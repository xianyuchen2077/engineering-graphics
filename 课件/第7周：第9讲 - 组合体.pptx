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82" r:id="rId3"/>
    <p:sldId id="259" r:id="rId4"/>
    <p:sldId id="262" r:id="rId5"/>
    <p:sldId id="374" r:id="rId7"/>
    <p:sldId id="478" r:id="rId8"/>
    <p:sldId id="519" r:id="rId9"/>
    <p:sldId id="520" r:id="rId10"/>
    <p:sldId id="521" r:id="rId11"/>
    <p:sldId id="523" r:id="rId12"/>
    <p:sldId id="522" r:id="rId13"/>
    <p:sldId id="524" r:id="rId14"/>
    <p:sldId id="529" r:id="rId15"/>
    <p:sldId id="525" r:id="rId16"/>
    <p:sldId id="571" r:id="rId17"/>
    <p:sldId id="572" r:id="rId18"/>
    <p:sldId id="573" r:id="rId19"/>
    <p:sldId id="532" r:id="rId20"/>
    <p:sldId id="533" r:id="rId21"/>
    <p:sldId id="574" r:id="rId22"/>
    <p:sldId id="575" r:id="rId23"/>
    <p:sldId id="540" r:id="rId24"/>
    <p:sldId id="535" r:id="rId25"/>
    <p:sldId id="541" r:id="rId26"/>
    <p:sldId id="542" r:id="rId27"/>
    <p:sldId id="543" r:id="rId28"/>
    <p:sldId id="544" r:id="rId29"/>
    <p:sldId id="545" r:id="rId30"/>
    <p:sldId id="546" r:id="rId31"/>
    <p:sldId id="547" r:id="rId32"/>
    <p:sldId id="548" r:id="rId33"/>
    <p:sldId id="549" r:id="rId34"/>
    <p:sldId id="550" r:id="rId35"/>
    <p:sldId id="552" r:id="rId36"/>
    <p:sldId id="553" r:id="rId37"/>
    <p:sldId id="554" r:id="rId38"/>
    <p:sldId id="555" r:id="rId39"/>
    <p:sldId id="556" r:id="rId40"/>
    <p:sldId id="557" r:id="rId41"/>
    <p:sldId id="558" r:id="rId42"/>
    <p:sldId id="559" r:id="rId43"/>
    <p:sldId id="560" r:id="rId44"/>
    <p:sldId id="561" r:id="rId45"/>
    <p:sldId id="562" r:id="rId46"/>
    <p:sldId id="563" r:id="rId47"/>
    <p:sldId id="566" r:id="rId48"/>
    <p:sldId id="567" r:id="rId49"/>
    <p:sldId id="568" r:id="rId50"/>
    <p:sldId id="576" r:id="rId51"/>
    <p:sldId id="372" r:id="rId52"/>
  </p:sldIdLst>
  <p:sldSz cx="12192000" cy="6858000"/>
  <p:notesSz cx="6858000" cy="9144000"/>
  <p:custDataLst>
    <p:tags r:id="rId5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D67"/>
    <a:srgbClr val="006049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86534" autoAdjust="0"/>
  </p:normalViewPr>
  <p:slideViewPr>
    <p:cSldViewPr>
      <p:cViewPr varScale="1">
        <p:scale>
          <a:sx n="63" d="100"/>
          <a:sy n="63" d="100"/>
        </p:scale>
        <p:origin x="78" y="699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6" Type="http://schemas.openxmlformats.org/officeDocument/2006/relationships/tags" Target="tags/tag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2E0720-499F-4E7C-96B5-65FDFB31018E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54832304-74D8-4BBA-83C9-627E4D4AF76E}">
      <dgm:prSet phldrT="[文本]" custT="1"/>
      <dgm:spPr>
        <a:solidFill>
          <a:srgbClr val="002060"/>
        </a:solidFill>
      </dgm:spPr>
      <dgm:t>
        <a:bodyPr wrap="none"/>
        <a:lstStyle/>
        <a:p>
          <a:pPr algn="ctr"/>
          <a:r>
            <a:rPr kumimoji="1" lang="zh-CN" altLang="en-US" sz="2800" b="0" i="0" u="none" strike="noStrike" cap="none" spc="0" normalizeH="0" baseline="0" noProof="0" dirty="0">
              <a:uLnTx/>
              <a:uFillTx/>
              <a:latin typeface="+mn-ea"/>
              <a:ea typeface="+mn-ea"/>
            </a:rPr>
            <a:t>形体分析法</a:t>
          </a:r>
          <a:endParaRPr lang="zh-CN" altLang="en-US" sz="2800" b="0" dirty="0"/>
        </a:p>
      </dgm:t>
    </dgm:pt>
    <dgm:pt modelId="{35374694-687B-42BD-92FD-6832BD0B83BA}" cxnId="{1593CD8C-F5C8-4608-BCCB-E2E29A5D6F7E}" type="parTrans">
      <dgm:prSet/>
      <dgm:spPr/>
      <dgm:t>
        <a:bodyPr/>
        <a:lstStyle/>
        <a:p>
          <a:endParaRPr lang="zh-CN" altLang="en-US"/>
        </a:p>
      </dgm:t>
    </dgm:pt>
    <dgm:pt modelId="{57851A9D-D91D-4D28-8DEF-1B5572EE44F2}" cxnId="{1593CD8C-F5C8-4608-BCCB-E2E29A5D6F7E}" type="sibTrans">
      <dgm:prSet/>
      <dgm:spPr/>
      <dgm:t>
        <a:bodyPr/>
        <a:lstStyle/>
        <a:p>
          <a:endParaRPr lang="zh-CN" altLang="en-US"/>
        </a:p>
      </dgm:t>
    </dgm:pt>
    <dgm:pt modelId="{D9ED836A-2CF8-430C-80D1-F18EDBBA4873}">
      <dgm:prSet phldrT="[文本]"/>
      <dgm:spPr>
        <a:ln>
          <a:solidFill>
            <a:srgbClr val="002060"/>
          </a:solidFill>
        </a:ln>
      </dgm:spPr>
      <dgm:t>
        <a:bodyPr/>
        <a:lstStyle/>
        <a:p>
          <a:pPr indent="0">
            <a:buFontTx/>
            <a:buNone/>
          </a:pP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根据组合体的形状，将其分解成若干部分，弄清各部分的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形状</a:t>
          </a:r>
          <a:r>
            <a:rPr lang="zh-CN" altLang="en-US" b="0" u="none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和它们的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相对位置</a:t>
          </a:r>
          <a:r>
            <a:rPr lang="zh-CN" altLang="en-US" b="0" u="none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及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组合方式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，分别画出各部分的投影。</a:t>
          </a:r>
        </a:p>
      </dgm:t>
    </dgm:pt>
    <dgm:pt modelId="{D3126EB8-2C3D-4ED0-A9C5-F626C8DB2BC0}" cxnId="{9BA90CF1-9877-4233-9E8B-2CE8446F6908}" type="parTrans">
      <dgm:prSet/>
      <dgm:spPr/>
      <dgm:t>
        <a:bodyPr/>
        <a:lstStyle/>
        <a:p>
          <a:endParaRPr lang="zh-CN" altLang="en-US"/>
        </a:p>
      </dgm:t>
    </dgm:pt>
    <dgm:pt modelId="{017D9B0C-563A-4854-A3B8-A49294047366}" cxnId="{9BA90CF1-9877-4233-9E8B-2CE8446F6908}" type="sibTrans">
      <dgm:prSet/>
      <dgm:spPr/>
      <dgm:t>
        <a:bodyPr/>
        <a:lstStyle/>
        <a:p>
          <a:endParaRPr lang="zh-CN" altLang="en-US"/>
        </a:p>
      </dgm:t>
    </dgm:pt>
    <dgm:pt modelId="{62A1AD92-8665-4CD1-A585-948FAD59F7FA}">
      <dgm:prSet phldrT="[文本]"/>
      <dgm:spPr>
        <a:ln>
          <a:solidFill>
            <a:srgbClr val="002060"/>
          </a:solidFill>
        </a:ln>
      </dgm:spPr>
      <dgm:t>
        <a:bodyPr/>
        <a:lstStyle/>
        <a:p>
          <a:pPr indent="0">
            <a:buFontTx/>
            <a:buNone/>
          </a:pP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视图上的</a:t>
          </a:r>
          <a:r>
            <a:rPr lang="zh-CN" altLang="en-US" b="0" u="none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一个封闭线框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，一般情况下</a:t>
          </a:r>
          <a:r>
            <a:rPr lang="zh-CN" altLang="en-US" b="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代表一个面的投影</a:t>
          </a:r>
          <a:r>
            <a:rPr lang="zh-CN" altLang="en-US" b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，不同线框之间的关系，反映了物体表面的变化。</a:t>
          </a:r>
        </a:p>
      </dgm:t>
    </dgm:pt>
    <dgm:pt modelId="{8A2BDBCF-3463-42C4-964C-C0A292D9AC1F}" cxnId="{9A9850C4-B7BB-4D1C-8C76-251D9B3979FC}" type="parTrans">
      <dgm:prSet/>
      <dgm:spPr/>
      <dgm:t>
        <a:bodyPr/>
        <a:lstStyle/>
        <a:p>
          <a:endParaRPr lang="zh-CN" altLang="en-US"/>
        </a:p>
      </dgm:t>
    </dgm:pt>
    <dgm:pt modelId="{AB49BC44-D3B5-4F68-B3AC-B9D9801ED749}" cxnId="{9A9850C4-B7BB-4D1C-8C76-251D9B3979FC}" type="sibTrans">
      <dgm:prSet/>
      <dgm:spPr/>
      <dgm:t>
        <a:bodyPr/>
        <a:lstStyle/>
        <a:p>
          <a:endParaRPr lang="zh-CN" altLang="en-US"/>
        </a:p>
      </dgm:t>
    </dgm:pt>
    <dgm:pt modelId="{101B4730-C523-4F55-A0E9-92DEB5D92580}">
      <dgm:prSet phldrT="[文本]" custT="1"/>
      <dgm:spPr>
        <a:solidFill>
          <a:srgbClr val="002060"/>
        </a:solidFill>
      </dgm:spPr>
      <dgm:t>
        <a:bodyPr/>
        <a:lstStyle/>
        <a:p>
          <a:pPr algn="ctr"/>
          <a:r>
            <a:rPr kumimoji="1" lang="zh-CN" altLang="en-US" sz="2800" b="0" i="0" u="none" strike="noStrike" cap="none" spc="0" normalizeH="0" baseline="0" noProof="0" dirty="0">
              <a:uLnTx/>
              <a:uFillTx/>
              <a:latin typeface="+mn-ea"/>
              <a:ea typeface="+mn-ea"/>
            </a:rPr>
            <a:t>面形分析法</a:t>
          </a:r>
          <a:endParaRPr lang="zh-CN" altLang="en-US" sz="2800" b="0" dirty="0"/>
        </a:p>
      </dgm:t>
    </dgm:pt>
    <dgm:pt modelId="{14CC360A-C7E7-48FB-8E55-0F2035850B0B}" cxnId="{D927066B-8027-4849-8431-533B341E1638}" type="parTrans">
      <dgm:prSet/>
      <dgm:spPr/>
      <dgm:t>
        <a:bodyPr/>
        <a:lstStyle/>
        <a:p>
          <a:endParaRPr lang="zh-CN" altLang="en-US"/>
        </a:p>
      </dgm:t>
    </dgm:pt>
    <dgm:pt modelId="{777FF610-F8B6-48EF-AC64-74FA6E2A6C38}" cxnId="{D927066B-8027-4849-8431-533B341E1638}" type="sibTrans">
      <dgm:prSet/>
      <dgm:spPr/>
      <dgm:t>
        <a:bodyPr/>
        <a:lstStyle/>
        <a:p>
          <a:endParaRPr lang="zh-CN" altLang="en-US"/>
        </a:p>
      </dgm:t>
    </dgm:pt>
    <dgm:pt modelId="{E46518B1-063A-47E1-AE54-FB9CADB2C1BF}" type="pres">
      <dgm:prSet presAssocID="{FC2E0720-499F-4E7C-96B5-65FDFB31018E}" presName="linear" presStyleCnt="0">
        <dgm:presLayoutVars>
          <dgm:dir/>
          <dgm:animLvl val="lvl"/>
          <dgm:resizeHandles val="exact"/>
        </dgm:presLayoutVars>
      </dgm:prSet>
      <dgm:spPr/>
    </dgm:pt>
    <dgm:pt modelId="{64D563CF-5BC8-4BC2-9CA6-8D7925A40BDF}" type="pres">
      <dgm:prSet presAssocID="{54832304-74D8-4BBA-83C9-627E4D4AF76E}" presName="parentLin" presStyleCnt="0"/>
      <dgm:spPr/>
    </dgm:pt>
    <dgm:pt modelId="{35E51FD0-6111-4297-A02C-33A472CB783D}" type="pres">
      <dgm:prSet presAssocID="{54832304-74D8-4BBA-83C9-627E4D4AF76E}" presName="parentLeftMargin" presStyleLbl="node1" presStyleIdx="0" presStyleCnt="2"/>
      <dgm:spPr/>
    </dgm:pt>
    <dgm:pt modelId="{E46398BE-2483-4ED8-9ED1-CBFDE68F6080}" type="pres">
      <dgm:prSet presAssocID="{54832304-74D8-4BBA-83C9-627E4D4AF76E}" presName="parentText" presStyleLbl="node1" presStyleIdx="0" presStyleCnt="2" custScaleX="62988">
        <dgm:presLayoutVars>
          <dgm:chMax val="0"/>
          <dgm:bulletEnabled val="1"/>
        </dgm:presLayoutVars>
      </dgm:prSet>
      <dgm:spPr/>
    </dgm:pt>
    <dgm:pt modelId="{A6240047-3E20-4A5D-AC07-D96A784F3BBC}" type="pres">
      <dgm:prSet presAssocID="{54832304-74D8-4BBA-83C9-627E4D4AF76E}" presName="negativeSpace" presStyleCnt="0"/>
      <dgm:spPr/>
    </dgm:pt>
    <dgm:pt modelId="{C880C2E3-4A3E-4C41-8F82-26DE95CF17CF}" type="pres">
      <dgm:prSet presAssocID="{54832304-74D8-4BBA-83C9-627E4D4AF76E}" presName="childText" presStyleLbl="conFgAcc1" presStyleIdx="0" presStyleCnt="2">
        <dgm:presLayoutVars>
          <dgm:bulletEnabled val="1"/>
        </dgm:presLayoutVars>
      </dgm:prSet>
      <dgm:spPr/>
    </dgm:pt>
    <dgm:pt modelId="{ACEBA47F-C2B0-4E55-915B-91A1B79D6D92}" type="pres">
      <dgm:prSet presAssocID="{57851A9D-D91D-4D28-8DEF-1B5572EE44F2}" presName="spaceBetweenRectangles" presStyleCnt="0"/>
      <dgm:spPr/>
    </dgm:pt>
    <dgm:pt modelId="{39AAE937-47DB-4BAE-8D09-B6C3AF0F3F51}" type="pres">
      <dgm:prSet presAssocID="{101B4730-C523-4F55-A0E9-92DEB5D92580}" presName="parentLin" presStyleCnt="0"/>
      <dgm:spPr/>
    </dgm:pt>
    <dgm:pt modelId="{BBABFAE7-BB28-4A95-83BF-657067ACA350}" type="pres">
      <dgm:prSet presAssocID="{101B4730-C523-4F55-A0E9-92DEB5D92580}" presName="parentLeftMargin" presStyleLbl="node1" presStyleIdx="0" presStyleCnt="2"/>
      <dgm:spPr/>
    </dgm:pt>
    <dgm:pt modelId="{060522BA-C78F-4D00-899C-05E669CE4E0B}" type="pres">
      <dgm:prSet presAssocID="{101B4730-C523-4F55-A0E9-92DEB5D92580}" presName="parentText" presStyleLbl="node1" presStyleIdx="1" presStyleCnt="2" custScaleX="62988" custLinFactNeighborY="15933">
        <dgm:presLayoutVars>
          <dgm:chMax val="0"/>
          <dgm:bulletEnabled val="1"/>
        </dgm:presLayoutVars>
      </dgm:prSet>
      <dgm:spPr/>
    </dgm:pt>
    <dgm:pt modelId="{768B4027-23CD-4867-B6DC-AF9F74C8B1F6}" type="pres">
      <dgm:prSet presAssocID="{101B4730-C523-4F55-A0E9-92DEB5D92580}" presName="negativeSpace" presStyleCnt="0"/>
      <dgm:spPr/>
    </dgm:pt>
    <dgm:pt modelId="{93C12DA0-D8D5-4A53-B064-FE76BFEBD1B2}" type="pres">
      <dgm:prSet presAssocID="{101B4730-C523-4F55-A0E9-92DEB5D92580}" presName="childText" presStyleLbl="conFgAcc1" presStyleIdx="1" presStyleCnt="2" custLinFactNeighborX="-335" custLinFactNeighborY="31865">
        <dgm:presLayoutVars>
          <dgm:bulletEnabled val="1"/>
        </dgm:presLayoutVars>
      </dgm:prSet>
      <dgm:spPr/>
    </dgm:pt>
  </dgm:ptLst>
  <dgm:cxnLst>
    <dgm:cxn modelId="{96C18718-FF1E-4D2E-BB1F-4727133445C4}" type="presOf" srcId="{FC2E0720-499F-4E7C-96B5-65FDFB31018E}" destId="{E46518B1-063A-47E1-AE54-FB9CADB2C1BF}" srcOrd="0" destOrd="0" presId="urn:microsoft.com/office/officeart/2005/8/layout/list1"/>
    <dgm:cxn modelId="{74FB8E33-8421-4DEB-B798-07B3E53C713F}" type="presOf" srcId="{54832304-74D8-4BBA-83C9-627E4D4AF76E}" destId="{E46398BE-2483-4ED8-9ED1-CBFDE68F6080}" srcOrd="1" destOrd="0" presId="urn:microsoft.com/office/officeart/2005/8/layout/list1"/>
    <dgm:cxn modelId="{D927066B-8027-4849-8431-533B341E1638}" srcId="{FC2E0720-499F-4E7C-96B5-65FDFB31018E}" destId="{101B4730-C523-4F55-A0E9-92DEB5D92580}" srcOrd="1" destOrd="0" parTransId="{14CC360A-C7E7-48FB-8E55-0F2035850B0B}" sibTransId="{777FF610-F8B6-48EF-AC64-74FA6E2A6C38}"/>
    <dgm:cxn modelId="{460E3A83-4756-417A-9CC5-6AF79B872D89}" type="presOf" srcId="{62A1AD92-8665-4CD1-A585-948FAD59F7FA}" destId="{93C12DA0-D8D5-4A53-B064-FE76BFEBD1B2}" srcOrd="0" destOrd="0" presId="urn:microsoft.com/office/officeart/2005/8/layout/list1"/>
    <dgm:cxn modelId="{1593CD8C-F5C8-4608-BCCB-E2E29A5D6F7E}" srcId="{FC2E0720-499F-4E7C-96B5-65FDFB31018E}" destId="{54832304-74D8-4BBA-83C9-627E4D4AF76E}" srcOrd="0" destOrd="0" parTransId="{35374694-687B-42BD-92FD-6832BD0B83BA}" sibTransId="{57851A9D-D91D-4D28-8DEF-1B5572EE44F2}"/>
    <dgm:cxn modelId="{79CD4E96-7D2B-414C-887B-6D71B4072800}" type="presOf" srcId="{D9ED836A-2CF8-430C-80D1-F18EDBBA4873}" destId="{C880C2E3-4A3E-4C41-8F82-26DE95CF17CF}" srcOrd="0" destOrd="0" presId="urn:microsoft.com/office/officeart/2005/8/layout/list1"/>
    <dgm:cxn modelId="{DC369A9B-1AF5-47D1-A18F-59CA3222CD23}" type="presOf" srcId="{101B4730-C523-4F55-A0E9-92DEB5D92580}" destId="{060522BA-C78F-4D00-899C-05E669CE4E0B}" srcOrd="1" destOrd="0" presId="urn:microsoft.com/office/officeart/2005/8/layout/list1"/>
    <dgm:cxn modelId="{61E6FEA7-6BDB-46A6-8786-C74BAD4DFDB4}" type="presOf" srcId="{54832304-74D8-4BBA-83C9-627E4D4AF76E}" destId="{35E51FD0-6111-4297-A02C-33A472CB783D}" srcOrd="0" destOrd="0" presId="urn:microsoft.com/office/officeart/2005/8/layout/list1"/>
    <dgm:cxn modelId="{B9BA28C4-8193-4E3C-A562-22DB3D5518C2}" type="presOf" srcId="{101B4730-C523-4F55-A0E9-92DEB5D92580}" destId="{BBABFAE7-BB28-4A95-83BF-657067ACA350}" srcOrd="0" destOrd="0" presId="urn:microsoft.com/office/officeart/2005/8/layout/list1"/>
    <dgm:cxn modelId="{9A9850C4-B7BB-4D1C-8C76-251D9B3979FC}" srcId="{101B4730-C523-4F55-A0E9-92DEB5D92580}" destId="{62A1AD92-8665-4CD1-A585-948FAD59F7FA}" srcOrd="0" destOrd="0" parTransId="{8A2BDBCF-3463-42C4-964C-C0A292D9AC1F}" sibTransId="{AB49BC44-D3B5-4F68-B3AC-B9D9801ED749}"/>
    <dgm:cxn modelId="{9BA90CF1-9877-4233-9E8B-2CE8446F6908}" srcId="{54832304-74D8-4BBA-83C9-627E4D4AF76E}" destId="{D9ED836A-2CF8-430C-80D1-F18EDBBA4873}" srcOrd="0" destOrd="0" parTransId="{D3126EB8-2C3D-4ED0-A9C5-F626C8DB2BC0}" sibTransId="{017D9B0C-563A-4854-A3B8-A49294047366}"/>
    <dgm:cxn modelId="{CD382207-245B-40F7-89DA-ABF39C8F757D}" type="presParOf" srcId="{E46518B1-063A-47E1-AE54-FB9CADB2C1BF}" destId="{64D563CF-5BC8-4BC2-9CA6-8D7925A40BDF}" srcOrd="0" destOrd="0" presId="urn:microsoft.com/office/officeart/2005/8/layout/list1"/>
    <dgm:cxn modelId="{44836C3B-1333-4821-B775-699AB055C5A7}" type="presParOf" srcId="{64D563CF-5BC8-4BC2-9CA6-8D7925A40BDF}" destId="{35E51FD0-6111-4297-A02C-33A472CB783D}" srcOrd="0" destOrd="0" presId="urn:microsoft.com/office/officeart/2005/8/layout/list1"/>
    <dgm:cxn modelId="{C269F808-1975-4517-A8DF-FEA3EAEE63DE}" type="presParOf" srcId="{64D563CF-5BC8-4BC2-9CA6-8D7925A40BDF}" destId="{E46398BE-2483-4ED8-9ED1-CBFDE68F6080}" srcOrd="1" destOrd="0" presId="urn:microsoft.com/office/officeart/2005/8/layout/list1"/>
    <dgm:cxn modelId="{E0364EF7-BAEA-4830-ACC2-7A738699E0BE}" type="presParOf" srcId="{E46518B1-063A-47E1-AE54-FB9CADB2C1BF}" destId="{A6240047-3E20-4A5D-AC07-D96A784F3BBC}" srcOrd="1" destOrd="0" presId="urn:microsoft.com/office/officeart/2005/8/layout/list1"/>
    <dgm:cxn modelId="{765A74FD-31FE-4D37-B2E0-0B57D2EFD164}" type="presParOf" srcId="{E46518B1-063A-47E1-AE54-FB9CADB2C1BF}" destId="{C880C2E3-4A3E-4C41-8F82-26DE95CF17CF}" srcOrd="2" destOrd="0" presId="urn:microsoft.com/office/officeart/2005/8/layout/list1"/>
    <dgm:cxn modelId="{668AA327-CA91-454F-8B87-A318BC389F4C}" type="presParOf" srcId="{E46518B1-063A-47E1-AE54-FB9CADB2C1BF}" destId="{ACEBA47F-C2B0-4E55-915B-91A1B79D6D92}" srcOrd="3" destOrd="0" presId="urn:microsoft.com/office/officeart/2005/8/layout/list1"/>
    <dgm:cxn modelId="{ED96B15F-9B73-46C9-A719-FF4E9792BF8A}" type="presParOf" srcId="{E46518B1-063A-47E1-AE54-FB9CADB2C1BF}" destId="{39AAE937-47DB-4BAE-8D09-B6C3AF0F3F51}" srcOrd="4" destOrd="0" presId="urn:microsoft.com/office/officeart/2005/8/layout/list1"/>
    <dgm:cxn modelId="{F8C5DEFE-1C80-4BAE-90E3-E99AC2DAEB9A}" type="presParOf" srcId="{39AAE937-47DB-4BAE-8D09-B6C3AF0F3F51}" destId="{BBABFAE7-BB28-4A95-83BF-657067ACA350}" srcOrd="0" destOrd="0" presId="urn:microsoft.com/office/officeart/2005/8/layout/list1"/>
    <dgm:cxn modelId="{F29E81DE-B955-4FEB-B594-E1E7015EC9C0}" type="presParOf" srcId="{39AAE937-47DB-4BAE-8D09-B6C3AF0F3F51}" destId="{060522BA-C78F-4D00-899C-05E669CE4E0B}" srcOrd="1" destOrd="0" presId="urn:microsoft.com/office/officeart/2005/8/layout/list1"/>
    <dgm:cxn modelId="{8595FBB8-47CC-4B64-BA32-F9A7FF8485ED}" type="presParOf" srcId="{E46518B1-063A-47E1-AE54-FB9CADB2C1BF}" destId="{768B4027-23CD-4867-B6DC-AF9F74C8B1F6}" srcOrd="5" destOrd="0" presId="urn:microsoft.com/office/officeart/2005/8/layout/list1"/>
    <dgm:cxn modelId="{E448AAB1-CDCB-43E8-A90C-3A9546BDB586}" type="presParOf" srcId="{E46518B1-063A-47E1-AE54-FB9CADB2C1BF}" destId="{93C12DA0-D8D5-4A53-B064-FE76BFEBD1B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80C2E3-4A3E-4C41-8F82-26DE95CF17CF}">
      <dsp:nvSpPr>
        <dsp:cNvPr id="0" name=""/>
        <dsp:cNvSpPr/>
      </dsp:nvSpPr>
      <dsp:spPr>
        <a:xfrm>
          <a:off x="0" y="571229"/>
          <a:ext cx="8447496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620" tIns="416560" rIns="655620" bIns="142240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根据组合体的形状，将其分解成若干部分，弄清各部分的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形状</a:t>
          </a:r>
          <a:r>
            <a:rPr lang="zh-CN" altLang="en-US" sz="2000" b="0" u="none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和它们的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相对位置</a:t>
          </a:r>
          <a:r>
            <a:rPr lang="zh-CN" altLang="en-US" sz="2000" b="0" u="none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及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组合方式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，分别画出各部分的投影。</a:t>
          </a:r>
        </a:p>
      </dsp:txBody>
      <dsp:txXfrm>
        <a:off x="0" y="571229"/>
        <a:ext cx="8447496" cy="1354500"/>
      </dsp:txXfrm>
    </dsp:sp>
    <dsp:sp modelId="{E46398BE-2483-4ED8-9ED1-CBFDE68F6080}">
      <dsp:nvSpPr>
        <dsp:cNvPr id="0" name=""/>
        <dsp:cNvSpPr/>
      </dsp:nvSpPr>
      <dsp:spPr>
        <a:xfrm>
          <a:off x="422374" y="276029"/>
          <a:ext cx="3724636" cy="590400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507" tIns="0" rIns="22350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0" i="0" u="none" strike="noStrike" kern="1200" cap="none" spc="0" normalizeH="0" baseline="0" noProof="0" dirty="0">
              <a:ln/>
              <a:uLnTx/>
              <a:uFillTx/>
              <a:latin typeface="+mn-ea"/>
              <a:ea typeface="+mn-ea"/>
            </a:rPr>
            <a:t>形体分析法</a:t>
          </a:r>
          <a:endParaRPr lang="zh-CN" altLang="en-US" sz="2800" b="0" kern="1200" dirty="0"/>
        </a:p>
      </dsp:txBody>
      <dsp:txXfrm>
        <a:off x="451195" y="304850"/>
        <a:ext cx="3666994" cy="532758"/>
      </dsp:txXfrm>
    </dsp:sp>
    <dsp:sp modelId="{93C12DA0-D8D5-4A53-B064-FE76BFEBD1B2}">
      <dsp:nvSpPr>
        <dsp:cNvPr id="0" name=""/>
        <dsp:cNvSpPr/>
      </dsp:nvSpPr>
      <dsp:spPr>
        <a:xfrm>
          <a:off x="0" y="2422994"/>
          <a:ext cx="8447496" cy="135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620" tIns="416560" rIns="655620" bIns="142240" numCol="1" spcCol="1270" anchor="t" anchorCtr="0">
          <a:noAutofit/>
        </a:bodyPr>
        <a:lstStyle/>
        <a:p>
          <a:pPr marL="228600" lvl="1" indent="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视图上的</a:t>
          </a:r>
          <a:r>
            <a:rPr lang="zh-CN" altLang="en-US" sz="2000" b="0" u="none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一个封闭线框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，一般情况下</a:t>
          </a:r>
          <a:r>
            <a:rPr lang="zh-CN" altLang="en-US" sz="2000" b="0" kern="12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代表一个面的投影</a:t>
          </a:r>
          <a:r>
            <a:rPr lang="zh-CN" altLang="en-US" sz="2000" b="0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，不同线框之间的关系，反映了物体表面的变化。</a:t>
          </a:r>
        </a:p>
      </dsp:txBody>
      <dsp:txXfrm>
        <a:off x="0" y="2422994"/>
        <a:ext cx="8447496" cy="1354500"/>
      </dsp:txXfrm>
    </dsp:sp>
    <dsp:sp modelId="{060522BA-C78F-4D00-899C-05E669CE4E0B}">
      <dsp:nvSpPr>
        <dsp:cNvPr id="0" name=""/>
        <dsp:cNvSpPr/>
      </dsp:nvSpPr>
      <dsp:spPr>
        <a:xfrm>
          <a:off x="422374" y="2127797"/>
          <a:ext cx="3724636" cy="590400"/>
        </a:xfrm>
        <a:prstGeom prst="roundRect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507" tIns="0" rIns="223507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altLang="en-US" sz="2800" b="0" i="0" u="none" strike="noStrike" kern="1200" cap="none" spc="0" normalizeH="0" baseline="0" noProof="0" dirty="0">
              <a:ln/>
              <a:uLnTx/>
              <a:uFillTx/>
              <a:latin typeface="+mn-ea"/>
              <a:ea typeface="+mn-ea"/>
            </a:rPr>
            <a:t>面形分析法</a:t>
          </a:r>
          <a:endParaRPr lang="zh-CN" altLang="en-US" sz="2800" b="0" kern="1200" dirty="0"/>
        </a:p>
      </dsp:txBody>
      <dsp:txXfrm>
        <a:off x="451195" y="2156618"/>
        <a:ext cx="3666994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组合体也是构造复杂形体的方法，组合体非常接近实际零件，区别在于不考虑功能和工艺</a:t>
            </a:r>
            <a:endParaRPr lang="en-US" altLang="zh-CN" dirty="0"/>
          </a:p>
          <a:p>
            <a:r>
              <a:rPr lang="zh-CN" altLang="en-US" dirty="0"/>
              <a:t>画图：从三维到二维</a:t>
            </a:r>
            <a:endParaRPr lang="en-US" altLang="zh-CN" dirty="0"/>
          </a:p>
          <a:p>
            <a:r>
              <a:rPr lang="zh-CN" altLang="en-US" dirty="0"/>
              <a:t>读图：从二维到三维，重点和难点</a:t>
            </a:r>
            <a:endParaRPr lang="en-US" altLang="zh-CN" dirty="0"/>
          </a:p>
          <a:p>
            <a:r>
              <a:rPr lang="zh-CN" altLang="en-US" dirty="0"/>
              <a:t>教学上分开讲，实际上读图和画图融合在一起。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实际的组合体是叠加式和切割式的共同存在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组合体为了分析方便，将组合体分为多个形体的叠加，但实际上是一个整体</a:t>
            </a:r>
            <a:endParaRPr lang="en-US" altLang="zh-CN" dirty="0"/>
          </a:p>
          <a:p>
            <a:r>
              <a:rPr lang="zh-CN" altLang="en-US" dirty="0"/>
              <a:t>与前面相贯类似，一旦两个物体相贯，就组合成了一个整体，原有形体的表面就会发生变化，如轮廓线消失</a:t>
            </a:r>
            <a:endParaRPr lang="en-US" altLang="zh-CN" dirty="0"/>
          </a:p>
          <a:p>
            <a:r>
              <a:rPr lang="zh-CN" altLang="en-US" dirty="0"/>
              <a:t>相对位置：共面</a:t>
            </a:r>
            <a:r>
              <a:rPr lang="en-US" altLang="zh-CN" dirty="0"/>
              <a:t>/</a:t>
            </a:r>
            <a:r>
              <a:rPr lang="zh-CN" altLang="en-US" dirty="0"/>
              <a:t>不共面，相切，相交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形体分析法：叠加式组合体</a:t>
            </a:r>
            <a:endParaRPr lang="en-US" altLang="zh-CN" dirty="0"/>
          </a:p>
          <a:p>
            <a:r>
              <a:rPr lang="zh-CN" altLang="en-US" dirty="0"/>
              <a:t>面形分析法：切割式组合体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719403" y="2420888"/>
            <a:ext cx="104648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第 </a:t>
            </a:r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# </a:t>
            </a: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讲  标题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Rectangle 2"/>
          <p:cNvSpPr>
            <a:spLocks noChangeArrowheads="1"/>
          </p:cNvSpPr>
          <p:nvPr userDrawn="1"/>
        </p:nvSpPr>
        <p:spPr bwMode="auto">
          <a:xfrm>
            <a:off x="2216749" y="1656783"/>
            <a:ext cx="1586541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/>
          <p:cNvSpPr txBox="1">
            <a:spLocks noChangeArrowheads="1"/>
          </p:cNvSpPr>
          <p:nvPr userDrawn="1"/>
        </p:nvSpPr>
        <p:spPr bwMode="auto">
          <a:xfrm>
            <a:off x="2228395" y="1056171"/>
            <a:ext cx="1563248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    讲</a:t>
            </a:r>
            <a:endParaRPr lang="zh-CN" altLang="en-US" sz="3600" b="1" dirty="0">
              <a:solidFill>
                <a:srgbClr val="01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32" y="366323"/>
            <a:ext cx="1561418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>
            <a:fillRect/>
          </a:stretch>
        </p:blipFill>
        <p:spPr>
          <a:xfrm>
            <a:off x="8184232" y="3733164"/>
            <a:ext cx="4170330" cy="3124836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624935"/>
            <a:ext cx="12192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/>
          <p:cNvSpPr>
            <a:spLocks noGrp="1"/>
          </p:cNvSpPr>
          <p:nvPr>
            <p:ph type="body" sz="quarter" idx="11" hasCustomPrompt="1"/>
          </p:nvPr>
        </p:nvSpPr>
        <p:spPr>
          <a:xfrm>
            <a:off x="2558334" y="2789966"/>
            <a:ext cx="7075334" cy="6463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6" y="123774"/>
            <a:ext cx="3988851" cy="13487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31371" y="1351309"/>
            <a:ext cx="10972800" cy="4525963"/>
          </a:xfrm>
        </p:spPr>
        <p:txBody>
          <a:bodyPr/>
          <a:lstStyle>
            <a:lvl1pPr>
              <a:defRPr b="1"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>
              <a:buNone/>
              <a:defRPr>
                <a:latin typeface="黑体" panose="02010609060101010101" pitchFamily="2" charset="-122"/>
                <a:ea typeface="黑体" panose="02010609060101010101" pitchFamily="2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  <a:endParaRPr lang="zh-CN" altLang="en-US" dirty="0"/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  <a:endParaRPr lang="zh-CN" altLang="en-US" dirty="0"/>
          </a:p>
        </p:txBody>
      </p:sp>
      <p:sp>
        <p:nvSpPr>
          <p:cNvPr id="7" name="矩形 4"/>
          <p:cNvSpPr/>
          <p:nvPr userDrawn="1"/>
        </p:nvSpPr>
        <p:spPr>
          <a:xfrm>
            <a:off x="0" y="332659"/>
            <a:ext cx="12192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425394"/>
            <a:ext cx="2844800" cy="276999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68341" y="6381331"/>
            <a:ext cx="28448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526734" y="6332240"/>
            <a:ext cx="11665268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26732" y="643359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2351584" y="692696"/>
            <a:ext cx="9230816" cy="72494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3"/>
            <a:ext cx="109728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5.png"/><Relationship Id="rId7" Type="http://schemas.openxmlformats.org/officeDocument/2006/relationships/oleObject" Target="../embeddings/oleObject4.bin"/><Relationship Id="rId6" Type="http://schemas.openxmlformats.org/officeDocument/2006/relationships/image" Target="../media/image14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12.png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jpeg"/><Relationship Id="rId1" Type="http://schemas.openxmlformats.org/officeDocument/2006/relationships/image" Target="../media/image17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6.jpeg"/><Relationship Id="rId1" Type="http://schemas.openxmlformats.org/officeDocument/2006/relationships/image" Target="../media/image18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emf"/><Relationship Id="rId1" Type="http://schemas.openxmlformats.org/officeDocument/2006/relationships/image" Target="../media/image16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emf"/><Relationship Id="rId1" Type="http://schemas.openxmlformats.org/officeDocument/2006/relationships/image" Target="../media/image1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4229146" y="2697634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  <a:endParaRPr lang="zh-CN" altLang="en-US" sz="4800" spc="600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849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96286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5080337" y="2727903"/>
            <a:ext cx="203132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/>
          <p:nvPr/>
        </p:nvSpPr>
        <p:spPr bwMode="auto">
          <a:xfrm>
            <a:off x="4261203" y="2132856"/>
            <a:ext cx="3669594" cy="19552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t" anchorCtr="0" compatLnSpc="1"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9.1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组合体的组成方式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9.2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组合体的画图方式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9.3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组合体的看图方法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/>
          <p:nvPr/>
        </p:nvSpPr>
        <p:spPr bwMode="auto">
          <a:xfrm>
            <a:off x="5202166" y="454425"/>
            <a:ext cx="1787669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algn="ctr">
              <a:defRPr/>
            </a:pPr>
            <a:r>
              <a:rPr lang="zh-CN" altLang="en-US" sz="4400" b="1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内   容</a:t>
            </a:r>
            <a:endParaRPr lang="zh-CN" altLang="en-US" sz="44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" name="组合 12"/>
          <p:cNvGrpSpPr/>
          <p:nvPr/>
        </p:nvGrpSpPr>
        <p:grpSpPr>
          <a:xfrm flipV="1">
            <a:off x="191344" y="1412776"/>
            <a:ext cx="11809312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-1" fmla="*/ 0 w 364864"/>
                  <a:gd name="connsiteY0-2" fmla="*/ 0 h 270030"/>
                  <a:gd name="connsiteX1-3" fmla="*/ 364864 w 364864"/>
                  <a:gd name="connsiteY1-4" fmla="*/ 72957 h 270030"/>
                  <a:gd name="connsiteX2-5" fmla="*/ 360000 w 364864"/>
                  <a:gd name="connsiteY2-6" fmla="*/ 270030 h 270030"/>
                  <a:gd name="connsiteX3-7" fmla="*/ 0 w 364864"/>
                  <a:gd name="connsiteY3-8" fmla="*/ 270030 h 270030"/>
                  <a:gd name="connsiteX4-9" fmla="*/ 0 w 364864"/>
                  <a:gd name="connsiteY4-10" fmla="*/ 0 h 270030"/>
                  <a:gd name="connsiteX0-11" fmla="*/ 0 w 364864"/>
                  <a:gd name="connsiteY0-12" fmla="*/ 0 h 294349"/>
                  <a:gd name="connsiteX1-13" fmla="*/ 364864 w 364864"/>
                  <a:gd name="connsiteY1-14" fmla="*/ 72957 h 294349"/>
                  <a:gd name="connsiteX2-15" fmla="*/ 364864 w 364864"/>
                  <a:gd name="connsiteY2-16" fmla="*/ 294349 h 294349"/>
                  <a:gd name="connsiteX3-17" fmla="*/ 0 w 364864"/>
                  <a:gd name="connsiteY3-18" fmla="*/ 270030 h 294349"/>
                  <a:gd name="connsiteX4-19" fmla="*/ 0 w 364864"/>
                  <a:gd name="connsiteY4-20" fmla="*/ 0 h 294349"/>
                  <a:gd name="connsiteX0-21" fmla="*/ 0 w 364864"/>
                  <a:gd name="connsiteY0-22" fmla="*/ 0 h 290893"/>
                  <a:gd name="connsiteX1-23" fmla="*/ 364864 w 364864"/>
                  <a:gd name="connsiteY1-24" fmla="*/ 72957 h 290893"/>
                  <a:gd name="connsiteX2-25" fmla="*/ 363396 w 364864"/>
                  <a:gd name="connsiteY2-26" fmla="*/ 290893 h 290893"/>
                  <a:gd name="connsiteX3-27" fmla="*/ 358533 w 364864"/>
                  <a:gd name="connsiteY3-28" fmla="*/ 266574 h 290893"/>
                  <a:gd name="connsiteX4-29" fmla="*/ 0 w 364864"/>
                  <a:gd name="connsiteY4-30" fmla="*/ 270030 h 290893"/>
                  <a:gd name="connsiteX5" fmla="*/ 0 w 364864"/>
                  <a:gd name="connsiteY5" fmla="*/ 0 h 290893"/>
                  <a:gd name="connsiteX0-31" fmla="*/ 0 w 368581"/>
                  <a:gd name="connsiteY0-32" fmla="*/ 0 h 321274"/>
                  <a:gd name="connsiteX1-33" fmla="*/ 364864 w 368581"/>
                  <a:gd name="connsiteY1-34" fmla="*/ 72957 h 321274"/>
                  <a:gd name="connsiteX2-35" fmla="*/ 363396 w 368581"/>
                  <a:gd name="connsiteY2-36" fmla="*/ 290893 h 321274"/>
                  <a:gd name="connsiteX3-37" fmla="*/ 368261 w 368581"/>
                  <a:gd name="connsiteY3-38" fmla="*/ 320076 h 321274"/>
                  <a:gd name="connsiteX4-39" fmla="*/ 0 w 368581"/>
                  <a:gd name="connsiteY4-40" fmla="*/ 270030 h 321274"/>
                  <a:gd name="connsiteX5-41" fmla="*/ 0 w 368581"/>
                  <a:gd name="connsiteY5-42" fmla="*/ 0 h 321274"/>
                  <a:gd name="connsiteX0-43" fmla="*/ 0 w 368581"/>
                  <a:gd name="connsiteY0-44" fmla="*/ 0 h 321274"/>
                  <a:gd name="connsiteX1-45" fmla="*/ 364864 w 368581"/>
                  <a:gd name="connsiteY1-46" fmla="*/ 87549 h 321274"/>
                  <a:gd name="connsiteX2-47" fmla="*/ 363396 w 368581"/>
                  <a:gd name="connsiteY2-48" fmla="*/ 290893 h 321274"/>
                  <a:gd name="connsiteX3-49" fmla="*/ 368261 w 368581"/>
                  <a:gd name="connsiteY3-50" fmla="*/ 320076 h 321274"/>
                  <a:gd name="connsiteX4-51" fmla="*/ 0 w 368581"/>
                  <a:gd name="connsiteY4-52" fmla="*/ 270030 h 321274"/>
                  <a:gd name="connsiteX5-53" fmla="*/ 0 w 368581"/>
                  <a:gd name="connsiteY5-54" fmla="*/ 0 h 321274"/>
                  <a:gd name="connsiteX0-55" fmla="*/ 0 w 368581"/>
                  <a:gd name="connsiteY0-56" fmla="*/ 0 h 364509"/>
                  <a:gd name="connsiteX1-57" fmla="*/ 364864 w 368581"/>
                  <a:gd name="connsiteY1-58" fmla="*/ 87549 h 364509"/>
                  <a:gd name="connsiteX2-59" fmla="*/ 363396 w 368581"/>
                  <a:gd name="connsiteY2-60" fmla="*/ 290893 h 364509"/>
                  <a:gd name="connsiteX3-61" fmla="*/ 368261 w 368581"/>
                  <a:gd name="connsiteY3-62" fmla="*/ 363850 h 364509"/>
                  <a:gd name="connsiteX4-63" fmla="*/ 0 w 368581"/>
                  <a:gd name="connsiteY4-64" fmla="*/ 270030 h 364509"/>
                  <a:gd name="connsiteX5-65" fmla="*/ 0 w 368581"/>
                  <a:gd name="connsiteY5-66" fmla="*/ 0 h 36450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41" y="connsiteY5-42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640616" y="6425394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015675" y="2727903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7"/>
          <p:cNvSpPr txBox="1">
            <a:spLocks noChangeArrowheads="1"/>
          </p:cNvSpPr>
          <p:nvPr/>
        </p:nvSpPr>
        <p:spPr bwMode="auto">
          <a:xfrm>
            <a:off x="479376" y="1268089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组合体的概念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89"/>
          <p:cNvSpPr txBox="1">
            <a:spLocks noChangeArrowheads="1"/>
          </p:cNvSpPr>
          <p:nvPr/>
        </p:nvSpPr>
        <p:spPr bwMode="auto">
          <a:xfrm>
            <a:off x="479376" y="1999346"/>
            <a:ext cx="561662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由平面体和曲面体经叠加、切割等布尔运算而组成的物体。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pic>
        <p:nvPicPr>
          <p:cNvPr id="4" name="Picture 90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09"/>
          <a:stretch>
            <a:fillRect/>
          </a:stretch>
        </p:blipFill>
        <p:spPr bwMode="auto">
          <a:xfrm>
            <a:off x="7176120" y="1340768"/>
            <a:ext cx="4114800" cy="449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560618" y="3298141"/>
            <a:ext cx="46474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画图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由已知形体画出其投影。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60618" y="4166049"/>
            <a:ext cx="5535382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读图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：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根据形体投影，经过分析，搞清其组成、形状和结构。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247" y="3747487"/>
            <a:ext cx="2293937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5290018" y="5704875"/>
            <a:ext cx="1240394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对称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  <a:endParaRPr kumimoji="1" lang="zh-CN" altLang="en-US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1839444" y="4197811"/>
            <a:ext cx="2017713" cy="1125538"/>
            <a:chOff x="2687" y="623"/>
            <a:chExt cx="1680" cy="1248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 rot="-5400000">
              <a:off x="3207" y="710"/>
              <a:ext cx="1248" cy="1073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5400000" scaled="1"/>
            </a:gradFill>
            <a:ln w="9525">
              <a:solidFill>
                <a:srgbClr val="1C1C1C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" name="AutoShape 6"/>
            <p:cNvSpPr>
              <a:spLocks noChangeArrowheads="1"/>
            </p:cNvSpPr>
            <p:nvPr/>
          </p:nvSpPr>
          <p:spPr bwMode="auto">
            <a:xfrm rot="-5400000">
              <a:off x="2683" y="850"/>
              <a:ext cx="802" cy="793"/>
            </a:xfrm>
            <a:prstGeom prst="can">
              <a:avLst>
                <a:gd name="adj" fmla="val 25000"/>
              </a:avLst>
            </a:prstGeom>
            <a:gradFill rotWithShape="0">
              <a:gsLst>
                <a:gs pos="0">
                  <a:srgbClr val="595959"/>
                </a:gs>
                <a:gs pos="50000">
                  <a:srgbClr val="C0C0C0"/>
                </a:gs>
                <a:gs pos="100000">
                  <a:srgbClr val="595959"/>
                </a:gs>
              </a:gsLst>
              <a:lin ang="5400000" scaled="1"/>
            </a:gradFill>
            <a:ln w="9525">
              <a:solidFill>
                <a:srgbClr val="C0C0C0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2171951" y="5634558"/>
            <a:ext cx="1352698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同轴叠加</a:t>
            </a:r>
            <a:endParaRPr kumimoji="1" lang="zh-CN" altLang="en-US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8" name="Group 8"/>
          <p:cNvGrpSpPr/>
          <p:nvPr/>
        </p:nvGrpSpPr>
        <p:grpSpPr bwMode="auto">
          <a:xfrm>
            <a:off x="8162458" y="3860994"/>
            <a:ext cx="2382838" cy="1730375"/>
            <a:chOff x="3177" y="2188"/>
            <a:chExt cx="2306" cy="1757"/>
          </a:xfrm>
        </p:grpSpPr>
        <p:grpSp>
          <p:nvGrpSpPr>
            <p:cNvPr id="9" name="Group 9"/>
            <p:cNvGrpSpPr/>
            <p:nvPr/>
          </p:nvGrpSpPr>
          <p:grpSpPr bwMode="auto">
            <a:xfrm>
              <a:off x="3180" y="3057"/>
              <a:ext cx="2296" cy="870"/>
              <a:chOff x="3180" y="3226"/>
              <a:chExt cx="2296" cy="870"/>
            </a:xfrm>
          </p:grpSpPr>
          <p:sp>
            <p:nvSpPr>
              <p:cNvPr id="45" name="Freeform 10"/>
              <p:cNvSpPr/>
              <p:nvPr/>
            </p:nvSpPr>
            <p:spPr bwMode="auto">
              <a:xfrm>
                <a:off x="3330" y="3630"/>
                <a:ext cx="216" cy="185"/>
              </a:xfrm>
              <a:custGeom>
                <a:avLst/>
                <a:gdLst>
                  <a:gd name="T0" fmla="*/ 1951 w 165"/>
                  <a:gd name="T1" fmla="*/ 0 h 165"/>
                  <a:gd name="T2" fmla="*/ 0 w 165"/>
                  <a:gd name="T3" fmla="*/ 1174 h 165"/>
                  <a:gd name="T4" fmla="*/ 21036 w 165"/>
                  <a:gd name="T5" fmla="*/ 1291 h 165"/>
                  <a:gd name="T6" fmla="*/ 1951 w 165"/>
                  <a:gd name="T7" fmla="*/ 0 h 16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5"/>
                  <a:gd name="T13" fmla="*/ 0 h 165"/>
                  <a:gd name="T14" fmla="*/ 165 w 165"/>
                  <a:gd name="T15" fmla="*/ 165 h 16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5" h="165">
                    <a:moveTo>
                      <a:pt x="15" y="0"/>
                    </a:moveTo>
                    <a:lnTo>
                      <a:pt x="0" y="150"/>
                    </a:lnTo>
                    <a:lnTo>
                      <a:pt x="165" y="165"/>
                    </a:lnTo>
                    <a:lnTo>
                      <a:pt x="1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FF"/>
                  </a:gs>
                  <a:gs pos="100000">
                    <a:srgbClr val="18477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6" name="Freeform 11"/>
              <p:cNvSpPr/>
              <p:nvPr/>
            </p:nvSpPr>
            <p:spPr bwMode="auto">
              <a:xfrm>
                <a:off x="3180" y="3226"/>
                <a:ext cx="2296" cy="870"/>
              </a:xfrm>
              <a:custGeom>
                <a:avLst/>
                <a:gdLst>
                  <a:gd name="T0" fmla="*/ 17 w 2296"/>
                  <a:gd name="T1" fmla="*/ 0 h 870"/>
                  <a:gd name="T2" fmla="*/ 0 w 2296"/>
                  <a:gd name="T3" fmla="*/ 404 h 870"/>
                  <a:gd name="T4" fmla="*/ 165 w 2296"/>
                  <a:gd name="T5" fmla="*/ 570 h 870"/>
                  <a:gd name="T6" fmla="*/ 180 w 2296"/>
                  <a:gd name="T7" fmla="*/ 420 h 870"/>
                  <a:gd name="T8" fmla="*/ 645 w 2296"/>
                  <a:gd name="T9" fmla="*/ 870 h 870"/>
                  <a:gd name="T10" fmla="*/ 2281 w 2296"/>
                  <a:gd name="T11" fmla="*/ 870 h 870"/>
                  <a:gd name="T12" fmla="*/ 2296 w 2296"/>
                  <a:gd name="T13" fmla="*/ 645 h 870"/>
                  <a:gd name="T14" fmla="*/ 1665 w 2296"/>
                  <a:gd name="T15" fmla="*/ 0 h 870"/>
                  <a:gd name="T16" fmla="*/ 17 w 2296"/>
                  <a:gd name="T17" fmla="*/ 0 h 87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96"/>
                  <a:gd name="T28" fmla="*/ 0 h 870"/>
                  <a:gd name="T29" fmla="*/ 2296 w 2296"/>
                  <a:gd name="T30" fmla="*/ 870 h 87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96" h="870">
                    <a:moveTo>
                      <a:pt x="17" y="0"/>
                    </a:moveTo>
                    <a:lnTo>
                      <a:pt x="0" y="404"/>
                    </a:lnTo>
                    <a:lnTo>
                      <a:pt x="165" y="570"/>
                    </a:lnTo>
                    <a:lnTo>
                      <a:pt x="180" y="420"/>
                    </a:lnTo>
                    <a:lnTo>
                      <a:pt x="645" y="870"/>
                    </a:lnTo>
                    <a:lnTo>
                      <a:pt x="2281" y="870"/>
                    </a:lnTo>
                    <a:lnTo>
                      <a:pt x="2296" y="645"/>
                    </a:lnTo>
                    <a:lnTo>
                      <a:pt x="1665" y="0"/>
                    </a:lnTo>
                    <a:lnTo>
                      <a:pt x="1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FF"/>
                  </a:gs>
                  <a:gs pos="100000">
                    <a:srgbClr val="18477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0" name="Group 12"/>
            <p:cNvGrpSpPr/>
            <p:nvPr/>
          </p:nvGrpSpPr>
          <p:grpSpPr bwMode="auto">
            <a:xfrm>
              <a:off x="3177" y="3065"/>
              <a:ext cx="2306" cy="880"/>
              <a:chOff x="3177" y="3065"/>
              <a:chExt cx="2306" cy="880"/>
            </a:xfrm>
          </p:grpSpPr>
          <p:grpSp>
            <p:nvGrpSpPr>
              <p:cNvPr id="30" name="Group 13"/>
              <p:cNvGrpSpPr/>
              <p:nvPr/>
            </p:nvGrpSpPr>
            <p:grpSpPr bwMode="auto">
              <a:xfrm>
                <a:off x="3819" y="3703"/>
                <a:ext cx="1653" cy="223"/>
                <a:chOff x="2016" y="3312"/>
                <a:chExt cx="2496" cy="336"/>
              </a:xfrm>
            </p:grpSpPr>
            <p:sp>
              <p:nvSpPr>
                <p:cNvPr id="43" name="Line 14"/>
                <p:cNvSpPr>
                  <a:spLocks noChangeShapeType="1"/>
                </p:cNvSpPr>
                <p:nvPr/>
              </p:nvSpPr>
              <p:spPr bwMode="auto">
                <a:xfrm>
                  <a:off x="2016" y="3312"/>
                  <a:ext cx="249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4" name="Line 15"/>
                <p:cNvSpPr>
                  <a:spLocks noChangeShapeType="1"/>
                </p:cNvSpPr>
                <p:nvPr/>
              </p:nvSpPr>
              <p:spPr bwMode="auto">
                <a:xfrm>
                  <a:off x="2016" y="3312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grpSp>
            <p:nvGrpSpPr>
              <p:cNvPr id="31" name="Group 16"/>
              <p:cNvGrpSpPr/>
              <p:nvPr/>
            </p:nvGrpSpPr>
            <p:grpSpPr bwMode="auto">
              <a:xfrm>
                <a:off x="3177" y="3065"/>
                <a:ext cx="2306" cy="880"/>
                <a:chOff x="3177" y="3065"/>
                <a:chExt cx="2306" cy="880"/>
              </a:xfrm>
            </p:grpSpPr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>
                  <a:off x="3183" y="3065"/>
                  <a:ext cx="165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4" name="Line 18"/>
                <p:cNvSpPr>
                  <a:spLocks noChangeShapeType="1"/>
                </p:cNvSpPr>
                <p:nvPr/>
              </p:nvSpPr>
              <p:spPr bwMode="auto">
                <a:xfrm>
                  <a:off x="4836" y="3065"/>
                  <a:ext cx="636" cy="63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5" name="Freeform 19"/>
                <p:cNvSpPr/>
                <p:nvPr/>
              </p:nvSpPr>
              <p:spPr bwMode="auto">
                <a:xfrm>
                  <a:off x="3185" y="3068"/>
                  <a:ext cx="633" cy="632"/>
                </a:xfrm>
                <a:custGeom>
                  <a:avLst/>
                  <a:gdLst>
                    <a:gd name="T0" fmla="*/ 0 w 633"/>
                    <a:gd name="T1" fmla="*/ 0 h 632"/>
                    <a:gd name="T2" fmla="*/ 633 w 633"/>
                    <a:gd name="T3" fmla="*/ 632 h 632"/>
                    <a:gd name="T4" fmla="*/ 0 60000 65536"/>
                    <a:gd name="T5" fmla="*/ 0 60000 65536"/>
                    <a:gd name="T6" fmla="*/ 0 w 633"/>
                    <a:gd name="T7" fmla="*/ 0 h 632"/>
                    <a:gd name="T8" fmla="*/ 633 w 633"/>
                    <a:gd name="T9" fmla="*/ 632 h 63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633" h="632">
                      <a:moveTo>
                        <a:pt x="0" y="0"/>
                      </a:moveTo>
                      <a:lnTo>
                        <a:pt x="633" y="63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6" name="Freeform 20"/>
                <p:cNvSpPr/>
                <p:nvPr/>
              </p:nvSpPr>
              <p:spPr bwMode="auto">
                <a:xfrm>
                  <a:off x="5472" y="3703"/>
                  <a:ext cx="3" cy="242"/>
                </a:xfrm>
                <a:custGeom>
                  <a:avLst/>
                  <a:gdLst>
                    <a:gd name="T0" fmla="*/ 0 w 3"/>
                    <a:gd name="T1" fmla="*/ 0 h 242"/>
                    <a:gd name="T2" fmla="*/ 3 w 3"/>
                    <a:gd name="T3" fmla="*/ 242 h 242"/>
                    <a:gd name="T4" fmla="*/ 0 60000 65536"/>
                    <a:gd name="T5" fmla="*/ 0 60000 65536"/>
                    <a:gd name="T6" fmla="*/ 0 w 3"/>
                    <a:gd name="T7" fmla="*/ 0 h 242"/>
                    <a:gd name="T8" fmla="*/ 3 w 3"/>
                    <a:gd name="T9" fmla="*/ 242 h 24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3" h="242">
                      <a:moveTo>
                        <a:pt x="0" y="0"/>
                      </a:moveTo>
                      <a:lnTo>
                        <a:pt x="3" y="24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8" name="Freeform 21"/>
                <p:cNvSpPr/>
                <p:nvPr/>
              </p:nvSpPr>
              <p:spPr bwMode="auto">
                <a:xfrm>
                  <a:off x="3819" y="3919"/>
                  <a:ext cx="1664" cy="7"/>
                </a:xfrm>
                <a:custGeom>
                  <a:avLst/>
                  <a:gdLst>
                    <a:gd name="T0" fmla="*/ 0 w 1664"/>
                    <a:gd name="T1" fmla="*/ 7 h 7"/>
                    <a:gd name="T2" fmla="*/ 1664 w 1664"/>
                    <a:gd name="T3" fmla="*/ 0 h 7"/>
                    <a:gd name="T4" fmla="*/ 0 60000 65536"/>
                    <a:gd name="T5" fmla="*/ 0 60000 65536"/>
                    <a:gd name="T6" fmla="*/ 0 w 1664"/>
                    <a:gd name="T7" fmla="*/ 0 h 7"/>
                    <a:gd name="T8" fmla="*/ 1664 w 1664"/>
                    <a:gd name="T9" fmla="*/ 7 h 7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664" h="7">
                      <a:moveTo>
                        <a:pt x="0" y="7"/>
                      </a:moveTo>
                      <a:lnTo>
                        <a:pt x="1664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9" name="Freeform 22"/>
                <p:cNvSpPr/>
                <p:nvPr/>
              </p:nvSpPr>
              <p:spPr bwMode="auto">
                <a:xfrm>
                  <a:off x="3185" y="3068"/>
                  <a:ext cx="1" cy="429"/>
                </a:xfrm>
                <a:custGeom>
                  <a:avLst/>
                  <a:gdLst>
                    <a:gd name="T0" fmla="*/ 0 w 1"/>
                    <a:gd name="T1" fmla="*/ 0 h 429"/>
                    <a:gd name="T2" fmla="*/ 0 w 1"/>
                    <a:gd name="T3" fmla="*/ 429 h 429"/>
                    <a:gd name="T4" fmla="*/ 0 60000 65536"/>
                    <a:gd name="T5" fmla="*/ 0 60000 65536"/>
                    <a:gd name="T6" fmla="*/ 0 w 1"/>
                    <a:gd name="T7" fmla="*/ 0 h 429"/>
                    <a:gd name="T8" fmla="*/ 1 w 1"/>
                    <a:gd name="T9" fmla="*/ 429 h 429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429">
                      <a:moveTo>
                        <a:pt x="0" y="0"/>
                      </a:moveTo>
                      <a:lnTo>
                        <a:pt x="0" y="42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0" name="Freeform 23"/>
                <p:cNvSpPr/>
                <p:nvPr/>
              </p:nvSpPr>
              <p:spPr bwMode="auto">
                <a:xfrm>
                  <a:off x="3177" y="3474"/>
                  <a:ext cx="170" cy="172"/>
                </a:xfrm>
                <a:custGeom>
                  <a:avLst/>
                  <a:gdLst>
                    <a:gd name="T0" fmla="*/ 0 w 170"/>
                    <a:gd name="T1" fmla="*/ 0 h 172"/>
                    <a:gd name="T2" fmla="*/ 170 w 170"/>
                    <a:gd name="T3" fmla="*/ 172 h 172"/>
                    <a:gd name="T4" fmla="*/ 0 60000 65536"/>
                    <a:gd name="T5" fmla="*/ 0 60000 65536"/>
                    <a:gd name="T6" fmla="*/ 0 w 170"/>
                    <a:gd name="T7" fmla="*/ 0 h 172"/>
                    <a:gd name="T8" fmla="*/ 170 w 170"/>
                    <a:gd name="T9" fmla="*/ 172 h 172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70" h="172">
                      <a:moveTo>
                        <a:pt x="0" y="0"/>
                      </a:moveTo>
                      <a:lnTo>
                        <a:pt x="170" y="172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1" name="Freeform 24"/>
                <p:cNvSpPr/>
                <p:nvPr/>
              </p:nvSpPr>
              <p:spPr bwMode="auto">
                <a:xfrm>
                  <a:off x="3343" y="3448"/>
                  <a:ext cx="482" cy="478"/>
                </a:xfrm>
                <a:custGeom>
                  <a:avLst/>
                  <a:gdLst>
                    <a:gd name="T0" fmla="*/ 482 w 482"/>
                    <a:gd name="T1" fmla="*/ 478 h 478"/>
                    <a:gd name="T2" fmla="*/ 0 w 482"/>
                    <a:gd name="T3" fmla="*/ 0 h 478"/>
                    <a:gd name="T4" fmla="*/ 0 60000 65536"/>
                    <a:gd name="T5" fmla="*/ 0 60000 65536"/>
                    <a:gd name="T6" fmla="*/ 0 w 482"/>
                    <a:gd name="T7" fmla="*/ 0 h 478"/>
                    <a:gd name="T8" fmla="*/ 482 w 482"/>
                    <a:gd name="T9" fmla="*/ 478 h 47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82" h="478">
                      <a:moveTo>
                        <a:pt x="482" y="47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42" name="Line 25"/>
                <p:cNvSpPr>
                  <a:spLocks noChangeShapeType="1"/>
                </p:cNvSpPr>
                <p:nvPr/>
              </p:nvSpPr>
              <p:spPr bwMode="auto">
                <a:xfrm>
                  <a:off x="3342" y="3448"/>
                  <a:ext cx="0" cy="19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32" name="Line 26"/>
              <p:cNvSpPr>
                <a:spLocks noChangeShapeType="1"/>
              </p:cNvSpPr>
              <p:nvPr/>
            </p:nvSpPr>
            <p:spPr bwMode="auto">
              <a:xfrm>
                <a:off x="3342" y="3639"/>
                <a:ext cx="19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11" name="Freeform 27"/>
            <p:cNvSpPr/>
            <p:nvPr/>
          </p:nvSpPr>
          <p:spPr bwMode="auto">
            <a:xfrm>
              <a:off x="4061" y="2222"/>
              <a:ext cx="1201" cy="1275"/>
            </a:xfrm>
            <a:custGeom>
              <a:avLst/>
              <a:gdLst>
                <a:gd name="T0" fmla="*/ 0 w 1291"/>
                <a:gd name="T1" fmla="*/ 379 h 1335"/>
                <a:gd name="T2" fmla="*/ 123 w 1291"/>
                <a:gd name="T3" fmla="*/ 583 h 1335"/>
                <a:gd name="T4" fmla="*/ 352 w 1291"/>
                <a:gd name="T5" fmla="*/ 578 h 1335"/>
                <a:gd name="T6" fmla="*/ 352 w 1291"/>
                <a:gd name="T7" fmla="*/ 346 h 1335"/>
                <a:gd name="T8" fmla="*/ 342 w 1291"/>
                <a:gd name="T9" fmla="*/ 287 h 1335"/>
                <a:gd name="T10" fmla="*/ 327 w 1291"/>
                <a:gd name="T11" fmla="*/ 250 h 1335"/>
                <a:gd name="T12" fmla="*/ 306 w 1291"/>
                <a:gd name="T13" fmla="*/ 223 h 1335"/>
                <a:gd name="T14" fmla="*/ 177 w 1291"/>
                <a:gd name="T15" fmla="*/ 27 h 1335"/>
                <a:gd name="T16" fmla="*/ 139 w 1291"/>
                <a:gd name="T17" fmla="*/ 11 h 1335"/>
                <a:gd name="T18" fmla="*/ 93 w 1291"/>
                <a:gd name="T19" fmla="*/ 0 h 1335"/>
                <a:gd name="T20" fmla="*/ 45 w 1291"/>
                <a:gd name="T21" fmla="*/ 27 h 1335"/>
                <a:gd name="T22" fmla="*/ 17 w 1291"/>
                <a:gd name="T23" fmla="*/ 73 h 1335"/>
                <a:gd name="T24" fmla="*/ 0 w 1291"/>
                <a:gd name="T25" fmla="*/ 138 h 1335"/>
                <a:gd name="T26" fmla="*/ 0 w 1291"/>
                <a:gd name="T27" fmla="*/ 379 h 133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91"/>
                <a:gd name="T43" fmla="*/ 0 h 1335"/>
                <a:gd name="T44" fmla="*/ 1291 w 1291"/>
                <a:gd name="T45" fmla="*/ 1335 h 133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91" h="1335">
                  <a:moveTo>
                    <a:pt x="0" y="870"/>
                  </a:moveTo>
                  <a:lnTo>
                    <a:pt x="450" y="1335"/>
                  </a:lnTo>
                  <a:lnTo>
                    <a:pt x="1291" y="1320"/>
                  </a:lnTo>
                  <a:lnTo>
                    <a:pt x="1291" y="795"/>
                  </a:lnTo>
                  <a:lnTo>
                    <a:pt x="1261" y="660"/>
                  </a:lnTo>
                  <a:lnTo>
                    <a:pt x="1201" y="570"/>
                  </a:lnTo>
                  <a:lnTo>
                    <a:pt x="1126" y="510"/>
                  </a:lnTo>
                  <a:lnTo>
                    <a:pt x="646" y="60"/>
                  </a:lnTo>
                  <a:lnTo>
                    <a:pt x="510" y="15"/>
                  </a:lnTo>
                  <a:lnTo>
                    <a:pt x="345" y="0"/>
                  </a:lnTo>
                  <a:lnTo>
                    <a:pt x="165" y="60"/>
                  </a:lnTo>
                  <a:lnTo>
                    <a:pt x="60" y="165"/>
                  </a:lnTo>
                  <a:lnTo>
                    <a:pt x="0" y="315"/>
                  </a:lnTo>
                  <a:lnTo>
                    <a:pt x="0" y="87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" name="Oval 28"/>
            <p:cNvSpPr>
              <a:spLocks noChangeArrowheads="1"/>
            </p:cNvSpPr>
            <p:nvPr/>
          </p:nvSpPr>
          <p:spPr bwMode="auto">
            <a:xfrm>
              <a:off x="4488" y="2657"/>
              <a:ext cx="776" cy="720"/>
            </a:xfrm>
            <a:prstGeom prst="ellipse">
              <a:avLst/>
            </a:prstGeom>
            <a:solidFill>
              <a:srgbClr val="969696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3" name="Rectangle 29"/>
            <p:cNvSpPr>
              <a:spLocks noChangeArrowheads="1"/>
            </p:cNvSpPr>
            <p:nvPr/>
          </p:nvSpPr>
          <p:spPr bwMode="auto">
            <a:xfrm>
              <a:off x="4488" y="3016"/>
              <a:ext cx="776" cy="480"/>
            </a:xfrm>
            <a:prstGeom prst="rect">
              <a:avLst/>
            </a:prstGeom>
            <a:solidFill>
              <a:srgbClr val="969696"/>
            </a:solidFill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4501" y="3016"/>
              <a:ext cx="757" cy="1"/>
            </a:xfrm>
            <a:custGeom>
              <a:avLst/>
              <a:gdLst>
                <a:gd name="T0" fmla="*/ 0 w 757"/>
                <a:gd name="T1" fmla="*/ 0 h 1"/>
                <a:gd name="T2" fmla="*/ 757 w 757"/>
                <a:gd name="T3" fmla="*/ 1 h 1"/>
                <a:gd name="T4" fmla="*/ 0 60000 65536"/>
                <a:gd name="T5" fmla="*/ 0 60000 65536"/>
                <a:gd name="T6" fmla="*/ 0 w 757"/>
                <a:gd name="T7" fmla="*/ 0 h 1"/>
                <a:gd name="T8" fmla="*/ 757 w 75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57" h="1">
                  <a:moveTo>
                    <a:pt x="0" y="0"/>
                  </a:moveTo>
                  <a:lnTo>
                    <a:pt x="757" y="1"/>
                  </a:lnTo>
                </a:path>
              </a:pathLst>
            </a:custGeom>
            <a:solidFill>
              <a:srgbClr val="969696"/>
            </a:solidFill>
            <a:ln w="76200">
              <a:solidFill>
                <a:srgbClr val="969696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4061" y="3059"/>
              <a:ext cx="427" cy="437"/>
            </a:xfrm>
            <a:custGeom>
              <a:avLst/>
              <a:gdLst>
                <a:gd name="T0" fmla="*/ 12 w 527"/>
                <a:gd name="T1" fmla="*/ 19 h 525"/>
                <a:gd name="T2" fmla="*/ 0 w 527"/>
                <a:gd name="T3" fmla="*/ 0 h 525"/>
                <a:gd name="T4" fmla="*/ 0 60000 65536"/>
                <a:gd name="T5" fmla="*/ 0 60000 65536"/>
                <a:gd name="T6" fmla="*/ 0 w 527"/>
                <a:gd name="T7" fmla="*/ 0 h 525"/>
                <a:gd name="T8" fmla="*/ 527 w 527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7" h="525">
                  <a:moveTo>
                    <a:pt x="527" y="525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7" name="Freeform 32"/>
            <p:cNvSpPr/>
            <p:nvPr/>
          </p:nvSpPr>
          <p:spPr bwMode="auto">
            <a:xfrm>
              <a:off x="4736" y="2349"/>
              <a:ext cx="398" cy="399"/>
            </a:xfrm>
            <a:custGeom>
              <a:avLst/>
              <a:gdLst>
                <a:gd name="T0" fmla="*/ 398 w 398"/>
                <a:gd name="T1" fmla="*/ 399 h 399"/>
                <a:gd name="T2" fmla="*/ 0 w 398"/>
                <a:gd name="T3" fmla="*/ 0 h 399"/>
                <a:gd name="T4" fmla="*/ 0 60000 65536"/>
                <a:gd name="T5" fmla="*/ 0 60000 65536"/>
                <a:gd name="T6" fmla="*/ 0 w 398"/>
                <a:gd name="T7" fmla="*/ 0 h 399"/>
                <a:gd name="T8" fmla="*/ 398 w 398"/>
                <a:gd name="T9" fmla="*/ 399 h 3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8" h="399">
                  <a:moveTo>
                    <a:pt x="398" y="399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8" name="Freeform 33"/>
            <p:cNvSpPr/>
            <p:nvPr/>
          </p:nvSpPr>
          <p:spPr bwMode="auto">
            <a:xfrm>
              <a:off x="4061" y="2530"/>
              <a:ext cx="1" cy="541"/>
            </a:xfrm>
            <a:custGeom>
              <a:avLst/>
              <a:gdLst>
                <a:gd name="T0" fmla="*/ 0 w 1"/>
                <a:gd name="T1" fmla="*/ 24 h 650"/>
                <a:gd name="T2" fmla="*/ 0 w 1"/>
                <a:gd name="T3" fmla="*/ 0 h 650"/>
                <a:gd name="T4" fmla="*/ 0 60000 65536"/>
                <a:gd name="T5" fmla="*/ 0 60000 65536"/>
                <a:gd name="T6" fmla="*/ 0 w 1"/>
                <a:gd name="T7" fmla="*/ 0 h 650"/>
                <a:gd name="T8" fmla="*/ 1 w 1"/>
                <a:gd name="T9" fmla="*/ 650 h 6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50">
                  <a:moveTo>
                    <a:pt x="0" y="650"/>
                  </a:moveTo>
                  <a:lnTo>
                    <a:pt x="0" y="0"/>
                  </a:ln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" name="Freeform 34"/>
            <p:cNvSpPr/>
            <p:nvPr/>
          </p:nvSpPr>
          <p:spPr bwMode="auto">
            <a:xfrm>
              <a:off x="4061" y="2188"/>
              <a:ext cx="688" cy="363"/>
            </a:xfrm>
            <a:custGeom>
              <a:avLst/>
              <a:gdLst>
                <a:gd name="T0" fmla="*/ 0 w 688"/>
                <a:gd name="T1" fmla="*/ 363 h 363"/>
                <a:gd name="T2" fmla="*/ 4 w 688"/>
                <a:gd name="T3" fmla="*/ 292 h 363"/>
                <a:gd name="T4" fmla="*/ 26 w 688"/>
                <a:gd name="T5" fmla="*/ 219 h 363"/>
                <a:gd name="T6" fmla="*/ 65 w 688"/>
                <a:gd name="T7" fmla="*/ 161 h 363"/>
                <a:gd name="T8" fmla="*/ 128 w 688"/>
                <a:gd name="T9" fmla="*/ 89 h 363"/>
                <a:gd name="T10" fmla="*/ 215 w 688"/>
                <a:gd name="T11" fmla="*/ 38 h 363"/>
                <a:gd name="T12" fmla="*/ 280 w 688"/>
                <a:gd name="T13" fmla="*/ 16 h 363"/>
                <a:gd name="T14" fmla="*/ 382 w 688"/>
                <a:gd name="T15" fmla="*/ 1 h 363"/>
                <a:gd name="T16" fmla="*/ 491 w 688"/>
                <a:gd name="T17" fmla="*/ 23 h 363"/>
                <a:gd name="T18" fmla="*/ 564 w 688"/>
                <a:gd name="T19" fmla="*/ 67 h 363"/>
                <a:gd name="T20" fmla="*/ 637 w 688"/>
                <a:gd name="T21" fmla="*/ 123 h 363"/>
                <a:gd name="T22" fmla="*/ 688 w 688"/>
                <a:gd name="T23" fmla="*/ 174 h 3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88"/>
                <a:gd name="T37" fmla="*/ 0 h 363"/>
                <a:gd name="T38" fmla="*/ 688 w 688"/>
                <a:gd name="T39" fmla="*/ 363 h 36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88" h="363">
                  <a:moveTo>
                    <a:pt x="0" y="363"/>
                  </a:moveTo>
                  <a:cubicBezTo>
                    <a:pt x="1" y="351"/>
                    <a:pt x="0" y="316"/>
                    <a:pt x="4" y="292"/>
                  </a:cubicBezTo>
                  <a:cubicBezTo>
                    <a:pt x="8" y="268"/>
                    <a:pt x="16" y="241"/>
                    <a:pt x="26" y="219"/>
                  </a:cubicBezTo>
                  <a:cubicBezTo>
                    <a:pt x="36" y="197"/>
                    <a:pt x="48" y="183"/>
                    <a:pt x="65" y="161"/>
                  </a:cubicBezTo>
                  <a:cubicBezTo>
                    <a:pt x="82" y="139"/>
                    <a:pt x="103" y="110"/>
                    <a:pt x="128" y="89"/>
                  </a:cubicBezTo>
                  <a:cubicBezTo>
                    <a:pt x="153" y="68"/>
                    <a:pt x="190" y="50"/>
                    <a:pt x="215" y="38"/>
                  </a:cubicBezTo>
                  <a:cubicBezTo>
                    <a:pt x="240" y="26"/>
                    <a:pt x="252" y="22"/>
                    <a:pt x="280" y="16"/>
                  </a:cubicBezTo>
                  <a:cubicBezTo>
                    <a:pt x="308" y="10"/>
                    <a:pt x="347" y="0"/>
                    <a:pt x="382" y="1"/>
                  </a:cubicBezTo>
                  <a:cubicBezTo>
                    <a:pt x="417" y="2"/>
                    <a:pt x="461" y="12"/>
                    <a:pt x="491" y="23"/>
                  </a:cubicBezTo>
                  <a:cubicBezTo>
                    <a:pt x="521" y="34"/>
                    <a:pt x="540" y="50"/>
                    <a:pt x="564" y="67"/>
                  </a:cubicBezTo>
                  <a:cubicBezTo>
                    <a:pt x="588" y="84"/>
                    <a:pt x="616" y="105"/>
                    <a:pt x="637" y="123"/>
                  </a:cubicBezTo>
                  <a:cubicBezTo>
                    <a:pt x="658" y="141"/>
                    <a:pt x="678" y="164"/>
                    <a:pt x="688" y="174"/>
                  </a:cubicBezTo>
                </a:path>
              </a:pathLst>
            </a:custGeom>
            <a:solidFill>
              <a:srgbClr val="969696"/>
            </a:soli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0" name="Oval 35"/>
            <p:cNvSpPr>
              <a:spLocks noChangeArrowheads="1"/>
            </p:cNvSpPr>
            <p:nvPr/>
          </p:nvSpPr>
          <p:spPr bwMode="auto">
            <a:xfrm>
              <a:off x="4696" y="2817"/>
              <a:ext cx="388" cy="360"/>
            </a:xfrm>
            <a:prstGeom prst="ellipse">
              <a:avLst/>
            </a:prstGeom>
            <a:gradFill rotWithShape="0">
              <a:gsLst>
                <a:gs pos="0">
                  <a:srgbClr val="454545"/>
                </a:gs>
                <a:gs pos="50000">
                  <a:srgbClr val="969696"/>
                </a:gs>
                <a:gs pos="100000">
                  <a:srgbClr val="454545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1" name="Freeform 36"/>
            <p:cNvSpPr/>
            <p:nvPr/>
          </p:nvSpPr>
          <p:spPr bwMode="auto">
            <a:xfrm>
              <a:off x="3179" y="2677"/>
              <a:ext cx="1084" cy="580"/>
            </a:xfrm>
            <a:custGeom>
              <a:avLst/>
              <a:gdLst>
                <a:gd name="T0" fmla="*/ 0 w 1084"/>
                <a:gd name="T1" fmla="*/ 163 h 580"/>
                <a:gd name="T2" fmla="*/ 9 w 1084"/>
                <a:gd name="T3" fmla="*/ 412 h 580"/>
                <a:gd name="T4" fmla="*/ 181 w 1084"/>
                <a:gd name="T5" fmla="*/ 580 h 580"/>
                <a:gd name="T6" fmla="*/ 1075 w 1084"/>
                <a:gd name="T7" fmla="*/ 575 h 580"/>
                <a:gd name="T8" fmla="*/ 1084 w 1084"/>
                <a:gd name="T9" fmla="*/ 211 h 580"/>
                <a:gd name="T10" fmla="*/ 883 w 1084"/>
                <a:gd name="T11" fmla="*/ 0 h 580"/>
                <a:gd name="T12" fmla="*/ 0 w 1084"/>
                <a:gd name="T13" fmla="*/ 163 h 5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84"/>
                <a:gd name="T22" fmla="*/ 0 h 580"/>
                <a:gd name="T23" fmla="*/ 1084 w 1084"/>
                <a:gd name="T24" fmla="*/ 580 h 5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84" h="580">
                  <a:moveTo>
                    <a:pt x="0" y="163"/>
                  </a:moveTo>
                  <a:lnTo>
                    <a:pt x="9" y="412"/>
                  </a:lnTo>
                  <a:lnTo>
                    <a:pt x="181" y="580"/>
                  </a:lnTo>
                  <a:lnTo>
                    <a:pt x="1075" y="575"/>
                  </a:lnTo>
                  <a:lnTo>
                    <a:pt x="1084" y="211"/>
                  </a:lnTo>
                  <a:lnTo>
                    <a:pt x="883" y="0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2" name="Freeform 37"/>
            <p:cNvSpPr/>
            <p:nvPr/>
          </p:nvSpPr>
          <p:spPr bwMode="auto">
            <a:xfrm>
              <a:off x="3358" y="3240"/>
              <a:ext cx="896" cy="6"/>
            </a:xfrm>
            <a:custGeom>
              <a:avLst/>
              <a:gdLst>
                <a:gd name="T0" fmla="*/ 0 w 896"/>
                <a:gd name="T1" fmla="*/ 6 h 6"/>
                <a:gd name="T2" fmla="*/ 896 w 896"/>
                <a:gd name="T3" fmla="*/ 0 h 6"/>
                <a:gd name="T4" fmla="*/ 0 60000 65536"/>
                <a:gd name="T5" fmla="*/ 0 60000 65536"/>
                <a:gd name="T6" fmla="*/ 0 w 896"/>
                <a:gd name="T7" fmla="*/ 0 h 6"/>
                <a:gd name="T8" fmla="*/ 896 w 896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6" h="6">
                  <a:moveTo>
                    <a:pt x="0" y="6"/>
                  </a:moveTo>
                  <a:lnTo>
                    <a:pt x="896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3" name="Freeform 38"/>
            <p:cNvSpPr/>
            <p:nvPr/>
          </p:nvSpPr>
          <p:spPr bwMode="auto">
            <a:xfrm>
              <a:off x="4254" y="2907"/>
              <a:ext cx="1" cy="355"/>
            </a:xfrm>
            <a:custGeom>
              <a:avLst/>
              <a:gdLst>
                <a:gd name="T0" fmla="*/ 0 w 1"/>
                <a:gd name="T1" fmla="*/ 355 h 355"/>
                <a:gd name="T2" fmla="*/ 0 w 1"/>
                <a:gd name="T3" fmla="*/ 0 h 355"/>
                <a:gd name="T4" fmla="*/ 0 60000 65536"/>
                <a:gd name="T5" fmla="*/ 0 60000 65536"/>
                <a:gd name="T6" fmla="*/ 0 w 1"/>
                <a:gd name="T7" fmla="*/ 0 h 355"/>
                <a:gd name="T8" fmla="*/ 1 w 1"/>
                <a:gd name="T9" fmla="*/ 355 h 3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55">
                  <a:moveTo>
                    <a:pt x="0" y="355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4" name="Freeform 39"/>
            <p:cNvSpPr/>
            <p:nvPr/>
          </p:nvSpPr>
          <p:spPr bwMode="auto">
            <a:xfrm>
              <a:off x="3365" y="3020"/>
              <a:ext cx="1" cy="230"/>
            </a:xfrm>
            <a:custGeom>
              <a:avLst/>
              <a:gdLst>
                <a:gd name="T0" fmla="*/ 1 w 1"/>
                <a:gd name="T1" fmla="*/ 230 h 230"/>
                <a:gd name="T2" fmla="*/ 0 w 1"/>
                <a:gd name="T3" fmla="*/ 0 h 230"/>
                <a:gd name="T4" fmla="*/ 0 60000 65536"/>
                <a:gd name="T5" fmla="*/ 0 60000 65536"/>
                <a:gd name="T6" fmla="*/ 0 w 1"/>
                <a:gd name="T7" fmla="*/ 0 h 230"/>
                <a:gd name="T8" fmla="*/ 1 w 1"/>
                <a:gd name="T9" fmla="*/ 230 h 2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30">
                  <a:moveTo>
                    <a:pt x="1" y="230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Freeform 40"/>
            <p:cNvSpPr/>
            <p:nvPr/>
          </p:nvSpPr>
          <p:spPr bwMode="auto">
            <a:xfrm>
              <a:off x="3351" y="2895"/>
              <a:ext cx="903" cy="134"/>
            </a:xfrm>
            <a:custGeom>
              <a:avLst/>
              <a:gdLst>
                <a:gd name="T0" fmla="*/ 0 w 903"/>
                <a:gd name="T1" fmla="*/ 134 h 134"/>
                <a:gd name="T2" fmla="*/ 903 w 903"/>
                <a:gd name="T3" fmla="*/ 0 h 134"/>
                <a:gd name="T4" fmla="*/ 0 60000 65536"/>
                <a:gd name="T5" fmla="*/ 0 60000 65536"/>
                <a:gd name="T6" fmla="*/ 0 w 903"/>
                <a:gd name="T7" fmla="*/ 0 h 134"/>
                <a:gd name="T8" fmla="*/ 903 w 903"/>
                <a:gd name="T9" fmla="*/ 134 h 1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3" h="134">
                  <a:moveTo>
                    <a:pt x="0" y="134"/>
                  </a:moveTo>
                  <a:lnTo>
                    <a:pt x="903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6" name="Freeform 41"/>
            <p:cNvSpPr/>
            <p:nvPr/>
          </p:nvSpPr>
          <p:spPr bwMode="auto">
            <a:xfrm>
              <a:off x="3188" y="2856"/>
              <a:ext cx="173" cy="173"/>
            </a:xfrm>
            <a:custGeom>
              <a:avLst/>
              <a:gdLst>
                <a:gd name="T0" fmla="*/ 173 w 173"/>
                <a:gd name="T1" fmla="*/ 173 h 173"/>
                <a:gd name="T2" fmla="*/ 0 w 173"/>
                <a:gd name="T3" fmla="*/ 0 h 173"/>
                <a:gd name="T4" fmla="*/ 0 60000 65536"/>
                <a:gd name="T5" fmla="*/ 0 60000 65536"/>
                <a:gd name="T6" fmla="*/ 0 w 173"/>
                <a:gd name="T7" fmla="*/ 0 h 173"/>
                <a:gd name="T8" fmla="*/ 173 w 173"/>
                <a:gd name="T9" fmla="*/ 173 h 17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3" h="173">
                  <a:moveTo>
                    <a:pt x="173" y="173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7" name="Freeform 42"/>
            <p:cNvSpPr/>
            <p:nvPr/>
          </p:nvSpPr>
          <p:spPr bwMode="auto">
            <a:xfrm>
              <a:off x="4071" y="2684"/>
              <a:ext cx="183" cy="220"/>
            </a:xfrm>
            <a:custGeom>
              <a:avLst/>
              <a:gdLst>
                <a:gd name="T0" fmla="*/ 183 w 183"/>
                <a:gd name="T1" fmla="*/ 220 h 220"/>
                <a:gd name="T2" fmla="*/ 0 w 183"/>
                <a:gd name="T3" fmla="*/ 0 h 220"/>
                <a:gd name="T4" fmla="*/ 0 60000 65536"/>
                <a:gd name="T5" fmla="*/ 0 60000 65536"/>
                <a:gd name="T6" fmla="*/ 0 w 183"/>
                <a:gd name="T7" fmla="*/ 0 h 220"/>
                <a:gd name="T8" fmla="*/ 183 w 183"/>
                <a:gd name="T9" fmla="*/ 220 h 22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" h="220">
                  <a:moveTo>
                    <a:pt x="183" y="220"/>
                  </a:move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8" name="Freeform 43"/>
            <p:cNvSpPr/>
            <p:nvPr/>
          </p:nvSpPr>
          <p:spPr bwMode="auto">
            <a:xfrm>
              <a:off x="3179" y="2684"/>
              <a:ext cx="902" cy="163"/>
            </a:xfrm>
            <a:custGeom>
              <a:avLst/>
              <a:gdLst>
                <a:gd name="T0" fmla="*/ 0 w 902"/>
                <a:gd name="T1" fmla="*/ 163 h 163"/>
                <a:gd name="T2" fmla="*/ 902 w 902"/>
                <a:gd name="T3" fmla="*/ 0 h 163"/>
                <a:gd name="T4" fmla="*/ 0 60000 65536"/>
                <a:gd name="T5" fmla="*/ 0 60000 65536"/>
                <a:gd name="T6" fmla="*/ 0 w 902"/>
                <a:gd name="T7" fmla="*/ 0 h 163"/>
                <a:gd name="T8" fmla="*/ 902 w 902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2" h="163">
                  <a:moveTo>
                    <a:pt x="0" y="163"/>
                  </a:moveTo>
                  <a:lnTo>
                    <a:pt x="902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Freeform 44"/>
            <p:cNvSpPr/>
            <p:nvPr/>
          </p:nvSpPr>
          <p:spPr bwMode="auto">
            <a:xfrm>
              <a:off x="3185" y="2840"/>
              <a:ext cx="3" cy="264"/>
            </a:xfrm>
            <a:custGeom>
              <a:avLst/>
              <a:gdLst>
                <a:gd name="T0" fmla="*/ 0 w 3"/>
                <a:gd name="T1" fmla="*/ 264 h 264"/>
                <a:gd name="T2" fmla="*/ 3 w 3"/>
                <a:gd name="T3" fmla="*/ 0 h 264"/>
                <a:gd name="T4" fmla="*/ 0 60000 65536"/>
                <a:gd name="T5" fmla="*/ 0 60000 65536"/>
                <a:gd name="T6" fmla="*/ 0 w 3"/>
                <a:gd name="T7" fmla="*/ 0 h 264"/>
                <a:gd name="T8" fmla="*/ 3 w 3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64">
                  <a:moveTo>
                    <a:pt x="0" y="264"/>
                  </a:moveTo>
                  <a:lnTo>
                    <a:pt x="3" y="0"/>
                  </a:lnTo>
                </a:path>
              </a:pathLst>
            </a:custGeom>
            <a:gradFill rotWithShape="0">
              <a:gsLst>
                <a:gs pos="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381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47" name="AutoShape 45"/>
          <p:cNvSpPr>
            <a:spLocks noChangeArrowheads="1"/>
          </p:cNvSpPr>
          <p:nvPr/>
        </p:nvSpPr>
        <p:spPr bwMode="auto">
          <a:xfrm>
            <a:off x="8602749" y="5721186"/>
            <a:ext cx="1502256" cy="503299"/>
          </a:xfrm>
          <a:prstGeom prst="rect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非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</a:rPr>
              <a:t>对称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  <a:endParaRPr kumimoji="1" lang="zh-CN" altLang="en-US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50" name="AutoShape 48"/>
          <p:cNvSpPr>
            <a:spLocks noChangeArrowheads="1"/>
          </p:cNvSpPr>
          <p:nvPr/>
        </p:nvSpPr>
        <p:spPr bwMode="auto">
          <a:xfrm>
            <a:off x="8240146" y="3165890"/>
            <a:ext cx="2227462" cy="368013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latin typeface="+mn-ea"/>
                <a:ea typeface="+mn-ea"/>
                <a:sym typeface="Symbol" panose="05050102010706020507" pitchFamily="18" charset="2"/>
              </a:rPr>
              <a:t>非共面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  <a:endParaRPr kumimoji="1" lang="zh-CN" altLang="en-US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grpSp>
        <p:nvGrpSpPr>
          <p:cNvPr id="51" name="Group 49"/>
          <p:cNvGrpSpPr/>
          <p:nvPr/>
        </p:nvGrpSpPr>
        <p:grpSpPr bwMode="auto">
          <a:xfrm>
            <a:off x="7584609" y="1283670"/>
            <a:ext cx="3538537" cy="1784350"/>
            <a:chOff x="3111" y="2769"/>
            <a:chExt cx="2229" cy="1124"/>
          </a:xfrm>
        </p:grpSpPr>
        <p:grpSp>
          <p:nvGrpSpPr>
            <p:cNvPr id="52" name="Group 50"/>
            <p:cNvGrpSpPr/>
            <p:nvPr/>
          </p:nvGrpSpPr>
          <p:grpSpPr bwMode="auto">
            <a:xfrm>
              <a:off x="3111" y="2860"/>
              <a:ext cx="1048" cy="1033"/>
              <a:chOff x="3254" y="2692"/>
              <a:chExt cx="1048" cy="1033"/>
            </a:xfrm>
          </p:grpSpPr>
          <p:grpSp>
            <p:nvGrpSpPr>
              <p:cNvPr id="81" name="Group 51"/>
              <p:cNvGrpSpPr/>
              <p:nvPr/>
            </p:nvGrpSpPr>
            <p:grpSpPr bwMode="auto">
              <a:xfrm>
                <a:off x="3254" y="3149"/>
                <a:ext cx="1048" cy="576"/>
                <a:chOff x="3254" y="3149"/>
                <a:chExt cx="1048" cy="576"/>
              </a:xfrm>
            </p:grpSpPr>
            <p:sp>
              <p:nvSpPr>
                <p:cNvPr id="96" name="Freeform 52"/>
                <p:cNvSpPr/>
                <p:nvPr/>
              </p:nvSpPr>
              <p:spPr bwMode="auto">
                <a:xfrm>
                  <a:off x="3264" y="3158"/>
                  <a:ext cx="1037" cy="567"/>
                </a:xfrm>
                <a:custGeom>
                  <a:avLst/>
                  <a:gdLst>
                    <a:gd name="T0" fmla="*/ 0 w 1037"/>
                    <a:gd name="T1" fmla="*/ 202 h 567"/>
                    <a:gd name="T2" fmla="*/ 0 w 1037"/>
                    <a:gd name="T3" fmla="*/ 413 h 567"/>
                    <a:gd name="T4" fmla="*/ 442 w 1037"/>
                    <a:gd name="T5" fmla="*/ 567 h 567"/>
                    <a:gd name="T6" fmla="*/ 1037 w 1037"/>
                    <a:gd name="T7" fmla="*/ 375 h 567"/>
                    <a:gd name="T8" fmla="*/ 1037 w 1037"/>
                    <a:gd name="T9" fmla="*/ 154 h 567"/>
                    <a:gd name="T10" fmla="*/ 614 w 1037"/>
                    <a:gd name="T11" fmla="*/ 0 h 567"/>
                    <a:gd name="T12" fmla="*/ 0 w 1037"/>
                    <a:gd name="T13" fmla="*/ 202 h 5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7"/>
                    <a:gd name="T22" fmla="*/ 0 h 567"/>
                    <a:gd name="T23" fmla="*/ 1037 w 1037"/>
                    <a:gd name="T24" fmla="*/ 567 h 5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7" h="567">
                      <a:moveTo>
                        <a:pt x="0" y="202"/>
                      </a:moveTo>
                      <a:lnTo>
                        <a:pt x="0" y="413"/>
                      </a:lnTo>
                      <a:lnTo>
                        <a:pt x="442" y="567"/>
                      </a:lnTo>
                      <a:lnTo>
                        <a:pt x="1037" y="375"/>
                      </a:lnTo>
                      <a:lnTo>
                        <a:pt x="1037" y="154"/>
                      </a:lnTo>
                      <a:lnTo>
                        <a:pt x="614" y="0"/>
                      </a:lnTo>
                      <a:lnTo>
                        <a:pt x="0" y="2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2F"/>
                    </a:gs>
                    <a:gs pos="100000">
                      <a:srgbClr val="00CC66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grpSp>
              <p:nvGrpSpPr>
                <p:cNvPr id="97" name="Group 53"/>
                <p:cNvGrpSpPr/>
                <p:nvPr/>
              </p:nvGrpSpPr>
              <p:grpSpPr bwMode="auto">
                <a:xfrm>
                  <a:off x="3254" y="3149"/>
                  <a:ext cx="1048" cy="576"/>
                  <a:chOff x="3254" y="3149"/>
                  <a:chExt cx="1048" cy="576"/>
                </a:xfrm>
              </p:grpSpPr>
              <p:sp>
                <p:nvSpPr>
                  <p:cNvPr id="98" name="Line 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4" y="3158"/>
                    <a:ext cx="595" cy="2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sp>
                <p:nvSpPr>
                  <p:cNvPr id="99" name="Line 5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840" y="3149"/>
                    <a:ext cx="452" cy="16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grpSp>
                <p:nvGrpSpPr>
                  <p:cNvPr id="100" name="Group 56"/>
                  <p:cNvGrpSpPr/>
                  <p:nvPr/>
                </p:nvGrpSpPr>
                <p:grpSpPr bwMode="auto">
                  <a:xfrm>
                    <a:off x="3254" y="3312"/>
                    <a:ext cx="1048" cy="413"/>
                    <a:chOff x="3254" y="3312"/>
                    <a:chExt cx="1048" cy="413"/>
                  </a:xfrm>
                </p:grpSpPr>
                <p:sp>
                  <p:nvSpPr>
                    <p:cNvPr id="101" name="Line 5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06" y="3312"/>
                      <a:ext cx="595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2" name="Line 5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254" y="3360"/>
                      <a:ext cx="452" cy="16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3" name="Line 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360"/>
                      <a:ext cx="0" cy="22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4" name="Line 6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572"/>
                      <a:ext cx="442" cy="15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5" name="Line 6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06" y="3523"/>
                      <a:ext cx="0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6" name="Freeform 62"/>
                    <p:cNvSpPr/>
                    <p:nvPr/>
                  </p:nvSpPr>
                  <p:spPr bwMode="auto">
                    <a:xfrm>
                      <a:off x="4301" y="3312"/>
                      <a:ext cx="1" cy="221"/>
                    </a:xfrm>
                    <a:custGeom>
                      <a:avLst/>
                      <a:gdLst>
                        <a:gd name="T0" fmla="*/ 0 w 1"/>
                        <a:gd name="T1" fmla="*/ 0 h 221"/>
                        <a:gd name="T2" fmla="*/ 0 w 1"/>
                        <a:gd name="T3" fmla="*/ 221 h 221"/>
                        <a:gd name="T4" fmla="*/ 0 60000 65536"/>
                        <a:gd name="T5" fmla="*/ 0 60000 65536"/>
                        <a:gd name="T6" fmla="*/ 0 w 1"/>
                        <a:gd name="T7" fmla="*/ 0 h 221"/>
                        <a:gd name="T8" fmla="*/ 1 w 1"/>
                        <a:gd name="T9" fmla="*/ 221 h 221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1" h="221">
                          <a:moveTo>
                            <a:pt x="0" y="0"/>
                          </a:moveTo>
                          <a:lnTo>
                            <a:pt x="0" y="221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107" name="Freeform 63"/>
                    <p:cNvSpPr/>
                    <p:nvPr/>
                  </p:nvSpPr>
                  <p:spPr bwMode="auto">
                    <a:xfrm>
                      <a:off x="3706" y="3523"/>
                      <a:ext cx="595" cy="202"/>
                    </a:xfrm>
                    <a:custGeom>
                      <a:avLst/>
                      <a:gdLst>
                        <a:gd name="T0" fmla="*/ 595 w 595"/>
                        <a:gd name="T1" fmla="*/ 0 h 202"/>
                        <a:gd name="T2" fmla="*/ 0 w 595"/>
                        <a:gd name="T3" fmla="*/ 202 h 202"/>
                        <a:gd name="T4" fmla="*/ 0 60000 65536"/>
                        <a:gd name="T5" fmla="*/ 0 60000 65536"/>
                        <a:gd name="T6" fmla="*/ 0 w 595"/>
                        <a:gd name="T7" fmla="*/ 0 h 202"/>
                        <a:gd name="T8" fmla="*/ 595 w 595"/>
                        <a:gd name="T9" fmla="*/ 202 h 202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595" h="202">
                          <a:moveTo>
                            <a:pt x="595" y="0"/>
                          </a:moveTo>
                          <a:lnTo>
                            <a:pt x="0" y="202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82" name="Group 64"/>
              <p:cNvGrpSpPr/>
              <p:nvPr/>
            </p:nvGrpSpPr>
            <p:grpSpPr bwMode="auto">
              <a:xfrm>
                <a:off x="3523" y="2692"/>
                <a:ext cx="544" cy="745"/>
                <a:chOff x="3104" y="2424"/>
                <a:chExt cx="544" cy="745"/>
              </a:xfrm>
            </p:grpSpPr>
            <p:sp>
              <p:nvSpPr>
                <p:cNvPr id="83" name="Freeform 65"/>
                <p:cNvSpPr/>
                <p:nvPr/>
              </p:nvSpPr>
              <p:spPr bwMode="auto">
                <a:xfrm>
                  <a:off x="3106" y="2424"/>
                  <a:ext cx="542" cy="730"/>
                </a:xfrm>
                <a:custGeom>
                  <a:avLst/>
                  <a:gdLst>
                    <a:gd name="T0" fmla="*/ 0 w 542"/>
                    <a:gd name="T1" fmla="*/ 682 h 730"/>
                    <a:gd name="T2" fmla="*/ 153 w 542"/>
                    <a:gd name="T3" fmla="*/ 730 h 730"/>
                    <a:gd name="T4" fmla="*/ 537 w 542"/>
                    <a:gd name="T5" fmla="*/ 600 h 730"/>
                    <a:gd name="T6" fmla="*/ 542 w 542"/>
                    <a:gd name="T7" fmla="*/ 221 h 730"/>
                    <a:gd name="T8" fmla="*/ 523 w 542"/>
                    <a:gd name="T9" fmla="*/ 149 h 730"/>
                    <a:gd name="T10" fmla="*/ 499 w 542"/>
                    <a:gd name="T11" fmla="*/ 110 h 730"/>
                    <a:gd name="T12" fmla="*/ 465 w 542"/>
                    <a:gd name="T13" fmla="*/ 67 h 730"/>
                    <a:gd name="T14" fmla="*/ 422 w 542"/>
                    <a:gd name="T15" fmla="*/ 62 h 730"/>
                    <a:gd name="T16" fmla="*/ 273 w 542"/>
                    <a:gd name="T17" fmla="*/ 0 h 730"/>
                    <a:gd name="T18" fmla="*/ 230 w 542"/>
                    <a:gd name="T19" fmla="*/ 5 h 730"/>
                    <a:gd name="T20" fmla="*/ 134 w 542"/>
                    <a:gd name="T21" fmla="*/ 43 h 730"/>
                    <a:gd name="T22" fmla="*/ 81 w 542"/>
                    <a:gd name="T23" fmla="*/ 86 h 730"/>
                    <a:gd name="T24" fmla="*/ 33 w 542"/>
                    <a:gd name="T25" fmla="*/ 154 h 730"/>
                    <a:gd name="T26" fmla="*/ 4 w 542"/>
                    <a:gd name="T27" fmla="*/ 230 h 730"/>
                    <a:gd name="T28" fmla="*/ 0 w 542"/>
                    <a:gd name="T29" fmla="*/ 278 h 730"/>
                    <a:gd name="T30" fmla="*/ 0 w 542"/>
                    <a:gd name="T31" fmla="*/ 682 h 7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542"/>
                    <a:gd name="T49" fmla="*/ 0 h 730"/>
                    <a:gd name="T50" fmla="*/ 542 w 542"/>
                    <a:gd name="T51" fmla="*/ 730 h 73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542" h="730">
                      <a:moveTo>
                        <a:pt x="0" y="682"/>
                      </a:moveTo>
                      <a:lnTo>
                        <a:pt x="153" y="730"/>
                      </a:lnTo>
                      <a:lnTo>
                        <a:pt x="537" y="600"/>
                      </a:lnTo>
                      <a:lnTo>
                        <a:pt x="542" y="221"/>
                      </a:lnTo>
                      <a:lnTo>
                        <a:pt x="523" y="149"/>
                      </a:lnTo>
                      <a:lnTo>
                        <a:pt x="499" y="110"/>
                      </a:lnTo>
                      <a:lnTo>
                        <a:pt x="465" y="67"/>
                      </a:lnTo>
                      <a:lnTo>
                        <a:pt x="422" y="62"/>
                      </a:lnTo>
                      <a:lnTo>
                        <a:pt x="273" y="0"/>
                      </a:lnTo>
                      <a:lnTo>
                        <a:pt x="230" y="5"/>
                      </a:lnTo>
                      <a:lnTo>
                        <a:pt x="134" y="43"/>
                      </a:lnTo>
                      <a:lnTo>
                        <a:pt x="81" y="86"/>
                      </a:lnTo>
                      <a:lnTo>
                        <a:pt x="33" y="154"/>
                      </a:lnTo>
                      <a:lnTo>
                        <a:pt x="4" y="230"/>
                      </a:lnTo>
                      <a:lnTo>
                        <a:pt x="0" y="278"/>
                      </a:lnTo>
                      <a:lnTo>
                        <a:pt x="0" y="6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100000">
                      <a:srgbClr val="FFCC99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4" name="Line 66"/>
                <p:cNvSpPr>
                  <a:spLocks noChangeShapeType="1"/>
                </p:cNvSpPr>
                <p:nvPr/>
              </p:nvSpPr>
              <p:spPr bwMode="auto">
                <a:xfrm>
                  <a:off x="3104" y="3100"/>
                  <a:ext cx="153" cy="5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5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3257" y="3023"/>
                  <a:ext cx="384" cy="13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6" name="Line 68"/>
                <p:cNvSpPr>
                  <a:spLocks noChangeShapeType="1"/>
                </p:cNvSpPr>
                <p:nvPr/>
              </p:nvSpPr>
              <p:spPr bwMode="auto">
                <a:xfrm flipH="1" flipV="1">
                  <a:off x="3257" y="2786"/>
                  <a:ext cx="1" cy="3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7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3641" y="2639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8" name="Line 70"/>
                <p:cNvSpPr>
                  <a:spLocks noChangeShapeType="1"/>
                </p:cNvSpPr>
                <p:nvPr/>
              </p:nvSpPr>
              <p:spPr bwMode="auto">
                <a:xfrm flipV="1">
                  <a:off x="3110" y="2735"/>
                  <a:ext cx="0" cy="37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89" name="Freeform 71"/>
                <p:cNvSpPr/>
                <p:nvPr/>
              </p:nvSpPr>
              <p:spPr bwMode="auto">
                <a:xfrm>
                  <a:off x="3259" y="2486"/>
                  <a:ext cx="384" cy="307"/>
                </a:xfrm>
                <a:custGeom>
                  <a:avLst/>
                  <a:gdLst>
                    <a:gd name="T0" fmla="*/ 384 w 384"/>
                    <a:gd name="T1" fmla="*/ 177 h 307"/>
                    <a:gd name="T2" fmla="*/ 379 w 384"/>
                    <a:gd name="T3" fmla="*/ 129 h 307"/>
                    <a:gd name="T4" fmla="*/ 369 w 384"/>
                    <a:gd name="T5" fmla="*/ 96 h 307"/>
                    <a:gd name="T6" fmla="*/ 341 w 384"/>
                    <a:gd name="T7" fmla="*/ 43 h 307"/>
                    <a:gd name="T8" fmla="*/ 293 w 384"/>
                    <a:gd name="T9" fmla="*/ 6 h 307"/>
                    <a:gd name="T10" fmla="*/ 230 w 384"/>
                    <a:gd name="T11" fmla="*/ 4 h 307"/>
                    <a:gd name="T12" fmla="*/ 171 w 384"/>
                    <a:gd name="T13" fmla="*/ 12 h 307"/>
                    <a:gd name="T14" fmla="*/ 129 w 384"/>
                    <a:gd name="T15" fmla="*/ 43 h 307"/>
                    <a:gd name="T16" fmla="*/ 101 w 384"/>
                    <a:gd name="T17" fmla="*/ 72 h 307"/>
                    <a:gd name="T18" fmla="*/ 72 w 384"/>
                    <a:gd name="T19" fmla="*/ 110 h 307"/>
                    <a:gd name="T20" fmla="*/ 43 w 384"/>
                    <a:gd name="T21" fmla="*/ 148 h 307"/>
                    <a:gd name="T22" fmla="*/ 24 w 384"/>
                    <a:gd name="T23" fmla="*/ 201 h 307"/>
                    <a:gd name="T24" fmla="*/ 9 w 384"/>
                    <a:gd name="T25" fmla="*/ 254 h 307"/>
                    <a:gd name="T26" fmla="*/ 0 w 384"/>
                    <a:gd name="T27" fmla="*/ 307 h 3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4"/>
                    <a:gd name="T43" fmla="*/ 0 h 307"/>
                    <a:gd name="T44" fmla="*/ 384 w 384"/>
                    <a:gd name="T45" fmla="*/ 307 h 3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4" h="307">
                      <a:moveTo>
                        <a:pt x="384" y="177"/>
                      </a:moveTo>
                      <a:cubicBezTo>
                        <a:pt x="383" y="169"/>
                        <a:pt x="381" y="142"/>
                        <a:pt x="379" y="129"/>
                      </a:cubicBezTo>
                      <a:cubicBezTo>
                        <a:pt x="377" y="116"/>
                        <a:pt x="375" y="110"/>
                        <a:pt x="369" y="96"/>
                      </a:cubicBezTo>
                      <a:cubicBezTo>
                        <a:pt x="363" y="82"/>
                        <a:pt x="354" y="58"/>
                        <a:pt x="341" y="43"/>
                      </a:cubicBezTo>
                      <a:cubicBezTo>
                        <a:pt x="328" y="28"/>
                        <a:pt x="311" y="12"/>
                        <a:pt x="293" y="6"/>
                      </a:cubicBezTo>
                      <a:cubicBezTo>
                        <a:pt x="275" y="0"/>
                        <a:pt x="250" y="3"/>
                        <a:pt x="230" y="4"/>
                      </a:cubicBezTo>
                      <a:cubicBezTo>
                        <a:pt x="210" y="5"/>
                        <a:pt x="188" y="6"/>
                        <a:pt x="171" y="12"/>
                      </a:cubicBezTo>
                      <a:cubicBezTo>
                        <a:pt x="154" y="18"/>
                        <a:pt x="141" y="33"/>
                        <a:pt x="129" y="43"/>
                      </a:cubicBezTo>
                      <a:cubicBezTo>
                        <a:pt x="117" y="53"/>
                        <a:pt x="111" y="61"/>
                        <a:pt x="101" y="72"/>
                      </a:cubicBezTo>
                      <a:cubicBezTo>
                        <a:pt x="91" y="83"/>
                        <a:pt x="82" y="97"/>
                        <a:pt x="72" y="110"/>
                      </a:cubicBezTo>
                      <a:cubicBezTo>
                        <a:pt x="62" y="123"/>
                        <a:pt x="51" y="133"/>
                        <a:pt x="43" y="148"/>
                      </a:cubicBezTo>
                      <a:cubicBezTo>
                        <a:pt x="35" y="163"/>
                        <a:pt x="30" y="183"/>
                        <a:pt x="24" y="201"/>
                      </a:cubicBezTo>
                      <a:cubicBezTo>
                        <a:pt x="18" y="219"/>
                        <a:pt x="13" y="236"/>
                        <a:pt x="9" y="254"/>
                      </a:cubicBezTo>
                      <a:cubicBezTo>
                        <a:pt x="5" y="272"/>
                        <a:pt x="2" y="296"/>
                        <a:pt x="0" y="30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0" name="Line 72"/>
                <p:cNvSpPr>
                  <a:spLocks noChangeShapeType="1"/>
                </p:cNvSpPr>
                <p:nvPr/>
              </p:nvSpPr>
              <p:spPr bwMode="auto">
                <a:xfrm>
                  <a:off x="3379" y="2428"/>
                  <a:ext cx="187" cy="6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1" name="Freeform 73"/>
                <p:cNvSpPr/>
                <p:nvPr/>
              </p:nvSpPr>
              <p:spPr bwMode="auto">
                <a:xfrm>
                  <a:off x="3108" y="2427"/>
                  <a:ext cx="271" cy="328"/>
                </a:xfrm>
                <a:custGeom>
                  <a:avLst/>
                  <a:gdLst>
                    <a:gd name="T0" fmla="*/ 271 w 271"/>
                    <a:gd name="T1" fmla="*/ 1 h 328"/>
                    <a:gd name="T2" fmla="*/ 232 w 271"/>
                    <a:gd name="T3" fmla="*/ 1 h 328"/>
                    <a:gd name="T4" fmla="*/ 189 w 271"/>
                    <a:gd name="T5" fmla="*/ 6 h 328"/>
                    <a:gd name="T6" fmla="*/ 160 w 271"/>
                    <a:gd name="T7" fmla="*/ 25 h 328"/>
                    <a:gd name="T8" fmla="*/ 136 w 271"/>
                    <a:gd name="T9" fmla="*/ 39 h 328"/>
                    <a:gd name="T10" fmla="*/ 108 w 271"/>
                    <a:gd name="T11" fmla="*/ 63 h 328"/>
                    <a:gd name="T12" fmla="*/ 84 w 271"/>
                    <a:gd name="T13" fmla="*/ 87 h 328"/>
                    <a:gd name="T14" fmla="*/ 64 w 271"/>
                    <a:gd name="T15" fmla="*/ 116 h 328"/>
                    <a:gd name="T16" fmla="*/ 45 w 271"/>
                    <a:gd name="T17" fmla="*/ 145 h 328"/>
                    <a:gd name="T18" fmla="*/ 31 w 271"/>
                    <a:gd name="T19" fmla="*/ 179 h 328"/>
                    <a:gd name="T20" fmla="*/ 16 w 271"/>
                    <a:gd name="T21" fmla="*/ 212 h 328"/>
                    <a:gd name="T22" fmla="*/ 12 w 271"/>
                    <a:gd name="T23" fmla="*/ 241 h 328"/>
                    <a:gd name="T24" fmla="*/ 2 w 271"/>
                    <a:gd name="T25" fmla="*/ 285 h 328"/>
                    <a:gd name="T26" fmla="*/ 2 w 271"/>
                    <a:gd name="T27" fmla="*/ 328 h 32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71"/>
                    <a:gd name="T43" fmla="*/ 0 h 328"/>
                    <a:gd name="T44" fmla="*/ 271 w 271"/>
                    <a:gd name="T45" fmla="*/ 328 h 32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71" h="328">
                      <a:moveTo>
                        <a:pt x="271" y="1"/>
                      </a:moveTo>
                      <a:cubicBezTo>
                        <a:pt x="258" y="0"/>
                        <a:pt x="246" y="0"/>
                        <a:pt x="232" y="1"/>
                      </a:cubicBezTo>
                      <a:cubicBezTo>
                        <a:pt x="218" y="2"/>
                        <a:pt x="201" y="2"/>
                        <a:pt x="189" y="6"/>
                      </a:cubicBezTo>
                      <a:cubicBezTo>
                        <a:pt x="177" y="10"/>
                        <a:pt x="169" y="19"/>
                        <a:pt x="160" y="25"/>
                      </a:cubicBezTo>
                      <a:cubicBezTo>
                        <a:pt x="151" y="31"/>
                        <a:pt x="145" y="33"/>
                        <a:pt x="136" y="39"/>
                      </a:cubicBezTo>
                      <a:cubicBezTo>
                        <a:pt x="127" y="45"/>
                        <a:pt x="117" y="55"/>
                        <a:pt x="108" y="63"/>
                      </a:cubicBezTo>
                      <a:cubicBezTo>
                        <a:pt x="99" y="71"/>
                        <a:pt x="91" y="78"/>
                        <a:pt x="84" y="87"/>
                      </a:cubicBezTo>
                      <a:cubicBezTo>
                        <a:pt x="77" y="96"/>
                        <a:pt x="70" y="107"/>
                        <a:pt x="64" y="116"/>
                      </a:cubicBezTo>
                      <a:cubicBezTo>
                        <a:pt x="58" y="125"/>
                        <a:pt x="50" y="135"/>
                        <a:pt x="45" y="145"/>
                      </a:cubicBezTo>
                      <a:cubicBezTo>
                        <a:pt x="40" y="155"/>
                        <a:pt x="36" y="168"/>
                        <a:pt x="31" y="179"/>
                      </a:cubicBezTo>
                      <a:cubicBezTo>
                        <a:pt x="26" y="190"/>
                        <a:pt x="19" y="202"/>
                        <a:pt x="16" y="212"/>
                      </a:cubicBezTo>
                      <a:cubicBezTo>
                        <a:pt x="13" y="222"/>
                        <a:pt x="14" y="229"/>
                        <a:pt x="12" y="241"/>
                      </a:cubicBezTo>
                      <a:cubicBezTo>
                        <a:pt x="10" y="253"/>
                        <a:pt x="4" y="271"/>
                        <a:pt x="2" y="285"/>
                      </a:cubicBezTo>
                      <a:cubicBezTo>
                        <a:pt x="0" y="299"/>
                        <a:pt x="2" y="319"/>
                        <a:pt x="2" y="328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2" name="Freeform 74"/>
                <p:cNvSpPr/>
                <p:nvPr/>
              </p:nvSpPr>
              <p:spPr bwMode="auto">
                <a:xfrm>
                  <a:off x="3345" y="2621"/>
                  <a:ext cx="77" cy="173"/>
                </a:xfrm>
                <a:custGeom>
                  <a:avLst/>
                  <a:gdLst>
                    <a:gd name="T0" fmla="*/ 67 w 77"/>
                    <a:gd name="T1" fmla="*/ 0 h 173"/>
                    <a:gd name="T2" fmla="*/ 77 w 77"/>
                    <a:gd name="T3" fmla="*/ 62 h 173"/>
                    <a:gd name="T4" fmla="*/ 62 w 77"/>
                    <a:gd name="T5" fmla="*/ 101 h 173"/>
                    <a:gd name="T6" fmla="*/ 53 w 77"/>
                    <a:gd name="T7" fmla="*/ 134 h 173"/>
                    <a:gd name="T8" fmla="*/ 33 w 77"/>
                    <a:gd name="T9" fmla="*/ 153 h 173"/>
                    <a:gd name="T10" fmla="*/ 9 w 77"/>
                    <a:gd name="T11" fmla="*/ 173 h 173"/>
                    <a:gd name="T12" fmla="*/ 0 w 77"/>
                    <a:gd name="T13" fmla="*/ 134 h 173"/>
                    <a:gd name="T14" fmla="*/ 5 w 77"/>
                    <a:gd name="T15" fmla="*/ 91 h 173"/>
                    <a:gd name="T16" fmla="*/ 19 w 77"/>
                    <a:gd name="T17" fmla="*/ 62 h 173"/>
                    <a:gd name="T18" fmla="*/ 29 w 77"/>
                    <a:gd name="T19" fmla="*/ 29 h 173"/>
                    <a:gd name="T20" fmla="*/ 67 w 77"/>
                    <a:gd name="T21" fmla="*/ 0 h 17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7"/>
                    <a:gd name="T34" fmla="*/ 0 h 173"/>
                    <a:gd name="T35" fmla="*/ 77 w 77"/>
                    <a:gd name="T36" fmla="*/ 173 h 17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7" h="173">
                      <a:moveTo>
                        <a:pt x="67" y="0"/>
                      </a:moveTo>
                      <a:lnTo>
                        <a:pt x="77" y="62"/>
                      </a:lnTo>
                      <a:lnTo>
                        <a:pt x="62" y="101"/>
                      </a:lnTo>
                      <a:lnTo>
                        <a:pt x="53" y="134"/>
                      </a:lnTo>
                      <a:lnTo>
                        <a:pt x="33" y="153"/>
                      </a:lnTo>
                      <a:lnTo>
                        <a:pt x="9" y="173"/>
                      </a:lnTo>
                      <a:lnTo>
                        <a:pt x="0" y="134"/>
                      </a:lnTo>
                      <a:lnTo>
                        <a:pt x="5" y="91"/>
                      </a:lnTo>
                      <a:lnTo>
                        <a:pt x="19" y="62"/>
                      </a:lnTo>
                      <a:lnTo>
                        <a:pt x="29" y="29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3" name="Freeform 75"/>
                <p:cNvSpPr/>
                <p:nvPr/>
              </p:nvSpPr>
              <p:spPr bwMode="auto">
                <a:xfrm>
                  <a:off x="3364" y="2573"/>
                  <a:ext cx="211" cy="302"/>
                </a:xfrm>
                <a:custGeom>
                  <a:avLst/>
                  <a:gdLst>
                    <a:gd name="T0" fmla="*/ 43 w 211"/>
                    <a:gd name="T1" fmla="*/ 43 h 302"/>
                    <a:gd name="T2" fmla="*/ 58 w 211"/>
                    <a:gd name="T3" fmla="*/ 91 h 302"/>
                    <a:gd name="T4" fmla="*/ 48 w 211"/>
                    <a:gd name="T5" fmla="*/ 144 h 302"/>
                    <a:gd name="T6" fmla="*/ 29 w 211"/>
                    <a:gd name="T7" fmla="*/ 192 h 302"/>
                    <a:gd name="T8" fmla="*/ 0 w 211"/>
                    <a:gd name="T9" fmla="*/ 225 h 302"/>
                    <a:gd name="T10" fmla="*/ 0 w 211"/>
                    <a:gd name="T11" fmla="*/ 269 h 302"/>
                    <a:gd name="T12" fmla="*/ 43 w 211"/>
                    <a:gd name="T13" fmla="*/ 297 h 302"/>
                    <a:gd name="T14" fmla="*/ 91 w 211"/>
                    <a:gd name="T15" fmla="*/ 302 h 302"/>
                    <a:gd name="T16" fmla="*/ 154 w 211"/>
                    <a:gd name="T17" fmla="*/ 269 h 302"/>
                    <a:gd name="T18" fmla="*/ 197 w 211"/>
                    <a:gd name="T19" fmla="*/ 201 h 302"/>
                    <a:gd name="T20" fmla="*/ 211 w 211"/>
                    <a:gd name="T21" fmla="*/ 134 h 302"/>
                    <a:gd name="T22" fmla="*/ 202 w 211"/>
                    <a:gd name="T23" fmla="*/ 62 h 302"/>
                    <a:gd name="T24" fmla="*/ 182 w 211"/>
                    <a:gd name="T25" fmla="*/ 19 h 302"/>
                    <a:gd name="T26" fmla="*/ 149 w 211"/>
                    <a:gd name="T27" fmla="*/ 0 h 302"/>
                    <a:gd name="T28" fmla="*/ 101 w 211"/>
                    <a:gd name="T29" fmla="*/ 0 h 302"/>
                    <a:gd name="T30" fmla="*/ 62 w 211"/>
                    <a:gd name="T31" fmla="*/ 19 h 302"/>
                    <a:gd name="T32" fmla="*/ 43 w 211"/>
                    <a:gd name="T33" fmla="*/ 43 h 30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11"/>
                    <a:gd name="T52" fmla="*/ 0 h 302"/>
                    <a:gd name="T53" fmla="*/ 211 w 211"/>
                    <a:gd name="T54" fmla="*/ 302 h 30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11" h="302">
                      <a:moveTo>
                        <a:pt x="43" y="43"/>
                      </a:moveTo>
                      <a:lnTo>
                        <a:pt x="58" y="91"/>
                      </a:lnTo>
                      <a:lnTo>
                        <a:pt x="48" y="144"/>
                      </a:lnTo>
                      <a:lnTo>
                        <a:pt x="29" y="192"/>
                      </a:lnTo>
                      <a:lnTo>
                        <a:pt x="0" y="225"/>
                      </a:lnTo>
                      <a:lnTo>
                        <a:pt x="0" y="269"/>
                      </a:lnTo>
                      <a:lnTo>
                        <a:pt x="43" y="297"/>
                      </a:lnTo>
                      <a:lnTo>
                        <a:pt x="91" y="302"/>
                      </a:lnTo>
                      <a:lnTo>
                        <a:pt x="154" y="269"/>
                      </a:lnTo>
                      <a:lnTo>
                        <a:pt x="197" y="201"/>
                      </a:lnTo>
                      <a:lnTo>
                        <a:pt x="211" y="134"/>
                      </a:lnTo>
                      <a:lnTo>
                        <a:pt x="202" y="62"/>
                      </a:lnTo>
                      <a:lnTo>
                        <a:pt x="182" y="19"/>
                      </a:lnTo>
                      <a:lnTo>
                        <a:pt x="149" y="0"/>
                      </a:lnTo>
                      <a:lnTo>
                        <a:pt x="101" y="0"/>
                      </a:lnTo>
                      <a:lnTo>
                        <a:pt x="62" y="19"/>
                      </a:lnTo>
                      <a:lnTo>
                        <a:pt x="43" y="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50000">
                      <a:srgbClr val="FFCC99"/>
                    </a:gs>
                    <a:gs pos="100000">
                      <a:srgbClr val="765E47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94" name="Oval 76"/>
                <p:cNvSpPr>
                  <a:spLocks noChangeArrowheads="1"/>
                </p:cNvSpPr>
                <p:nvPr/>
              </p:nvSpPr>
              <p:spPr bwMode="auto">
                <a:xfrm rot="1109855">
                  <a:off x="3354" y="2565"/>
                  <a:ext cx="215" cy="317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95" name="Freeform 77"/>
                <p:cNvSpPr/>
                <p:nvPr/>
              </p:nvSpPr>
              <p:spPr bwMode="auto">
                <a:xfrm>
                  <a:off x="3350" y="2615"/>
                  <a:ext cx="68" cy="197"/>
                </a:xfrm>
                <a:custGeom>
                  <a:avLst/>
                  <a:gdLst>
                    <a:gd name="T0" fmla="*/ 62 w 68"/>
                    <a:gd name="T1" fmla="*/ 0 h 197"/>
                    <a:gd name="T2" fmla="*/ 67 w 68"/>
                    <a:gd name="T3" fmla="*/ 48 h 197"/>
                    <a:gd name="T4" fmla="*/ 58 w 68"/>
                    <a:gd name="T5" fmla="*/ 91 h 197"/>
                    <a:gd name="T6" fmla="*/ 48 w 68"/>
                    <a:gd name="T7" fmla="*/ 130 h 197"/>
                    <a:gd name="T8" fmla="*/ 29 w 68"/>
                    <a:gd name="T9" fmla="*/ 159 h 197"/>
                    <a:gd name="T10" fmla="*/ 0 w 68"/>
                    <a:gd name="T11" fmla="*/ 197 h 1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"/>
                    <a:gd name="T19" fmla="*/ 0 h 197"/>
                    <a:gd name="T20" fmla="*/ 68 w 68"/>
                    <a:gd name="T21" fmla="*/ 197 h 19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" h="197">
                      <a:moveTo>
                        <a:pt x="62" y="0"/>
                      </a:moveTo>
                      <a:cubicBezTo>
                        <a:pt x="65" y="16"/>
                        <a:pt x="68" y="33"/>
                        <a:pt x="67" y="48"/>
                      </a:cubicBezTo>
                      <a:cubicBezTo>
                        <a:pt x="66" y="63"/>
                        <a:pt x="61" y="77"/>
                        <a:pt x="58" y="91"/>
                      </a:cubicBezTo>
                      <a:cubicBezTo>
                        <a:pt x="55" y="105"/>
                        <a:pt x="53" y="119"/>
                        <a:pt x="48" y="130"/>
                      </a:cubicBezTo>
                      <a:cubicBezTo>
                        <a:pt x="43" y="141"/>
                        <a:pt x="37" y="148"/>
                        <a:pt x="29" y="159"/>
                      </a:cubicBezTo>
                      <a:cubicBezTo>
                        <a:pt x="21" y="170"/>
                        <a:pt x="6" y="189"/>
                        <a:pt x="0" y="19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</p:grpSp>
        <p:grpSp>
          <p:nvGrpSpPr>
            <p:cNvPr id="53" name="Group 78"/>
            <p:cNvGrpSpPr/>
            <p:nvPr/>
          </p:nvGrpSpPr>
          <p:grpSpPr bwMode="auto">
            <a:xfrm>
              <a:off x="4292" y="2769"/>
              <a:ext cx="1048" cy="1099"/>
              <a:chOff x="3254" y="2626"/>
              <a:chExt cx="1048" cy="1099"/>
            </a:xfrm>
          </p:grpSpPr>
          <p:grpSp>
            <p:nvGrpSpPr>
              <p:cNvPr id="54" name="Group 79"/>
              <p:cNvGrpSpPr/>
              <p:nvPr/>
            </p:nvGrpSpPr>
            <p:grpSpPr bwMode="auto">
              <a:xfrm>
                <a:off x="3254" y="3149"/>
                <a:ext cx="1048" cy="576"/>
                <a:chOff x="3254" y="3149"/>
                <a:chExt cx="1048" cy="576"/>
              </a:xfrm>
            </p:grpSpPr>
            <p:sp>
              <p:nvSpPr>
                <p:cNvPr id="69" name="Freeform 80"/>
                <p:cNvSpPr/>
                <p:nvPr/>
              </p:nvSpPr>
              <p:spPr bwMode="auto">
                <a:xfrm>
                  <a:off x="3264" y="3158"/>
                  <a:ext cx="1037" cy="567"/>
                </a:xfrm>
                <a:custGeom>
                  <a:avLst/>
                  <a:gdLst>
                    <a:gd name="T0" fmla="*/ 0 w 1037"/>
                    <a:gd name="T1" fmla="*/ 202 h 567"/>
                    <a:gd name="T2" fmla="*/ 0 w 1037"/>
                    <a:gd name="T3" fmla="*/ 413 h 567"/>
                    <a:gd name="T4" fmla="*/ 442 w 1037"/>
                    <a:gd name="T5" fmla="*/ 567 h 567"/>
                    <a:gd name="T6" fmla="*/ 1037 w 1037"/>
                    <a:gd name="T7" fmla="*/ 375 h 567"/>
                    <a:gd name="T8" fmla="*/ 1037 w 1037"/>
                    <a:gd name="T9" fmla="*/ 154 h 567"/>
                    <a:gd name="T10" fmla="*/ 614 w 1037"/>
                    <a:gd name="T11" fmla="*/ 0 h 567"/>
                    <a:gd name="T12" fmla="*/ 0 w 1037"/>
                    <a:gd name="T13" fmla="*/ 202 h 5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1037"/>
                    <a:gd name="T22" fmla="*/ 0 h 567"/>
                    <a:gd name="T23" fmla="*/ 1037 w 1037"/>
                    <a:gd name="T24" fmla="*/ 567 h 56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1037" h="567">
                      <a:moveTo>
                        <a:pt x="0" y="202"/>
                      </a:moveTo>
                      <a:lnTo>
                        <a:pt x="0" y="413"/>
                      </a:lnTo>
                      <a:lnTo>
                        <a:pt x="442" y="567"/>
                      </a:lnTo>
                      <a:lnTo>
                        <a:pt x="1037" y="375"/>
                      </a:lnTo>
                      <a:lnTo>
                        <a:pt x="1037" y="154"/>
                      </a:lnTo>
                      <a:lnTo>
                        <a:pt x="614" y="0"/>
                      </a:lnTo>
                      <a:lnTo>
                        <a:pt x="0" y="20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E2F"/>
                    </a:gs>
                    <a:gs pos="100000">
                      <a:srgbClr val="00CC66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grpSp>
              <p:nvGrpSpPr>
                <p:cNvPr id="70" name="Group 81"/>
                <p:cNvGrpSpPr/>
                <p:nvPr/>
              </p:nvGrpSpPr>
              <p:grpSpPr bwMode="auto">
                <a:xfrm>
                  <a:off x="3254" y="3149"/>
                  <a:ext cx="1048" cy="576"/>
                  <a:chOff x="3254" y="3149"/>
                  <a:chExt cx="1048" cy="576"/>
                </a:xfrm>
              </p:grpSpPr>
              <p:sp>
                <p:nvSpPr>
                  <p:cNvPr id="71" name="Line 8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54" y="3158"/>
                    <a:ext cx="595" cy="202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sp>
                <p:nvSpPr>
                  <p:cNvPr id="72" name="Line 8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840" y="3149"/>
                    <a:ext cx="452" cy="163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n-ea"/>
                    </a:endParaRPr>
                  </a:p>
                </p:txBody>
              </p:sp>
              <p:grpSp>
                <p:nvGrpSpPr>
                  <p:cNvPr id="73" name="Group 84"/>
                  <p:cNvGrpSpPr/>
                  <p:nvPr/>
                </p:nvGrpSpPr>
                <p:grpSpPr bwMode="auto">
                  <a:xfrm>
                    <a:off x="3254" y="3312"/>
                    <a:ext cx="1048" cy="413"/>
                    <a:chOff x="3254" y="3312"/>
                    <a:chExt cx="1048" cy="413"/>
                  </a:xfrm>
                </p:grpSpPr>
                <p:sp>
                  <p:nvSpPr>
                    <p:cNvPr id="74" name="Line 8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706" y="3312"/>
                      <a:ext cx="595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5" name="Line 86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3254" y="3360"/>
                      <a:ext cx="452" cy="16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6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360"/>
                      <a:ext cx="0" cy="221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7" name="Line 8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264" y="3572"/>
                      <a:ext cx="442" cy="153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8" name="Line 8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06" y="3523"/>
                      <a:ext cx="0" cy="202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79" name="Freeform 90"/>
                    <p:cNvSpPr/>
                    <p:nvPr/>
                  </p:nvSpPr>
                  <p:spPr bwMode="auto">
                    <a:xfrm>
                      <a:off x="4301" y="3312"/>
                      <a:ext cx="1" cy="221"/>
                    </a:xfrm>
                    <a:custGeom>
                      <a:avLst/>
                      <a:gdLst>
                        <a:gd name="T0" fmla="*/ 0 w 1"/>
                        <a:gd name="T1" fmla="*/ 0 h 221"/>
                        <a:gd name="T2" fmla="*/ 0 w 1"/>
                        <a:gd name="T3" fmla="*/ 221 h 221"/>
                        <a:gd name="T4" fmla="*/ 0 60000 65536"/>
                        <a:gd name="T5" fmla="*/ 0 60000 65536"/>
                        <a:gd name="T6" fmla="*/ 0 w 1"/>
                        <a:gd name="T7" fmla="*/ 0 h 221"/>
                        <a:gd name="T8" fmla="*/ 1 w 1"/>
                        <a:gd name="T9" fmla="*/ 221 h 221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1" h="221">
                          <a:moveTo>
                            <a:pt x="0" y="0"/>
                          </a:moveTo>
                          <a:lnTo>
                            <a:pt x="0" y="221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  <p:sp>
                  <p:nvSpPr>
                    <p:cNvPr id="80" name="Freeform 91"/>
                    <p:cNvSpPr/>
                    <p:nvPr/>
                  </p:nvSpPr>
                  <p:spPr bwMode="auto">
                    <a:xfrm>
                      <a:off x="3706" y="3523"/>
                      <a:ext cx="595" cy="202"/>
                    </a:xfrm>
                    <a:custGeom>
                      <a:avLst/>
                      <a:gdLst>
                        <a:gd name="T0" fmla="*/ 595 w 595"/>
                        <a:gd name="T1" fmla="*/ 0 h 202"/>
                        <a:gd name="T2" fmla="*/ 0 w 595"/>
                        <a:gd name="T3" fmla="*/ 202 h 202"/>
                        <a:gd name="T4" fmla="*/ 0 60000 65536"/>
                        <a:gd name="T5" fmla="*/ 0 60000 65536"/>
                        <a:gd name="T6" fmla="*/ 0 w 595"/>
                        <a:gd name="T7" fmla="*/ 0 h 202"/>
                        <a:gd name="T8" fmla="*/ 595 w 595"/>
                        <a:gd name="T9" fmla="*/ 202 h 202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T6" t="T7" r="T8" b="T9"/>
                      <a:pathLst>
                        <a:path w="595" h="202">
                          <a:moveTo>
                            <a:pt x="595" y="0"/>
                          </a:moveTo>
                          <a:lnTo>
                            <a:pt x="0" y="202"/>
                          </a:lnTo>
                        </a:path>
                      </a:pathLst>
                    </a:custGeom>
                    <a:noFill/>
                    <a:ln w="38100">
                      <a:solidFill>
                        <a:srgbClr val="000000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p:txBody>
                </p:sp>
              </p:grpSp>
            </p:grpSp>
          </p:grpSp>
          <p:grpSp>
            <p:nvGrpSpPr>
              <p:cNvPr id="55" name="Group 92"/>
              <p:cNvGrpSpPr/>
              <p:nvPr/>
            </p:nvGrpSpPr>
            <p:grpSpPr bwMode="auto">
              <a:xfrm>
                <a:off x="3393" y="2626"/>
                <a:ext cx="544" cy="745"/>
                <a:chOff x="3104" y="2424"/>
                <a:chExt cx="544" cy="745"/>
              </a:xfrm>
            </p:grpSpPr>
            <p:sp>
              <p:nvSpPr>
                <p:cNvPr id="56" name="Freeform 93"/>
                <p:cNvSpPr/>
                <p:nvPr/>
              </p:nvSpPr>
              <p:spPr bwMode="auto">
                <a:xfrm>
                  <a:off x="3106" y="2424"/>
                  <a:ext cx="542" cy="730"/>
                </a:xfrm>
                <a:custGeom>
                  <a:avLst/>
                  <a:gdLst>
                    <a:gd name="T0" fmla="*/ 0 w 542"/>
                    <a:gd name="T1" fmla="*/ 682 h 730"/>
                    <a:gd name="T2" fmla="*/ 153 w 542"/>
                    <a:gd name="T3" fmla="*/ 730 h 730"/>
                    <a:gd name="T4" fmla="*/ 537 w 542"/>
                    <a:gd name="T5" fmla="*/ 600 h 730"/>
                    <a:gd name="T6" fmla="*/ 542 w 542"/>
                    <a:gd name="T7" fmla="*/ 221 h 730"/>
                    <a:gd name="T8" fmla="*/ 523 w 542"/>
                    <a:gd name="T9" fmla="*/ 149 h 730"/>
                    <a:gd name="T10" fmla="*/ 499 w 542"/>
                    <a:gd name="T11" fmla="*/ 110 h 730"/>
                    <a:gd name="T12" fmla="*/ 465 w 542"/>
                    <a:gd name="T13" fmla="*/ 67 h 730"/>
                    <a:gd name="T14" fmla="*/ 422 w 542"/>
                    <a:gd name="T15" fmla="*/ 62 h 730"/>
                    <a:gd name="T16" fmla="*/ 273 w 542"/>
                    <a:gd name="T17" fmla="*/ 0 h 730"/>
                    <a:gd name="T18" fmla="*/ 230 w 542"/>
                    <a:gd name="T19" fmla="*/ 5 h 730"/>
                    <a:gd name="T20" fmla="*/ 134 w 542"/>
                    <a:gd name="T21" fmla="*/ 43 h 730"/>
                    <a:gd name="T22" fmla="*/ 81 w 542"/>
                    <a:gd name="T23" fmla="*/ 86 h 730"/>
                    <a:gd name="T24" fmla="*/ 33 w 542"/>
                    <a:gd name="T25" fmla="*/ 154 h 730"/>
                    <a:gd name="T26" fmla="*/ 4 w 542"/>
                    <a:gd name="T27" fmla="*/ 230 h 730"/>
                    <a:gd name="T28" fmla="*/ 0 w 542"/>
                    <a:gd name="T29" fmla="*/ 278 h 730"/>
                    <a:gd name="T30" fmla="*/ 0 w 542"/>
                    <a:gd name="T31" fmla="*/ 682 h 730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542"/>
                    <a:gd name="T49" fmla="*/ 0 h 730"/>
                    <a:gd name="T50" fmla="*/ 542 w 542"/>
                    <a:gd name="T51" fmla="*/ 730 h 730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542" h="730">
                      <a:moveTo>
                        <a:pt x="0" y="682"/>
                      </a:moveTo>
                      <a:lnTo>
                        <a:pt x="153" y="730"/>
                      </a:lnTo>
                      <a:lnTo>
                        <a:pt x="537" y="600"/>
                      </a:lnTo>
                      <a:lnTo>
                        <a:pt x="542" y="221"/>
                      </a:lnTo>
                      <a:lnTo>
                        <a:pt x="523" y="149"/>
                      </a:lnTo>
                      <a:lnTo>
                        <a:pt x="499" y="110"/>
                      </a:lnTo>
                      <a:lnTo>
                        <a:pt x="465" y="67"/>
                      </a:lnTo>
                      <a:lnTo>
                        <a:pt x="422" y="62"/>
                      </a:lnTo>
                      <a:lnTo>
                        <a:pt x="273" y="0"/>
                      </a:lnTo>
                      <a:lnTo>
                        <a:pt x="230" y="5"/>
                      </a:lnTo>
                      <a:lnTo>
                        <a:pt x="134" y="43"/>
                      </a:lnTo>
                      <a:lnTo>
                        <a:pt x="81" y="86"/>
                      </a:lnTo>
                      <a:lnTo>
                        <a:pt x="33" y="154"/>
                      </a:lnTo>
                      <a:lnTo>
                        <a:pt x="4" y="230"/>
                      </a:lnTo>
                      <a:lnTo>
                        <a:pt x="0" y="278"/>
                      </a:lnTo>
                      <a:lnTo>
                        <a:pt x="0" y="68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100000">
                      <a:srgbClr val="FFCC99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7" name="Line 94"/>
                <p:cNvSpPr>
                  <a:spLocks noChangeShapeType="1"/>
                </p:cNvSpPr>
                <p:nvPr/>
              </p:nvSpPr>
              <p:spPr bwMode="auto">
                <a:xfrm>
                  <a:off x="3104" y="3100"/>
                  <a:ext cx="153" cy="5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8" name="Line 95"/>
                <p:cNvSpPr>
                  <a:spLocks noChangeShapeType="1"/>
                </p:cNvSpPr>
                <p:nvPr/>
              </p:nvSpPr>
              <p:spPr bwMode="auto">
                <a:xfrm flipV="1">
                  <a:off x="3257" y="3023"/>
                  <a:ext cx="384" cy="135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59" name="Line 96"/>
                <p:cNvSpPr>
                  <a:spLocks noChangeShapeType="1"/>
                </p:cNvSpPr>
                <p:nvPr/>
              </p:nvSpPr>
              <p:spPr bwMode="auto">
                <a:xfrm flipH="1" flipV="1">
                  <a:off x="3257" y="2786"/>
                  <a:ext cx="1" cy="3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0" name="Line 97"/>
                <p:cNvSpPr>
                  <a:spLocks noChangeShapeType="1"/>
                </p:cNvSpPr>
                <p:nvPr/>
              </p:nvSpPr>
              <p:spPr bwMode="auto">
                <a:xfrm flipV="1">
                  <a:off x="3641" y="2639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1" name="Line 98"/>
                <p:cNvSpPr>
                  <a:spLocks noChangeShapeType="1"/>
                </p:cNvSpPr>
                <p:nvPr/>
              </p:nvSpPr>
              <p:spPr bwMode="auto">
                <a:xfrm flipV="1">
                  <a:off x="3110" y="2735"/>
                  <a:ext cx="0" cy="37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2" name="Freeform 99"/>
                <p:cNvSpPr/>
                <p:nvPr/>
              </p:nvSpPr>
              <p:spPr bwMode="auto">
                <a:xfrm>
                  <a:off x="3259" y="2486"/>
                  <a:ext cx="384" cy="307"/>
                </a:xfrm>
                <a:custGeom>
                  <a:avLst/>
                  <a:gdLst>
                    <a:gd name="T0" fmla="*/ 384 w 384"/>
                    <a:gd name="T1" fmla="*/ 177 h 307"/>
                    <a:gd name="T2" fmla="*/ 379 w 384"/>
                    <a:gd name="T3" fmla="*/ 129 h 307"/>
                    <a:gd name="T4" fmla="*/ 369 w 384"/>
                    <a:gd name="T5" fmla="*/ 96 h 307"/>
                    <a:gd name="T6" fmla="*/ 341 w 384"/>
                    <a:gd name="T7" fmla="*/ 43 h 307"/>
                    <a:gd name="T8" fmla="*/ 293 w 384"/>
                    <a:gd name="T9" fmla="*/ 6 h 307"/>
                    <a:gd name="T10" fmla="*/ 230 w 384"/>
                    <a:gd name="T11" fmla="*/ 4 h 307"/>
                    <a:gd name="T12" fmla="*/ 171 w 384"/>
                    <a:gd name="T13" fmla="*/ 12 h 307"/>
                    <a:gd name="T14" fmla="*/ 129 w 384"/>
                    <a:gd name="T15" fmla="*/ 43 h 307"/>
                    <a:gd name="T16" fmla="*/ 101 w 384"/>
                    <a:gd name="T17" fmla="*/ 72 h 307"/>
                    <a:gd name="T18" fmla="*/ 72 w 384"/>
                    <a:gd name="T19" fmla="*/ 110 h 307"/>
                    <a:gd name="T20" fmla="*/ 43 w 384"/>
                    <a:gd name="T21" fmla="*/ 148 h 307"/>
                    <a:gd name="T22" fmla="*/ 24 w 384"/>
                    <a:gd name="T23" fmla="*/ 201 h 307"/>
                    <a:gd name="T24" fmla="*/ 9 w 384"/>
                    <a:gd name="T25" fmla="*/ 254 h 307"/>
                    <a:gd name="T26" fmla="*/ 0 w 384"/>
                    <a:gd name="T27" fmla="*/ 307 h 3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84"/>
                    <a:gd name="T43" fmla="*/ 0 h 307"/>
                    <a:gd name="T44" fmla="*/ 384 w 384"/>
                    <a:gd name="T45" fmla="*/ 307 h 30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84" h="307">
                      <a:moveTo>
                        <a:pt x="384" y="177"/>
                      </a:moveTo>
                      <a:cubicBezTo>
                        <a:pt x="383" y="169"/>
                        <a:pt x="381" y="142"/>
                        <a:pt x="379" y="129"/>
                      </a:cubicBezTo>
                      <a:cubicBezTo>
                        <a:pt x="377" y="116"/>
                        <a:pt x="375" y="110"/>
                        <a:pt x="369" y="96"/>
                      </a:cubicBezTo>
                      <a:cubicBezTo>
                        <a:pt x="363" y="82"/>
                        <a:pt x="354" y="58"/>
                        <a:pt x="341" y="43"/>
                      </a:cubicBezTo>
                      <a:cubicBezTo>
                        <a:pt x="328" y="28"/>
                        <a:pt x="311" y="12"/>
                        <a:pt x="293" y="6"/>
                      </a:cubicBezTo>
                      <a:cubicBezTo>
                        <a:pt x="275" y="0"/>
                        <a:pt x="250" y="3"/>
                        <a:pt x="230" y="4"/>
                      </a:cubicBezTo>
                      <a:cubicBezTo>
                        <a:pt x="210" y="5"/>
                        <a:pt x="188" y="6"/>
                        <a:pt x="171" y="12"/>
                      </a:cubicBezTo>
                      <a:cubicBezTo>
                        <a:pt x="154" y="18"/>
                        <a:pt x="141" y="33"/>
                        <a:pt x="129" y="43"/>
                      </a:cubicBezTo>
                      <a:cubicBezTo>
                        <a:pt x="117" y="53"/>
                        <a:pt x="111" y="61"/>
                        <a:pt x="101" y="72"/>
                      </a:cubicBezTo>
                      <a:cubicBezTo>
                        <a:pt x="91" y="83"/>
                        <a:pt x="82" y="97"/>
                        <a:pt x="72" y="110"/>
                      </a:cubicBezTo>
                      <a:cubicBezTo>
                        <a:pt x="62" y="123"/>
                        <a:pt x="51" y="133"/>
                        <a:pt x="43" y="148"/>
                      </a:cubicBezTo>
                      <a:cubicBezTo>
                        <a:pt x="35" y="163"/>
                        <a:pt x="30" y="183"/>
                        <a:pt x="24" y="201"/>
                      </a:cubicBezTo>
                      <a:cubicBezTo>
                        <a:pt x="18" y="219"/>
                        <a:pt x="13" y="236"/>
                        <a:pt x="9" y="254"/>
                      </a:cubicBezTo>
                      <a:cubicBezTo>
                        <a:pt x="5" y="272"/>
                        <a:pt x="2" y="296"/>
                        <a:pt x="0" y="30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3" name="Line 100"/>
                <p:cNvSpPr>
                  <a:spLocks noChangeShapeType="1"/>
                </p:cNvSpPr>
                <p:nvPr/>
              </p:nvSpPr>
              <p:spPr bwMode="auto">
                <a:xfrm>
                  <a:off x="3379" y="2428"/>
                  <a:ext cx="187" cy="6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4" name="Freeform 101"/>
                <p:cNvSpPr/>
                <p:nvPr/>
              </p:nvSpPr>
              <p:spPr bwMode="auto">
                <a:xfrm>
                  <a:off x="3108" y="2427"/>
                  <a:ext cx="271" cy="328"/>
                </a:xfrm>
                <a:custGeom>
                  <a:avLst/>
                  <a:gdLst>
                    <a:gd name="T0" fmla="*/ 271 w 271"/>
                    <a:gd name="T1" fmla="*/ 1 h 328"/>
                    <a:gd name="T2" fmla="*/ 232 w 271"/>
                    <a:gd name="T3" fmla="*/ 1 h 328"/>
                    <a:gd name="T4" fmla="*/ 189 w 271"/>
                    <a:gd name="T5" fmla="*/ 6 h 328"/>
                    <a:gd name="T6" fmla="*/ 160 w 271"/>
                    <a:gd name="T7" fmla="*/ 25 h 328"/>
                    <a:gd name="T8" fmla="*/ 136 w 271"/>
                    <a:gd name="T9" fmla="*/ 39 h 328"/>
                    <a:gd name="T10" fmla="*/ 108 w 271"/>
                    <a:gd name="T11" fmla="*/ 63 h 328"/>
                    <a:gd name="T12" fmla="*/ 84 w 271"/>
                    <a:gd name="T13" fmla="*/ 87 h 328"/>
                    <a:gd name="T14" fmla="*/ 64 w 271"/>
                    <a:gd name="T15" fmla="*/ 116 h 328"/>
                    <a:gd name="T16" fmla="*/ 45 w 271"/>
                    <a:gd name="T17" fmla="*/ 145 h 328"/>
                    <a:gd name="T18" fmla="*/ 31 w 271"/>
                    <a:gd name="T19" fmla="*/ 179 h 328"/>
                    <a:gd name="T20" fmla="*/ 16 w 271"/>
                    <a:gd name="T21" fmla="*/ 212 h 328"/>
                    <a:gd name="T22" fmla="*/ 12 w 271"/>
                    <a:gd name="T23" fmla="*/ 241 h 328"/>
                    <a:gd name="T24" fmla="*/ 2 w 271"/>
                    <a:gd name="T25" fmla="*/ 285 h 328"/>
                    <a:gd name="T26" fmla="*/ 2 w 271"/>
                    <a:gd name="T27" fmla="*/ 328 h 32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71"/>
                    <a:gd name="T43" fmla="*/ 0 h 328"/>
                    <a:gd name="T44" fmla="*/ 271 w 271"/>
                    <a:gd name="T45" fmla="*/ 328 h 328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71" h="328">
                      <a:moveTo>
                        <a:pt x="271" y="1"/>
                      </a:moveTo>
                      <a:cubicBezTo>
                        <a:pt x="258" y="0"/>
                        <a:pt x="246" y="0"/>
                        <a:pt x="232" y="1"/>
                      </a:cubicBezTo>
                      <a:cubicBezTo>
                        <a:pt x="218" y="2"/>
                        <a:pt x="201" y="2"/>
                        <a:pt x="189" y="6"/>
                      </a:cubicBezTo>
                      <a:cubicBezTo>
                        <a:pt x="177" y="10"/>
                        <a:pt x="169" y="19"/>
                        <a:pt x="160" y="25"/>
                      </a:cubicBezTo>
                      <a:cubicBezTo>
                        <a:pt x="151" y="31"/>
                        <a:pt x="145" y="33"/>
                        <a:pt x="136" y="39"/>
                      </a:cubicBezTo>
                      <a:cubicBezTo>
                        <a:pt x="127" y="45"/>
                        <a:pt x="117" y="55"/>
                        <a:pt x="108" y="63"/>
                      </a:cubicBezTo>
                      <a:cubicBezTo>
                        <a:pt x="99" y="71"/>
                        <a:pt x="91" y="78"/>
                        <a:pt x="84" y="87"/>
                      </a:cubicBezTo>
                      <a:cubicBezTo>
                        <a:pt x="77" y="96"/>
                        <a:pt x="70" y="107"/>
                        <a:pt x="64" y="116"/>
                      </a:cubicBezTo>
                      <a:cubicBezTo>
                        <a:pt x="58" y="125"/>
                        <a:pt x="50" y="135"/>
                        <a:pt x="45" y="145"/>
                      </a:cubicBezTo>
                      <a:cubicBezTo>
                        <a:pt x="40" y="155"/>
                        <a:pt x="36" y="168"/>
                        <a:pt x="31" y="179"/>
                      </a:cubicBezTo>
                      <a:cubicBezTo>
                        <a:pt x="26" y="190"/>
                        <a:pt x="19" y="202"/>
                        <a:pt x="16" y="212"/>
                      </a:cubicBezTo>
                      <a:cubicBezTo>
                        <a:pt x="13" y="222"/>
                        <a:pt x="14" y="229"/>
                        <a:pt x="12" y="241"/>
                      </a:cubicBezTo>
                      <a:cubicBezTo>
                        <a:pt x="10" y="253"/>
                        <a:pt x="4" y="271"/>
                        <a:pt x="2" y="285"/>
                      </a:cubicBezTo>
                      <a:cubicBezTo>
                        <a:pt x="0" y="299"/>
                        <a:pt x="2" y="319"/>
                        <a:pt x="2" y="328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5" name="Freeform 102"/>
                <p:cNvSpPr/>
                <p:nvPr/>
              </p:nvSpPr>
              <p:spPr bwMode="auto">
                <a:xfrm>
                  <a:off x="3345" y="2621"/>
                  <a:ext cx="77" cy="173"/>
                </a:xfrm>
                <a:custGeom>
                  <a:avLst/>
                  <a:gdLst>
                    <a:gd name="T0" fmla="*/ 67 w 77"/>
                    <a:gd name="T1" fmla="*/ 0 h 173"/>
                    <a:gd name="T2" fmla="*/ 77 w 77"/>
                    <a:gd name="T3" fmla="*/ 62 h 173"/>
                    <a:gd name="T4" fmla="*/ 62 w 77"/>
                    <a:gd name="T5" fmla="*/ 101 h 173"/>
                    <a:gd name="T6" fmla="*/ 53 w 77"/>
                    <a:gd name="T7" fmla="*/ 134 h 173"/>
                    <a:gd name="T8" fmla="*/ 33 w 77"/>
                    <a:gd name="T9" fmla="*/ 153 h 173"/>
                    <a:gd name="T10" fmla="*/ 9 w 77"/>
                    <a:gd name="T11" fmla="*/ 173 h 173"/>
                    <a:gd name="T12" fmla="*/ 0 w 77"/>
                    <a:gd name="T13" fmla="*/ 134 h 173"/>
                    <a:gd name="T14" fmla="*/ 5 w 77"/>
                    <a:gd name="T15" fmla="*/ 91 h 173"/>
                    <a:gd name="T16" fmla="*/ 19 w 77"/>
                    <a:gd name="T17" fmla="*/ 62 h 173"/>
                    <a:gd name="T18" fmla="*/ 29 w 77"/>
                    <a:gd name="T19" fmla="*/ 29 h 173"/>
                    <a:gd name="T20" fmla="*/ 67 w 77"/>
                    <a:gd name="T21" fmla="*/ 0 h 173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77"/>
                    <a:gd name="T34" fmla="*/ 0 h 173"/>
                    <a:gd name="T35" fmla="*/ 77 w 77"/>
                    <a:gd name="T36" fmla="*/ 173 h 173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77" h="173">
                      <a:moveTo>
                        <a:pt x="67" y="0"/>
                      </a:moveTo>
                      <a:lnTo>
                        <a:pt x="77" y="62"/>
                      </a:lnTo>
                      <a:lnTo>
                        <a:pt x="62" y="101"/>
                      </a:lnTo>
                      <a:lnTo>
                        <a:pt x="53" y="134"/>
                      </a:lnTo>
                      <a:lnTo>
                        <a:pt x="33" y="153"/>
                      </a:lnTo>
                      <a:lnTo>
                        <a:pt x="9" y="173"/>
                      </a:lnTo>
                      <a:lnTo>
                        <a:pt x="0" y="134"/>
                      </a:lnTo>
                      <a:lnTo>
                        <a:pt x="5" y="91"/>
                      </a:lnTo>
                      <a:lnTo>
                        <a:pt x="19" y="62"/>
                      </a:lnTo>
                      <a:lnTo>
                        <a:pt x="29" y="29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6" name="Freeform 103"/>
                <p:cNvSpPr/>
                <p:nvPr/>
              </p:nvSpPr>
              <p:spPr bwMode="auto">
                <a:xfrm>
                  <a:off x="3364" y="2573"/>
                  <a:ext cx="211" cy="302"/>
                </a:xfrm>
                <a:custGeom>
                  <a:avLst/>
                  <a:gdLst>
                    <a:gd name="T0" fmla="*/ 43 w 211"/>
                    <a:gd name="T1" fmla="*/ 43 h 302"/>
                    <a:gd name="T2" fmla="*/ 58 w 211"/>
                    <a:gd name="T3" fmla="*/ 91 h 302"/>
                    <a:gd name="T4" fmla="*/ 48 w 211"/>
                    <a:gd name="T5" fmla="*/ 144 h 302"/>
                    <a:gd name="T6" fmla="*/ 29 w 211"/>
                    <a:gd name="T7" fmla="*/ 192 h 302"/>
                    <a:gd name="T8" fmla="*/ 0 w 211"/>
                    <a:gd name="T9" fmla="*/ 225 h 302"/>
                    <a:gd name="T10" fmla="*/ 0 w 211"/>
                    <a:gd name="T11" fmla="*/ 269 h 302"/>
                    <a:gd name="T12" fmla="*/ 43 w 211"/>
                    <a:gd name="T13" fmla="*/ 297 h 302"/>
                    <a:gd name="T14" fmla="*/ 91 w 211"/>
                    <a:gd name="T15" fmla="*/ 302 h 302"/>
                    <a:gd name="T16" fmla="*/ 154 w 211"/>
                    <a:gd name="T17" fmla="*/ 269 h 302"/>
                    <a:gd name="T18" fmla="*/ 197 w 211"/>
                    <a:gd name="T19" fmla="*/ 201 h 302"/>
                    <a:gd name="T20" fmla="*/ 211 w 211"/>
                    <a:gd name="T21" fmla="*/ 134 h 302"/>
                    <a:gd name="T22" fmla="*/ 202 w 211"/>
                    <a:gd name="T23" fmla="*/ 62 h 302"/>
                    <a:gd name="T24" fmla="*/ 182 w 211"/>
                    <a:gd name="T25" fmla="*/ 19 h 302"/>
                    <a:gd name="T26" fmla="*/ 149 w 211"/>
                    <a:gd name="T27" fmla="*/ 0 h 302"/>
                    <a:gd name="T28" fmla="*/ 101 w 211"/>
                    <a:gd name="T29" fmla="*/ 0 h 302"/>
                    <a:gd name="T30" fmla="*/ 62 w 211"/>
                    <a:gd name="T31" fmla="*/ 19 h 302"/>
                    <a:gd name="T32" fmla="*/ 43 w 211"/>
                    <a:gd name="T33" fmla="*/ 43 h 30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11"/>
                    <a:gd name="T52" fmla="*/ 0 h 302"/>
                    <a:gd name="T53" fmla="*/ 211 w 211"/>
                    <a:gd name="T54" fmla="*/ 302 h 302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11" h="302">
                      <a:moveTo>
                        <a:pt x="43" y="43"/>
                      </a:moveTo>
                      <a:lnTo>
                        <a:pt x="58" y="91"/>
                      </a:lnTo>
                      <a:lnTo>
                        <a:pt x="48" y="144"/>
                      </a:lnTo>
                      <a:lnTo>
                        <a:pt x="29" y="192"/>
                      </a:lnTo>
                      <a:lnTo>
                        <a:pt x="0" y="225"/>
                      </a:lnTo>
                      <a:lnTo>
                        <a:pt x="0" y="269"/>
                      </a:lnTo>
                      <a:lnTo>
                        <a:pt x="43" y="297"/>
                      </a:lnTo>
                      <a:lnTo>
                        <a:pt x="91" y="302"/>
                      </a:lnTo>
                      <a:lnTo>
                        <a:pt x="154" y="269"/>
                      </a:lnTo>
                      <a:lnTo>
                        <a:pt x="197" y="201"/>
                      </a:lnTo>
                      <a:lnTo>
                        <a:pt x="211" y="134"/>
                      </a:lnTo>
                      <a:lnTo>
                        <a:pt x="202" y="62"/>
                      </a:lnTo>
                      <a:lnTo>
                        <a:pt x="182" y="19"/>
                      </a:lnTo>
                      <a:lnTo>
                        <a:pt x="149" y="0"/>
                      </a:lnTo>
                      <a:lnTo>
                        <a:pt x="101" y="0"/>
                      </a:lnTo>
                      <a:lnTo>
                        <a:pt x="62" y="19"/>
                      </a:lnTo>
                      <a:lnTo>
                        <a:pt x="43" y="43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5E47"/>
                    </a:gs>
                    <a:gs pos="50000">
                      <a:srgbClr val="FFCC99"/>
                    </a:gs>
                    <a:gs pos="100000">
                      <a:srgbClr val="765E47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67" name="Oval 104"/>
                <p:cNvSpPr>
                  <a:spLocks noChangeArrowheads="1"/>
                </p:cNvSpPr>
                <p:nvPr/>
              </p:nvSpPr>
              <p:spPr bwMode="auto">
                <a:xfrm rot="1109855">
                  <a:off x="3354" y="2565"/>
                  <a:ext cx="215" cy="317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68" name="Freeform 105"/>
                <p:cNvSpPr/>
                <p:nvPr/>
              </p:nvSpPr>
              <p:spPr bwMode="auto">
                <a:xfrm>
                  <a:off x="3350" y="2615"/>
                  <a:ext cx="68" cy="197"/>
                </a:xfrm>
                <a:custGeom>
                  <a:avLst/>
                  <a:gdLst>
                    <a:gd name="T0" fmla="*/ 62 w 68"/>
                    <a:gd name="T1" fmla="*/ 0 h 197"/>
                    <a:gd name="T2" fmla="*/ 67 w 68"/>
                    <a:gd name="T3" fmla="*/ 48 h 197"/>
                    <a:gd name="T4" fmla="*/ 58 w 68"/>
                    <a:gd name="T5" fmla="*/ 91 h 197"/>
                    <a:gd name="T6" fmla="*/ 48 w 68"/>
                    <a:gd name="T7" fmla="*/ 130 h 197"/>
                    <a:gd name="T8" fmla="*/ 29 w 68"/>
                    <a:gd name="T9" fmla="*/ 159 h 197"/>
                    <a:gd name="T10" fmla="*/ 0 w 68"/>
                    <a:gd name="T11" fmla="*/ 197 h 19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"/>
                    <a:gd name="T19" fmla="*/ 0 h 197"/>
                    <a:gd name="T20" fmla="*/ 68 w 68"/>
                    <a:gd name="T21" fmla="*/ 197 h 19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" h="197">
                      <a:moveTo>
                        <a:pt x="62" y="0"/>
                      </a:moveTo>
                      <a:cubicBezTo>
                        <a:pt x="65" y="16"/>
                        <a:pt x="68" y="33"/>
                        <a:pt x="67" y="48"/>
                      </a:cubicBezTo>
                      <a:cubicBezTo>
                        <a:pt x="66" y="63"/>
                        <a:pt x="61" y="77"/>
                        <a:pt x="58" y="91"/>
                      </a:cubicBezTo>
                      <a:cubicBezTo>
                        <a:pt x="55" y="105"/>
                        <a:pt x="53" y="119"/>
                        <a:pt x="48" y="130"/>
                      </a:cubicBezTo>
                      <a:cubicBezTo>
                        <a:pt x="43" y="141"/>
                        <a:pt x="37" y="148"/>
                        <a:pt x="29" y="159"/>
                      </a:cubicBezTo>
                      <a:cubicBezTo>
                        <a:pt x="21" y="170"/>
                        <a:pt x="6" y="189"/>
                        <a:pt x="0" y="197"/>
                      </a:cubicBez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ea"/>
                  </a:endParaRPr>
                </a:p>
              </p:txBody>
            </p:sp>
          </p:grpSp>
        </p:grpSp>
      </p:grpSp>
      <p:grpSp>
        <p:nvGrpSpPr>
          <p:cNvPr id="108" name="Group 106"/>
          <p:cNvGrpSpPr/>
          <p:nvPr/>
        </p:nvGrpSpPr>
        <p:grpSpPr bwMode="auto">
          <a:xfrm>
            <a:off x="5079159" y="1345583"/>
            <a:ext cx="1662112" cy="1660525"/>
            <a:chOff x="1646" y="2762"/>
            <a:chExt cx="1047" cy="1046"/>
          </a:xfrm>
        </p:grpSpPr>
        <p:sp>
          <p:nvSpPr>
            <p:cNvPr id="109" name="Freeform 107"/>
            <p:cNvSpPr/>
            <p:nvPr/>
          </p:nvSpPr>
          <p:spPr bwMode="auto">
            <a:xfrm>
              <a:off x="1657" y="2762"/>
              <a:ext cx="1033" cy="1046"/>
            </a:xfrm>
            <a:custGeom>
              <a:avLst/>
              <a:gdLst>
                <a:gd name="T0" fmla="*/ 5 w 1033"/>
                <a:gd name="T1" fmla="*/ 899 h 1046"/>
                <a:gd name="T2" fmla="*/ 441 w 1033"/>
                <a:gd name="T3" fmla="*/ 1046 h 1046"/>
                <a:gd name="T4" fmla="*/ 1033 w 1033"/>
                <a:gd name="T5" fmla="*/ 844 h 1046"/>
                <a:gd name="T6" fmla="*/ 1026 w 1033"/>
                <a:gd name="T7" fmla="*/ 656 h 1046"/>
                <a:gd name="T8" fmla="*/ 925 w 1033"/>
                <a:gd name="T9" fmla="*/ 620 h 1046"/>
                <a:gd name="T10" fmla="*/ 932 w 1033"/>
                <a:gd name="T11" fmla="*/ 671 h 1046"/>
                <a:gd name="T12" fmla="*/ 917 w 1033"/>
                <a:gd name="T13" fmla="*/ 306 h 1046"/>
                <a:gd name="T14" fmla="*/ 906 w 1033"/>
                <a:gd name="T15" fmla="*/ 230 h 1046"/>
                <a:gd name="T16" fmla="*/ 873 w 1033"/>
                <a:gd name="T17" fmla="*/ 189 h 1046"/>
                <a:gd name="T18" fmla="*/ 822 w 1033"/>
                <a:gd name="T19" fmla="*/ 146 h 1046"/>
                <a:gd name="T20" fmla="*/ 771 w 1033"/>
                <a:gd name="T21" fmla="*/ 139 h 1046"/>
                <a:gd name="T22" fmla="*/ 313 w 1033"/>
                <a:gd name="T23" fmla="*/ 0 h 1046"/>
                <a:gd name="T24" fmla="*/ 248 w 1033"/>
                <a:gd name="T25" fmla="*/ 22 h 1046"/>
                <a:gd name="T26" fmla="*/ 210 w 1033"/>
                <a:gd name="T27" fmla="*/ 54 h 1046"/>
                <a:gd name="T28" fmla="*/ 159 w 1033"/>
                <a:gd name="T29" fmla="*/ 105 h 1046"/>
                <a:gd name="T30" fmla="*/ 127 w 1033"/>
                <a:gd name="T31" fmla="*/ 163 h 1046"/>
                <a:gd name="T32" fmla="*/ 109 w 1033"/>
                <a:gd name="T33" fmla="*/ 211 h 1046"/>
                <a:gd name="T34" fmla="*/ 102 w 1033"/>
                <a:gd name="T35" fmla="*/ 255 h 1046"/>
                <a:gd name="T36" fmla="*/ 95 w 1033"/>
                <a:gd name="T37" fmla="*/ 648 h 1046"/>
                <a:gd name="T38" fmla="*/ 0 w 1033"/>
                <a:gd name="T39" fmla="*/ 691 h 1046"/>
                <a:gd name="T40" fmla="*/ 5 w 1033"/>
                <a:gd name="T41" fmla="*/ 899 h 104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033"/>
                <a:gd name="T64" fmla="*/ 0 h 1046"/>
                <a:gd name="T65" fmla="*/ 1033 w 1033"/>
                <a:gd name="T66" fmla="*/ 1046 h 104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033" h="1046">
                  <a:moveTo>
                    <a:pt x="5" y="899"/>
                  </a:moveTo>
                  <a:lnTo>
                    <a:pt x="441" y="1046"/>
                  </a:lnTo>
                  <a:lnTo>
                    <a:pt x="1033" y="844"/>
                  </a:lnTo>
                  <a:lnTo>
                    <a:pt x="1026" y="656"/>
                  </a:lnTo>
                  <a:lnTo>
                    <a:pt x="925" y="620"/>
                  </a:lnTo>
                  <a:lnTo>
                    <a:pt x="932" y="671"/>
                  </a:lnTo>
                  <a:lnTo>
                    <a:pt x="917" y="306"/>
                  </a:lnTo>
                  <a:lnTo>
                    <a:pt x="906" y="230"/>
                  </a:lnTo>
                  <a:lnTo>
                    <a:pt x="873" y="189"/>
                  </a:lnTo>
                  <a:lnTo>
                    <a:pt x="822" y="146"/>
                  </a:lnTo>
                  <a:lnTo>
                    <a:pt x="771" y="139"/>
                  </a:lnTo>
                  <a:lnTo>
                    <a:pt x="313" y="0"/>
                  </a:lnTo>
                  <a:lnTo>
                    <a:pt x="248" y="22"/>
                  </a:lnTo>
                  <a:lnTo>
                    <a:pt x="210" y="54"/>
                  </a:lnTo>
                  <a:lnTo>
                    <a:pt x="159" y="105"/>
                  </a:lnTo>
                  <a:lnTo>
                    <a:pt x="127" y="163"/>
                  </a:lnTo>
                  <a:lnTo>
                    <a:pt x="109" y="211"/>
                  </a:lnTo>
                  <a:lnTo>
                    <a:pt x="102" y="255"/>
                  </a:lnTo>
                  <a:lnTo>
                    <a:pt x="95" y="648"/>
                  </a:lnTo>
                  <a:lnTo>
                    <a:pt x="0" y="691"/>
                  </a:lnTo>
                  <a:lnTo>
                    <a:pt x="5" y="899"/>
                  </a:lnTo>
                  <a:close/>
                </a:path>
              </a:pathLst>
            </a:custGeom>
            <a:gradFill rotWithShape="0">
              <a:gsLst>
                <a:gs pos="0">
                  <a:srgbClr val="008442"/>
                </a:gs>
                <a:gs pos="100000">
                  <a:srgbClr val="00CC6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grpSp>
          <p:nvGrpSpPr>
            <p:cNvPr id="110" name="Group 108"/>
            <p:cNvGrpSpPr/>
            <p:nvPr/>
          </p:nvGrpSpPr>
          <p:grpSpPr bwMode="auto">
            <a:xfrm>
              <a:off x="1646" y="2762"/>
              <a:ext cx="1047" cy="1046"/>
              <a:chOff x="1646" y="2762"/>
              <a:chExt cx="1047" cy="1046"/>
            </a:xfrm>
          </p:grpSpPr>
          <p:sp>
            <p:nvSpPr>
              <p:cNvPr id="111" name="Freeform 109"/>
              <p:cNvSpPr/>
              <p:nvPr/>
            </p:nvSpPr>
            <p:spPr bwMode="auto">
              <a:xfrm>
                <a:off x="1646" y="3453"/>
                <a:ext cx="458" cy="157"/>
              </a:xfrm>
              <a:custGeom>
                <a:avLst/>
                <a:gdLst>
                  <a:gd name="T0" fmla="*/ 0 w 458"/>
                  <a:gd name="T1" fmla="*/ 0 h 157"/>
                  <a:gd name="T2" fmla="*/ 458 w 458"/>
                  <a:gd name="T3" fmla="*/ 157 h 157"/>
                  <a:gd name="T4" fmla="*/ 0 60000 65536"/>
                  <a:gd name="T5" fmla="*/ 0 60000 65536"/>
                  <a:gd name="T6" fmla="*/ 0 w 458"/>
                  <a:gd name="T7" fmla="*/ 0 h 157"/>
                  <a:gd name="T8" fmla="*/ 458 w 458"/>
                  <a:gd name="T9" fmla="*/ 157 h 15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58" h="157">
                    <a:moveTo>
                      <a:pt x="0" y="0"/>
                    </a:moveTo>
                    <a:lnTo>
                      <a:pt x="458" y="157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2" name="Line 110"/>
              <p:cNvSpPr>
                <a:spLocks noChangeShapeType="1"/>
              </p:cNvSpPr>
              <p:nvPr/>
            </p:nvSpPr>
            <p:spPr bwMode="auto">
              <a:xfrm flipH="1">
                <a:off x="1653" y="3460"/>
                <a:ext cx="0" cy="1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3" name="Freeform 111"/>
              <p:cNvSpPr/>
              <p:nvPr/>
            </p:nvSpPr>
            <p:spPr bwMode="auto">
              <a:xfrm>
                <a:off x="1650" y="3648"/>
                <a:ext cx="448" cy="160"/>
              </a:xfrm>
              <a:custGeom>
                <a:avLst/>
                <a:gdLst>
                  <a:gd name="T0" fmla="*/ 0 w 448"/>
                  <a:gd name="T1" fmla="*/ 0 h 160"/>
                  <a:gd name="T2" fmla="*/ 448 w 448"/>
                  <a:gd name="T3" fmla="*/ 160 h 160"/>
                  <a:gd name="T4" fmla="*/ 0 60000 65536"/>
                  <a:gd name="T5" fmla="*/ 0 60000 65536"/>
                  <a:gd name="T6" fmla="*/ 0 w 448"/>
                  <a:gd name="T7" fmla="*/ 0 h 160"/>
                  <a:gd name="T8" fmla="*/ 448 w 448"/>
                  <a:gd name="T9" fmla="*/ 160 h 1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48" h="160">
                    <a:moveTo>
                      <a:pt x="0" y="0"/>
                    </a:moveTo>
                    <a:lnTo>
                      <a:pt x="448" y="16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4" name="Line 112"/>
              <p:cNvSpPr>
                <a:spLocks noChangeShapeType="1"/>
              </p:cNvSpPr>
              <p:nvPr/>
            </p:nvSpPr>
            <p:spPr bwMode="auto">
              <a:xfrm>
                <a:off x="2098" y="3606"/>
                <a:ext cx="0" cy="20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5" name="Line 113"/>
              <p:cNvSpPr>
                <a:spLocks noChangeShapeType="1"/>
              </p:cNvSpPr>
              <p:nvPr/>
            </p:nvSpPr>
            <p:spPr bwMode="auto">
              <a:xfrm flipV="1">
                <a:off x="1646" y="3404"/>
                <a:ext cx="122" cy="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6" name="Freeform 114"/>
              <p:cNvSpPr/>
              <p:nvPr/>
            </p:nvSpPr>
            <p:spPr bwMode="auto">
              <a:xfrm>
                <a:off x="1752" y="3410"/>
                <a:ext cx="437" cy="154"/>
              </a:xfrm>
              <a:custGeom>
                <a:avLst/>
                <a:gdLst>
                  <a:gd name="T0" fmla="*/ 0 w 437"/>
                  <a:gd name="T1" fmla="*/ 0 h 154"/>
                  <a:gd name="T2" fmla="*/ 437 w 437"/>
                  <a:gd name="T3" fmla="*/ 154 h 154"/>
                  <a:gd name="T4" fmla="*/ 0 60000 65536"/>
                  <a:gd name="T5" fmla="*/ 0 60000 65536"/>
                  <a:gd name="T6" fmla="*/ 0 w 437"/>
                  <a:gd name="T7" fmla="*/ 0 h 154"/>
                  <a:gd name="T8" fmla="*/ 437 w 437"/>
                  <a:gd name="T9" fmla="*/ 154 h 1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37" h="154">
                    <a:moveTo>
                      <a:pt x="0" y="0"/>
                    </a:moveTo>
                    <a:lnTo>
                      <a:pt x="437" y="15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7" name="Freeform 115"/>
              <p:cNvSpPr/>
              <p:nvPr/>
            </p:nvSpPr>
            <p:spPr bwMode="auto">
              <a:xfrm>
                <a:off x="2098" y="3564"/>
                <a:ext cx="98" cy="46"/>
              </a:xfrm>
              <a:custGeom>
                <a:avLst/>
                <a:gdLst>
                  <a:gd name="T0" fmla="*/ 0 w 98"/>
                  <a:gd name="T1" fmla="*/ 46 h 46"/>
                  <a:gd name="T2" fmla="*/ 98 w 98"/>
                  <a:gd name="T3" fmla="*/ 0 h 46"/>
                  <a:gd name="T4" fmla="*/ 0 60000 65536"/>
                  <a:gd name="T5" fmla="*/ 0 60000 65536"/>
                  <a:gd name="T6" fmla="*/ 0 w 98"/>
                  <a:gd name="T7" fmla="*/ 0 h 46"/>
                  <a:gd name="T8" fmla="*/ 98 w 98"/>
                  <a:gd name="T9" fmla="*/ 46 h 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8" h="46">
                    <a:moveTo>
                      <a:pt x="0" y="46"/>
                    </a:moveTo>
                    <a:lnTo>
                      <a:pt x="9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8" name="Freeform 116"/>
              <p:cNvSpPr/>
              <p:nvPr/>
            </p:nvSpPr>
            <p:spPr bwMode="auto">
              <a:xfrm>
                <a:off x="2582" y="3411"/>
                <a:ext cx="101" cy="37"/>
              </a:xfrm>
              <a:custGeom>
                <a:avLst/>
                <a:gdLst>
                  <a:gd name="T0" fmla="*/ 0 w 101"/>
                  <a:gd name="T1" fmla="*/ 37 h 37"/>
                  <a:gd name="T2" fmla="*/ 101 w 101"/>
                  <a:gd name="T3" fmla="*/ 0 h 37"/>
                  <a:gd name="T4" fmla="*/ 0 60000 65536"/>
                  <a:gd name="T5" fmla="*/ 0 60000 65536"/>
                  <a:gd name="T6" fmla="*/ 0 w 101"/>
                  <a:gd name="T7" fmla="*/ 0 h 37"/>
                  <a:gd name="T8" fmla="*/ 101 w 101"/>
                  <a:gd name="T9" fmla="*/ 37 h 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01" h="37">
                    <a:moveTo>
                      <a:pt x="0" y="37"/>
                    </a:moveTo>
                    <a:lnTo>
                      <a:pt x="10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9" name="Line 117"/>
              <p:cNvSpPr>
                <a:spLocks noChangeShapeType="1"/>
              </p:cNvSpPr>
              <p:nvPr/>
            </p:nvSpPr>
            <p:spPr bwMode="auto">
              <a:xfrm>
                <a:off x="2693" y="3402"/>
                <a:ext cx="0" cy="2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0" name="Freeform 118"/>
              <p:cNvSpPr/>
              <p:nvPr/>
            </p:nvSpPr>
            <p:spPr bwMode="auto">
              <a:xfrm>
                <a:off x="2091" y="3606"/>
                <a:ext cx="602" cy="202"/>
              </a:xfrm>
              <a:custGeom>
                <a:avLst/>
                <a:gdLst>
                  <a:gd name="T0" fmla="*/ 602 w 602"/>
                  <a:gd name="T1" fmla="*/ 0 h 202"/>
                  <a:gd name="T2" fmla="*/ 0 w 602"/>
                  <a:gd name="T3" fmla="*/ 202 h 202"/>
                  <a:gd name="T4" fmla="*/ 0 60000 65536"/>
                  <a:gd name="T5" fmla="*/ 0 60000 65536"/>
                  <a:gd name="T6" fmla="*/ 0 w 602"/>
                  <a:gd name="T7" fmla="*/ 0 h 202"/>
                  <a:gd name="T8" fmla="*/ 602 w 602"/>
                  <a:gd name="T9" fmla="*/ 202 h 20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02" h="202">
                    <a:moveTo>
                      <a:pt x="602" y="0"/>
                    </a:moveTo>
                    <a:lnTo>
                      <a:pt x="0" y="20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1" name="Line 119"/>
              <p:cNvSpPr>
                <a:spLocks noChangeShapeType="1"/>
              </p:cNvSpPr>
              <p:nvPr/>
            </p:nvSpPr>
            <p:spPr bwMode="auto">
              <a:xfrm flipV="1">
                <a:off x="2578" y="3056"/>
                <a:ext cx="0" cy="39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2" name="Freeform 120"/>
              <p:cNvSpPr/>
              <p:nvPr/>
            </p:nvSpPr>
            <p:spPr bwMode="auto">
              <a:xfrm>
                <a:off x="1985" y="2762"/>
                <a:ext cx="506" cy="153"/>
              </a:xfrm>
              <a:custGeom>
                <a:avLst/>
                <a:gdLst>
                  <a:gd name="T0" fmla="*/ 0 w 506"/>
                  <a:gd name="T1" fmla="*/ 0 h 153"/>
                  <a:gd name="T2" fmla="*/ 506 w 506"/>
                  <a:gd name="T3" fmla="*/ 153 h 153"/>
                  <a:gd name="T4" fmla="*/ 0 60000 65536"/>
                  <a:gd name="T5" fmla="*/ 0 60000 65536"/>
                  <a:gd name="T6" fmla="*/ 0 w 506"/>
                  <a:gd name="T7" fmla="*/ 0 h 153"/>
                  <a:gd name="T8" fmla="*/ 506 w 506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06" h="153">
                    <a:moveTo>
                      <a:pt x="0" y="0"/>
                    </a:moveTo>
                    <a:lnTo>
                      <a:pt x="506" y="15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3" name="Line 121"/>
              <p:cNvSpPr>
                <a:spLocks noChangeShapeType="1"/>
              </p:cNvSpPr>
              <p:nvPr/>
            </p:nvSpPr>
            <p:spPr bwMode="auto">
              <a:xfrm flipV="1">
                <a:off x="1762" y="3040"/>
                <a:ext cx="0" cy="3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4" name="Freeform 122"/>
              <p:cNvSpPr/>
              <p:nvPr/>
            </p:nvSpPr>
            <p:spPr bwMode="auto">
              <a:xfrm>
                <a:off x="2581" y="3381"/>
                <a:ext cx="112" cy="25"/>
              </a:xfrm>
              <a:custGeom>
                <a:avLst/>
                <a:gdLst>
                  <a:gd name="T0" fmla="*/ 112 w 112"/>
                  <a:gd name="T1" fmla="*/ 25 h 25"/>
                  <a:gd name="T2" fmla="*/ 0 w 112"/>
                  <a:gd name="T3" fmla="*/ 0 h 25"/>
                  <a:gd name="T4" fmla="*/ 0 60000 65536"/>
                  <a:gd name="T5" fmla="*/ 0 60000 65536"/>
                  <a:gd name="T6" fmla="*/ 0 w 112"/>
                  <a:gd name="T7" fmla="*/ 0 h 25"/>
                  <a:gd name="T8" fmla="*/ 112 w 112"/>
                  <a:gd name="T9" fmla="*/ 25 h 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2" h="25">
                    <a:moveTo>
                      <a:pt x="112" y="25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5" name="Oval 123"/>
              <p:cNvSpPr>
                <a:spLocks noChangeArrowheads="1"/>
              </p:cNvSpPr>
              <p:nvPr/>
            </p:nvSpPr>
            <p:spPr bwMode="auto">
              <a:xfrm rot="1298593">
                <a:off x="2290" y="2992"/>
                <a:ext cx="206" cy="325"/>
              </a:xfrm>
              <a:prstGeom prst="ellipse">
                <a:avLst/>
              </a:prstGeom>
              <a:gradFill rotWithShape="0">
                <a:gsLst>
                  <a:gs pos="0">
                    <a:srgbClr val="005E2F"/>
                  </a:gs>
                  <a:gs pos="100000">
                    <a:srgbClr val="00CC66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26" name="Freeform 124"/>
              <p:cNvSpPr/>
              <p:nvPr/>
            </p:nvSpPr>
            <p:spPr bwMode="auto">
              <a:xfrm>
                <a:off x="2194" y="2903"/>
                <a:ext cx="385" cy="310"/>
              </a:xfrm>
              <a:custGeom>
                <a:avLst/>
                <a:gdLst>
                  <a:gd name="T0" fmla="*/ 384 w 385"/>
                  <a:gd name="T1" fmla="*/ 161 h 310"/>
                  <a:gd name="T2" fmla="*/ 379 w 385"/>
                  <a:gd name="T3" fmla="*/ 103 h 310"/>
                  <a:gd name="T4" fmla="*/ 345 w 385"/>
                  <a:gd name="T5" fmla="*/ 46 h 310"/>
                  <a:gd name="T6" fmla="*/ 297 w 385"/>
                  <a:gd name="T7" fmla="*/ 12 h 310"/>
                  <a:gd name="T8" fmla="*/ 211 w 385"/>
                  <a:gd name="T9" fmla="*/ 3 h 310"/>
                  <a:gd name="T10" fmla="*/ 144 w 385"/>
                  <a:gd name="T11" fmla="*/ 31 h 310"/>
                  <a:gd name="T12" fmla="*/ 81 w 385"/>
                  <a:gd name="T13" fmla="*/ 92 h 310"/>
                  <a:gd name="T14" fmla="*/ 38 w 385"/>
                  <a:gd name="T15" fmla="*/ 158 h 310"/>
                  <a:gd name="T16" fmla="*/ 9 w 385"/>
                  <a:gd name="T17" fmla="*/ 233 h 310"/>
                  <a:gd name="T18" fmla="*/ 0 w 385"/>
                  <a:gd name="T19" fmla="*/ 310 h 3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85"/>
                  <a:gd name="T31" fmla="*/ 0 h 310"/>
                  <a:gd name="T32" fmla="*/ 385 w 385"/>
                  <a:gd name="T33" fmla="*/ 310 h 31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85" h="310">
                    <a:moveTo>
                      <a:pt x="384" y="161"/>
                    </a:moveTo>
                    <a:cubicBezTo>
                      <a:pt x="383" y="151"/>
                      <a:pt x="385" y="122"/>
                      <a:pt x="379" y="103"/>
                    </a:cubicBezTo>
                    <a:cubicBezTo>
                      <a:pt x="373" y="84"/>
                      <a:pt x="359" y="61"/>
                      <a:pt x="345" y="46"/>
                    </a:cubicBezTo>
                    <a:cubicBezTo>
                      <a:pt x="331" y="31"/>
                      <a:pt x="319" y="19"/>
                      <a:pt x="297" y="12"/>
                    </a:cubicBezTo>
                    <a:cubicBezTo>
                      <a:pt x="275" y="5"/>
                      <a:pt x="236" y="0"/>
                      <a:pt x="211" y="3"/>
                    </a:cubicBezTo>
                    <a:cubicBezTo>
                      <a:pt x="186" y="6"/>
                      <a:pt x="166" y="16"/>
                      <a:pt x="144" y="31"/>
                    </a:cubicBezTo>
                    <a:cubicBezTo>
                      <a:pt x="122" y="46"/>
                      <a:pt x="99" y="71"/>
                      <a:pt x="81" y="92"/>
                    </a:cubicBezTo>
                    <a:cubicBezTo>
                      <a:pt x="63" y="113"/>
                      <a:pt x="50" y="134"/>
                      <a:pt x="38" y="158"/>
                    </a:cubicBezTo>
                    <a:cubicBezTo>
                      <a:pt x="26" y="182"/>
                      <a:pt x="15" y="208"/>
                      <a:pt x="9" y="233"/>
                    </a:cubicBezTo>
                    <a:cubicBezTo>
                      <a:pt x="3" y="258"/>
                      <a:pt x="2" y="294"/>
                      <a:pt x="0" y="31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7" name="Freeform 125"/>
              <p:cNvSpPr/>
              <p:nvPr/>
            </p:nvSpPr>
            <p:spPr bwMode="auto">
              <a:xfrm>
                <a:off x="1762" y="2770"/>
                <a:ext cx="230" cy="270"/>
              </a:xfrm>
              <a:custGeom>
                <a:avLst/>
                <a:gdLst>
                  <a:gd name="T0" fmla="*/ 230 w 230"/>
                  <a:gd name="T1" fmla="*/ 0 h 270"/>
                  <a:gd name="T2" fmla="*/ 150 w 230"/>
                  <a:gd name="T3" fmla="*/ 14 h 270"/>
                  <a:gd name="T4" fmla="*/ 77 w 230"/>
                  <a:gd name="T5" fmla="*/ 58 h 270"/>
                  <a:gd name="T6" fmla="*/ 33 w 230"/>
                  <a:gd name="T7" fmla="*/ 116 h 270"/>
                  <a:gd name="T8" fmla="*/ 5 w 230"/>
                  <a:gd name="T9" fmla="*/ 183 h 270"/>
                  <a:gd name="T10" fmla="*/ 0 w 230"/>
                  <a:gd name="T11" fmla="*/ 270 h 27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30"/>
                  <a:gd name="T19" fmla="*/ 0 h 270"/>
                  <a:gd name="T20" fmla="*/ 230 w 230"/>
                  <a:gd name="T21" fmla="*/ 270 h 27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30" h="270">
                    <a:moveTo>
                      <a:pt x="230" y="0"/>
                    </a:moveTo>
                    <a:cubicBezTo>
                      <a:pt x="217" y="2"/>
                      <a:pt x="176" y="4"/>
                      <a:pt x="150" y="14"/>
                    </a:cubicBezTo>
                    <a:cubicBezTo>
                      <a:pt x="124" y="24"/>
                      <a:pt x="96" y="41"/>
                      <a:pt x="77" y="58"/>
                    </a:cubicBezTo>
                    <a:cubicBezTo>
                      <a:pt x="58" y="75"/>
                      <a:pt x="45" y="95"/>
                      <a:pt x="33" y="116"/>
                    </a:cubicBezTo>
                    <a:cubicBezTo>
                      <a:pt x="21" y="137"/>
                      <a:pt x="10" y="157"/>
                      <a:pt x="5" y="183"/>
                    </a:cubicBezTo>
                    <a:cubicBezTo>
                      <a:pt x="0" y="209"/>
                      <a:pt x="1" y="252"/>
                      <a:pt x="0" y="27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8" name="Freeform 126"/>
              <p:cNvSpPr/>
              <p:nvPr/>
            </p:nvSpPr>
            <p:spPr bwMode="auto">
              <a:xfrm>
                <a:off x="2189" y="3194"/>
                <a:ext cx="3" cy="377"/>
              </a:xfrm>
              <a:custGeom>
                <a:avLst/>
                <a:gdLst>
                  <a:gd name="T0" fmla="*/ 0 w 3"/>
                  <a:gd name="T1" fmla="*/ 377 h 377"/>
                  <a:gd name="T2" fmla="*/ 3 w 3"/>
                  <a:gd name="T3" fmla="*/ 0 h 377"/>
                  <a:gd name="T4" fmla="*/ 0 60000 65536"/>
                  <a:gd name="T5" fmla="*/ 0 60000 65536"/>
                  <a:gd name="T6" fmla="*/ 0 w 3"/>
                  <a:gd name="T7" fmla="*/ 0 h 377"/>
                  <a:gd name="T8" fmla="*/ 3 w 3"/>
                  <a:gd name="T9" fmla="*/ 377 h 3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377">
                    <a:moveTo>
                      <a:pt x="0" y="377"/>
                    </a:moveTo>
                    <a:lnTo>
                      <a:pt x="3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sp>
        <p:nvSpPr>
          <p:cNvPr id="129" name="AutoShape 127"/>
          <p:cNvSpPr>
            <a:spLocks noChangeArrowheads="1"/>
          </p:cNvSpPr>
          <p:nvPr/>
        </p:nvSpPr>
        <p:spPr bwMode="auto">
          <a:xfrm>
            <a:off x="5039472" y="3159223"/>
            <a:ext cx="1741487" cy="38134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kern="0" dirty="0">
                <a:latin typeface="+mn-ea"/>
                <a:ea typeface="+mn-ea"/>
                <a:sym typeface="Symbol" panose="05050102010706020507" pitchFamily="18" charset="2"/>
              </a:rPr>
              <a:t>共面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叠加</a:t>
            </a:r>
            <a:endParaRPr kumimoji="1" lang="zh-CN" altLang="en-US" sz="20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132" name="Text Box 46"/>
          <p:cNvSpPr txBox="1">
            <a:spLocks noChangeArrowheads="1"/>
          </p:cNvSpPr>
          <p:nvPr/>
        </p:nvSpPr>
        <p:spPr bwMode="auto">
          <a:xfrm>
            <a:off x="695400" y="1879498"/>
            <a:ext cx="18181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(1)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叠加式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47" grpId="0" animBg="1"/>
      <p:bldP spid="50" grpId="0" animBg="1"/>
      <p:bldP spid="129" grpId="0" animBg="1"/>
      <p:bldP spid="1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1">
            <a:lum bright="24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248" y="3007672"/>
            <a:ext cx="2210477" cy="2366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32" y="3158278"/>
            <a:ext cx="3187280" cy="206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" name="Group 14"/>
          <p:cNvGrpSpPr/>
          <p:nvPr/>
        </p:nvGrpSpPr>
        <p:grpSpPr bwMode="auto">
          <a:xfrm>
            <a:off x="1564303" y="2978089"/>
            <a:ext cx="2684026" cy="2425822"/>
            <a:chOff x="288" y="444"/>
            <a:chExt cx="1085" cy="870"/>
          </a:xfrm>
        </p:grpSpPr>
        <p:sp>
          <p:nvSpPr>
            <p:cNvPr id="6" name="Freeform 15"/>
            <p:cNvSpPr/>
            <p:nvPr/>
          </p:nvSpPr>
          <p:spPr bwMode="auto">
            <a:xfrm>
              <a:off x="432" y="444"/>
              <a:ext cx="624" cy="476"/>
            </a:xfrm>
            <a:custGeom>
              <a:avLst/>
              <a:gdLst>
                <a:gd name="T0" fmla="*/ 242 w 624"/>
                <a:gd name="T1" fmla="*/ 476 h 476"/>
                <a:gd name="T2" fmla="*/ 0 w 624"/>
                <a:gd name="T3" fmla="*/ 194 h 476"/>
                <a:gd name="T4" fmla="*/ 624 w 624"/>
                <a:gd name="T5" fmla="*/ 0 h 476"/>
                <a:gd name="T6" fmla="*/ 242 w 624"/>
                <a:gd name="T7" fmla="*/ 476 h 4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476">
                  <a:moveTo>
                    <a:pt x="242" y="476"/>
                  </a:moveTo>
                  <a:lnTo>
                    <a:pt x="0" y="194"/>
                  </a:lnTo>
                  <a:lnTo>
                    <a:pt x="624" y="0"/>
                  </a:lnTo>
                  <a:lnTo>
                    <a:pt x="242" y="476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16"/>
            <p:cNvSpPr/>
            <p:nvPr/>
          </p:nvSpPr>
          <p:spPr bwMode="auto">
            <a:xfrm>
              <a:off x="624" y="450"/>
              <a:ext cx="749" cy="864"/>
            </a:xfrm>
            <a:custGeom>
              <a:avLst/>
              <a:gdLst>
                <a:gd name="T0" fmla="*/ 48 w 749"/>
                <a:gd name="T1" fmla="*/ 480 h 864"/>
                <a:gd name="T2" fmla="*/ 0 w 749"/>
                <a:gd name="T3" fmla="*/ 864 h 864"/>
                <a:gd name="T4" fmla="*/ 749 w 749"/>
                <a:gd name="T5" fmla="*/ 552 h 864"/>
                <a:gd name="T6" fmla="*/ 432 w 749"/>
                <a:gd name="T7" fmla="*/ 0 h 864"/>
                <a:gd name="T8" fmla="*/ 48 w 749"/>
                <a:gd name="T9" fmla="*/ 48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9" h="864">
                  <a:moveTo>
                    <a:pt x="48" y="480"/>
                  </a:moveTo>
                  <a:lnTo>
                    <a:pt x="0" y="864"/>
                  </a:lnTo>
                  <a:lnTo>
                    <a:pt x="749" y="552"/>
                  </a:lnTo>
                  <a:lnTo>
                    <a:pt x="432" y="0"/>
                  </a:lnTo>
                  <a:lnTo>
                    <a:pt x="48" y="480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17"/>
            <p:cNvSpPr/>
            <p:nvPr/>
          </p:nvSpPr>
          <p:spPr bwMode="auto">
            <a:xfrm>
              <a:off x="288" y="636"/>
              <a:ext cx="384" cy="672"/>
            </a:xfrm>
            <a:custGeom>
              <a:avLst/>
              <a:gdLst>
                <a:gd name="T0" fmla="*/ 384 w 384"/>
                <a:gd name="T1" fmla="*/ 288 h 672"/>
                <a:gd name="T2" fmla="*/ 144 w 384"/>
                <a:gd name="T3" fmla="*/ 0 h 672"/>
                <a:gd name="T4" fmla="*/ 0 w 384"/>
                <a:gd name="T5" fmla="*/ 240 h 672"/>
                <a:gd name="T6" fmla="*/ 336 w 384"/>
                <a:gd name="T7" fmla="*/ 672 h 672"/>
                <a:gd name="T8" fmla="*/ 384 w 384"/>
                <a:gd name="T9" fmla="*/ 288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672">
                  <a:moveTo>
                    <a:pt x="384" y="288"/>
                  </a:moveTo>
                  <a:lnTo>
                    <a:pt x="144" y="0"/>
                  </a:lnTo>
                  <a:lnTo>
                    <a:pt x="0" y="240"/>
                  </a:lnTo>
                  <a:lnTo>
                    <a:pt x="336" y="672"/>
                  </a:lnTo>
                  <a:lnTo>
                    <a:pt x="384" y="288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Text Box 46"/>
          <p:cNvSpPr txBox="1">
            <a:spLocks noChangeArrowheads="1"/>
          </p:cNvSpPr>
          <p:nvPr/>
        </p:nvSpPr>
        <p:spPr bwMode="auto">
          <a:xfrm>
            <a:off x="695400" y="1879498"/>
            <a:ext cx="18181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(2)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切割式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3366625" y="3068960"/>
            <a:ext cx="1203325" cy="1281113"/>
            <a:chOff x="1604778" y="2562225"/>
            <a:chExt cx="1203325" cy="1281113"/>
          </a:xfrm>
        </p:grpSpPr>
        <p:grpSp>
          <p:nvGrpSpPr>
            <p:cNvPr id="3" name="Group 127"/>
            <p:cNvGrpSpPr/>
            <p:nvPr/>
          </p:nvGrpSpPr>
          <p:grpSpPr bwMode="auto">
            <a:xfrm>
              <a:off x="1604778" y="2680465"/>
              <a:ext cx="1203325" cy="1084263"/>
              <a:chOff x="1250" y="1491"/>
              <a:chExt cx="758" cy="683"/>
            </a:xfrm>
          </p:grpSpPr>
          <p:sp>
            <p:nvSpPr>
              <p:cNvPr id="6" name="Oval 129"/>
              <p:cNvSpPr>
                <a:spLocks noChangeArrowheads="1"/>
              </p:cNvSpPr>
              <p:nvPr/>
            </p:nvSpPr>
            <p:spPr bwMode="auto">
              <a:xfrm>
                <a:off x="1500" y="1561"/>
                <a:ext cx="258" cy="25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Arc 131"/>
              <p:cNvSpPr/>
              <p:nvPr/>
            </p:nvSpPr>
            <p:spPr bwMode="auto">
              <a:xfrm>
                <a:off x="1426" y="1491"/>
                <a:ext cx="408" cy="195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</a:path>
                  <a:path w="43198" h="21600" stroke="0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  <a:lnTo>
                      <a:pt x="21598" y="21600"/>
                    </a:lnTo>
                    <a:lnTo>
                      <a:pt x="0" y="21274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Freeform 132"/>
              <p:cNvSpPr/>
              <p:nvPr/>
            </p:nvSpPr>
            <p:spPr bwMode="auto">
              <a:xfrm>
                <a:off x="1250" y="1682"/>
                <a:ext cx="758" cy="492"/>
              </a:xfrm>
              <a:custGeom>
                <a:avLst/>
                <a:gdLst>
                  <a:gd name="T0" fmla="*/ 176 w 758"/>
                  <a:gd name="T1" fmla="*/ 0 h 492"/>
                  <a:gd name="T2" fmla="*/ 176 w 758"/>
                  <a:gd name="T3" fmla="*/ 248 h 492"/>
                  <a:gd name="T4" fmla="*/ 0 w 758"/>
                  <a:gd name="T5" fmla="*/ 248 h 492"/>
                  <a:gd name="T6" fmla="*/ 0 w 758"/>
                  <a:gd name="T7" fmla="*/ 492 h 492"/>
                  <a:gd name="T8" fmla="*/ 758 w 758"/>
                  <a:gd name="T9" fmla="*/ 492 h 492"/>
                  <a:gd name="T10" fmla="*/ 758 w 758"/>
                  <a:gd name="T11" fmla="*/ 248 h 492"/>
                  <a:gd name="T12" fmla="*/ 584 w 758"/>
                  <a:gd name="T13" fmla="*/ 248 h 492"/>
                  <a:gd name="T14" fmla="*/ 584 w 758"/>
                  <a:gd name="T15" fmla="*/ 0 h 4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8"/>
                  <a:gd name="T25" fmla="*/ 0 h 492"/>
                  <a:gd name="T26" fmla="*/ 758 w 758"/>
                  <a:gd name="T27" fmla="*/ 492 h 4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8" h="492">
                    <a:moveTo>
                      <a:pt x="176" y="0"/>
                    </a:moveTo>
                    <a:lnTo>
                      <a:pt x="176" y="248"/>
                    </a:lnTo>
                    <a:lnTo>
                      <a:pt x="0" y="248"/>
                    </a:lnTo>
                    <a:lnTo>
                      <a:pt x="0" y="492"/>
                    </a:lnTo>
                    <a:lnTo>
                      <a:pt x="758" y="492"/>
                    </a:lnTo>
                    <a:lnTo>
                      <a:pt x="758" y="248"/>
                    </a:lnTo>
                    <a:lnTo>
                      <a:pt x="584" y="248"/>
                    </a:lnTo>
                    <a:lnTo>
                      <a:pt x="58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54" t="28675" r="55585" b="19211"/>
            <a:stretch>
              <a:fillRect/>
            </a:stretch>
          </p:blipFill>
          <p:spPr>
            <a:xfrm>
              <a:off x="1814513" y="2895600"/>
              <a:ext cx="776287" cy="176214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06" t="25880" r="37629" b="22005"/>
            <a:stretch>
              <a:fillRect/>
            </a:stretch>
          </p:blipFill>
          <p:spPr>
            <a:xfrm rot="5400000">
              <a:off x="1576386" y="3114676"/>
              <a:ext cx="1281113" cy="176211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9026484" y="3188023"/>
            <a:ext cx="1203325" cy="1228180"/>
            <a:chOff x="1604778" y="2615158"/>
            <a:chExt cx="1203325" cy="1228180"/>
          </a:xfrm>
        </p:grpSpPr>
        <p:grpSp>
          <p:nvGrpSpPr>
            <p:cNvPr id="10" name="Group 127"/>
            <p:cNvGrpSpPr/>
            <p:nvPr/>
          </p:nvGrpSpPr>
          <p:grpSpPr bwMode="auto">
            <a:xfrm>
              <a:off x="1604778" y="2680465"/>
              <a:ext cx="1203325" cy="1084263"/>
              <a:chOff x="1250" y="1491"/>
              <a:chExt cx="758" cy="683"/>
            </a:xfrm>
          </p:grpSpPr>
          <p:sp>
            <p:nvSpPr>
              <p:cNvPr id="13" name="Oval 129"/>
              <p:cNvSpPr>
                <a:spLocks noChangeArrowheads="1"/>
              </p:cNvSpPr>
              <p:nvPr/>
            </p:nvSpPr>
            <p:spPr bwMode="auto">
              <a:xfrm>
                <a:off x="1500" y="1561"/>
                <a:ext cx="258" cy="25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Arc 131"/>
              <p:cNvSpPr/>
              <p:nvPr/>
            </p:nvSpPr>
            <p:spPr bwMode="auto">
              <a:xfrm>
                <a:off x="1426" y="1491"/>
                <a:ext cx="408" cy="195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</a:path>
                  <a:path w="43198" h="21600" stroke="0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  <a:lnTo>
                      <a:pt x="21598" y="21600"/>
                    </a:lnTo>
                    <a:lnTo>
                      <a:pt x="0" y="21274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132"/>
              <p:cNvSpPr/>
              <p:nvPr/>
            </p:nvSpPr>
            <p:spPr bwMode="auto">
              <a:xfrm>
                <a:off x="1250" y="1682"/>
                <a:ext cx="758" cy="492"/>
              </a:xfrm>
              <a:custGeom>
                <a:avLst/>
                <a:gdLst>
                  <a:gd name="T0" fmla="*/ 176 w 758"/>
                  <a:gd name="T1" fmla="*/ 0 h 492"/>
                  <a:gd name="T2" fmla="*/ 176 w 758"/>
                  <a:gd name="T3" fmla="*/ 248 h 492"/>
                  <a:gd name="T4" fmla="*/ 0 w 758"/>
                  <a:gd name="T5" fmla="*/ 248 h 492"/>
                  <a:gd name="T6" fmla="*/ 0 w 758"/>
                  <a:gd name="T7" fmla="*/ 492 h 492"/>
                  <a:gd name="T8" fmla="*/ 758 w 758"/>
                  <a:gd name="T9" fmla="*/ 492 h 492"/>
                  <a:gd name="T10" fmla="*/ 758 w 758"/>
                  <a:gd name="T11" fmla="*/ 248 h 492"/>
                  <a:gd name="T12" fmla="*/ 584 w 758"/>
                  <a:gd name="T13" fmla="*/ 248 h 492"/>
                  <a:gd name="T14" fmla="*/ 584 w 758"/>
                  <a:gd name="T15" fmla="*/ 0 h 4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8"/>
                  <a:gd name="T25" fmla="*/ 0 h 492"/>
                  <a:gd name="T26" fmla="*/ 758 w 758"/>
                  <a:gd name="T27" fmla="*/ 492 h 4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8" h="492">
                    <a:moveTo>
                      <a:pt x="176" y="0"/>
                    </a:moveTo>
                    <a:lnTo>
                      <a:pt x="176" y="248"/>
                    </a:lnTo>
                    <a:lnTo>
                      <a:pt x="0" y="248"/>
                    </a:lnTo>
                    <a:lnTo>
                      <a:pt x="0" y="492"/>
                    </a:lnTo>
                    <a:lnTo>
                      <a:pt x="758" y="492"/>
                    </a:lnTo>
                    <a:lnTo>
                      <a:pt x="758" y="248"/>
                    </a:lnTo>
                    <a:lnTo>
                      <a:pt x="584" y="248"/>
                    </a:lnTo>
                    <a:lnTo>
                      <a:pt x="58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54" t="28675" r="55585" b="19211"/>
            <a:stretch>
              <a:fillRect/>
            </a:stretch>
          </p:blipFill>
          <p:spPr>
            <a:xfrm>
              <a:off x="1814513" y="2895600"/>
              <a:ext cx="776287" cy="17621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04" t="33717" r="40380" b="22005"/>
            <a:stretch>
              <a:fillRect/>
            </a:stretch>
          </p:blipFill>
          <p:spPr>
            <a:xfrm rot="5400000">
              <a:off x="1589604" y="3154391"/>
              <a:ext cx="1228180" cy="14971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7293087" y="3173735"/>
            <a:ext cx="1203325" cy="1242468"/>
            <a:chOff x="1604778" y="2600870"/>
            <a:chExt cx="1203325" cy="1242468"/>
          </a:xfrm>
        </p:grpSpPr>
        <p:grpSp>
          <p:nvGrpSpPr>
            <p:cNvPr id="18" name="Group 127"/>
            <p:cNvGrpSpPr/>
            <p:nvPr/>
          </p:nvGrpSpPr>
          <p:grpSpPr bwMode="auto">
            <a:xfrm>
              <a:off x="1604778" y="2680465"/>
              <a:ext cx="1203325" cy="1084263"/>
              <a:chOff x="1250" y="1491"/>
              <a:chExt cx="758" cy="683"/>
            </a:xfrm>
          </p:grpSpPr>
          <p:sp>
            <p:nvSpPr>
              <p:cNvPr id="21" name="Oval 129"/>
              <p:cNvSpPr>
                <a:spLocks noChangeArrowheads="1"/>
              </p:cNvSpPr>
              <p:nvPr/>
            </p:nvSpPr>
            <p:spPr bwMode="auto">
              <a:xfrm>
                <a:off x="1500" y="1561"/>
                <a:ext cx="258" cy="25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Arc 131"/>
              <p:cNvSpPr/>
              <p:nvPr/>
            </p:nvSpPr>
            <p:spPr bwMode="auto">
              <a:xfrm>
                <a:off x="1426" y="1491"/>
                <a:ext cx="408" cy="195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</a:path>
                  <a:path w="43198" h="21600" stroke="0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  <a:lnTo>
                      <a:pt x="21598" y="21600"/>
                    </a:lnTo>
                    <a:lnTo>
                      <a:pt x="0" y="21274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132"/>
              <p:cNvSpPr/>
              <p:nvPr/>
            </p:nvSpPr>
            <p:spPr bwMode="auto">
              <a:xfrm>
                <a:off x="1250" y="1682"/>
                <a:ext cx="758" cy="492"/>
              </a:xfrm>
              <a:custGeom>
                <a:avLst/>
                <a:gdLst>
                  <a:gd name="T0" fmla="*/ 176 w 758"/>
                  <a:gd name="T1" fmla="*/ 0 h 492"/>
                  <a:gd name="T2" fmla="*/ 176 w 758"/>
                  <a:gd name="T3" fmla="*/ 248 h 492"/>
                  <a:gd name="T4" fmla="*/ 0 w 758"/>
                  <a:gd name="T5" fmla="*/ 248 h 492"/>
                  <a:gd name="T6" fmla="*/ 0 w 758"/>
                  <a:gd name="T7" fmla="*/ 492 h 492"/>
                  <a:gd name="T8" fmla="*/ 758 w 758"/>
                  <a:gd name="T9" fmla="*/ 492 h 492"/>
                  <a:gd name="T10" fmla="*/ 758 w 758"/>
                  <a:gd name="T11" fmla="*/ 248 h 492"/>
                  <a:gd name="T12" fmla="*/ 584 w 758"/>
                  <a:gd name="T13" fmla="*/ 248 h 492"/>
                  <a:gd name="T14" fmla="*/ 584 w 758"/>
                  <a:gd name="T15" fmla="*/ 0 h 4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8"/>
                  <a:gd name="T25" fmla="*/ 0 h 492"/>
                  <a:gd name="T26" fmla="*/ 758 w 758"/>
                  <a:gd name="T27" fmla="*/ 492 h 4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8" h="492">
                    <a:moveTo>
                      <a:pt x="176" y="0"/>
                    </a:moveTo>
                    <a:lnTo>
                      <a:pt x="176" y="248"/>
                    </a:lnTo>
                    <a:lnTo>
                      <a:pt x="0" y="248"/>
                    </a:lnTo>
                    <a:lnTo>
                      <a:pt x="0" y="492"/>
                    </a:lnTo>
                    <a:lnTo>
                      <a:pt x="758" y="492"/>
                    </a:lnTo>
                    <a:lnTo>
                      <a:pt x="758" y="248"/>
                    </a:lnTo>
                    <a:lnTo>
                      <a:pt x="584" y="248"/>
                    </a:lnTo>
                    <a:lnTo>
                      <a:pt x="58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9" name="图片 1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54" t="28675" r="55585" b="19211"/>
            <a:stretch>
              <a:fillRect/>
            </a:stretch>
          </p:blipFill>
          <p:spPr>
            <a:xfrm>
              <a:off x="1814513" y="2895600"/>
              <a:ext cx="776287" cy="17621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903" t="39397" r="40152" b="22004"/>
            <a:stretch>
              <a:fillRect/>
            </a:stretch>
          </p:blipFill>
          <p:spPr>
            <a:xfrm rot="5400000">
              <a:off x="1572858" y="3156848"/>
              <a:ext cx="1242468" cy="130511"/>
            </a:xfrm>
            <a:prstGeom prst="rect">
              <a:avLst/>
            </a:prstGeom>
          </p:spPr>
        </p:pic>
      </p:grpSp>
      <p:grpSp>
        <p:nvGrpSpPr>
          <p:cNvPr id="24" name="组合 23"/>
          <p:cNvGrpSpPr/>
          <p:nvPr/>
        </p:nvGrpSpPr>
        <p:grpSpPr>
          <a:xfrm>
            <a:off x="1584772" y="3068960"/>
            <a:ext cx="1203325" cy="1281113"/>
            <a:chOff x="1604778" y="2562225"/>
            <a:chExt cx="1203325" cy="1281113"/>
          </a:xfrm>
        </p:grpSpPr>
        <p:grpSp>
          <p:nvGrpSpPr>
            <p:cNvPr id="25" name="Group 127"/>
            <p:cNvGrpSpPr/>
            <p:nvPr/>
          </p:nvGrpSpPr>
          <p:grpSpPr bwMode="auto">
            <a:xfrm>
              <a:off x="1604778" y="2680465"/>
              <a:ext cx="1203325" cy="1084263"/>
              <a:chOff x="1250" y="1491"/>
              <a:chExt cx="758" cy="683"/>
            </a:xfrm>
          </p:grpSpPr>
          <p:sp>
            <p:nvSpPr>
              <p:cNvPr id="28" name="Oval 129"/>
              <p:cNvSpPr>
                <a:spLocks noChangeArrowheads="1"/>
              </p:cNvSpPr>
              <p:nvPr/>
            </p:nvSpPr>
            <p:spPr bwMode="auto">
              <a:xfrm>
                <a:off x="1500" y="1561"/>
                <a:ext cx="258" cy="258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Arc 131"/>
              <p:cNvSpPr/>
              <p:nvPr/>
            </p:nvSpPr>
            <p:spPr bwMode="auto">
              <a:xfrm>
                <a:off x="1426" y="1491"/>
                <a:ext cx="408" cy="195"/>
              </a:xfrm>
              <a:custGeom>
                <a:avLst/>
                <a:gdLst>
                  <a:gd name="T0" fmla="*/ 0 w 43198"/>
                  <a:gd name="T1" fmla="*/ 0 h 21600"/>
                  <a:gd name="T2" fmla="*/ 0 w 43198"/>
                  <a:gd name="T3" fmla="*/ 0 h 21600"/>
                  <a:gd name="T4" fmla="*/ 0 w 4319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8"/>
                  <a:gd name="T10" fmla="*/ 0 h 21600"/>
                  <a:gd name="T11" fmla="*/ 43198 w 4319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8" h="21600" fill="none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</a:path>
                  <a:path w="43198" h="21600" stroke="0" extrusionOk="0">
                    <a:moveTo>
                      <a:pt x="0" y="21274"/>
                    </a:moveTo>
                    <a:cubicBezTo>
                      <a:pt x="178" y="9473"/>
                      <a:pt x="9795" y="-1"/>
                      <a:pt x="21598" y="0"/>
                    </a:cubicBezTo>
                    <a:cubicBezTo>
                      <a:pt x="33527" y="0"/>
                      <a:pt x="43198" y="9670"/>
                      <a:pt x="43198" y="21600"/>
                    </a:cubicBezTo>
                    <a:lnTo>
                      <a:pt x="21598" y="21600"/>
                    </a:lnTo>
                    <a:lnTo>
                      <a:pt x="0" y="21274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132"/>
              <p:cNvSpPr/>
              <p:nvPr/>
            </p:nvSpPr>
            <p:spPr bwMode="auto">
              <a:xfrm>
                <a:off x="1250" y="1682"/>
                <a:ext cx="758" cy="492"/>
              </a:xfrm>
              <a:custGeom>
                <a:avLst/>
                <a:gdLst>
                  <a:gd name="T0" fmla="*/ 176 w 758"/>
                  <a:gd name="T1" fmla="*/ 0 h 492"/>
                  <a:gd name="T2" fmla="*/ 176 w 758"/>
                  <a:gd name="T3" fmla="*/ 248 h 492"/>
                  <a:gd name="T4" fmla="*/ 0 w 758"/>
                  <a:gd name="T5" fmla="*/ 248 h 492"/>
                  <a:gd name="T6" fmla="*/ 0 w 758"/>
                  <a:gd name="T7" fmla="*/ 492 h 492"/>
                  <a:gd name="T8" fmla="*/ 758 w 758"/>
                  <a:gd name="T9" fmla="*/ 492 h 492"/>
                  <a:gd name="T10" fmla="*/ 758 w 758"/>
                  <a:gd name="T11" fmla="*/ 248 h 492"/>
                  <a:gd name="T12" fmla="*/ 584 w 758"/>
                  <a:gd name="T13" fmla="*/ 248 h 492"/>
                  <a:gd name="T14" fmla="*/ 584 w 758"/>
                  <a:gd name="T15" fmla="*/ 0 h 4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58"/>
                  <a:gd name="T25" fmla="*/ 0 h 492"/>
                  <a:gd name="T26" fmla="*/ 758 w 758"/>
                  <a:gd name="T27" fmla="*/ 492 h 49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58" h="492">
                    <a:moveTo>
                      <a:pt x="176" y="0"/>
                    </a:moveTo>
                    <a:lnTo>
                      <a:pt x="176" y="248"/>
                    </a:lnTo>
                    <a:lnTo>
                      <a:pt x="0" y="248"/>
                    </a:lnTo>
                    <a:lnTo>
                      <a:pt x="0" y="492"/>
                    </a:lnTo>
                    <a:lnTo>
                      <a:pt x="758" y="492"/>
                    </a:lnTo>
                    <a:lnTo>
                      <a:pt x="758" y="248"/>
                    </a:lnTo>
                    <a:lnTo>
                      <a:pt x="584" y="248"/>
                    </a:lnTo>
                    <a:lnTo>
                      <a:pt x="584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6" name="图片 2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954" t="28675" r="55585" b="19211"/>
            <a:stretch>
              <a:fillRect/>
            </a:stretch>
          </p:blipFill>
          <p:spPr>
            <a:xfrm>
              <a:off x="1814513" y="2895600"/>
              <a:ext cx="776287" cy="176214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06" t="25880" r="37629" b="22005"/>
            <a:stretch>
              <a:fillRect/>
            </a:stretch>
          </p:blipFill>
          <p:spPr>
            <a:xfrm rot="5400000">
              <a:off x="1576386" y="3114676"/>
              <a:ext cx="1281113" cy="176211"/>
            </a:xfrm>
            <a:prstGeom prst="rect">
              <a:avLst/>
            </a:prstGeom>
          </p:spPr>
        </p:pic>
      </p:grpSp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799903" y="1781545"/>
            <a:ext cx="23326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不共面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110"/>
          <p:cNvSpPr>
            <a:spLocks noChangeShapeType="1"/>
          </p:cNvSpPr>
          <p:nvPr/>
        </p:nvSpPr>
        <p:spPr bwMode="auto">
          <a:xfrm>
            <a:off x="7559109" y="3948684"/>
            <a:ext cx="6477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Text Box 111"/>
          <p:cNvSpPr txBox="1">
            <a:spLocks noChangeArrowheads="1"/>
          </p:cNvSpPr>
          <p:nvPr/>
        </p:nvSpPr>
        <p:spPr bwMode="auto">
          <a:xfrm>
            <a:off x="2391685" y="5558278"/>
            <a:ext cx="1309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  <a:r>
              <a:rPr lang="zh-CN" altLang="en-US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共面</a:t>
            </a:r>
            <a:endParaRPr lang="zh-CN" altLang="en-US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 Box 112"/>
          <p:cNvSpPr txBox="1">
            <a:spLocks noChangeArrowheads="1"/>
          </p:cNvSpPr>
          <p:nvPr/>
        </p:nvSpPr>
        <p:spPr bwMode="auto">
          <a:xfrm>
            <a:off x="7895483" y="5632376"/>
            <a:ext cx="16450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(b) </a:t>
            </a:r>
            <a:r>
              <a:rPr lang="zh-CN" altLang="en-US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不共面</a:t>
            </a:r>
            <a:endParaRPr lang="zh-CN" altLang="en-US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113"/>
          <p:cNvSpPr>
            <a:spLocks noChangeShapeType="1"/>
          </p:cNvSpPr>
          <p:nvPr/>
        </p:nvSpPr>
        <p:spPr bwMode="auto">
          <a:xfrm>
            <a:off x="9299009" y="3945509"/>
            <a:ext cx="6508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Line 167"/>
          <p:cNvSpPr>
            <a:spLocks noChangeShapeType="1"/>
          </p:cNvSpPr>
          <p:nvPr/>
        </p:nvSpPr>
        <p:spPr bwMode="auto">
          <a:xfrm flipH="1">
            <a:off x="2215006" y="2935496"/>
            <a:ext cx="3296204" cy="9549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Line 168"/>
          <p:cNvSpPr>
            <a:spLocks noChangeShapeType="1"/>
          </p:cNvSpPr>
          <p:nvPr/>
        </p:nvSpPr>
        <p:spPr bwMode="auto">
          <a:xfrm flipH="1">
            <a:off x="3816795" y="2935495"/>
            <a:ext cx="2079816" cy="954966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Line 169"/>
          <p:cNvSpPr>
            <a:spLocks noChangeShapeType="1"/>
          </p:cNvSpPr>
          <p:nvPr/>
        </p:nvSpPr>
        <p:spPr bwMode="auto">
          <a:xfrm>
            <a:off x="6106346" y="2937084"/>
            <a:ext cx="1659138" cy="10004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 Box 170"/>
          <p:cNvSpPr txBox="1">
            <a:spLocks noChangeArrowheads="1"/>
          </p:cNvSpPr>
          <p:nvPr/>
        </p:nvSpPr>
        <p:spPr bwMode="auto">
          <a:xfrm>
            <a:off x="5015880" y="2494110"/>
            <a:ext cx="1763712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前面无粗实线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586360" y="4564384"/>
            <a:ext cx="1190625" cy="890591"/>
            <a:chOff x="1606366" y="4057649"/>
            <a:chExt cx="1190625" cy="890591"/>
          </a:xfrm>
        </p:grpSpPr>
        <p:grpSp>
          <p:nvGrpSpPr>
            <p:cNvPr id="44" name="Group 114"/>
            <p:cNvGrpSpPr/>
            <p:nvPr/>
          </p:nvGrpSpPr>
          <p:grpSpPr bwMode="auto">
            <a:xfrm>
              <a:off x="1606366" y="4126676"/>
              <a:ext cx="1190625" cy="730250"/>
              <a:chOff x="1251" y="2402"/>
              <a:chExt cx="750" cy="460"/>
            </a:xfrm>
          </p:grpSpPr>
          <p:sp>
            <p:nvSpPr>
              <p:cNvPr id="46" name="Line 115"/>
              <p:cNvSpPr>
                <a:spLocks noChangeShapeType="1"/>
              </p:cNvSpPr>
              <p:nvPr/>
            </p:nvSpPr>
            <p:spPr bwMode="auto">
              <a:xfrm>
                <a:off x="1422" y="2402"/>
                <a:ext cx="0" cy="4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116"/>
              <p:cNvSpPr>
                <a:spLocks noChangeShapeType="1"/>
              </p:cNvSpPr>
              <p:nvPr/>
            </p:nvSpPr>
            <p:spPr bwMode="auto">
              <a:xfrm>
                <a:off x="1826" y="2406"/>
                <a:ext cx="0" cy="4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117"/>
              <p:cNvSpPr>
                <a:spLocks noChangeShapeType="1"/>
              </p:cNvSpPr>
              <p:nvPr/>
            </p:nvSpPr>
            <p:spPr bwMode="auto">
              <a:xfrm>
                <a:off x="1498" y="2402"/>
                <a:ext cx="0" cy="45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118"/>
              <p:cNvSpPr>
                <a:spLocks noChangeShapeType="1"/>
              </p:cNvSpPr>
              <p:nvPr/>
            </p:nvSpPr>
            <p:spPr bwMode="auto">
              <a:xfrm>
                <a:off x="1754" y="2402"/>
                <a:ext cx="0" cy="4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Rectangle 120"/>
              <p:cNvSpPr>
                <a:spLocks noChangeArrowheads="1"/>
              </p:cNvSpPr>
              <p:nvPr/>
            </p:nvSpPr>
            <p:spPr bwMode="auto">
              <a:xfrm>
                <a:off x="1251" y="2406"/>
                <a:ext cx="750" cy="453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5" name="图片 4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36" t="43017" r="33167" b="22004"/>
            <a:stretch>
              <a:fillRect/>
            </a:stretch>
          </p:blipFill>
          <p:spPr>
            <a:xfrm rot="5400000">
              <a:off x="1743469" y="4443810"/>
              <a:ext cx="890591" cy="118270"/>
            </a:xfrm>
            <a:prstGeom prst="rect">
              <a:avLst/>
            </a:prstGeom>
          </p:spPr>
        </p:pic>
      </p:grpSp>
      <p:grpSp>
        <p:nvGrpSpPr>
          <p:cNvPr id="51" name="组合 50"/>
          <p:cNvGrpSpPr/>
          <p:nvPr/>
        </p:nvGrpSpPr>
        <p:grpSpPr>
          <a:xfrm>
            <a:off x="3350072" y="4577849"/>
            <a:ext cx="1222375" cy="890591"/>
            <a:chOff x="3370078" y="4071114"/>
            <a:chExt cx="1222375" cy="890591"/>
          </a:xfrm>
        </p:grpSpPr>
        <p:grpSp>
          <p:nvGrpSpPr>
            <p:cNvPr id="52" name="Group 157"/>
            <p:cNvGrpSpPr/>
            <p:nvPr/>
          </p:nvGrpSpPr>
          <p:grpSpPr bwMode="auto">
            <a:xfrm>
              <a:off x="3370078" y="4113978"/>
              <a:ext cx="1222375" cy="795338"/>
              <a:chOff x="2010" y="2394"/>
              <a:chExt cx="770" cy="501"/>
            </a:xfrm>
          </p:grpSpPr>
          <p:sp>
            <p:nvSpPr>
              <p:cNvPr id="54" name="Line 158"/>
              <p:cNvSpPr>
                <a:spLocks noChangeShapeType="1"/>
              </p:cNvSpPr>
              <p:nvPr/>
            </p:nvSpPr>
            <p:spPr bwMode="auto">
              <a:xfrm>
                <a:off x="2192" y="2403"/>
                <a:ext cx="0" cy="4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159"/>
              <p:cNvSpPr>
                <a:spLocks noChangeShapeType="1"/>
              </p:cNvSpPr>
              <p:nvPr/>
            </p:nvSpPr>
            <p:spPr bwMode="auto">
              <a:xfrm>
                <a:off x="2596" y="2407"/>
                <a:ext cx="0" cy="44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160"/>
              <p:cNvSpPr>
                <a:spLocks noChangeShapeType="1"/>
              </p:cNvSpPr>
              <p:nvPr/>
            </p:nvSpPr>
            <p:spPr bwMode="auto">
              <a:xfrm>
                <a:off x="2268" y="2403"/>
                <a:ext cx="0" cy="4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161"/>
              <p:cNvSpPr>
                <a:spLocks noChangeShapeType="1"/>
              </p:cNvSpPr>
              <p:nvPr/>
            </p:nvSpPr>
            <p:spPr bwMode="auto">
              <a:xfrm>
                <a:off x="2524" y="2403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Arc 163"/>
              <p:cNvSpPr/>
              <p:nvPr/>
            </p:nvSpPr>
            <p:spPr bwMode="auto">
              <a:xfrm flipV="1">
                <a:off x="2017" y="2394"/>
                <a:ext cx="756" cy="501"/>
              </a:xfrm>
              <a:custGeom>
                <a:avLst/>
                <a:gdLst>
                  <a:gd name="T0" fmla="*/ 0 w 32625"/>
                  <a:gd name="T1" fmla="*/ 0 h 21600"/>
                  <a:gd name="T2" fmla="*/ 0 w 32625"/>
                  <a:gd name="T3" fmla="*/ 0 h 21600"/>
                  <a:gd name="T4" fmla="*/ 0 w 3262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2625"/>
                  <a:gd name="T10" fmla="*/ 0 h 21600"/>
                  <a:gd name="T11" fmla="*/ 32625 w 3262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625" h="21600" fill="none" extrusionOk="0">
                    <a:moveTo>
                      <a:pt x="-1" y="7790"/>
                    </a:moveTo>
                    <a:cubicBezTo>
                      <a:pt x="4103" y="2854"/>
                      <a:pt x="10189" y="-1"/>
                      <a:pt x="16609" y="0"/>
                    </a:cubicBezTo>
                    <a:cubicBezTo>
                      <a:pt x="22711" y="0"/>
                      <a:pt x="28530" y="2581"/>
                      <a:pt x="32625" y="7106"/>
                    </a:cubicBezTo>
                  </a:path>
                  <a:path w="32625" h="21600" stroke="0" extrusionOk="0">
                    <a:moveTo>
                      <a:pt x="-1" y="7790"/>
                    </a:moveTo>
                    <a:cubicBezTo>
                      <a:pt x="4103" y="2854"/>
                      <a:pt x="10189" y="-1"/>
                      <a:pt x="16609" y="0"/>
                    </a:cubicBezTo>
                    <a:cubicBezTo>
                      <a:pt x="22711" y="0"/>
                      <a:pt x="28530" y="2581"/>
                      <a:pt x="32625" y="7106"/>
                    </a:cubicBezTo>
                    <a:lnTo>
                      <a:pt x="16609" y="21600"/>
                    </a:lnTo>
                    <a:lnTo>
                      <a:pt x="-1" y="779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164"/>
              <p:cNvSpPr>
                <a:spLocks noChangeShapeType="1"/>
              </p:cNvSpPr>
              <p:nvPr/>
            </p:nvSpPr>
            <p:spPr bwMode="auto">
              <a:xfrm flipV="1">
                <a:off x="2016" y="2404"/>
                <a:ext cx="0" cy="31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165"/>
              <p:cNvSpPr>
                <a:spLocks noChangeShapeType="1"/>
              </p:cNvSpPr>
              <p:nvPr/>
            </p:nvSpPr>
            <p:spPr bwMode="auto">
              <a:xfrm>
                <a:off x="2010" y="2408"/>
                <a:ext cx="77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166"/>
              <p:cNvSpPr>
                <a:spLocks noChangeShapeType="1"/>
              </p:cNvSpPr>
              <p:nvPr/>
            </p:nvSpPr>
            <p:spPr bwMode="auto">
              <a:xfrm flipV="1">
                <a:off x="2772" y="2408"/>
                <a:ext cx="0" cy="32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3" name="图片 5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36" t="43017" r="33167" b="22004"/>
            <a:stretch>
              <a:fillRect/>
            </a:stretch>
          </p:blipFill>
          <p:spPr>
            <a:xfrm rot="5400000">
              <a:off x="3524457" y="4457275"/>
              <a:ext cx="890591" cy="118270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/>
        </p:nvGrpSpPr>
        <p:grpSpPr>
          <a:xfrm>
            <a:off x="7295584" y="4627338"/>
            <a:ext cx="1200150" cy="890591"/>
            <a:chOff x="7315590" y="4120603"/>
            <a:chExt cx="1200150" cy="890591"/>
          </a:xfrm>
        </p:grpSpPr>
        <p:grpSp>
          <p:nvGrpSpPr>
            <p:cNvPr id="63" name="Group 121"/>
            <p:cNvGrpSpPr/>
            <p:nvPr/>
          </p:nvGrpSpPr>
          <p:grpSpPr bwMode="auto">
            <a:xfrm>
              <a:off x="7315590" y="4205537"/>
              <a:ext cx="1200150" cy="708025"/>
              <a:chOff x="2397" y="1575"/>
              <a:chExt cx="756" cy="446"/>
            </a:xfrm>
          </p:grpSpPr>
          <p:sp>
            <p:nvSpPr>
              <p:cNvPr id="65" name="Line 122"/>
              <p:cNvSpPr>
                <a:spLocks noChangeShapeType="1"/>
              </p:cNvSpPr>
              <p:nvPr/>
            </p:nvSpPr>
            <p:spPr bwMode="auto">
              <a:xfrm>
                <a:off x="2647" y="1777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123"/>
              <p:cNvSpPr>
                <a:spLocks noChangeShapeType="1"/>
              </p:cNvSpPr>
              <p:nvPr/>
            </p:nvSpPr>
            <p:spPr bwMode="auto">
              <a:xfrm>
                <a:off x="2903" y="1781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Rectangle 125"/>
              <p:cNvSpPr>
                <a:spLocks noChangeArrowheads="1"/>
              </p:cNvSpPr>
              <p:nvPr/>
            </p:nvSpPr>
            <p:spPr bwMode="auto">
              <a:xfrm>
                <a:off x="2397" y="1575"/>
                <a:ext cx="756" cy="444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Rectangle 126"/>
              <p:cNvSpPr>
                <a:spLocks noChangeArrowheads="1"/>
              </p:cNvSpPr>
              <p:nvPr/>
            </p:nvSpPr>
            <p:spPr bwMode="auto">
              <a:xfrm>
                <a:off x="2571" y="1782"/>
                <a:ext cx="408" cy="237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4" name="图片 6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36" t="43017" r="33167" b="22004"/>
            <a:stretch>
              <a:fillRect/>
            </a:stretch>
          </p:blipFill>
          <p:spPr>
            <a:xfrm rot="5400000">
              <a:off x="7453119" y="4506764"/>
              <a:ext cx="890591" cy="118270"/>
            </a:xfrm>
            <a:prstGeom prst="rect">
              <a:avLst/>
            </a:prstGeom>
          </p:spPr>
        </p:pic>
      </p:grpSp>
      <p:grpSp>
        <p:nvGrpSpPr>
          <p:cNvPr id="69" name="组合 68"/>
          <p:cNvGrpSpPr/>
          <p:nvPr/>
        </p:nvGrpSpPr>
        <p:grpSpPr>
          <a:xfrm>
            <a:off x="9024372" y="4621534"/>
            <a:ext cx="1200150" cy="882653"/>
            <a:chOff x="9044378" y="4114799"/>
            <a:chExt cx="1200150" cy="882653"/>
          </a:xfrm>
        </p:grpSpPr>
        <p:grpSp>
          <p:nvGrpSpPr>
            <p:cNvPr id="70" name="Group 145"/>
            <p:cNvGrpSpPr/>
            <p:nvPr/>
          </p:nvGrpSpPr>
          <p:grpSpPr bwMode="auto">
            <a:xfrm>
              <a:off x="9044378" y="4200774"/>
              <a:ext cx="1200150" cy="704850"/>
              <a:chOff x="3486" y="2355"/>
              <a:chExt cx="756" cy="444"/>
            </a:xfrm>
          </p:grpSpPr>
          <p:sp>
            <p:nvSpPr>
              <p:cNvPr id="72" name="Line 146"/>
              <p:cNvSpPr>
                <a:spLocks noChangeShapeType="1"/>
              </p:cNvSpPr>
              <p:nvPr/>
            </p:nvSpPr>
            <p:spPr bwMode="auto">
              <a:xfrm>
                <a:off x="3736" y="2461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147"/>
              <p:cNvSpPr>
                <a:spLocks noChangeShapeType="1"/>
              </p:cNvSpPr>
              <p:nvPr/>
            </p:nvSpPr>
            <p:spPr bwMode="auto">
              <a:xfrm>
                <a:off x="3992" y="2465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Rectangle 149"/>
              <p:cNvSpPr>
                <a:spLocks noChangeArrowheads="1"/>
              </p:cNvSpPr>
              <p:nvPr/>
            </p:nvSpPr>
            <p:spPr bwMode="auto">
              <a:xfrm>
                <a:off x="3486" y="2355"/>
                <a:ext cx="756" cy="444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Rectangle 150"/>
              <p:cNvSpPr>
                <a:spLocks noChangeArrowheads="1"/>
              </p:cNvSpPr>
              <p:nvPr/>
            </p:nvSpPr>
            <p:spPr bwMode="auto">
              <a:xfrm>
                <a:off x="3660" y="2466"/>
                <a:ext cx="408" cy="237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71" name="图片 7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418" t="33996" r="29413" b="26565"/>
            <a:stretch>
              <a:fillRect/>
            </a:stretch>
          </p:blipFill>
          <p:spPr>
            <a:xfrm rot="5400000">
              <a:off x="9213848" y="4489450"/>
              <a:ext cx="882653" cy="133351"/>
            </a:xfrm>
            <a:prstGeom prst="rect">
              <a:avLst/>
            </a:prstGeom>
          </p:spPr>
        </p:pic>
      </p:grpSp>
      <p:sp>
        <p:nvSpPr>
          <p:cNvPr id="76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组合体的表面过渡关系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nimBg="1"/>
      <p:bldP spid="35" grpId="0"/>
      <p:bldP spid="36" grpId="0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4" name="Picture 9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352" y="201359"/>
            <a:ext cx="173990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5"/>
          <p:cNvSpPr/>
          <p:nvPr/>
        </p:nvSpPr>
        <p:spPr bwMode="auto">
          <a:xfrm>
            <a:off x="6497575" y="3146227"/>
            <a:ext cx="1662112" cy="3175"/>
          </a:xfrm>
          <a:custGeom>
            <a:avLst/>
            <a:gdLst>
              <a:gd name="T0" fmla="*/ 0 w 1047"/>
              <a:gd name="T1" fmla="*/ 2147483647 h 2"/>
              <a:gd name="T2" fmla="*/ 2147483647 w 1047"/>
              <a:gd name="T3" fmla="*/ 0 h 2"/>
              <a:gd name="T4" fmla="*/ 0 60000 65536"/>
              <a:gd name="T5" fmla="*/ 0 60000 65536"/>
              <a:gd name="T6" fmla="*/ 0 w 1047"/>
              <a:gd name="T7" fmla="*/ 0 h 2"/>
              <a:gd name="T8" fmla="*/ 1047 w 1047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47" h="2">
                <a:moveTo>
                  <a:pt x="0" y="2"/>
                </a:moveTo>
                <a:lnTo>
                  <a:pt x="1047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Freeform 6"/>
          <p:cNvSpPr/>
          <p:nvPr/>
        </p:nvSpPr>
        <p:spPr bwMode="auto">
          <a:xfrm>
            <a:off x="6497575" y="4022527"/>
            <a:ext cx="1658937" cy="1587"/>
          </a:xfrm>
          <a:custGeom>
            <a:avLst/>
            <a:gdLst>
              <a:gd name="T0" fmla="*/ 0 w 1045"/>
              <a:gd name="T1" fmla="*/ 0 h 1"/>
              <a:gd name="T2" fmla="*/ 2147483647 w 1045"/>
              <a:gd name="T3" fmla="*/ 0 h 1"/>
              <a:gd name="T4" fmla="*/ 0 60000 65536"/>
              <a:gd name="T5" fmla="*/ 0 60000 65536"/>
              <a:gd name="T6" fmla="*/ 0 w 1045"/>
              <a:gd name="T7" fmla="*/ 0 h 1"/>
              <a:gd name="T8" fmla="*/ 1045 w 104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45" h="1">
                <a:moveTo>
                  <a:pt x="0" y="0"/>
                </a:moveTo>
                <a:lnTo>
                  <a:pt x="104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Freeform 8"/>
          <p:cNvSpPr/>
          <p:nvPr/>
        </p:nvSpPr>
        <p:spPr bwMode="auto">
          <a:xfrm>
            <a:off x="8154925" y="3144639"/>
            <a:ext cx="4762" cy="900113"/>
          </a:xfrm>
          <a:custGeom>
            <a:avLst/>
            <a:gdLst>
              <a:gd name="T0" fmla="*/ 0 w 3"/>
              <a:gd name="T1" fmla="*/ 0 h 567"/>
              <a:gd name="T2" fmla="*/ 2147483647 w 3"/>
              <a:gd name="T3" fmla="*/ 2147483647 h 567"/>
              <a:gd name="T4" fmla="*/ 0 60000 65536"/>
              <a:gd name="T5" fmla="*/ 0 60000 65536"/>
              <a:gd name="T6" fmla="*/ 0 w 3"/>
              <a:gd name="T7" fmla="*/ 0 h 567"/>
              <a:gd name="T8" fmla="*/ 3 w 3"/>
              <a:gd name="T9" fmla="*/ 567 h 5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567">
                <a:moveTo>
                  <a:pt x="0" y="0"/>
                </a:moveTo>
                <a:lnTo>
                  <a:pt x="3" y="56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9"/>
          <p:cNvSpPr/>
          <p:nvPr/>
        </p:nvSpPr>
        <p:spPr bwMode="auto">
          <a:xfrm>
            <a:off x="6497575" y="3149402"/>
            <a:ext cx="1587" cy="893762"/>
          </a:xfrm>
          <a:custGeom>
            <a:avLst/>
            <a:gdLst>
              <a:gd name="T0" fmla="*/ 0 w 1"/>
              <a:gd name="T1" fmla="*/ 0 h 563"/>
              <a:gd name="T2" fmla="*/ 2147483647 w 1"/>
              <a:gd name="T3" fmla="*/ 2147483647 h 563"/>
              <a:gd name="T4" fmla="*/ 0 60000 65536"/>
              <a:gd name="T5" fmla="*/ 0 60000 65536"/>
              <a:gd name="T6" fmla="*/ 0 w 1"/>
              <a:gd name="T7" fmla="*/ 0 h 563"/>
              <a:gd name="T8" fmla="*/ 1 w 1"/>
              <a:gd name="T9" fmla="*/ 563 h 5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63">
                <a:moveTo>
                  <a:pt x="0" y="0"/>
                </a:moveTo>
                <a:lnTo>
                  <a:pt x="1" y="56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7931087" y="3144639"/>
            <a:ext cx="0" cy="838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Group 11"/>
          <p:cNvGrpSpPr/>
          <p:nvPr/>
        </p:nvGrpSpPr>
        <p:grpSpPr bwMode="auto">
          <a:xfrm>
            <a:off x="3359087" y="4763889"/>
            <a:ext cx="1143000" cy="928688"/>
            <a:chOff x="240" y="2832"/>
            <a:chExt cx="720" cy="585"/>
          </a:xfrm>
        </p:grpSpPr>
        <p:sp>
          <p:nvSpPr>
            <p:cNvPr id="11" name="Oval 12"/>
            <p:cNvSpPr>
              <a:spLocks noChangeArrowheads="1"/>
            </p:cNvSpPr>
            <p:nvPr/>
          </p:nvSpPr>
          <p:spPr bwMode="auto">
            <a:xfrm>
              <a:off x="240" y="2832"/>
              <a:ext cx="562" cy="53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481" y="2832"/>
              <a:ext cx="479" cy="58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Oval 15"/>
          <p:cNvSpPr>
            <a:spLocks noChangeArrowheads="1"/>
          </p:cNvSpPr>
          <p:nvPr/>
        </p:nvSpPr>
        <p:spPr bwMode="auto">
          <a:xfrm>
            <a:off x="4617975" y="4440039"/>
            <a:ext cx="1593850" cy="15113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Freeform 16"/>
          <p:cNvSpPr/>
          <p:nvPr/>
        </p:nvSpPr>
        <p:spPr bwMode="auto">
          <a:xfrm>
            <a:off x="3730562" y="4454327"/>
            <a:ext cx="1500188" cy="317500"/>
          </a:xfrm>
          <a:custGeom>
            <a:avLst/>
            <a:gdLst>
              <a:gd name="T0" fmla="*/ 0 w 945"/>
              <a:gd name="T1" fmla="*/ 2147483647 h 203"/>
              <a:gd name="T2" fmla="*/ 2147483647 w 945"/>
              <a:gd name="T3" fmla="*/ 0 h 203"/>
              <a:gd name="T4" fmla="*/ 0 60000 65536"/>
              <a:gd name="T5" fmla="*/ 0 60000 65536"/>
              <a:gd name="T6" fmla="*/ 0 w 945"/>
              <a:gd name="T7" fmla="*/ 0 h 203"/>
              <a:gd name="T8" fmla="*/ 945 w 945"/>
              <a:gd name="T9" fmla="*/ 203 h 2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45" h="203">
                <a:moveTo>
                  <a:pt x="0" y="203"/>
                </a:moveTo>
                <a:lnTo>
                  <a:pt x="94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Freeform 17"/>
          <p:cNvSpPr/>
          <p:nvPr/>
        </p:nvSpPr>
        <p:spPr bwMode="auto">
          <a:xfrm>
            <a:off x="3736912" y="5610027"/>
            <a:ext cx="1531938" cy="322262"/>
          </a:xfrm>
          <a:custGeom>
            <a:avLst/>
            <a:gdLst>
              <a:gd name="T0" fmla="*/ 0 w 867"/>
              <a:gd name="T1" fmla="*/ 0 h 184"/>
              <a:gd name="T2" fmla="*/ 2147483647 w 867"/>
              <a:gd name="T3" fmla="*/ 2147483647 h 184"/>
              <a:gd name="T4" fmla="*/ 0 60000 65536"/>
              <a:gd name="T5" fmla="*/ 0 60000 65536"/>
              <a:gd name="T6" fmla="*/ 0 w 867"/>
              <a:gd name="T7" fmla="*/ 0 h 184"/>
              <a:gd name="T8" fmla="*/ 867 w 867"/>
              <a:gd name="T9" fmla="*/ 184 h 1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67" h="184">
                <a:moveTo>
                  <a:pt x="0" y="0"/>
                </a:moveTo>
                <a:lnTo>
                  <a:pt x="867" y="184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3474975" y="4894064"/>
            <a:ext cx="581025" cy="585788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4849750" y="4628952"/>
            <a:ext cx="1143000" cy="11239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Freeform 22"/>
          <p:cNvSpPr/>
          <p:nvPr/>
        </p:nvSpPr>
        <p:spPr bwMode="auto">
          <a:xfrm>
            <a:off x="3336862" y="4005064"/>
            <a:ext cx="2943225" cy="1588"/>
          </a:xfrm>
          <a:custGeom>
            <a:avLst/>
            <a:gdLst>
              <a:gd name="T0" fmla="*/ 0 w 1854"/>
              <a:gd name="T1" fmla="*/ 0 h 1"/>
              <a:gd name="T2" fmla="*/ 2147483647 w 1854"/>
              <a:gd name="T3" fmla="*/ 0 h 1"/>
              <a:gd name="T4" fmla="*/ 0 60000 65536"/>
              <a:gd name="T5" fmla="*/ 0 60000 65536"/>
              <a:gd name="T6" fmla="*/ 0 w 1854"/>
              <a:gd name="T7" fmla="*/ 0 h 1"/>
              <a:gd name="T8" fmla="*/ 1854 w 185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54" h="1">
                <a:moveTo>
                  <a:pt x="0" y="0"/>
                </a:moveTo>
                <a:lnTo>
                  <a:pt x="185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Freeform 23"/>
          <p:cNvSpPr/>
          <p:nvPr/>
        </p:nvSpPr>
        <p:spPr bwMode="auto">
          <a:xfrm>
            <a:off x="4578287" y="3114477"/>
            <a:ext cx="1690688" cy="0"/>
          </a:xfrm>
          <a:custGeom>
            <a:avLst/>
            <a:gdLst>
              <a:gd name="T0" fmla="*/ 0 w 1065"/>
              <a:gd name="T1" fmla="*/ 0 h 4"/>
              <a:gd name="T2" fmla="*/ 2147483647 w 1065"/>
              <a:gd name="T3" fmla="*/ 0 h 4"/>
              <a:gd name="T4" fmla="*/ 0 60000 65536"/>
              <a:gd name="T5" fmla="*/ 0 60000 65536"/>
              <a:gd name="T6" fmla="*/ 0 w 1065"/>
              <a:gd name="T7" fmla="*/ 0 h 4"/>
              <a:gd name="T8" fmla="*/ 1065 w 1065"/>
              <a:gd name="T9" fmla="*/ 0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5" h="4">
                <a:moveTo>
                  <a:pt x="0" y="4"/>
                </a:moveTo>
                <a:lnTo>
                  <a:pt x="106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Freeform 26"/>
          <p:cNvSpPr/>
          <p:nvPr/>
        </p:nvSpPr>
        <p:spPr bwMode="auto">
          <a:xfrm>
            <a:off x="3336862" y="3557389"/>
            <a:ext cx="1588" cy="469900"/>
          </a:xfrm>
          <a:custGeom>
            <a:avLst/>
            <a:gdLst>
              <a:gd name="T0" fmla="*/ 0 w 1"/>
              <a:gd name="T1" fmla="*/ 2147483647 h 296"/>
              <a:gd name="T2" fmla="*/ 0 w 1"/>
              <a:gd name="T3" fmla="*/ 0 h 296"/>
              <a:gd name="T4" fmla="*/ 0 60000 65536"/>
              <a:gd name="T5" fmla="*/ 0 60000 65536"/>
              <a:gd name="T6" fmla="*/ 0 w 1"/>
              <a:gd name="T7" fmla="*/ 0 h 296"/>
              <a:gd name="T8" fmla="*/ 1 w 1"/>
              <a:gd name="T9" fmla="*/ 296 h 2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96">
                <a:moveTo>
                  <a:pt x="0" y="29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 flipV="1">
            <a:off x="6254687" y="3120827"/>
            <a:ext cx="0" cy="8985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Freeform 28"/>
          <p:cNvSpPr/>
          <p:nvPr/>
        </p:nvSpPr>
        <p:spPr bwMode="auto">
          <a:xfrm>
            <a:off x="4583050" y="3103364"/>
            <a:ext cx="1587" cy="485775"/>
          </a:xfrm>
          <a:custGeom>
            <a:avLst/>
            <a:gdLst>
              <a:gd name="T0" fmla="*/ 0 w 1"/>
              <a:gd name="T1" fmla="*/ 0 h 306"/>
              <a:gd name="T2" fmla="*/ 0 w 1"/>
              <a:gd name="T3" fmla="*/ 2147483647 h 306"/>
              <a:gd name="T4" fmla="*/ 0 60000 65536"/>
              <a:gd name="T5" fmla="*/ 0 60000 65536"/>
              <a:gd name="T6" fmla="*/ 0 w 1"/>
              <a:gd name="T7" fmla="*/ 0 h 306"/>
              <a:gd name="T8" fmla="*/ 1 w 1"/>
              <a:gd name="T9" fmla="*/ 306 h 3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06">
                <a:moveTo>
                  <a:pt x="0" y="0"/>
                </a:moveTo>
                <a:lnTo>
                  <a:pt x="0" y="306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reeform 29"/>
          <p:cNvSpPr/>
          <p:nvPr/>
        </p:nvSpPr>
        <p:spPr bwMode="auto">
          <a:xfrm>
            <a:off x="3328925" y="3570089"/>
            <a:ext cx="1265237" cy="1588"/>
          </a:xfrm>
          <a:custGeom>
            <a:avLst/>
            <a:gdLst>
              <a:gd name="T0" fmla="*/ 0 w 797"/>
              <a:gd name="T1" fmla="*/ 2147483647 h 1"/>
              <a:gd name="T2" fmla="*/ 2147483647 w 797"/>
              <a:gd name="T3" fmla="*/ 0 h 1"/>
              <a:gd name="T4" fmla="*/ 0 60000 65536"/>
              <a:gd name="T5" fmla="*/ 0 60000 65536"/>
              <a:gd name="T6" fmla="*/ 0 w 797"/>
              <a:gd name="T7" fmla="*/ 0 h 1"/>
              <a:gd name="T8" fmla="*/ 797 w 79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97" h="1">
                <a:moveTo>
                  <a:pt x="0" y="1"/>
                </a:moveTo>
                <a:lnTo>
                  <a:pt x="797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30"/>
          <p:cNvSpPr>
            <a:spLocks noChangeShapeType="1"/>
          </p:cNvSpPr>
          <p:nvPr/>
        </p:nvSpPr>
        <p:spPr bwMode="auto">
          <a:xfrm flipV="1">
            <a:off x="6026087" y="3120827"/>
            <a:ext cx="0" cy="8985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31"/>
          <p:cNvSpPr>
            <a:spLocks noChangeShapeType="1"/>
          </p:cNvSpPr>
          <p:nvPr/>
        </p:nvSpPr>
        <p:spPr bwMode="auto">
          <a:xfrm>
            <a:off x="4806887" y="3120827"/>
            <a:ext cx="0" cy="8985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32"/>
          <p:cNvSpPr>
            <a:spLocks noChangeShapeType="1"/>
          </p:cNvSpPr>
          <p:nvPr/>
        </p:nvSpPr>
        <p:spPr bwMode="auto">
          <a:xfrm>
            <a:off x="3435287" y="3570089"/>
            <a:ext cx="0" cy="449263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Freeform 33"/>
          <p:cNvSpPr/>
          <p:nvPr/>
        </p:nvSpPr>
        <p:spPr bwMode="auto">
          <a:xfrm>
            <a:off x="4086162" y="3565327"/>
            <a:ext cx="1588" cy="461962"/>
          </a:xfrm>
          <a:custGeom>
            <a:avLst/>
            <a:gdLst>
              <a:gd name="T0" fmla="*/ 0 w 1"/>
              <a:gd name="T1" fmla="*/ 0 h 296"/>
              <a:gd name="T2" fmla="*/ 0 w 1"/>
              <a:gd name="T3" fmla="*/ 2147483647 h 296"/>
              <a:gd name="T4" fmla="*/ 0 60000 65536"/>
              <a:gd name="T5" fmla="*/ 0 60000 65536"/>
              <a:gd name="T6" fmla="*/ 0 w 1"/>
              <a:gd name="T7" fmla="*/ 0 h 296"/>
              <a:gd name="T8" fmla="*/ 1 w 1"/>
              <a:gd name="T9" fmla="*/ 296 h 2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96">
                <a:moveTo>
                  <a:pt x="0" y="0"/>
                </a:moveTo>
                <a:lnTo>
                  <a:pt x="0" y="296"/>
                </a:lnTo>
              </a:path>
            </a:pathLst>
          </a:custGeom>
          <a:noFill/>
          <a:ln w="952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34"/>
          <p:cNvSpPr>
            <a:spLocks noChangeShapeType="1"/>
          </p:cNvSpPr>
          <p:nvPr/>
        </p:nvSpPr>
        <p:spPr bwMode="auto">
          <a:xfrm>
            <a:off x="6711887" y="3144639"/>
            <a:ext cx="0" cy="8382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0" name="Picture 35"/>
          <p:cNvPicPr>
            <a:picLocks noChangeAspect="1" noChangeArrowheads="1"/>
          </p:cNvPicPr>
          <p:nvPr/>
        </p:nvPicPr>
        <p:blipFill>
          <a:blip r:embed="rId2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34" y="2923977"/>
            <a:ext cx="2743200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Line 36"/>
          <p:cNvSpPr>
            <a:spLocks noChangeShapeType="1"/>
          </p:cNvSpPr>
          <p:nvPr/>
        </p:nvSpPr>
        <p:spPr bwMode="auto">
          <a:xfrm>
            <a:off x="4578287" y="3120827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Freeform 37"/>
          <p:cNvSpPr/>
          <p:nvPr/>
        </p:nvSpPr>
        <p:spPr bwMode="auto">
          <a:xfrm>
            <a:off x="5248212" y="5217914"/>
            <a:ext cx="168275" cy="714375"/>
          </a:xfrm>
          <a:custGeom>
            <a:avLst/>
            <a:gdLst>
              <a:gd name="T0" fmla="*/ 0 w 106"/>
              <a:gd name="T1" fmla="*/ 2147483647 h 450"/>
              <a:gd name="T2" fmla="*/ 2147483647 w 106"/>
              <a:gd name="T3" fmla="*/ 0 h 450"/>
              <a:gd name="T4" fmla="*/ 0 60000 65536"/>
              <a:gd name="T5" fmla="*/ 0 60000 65536"/>
              <a:gd name="T6" fmla="*/ 0 w 106"/>
              <a:gd name="T7" fmla="*/ 0 h 450"/>
              <a:gd name="T8" fmla="*/ 106 w 106"/>
              <a:gd name="T9" fmla="*/ 450 h 45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" h="450">
                <a:moveTo>
                  <a:pt x="0" y="450"/>
                </a:moveTo>
                <a:lnTo>
                  <a:pt x="106" y="0"/>
                </a:lnTo>
              </a:path>
            </a:pathLst>
          </a:custGeom>
          <a:noFill/>
          <a:ln w="9525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Freeform 38"/>
          <p:cNvSpPr/>
          <p:nvPr/>
        </p:nvSpPr>
        <p:spPr bwMode="auto">
          <a:xfrm>
            <a:off x="5229162" y="3593902"/>
            <a:ext cx="0" cy="2339975"/>
          </a:xfrm>
          <a:custGeom>
            <a:avLst/>
            <a:gdLst>
              <a:gd name="T0" fmla="*/ 0 w 3"/>
              <a:gd name="T1" fmla="*/ 2147483647 h 1569"/>
              <a:gd name="T2" fmla="*/ 0 w 3"/>
              <a:gd name="T3" fmla="*/ 0 h 1569"/>
              <a:gd name="T4" fmla="*/ 0 60000 65536"/>
              <a:gd name="T5" fmla="*/ 0 60000 65536"/>
              <a:gd name="T6" fmla="*/ 0 w 3"/>
              <a:gd name="T7" fmla="*/ 0 h 1569"/>
              <a:gd name="T8" fmla="*/ 0 w 3"/>
              <a:gd name="T9" fmla="*/ 1569 h 15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1569">
                <a:moveTo>
                  <a:pt x="3" y="15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39"/>
          <p:cNvSpPr>
            <a:spLocks noChangeShapeType="1"/>
          </p:cNvSpPr>
          <p:nvPr/>
        </p:nvSpPr>
        <p:spPr bwMode="auto">
          <a:xfrm>
            <a:off x="9030083" y="3048886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Freeform 43"/>
          <p:cNvSpPr/>
          <p:nvPr/>
        </p:nvSpPr>
        <p:spPr bwMode="auto">
          <a:xfrm>
            <a:off x="4578287" y="3572485"/>
            <a:ext cx="650875" cy="1587"/>
          </a:xfrm>
          <a:custGeom>
            <a:avLst/>
            <a:gdLst>
              <a:gd name="T0" fmla="*/ 0 w 410"/>
              <a:gd name="T1" fmla="*/ 0 h 1"/>
              <a:gd name="T2" fmla="*/ 2147483647 w 410"/>
              <a:gd name="T3" fmla="*/ 0 h 1"/>
              <a:gd name="T4" fmla="*/ 0 60000 65536"/>
              <a:gd name="T5" fmla="*/ 0 60000 65536"/>
              <a:gd name="T6" fmla="*/ 0 w 410"/>
              <a:gd name="T7" fmla="*/ 0 h 1"/>
              <a:gd name="T8" fmla="*/ 410 w 41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0" h="1">
                <a:moveTo>
                  <a:pt x="0" y="0"/>
                </a:moveTo>
                <a:lnTo>
                  <a:pt x="41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Freeform 44"/>
          <p:cNvSpPr/>
          <p:nvPr/>
        </p:nvSpPr>
        <p:spPr bwMode="auto">
          <a:xfrm>
            <a:off x="5229162" y="3570089"/>
            <a:ext cx="1588" cy="434975"/>
          </a:xfrm>
          <a:custGeom>
            <a:avLst/>
            <a:gdLst>
              <a:gd name="T0" fmla="*/ 0 w 1"/>
              <a:gd name="T1" fmla="*/ 2147483647 h 274"/>
              <a:gd name="T2" fmla="*/ 0 w 1"/>
              <a:gd name="T3" fmla="*/ 0 h 274"/>
              <a:gd name="T4" fmla="*/ 0 60000 65536"/>
              <a:gd name="T5" fmla="*/ 0 60000 65536"/>
              <a:gd name="T6" fmla="*/ 0 w 1"/>
              <a:gd name="T7" fmla="*/ 0 h 274"/>
              <a:gd name="T8" fmla="*/ 1 w 1"/>
              <a:gd name="T9" fmla="*/ 274 h 2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74">
                <a:moveTo>
                  <a:pt x="0" y="274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8" name="Group 45"/>
          <p:cNvGrpSpPr/>
          <p:nvPr/>
        </p:nvGrpSpPr>
        <p:grpSpPr bwMode="auto">
          <a:xfrm>
            <a:off x="6611875" y="3570089"/>
            <a:ext cx="1455737" cy="452438"/>
            <a:chOff x="2288" y="2075"/>
            <a:chExt cx="918" cy="293"/>
          </a:xfrm>
        </p:grpSpPr>
        <p:sp>
          <p:nvSpPr>
            <p:cNvPr id="39" name="Freeform 46"/>
            <p:cNvSpPr/>
            <p:nvPr/>
          </p:nvSpPr>
          <p:spPr bwMode="auto">
            <a:xfrm>
              <a:off x="2288" y="2075"/>
              <a:ext cx="1" cy="293"/>
            </a:xfrm>
            <a:custGeom>
              <a:avLst/>
              <a:gdLst>
                <a:gd name="T0" fmla="*/ 0 w 1"/>
                <a:gd name="T1" fmla="*/ 293 h 293"/>
                <a:gd name="T2" fmla="*/ 0 w 1"/>
                <a:gd name="T3" fmla="*/ 0 h 293"/>
                <a:gd name="T4" fmla="*/ 0 60000 65536"/>
                <a:gd name="T5" fmla="*/ 0 60000 65536"/>
                <a:gd name="T6" fmla="*/ 0 w 1"/>
                <a:gd name="T7" fmla="*/ 0 h 293"/>
                <a:gd name="T8" fmla="*/ 1 w 1"/>
                <a:gd name="T9" fmla="*/ 293 h 2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3">
                  <a:moveTo>
                    <a:pt x="0" y="29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47"/>
            <p:cNvSpPr/>
            <p:nvPr/>
          </p:nvSpPr>
          <p:spPr bwMode="auto">
            <a:xfrm>
              <a:off x="3205" y="2086"/>
              <a:ext cx="1" cy="282"/>
            </a:xfrm>
            <a:custGeom>
              <a:avLst/>
              <a:gdLst>
                <a:gd name="T0" fmla="*/ 0 w 1"/>
                <a:gd name="T1" fmla="*/ 282 h 282"/>
                <a:gd name="T2" fmla="*/ 0 w 1"/>
                <a:gd name="T3" fmla="*/ 0 h 282"/>
                <a:gd name="T4" fmla="*/ 0 60000 65536"/>
                <a:gd name="T5" fmla="*/ 0 60000 65536"/>
                <a:gd name="T6" fmla="*/ 0 w 1"/>
                <a:gd name="T7" fmla="*/ 0 h 282"/>
                <a:gd name="T8" fmla="*/ 1 w 1"/>
                <a:gd name="T9" fmla="*/ 282 h 2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2">
                  <a:moveTo>
                    <a:pt x="0" y="28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Group 48"/>
          <p:cNvGrpSpPr/>
          <p:nvPr/>
        </p:nvGrpSpPr>
        <p:grpSpPr bwMode="auto">
          <a:xfrm>
            <a:off x="6635687" y="3830439"/>
            <a:ext cx="1447800" cy="1447800"/>
            <a:chOff x="2304" y="2688"/>
            <a:chExt cx="912" cy="912"/>
          </a:xfrm>
        </p:grpSpPr>
        <p:sp>
          <p:nvSpPr>
            <p:cNvPr id="42" name="Line 49"/>
            <p:cNvSpPr>
              <a:spLocks noChangeShapeType="1"/>
            </p:cNvSpPr>
            <p:nvPr/>
          </p:nvSpPr>
          <p:spPr bwMode="auto">
            <a:xfrm flipH="1" flipV="1">
              <a:off x="2304" y="2688"/>
              <a:ext cx="480" cy="624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50"/>
            <p:cNvSpPr>
              <a:spLocks noChangeShapeType="1"/>
            </p:cNvSpPr>
            <p:nvPr/>
          </p:nvSpPr>
          <p:spPr bwMode="auto">
            <a:xfrm flipV="1">
              <a:off x="2880" y="2688"/>
              <a:ext cx="336" cy="624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Text Box 51"/>
            <p:cNvSpPr txBox="1">
              <a:spLocks noChangeArrowheads="1"/>
            </p:cNvSpPr>
            <p:nvPr/>
          </p:nvSpPr>
          <p:spPr bwMode="auto">
            <a:xfrm>
              <a:off x="2570" y="3312"/>
              <a:ext cx="5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无线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011004" y="2687954"/>
            <a:ext cx="2082446" cy="3428999"/>
            <a:chOff x="9017354" y="2451101"/>
            <a:chExt cx="2082446" cy="3428999"/>
          </a:xfrm>
        </p:grpSpPr>
        <p:grpSp>
          <p:nvGrpSpPr>
            <p:cNvPr id="46" name="Group 54"/>
            <p:cNvGrpSpPr/>
            <p:nvPr/>
          </p:nvGrpSpPr>
          <p:grpSpPr bwMode="auto">
            <a:xfrm>
              <a:off x="9131683" y="2577282"/>
              <a:ext cx="1835150" cy="3188655"/>
              <a:chOff x="3804" y="1650"/>
              <a:chExt cx="1156" cy="1914"/>
            </a:xfrm>
          </p:grpSpPr>
          <p:sp>
            <p:nvSpPr>
              <p:cNvPr id="51" name="Line 57"/>
              <p:cNvSpPr>
                <a:spLocks noChangeShapeType="1"/>
              </p:cNvSpPr>
              <p:nvPr/>
            </p:nvSpPr>
            <p:spPr bwMode="auto">
              <a:xfrm>
                <a:off x="4280" y="1650"/>
                <a:ext cx="6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Line 58"/>
              <p:cNvSpPr>
                <a:spLocks noChangeShapeType="1"/>
              </p:cNvSpPr>
              <p:nvPr/>
            </p:nvSpPr>
            <p:spPr bwMode="auto">
              <a:xfrm>
                <a:off x="4960" y="1650"/>
                <a:ext cx="0" cy="10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59"/>
              <p:cNvSpPr>
                <a:spLocks noChangeShapeType="1"/>
              </p:cNvSpPr>
              <p:nvPr/>
            </p:nvSpPr>
            <p:spPr bwMode="auto">
              <a:xfrm flipH="1">
                <a:off x="4280" y="2700"/>
                <a:ext cx="68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60"/>
              <p:cNvSpPr>
                <a:spLocks noChangeShapeType="1"/>
              </p:cNvSpPr>
              <p:nvPr/>
            </p:nvSpPr>
            <p:spPr bwMode="auto">
              <a:xfrm flipV="1">
                <a:off x="4280" y="2453"/>
                <a:ext cx="0" cy="24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61"/>
              <p:cNvSpPr>
                <a:spLocks noChangeShapeType="1"/>
              </p:cNvSpPr>
              <p:nvPr/>
            </p:nvSpPr>
            <p:spPr bwMode="auto">
              <a:xfrm>
                <a:off x="3804" y="1836"/>
                <a:ext cx="0" cy="6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62"/>
              <p:cNvSpPr>
                <a:spLocks noChangeShapeType="1"/>
              </p:cNvSpPr>
              <p:nvPr/>
            </p:nvSpPr>
            <p:spPr bwMode="auto">
              <a:xfrm>
                <a:off x="3804" y="1836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63"/>
              <p:cNvSpPr>
                <a:spLocks noChangeShapeType="1"/>
              </p:cNvSpPr>
              <p:nvPr/>
            </p:nvSpPr>
            <p:spPr bwMode="auto">
              <a:xfrm>
                <a:off x="3804" y="2453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64"/>
              <p:cNvSpPr>
                <a:spLocks noChangeShapeType="1"/>
              </p:cNvSpPr>
              <p:nvPr/>
            </p:nvSpPr>
            <p:spPr bwMode="auto">
              <a:xfrm flipV="1">
                <a:off x="4280" y="1650"/>
                <a:ext cx="0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Oval 67"/>
              <p:cNvSpPr>
                <a:spLocks noChangeArrowheads="1"/>
              </p:cNvSpPr>
              <p:nvPr/>
            </p:nvSpPr>
            <p:spPr bwMode="auto">
              <a:xfrm>
                <a:off x="4280" y="2946"/>
                <a:ext cx="680" cy="61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8"/>
              <p:cNvSpPr>
                <a:spLocks noChangeShapeType="1"/>
              </p:cNvSpPr>
              <p:nvPr/>
            </p:nvSpPr>
            <p:spPr bwMode="auto">
              <a:xfrm flipH="1">
                <a:off x="3804" y="2946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9"/>
              <p:cNvSpPr>
                <a:spLocks noChangeShapeType="1"/>
              </p:cNvSpPr>
              <p:nvPr/>
            </p:nvSpPr>
            <p:spPr bwMode="auto">
              <a:xfrm>
                <a:off x="3804" y="2946"/>
                <a:ext cx="0" cy="6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70"/>
              <p:cNvSpPr>
                <a:spLocks noChangeShapeType="1"/>
              </p:cNvSpPr>
              <p:nvPr/>
            </p:nvSpPr>
            <p:spPr bwMode="auto">
              <a:xfrm>
                <a:off x="3804" y="3564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47" name="图片 4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98" t="31650" r="33005" b="23275"/>
            <a:stretch>
              <a:fillRect/>
            </a:stretch>
          </p:blipFill>
          <p:spPr>
            <a:xfrm rot="5400000">
              <a:off x="9455148" y="3352802"/>
              <a:ext cx="1955802" cy="152400"/>
            </a:xfrm>
            <a:prstGeom prst="rect">
              <a:avLst/>
            </a:prstGeom>
          </p:spPr>
        </p:pic>
        <p:pic>
          <p:nvPicPr>
            <p:cNvPr id="48" name="图片 4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98" t="31650" r="30972" b="24795"/>
            <a:stretch>
              <a:fillRect/>
            </a:stretch>
          </p:blipFill>
          <p:spPr>
            <a:xfrm>
              <a:off x="9017354" y="3307141"/>
              <a:ext cx="2082446" cy="147259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515" t="31651" r="39403" b="23273"/>
            <a:stretch>
              <a:fillRect/>
            </a:stretch>
          </p:blipFill>
          <p:spPr>
            <a:xfrm rot="5400000">
              <a:off x="9807573" y="5178425"/>
              <a:ext cx="1250951" cy="152399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598" t="31650" r="30972" b="24795"/>
            <a:stretch>
              <a:fillRect/>
            </a:stretch>
          </p:blipFill>
          <p:spPr>
            <a:xfrm>
              <a:off x="9017354" y="5178895"/>
              <a:ext cx="2082446" cy="147259"/>
            </a:xfrm>
            <a:prstGeom prst="rect">
              <a:avLst/>
            </a:prstGeom>
          </p:spPr>
        </p:pic>
      </p:grpSp>
      <p:grpSp>
        <p:nvGrpSpPr>
          <p:cNvPr id="63" name="Group 71"/>
          <p:cNvGrpSpPr/>
          <p:nvPr/>
        </p:nvGrpSpPr>
        <p:grpSpPr bwMode="auto">
          <a:xfrm>
            <a:off x="10401683" y="2586923"/>
            <a:ext cx="1403350" cy="866775"/>
            <a:chOff x="4608" y="1950"/>
            <a:chExt cx="884" cy="546"/>
          </a:xfrm>
        </p:grpSpPr>
        <p:sp>
          <p:nvSpPr>
            <p:cNvPr id="64" name="Line 72"/>
            <p:cNvSpPr>
              <a:spLocks noChangeShapeType="1"/>
            </p:cNvSpPr>
            <p:nvPr/>
          </p:nvSpPr>
          <p:spPr bwMode="auto">
            <a:xfrm flipH="1">
              <a:off x="4608" y="2263"/>
              <a:ext cx="579" cy="233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Text Box 73"/>
            <p:cNvSpPr txBox="1">
              <a:spLocks noChangeArrowheads="1"/>
            </p:cNvSpPr>
            <p:nvPr/>
          </p:nvSpPr>
          <p:spPr bwMode="auto">
            <a:xfrm>
              <a:off x="4988" y="1950"/>
              <a:ext cx="5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无线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6" name="Line 74"/>
          <p:cNvSpPr>
            <a:spLocks noChangeShapeType="1"/>
          </p:cNvSpPr>
          <p:nvPr/>
        </p:nvSpPr>
        <p:spPr bwMode="auto">
          <a:xfrm>
            <a:off x="10420733" y="3106036"/>
            <a:ext cx="0" cy="10461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Freeform 76"/>
          <p:cNvSpPr/>
          <p:nvPr/>
        </p:nvSpPr>
        <p:spPr bwMode="auto">
          <a:xfrm>
            <a:off x="3343212" y="3570089"/>
            <a:ext cx="1235075" cy="1588"/>
          </a:xfrm>
          <a:custGeom>
            <a:avLst/>
            <a:gdLst>
              <a:gd name="T0" fmla="*/ 0 w 778"/>
              <a:gd name="T1" fmla="*/ 0 h 1"/>
              <a:gd name="T2" fmla="*/ 2147483647 w 778"/>
              <a:gd name="T3" fmla="*/ 0 h 1"/>
              <a:gd name="T4" fmla="*/ 0 60000 65536"/>
              <a:gd name="T5" fmla="*/ 0 60000 65536"/>
              <a:gd name="T6" fmla="*/ 0 w 778"/>
              <a:gd name="T7" fmla="*/ 0 h 1"/>
              <a:gd name="T8" fmla="*/ 778 w 77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78" h="1">
                <a:moveTo>
                  <a:pt x="0" y="0"/>
                </a:moveTo>
                <a:lnTo>
                  <a:pt x="778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AutoShape 77"/>
          <p:cNvSpPr>
            <a:spLocks noChangeArrowheads="1"/>
          </p:cNvSpPr>
          <p:nvPr/>
        </p:nvSpPr>
        <p:spPr bwMode="auto">
          <a:xfrm rot="1643977">
            <a:off x="511422" y="3765352"/>
            <a:ext cx="685800" cy="166688"/>
          </a:xfrm>
          <a:prstGeom prst="notchedRightArrow">
            <a:avLst>
              <a:gd name="adj1" fmla="val 50000"/>
              <a:gd name="adj2" fmla="val 102857"/>
            </a:avLst>
          </a:prstGeom>
          <a:gradFill rotWithShape="0">
            <a:gsLst>
              <a:gs pos="0">
                <a:srgbClr val="00E4A8">
                  <a:gamma/>
                  <a:shade val="46275"/>
                  <a:invGamma/>
                </a:srgbClr>
              </a:gs>
              <a:gs pos="50000">
                <a:srgbClr val="00E4A8"/>
              </a:gs>
              <a:gs pos="100000">
                <a:srgbClr val="00E4A8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Line 78"/>
          <p:cNvSpPr>
            <a:spLocks noChangeShapeType="1"/>
          </p:cNvSpPr>
          <p:nvPr/>
        </p:nvSpPr>
        <p:spPr bwMode="auto">
          <a:xfrm>
            <a:off x="5229162" y="3578027"/>
            <a:ext cx="2925763" cy="0"/>
          </a:xfrm>
          <a:prstGeom prst="line">
            <a:avLst/>
          </a:prstGeom>
          <a:noFill/>
          <a:ln w="12700">
            <a:solidFill>
              <a:srgbClr val="99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AutoShape 79"/>
          <p:cNvSpPr>
            <a:spLocks noChangeArrowheads="1"/>
          </p:cNvSpPr>
          <p:nvPr/>
        </p:nvSpPr>
        <p:spPr bwMode="auto">
          <a:xfrm rot="1444797">
            <a:off x="2422772" y="4228902"/>
            <a:ext cx="561975" cy="122238"/>
          </a:xfrm>
          <a:prstGeom prst="leftArrow">
            <a:avLst>
              <a:gd name="adj1" fmla="val 50000"/>
              <a:gd name="adj2" fmla="val 114935"/>
            </a:avLst>
          </a:prstGeom>
          <a:solidFill>
            <a:srgbClr val="00E4A8"/>
          </a:solidFill>
          <a:ln w="12700">
            <a:solidFill>
              <a:srgbClr val="333399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Text Box 80"/>
          <p:cNvSpPr txBox="1">
            <a:spLocks noChangeArrowheads="1"/>
          </p:cNvSpPr>
          <p:nvPr/>
        </p:nvSpPr>
        <p:spPr bwMode="auto">
          <a:xfrm>
            <a:off x="5103750" y="5817989"/>
            <a:ext cx="28575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80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  <a:endParaRPr lang="en-US" altLang="zh-CN" sz="8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2" name="Group 85"/>
          <p:cNvGrpSpPr/>
          <p:nvPr/>
        </p:nvGrpSpPr>
        <p:grpSpPr bwMode="auto">
          <a:xfrm>
            <a:off x="5229162" y="4454327"/>
            <a:ext cx="1681163" cy="1477962"/>
            <a:chOff x="1418" y="3187"/>
            <a:chExt cx="1059" cy="931"/>
          </a:xfrm>
        </p:grpSpPr>
        <p:sp>
          <p:nvSpPr>
            <p:cNvPr id="73" name="Line 82"/>
            <p:cNvSpPr>
              <a:spLocks noChangeShapeType="1"/>
            </p:cNvSpPr>
            <p:nvPr/>
          </p:nvSpPr>
          <p:spPr bwMode="auto">
            <a:xfrm>
              <a:off x="1422" y="3187"/>
              <a:ext cx="781" cy="4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Line 83"/>
            <p:cNvSpPr>
              <a:spLocks noChangeShapeType="1"/>
            </p:cNvSpPr>
            <p:nvPr/>
          </p:nvSpPr>
          <p:spPr bwMode="auto">
            <a:xfrm flipV="1">
              <a:off x="1418" y="3663"/>
              <a:ext cx="785" cy="45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84"/>
            <p:cNvSpPr>
              <a:spLocks noChangeShapeType="1"/>
            </p:cNvSpPr>
            <p:nvPr/>
          </p:nvSpPr>
          <p:spPr bwMode="auto">
            <a:xfrm>
              <a:off x="2203" y="3663"/>
              <a:ext cx="27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6" name="Group 86"/>
          <p:cNvGrpSpPr/>
          <p:nvPr/>
        </p:nvGrpSpPr>
        <p:grpSpPr bwMode="auto">
          <a:xfrm rot="5400000">
            <a:off x="6499956" y="3678833"/>
            <a:ext cx="1681163" cy="1476375"/>
            <a:chOff x="1418" y="3187"/>
            <a:chExt cx="1059" cy="931"/>
          </a:xfrm>
        </p:grpSpPr>
        <p:sp>
          <p:nvSpPr>
            <p:cNvPr id="77" name="Line 87"/>
            <p:cNvSpPr>
              <a:spLocks noChangeShapeType="1"/>
            </p:cNvSpPr>
            <p:nvPr/>
          </p:nvSpPr>
          <p:spPr bwMode="auto">
            <a:xfrm>
              <a:off x="1422" y="3187"/>
              <a:ext cx="781" cy="4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88"/>
            <p:cNvSpPr>
              <a:spLocks noChangeShapeType="1"/>
            </p:cNvSpPr>
            <p:nvPr/>
          </p:nvSpPr>
          <p:spPr bwMode="auto">
            <a:xfrm flipV="1">
              <a:off x="1418" y="3663"/>
              <a:ext cx="785" cy="455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89"/>
            <p:cNvSpPr>
              <a:spLocks noChangeShapeType="1"/>
            </p:cNvSpPr>
            <p:nvPr/>
          </p:nvSpPr>
          <p:spPr bwMode="auto">
            <a:xfrm>
              <a:off x="2203" y="3663"/>
              <a:ext cx="274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" name="Freeform 3"/>
          <p:cNvSpPr/>
          <p:nvPr/>
        </p:nvSpPr>
        <p:spPr bwMode="auto">
          <a:xfrm>
            <a:off x="6599175" y="3566914"/>
            <a:ext cx="1482725" cy="0"/>
          </a:xfrm>
          <a:custGeom>
            <a:avLst/>
            <a:gdLst>
              <a:gd name="T0" fmla="*/ 0 w 934"/>
              <a:gd name="T1" fmla="*/ 0 h 4"/>
              <a:gd name="T2" fmla="*/ 2147483647 w 934"/>
              <a:gd name="T3" fmla="*/ 0 h 4"/>
              <a:gd name="T4" fmla="*/ 0 60000 65536"/>
              <a:gd name="T5" fmla="*/ 0 60000 65536"/>
              <a:gd name="T6" fmla="*/ 0 w 934"/>
              <a:gd name="T7" fmla="*/ 0 h 4"/>
              <a:gd name="T8" fmla="*/ 934 w 934"/>
              <a:gd name="T9" fmla="*/ 0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34" h="4">
                <a:moveTo>
                  <a:pt x="0" y="4"/>
                </a:moveTo>
                <a:lnTo>
                  <a:pt x="93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cxnSp>
        <p:nvCxnSpPr>
          <p:cNvPr id="81" name="直接连接符 80"/>
          <p:cNvCxnSpPr>
            <a:cxnSpLocks noChangeShapeType="1"/>
          </p:cNvCxnSpPr>
          <p:nvPr/>
        </p:nvCxnSpPr>
        <p:spPr bwMode="auto">
          <a:xfrm rot="5400000">
            <a:off x="6757925" y="3805039"/>
            <a:ext cx="465138" cy="1587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lg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直接连接符 81"/>
          <p:cNvCxnSpPr>
            <a:cxnSpLocks noChangeShapeType="1"/>
          </p:cNvCxnSpPr>
          <p:nvPr/>
        </p:nvCxnSpPr>
        <p:spPr bwMode="auto">
          <a:xfrm rot="5400000">
            <a:off x="7430231" y="3807420"/>
            <a:ext cx="463550" cy="1588"/>
          </a:xfrm>
          <a:prstGeom prst="line">
            <a:avLst/>
          </a:prstGeom>
          <a:noFill/>
          <a:ln w="9525" algn="ctr">
            <a:solidFill>
              <a:srgbClr val="000000"/>
            </a:solidFill>
            <a:prstDash val="lg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7" t="32166" r="38603" b="18535"/>
          <a:stretch>
            <a:fillRect/>
          </a:stretch>
        </p:blipFill>
        <p:spPr>
          <a:xfrm rot="5400000">
            <a:off x="3414060" y="3739447"/>
            <a:ext cx="671515" cy="166688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97" t="34983" r="33665" b="18535"/>
          <a:stretch>
            <a:fillRect/>
          </a:stretch>
        </p:blipFill>
        <p:spPr>
          <a:xfrm rot="5400000">
            <a:off x="3192606" y="5089616"/>
            <a:ext cx="1104900" cy="157163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38603" b="18534"/>
          <a:stretch>
            <a:fillRect/>
          </a:stretch>
        </p:blipFill>
        <p:spPr>
          <a:xfrm rot="5400000">
            <a:off x="4878351" y="3508288"/>
            <a:ext cx="1109664" cy="190861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28035" b="18641"/>
          <a:stretch>
            <a:fillRect/>
          </a:stretch>
        </p:blipFill>
        <p:spPr>
          <a:xfrm rot="5400000">
            <a:off x="4579003" y="5069487"/>
            <a:ext cx="1708717" cy="190501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1" t="42638" r="28985" b="29192"/>
          <a:stretch>
            <a:fillRect/>
          </a:stretch>
        </p:blipFill>
        <p:spPr>
          <a:xfrm rot="10800000">
            <a:off x="3190224" y="5153907"/>
            <a:ext cx="3138487" cy="95249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38603" b="18534"/>
          <a:stretch>
            <a:fillRect/>
          </a:stretch>
        </p:blipFill>
        <p:spPr>
          <a:xfrm rot="5400000">
            <a:off x="6784118" y="3508289"/>
            <a:ext cx="1109664" cy="190861"/>
          </a:xfrm>
          <a:prstGeom prst="rect">
            <a:avLst/>
          </a:prstGeom>
        </p:spPr>
      </p:pic>
      <p:grpSp>
        <p:nvGrpSpPr>
          <p:cNvPr id="89" name="Group 40"/>
          <p:cNvGrpSpPr/>
          <p:nvPr/>
        </p:nvGrpSpPr>
        <p:grpSpPr bwMode="auto">
          <a:xfrm>
            <a:off x="3636900" y="2706489"/>
            <a:ext cx="1614488" cy="1077913"/>
            <a:chOff x="847" y="1707"/>
            <a:chExt cx="1017" cy="679"/>
          </a:xfrm>
        </p:grpSpPr>
        <p:sp>
          <p:nvSpPr>
            <p:cNvPr id="90" name="Freeform 41"/>
            <p:cNvSpPr/>
            <p:nvPr/>
          </p:nvSpPr>
          <p:spPr bwMode="auto">
            <a:xfrm>
              <a:off x="1200" y="2016"/>
              <a:ext cx="664" cy="370"/>
            </a:xfrm>
            <a:custGeom>
              <a:avLst/>
              <a:gdLst>
                <a:gd name="T0" fmla="*/ 0 w 664"/>
                <a:gd name="T1" fmla="*/ 0 h 370"/>
                <a:gd name="T2" fmla="*/ 664 w 664"/>
                <a:gd name="T3" fmla="*/ 370 h 370"/>
                <a:gd name="T4" fmla="*/ 0 60000 65536"/>
                <a:gd name="T5" fmla="*/ 0 60000 65536"/>
                <a:gd name="T6" fmla="*/ 0 w 664"/>
                <a:gd name="T7" fmla="*/ 0 h 370"/>
                <a:gd name="T8" fmla="*/ 664 w 664"/>
                <a:gd name="T9" fmla="*/ 370 h 3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4" h="370">
                  <a:moveTo>
                    <a:pt x="0" y="0"/>
                  </a:moveTo>
                  <a:lnTo>
                    <a:pt x="664" y="370"/>
                  </a:lnTo>
                </a:path>
              </a:pathLst>
            </a:custGeom>
            <a:ln>
              <a:tailEnd type="triangl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Text Box 42"/>
            <p:cNvSpPr txBox="1">
              <a:spLocks noChangeArrowheads="1"/>
            </p:cNvSpPr>
            <p:nvPr/>
          </p:nvSpPr>
          <p:spPr bwMode="auto">
            <a:xfrm>
              <a:off x="847" y="1707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+mj-ea"/>
                  <a:ea typeface="+mj-ea"/>
                </a:rPr>
                <a:t>无线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j-ea"/>
                <a:ea typeface="+mj-ea"/>
              </a:endParaRPr>
            </a:p>
          </p:txBody>
        </p:sp>
      </p:grpSp>
      <p:sp>
        <p:nvSpPr>
          <p:cNvPr id="92" name="Text Box 67"/>
          <p:cNvSpPr txBox="1">
            <a:spLocks noChangeArrowheads="1"/>
          </p:cNvSpPr>
          <p:nvPr/>
        </p:nvSpPr>
        <p:spPr bwMode="auto">
          <a:xfrm>
            <a:off x="799903" y="1781545"/>
            <a:ext cx="49712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两形体表面相切时，相切处无线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组合体的表面过渡关系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35" presetClass="emph" presetSubtype="0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5" grpId="0" animBg="1"/>
      <p:bldP spid="36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utoUpdateAnimBg="0"/>
      <p:bldP spid="8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432" y="2833675"/>
            <a:ext cx="2743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1211832" y="4562462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4925789" y="2592314"/>
            <a:ext cx="1271588" cy="1050926"/>
            <a:chOff x="303" y="1524"/>
            <a:chExt cx="801" cy="662"/>
          </a:xfrm>
        </p:grpSpPr>
        <p:sp>
          <p:nvSpPr>
            <p:cNvPr id="5" name="Line 5"/>
            <p:cNvSpPr>
              <a:spLocks noChangeShapeType="1"/>
            </p:cNvSpPr>
            <p:nvPr/>
          </p:nvSpPr>
          <p:spPr bwMode="auto">
            <a:xfrm>
              <a:off x="576" y="1802"/>
              <a:ext cx="528" cy="384"/>
            </a:xfrm>
            <a:prstGeom prst="line">
              <a:avLst/>
            </a:prstGeom>
            <a:ln>
              <a:tailEnd type="triangle" w="sm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03" y="1524"/>
              <a:ext cx="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+mn-ea"/>
                  <a:ea typeface="+mn-ea"/>
                </a:rPr>
                <a:t>有线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6278338" y="3417813"/>
            <a:ext cx="0" cy="2160587"/>
          </a:xfrm>
          <a:prstGeom prst="line">
            <a:avLst/>
          </a:prstGeom>
          <a:noFill/>
          <a:ln w="9525">
            <a:solidFill>
              <a:srgbClr val="9900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8"/>
          <p:cNvSpPr/>
          <p:nvPr/>
        </p:nvSpPr>
        <p:spPr bwMode="auto">
          <a:xfrm>
            <a:off x="6278338" y="3397175"/>
            <a:ext cx="1588" cy="487363"/>
          </a:xfrm>
          <a:custGeom>
            <a:avLst/>
            <a:gdLst>
              <a:gd name="T0" fmla="*/ 0 w 1"/>
              <a:gd name="T1" fmla="*/ 2147483647 h 307"/>
              <a:gd name="T2" fmla="*/ 0 w 1"/>
              <a:gd name="T3" fmla="*/ 0 h 307"/>
              <a:gd name="T4" fmla="*/ 0 60000 65536"/>
              <a:gd name="T5" fmla="*/ 0 60000 65536"/>
              <a:gd name="T6" fmla="*/ 0 w 1"/>
              <a:gd name="T7" fmla="*/ 0 h 307"/>
              <a:gd name="T8" fmla="*/ 1 w 1"/>
              <a:gd name="T9" fmla="*/ 307 h 30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07">
                <a:moveTo>
                  <a:pt x="0" y="30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Group 9"/>
          <p:cNvGrpSpPr/>
          <p:nvPr/>
        </p:nvGrpSpPr>
        <p:grpSpPr bwMode="auto">
          <a:xfrm>
            <a:off x="9381108" y="3582119"/>
            <a:ext cx="1060450" cy="1481012"/>
            <a:chOff x="2364" y="2234"/>
            <a:chExt cx="612" cy="909"/>
          </a:xfrm>
        </p:grpSpPr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H="1" flipV="1">
              <a:off x="2364" y="2251"/>
              <a:ext cx="296" cy="607"/>
            </a:xfrm>
            <a:prstGeom prst="line">
              <a:avLst/>
            </a:prstGeom>
            <a:ln>
              <a:tailEnd type="triangle" w="sm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2736" y="2234"/>
              <a:ext cx="240" cy="624"/>
            </a:xfrm>
            <a:prstGeom prst="line">
              <a:avLst/>
            </a:prstGeom>
            <a:ln>
              <a:tailEnd type="triangle" w="sm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467" y="2860"/>
              <a:ext cx="464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chemeClr val="accent6">
                      <a:lumMod val="75000"/>
                    </a:schemeClr>
                  </a:solidFill>
                  <a:latin typeface="+mn-ea"/>
                  <a:ea typeface="+mn-ea"/>
                </a:rPr>
                <a:t>有线</a:t>
              </a:r>
              <a:endParaRPr lang="zh-CN" altLang="en-US" b="1" dirty="0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3" name="Freeform 15"/>
          <p:cNvSpPr/>
          <p:nvPr/>
        </p:nvSpPr>
        <p:spPr bwMode="auto">
          <a:xfrm>
            <a:off x="10460608" y="3458294"/>
            <a:ext cx="1587" cy="420687"/>
          </a:xfrm>
          <a:custGeom>
            <a:avLst/>
            <a:gdLst>
              <a:gd name="T0" fmla="*/ 0 w 1"/>
              <a:gd name="T1" fmla="*/ 0 h 265"/>
              <a:gd name="T2" fmla="*/ 0 w 1"/>
              <a:gd name="T3" fmla="*/ 2147483647 h 265"/>
              <a:gd name="T4" fmla="*/ 0 60000 65536"/>
              <a:gd name="T5" fmla="*/ 0 60000 65536"/>
              <a:gd name="T6" fmla="*/ 0 w 1"/>
              <a:gd name="T7" fmla="*/ 0 h 265"/>
              <a:gd name="T8" fmla="*/ 1 w 1"/>
              <a:gd name="T9" fmla="*/ 265 h 2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65">
                <a:moveTo>
                  <a:pt x="0" y="0"/>
                </a:moveTo>
                <a:lnTo>
                  <a:pt x="0" y="265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6044976" y="2968550"/>
            <a:ext cx="0" cy="4492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" name="Group 17"/>
          <p:cNvGrpSpPr/>
          <p:nvPr/>
        </p:nvGrpSpPr>
        <p:grpSpPr bwMode="auto">
          <a:xfrm>
            <a:off x="4749576" y="4440163"/>
            <a:ext cx="1082675" cy="1095375"/>
            <a:chOff x="192" y="2688"/>
            <a:chExt cx="682" cy="690"/>
          </a:xfrm>
        </p:grpSpPr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192" y="2784"/>
              <a:ext cx="610" cy="54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481" y="2688"/>
              <a:ext cx="393" cy="69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Line 20"/>
          <p:cNvSpPr>
            <a:spLocks noChangeShapeType="1"/>
          </p:cNvSpPr>
          <p:nvPr/>
        </p:nvSpPr>
        <p:spPr bwMode="auto">
          <a:xfrm>
            <a:off x="6338663" y="2968550"/>
            <a:ext cx="0" cy="8985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Oval 22"/>
          <p:cNvSpPr>
            <a:spLocks noChangeArrowheads="1"/>
          </p:cNvSpPr>
          <p:nvPr/>
        </p:nvSpPr>
        <p:spPr bwMode="auto">
          <a:xfrm>
            <a:off x="6076726" y="4221088"/>
            <a:ext cx="1646237" cy="1604962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Oval 25"/>
          <p:cNvSpPr>
            <a:spLocks noChangeArrowheads="1"/>
          </p:cNvSpPr>
          <p:nvPr/>
        </p:nvSpPr>
        <p:spPr bwMode="auto">
          <a:xfrm>
            <a:off x="6318026" y="4463975"/>
            <a:ext cx="1157287" cy="11239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Freeform 26"/>
          <p:cNvSpPr/>
          <p:nvPr/>
        </p:nvSpPr>
        <p:spPr bwMode="auto">
          <a:xfrm>
            <a:off x="4767038" y="3875013"/>
            <a:ext cx="2968625" cy="4762"/>
          </a:xfrm>
          <a:custGeom>
            <a:avLst/>
            <a:gdLst>
              <a:gd name="T0" fmla="*/ 0 w 1870"/>
              <a:gd name="T1" fmla="*/ 0 h 3"/>
              <a:gd name="T2" fmla="*/ 2147483647 w 1870"/>
              <a:gd name="T3" fmla="*/ 2147483647 h 3"/>
              <a:gd name="T4" fmla="*/ 0 60000 65536"/>
              <a:gd name="T5" fmla="*/ 0 60000 65536"/>
              <a:gd name="T6" fmla="*/ 0 w 1870"/>
              <a:gd name="T7" fmla="*/ 0 h 3"/>
              <a:gd name="T8" fmla="*/ 1870 w 1870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70" h="3">
                <a:moveTo>
                  <a:pt x="0" y="0"/>
                </a:moveTo>
                <a:lnTo>
                  <a:pt x="1870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Freeform 27"/>
          <p:cNvSpPr/>
          <p:nvPr/>
        </p:nvSpPr>
        <p:spPr bwMode="auto">
          <a:xfrm>
            <a:off x="6044976" y="2966963"/>
            <a:ext cx="1690687" cy="1587"/>
          </a:xfrm>
          <a:custGeom>
            <a:avLst/>
            <a:gdLst>
              <a:gd name="T0" fmla="*/ 0 w 1065"/>
              <a:gd name="T1" fmla="*/ 2147483647 h 1"/>
              <a:gd name="T2" fmla="*/ 2147483647 w 1065"/>
              <a:gd name="T3" fmla="*/ 0 h 1"/>
              <a:gd name="T4" fmla="*/ 0 60000 65536"/>
              <a:gd name="T5" fmla="*/ 0 60000 65536"/>
              <a:gd name="T6" fmla="*/ 0 w 1065"/>
              <a:gd name="T7" fmla="*/ 0 h 1"/>
              <a:gd name="T8" fmla="*/ 1065 w 106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5" h="1">
                <a:moveTo>
                  <a:pt x="0" y="1"/>
                </a:moveTo>
                <a:lnTo>
                  <a:pt x="106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reeform 30"/>
          <p:cNvSpPr/>
          <p:nvPr/>
        </p:nvSpPr>
        <p:spPr bwMode="auto">
          <a:xfrm>
            <a:off x="4768626" y="3413050"/>
            <a:ext cx="1587" cy="484187"/>
          </a:xfrm>
          <a:custGeom>
            <a:avLst/>
            <a:gdLst>
              <a:gd name="T0" fmla="*/ 0 w 1"/>
              <a:gd name="T1" fmla="*/ 2147483647 h 305"/>
              <a:gd name="T2" fmla="*/ 0 w 1"/>
              <a:gd name="T3" fmla="*/ 0 h 305"/>
              <a:gd name="T4" fmla="*/ 0 60000 65536"/>
              <a:gd name="T5" fmla="*/ 0 60000 65536"/>
              <a:gd name="T6" fmla="*/ 0 w 1"/>
              <a:gd name="T7" fmla="*/ 0 h 305"/>
              <a:gd name="T8" fmla="*/ 1 w 1"/>
              <a:gd name="T9" fmla="*/ 305 h 3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05">
                <a:moveTo>
                  <a:pt x="0" y="30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Freeform 31"/>
          <p:cNvSpPr/>
          <p:nvPr/>
        </p:nvSpPr>
        <p:spPr bwMode="auto">
          <a:xfrm>
            <a:off x="7722963" y="2955850"/>
            <a:ext cx="1588" cy="935038"/>
          </a:xfrm>
          <a:custGeom>
            <a:avLst/>
            <a:gdLst>
              <a:gd name="T0" fmla="*/ 0 w 1"/>
              <a:gd name="T1" fmla="*/ 2147483647 h 589"/>
              <a:gd name="T2" fmla="*/ 0 w 1"/>
              <a:gd name="T3" fmla="*/ 0 h 589"/>
              <a:gd name="T4" fmla="*/ 0 60000 65536"/>
              <a:gd name="T5" fmla="*/ 0 60000 65536"/>
              <a:gd name="T6" fmla="*/ 0 w 1"/>
              <a:gd name="T7" fmla="*/ 0 h 589"/>
              <a:gd name="T8" fmla="*/ 1 w 1"/>
              <a:gd name="T9" fmla="*/ 589 h 58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89">
                <a:moveTo>
                  <a:pt x="0" y="589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Freeform 32"/>
          <p:cNvSpPr/>
          <p:nvPr/>
        </p:nvSpPr>
        <p:spPr bwMode="auto">
          <a:xfrm>
            <a:off x="4767038" y="3413050"/>
            <a:ext cx="1511300" cy="0"/>
          </a:xfrm>
          <a:custGeom>
            <a:avLst/>
            <a:gdLst>
              <a:gd name="T0" fmla="*/ 0 w 904"/>
              <a:gd name="T1" fmla="*/ 0 h 6"/>
              <a:gd name="T2" fmla="*/ 2147483647 w 904"/>
              <a:gd name="T3" fmla="*/ 0 h 6"/>
              <a:gd name="T4" fmla="*/ 0 60000 65536"/>
              <a:gd name="T5" fmla="*/ 0 60000 65536"/>
              <a:gd name="T6" fmla="*/ 0 w 904"/>
              <a:gd name="T7" fmla="*/ 0 h 6"/>
              <a:gd name="T8" fmla="*/ 904 w 904"/>
              <a:gd name="T9" fmla="*/ 0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4" h="6">
                <a:moveTo>
                  <a:pt x="0" y="0"/>
                </a:moveTo>
                <a:lnTo>
                  <a:pt x="904" y="6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33"/>
          <p:cNvSpPr>
            <a:spLocks noChangeShapeType="1"/>
          </p:cNvSpPr>
          <p:nvPr/>
        </p:nvSpPr>
        <p:spPr bwMode="auto">
          <a:xfrm flipV="1">
            <a:off x="7492776" y="2968550"/>
            <a:ext cx="0" cy="8985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Freeform 34"/>
          <p:cNvSpPr/>
          <p:nvPr/>
        </p:nvSpPr>
        <p:spPr bwMode="auto">
          <a:xfrm rot="21240000" flipV="1">
            <a:off x="5203601" y="4532238"/>
            <a:ext cx="1116012" cy="0"/>
          </a:xfrm>
          <a:custGeom>
            <a:avLst/>
            <a:gdLst>
              <a:gd name="T0" fmla="*/ 0 w 640"/>
              <a:gd name="T1" fmla="*/ 0 h 2"/>
              <a:gd name="T2" fmla="*/ 2147483647 w 640"/>
              <a:gd name="T3" fmla="*/ 0 h 2"/>
              <a:gd name="T4" fmla="*/ 0 60000 65536"/>
              <a:gd name="T5" fmla="*/ 0 60000 65536"/>
              <a:gd name="T6" fmla="*/ 0 w 640"/>
              <a:gd name="T7" fmla="*/ 0 h 2"/>
              <a:gd name="T8" fmla="*/ 640 w 640"/>
              <a:gd name="T9" fmla="*/ 0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0" h="2">
                <a:moveTo>
                  <a:pt x="0" y="0"/>
                </a:moveTo>
                <a:lnTo>
                  <a:pt x="640" y="2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Freeform 35"/>
          <p:cNvSpPr/>
          <p:nvPr/>
        </p:nvSpPr>
        <p:spPr bwMode="auto">
          <a:xfrm rot="360000">
            <a:off x="5206776" y="5516488"/>
            <a:ext cx="1079500" cy="1587"/>
          </a:xfrm>
          <a:custGeom>
            <a:avLst/>
            <a:gdLst>
              <a:gd name="T0" fmla="*/ 0 w 621"/>
              <a:gd name="T1" fmla="*/ 0 h 1"/>
              <a:gd name="T2" fmla="*/ 2147483647 w 621"/>
              <a:gd name="T3" fmla="*/ 0 h 1"/>
              <a:gd name="T4" fmla="*/ 0 60000 65536"/>
              <a:gd name="T5" fmla="*/ 0 60000 65536"/>
              <a:gd name="T6" fmla="*/ 0 w 621"/>
              <a:gd name="T7" fmla="*/ 0 h 1"/>
              <a:gd name="T8" fmla="*/ 621 w 62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1" h="1">
                <a:moveTo>
                  <a:pt x="0" y="0"/>
                </a:moveTo>
                <a:lnTo>
                  <a:pt x="62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reeform 36"/>
          <p:cNvSpPr/>
          <p:nvPr/>
        </p:nvSpPr>
        <p:spPr bwMode="auto">
          <a:xfrm>
            <a:off x="9079483" y="3875806"/>
            <a:ext cx="1697037" cy="1588"/>
          </a:xfrm>
          <a:custGeom>
            <a:avLst/>
            <a:gdLst>
              <a:gd name="T0" fmla="*/ 0 w 1069"/>
              <a:gd name="T1" fmla="*/ 0 h 1"/>
              <a:gd name="T2" fmla="*/ 2147483647 w 1069"/>
              <a:gd name="T3" fmla="*/ 0 h 1"/>
              <a:gd name="T4" fmla="*/ 0 60000 65536"/>
              <a:gd name="T5" fmla="*/ 0 60000 65536"/>
              <a:gd name="T6" fmla="*/ 0 w 1069"/>
              <a:gd name="T7" fmla="*/ 0 h 1"/>
              <a:gd name="T8" fmla="*/ 1069 w 106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69" h="1">
                <a:moveTo>
                  <a:pt x="0" y="0"/>
                </a:moveTo>
                <a:lnTo>
                  <a:pt x="1069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Freeform 37"/>
          <p:cNvSpPr/>
          <p:nvPr/>
        </p:nvSpPr>
        <p:spPr bwMode="auto">
          <a:xfrm>
            <a:off x="9079483" y="2970931"/>
            <a:ext cx="1692275" cy="0"/>
          </a:xfrm>
          <a:custGeom>
            <a:avLst/>
            <a:gdLst>
              <a:gd name="T0" fmla="*/ 0 w 1075"/>
              <a:gd name="T1" fmla="*/ 0 h 4"/>
              <a:gd name="T2" fmla="*/ 2147483647 w 1075"/>
              <a:gd name="T3" fmla="*/ 0 h 4"/>
              <a:gd name="T4" fmla="*/ 0 60000 65536"/>
              <a:gd name="T5" fmla="*/ 0 60000 65536"/>
              <a:gd name="T6" fmla="*/ 0 w 1075"/>
              <a:gd name="T7" fmla="*/ 0 h 4"/>
              <a:gd name="T8" fmla="*/ 1075 w 1075"/>
              <a:gd name="T9" fmla="*/ 0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75" h="4">
                <a:moveTo>
                  <a:pt x="0" y="4"/>
                </a:moveTo>
                <a:lnTo>
                  <a:pt x="107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Line 39"/>
          <p:cNvSpPr>
            <a:spLocks noChangeShapeType="1"/>
          </p:cNvSpPr>
          <p:nvPr/>
        </p:nvSpPr>
        <p:spPr bwMode="auto">
          <a:xfrm flipV="1">
            <a:off x="10755883" y="2977281"/>
            <a:ext cx="0" cy="8985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Freeform 40"/>
          <p:cNvSpPr/>
          <p:nvPr/>
        </p:nvSpPr>
        <p:spPr bwMode="auto">
          <a:xfrm>
            <a:off x="9079483" y="2977281"/>
            <a:ext cx="1587" cy="911225"/>
          </a:xfrm>
          <a:custGeom>
            <a:avLst/>
            <a:gdLst>
              <a:gd name="T0" fmla="*/ 0 w 1"/>
              <a:gd name="T1" fmla="*/ 0 h 574"/>
              <a:gd name="T2" fmla="*/ 0 w 1"/>
              <a:gd name="T3" fmla="*/ 2147483647 h 574"/>
              <a:gd name="T4" fmla="*/ 0 60000 65536"/>
              <a:gd name="T5" fmla="*/ 0 60000 65536"/>
              <a:gd name="T6" fmla="*/ 0 w 1"/>
              <a:gd name="T7" fmla="*/ 0 h 574"/>
              <a:gd name="T8" fmla="*/ 1 w 1"/>
              <a:gd name="T9" fmla="*/ 574 h 5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4">
                <a:moveTo>
                  <a:pt x="0" y="0"/>
                </a:moveTo>
                <a:lnTo>
                  <a:pt x="0" y="574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41"/>
          <p:cNvSpPr>
            <a:spLocks noChangeShapeType="1"/>
          </p:cNvSpPr>
          <p:nvPr/>
        </p:nvSpPr>
        <p:spPr bwMode="auto">
          <a:xfrm flipV="1">
            <a:off x="10527283" y="2977281"/>
            <a:ext cx="0" cy="8985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Line 42"/>
          <p:cNvSpPr>
            <a:spLocks noChangeShapeType="1"/>
          </p:cNvSpPr>
          <p:nvPr/>
        </p:nvSpPr>
        <p:spPr bwMode="auto">
          <a:xfrm>
            <a:off x="9308083" y="2977281"/>
            <a:ext cx="0" cy="898525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Freeform 43"/>
          <p:cNvSpPr/>
          <p:nvPr/>
        </p:nvSpPr>
        <p:spPr bwMode="auto">
          <a:xfrm>
            <a:off x="9358883" y="3451944"/>
            <a:ext cx="1116012" cy="1587"/>
          </a:xfrm>
          <a:custGeom>
            <a:avLst/>
            <a:gdLst>
              <a:gd name="T0" fmla="*/ 0 w 568"/>
              <a:gd name="T1" fmla="*/ 0 h 1"/>
              <a:gd name="T2" fmla="*/ 2147483647 w 568"/>
              <a:gd name="T3" fmla="*/ 2147483647 h 1"/>
              <a:gd name="T4" fmla="*/ 0 60000 65536"/>
              <a:gd name="T5" fmla="*/ 0 60000 65536"/>
              <a:gd name="T6" fmla="*/ 0 w 568"/>
              <a:gd name="T7" fmla="*/ 0 h 1"/>
              <a:gd name="T8" fmla="*/ 568 w 56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8" h="1">
                <a:moveTo>
                  <a:pt x="0" y="0"/>
                </a:moveTo>
                <a:lnTo>
                  <a:pt x="568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Freeform 44"/>
          <p:cNvSpPr/>
          <p:nvPr/>
        </p:nvSpPr>
        <p:spPr bwMode="auto">
          <a:xfrm>
            <a:off x="9366820" y="3453531"/>
            <a:ext cx="1588" cy="425450"/>
          </a:xfrm>
          <a:custGeom>
            <a:avLst/>
            <a:gdLst>
              <a:gd name="T0" fmla="*/ 0 w 1"/>
              <a:gd name="T1" fmla="*/ 0 h 268"/>
              <a:gd name="T2" fmla="*/ 0 w 1"/>
              <a:gd name="T3" fmla="*/ 2147483647 h 268"/>
              <a:gd name="T4" fmla="*/ 0 60000 65536"/>
              <a:gd name="T5" fmla="*/ 0 60000 65536"/>
              <a:gd name="T6" fmla="*/ 0 w 1"/>
              <a:gd name="T7" fmla="*/ 0 h 268"/>
              <a:gd name="T8" fmla="*/ 1 w 1"/>
              <a:gd name="T9" fmla="*/ 268 h 2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68">
                <a:moveTo>
                  <a:pt x="0" y="0"/>
                </a:moveTo>
                <a:lnTo>
                  <a:pt x="0" y="268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Oval 45"/>
          <p:cNvSpPr>
            <a:spLocks noChangeArrowheads="1"/>
          </p:cNvSpPr>
          <p:nvPr/>
        </p:nvSpPr>
        <p:spPr bwMode="auto">
          <a:xfrm>
            <a:off x="4952776" y="4779888"/>
            <a:ext cx="511175" cy="49847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Rectangle 46"/>
          <p:cNvSpPr>
            <a:spLocks noChangeArrowheads="1"/>
          </p:cNvSpPr>
          <p:nvPr/>
        </p:nvSpPr>
        <p:spPr bwMode="auto">
          <a:xfrm>
            <a:off x="4948013" y="3422575"/>
            <a:ext cx="503238" cy="45085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Rectangle 47"/>
          <p:cNvSpPr>
            <a:spLocks noChangeArrowheads="1"/>
          </p:cNvSpPr>
          <p:nvPr/>
        </p:nvSpPr>
        <p:spPr bwMode="auto">
          <a:xfrm>
            <a:off x="9682733" y="3453531"/>
            <a:ext cx="503237" cy="412750"/>
          </a:xfrm>
          <a:prstGeom prst="rect">
            <a:avLst/>
          </a:prstGeom>
          <a:noFill/>
          <a:ln w="12700">
            <a:solidFill>
              <a:srgbClr val="0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AutoShape 48"/>
          <p:cNvSpPr>
            <a:spLocks noChangeArrowheads="1"/>
          </p:cNvSpPr>
          <p:nvPr/>
        </p:nvSpPr>
        <p:spPr bwMode="auto">
          <a:xfrm rot="13773596">
            <a:off x="2677888" y="4156856"/>
            <a:ext cx="617537" cy="193675"/>
          </a:xfrm>
          <a:prstGeom prst="notchedRightArrow">
            <a:avLst>
              <a:gd name="adj1" fmla="val 50000"/>
              <a:gd name="adj2" fmla="val 79713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17" t="32166" r="38603" b="18535"/>
          <a:stretch>
            <a:fillRect/>
          </a:stretch>
        </p:blipFill>
        <p:spPr>
          <a:xfrm rot="5400000">
            <a:off x="4869213" y="3566535"/>
            <a:ext cx="671515" cy="166688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97" t="34983" r="33665" b="18535"/>
          <a:stretch>
            <a:fillRect/>
          </a:stretch>
        </p:blipFill>
        <p:spPr>
          <a:xfrm rot="5400000">
            <a:off x="4647759" y="4916704"/>
            <a:ext cx="1104900" cy="157163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38603" b="18534"/>
          <a:stretch>
            <a:fillRect/>
          </a:stretch>
        </p:blipFill>
        <p:spPr>
          <a:xfrm rot="5400000">
            <a:off x="6352554" y="3335376"/>
            <a:ext cx="1109664" cy="190861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28035" b="18641"/>
          <a:stretch>
            <a:fillRect/>
          </a:stretch>
        </p:blipFill>
        <p:spPr>
          <a:xfrm rot="5400000">
            <a:off x="6023579" y="4911398"/>
            <a:ext cx="1767973" cy="190501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1" t="42638" r="28985" b="29192"/>
          <a:stretch>
            <a:fillRect/>
          </a:stretch>
        </p:blipFill>
        <p:spPr>
          <a:xfrm rot="10800000">
            <a:off x="4664427" y="4980995"/>
            <a:ext cx="3138487" cy="95249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38603" b="18534"/>
          <a:stretch>
            <a:fillRect/>
          </a:stretch>
        </p:blipFill>
        <p:spPr>
          <a:xfrm rot="5400000">
            <a:off x="9399425" y="3329027"/>
            <a:ext cx="1109664" cy="190861"/>
          </a:xfrm>
          <a:prstGeom prst="rect">
            <a:avLst/>
          </a:prstGeom>
        </p:spPr>
      </p:pic>
      <p:sp>
        <p:nvSpPr>
          <p:cNvPr id="51" name="Text Box 67"/>
          <p:cNvSpPr txBox="1">
            <a:spLocks noChangeArrowheads="1"/>
          </p:cNvSpPr>
          <p:nvPr/>
        </p:nvSpPr>
        <p:spPr bwMode="auto">
          <a:xfrm>
            <a:off x="799903" y="1781545"/>
            <a:ext cx="58945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两形体表面相交时，相交处应画成交线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组合体的表面过渡关系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组合体的组成方式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3336270" y="5620704"/>
            <a:ext cx="55194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形体分析为主，面形分析为辅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图示 3"/>
          <p:cNvGraphicFramePr/>
          <p:nvPr/>
        </p:nvGraphicFramePr>
        <p:xfrm>
          <a:off x="1819249" y="1661245"/>
          <a:ext cx="8447496" cy="3959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组合体的画图和读图方法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6398BE-2483-4ED8-9ED1-CBFDE68F60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E46398BE-2483-4ED8-9ED1-CBFDE68F60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80C2E3-4A3E-4C41-8F82-26DE95CF1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C880C2E3-4A3E-4C41-8F82-26DE95CF17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60522BA-C78F-4D00-899C-05E669CE4E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060522BA-C78F-4D00-899C-05E669CE4E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3C12DA0-D8D5-4A53-B064-FE76BFEBD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93C12DA0-D8D5-4A53-B064-FE76BFEBD1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015675" y="2727903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21031" y="1913547"/>
            <a:ext cx="5469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对组合体进行形体分解 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—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分块 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21031" y="3210534"/>
            <a:ext cx="40463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分别画出各部分的投影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221031" y="3858700"/>
            <a:ext cx="62007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分析各部分形体之间的表面过渡关系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221031" y="4502760"/>
            <a:ext cx="2250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检查、加深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221031" y="2562368"/>
            <a:ext cx="58416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弄清各部分的形状及相对位置关系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5331730" y="4718784"/>
            <a:ext cx="2780494" cy="1368152"/>
          </a:xfrm>
          <a:prstGeom prst="wedgeRoundRectCallout">
            <a:avLst>
              <a:gd name="adj1" fmla="val -77498"/>
              <a:gd name="adj2" fmla="val -42974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检查重点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投影、多线漏线、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虚实、连接形式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叠加式组合体画图方法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 autoUpdateAnimBg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5594974" y="1261516"/>
          <a:ext cx="2105025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位图图像" r:id="rId1" imgW="3095625" imgH="3609975" progId="Paint.Picture">
                  <p:embed/>
                </p:oleObj>
              </mc:Choice>
              <mc:Fallback>
                <p:oleObj name="位图图像" r:id="rId1" imgW="3095625" imgH="3609975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974" y="1261516"/>
                        <a:ext cx="2105025" cy="245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389415" y="2542117"/>
          <a:ext cx="2781300" cy="295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位图图像" r:id="rId3" imgW="3409950" imgH="3619500" progId="Paint.Picture">
                  <p:embed/>
                </p:oleObj>
              </mc:Choice>
              <mc:Fallback>
                <p:oleObj name="位图图像" r:id="rId3" imgW="3409950" imgH="361950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415" y="2542117"/>
                        <a:ext cx="2781300" cy="295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9336" y="1149350"/>
            <a:ext cx="4493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绘制轴承座的投影图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37611" y="1837901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A5002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形体分析</a:t>
            </a:r>
            <a:endParaRPr lang="zh-CN" altLang="en-US" sz="2800" dirty="0">
              <a:solidFill>
                <a:srgbClr val="A5002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9" name="Group 8"/>
          <p:cNvGrpSpPr/>
          <p:nvPr/>
        </p:nvGrpSpPr>
        <p:grpSpPr bwMode="auto">
          <a:xfrm>
            <a:off x="3429353" y="2691342"/>
            <a:ext cx="1393825" cy="463550"/>
            <a:chOff x="2689" y="1798"/>
            <a:chExt cx="878" cy="292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2689" y="1956"/>
              <a:ext cx="444" cy="1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050" y="1798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圆筒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12" name="Group 11"/>
          <p:cNvGrpSpPr/>
          <p:nvPr/>
        </p:nvGrpSpPr>
        <p:grpSpPr bwMode="auto">
          <a:xfrm>
            <a:off x="2945165" y="1926167"/>
            <a:ext cx="938213" cy="760413"/>
            <a:chOff x="2300" y="1232"/>
            <a:chExt cx="591" cy="479"/>
          </a:xfrm>
        </p:grpSpPr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2300" y="1333"/>
              <a:ext cx="278" cy="3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374" y="1232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凸台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5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15" name="Group 14"/>
          <p:cNvGrpSpPr/>
          <p:nvPr/>
        </p:nvGrpSpPr>
        <p:grpSpPr bwMode="auto">
          <a:xfrm>
            <a:off x="794103" y="3108855"/>
            <a:ext cx="1206500" cy="798512"/>
            <a:chOff x="273" y="1881"/>
            <a:chExt cx="760" cy="503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717" y="2135"/>
              <a:ext cx="316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73" y="1881"/>
              <a:ext cx="678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支撑板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18" name="Group 17"/>
          <p:cNvGrpSpPr/>
          <p:nvPr/>
        </p:nvGrpSpPr>
        <p:grpSpPr bwMode="auto">
          <a:xfrm>
            <a:off x="1052865" y="5077355"/>
            <a:ext cx="1155700" cy="749300"/>
            <a:chOff x="820" y="3121"/>
            <a:chExt cx="728" cy="472"/>
          </a:xfrm>
        </p:grpSpPr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>
              <a:off x="1167" y="3121"/>
              <a:ext cx="381" cy="2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820" y="3343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底板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4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3132490" y="4334405"/>
            <a:ext cx="1139825" cy="909637"/>
            <a:chOff x="2130" y="2653"/>
            <a:chExt cx="718" cy="573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130" y="2653"/>
              <a:ext cx="390" cy="4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494" y="2976"/>
              <a:ext cx="354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肋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24" name="Object 23"/>
          <p:cNvGraphicFramePr>
            <a:graphicFrameLocks noChangeAspect="1"/>
          </p:cNvGraphicFramePr>
          <p:nvPr/>
        </p:nvGraphicFramePr>
        <p:xfrm>
          <a:off x="8869230" y="2423566"/>
          <a:ext cx="2232248" cy="2368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位图图像" r:id="rId5" imgW="3429000" imgH="3638550" progId="Paint.Picture">
                  <p:embed/>
                </p:oleObj>
              </mc:Choice>
              <mc:Fallback>
                <p:oleObj name="位图图像" r:id="rId5" imgW="3429000" imgH="3638550" progId="Paint.Picture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9230" y="2423566"/>
                        <a:ext cx="2232248" cy="2368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4"/>
          <p:cNvSpPr>
            <a:spLocks noChangeShapeType="1"/>
          </p:cNvSpPr>
          <p:nvPr/>
        </p:nvSpPr>
        <p:spPr bwMode="auto">
          <a:xfrm flipV="1">
            <a:off x="7580151" y="2124604"/>
            <a:ext cx="1036129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5594974" y="4153941"/>
          <a:ext cx="1866900" cy="201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位图图像" r:id="rId7" imgW="3333750" imgH="3590925" progId="Paint.Picture">
                  <p:embed/>
                </p:oleObj>
              </mc:Choice>
              <mc:Fallback>
                <p:oleObj name="位图图像" r:id="rId7" imgW="3333750" imgH="3590925" progId="Paint.Picture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974" y="4153941"/>
                        <a:ext cx="1866900" cy="201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26"/>
          <p:cNvSpPr>
            <a:spLocks noChangeShapeType="1"/>
          </p:cNvSpPr>
          <p:nvPr/>
        </p:nvSpPr>
        <p:spPr bwMode="auto">
          <a:xfrm flipH="1" flipV="1">
            <a:off x="4439816" y="5127871"/>
            <a:ext cx="1168533" cy="111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29" name="Group 27"/>
          <p:cNvGrpSpPr/>
          <p:nvPr/>
        </p:nvGrpSpPr>
        <p:grpSpPr bwMode="auto">
          <a:xfrm>
            <a:off x="5275886" y="1242466"/>
            <a:ext cx="2209800" cy="2228850"/>
            <a:chOff x="2772" y="432"/>
            <a:chExt cx="1392" cy="1404"/>
          </a:xfrm>
        </p:grpSpPr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3349" y="612"/>
              <a:ext cx="2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anose="020B0604020202020204" pitchFamily="34" charset="0"/>
                  <a:ea typeface="隶书" panose="02010509060101010101" pitchFamily="49" charset="-122"/>
                </a:rPr>
                <a:t>1</a:t>
              </a:r>
              <a:endParaRPr lang="en-US" altLang="zh-CN" sz="2400" i="1">
                <a:latin typeface="ISOCPEUR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2772" y="117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anose="020B0604020202020204" pitchFamily="34" charset="0"/>
                  <a:ea typeface="隶书" panose="02010509060101010101" pitchFamily="49" charset="-122"/>
                </a:rPr>
                <a:t>2</a:t>
              </a:r>
              <a:endParaRPr lang="en-US" altLang="zh-CN" sz="2400" i="1">
                <a:latin typeface="ISOCPEUR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3828" y="996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anose="020B0604020202020204" pitchFamily="34" charset="0"/>
                  <a:ea typeface="隶书" panose="02010509060101010101" pitchFamily="49" charset="-122"/>
                </a:rPr>
                <a:t>3</a:t>
              </a:r>
              <a:endParaRPr lang="en-US" altLang="zh-CN" sz="2400" i="1">
                <a:latin typeface="ISOCPEUR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3684" y="43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anose="020B0604020202020204" pitchFamily="34" charset="0"/>
                  <a:ea typeface="隶书" panose="02010509060101010101" pitchFamily="49" charset="-122"/>
                </a:rPr>
                <a:t>5</a:t>
              </a:r>
              <a:endParaRPr lang="en-US" altLang="zh-CN" sz="2400" i="1">
                <a:latin typeface="ISOCPEUR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34" name="Text Box 32"/>
            <p:cNvSpPr txBox="1">
              <a:spLocks noChangeArrowheads="1"/>
            </p:cNvSpPr>
            <p:nvPr/>
          </p:nvSpPr>
          <p:spPr bwMode="auto">
            <a:xfrm>
              <a:off x="3252" y="154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i="1">
                  <a:latin typeface="ISOCPEUR" panose="020B0604020202020204" pitchFamily="34" charset="0"/>
                  <a:ea typeface="隶书" panose="02010509060101010101" pitchFamily="49" charset="-122"/>
                </a:rPr>
                <a:t>4</a:t>
              </a:r>
              <a:endParaRPr lang="en-US" altLang="zh-CN" sz="2400" i="1">
                <a:latin typeface="ISOCPEUR" panose="020B0604020202020204" pitchFamily="34" charset="0"/>
                <a:ea typeface="隶书" panose="02010509060101010101" pitchFamily="49" charset="-122"/>
              </a:endParaRPr>
            </a:p>
          </p:txBody>
        </p:sp>
      </p:grpSp>
      <p:sp>
        <p:nvSpPr>
          <p:cNvPr id="35" name="Text Box 33"/>
          <p:cNvSpPr txBox="1">
            <a:spLocks noChangeArrowheads="1"/>
          </p:cNvSpPr>
          <p:nvPr/>
        </p:nvSpPr>
        <p:spPr bwMode="auto">
          <a:xfrm>
            <a:off x="8471794" y="1963900"/>
            <a:ext cx="28087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并”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" name="Group 34"/>
          <p:cNvGrpSpPr/>
          <p:nvPr/>
        </p:nvGrpSpPr>
        <p:grpSpPr bwMode="auto">
          <a:xfrm>
            <a:off x="6179175" y="4288879"/>
            <a:ext cx="2814638" cy="1462087"/>
            <a:chOff x="3290" y="2817"/>
            <a:chExt cx="1773" cy="921"/>
          </a:xfrm>
        </p:grpSpPr>
        <p:grpSp>
          <p:nvGrpSpPr>
            <p:cNvPr id="37" name="Group 35"/>
            <p:cNvGrpSpPr/>
            <p:nvPr/>
          </p:nvGrpSpPr>
          <p:grpSpPr bwMode="auto">
            <a:xfrm>
              <a:off x="3290" y="2817"/>
              <a:ext cx="1277" cy="921"/>
              <a:chOff x="3290" y="2817"/>
              <a:chExt cx="1277" cy="921"/>
            </a:xfrm>
          </p:grpSpPr>
          <p:sp>
            <p:nvSpPr>
              <p:cNvPr id="38" name="Line 36"/>
              <p:cNvSpPr>
                <a:spLocks noChangeShapeType="1"/>
              </p:cNvSpPr>
              <p:nvPr/>
            </p:nvSpPr>
            <p:spPr bwMode="auto">
              <a:xfrm>
                <a:off x="3546" y="2817"/>
                <a:ext cx="1018" cy="43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39" name="Line 37"/>
              <p:cNvSpPr>
                <a:spLocks noChangeShapeType="1"/>
              </p:cNvSpPr>
              <p:nvPr/>
            </p:nvSpPr>
            <p:spPr bwMode="auto">
              <a:xfrm flipV="1">
                <a:off x="3932" y="3253"/>
                <a:ext cx="632" cy="8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0" name="Line 38"/>
              <p:cNvSpPr>
                <a:spLocks noChangeShapeType="1"/>
              </p:cNvSpPr>
              <p:nvPr/>
            </p:nvSpPr>
            <p:spPr bwMode="auto">
              <a:xfrm flipV="1">
                <a:off x="3776" y="3255"/>
                <a:ext cx="788" cy="48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/>
            </p:nvSpPr>
            <p:spPr bwMode="auto">
              <a:xfrm>
                <a:off x="3791" y="3226"/>
                <a:ext cx="776" cy="2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V="1">
                <a:off x="3290" y="3253"/>
                <a:ext cx="1272" cy="4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sp>
          <p:nvSpPr>
            <p:cNvPr id="43" name="Text Box 41"/>
            <p:cNvSpPr txBox="1">
              <a:spLocks noChangeArrowheads="1"/>
            </p:cNvSpPr>
            <p:nvPr/>
          </p:nvSpPr>
          <p:spPr bwMode="auto">
            <a:xfrm>
              <a:off x="4446" y="3127"/>
              <a:ext cx="61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“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差” 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Line 42"/>
          <p:cNvSpPr>
            <a:spLocks noChangeShapeType="1"/>
          </p:cNvSpPr>
          <p:nvPr/>
        </p:nvSpPr>
        <p:spPr bwMode="auto">
          <a:xfrm flipH="1" flipV="1">
            <a:off x="7392088" y="4447874"/>
            <a:ext cx="150571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3" name="Group 2"/>
          <p:cNvGrpSpPr/>
          <p:nvPr/>
        </p:nvGrpSpPr>
        <p:grpSpPr bwMode="auto">
          <a:xfrm>
            <a:off x="8197429" y="1166985"/>
            <a:ext cx="1587" cy="2924175"/>
            <a:chOff x="1117" y="856"/>
            <a:chExt cx="1" cy="1842"/>
          </a:xfrm>
        </p:grpSpPr>
        <p:sp>
          <p:nvSpPr>
            <p:cNvPr id="344" name="Line 3"/>
            <p:cNvSpPr>
              <a:spLocks noChangeShapeType="1"/>
            </p:cNvSpPr>
            <p:nvPr/>
          </p:nvSpPr>
          <p:spPr bwMode="auto">
            <a:xfrm rot="5400000" flipH="1">
              <a:off x="919" y="2023"/>
              <a:ext cx="39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45" name="Line 4"/>
            <p:cNvSpPr>
              <a:spLocks noChangeShapeType="1"/>
            </p:cNvSpPr>
            <p:nvPr/>
          </p:nvSpPr>
          <p:spPr bwMode="auto">
            <a:xfrm rot="-5400000">
              <a:off x="1102" y="1791"/>
              <a:ext cx="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46" name="Line 5"/>
            <p:cNvSpPr>
              <a:spLocks noChangeShapeType="1"/>
            </p:cNvSpPr>
            <p:nvPr/>
          </p:nvSpPr>
          <p:spPr bwMode="auto">
            <a:xfrm rot="-5400000">
              <a:off x="903" y="1544"/>
              <a:ext cx="4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47" name="Line 6"/>
            <p:cNvSpPr>
              <a:spLocks noChangeShapeType="1"/>
            </p:cNvSpPr>
            <p:nvPr/>
          </p:nvSpPr>
          <p:spPr bwMode="auto">
            <a:xfrm rot="-5400000">
              <a:off x="1103" y="1287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48" name="Line 7"/>
            <p:cNvSpPr>
              <a:spLocks noChangeShapeType="1"/>
            </p:cNvSpPr>
            <p:nvPr/>
          </p:nvSpPr>
          <p:spPr bwMode="auto">
            <a:xfrm rot="-5400000">
              <a:off x="920" y="1053"/>
              <a:ext cx="3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49" name="Line 8"/>
            <p:cNvSpPr>
              <a:spLocks noChangeShapeType="1"/>
            </p:cNvSpPr>
            <p:nvPr/>
          </p:nvSpPr>
          <p:spPr bwMode="auto">
            <a:xfrm>
              <a:off x="1118" y="2248"/>
              <a:ext cx="0" cy="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0" name="Line 9"/>
            <p:cNvSpPr>
              <a:spLocks noChangeShapeType="1"/>
            </p:cNvSpPr>
            <p:nvPr/>
          </p:nvSpPr>
          <p:spPr bwMode="auto">
            <a:xfrm>
              <a:off x="1118" y="2302"/>
              <a:ext cx="0" cy="3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351" name="Group 10"/>
          <p:cNvGrpSpPr/>
          <p:nvPr/>
        </p:nvGrpSpPr>
        <p:grpSpPr bwMode="auto">
          <a:xfrm>
            <a:off x="559437" y="1866861"/>
            <a:ext cx="3533775" cy="3443288"/>
            <a:chOff x="3345" y="212"/>
            <a:chExt cx="2226" cy="2169"/>
          </a:xfrm>
        </p:grpSpPr>
        <p:graphicFrame>
          <p:nvGraphicFramePr>
            <p:cNvPr id="352" name="Object 11"/>
            <p:cNvGraphicFramePr>
              <a:graphicFrameLocks noChangeAspect="1"/>
            </p:cNvGraphicFramePr>
            <p:nvPr/>
          </p:nvGraphicFramePr>
          <p:xfrm>
            <a:off x="3732" y="480"/>
            <a:ext cx="1549" cy="1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0" name="位图图像" r:id="rId1" imgW="3409950" imgH="3619500" progId="Paint.Picture">
                    <p:embed/>
                  </p:oleObj>
                </mc:Choice>
                <mc:Fallback>
                  <p:oleObj name="位图图像" r:id="rId1" imgW="3409950" imgH="3619500" progId="Paint.Picture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2" y="480"/>
                          <a:ext cx="1549" cy="16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3" name="Line 12"/>
            <p:cNvSpPr>
              <a:spLocks noChangeShapeType="1"/>
            </p:cNvSpPr>
            <p:nvPr/>
          </p:nvSpPr>
          <p:spPr bwMode="auto">
            <a:xfrm flipV="1">
              <a:off x="4897" y="732"/>
              <a:ext cx="204" cy="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4" name="Rectangle 13"/>
            <p:cNvSpPr>
              <a:spLocks noChangeArrowheads="1"/>
            </p:cNvSpPr>
            <p:nvPr/>
          </p:nvSpPr>
          <p:spPr bwMode="auto">
            <a:xfrm>
              <a:off x="5054" y="610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圆筒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55" name="Line 14"/>
            <p:cNvSpPr>
              <a:spLocks noChangeShapeType="1"/>
            </p:cNvSpPr>
            <p:nvPr/>
          </p:nvSpPr>
          <p:spPr bwMode="auto">
            <a:xfrm flipV="1">
              <a:off x="4604" y="445"/>
              <a:ext cx="134" cy="1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6" name="Rectangle 15"/>
            <p:cNvSpPr>
              <a:spLocks noChangeArrowheads="1"/>
            </p:cNvSpPr>
            <p:nvPr/>
          </p:nvSpPr>
          <p:spPr bwMode="auto">
            <a:xfrm>
              <a:off x="4558" y="212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凸台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5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57" name="Line 16"/>
            <p:cNvSpPr>
              <a:spLocks noChangeShapeType="1"/>
            </p:cNvSpPr>
            <p:nvPr/>
          </p:nvSpPr>
          <p:spPr bwMode="auto">
            <a:xfrm flipH="1" flipV="1">
              <a:off x="3789" y="1103"/>
              <a:ext cx="232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58" name="Rectangle 17"/>
            <p:cNvSpPr>
              <a:spLocks noChangeArrowheads="1"/>
            </p:cNvSpPr>
            <p:nvPr/>
          </p:nvSpPr>
          <p:spPr bwMode="auto">
            <a:xfrm>
              <a:off x="3345" y="909"/>
              <a:ext cx="678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支撑板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59" name="Line 18"/>
            <p:cNvSpPr>
              <a:spLocks noChangeShapeType="1"/>
            </p:cNvSpPr>
            <p:nvPr/>
          </p:nvSpPr>
          <p:spPr bwMode="auto">
            <a:xfrm flipH="1">
              <a:off x="3747" y="1993"/>
              <a:ext cx="405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0" name="Rectangle 19"/>
            <p:cNvSpPr>
              <a:spLocks noChangeArrowheads="1"/>
            </p:cNvSpPr>
            <p:nvPr/>
          </p:nvSpPr>
          <p:spPr bwMode="auto">
            <a:xfrm>
              <a:off x="3376" y="2131"/>
              <a:ext cx="517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底板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4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61" name="Line 20"/>
            <p:cNvSpPr>
              <a:spLocks noChangeShapeType="1"/>
            </p:cNvSpPr>
            <p:nvPr/>
          </p:nvSpPr>
          <p:spPr bwMode="auto">
            <a:xfrm>
              <a:off x="4734" y="1525"/>
              <a:ext cx="414" cy="1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62" name="Rectangle 21"/>
            <p:cNvSpPr>
              <a:spLocks noChangeArrowheads="1"/>
            </p:cNvSpPr>
            <p:nvPr/>
          </p:nvSpPr>
          <p:spPr bwMode="auto">
            <a:xfrm>
              <a:off x="5122" y="1644"/>
              <a:ext cx="354" cy="25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>
                  <a:latin typeface="黑体" panose="02010609060101010101" pitchFamily="2" charset="-122"/>
                  <a:ea typeface="黑体" panose="02010609060101010101" pitchFamily="2" charset="-122"/>
                </a:rPr>
                <a:t>肋</a:t>
              </a:r>
              <a:r>
                <a:rPr lang="en-US" altLang="zh-CN" sz="2000"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2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363" name="Text Box 22"/>
          <p:cNvSpPr txBox="1">
            <a:spLocks noChangeArrowheads="1"/>
          </p:cNvSpPr>
          <p:nvPr/>
        </p:nvSpPr>
        <p:spPr bwMode="auto">
          <a:xfrm>
            <a:off x="3996160" y="4700695"/>
            <a:ext cx="24701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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画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基准线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  <a:sym typeface="Marlett" pitchFamily="2" charset="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  左右、上下、前后</a:t>
            </a:r>
            <a:endParaRPr lang="zh-CN" altLang="en-US" sz="2000" dirty="0">
              <a:latin typeface="黑体" panose="02010609060101010101" pitchFamily="2" charset="-122"/>
              <a:ea typeface="黑体" panose="02010609060101010101" pitchFamily="2" charset="-122"/>
              <a:sym typeface="Marlett" pitchFamily="2" charset="2"/>
            </a:endParaRPr>
          </a:p>
        </p:txBody>
      </p:sp>
      <p:sp>
        <p:nvSpPr>
          <p:cNvPr id="365" name="Text Box 24"/>
          <p:cNvSpPr txBox="1">
            <a:spLocks noChangeArrowheads="1"/>
          </p:cNvSpPr>
          <p:nvPr/>
        </p:nvSpPr>
        <p:spPr bwMode="auto">
          <a:xfrm>
            <a:off x="3989810" y="5489748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依次画各立体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68" name="Oval 27"/>
          <p:cNvSpPr>
            <a:spLocks noChangeArrowheads="1"/>
          </p:cNvSpPr>
          <p:nvPr/>
        </p:nvSpPr>
        <p:spPr bwMode="auto">
          <a:xfrm>
            <a:off x="7978354" y="5135735"/>
            <a:ext cx="433387" cy="436563"/>
          </a:xfrm>
          <a:prstGeom prst="ellipse">
            <a:avLst/>
          </a:prstGeom>
          <a:solidFill>
            <a:srgbClr val="E6F0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369" name="Oval 28"/>
          <p:cNvSpPr>
            <a:spLocks noChangeArrowheads="1"/>
          </p:cNvSpPr>
          <p:nvPr/>
        </p:nvSpPr>
        <p:spPr bwMode="auto">
          <a:xfrm>
            <a:off x="8052966" y="5211935"/>
            <a:ext cx="284163" cy="280988"/>
          </a:xfrm>
          <a:prstGeom prst="ellipse">
            <a:avLst/>
          </a:prstGeom>
          <a:solidFill>
            <a:srgbClr val="E6F0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370" name="Line 29"/>
          <p:cNvSpPr>
            <a:spLocks noChangeShapeType="1"/>
          </p:cNvSpPr>
          <p:nvPr/>
        </p:nvSpPr>
        <p:spPr bwMode="auto">
          <a:xfrm>
            <a:off x="6824241" y="3938760"/>
            <a:ext cx="2740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1" name="Line 30"/>
          <p:cNvSpPr>
            <a:spLocks noChangeShapeType="1"/>
          </p:cNvSpPr>
          <p:nvPr/>
        </p:nvSpPr>
        <p:spPr bwMode="auto">
          <a:xfrm>
            <a:off x="6830591" y="4780135"/>
            <a:ext cx="2730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2" name="Line 31"/>
          <p:cNvSpPr>
            <a:spLocks noChangeShapeType="1"/>
          </p:cNvSpPr>
          <p:nvPr/>
        </p:nvSpPr>
        <p:spPr bwMode="auto">
          <a:xfrm>
            <a:off x="9932566" y="3937173"/>
            <a:ext cx="10874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73" name="Group 32"/>
          <p:cNvGrpSpPr/>
          <p:nvPr/>
        </p:nvGrpSpPr>
        <p:grpSpPr bwMode="auto">
          <a:xfrm>
            <a:off x="6825829" y="3557760"/>
            <a:ext cx="4198937" cy="0"/>
            <a:chOff x="253" y="2362"/>
            <a:chExt cx="2645" cy="0"/>
          </a:xfrm>
        </p:grpSpPr>
        <p:sp>
          <p:nvSpPr>
            <p:cNvPr id="374" name="Line 33"/>
            <p:cNvSpPr>
              <a:spLocks noChangeShapeType="1"/>
            </p:cNvSpPr>
            <p:nvPr/>
          </p:nvSpPr>
          <p:spPr bwMode="auto">
            <a:xfrm>
              <a:off x="253" y="2362"/>
              <a:ext cx="1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5" name="Line 34"/>
            <p:cNvSpPr>
              <a:spLocks noChangeShapeType="1"/>
            </p:cNvSpPr>
            <p:nvPr/>
          </p:nvSpPr>
          <p:spPr bwMode="auto">
            <a:xfrm>
              <a:off x="2210" y="2362"/>
              <a:ext cx="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6" name="Group 35"/>
          <p:cNvGrpSpPr/>
          <p:nvPr/>
        </p:nvGrpSpPr>
        <p:grpSpPr bwMode="auto">
          <a:xfrm>
            <a:off x="7510041" y="3841923"/>
            <a:ext cx="3511550" cy="19050"/>
            <a:chOff x="684" y="2541"/>
            <a:chExt cx="2212" cy="12"/>
          </a:xfrm>
        </p:grpSpPr>
        <p:sp>
          <p:nvSpPr>
            <p:cNvPr id="377" name="Line 36"/>
            <p:cNvSpPr>
              <a:spLocks noChangeShapeType="1"/>
            </p:cNvSpPr>
            <p:nvPr/>
          </p:nvSpPr>
          <p:spPr bwMode="auto">
            <a:xfrm rot="-5400000">
              <a:off x="2554" y="2200"/>
              <a:ext cx="1" cy="6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" name="Line 37"/>
            <p:cNvSpPr>
              <a:spLocks noChangeShapeType="1"/>
            </p:cNvSpPr>
            <p:nvPr/>
          </p:nvSpPr>
          <p:spPr bwMode="auto">
            <a:xfrm>
              <a:off x="684" y="2553"/>
              <a:ext cx="8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9" name="Group 38"/>
          <p:cNvGrpSpPr/>
          <p:nvPr/>
        </p:nvGrpSpPr>
        <p:grpSpPr bwMode="auto">
          <a:xfrm>
            <a:off x="6825829" y="3556173"/>
            <a:ext cx="2738437" cy="1935162"/>
            <a:chOff x="253" y="2361"/>
            <a:chExt cx="1725" cy="1219"/>
          </a:xfrm>
        </p:grpSpPr>
        <p:sp>
          <p:nvSpPr>
            <p:cNvPr id="380" name="Line 39"/>
            <p:cNvSpPr>
              <a:spLocks noChangeShapeType="1"/>
            </p:cNvSpPr>
            <p:nvPr/>
          </p:nvSpPr>
          <p:spPr bwMode="auto">
            <a:xfrm>
              <a:off x="253" y="236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1" name="Line 40"/>
            <p:cNvSpPr>
              <a:spLocks noChangeShapeType="1"/>
            </p:cNvSpPr>
            <p:nvPr/>
          </p:nvSpPr>
          <p:spPr bwMode="auto">
            <a:xfrm>
              <a:off x="253" y="3132"/>
              <a:ext cx="0" cy="4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2" name="Line 41"/>
            <p:cNvSpPr>
              <a:spLocks noChangeShapeType="1"/>
            </p:cNvSpPr>
            <p:nvPr/>
          </p:nvSpPr>
          <p:spPr bwMode="auto">
            <a:xfrm>
              <a:off x="1978" y="236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3" name="Line 42"/>
            <p:cNvSpPr>
              <a:spLocks noChangeShapeType="1"/>
            </p:cNvSpPr>
            <p:nvPr/>
          </p:nvSpPr>
          <p:spPr bwMode="auto">
            <a:xfrm>
              <a:off x="1978" y="3133"/>
              <a:ext cx="0" cy="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4" name="Line 43"/>
          <p:cNvSpPr>
            <a:spLocks noChangeShapeType="1"/>
          </p:cNvSpPr>
          <p:nvPr/>
        </p:nvSpPr>
        <p:spPr bwMode="auto">
          <a:xfrm flipH="1">
            <a:off x="7156029" y="5859635"/>
            <a:ext cx="2076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5" name="Line 44"/>
          <p:cNvSpPr>
            <a:spLocks noChangeShapeType="1"/>
          </p:cNvSpPr>
          <p:nvPr/>
        </p:nvSpPr>
        <p:spPr bwMode="auto">
          <a:xfrm flipV="1">
            <a:off x="11023179" y="3557760"/>
            <a:ext cx="0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6" name="Group 45"/>
          <p:cNvGrpSpPr/>
          <p:nvPr/>
        </p:nvGrpSpPr>
        <p:grpSpPr bwMode="auto">
          <a:xfrm>
            <a:off x="7506866" y="3859385"/>
            <a:ext cx="1355725" cy="1998663"/>
            <a:chOff x="682" y="2552"/>
            <a:chExt cx="854" cy="1259"/>
          </a:xfrm>
        </p:grpSpPr>
        <p:grpSp>
          <p:nvGrpSpPr>
            <p:cNvPr id="387" name="Group 46"/>
            <p:cNvGrpSpPr/>
            <p:nvPr/>
          </p:nvGrpSpPr>
          <p:grpSpPr bwMode="auto">
            <a:xfrm>
              <a:off x="682" y="2552"/>
              <a:ext cx="1" cy="1259"/>
              <a:chOff x="682" y="2552"/>
              <a:chExt cx="1" cy="1259"/>
            </a:xfrm>
          </p:grpSpPr>
          <p:sp>
            <p:nvSpPr>
              <p:cNvPr id="391" name="Line 47"/>
              <p:cNvSpPr>
                <a:spLocks noChangeShapeType="1"/>
              </p:cNvSpPr>
              <p:nvPr/>
            </p:nvSpPr>
            <p:spPr bwMode="auto">
              <a:xfrm>
                <a:off x="683" y="2552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2" name="Line 48"/>
              <p:cNvSpPr>
                <a:spLocks noChangeShapeType="1"/>
              </p:cNvSpPr>
              <p:nvPr/>
            </p:nvSpPr>
            <p:spPr bwMode="auto">
              <a:xfrm>
                <a:off x="682" y="3132"/>
                <a:ext cx="0" cy="6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8" name="Group 49"/>
            <p:cNvGrpSpPr/>
            <p:nvPr/>
          </p:nvGrpSpPr>
          <p:grpSpPr bwMode="auto">
            <a:xfrm>
              <a:off x="1536" y="2552"/>
              <a:ext cx="0" cy="1259"/>
              <a:chOff x="1536" y="2552"/>
              <a:chExt cx="0" cy="1259"/>
            </a:xfrm>
          </p:grpSpPr>
          <p:sp>
            <p:nvSpPr>
              <p:cNvPr id="389" name="Line 50"/>
              <p:cNvSpPr>
                <a:spLocks noChangeShapeType="1"/>
              </p:cNvSpPr>
              <p:nvPr/>
            </p:nvSpPr>
            <p:spPr bwMode="auto">
              <a:xfrm flipV="1">
                <a:off x="1536" y="2552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0" name="Line 51"/>
              <p:cNvSpPr>
                <a:spLocks noChangeShapeType="1"/>
              </p:cNvSpPr>
              <p:nvPr/>
            </p:nvSpPr>
            <p:spPr bwMode="auto">
              <a:xfrm>
                <a:off x="1536" y="3132"/>
                <a:ext cx="0" cy="6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93" name="Line 52"/>
          <p:cNvSpPr>
            <a:spLocks noChangeShapeType="1"/>
          </p:cNvSpPr>
          <p:nvPr/>
        </p:nvSpPr>
        <p:spPr bwMode="auto">
          <a:xfrm>
            <a:off x="7516391" y="3938760"/>
            <a:ext cx="1339850" cy="0"/>
          </a:xfrm>
          <a:prstGeom prst="line">
            <a:avLst/>
          </a:prstGeom>
          <a:noFill/>
          <a:ln w="7620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4" name="Oval 53"/>
          <p:cNvSpPr>
            <a:spLocks noChangeArrowheads="1"/>
          </p:cNvSpPr>
          <p:nvPr/>
        </p:nvSpPr>
        <p:spPr bwMode="auto">
          <a:xfrm>
            <a:off x="7687841" y="1536873"/>
            <a:ext cx="1014413" cy="996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6F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395" name="Oval 54"/>
          <p:cNvSpPr>
            <a:spLocks noChangeArrowheads="1"/>
          </p:cNvSpPr>
          <p:nvPr/>
        </p:nvSpPr>
        <p:spPr bwMode="auto">
          <a:xfrm>
            <a:off x="7859291" y="1695623"/>
            <a:ext cx="671513" cy="67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6F0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396" name="Group 55"/>
          <p:cNvGrpSpPr/>
          <p:nvPr/>
        </p:nvGrpSpPr>
        <p:grpSpPr bwMode="auto">
          <a:xfrm>
            <a:off x="7686254" y="2033760"/>
            <a:ext cx="1012825" cy="2751138"/>
            <a:chOff x="793" y="1402"/>
            <a:chExt cx="638" cy="1733"/>
          </a:xfrm>
        </p:grpSpPr>
        <p:sp>
          <p:nvSpPr>
            <p:cNvPr id="397" name="Line 56"/>
            <p:cNvSpPr>
              <a:spLocks noChangeShapeType="1"/>
            </p:cNvSpPr>
            <p:nvPr/>
          </p:nvSpPr>
          <p:spPr bwMode="auto">
            <a:xfrm>
              <a:off x="793" y="1402"/>
              <a:ext cx="0" cy="173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8" name="Line 57"/>
            <p:cNvSpPr>
              <a:spLocks noChangeShapeType="1"/>
            </p:cNvSpPr>
            <p:nvPr/>
          </p:nvSpPr>
          <p:spPr bwMode="auto">
            <a:xfrm flipH="1" flipV="1">
              <a:off x="1431" y="1403"/>
              <a:ext cx="0" cy="172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9" name="Line 58"/>
          <p:cNvSpPr>
            <a:spLocks noChangeShapeType="1"/>
          </p:cNvSpPr>
          <p:nvPr/>
        </p:nvSpPr>
        <p:spPr bwMode="auto">
          <a:xfrm flipV="1">
            <a:off x="11046991" y="1540048"/>
            <a:ext cx="0" cy="984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00" name="Group 59"/>
          <p:cNvGrpSpPr/>
          <p:nvPr/>
        </p:nvGrpSpPr>
        <p:grpSpPr bwMode="auto">
          <a:xfrm>
            <a:off x="8195841" y="1536873"/>
            <a:ext cx="2852738" cy="993775"/>
            <a:chOff x="1116" y="1090"/>
            <a:chExt cx="1797" cy="620"/>
          </a:xfrm>
        </p:grpSpPr>
        <p:sp>
          <p:nvSpPr>
            <p:cNvPr id="401" name="Line 60"/>
            <p:cNvSpPr>
              <a:spLocks noChangeShapeType="1"/>
            </p:cNvSpPr>
            <p:nvPr/>
          </p:nvSpPr>
          <p:spPr bwMode="auto">
            <a:xfrm>
              <a:off x="1116" y="1090"/>
              <a:ext cx="1797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2" name="Line 61"/>
            <p:cNvSpPr>
              <a:spLocks noChangeShapeType="1"/>
            </p:cNvSpPr>
            <p:nvPr/>
          </p:nvSpPr>
          <p:spPr bwMode="auto">
            <a:xfrm>
              <a:off x="1116" y="1710"/>
              <a:ext cx="1796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3" name="Group 62"/>
          <p:cNvGrpSpPr/>
          <p:nvPr/>
        </p:nvGrpSpPr>
        <p:grpSpPr bwMode="auto">
          <a:xfrm>
            <a:off x="8195841" y="1700385"/>
            <a:ext cx="1743075" cy="673100"/>
            <a:chOff x="1116" y="1194"/>
            <a:chExt cx="1098" cy="427"/>
          </a:xfrm>
        </p:grpSpPr>
        <p:sp>
          <p:nvSpPr>
            <p:cNvPr id="404" name="Line 63"/>
            <p:cNvSpPr>
              <a:spLocks noChangeShapeType="1"/>
            </p:cNvSpPr>
            <p:nvPr/>
          </p:nvSpPr>
          <p:spPr bwMode="auto">
            <a:xfrm>
              <a:off x="1116" y="1194"/>
              <a:ext cx="108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5" name="Line 64"/>
            <p:cNvSpPr>
              <a:spLocks noChangeShapeType="1"/>
            </p:cNvSpPr>
            <p:nvPr/>
          </p:nvSpPr>
          <p:spPr bwMode="auto">
            <a:xfrm>
              <a:off x="1120" y="1621"/>
              <a:ext cx="109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6" name="Group 65"/>
          <p:cNvGrpSpPr/>
          <p:nvPr/>
        </p:nvGrpSpPr>
        <p:grpSpPr bwMode="auto">
          <a:xfrm>
            <a:off x="9924629" y="1698798"/>
            <a:ext cx="1128712" cy="677862"/>
            <a:chOff x="2208" y="1194"/>
            <a:chExt cx="711" cy="427"/>
          </a:xfrm>
        </p:grpSpPr>
        <p:sp>
          <p:nvSpPr>
            <p:cNvPr id="407" name="Line 66"/>
            <p:cNvSpPr>
              <a:spLocks noChangeShapeType="1"/>
            </p:cNvSpPr>
            <p:nvPr/>
          </p:nvSpPr>
          <p:spPr bwMode="auto">
            <a:xfrm>
              <a:off x="2208" y="1194"/>
              <a:ext cx="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" name="Line 67"/>
            <p:cNvSpPr>
              <a:spLocks noChangeShapeType="1"/>
            </p:cNvSpPr>
            <p:nvPr/>
          </p:nvSpPr>
          <p:spPr bwMode="auto">
            <a:xfrm>
              <a:off x="2215" y="1621"/>
              <a:ext cx="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9" name="Group 68"/>
          <p:cNvGrpSpPr/>
          <p:nvPr/>
        </p:nvGrpSpPr>
        <p:grpSpPr bwMode="auto">
          <a:xfrm>
            <a:off x="7862466" y="2032173"/>
            <a:ext cx="669925" cy="2762250"/>
            <a:chOff x="906" y="1401"/>
            <a:chExt cx="422" cy="1740"/>
          </a:xfrm>
        </p:grpSpPr>
        <p:sp>
          <p:nvSpPr>
            <p:cNvPr id="410" name="Line 69"/>
            <p:cNvSpPr>
              <a:spLocks noChangeShapeType="1"/>
            </p:cNvSpPr>
            <p:nvPr/>
          </p:nvSpPr>
          <p:spPr bwMode="auto">
            <a:xfrm>
              <a:off x="906" y="1401"/>
              <a:ext cx="0" cy="173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" name="Line 70"/>
            <p:cNvSpPr>
              <a:spLocks noChangeShapeType="1"/>
            </p:cNvSpPr>
            <p:nvPr/>
          </p:nvSpPr>
          <p:spPr bwMode="auto">
            <a:xfrm flipH="1" flipV="1">
              <a:off x="1328" y="1401"/>
              <a:ext cx="0" cy="17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2" name="Group 71"/>
          <p:cNvGrpSpPr/>
          <p:nvPr/>
        </p:nvGrpSpPr>
        <p:grpSpPr bwMode="auto">
          <a:xfrm>
            <a:off x="7862466" y="4776960"/>
            <a:ext cx="669925" cy="1084263"/>
            <a:chOff x="906" y="3130"/>
            <a:chExt cx="422" cy="683"/>
          </a:xfrm>
        </p:grpSpPr>
        <p:sp>
          <p:nvSpPr>
            <p:cNvPr id="413" name="Line 72"/>
            <p:cNvSpPr>
              <a:spLocks noChangeShapeType="1"/>
            </p:cNvSpPr>
            <p:nvPr/>
          </p:nvSpPr>
          <p:spPr bwMode="auto">
            <a:xfrm>
              <a:off x="906" y="3130"/>
              <a:ext cx="0" cy="6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" name="Line 73"/>
            <p:cNvSpPr>
              <a:spLocks noChangeShapeType="1"/>
            </p:cNvSpPr>
            <p:nvPr/>
          </p:nvSpPr>
          <p:spPr bwMode="auto">
            <a:xfrm>
              <a:off x="1328" y="3136"/>
              <a:ext cx="0" cy="6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5" name="Line 74"/>
          <p:cNvSpPr>
            <a:spLocks noChangeShapeType="1"/>
          </p:cNvSpPr>
          <p:nvPr/>
        </p:nvSpPr>
        <p:spPr bwMode="auto">
          <a:xfrm flipV="1">
            <a:off x="7705304" y="1879773"/>
            <a:ext cx="24765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16" name="Group 75"/>
          <p:cNvGrpSpPr/>
          <p:nvPr/>
        </p:nvGrpSpPr>
        <p:grpSpPr bwMode="auto">
          <a:xfrm>
            <a:off x="7202066" y="1900410"/>
            <a:ext cx="1993900" cy="1657350"/>
            <a:chOff x="487" y="1318"/>
            <a:chExt cx="1253" cy="1044"/>
          </a:xfrm>
        </p:grpSpPr>
        <p:sp>
          <p:nvSpPr>
            <p:cNvPr id="417" name="Line 76"/>
            <p:cNvSpPr>
              <a:spLocks noChangeShapeType="1"/>
            </p:cNvSpPr>
            <p:nvPr/>
          </p:nvSpPr>
          <p:spPr bwMode="auto">
            <a:xfrm flipH="1">
              <a:off x="487" y="1324"/>
              <a:ext cx="313" cy="1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8" name="Line 77"/>
            <p:cNvSpPr>
              <a:spLocks noChangeShapeType="1"/>
            </p:cNvSpPr>
            <p:nvPr/>
          </p:nvSpPr>
          <p:spPr bwMode="auto">
            <a:xfrm>
              <a:off x="1421" y="1318"/>
              <a:ext cx="319" cy="10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9" name="Arc 78"/>
          <p:cNvSpPr/>
          <p:nvPr/>
        </p:nvSpPr>
        <p:spPr bwMode="auto">
          <a:xfrm>
            <a:off x="6825829" y="5489748"/>
            <a:ext cx="327025" cy="368300"/>
          </a:xfrm>
          <a:custGeom>
            <a:avLst/>
            <a:gdLst>
              <a:gd name="T0" fmla="*/ 4764137 w 22448"/>
              <a:gd name="T1" fmla="*/ 6159786 h 22004"/>
              <a:gd name="T2" fmla="*/ 845 w 22448"/>
              <a:gd name="T3" fmla="*/ 0 h 22004"/>
              <a:gd name="T4" fmla="*/ 4584163 w 22448"/>
              <a:gd name="T5" fmla="*/ 113181 h 220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448" h="22004" fill="none" extrusionOk="0">
                <a:moveTo>
                  <a:pt x="22448" y="21987"/>
                </a:moveTo>
                <a:cubicBezTo>
                  <a:pt x="22165" y="21998"/>
                  <a:pt x="21882" y="22003"/>
                  <a:pt x="21600" y="22004"/>
                </a:cubicBezTo>
                <a:cubicBezTo>
                  <a:pt x="9670" y="22004"/>
                  <a:pt x="0" y="12333"/>
                  <a:pt x="0" y="404"/>
                </a:cubicBezTo>
                <a:cubicBezTo>
                  <a:pt x="-1" y="269"/>
                  <a:pt x="1" y="134"/>
                  <a:pt x="3" y="-1"/>
                </a:cubicBezTo>
              </a:path>
              <a:path w="22448" h="22004" stroke="0" extrusionOk="0">
                <a:moveTo>
                  <a:pt x="22448" y="21987"/>
                </a:moveTo>
                <a:cubicBezTo>
                  <a:pt x="22165" y="21998"/>
                  <a:pt x="21882" y="22003"/>
                  <a:pt x="21600" y="22004"/>
                </a:cubicBezTo>
                <a:cubicBezTo>
                  <a:pt x="9670" y="22004"/>
                  <a:pt x="0" y="12333"/>
                  <a:pt x="0" y="404"/>
                </a:cubicBezTo>
                <a:cubicBezTo>
                  <a:pt x="-1" y="269"/>
                  <a:pt x="1" y="134"/>
                  <a:pt x="3" y="-1"/>
                </a:cubicBezTo>
                <a:lnTo>
                  <a:pt x="21600" y="404"/>
                </a:lnTo>
                <a:lnTo>
                  <a:pt x="22448" y="2198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0" name="Arc 79"/>
          <p:cNvSpPr/>
          <p:nvPr/>
        </p:nvSpPr>
        <p:spPr bwMode="auto">
          <a:xfrm>
            <a:off x="9226129" y="5494510"/>
            <a:ext cx="338137" cy="363538"/>
          </a:xfrm>
          <a:custGeom>
            <a:avLst/>
            <a:gdLst>
              <a:gd name="T0" fmla="*/ 5292877 w 21600"/>
              <a:gd name="T1" fmla="*/ 0 h 21868"/>
              <a:gd name="T2" fmla="*/ 61757 w 21600"/>
              <a:gd name="T3" fmla="*/ 6043528 h 21868"/>
              <a:gd name="T4" fmla="*/ 0 w 21600"/>
              <a:gd name="T5" fmla="*/ 74343 h 2186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868" fill="none" extrusionOk="0">
                <a:moveTo>
                  <a:pt x="21598" y="-1"/>
                </a:moveTo>
                <a:cubicBezTo>
                  <a:pt x="21599" y="89"/>
                  <a:pt x="21600" y="179"/>
                  <a:pt x="21600" y="269"/>
                </a:cubicBezTo>
                <a:cubicBezTo>
                  <a:pt x="21600" y="12100"/>
                  <a:pt x="12082" y="21729"/>
                  <a:pt x="251" y="21867"/>
                </a:cubicBezTo>
              </a:path>
              <a:path w="21600" h="21868" stroke="0" extrusionOk="0">
                <a:moveTo>
                  <a:pt x="21598" y="-1"/>
                </a:moveTo>
                <a:cubicBezTo>
                  <a:pt x="21599" y="89"/>
                  <a:pt x="21600" y="179"/>
                  <a:pt x="21600" y="269"/>
                </a:cubicBezTo>
                <a:cubicBezTo>
                  <a:pt x="21600" y="12100"/>
                  <a:pt x="12082" y="21729"/>
                  <a:pt x="251" y="21867"/>
                </a:cubicBezTo>
                <a:lnTo>
                  <a:pt x="0" y="269"/>
                </a:lnTo>
                <a:lnTo>
                  <a:pt x="21598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21" name="Group 80"/>
          <p:cNvGrpSpPr/>
          <p:nvPr/>
        </p:nvGrpSpPr>
        <p:grpSpPr bwMode="auto">
          <a:xfrm>
            <a:off x="6984579" y="5318298"/>
            <a:ext cx="2430462" cy="357187"/>
            <a:chOff x="350" y="3465"/>
            <a:chExt cx="1531" cy="225"/>
          </a:xfrm>
        </p:grpSpPr>
        <p:sp>
          <p:nvSpPr>
            <p:cNvPr id="422" name="Oval 81"/>
            <p:cNvSpPr>
              <a:spLocks noChangeArrowheads="1"/>
            </p:cNvSpPr>
            <p:nvPr/>
          </p:nvSpPr>
          <p:spPr bwMode="auto">
            <a:xfrm>
              <a:off x="350" y="3468"/>
              <a:ext cx="221" cy="220"/>
            </a:xfrm>
            <a:prstGeom prst="ellipse">
              <a:avLst/>
            </a:prstGeom>
            <a:solidFill>
              <a:srgbClr val="E6F0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423" name="Oval 82"/>
            <p:cNvSpPr>
              <a:spLocks noChangeArrowheads="1"/>
            </p:cNvSpPr>
            <p:nvPr/>
          </p:nvSpPr>
          <p:spPr bwMode="auto">
            <a:xfrm>
              <a:off x="1659" y="3465"/>
              <a:ext cx="222" cy="225"/>
            </a:xfrm>
            <a:prstGeom prst="ellipse">
              <a:avLst/>
            </a:prstGeom>
            <a:solidFill>
              <a:srgbClr val="E6F0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424" name="Group 83"/>
          <p:cNvGrpSpPr/>
          <p:nvPr/>
        </p:nvGrpSpPr>
        <p:grpSpPr bwMode="auto">
          <a:xfrm>
            <a:off x="6975054" y="3556173"/>
            <a:ext cx="2444750" cy="384175"/>
            <a:chOff x="353" y="2361"/>
            <a:chExt cx="1540" cy="242"/>
          </a:xfrm>
        </p:grpSpPr>
        <p:sp>
          <p:nvSpPr>
            <p:cNvPr id="425" name="Line 84"/>
            <p:cNvSpPr>
              <a:spLocks noChangeShapeType="1"/>
            </p:cNvSpPr>
            <p:nvPr/>
          </p:nvSpPr>
          <p:spPr bwMode="auto">
            <a:xfrm flipV="1">
              <a:off x="580" y="236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26" name="Group 85"/>
            <p:cNvGrpSpPr/>
            <p:nvPr/>
          </p:nvGrpSpPr>
          <p:grpSpPr bwMode="auto">
            <a:xfrm>
              <a:off x="353" y="2362"/>
              <a:ext cx="1540" cy="241"/>
              <a:chOff x="353" y="2362"/>
              <a:chExt cx="1540" cy="241"/>
            </a:xfrm>
          </p:grpSpPr>
          <p:sp>
            <p:nvSpPr>
              <p:cNvPr id="427" name="Line 86"/>
              <p:cNvSpPr>
                <a:spLocks noChangeShapeType="1"/>
              </p:cNvSpPr>
              <p:nvPr/>
            </p:nvSpPr>
            <p:spPr bwMode="auto">
              <a:xfrm flipV="1">
                <a:off x="353" y="2363"/>
                <a:ext cx="0" cy="23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8" name="Line 87"/>
              <p:cNvSpPr>
                <a:spLocks noChangeShapeType="1"/>
              </p:cNvSpPr>
              <p:nvPr/>
            </p:nvSpPr>
            <p:spPr bwMode="auto">
              <a:xfrm flipV="1">
                <a:off x="1671" y="2363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9" name="Line 88"/>
              <p:cNvSpPr>
                <a:spLocks noChangeShapeType="1"/>
              </p:cNvSpPr>
              <p:nvPr/>
            </p:nvSpPr>
            <p:spPr bwMode="auto">
              <a:xfrm flipV="1">
                <a:off x="1893" y="236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30" name="Group 89"/>
          <p:cNvGrpSpPr/>
          <p:nvPr/>
        </p:nvGrpSpPr>
        <p:grpSpPr bwMode="auto">
          <a:xfrm>
            <a:off x="10456441" y="3554585"/>
            <a:ext cx="360363" cy="382588"/>
            <a:chOff x="2540" y="2360"/>
            <a:chExt cx="227" cy="241"/>
          </a:xfrm>
        </p:grpSpPr>
        <p:sp>
          <p:nvSpPr>
            <p:cNvPr id="431" name="Line 90"/>
            <p:cNvSpPr>
              <a:spLocks noChangeShapeType="1"/>
            </p:cNvSpPr>
            <p:nvPr/>
          </p:nvSpPr>
          <p:spPr bwMode="auto">
            <a:xfrm flipV="1">
              <a:off x="2540" y="2360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2" name="Line 91"/>
            <p:cNvSpPr>
              <a:spLocks noChangeShapeType="1"/>
            </p:cNvSpPr>
            <p:nvPr/>
          </p:nvSpPr>
          <p:spPr bwMode="auto">
            <a:xfrm flipV="1">
              <a:off x="2767" y="2362"/>
              <a:ext cx="0" cy="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3" name="Line 92"/>
          <p:cNvSpPr>
            <a:spLocks noChangeShapeType="1"/>
          </p:cNvSpPr>
          <p:nvPr/>
        </p:nvSpPr>
        <p:spPr bwMode="auto">
          <a:xfrm>
            <a:off x="7195716" y="5019848"/>
            <a:ext cx="1992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34" name="Group 93"/>
          <p:cNvGrpSpPr/>
          <p:nvPr/>
        </p:nvGrpSpPr>
        <p:grpSpPr bwMode="auto">
          <a:xfrm>
            <a:off x="7197304" y="3552998"/>
            <a:ext cx="2000250" cy="1466850"/>
            <a:chOff x="487" y="2359"/>
            <a:chExt cx="1254" cy="924"/>
          </a:xfrm>
        </p:grpSpPr>
        <p:sp>
          <p:nvSpPr>
            <p:cNvPr id="435" name="Line 94"/>
            <p:cNvSpPr>
              <a:spLocks noChangeShapeType="1"/>
            </p:cNvSpPr>
            <p:nvPr/>
          </p:nvSpPr>
          <p:spPr bwMode="auto">
            <a:xfrm flipV="1">
              <a:off x="487" y="2359"/>
              <a:ext cx="0" cy="92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6" name="Line 95"/>
            <p:cNvSpPr>
              <a:spLocks noChangeShapeType="1"/>
            </p:cNvSpPr>
            <p:nvPr/>
          </p:nvSpPr>
          <p:spPr bwMode="auto">
            <a:xfrm>
              <a:off x="1741" y="2362"/>
              <a:ext cx="0" cy="92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37" name="Group 96"/>
          <p:cNvGrpSpPr/>
          <p:nvPr/>
        </p:nvGrpSpPr>
        <p:grpSpPr bwMode="auto">
          <a:xfrm>
            <a:off x="7197304" y="4776960"/>
            <a:ext cx="2000250" cy="247650"/>
            <a:chOff x="487" y="3130"/>
            <a:chExt cx="1254" cy="156"/>
          </a:xfrm>
        </p:grpSpPr>
        <p:sp>
          <p:nvSpPr>
            <p:cNvPr id="438" name="Line 97"/>
            <p:cNvSpPr>
              <a:spLocks noChangeShapeType="1"/>
            </p:cNvSpPr>
            <p:nvPr/>
          </p:nvSpPr>
          <p:spPr bwMode="auto">
            <a:xfrm>
              <a:off x="487" y="3130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9" name="Line 98"/>
            <p:cNvSpPr>
              <a:spLocks noChangeShapeType="1"/>
            </p:cNvSpPr>
            <p:nvPr/>
          </p:nvSpPr>
          <p:spPr bwMode="auto">
            <a:xfrm>
              <a:off x="1741" y="313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0" name="Line 99"/>
          <p:cNvSpPr>
            <a:spLocks noChangeShapeType="1"/>
          </p:cNvSpPr>
          <p:nvPr/>
        </p:nvSpPr>
        <p:spPr bwMode="auto">
          <a:xfrm>
            <a:off x="7724354" y="5029373"/>
            <a:ext cx="912812" cy="0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1" name="Line 100"/>
          <p:cNvSpPr>
            <a:spLocks noChangeShapeType="1"/>
          </p:cNvSpPr>
          <p:nvPr/>
        </p:nvSpPr>
        <p:spPr bwMode="auto">
          <a:xfrm flipH="1" flipV="1">
            <a:off x="7703716" y="1879773"/>
            <a:ext cx="488950" cy="152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2" name="Group 101"/>
          <p:cNvGrpSpPr/>
          <p:nvPr/>
        </p:nvGrpSpPr>
        <p:grpSpPr bwMode="auto">
          <a:xfrm>
            <a:off x="7711654" y="1871835"/>
            <a:ext cx="963612" cy="3165475"/>
            <a:chOff x="809" y="1300"/>
            <a:chExt cx="604" cy="1994"/>
          </a:xfrm>
        </p:grpSpPr>
        <p:sp>
          <p:nvSpPr>
            <p:cNvPr id="443" name="Line 102"/>
            <p:cNvSpPr>
              <a:spLocks noChangeShapeType="1"/>
            </p:cNvSpPr>
            <p:nvPr/>
          </p:nvSpPr>
          <p:spPr bwMode="auto">
            <a:xfrm>
              <a:off x="809" y="1306"/>
              <a:ext cx="0" cy="197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" name="Line 103"/>
            <p:cNvSpPr>
              <a:spLocks noChangeShapeType="1"/>
            </p:cNvSpPr>
            <p:nvPr/>
          </p:nvSpPr>
          <p:spPr bwMode="auto">
            <a:xfrm>
              <a:off x="1413" y="1300"/>
              <a:ext cx="0" cy="199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" name="Line 104"/>
          <p:cNvSpPr>
            <a:spLocks noChangeShapeType="1"/>
          </p:cNvSpPr>
          <p:nvPr/>
        </p:nvSpPr>
        <p:spPr bwMode="auto">
          <a:xfrm>
            <a:off x="7735466" y="5019848"/>
            <a:ext cx="8826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46" name="Group 105"/>
          <p:cNvGrpSpPr/>
          <p:nvPr/>
        </p:nvGrpSpPr>
        <p:grpSpPr bwMode="auto">
          <a:xfrm>
            <a:off x="8037091" y="2498898"/>
            <a:ext cx="317500" cy="1060450"/>
            <a:chOff x="1019" y="1692"/>
            <a:chExt cx="200" cy="671"/>
          </a:xfrm>
        </p:grpSpPr>
        <p:sp>
          <p:nvSpPr>
            <p:cNvPr id="447" name="Line 106"/>
            <p:cNvSpPr>
              <a:spLocks noChangeShapeType="1"/>
            </p:cNvSpPr>
            <p:nvPr/>
          </p:nvSpPr>
          <p:spPr bwMode="auto">
            <a:xfrm>
              <a:off x="1019" y="1693"/>
              <a:ext cx="0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8" name="Line 107"/>
            <p:cNvSpPr>
              <a:spLocks noChangeShapeType="1"/>
            </p:cNvSpPr>
            <p:nvPr/>
          </p:nvSpPr>
          <p:spPr bwMode="auto">
            <a:xfrm>
              <a:off x="1219" y="1692"/>
              <a:ext cx="0" cy="6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9" name="Line 108"/>
          <p:cNvSpPr>
            <a:spLocks noChangeShapeType="1"/>
          </p:cNvSpPr>
          <p:nvPr/>
        </p:nvSpPr>
        <p:spPr bwMode="auto">
          <a:xfrm>
            <a:off x="10661229" y="2497310"/>
            <a:ext cx="0" cy="236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" name="Line 109"/>
          <p:cNvSpPr>
            <a:spLocks noChangeShapeType="1"/>
          </p:cNvSpPr>
          <p:nvPr/>
        </p:nvSpPr>
        <p:spPr bwMode="auto">
          <a:xfrm>
            <a:off x="10659641" y="2733848"/>
            <a:ext cx="363538" cy="825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1" name="Group 110"/>
          <p:cNvGrpSpPr/>
          <p:nvPr/>
        </p:nvGrpSpPr>
        <p:grpSpPr bwMode="auto">
          <a:xfrm>
            <a:off x="8040266" y="5018260"/>
            <a:ext cx="319088" cy="841375"/>
            <a:chOff x="1018" y="3282"/>
            <a:chExt cx="201" cy="530"/>
          </a:xfrm>
        </p:grpSpPr>
        <p:sp>
          <p:nvSpPr>
            <p:cNvPr id="452" name="Line 111"/>
            <p:cNvSpPr>
              <a:spLocks noChangeShapeType="1"/>
            </p:cNvSpPr>
            <p:nvPr/>
          </p:nvSpPr>
          <p:spPr bwMode="auto">
            <a:xfrm>
              <a:off x="1018" y="3282"/>
              <a:ext cx="0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" name="Line 112"/>
            <p:cNvSpPr>
              <a:spLocks noChangeShapeType="1"/>
            </p:cNvSpPr>
            <p:nvPr/>
          </p:nvSpPr>
          <p:spPr bwMode="auto">
            <a:xfrm>
              <a:off x="1219" y="3283"/>
              <a:ext cx="0" cy="5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4" name="Line 113"/>
          <p:cNvSpPr>
            <a:spLocks noChangeShapeType="1"/>
          </p:cNvSpPr>
          <p:nvPr/>
        </p:nvSpPr>
        <p:spPr bwMode="auto">
          <a:xfrm>
            <a:off x="8049791" y="5518323"/>
            <a:ext cx="315913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5" name="Line 114"/>
          <p:cNvSpPr>
            <a:spLocks noChangeShapeType="1"/>
          </p:cNvSpPr>
          <p:nvPr/>
        </p:nvSpPr>
        <p:spPr bwMode="auto">
          <a:xfrm>
            <a:off x="8035504" y="2735435"/>
            <a:ext cx="317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6" name="Text Box 115"/>
          <p:cNvSpPr txBox="1">
            <a:spLocks noChangeArrowheads="1"/>
          </p:cNvSpPr>
          <p:nvPr/>
        </p:nvSpPr>
        <p:spPr bwMode="auto">
          <a:xfrm>
            <a:off x="9910341" y="4759498"/>
            <a:ext cx="115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anose="02010609060101010101" pitchFamily="2" charset="-122"/>
              </a:rPr>
              <a:t>底板</a:t>
            </a:r>
            <a:endParaRPr lang="zh-CN" altLang="en-US">
              <a:ea typeface="黑体" panose="02010609060101010101" pitchFamily="2" charset="-122"/>
            </a:endParaRPr>
          </a:p>
        </p:txBody>
      </p:sp>
      <p:sp>
        <p:nvSpPr>
          <p:cNvPr id="457" name="Text Box 116"/>
          <p:cNvSpPr txBox="1">
            <a:spLocks noChangeArrowheads="1"/>
          </p:cNvSpPr>
          <p:nvPr/>
        </p:nvSpPr>
        <p:spPr bwMode="auto">
          <a:xfrm>
            <a:off x="9954791" y="4748385"/>
            <a:ext cx="1158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anose="02010609060101010101" pitchFamily="2" charset="-122"/>
              </a:rPr>
              <a:t>圆筒</a:t>
            </a:r>
            <a:endParaRPr lang="zh-CN" altLang="en-US">
              <a:ea typeface="黑体" panose="02010609060101010101" pitchFamily="2" charset="-122"/>
            </a:endParaRPr>
          </a:p>
        </p:txBody>
      </p:sp>
      <p:sp>
        <p:nvSpPr>
          <p:cNvPr id="458" name="Text Box 117"/>
          <p:cNvSpPr txBox="1">
            <a:spLocks noChangeArrowheads="1"/>
          </p:cNvSpPr>
          <p:nvPr/>
        </p:nvSpPr>
        <p:spPr bwMode="auto">
          <a:xfrm>
            <a:off x="9867479" y="4811885"/>
            <a:ext cx="1455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ea typeface="黑体" panose="02010609060101010101" pitchFamily="2" charset="-122"/>
              </a:rPr>
              <a:t>支撑板</a:t>
            </a:r>
            <a:endParaRPr lang="zh-CN" altLang="en-US" sz="2800">
              <a:ea typeface="黑体" panose="02010609060101010101" pitchFamily="2" charset="-122"/>
            </a:endParaRPr>
          </a:p>
        </p:txBody>
      </p:sp>
      <p:sp>
        <p:nvSpPr>
          <p:cNvPr id="459" name="Text Box 118"/>
          <p:cNvSpPr txBox="1">
            <a:spLocks noChangeArrowheads="1"/>
          </p:cNvSpPr>
          <p:nvPr/>
        </p:nvSpPr>
        <p:spPr bwMode="auto">
          <a:xfrm>
            <a:off x="10211966" y="4816648"/>
            <a:ext cx="685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anose="02010609060101010101" pitchFamily="2" charset="-122"/>
              </a:rPr>
              <a:t>肋</a:t>
            </a:r>
            <a:endParaRPr lang="zh-CN" altLang="en-US">
              <a:ea typeface="黑体" panose="02010609060101010101" pitchFamily="2" charset="-122"/>
            </a:endParaRPr>
          </a:p>
        </p:txBody>
      </p:sp>
      <p:sp>
        <p:nvSpPr>
          <p:cNvPr id="460" name="Text Box 119"/>
          <p:cNvSpPr txBox="1">
            <a:spLocks noChangeArrowheads="1"/>
          </p:cNvSpPr>
          <p:nvPr/>
        </p:nvSpPr>
        <p:spPr bwMode="auto">
          <a:xfrm>
            <a:off x="9992891" y="4778548"/>
            <a:ext cx="11588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ea typeface="黑体" panose="02010609060101010101" pitchFamily="2" charset="-122"/>
              </a:rPr>
              <a:t>凸台</a:t>
            </a:r>
            <a:endParaRPr lang="zh-CN" altLang="en-US">
              <a:ea typeface="黑体" panose="02010609060101010101" pitchFamily="2" charset="-122"/>
            </a:endParaRPr>
          </a:p>
        </p:txBody>
      </p:sp>
      <p:sp>
        <p:nvSpPr>
          <p:cNvPr id="461" name="Line 120"/>
          <p:cNvSpPr>
            <a:spLocks noChangeShapeType="1"/>
          </p:cNvSpPr>
          <p:nvPr/>
        </p:nvSpPr>
        <p:spPr bwMode="auto">
          <a:xfrm>
            <a:off x="7970416" y="1278110"/>
            <a:ext cx="27670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2" name="Group 121"/>
          <p:cNvGrpSpPr/>
          <p:nvPr/>
        </p:nvGrpSpPr>
        <p:grpSpPr bwMode="auto">
          <a:xfrm>
            <a:off x="7978354" y="1279698"/>
            <a:ext cx="438150" cy="307975"/>
            <a:chOff x="979" y="927"/>
            <a:chExt cx="276" cy="194"/>
          </a:xfrm>
        </p:grpSpPr>
        <p:sp>
          <p:nvSpPr>
            <p:cNvPr id="463" name="Line 122"/>
            <p:cNvSpPr>
              <a:spLocks noChangeShapeType="1"/>
            </p:cNvSpPr>
            <p:nvPr/>
          </p:nvSpPr>
          <p:spPr bwMode="auto">
            <a:xfrm flipV="1">
              <a:off x="979" y="927"/>
              <a:ext cx="0" cy="1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4" name="Line 123"/>
            <p:cNvSpPr>
              <a:spLocks noChangeShapeType="1"/>
            </p:cNvSpPr>
            <p:nvPr/>
          </p:nvSpPr>
          <p:spPr bwMode="auto">
            <a:xfrm>
              <a:off x="1255" y="927"/>
              <a:ext cx="0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65" name="Group 124"/>
          <p:cNvGrpSpPr/>
          <p:nvPr/>
        </p:nvGrpSpPr>
        <p:grpSpPr bwMode="auto">
          <a:xfrm>
            <a:off x="10297691" y="1278110"/>
            <a:ext cx="439738" cy="257175"/>
            <a:chOff x="2440" y="926"/>
            <a:chExt cx="277" cy="162"/>
          </a:xfrm>
        </p:grpSpPr>
        <p:sp>
          <p:nvSpPr>
            <p:cNvPr id="466" name="Line 125"/>
            <p:cNvSpPr>
              <a:spLocks noChangeShapeType="1"/>
            </p:cNvSpPr>
            <p:nvPr/>
          </p:nvSpPr>
          <p:spPr bwMode="auto">
            <a:xfrm>
              <a:off x="2440" y="926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7" name="Line 126"/>
            <p:cNvSpPr>
              <a:spLocks noChangeShapeType="1"/>
            </p:cNvSpPr>
            <p:nvPr/>
          </p:nvSpPr>
          <p:spPr bwMode="auto">
            <a:xfrm>
              <a:off x="2717" y="928"/>
              <a:ext cx="0" cy="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68" name="Line 127"/>
          <p:cNvSpPr>
            <a:spLocks noChangeShapeType="1"/>
          </p:cNvSpPr>
          <p:nvPr/>
        </p:nvSpPr>
        <p:spPr bwMode="auto">
          <a:xfrm>
            <a:off x="8421266" y="1278110"/>
            <a:ext cx="1873250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69" name="Group 128"/>
          <p:cNvGrpSpPr/>
          <p:nvPr/>
        </p:nvGrpSpPr>
        <p:grpSpPr bwMode="auto">
          <a:xfrm>
            <a:off x="8057729" y="1278110"/>
            <a:ext cx="280987" cy="457200"/>
            <a:chOff x="1029" y="926"/>
            <a:chExt cx="177" cy="288"/>
          </a:xfrm>
        </p:grpSpPr>
        <p:sp>
          <p:nvSpPr>
            <p:cNvPr id="470" name="Line 129"/>
            <p:cNvSpPr>
              <a:spLocks noChangeShapeType="1"/>
            </p:cNvSpPr>
            <p:nvPr/>
          </p:nvSpPr>
          <p:spPr bwMode="auto">
            <a:xfrm>
              <a:off x="1029" y="928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" name="Line 130"/>
            <p:cNvSpPr>
              <a:spLocks noChangeShapeType="1"/>
            </p:cNvSpPr>
            <p:nvPr/>
          </p:nvSpPr>
          <p:spPr bwMode="auto">
            <a:xfrm>
              <a:off x="1206" y="92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2" name="Line 131"/>
          <p:cNvSpPr>
            <a:spLocks noChangeShapeType="1"/>
          </p:cNvSpPr>
          <p:nvPr/>
        </p:nvSpPr>
        <p:spPr bwMode="auto">
          <a:xfrm>
            <a:off x="7975179" y="1584498"/>
            <a:ext cx="254635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3" name="Group 132"/>
          <p:cNvGrpSpPr/>
          <p:nvPr/>
        </p:nvGrpSpPr>
        <p:grpSpPr bwMode="auto">
          <a:xfrm>
            <a:off x="7956129" y="1560685"/>
            <a:ext cx="482600" cy="44450"/>
            <a:chOff x="965" y="1104"/>
            <a:chExt cx="304" cy="28"/>
          </a:xfrm>
        </p:grpSpPr>
        <p:sp>
          <p:nvSpPr>
            <p:cNvPr id="474" name="Oval 133"/>
            <p:cNvSpPr>
              <a:spLocks noChangeArrowheads="1"/>
            </p:cNvSpPr>
            <p:nvPr/>
          </p:nvSpPr>
          <p:spPr bwMode="auto">
            <a:xfrm>
              <a:off x="965" y="1104"/>
              <a:ext cx="27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475" name="Oval 134"/>
            <p:cNvSpPr>
              <a:spLocks noChangeArrowheads="1"/>
            </p:cNvSpPr>
            <p:nvPr/>
          </p:nvSpPr>
          <p:spPr bwMode="auto">
            <a:xfrm>
              <a:off x="1241" y="1104"/>
              <a:ext cx="28" cy="27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476" name="Line 135"/>
          <p:cNvSpPr>
            <a:spLocks noChangeShapeType="1"/>
          </p:cNvSpPr>
          <p:nvPr/>
        </p:nvSpPr>
        <p:spPr bwMode="auto">
          <a:xfrm>
            <a:off x="8057729" y="1736898"/>
            <a:ext cx="2447925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7" name="Line 136"/>
          <p:cNvSpPr>
            <a:spLocks noChangeShapeType="1"/>
          </p:cNvSpPr>
          <p:nvPr/>
        </p:nvSpPr>
        <p:spPr bwMode="auto">
          <a:xfrm>
            <a:off x="10377066" y="1694035"/>
            <a:ext cx="282575" cy="0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8" name="Arc 137"/>
          <p:cNvSpPr/>
          <p:nvPr/>
        </p:nvSpPr>
        <p:spPr bwMode="auto">
          <a:xfrm flipV="1">
            <a:off x="10378654" y="1670223"/>
            <a:ext cx="280987" cy="69850"/>
          </a:xfrm>
          <a:custGeom>
            <a:avLst/>
            <a:gdLst>
              <a:gd name="T0" fmla="*/ 0 w 37346"/>
              <a:gd name="T1" fmla="*/ 108685 h 21600"/>
              <a:gd name="T2" fmla="*/ 2114114 w 37346"/>
              <a:gd name="T3" fmla="*/ 116171 h 21600"/>
              <a:gd name="T4" fmla="*/ 1045286 w 37346"/>
              <a:gd name="T5" fmla="*/ 225881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7346" h="21600" fill="none" extrusionOk="0">
                <a:moveTo>
                  <a:pt x="-1" y="10392"/>
                </a:moveTo>
                <a:cubicBezTo>
                  <a:pt x="3916" y="3940"/>
                  <a:pt x="10916" y="-1"/>
                  <a:pt x="18465" y="0"/>
                </a:cubicBezTo>
                <a:cubicBezTo>
                  <a:pt x="26308" y="0"/>
                  <a:pt x="33536" y="4252"/>
                  <a:pt x="37346" y="11108"/>
                </a:cubicBezTo>
              </a:path>
              <a:path w="37346" h="21600" stroke="0" extrusionOk="0">
                <a:moveTo>
                  <a:pt x="-1" y="10392"/>
                </a:moveTo>
                <a:cubicBezTo>
                  <a:pt x="3916" y="3940"/>
                  <a:pt x="10916" y="-1"/>
                  <a:pt x="18465" y="0"/>
                </a:cubicBezTo>
                <a:cubicBezTo>
                  <a:pt x="26308" y="0"/>
                  <a:pt x="33536" y="4252"/>
                  <a:pt x="37346" y="11108"/>
                </a:cubicBezTo>
                <a:lnTo>
                  <a:pt x="18465" y="21600"/>
                </a:lnTo>
                <a:lnTo>
                  <a:pt x="-1" y="1039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79" name="Group 138"/>
          <p:cNvGrpSpPr/>
          <p:nvPr/>
        </p:nvGrpSpPr>
        <p:grpSpPr bwMode="auto">
          <a:xfrm>
            <a:off x="7686254" y="1854373"/>
            <a:ext cx="1003300" cy="46037"/>
            <a:chOff x="795" y="1289"/>
            <a:chExt cx="632" cy="29"/>
          </a:xfrm>
        </p:grpSpPr>
        <p:sp>
          <p:nvSpPr>
            <p:cNvPr id="480" name="Oval 139"/>
            <p:cNvSpPr>
              <a:spLocks noChangeArrowheads="1"/>
            </p:cNvSpPr>
            <p:nvPr/>
          </p:nvSpPr>
          <p:spPr bwMode="auto">
            <a:xfrm>
              <a:off x="1399" y="1290"/>
              <a:ext cx="28" cy="27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481" name="Oval 140"/>
            <p:cNvSpPr>
              <a:spLocks noChangeArrowheads="1"/>
            </p:cNvSpPr>
            <p:nvPr/>
          </p:nvSpPr>
          <p:spPr bwMode="auto">
            <a:xfrm>
              <a:off x="795" y="1289"/>
              <a:ext cx="29" cy="29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482" name="Line 141"/>
          <p:cNvSpPr>
            <a:spLocks noChangeShapeType="1"/>
          </p:cNvSpPr>
          <p:nvPr/>
        </p:nvSpPr>
        <p:spPr bwMode="auto">
          <a:xfrm>
            <a:off x="8045029" y="5019848"/>
            <a:ext cx="304800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83" name="Group 142"/>
          <p:cNvGrpSpPr/>
          <p:nvPr/>
        </p:nvGrpSpPr>
        <p:grpSpPr bwMode="auto">
          <a:xfrm>
            <a:off x="7683079" y="4781723"/>
            <a:ext cx="1012825" cy="1079500"/>
            <a:chOff x="793" y="3133"/>
            <a:chExt cx="638" cy="680"/>
          </a:xfrm>
        </p:grpSpPr>
        <p:sp>
          <p:nvSpPr>
            <p:cNvPr id="484" name="Line 143"/>
            <p:cNvSpPr>
              <a:spLocks noChangeShapeType="1"/>
            </p:cNvSpPr>
            <p:nvPr/>
          </p:nvSpPr>
          <p:spPr bwMode="auto">
            <a:xfrm>
              <a:off x="1431" y="3134"/>
              <a:ext cx="0" cy="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" name="Line 144"/>
            <p:cNvSpPr>
              <a:spLocks noChangeShapeType="1"/>
            </p:cNvSpPr>
            <p:nvPr/>
          </p:nvSpPr>
          <p:spPr bwMode="auto">
            <a:xfrm>
              <a:off x="793" y="3133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6" name="Group 145"/>
          <p:cNvGrpSpPr/>
          <p:nvPr/>
        </p:nvGrpSpPr>
        <p:grpSpPr bwMode="auto">
          <a:xfrm>
            <a:off x="7683079" y="4788073"/>
            <a:ext cx="1014412" cy="227012"/>
            <a:chOff x="789" y="3137"/>
            <a:chExt cx="641" cy="143"/>
          </a:xfrm>
        </p:grpSpPr>
        <p:sp>
          <p:nvSpPr>
            <p:cNvPr id="487" name="Line 146"/>
            <p:cNvSpPr>
              <a:spLocks noChangeShapeType="1"/>
            </p:cNvSpPr>
            <p:nvPr/>
          </p:nvSpPr>
          <p:spPr bwMode="auto">
            <a:xfrm>
              <a:off x="1430" y="3137"/>
              <a:ext cx="0" cy="142"/>
            </a:xfrm>
            <a:prstGeom prst="line">
              <a:avLst/>
            </a:prstGeom>
            <a:noFill/>
            <a:ln w="38100">
              <a:solidFill>
                <a:srgbClr val="E6F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8" name="Line 147"/>
            <p:cNvSpPr>
              <a:spLocks noChangeShapeType="1"/>
            </p:cNvSpPr>
            <p:nvPr/>
          </p:nvSpPr>
          <p:spPr bwMode="auto">
            <a:xfrm>
              <a:off x="789" y="3137"/>
              <a:ext cx="0" cy="143"/>
            </a:xfrm>
            <a:prstGeom prst="line">
              <a:avLst/>
            </a:prstGeom>
            <a:noFill/>
            <a:ln w="38100">
              <a:solidFill>
                <a:srgbClr val="E6F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89" name="Group 148"/>
          <p:cNvGrpSpPr/>
          <p:nvPr/>
        </p:nvGrpSpPr>
        <p:grpSpPr bwMode="auto">
          <a:xfrm>
            <a:off x="7684666" y="4997623"/>
            <a:ext cx="1006475" cy="44450"/>
            <a:chOff x="794" y="3269"/>
            <a:chExt cx="634" cy="28"/>
          </a:xfrm>
        </p:grpSpPr>
        <p:sp>
          <p:nvSpPr>
            <p:cNvPr id="490" name="Oval 149"/>
            <p:cNvSpPr>
              <a:spLocks noChangeArrowheads="1"/>
            </p:cNvSpPr>
            <p:nvPr/>
          </p:nvSpPr>
          <p:spPr bwMode="auto">
            <a:xfrm>
              <a:off x="1399" y="3269"/>
              <a:ext cx="29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491" name="Oval 150"/>
            <p:cNvSpPr>
              <a:spLocks noChangeArrowheads="1"/>
            </p:cNvSpPr>
            <p:nvPr/>
          </p:nvSpPr>
          <p:spPr bwMode="auto">
            <a:xfrm>
              <a:off x="794" y="3269"/>
              <a:ext cx="29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grpSp>
        <p:nvGrpSpPr>
          <p:cNvPr id="492" name="Group 151"/>
          <p:cNvGrpSpPr/>
          <p:nvPr/>
        </p:nvGrpSpPr>
        <p:grpSpPr bwMode="auto">
          <a:xfrm>
            <a:off x="8033916" y="1713085"/>
            <a:ext cx="325438" cy="44450"/>
            <a:chOff x="1014" y="1200"/>
            <a:chExt cx="205" cy="28"/>
          </a:xfrm>
        </p:grpSpPr>
        <p:sp>
          <p:nvSpPr>
            <p:cNvPr id="493" name="Oval 152"/>
            <p:cNvSpPr>
              <a:spLocks noChangeArrowheads="1"/>
            </p:cNvSpPr>
            <p:nvPr/>
          </p:nvSpPr>
          <p:spPr bwMode="auto">
            <a:xfrm>
              <a:off x="1014" y="1200"/>
              <a:ext cx="28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sp>
          <p:nvSpPr>
            <p:cNvPr id="494" name="Oval 153"/>
            <p:cNvSpPr>
              <a:spLocks noChangeArrowheads="1"/>
            </p:cNvSpPr>
            <p:nvPr/>
          </p:nvSpPr>
          <p:spPr bwMode="auto">
            <a:xfrm>
              <a:off x="1192" y="1200"/>
              <a:ext cx="27" cy="28"/>
            </a:xfrm>
            <a:prstGeom prst="ellipse">
              <a:avLst/>
            </a:prstGeom>
            <a:solidFill>
              <a:srgbClr val="E6F0FF"/>
            </a:solidFill>
            <a:ln w="19050">
              <a:solidFill>
                <a:srgbClr val="A5002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</p:grpSp>
      <p:sp>
        <p:nvSpPr>
          <p:cNvPr id="495" name="Line 154"/>
          <p:cNvSpPr>
            <a:spLocks noChangeShapeType="1"/>
          </p:cNvSpPr>
          <p:nvPr/>
        </p:nvSpPr>
        <p:spPr bwMode="auto">
          <a:xfrm>
            <a:off x="8359354" y="2735435"/>
            <a:ext cx="22987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6" name="Oval 155"/>
          <p:cNvSpPr>
            <a:spLocks noChangeArrowheads="1"/>
          </p:cNvSpPr>
          <p:nvPr/>
        </p:nvSpPr>
        <p:spPr bwMode="auto">
          <a:xfrm>
            <a:off x="10156404" y="1854373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497" name="Group 156"/>
          <p:cNvGrpSpPr/>
          <p:nvPr/>
        </p:nvGrpSpPr>
        <p:grpSpPr bwMode="auto">
          <a:xfrm>
            <a:off x="9935741" y="1535285"/>
            <a:ext cx="1112838" cy="995363"/>
            <a:chOff x="2212" y="1090"/>
            <a:chExt cx="698" cy="621"/>
          </a:xfrm>
        </p:grpSpPr>
        <p:sp>
          <p:nvSpPr>
            <p:cNvPr id="498" name="Line 157"/>
            <p:cNvSpPr>
              <a:spLocks noChangeShapeType="1"/>
            </p:cNvSpPr>
            <p:nvPr/>
          </p:nvSpPr>
          <p:spPr bwMode="auto">
            <a:xfrm>
              <a:off x="2212" y="1711"/>
              <a:ext cx="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9" name="Line 158"/>
            <p:cNvSpPr>
              <a:spLocks noChangeShapeType="1"/>
            </p:cNvSpPr>
            <p:nvPr/>
          </p:nvSpPr>
          <p:spPr bwMode="auto">
            <a:xfrm>
              <a:off x="2213" y="1090"/>
              <a:ext cx="6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0" name="Line 159"/>
          <p:cNvSpPr>
            <a:spLocks noChangeShapeType="1"/>
          </p:cNvSpPr>
          <p:nvPr/>
        </p:nvSpPr>
        <p:spPr bwMode="auto">
          <a:xfrm>
            <a:off x="10183391" y="2527473"/>
            <a:ext cx="471488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" name="Line 160"/>
          <p:cNvSpPr>
            <a:spLocks noChangeShapeType="1"/>
          </p:cNvSpPr>
          <p:nvPr/>
        </p:nvSpPr>
        <p:spPr bwMode="auto">
          <a:xfrm>
            <a:off x="10178629" y="2505248"/>
            <a:ext cx="48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" name="Line 161"/>
          <p:cNvSpPr>
            <a:spLocks noChangeShapeType="1"/>
          </p:cNvSpPr>
          <p:nvPr/>
        </p:nvSpPr>
        <p:spPr bwMode="auto">
          <a:xfrm flipV="1">
            <a:off x="9934154" y="1540048"/>
            <a:ext cx="0" cy="2397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3" name="Line 162"/>
          <p:cNvSpPr>
            <a:spLocks noChangeShapeType="1"/>
          </p:cNvSpPr>
          <p:nvPr/>
        </p:nvSpPr>
        <p:spPr bwMode="auto">
          <a:xfrm flipV="1">
            <a:off x="10181804" y="1900410"/>
            <a:ext cx="0" cy="165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4" name="Line 163"/>
          <p:cNvSpPr>
            <a:spLocks noChangeShapeType="1"/>
          </p:cNvSpPr>
          <p:nvPr/>
        </p:nvSpPr>
        <p:spPr bwMode="auto">
          <a:xfrm>
            <a:off x="10304041" y="1536873"/>
            <a:ext cx="430213" cy="1587"/>
          </a:xfrm>
          <a:prstGeom prst="line">
            <a:avLst/>
          </a:prstGeom>
          <a:noFill/>
          <a:ln w="3810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5" name="Arc 164"/>
          <p:cNvSpPr/>
          <p:nvPr/>
        </p:nvSpPr>
        <p:spPr bwMode="auto">
          <a:xfrm>
            <a:off x="10297691" y="1286048"/>
            <a:ext cx="441325" cy="298450"/>
          </a:xfrm>
          <a:custGeom>
            <a:avLst/>
            <a:gdLst>
              <a:gd name="T0" fmla="*/ 8420933 w 23129"/>
              <a:gd name="T1" fmla="*/ 3449225 h 21600"/>
              <a:gd name="T2" fmla="*/ 0 w 23129"/>
              <a:gd name="T3" fmla="*/ 3515478 h 21600"/>
              <a:gd name="T4" fmla="*/ 4110892 w 23129"/>
              <a:gd name="T5" fmla="*/ 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129" h="21600" fill="none" extrusionOk="0">
                <a:moveTo>
                  <a:pt x="23129" y="18067"/>
                </a:moveTo>
                <a:cubicBezTo>
                  <a:pt x="19611" y="20372"/>
                  <a:pt x="15496" y="21599"/>
                  <a:pt x="11291" y="21600"/>
                </a:cubicBezTo>
                <a:cubicBezTo>
                  <a:pt x="7305" y="21600"/>
                  <a:pt x="3397" y="20497"/>
                  <a:pt x="0" y="18413"/>
                </a:cubicBezTo>
              </a:path>
              <a:path w="23129" h="21600" stroke="0" extrusionOk="0">
                <a:moveTo>
                  <a:pt x="23129" y="18067"/>
                </a:moveTo>
                <a:cubicBezTo>
                  <a:pt x="19611" y="20372"/>
                  <a:pt x="15496" y="21599"/>
                  <a:pt x="11291" y="21600"/>
                </a:cubicBezTo>
                <a:cubicBezTo>
                  <a:pt x="7305" y="21600"/>
                  <a:pt x="3397" y="20497"/>
                  <a:pt x="0" y="18413"/>
                </a:cubicBezTo>
                <a:lnTo>
                  <a:pt x="11291" y="0"/>
                </a:lnTo>
                <a:lnTo>
                  <a:pt x="23129" y="1806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6" name="Group 165"/>
          <p:cNvGrpSpPr/>
          <p:nvPr/>
        </p:nvGrpSpPr>
        <p:grpSpPr bwMode="auto">
          <a:xfrm>
            <a:off x="10370716" y="1279698"/>
            <a:ext cx="292100" cy="423862"/>
            <a:chOff x="2488" y="927"/>
            <a:chExt cx="182" cy="267"/>
          </a:xfrm>
        </p:grpSpPr>
        <p:sp>
          <p:nvSpPr>
            <p:cNvPr id="507" name="Line 166"/>
            <p:cNvSpPr>
              <a:spLocks noChangeShapeType="1"/>
            </p:cNvSpPr>
            <p:nvPr/>
          </p:nvSpPr>
          <p:spPr bwMode="auto">
            <a:xfrm>
              <a:off x="2488" y="927"/>
              <a:ext cx="0" cy="2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8" name="Line 167"/>
            <p:cNvSpPr>
              <a:spLocks noChangeShapeType="1"/>
            </p:cNvSpPr>
            <p:nvPr/>
          </p:nvSpPr>
          <p:spPr bwMode="auto">
            <a:xfrm>
              <a:off x="2670" y="928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9" name="Line 168"/>
          <p:cNvSpPr>
            <a:spLocks noChangeShapeType="1"/>
          </p:cNvSpPr>
          <p:nvPr/>
        </p:nvSpPr>
        <p:spPr bwMode="auto">
          <a:xfrm>
            <a:off x="9938916" y="2524298"/>
            <a:ext cx="239713" cy="0"/>
          </a:xfrm>
          <a:prstGeom prst="line">
            <a:avLst/>
          </a:prstGeom>
          <a:noFill/>
          <a:ln w="57150">
            <a:solidFill>
              <a:srgbClr val="E6F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0" name="Line 169"/>
          <p:cNvSpPr>
            <a:spLocks noChangeShapeType="1"/>
          </p:cNvSpPr>
          <p:nvPr/>
        </p:nvSpPr>
        <p:spPr bwMode="auto">
          <a:xfrm>
            <a:off x="8038679" y="2503660"/>
            <a:ext cx="2625725" cy="1588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1" name="Freeform 170"/>
          <p:cNvSpPr/>
          <p:nvPr/>
        </p:nvSpPr>
        <p:spPr bwMode="auto">
          <a:xfrm>
            <a:off x="2866074" y="4559261"/>
            <a:ext cx="450850" cy="287338"/>
          </a:xfrm>
          <a:custGeom>
            <a:avLst/>
            <a:gdLst>
              <a:gd name="T0" fmla="*/ 0 w 402"/>
              <a:gd name="T1" fmla="*/ 15000832 h 257"/>
              <a:gd name="T2" fmla="*/ 460354860 w 402"/>
              <a:gd name="T3" fmla="*/ 0 h 257"/>
              <a:gd name="T4" fmla="*/ 309418804 w 402"/>
              <a:gd name="T5" fmla="*/ 87501688 h 257"/>
              <a:gd name="T6" fmla="*/ 505636126 w 402"/>
              <a:gd name="T7" fmla="*/ 205005042 h 257"/>
              <a:gd name="T8" fmla="*/ 308161583 w 402"/>
              <a:gd name="T9" fmla="*/ 321257301 h 257"/>
              <a:gd name="T10" fmla="*/ 115718167 w 402"/>
              <a:gd name="T11" fmla="*/ 195004114 h 257"/>
              <a:gd name="T12" fmla="*/ 0 w 402"/>
              <a:gd name="T13" fmla="*/ 260006231 h 257"/>
              <a:gd name="T14" fmla="*/ 2515564 w 402"/>
              <a:gd name="T15" fmla="*/ 12499762 h 25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02" h="257">
                <a:moveTo>
                  <a:pt x="0" y="12"/>
                </a:moveTo>
                <a:lnTo>
                  <a:pt x="366" y="0"/>
                </a:lnTo>
                <a:lnTo>
                  <a:pt x="246" y="70"/>
                </a:lnTo>
                <a:lnTo>
                  <a:pt x="402" y="164"/>
                </a:lnTo>
                <a:lnTo>
                  <a:pt x="245" y="257"/>
                </a:lnTo>
                <a:lnTo>
                  <a:pt x="92" y="156"/>
                </a:lnTo>
                <a:lnTo>
                  <a:pt x="0" y="208"/>
                </a:lnTo>
                <a:lnTo>
                  <a:pt x="2" y="10"/>
                </a:lnTo>
              </a:path>
            </a:pathLst>
          </a:custGeom>
          <a:solidFill>
            <a:srgbClr val="FF0000"/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grpSp>
        <p:nvGrpSpPr>
          <p:cNvPr id="512" name="Group 171"/>
          <p:cNvGrpSpPr/>
          <p:nvPr/>
        </p:nvGrpSpPr>
        <p:grpSpPr bwMode="auto">
          <a:xfrm>
            <a:off x="8197429" y="4624560"/>
            <a:ext cx="0" cy="1395413"/>
            <a:chOff x="1117" y="3034"/>
            <a:chExt cx="0" cy="879"/>
          </a:xfrm>
        </p:grpSpPr>
        <p:sp>
          <p:nvSpPr>
            <p:cNvPr id="513" name="Line 172"/>
            <p:cNvSpPr>
              <a:spLocks noChangeShapeType="1"/>
            </p:cNvSpPr>
            <p:nvPr/>
          </p:nvSpPr>
          <p:spPr bwMode="auto">
            <a:xfrm rot="-5400000">
              <a:off x="961" y="3757"/>
              <a:ext cx="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4" name="Line 173"/>
            <p:cNvSpPr>
              <a:spLocks noChangeShapeType="1"/>
            </p:cNvSpPr>
            <p:nvPr/>
          </p:nvSpPr>
          <p:spPr bwMode="auto">
            <a:xfrm rot="-5400000">
              <a:off x="1103" y="3553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5" name="Line 174"/>
            <p:cNvSpPr>
              <a:spLocks noChangeShapeType="1"/>
            </p:cNvSpPr>
            <p:nvPr/>
          </p:nvSpPr>
          <p:spPr bwMode="auto">
            <a:xfrm rot="-5400000">
              <a:off x="877" y="327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516" name="Group 175"/>
          <p:cNvGrpSpPr/>
          <p:nvPr/>
        </p:nvGrpSpPr>
        <p:grpSpPr bwMode="auto">
          <a:xfrm>
            <a:off x="7537029" y="2035348"/>
            <a:ext cx="1327150" cy="0"/>
            <a:chOff x="701" y="1403"/>
            <a:chExt cx="836" cy="0"/>
          </a:xfrm>
        </p:grpSpPr>
        <p:sp>
          <p:nvSpPr>
            <p:cNvPr id="517" name="Line 176"/>
            <p:cNvSpPr>
              <a:spLocks noChangeShapeType="1"/>
            </p:cNvSpPr>
            <p:nvPr/>
          </p:nvSpPr>
          <p:spPr bwMode="auto">
            <a:xfrm>
              <a:off x="701" y="1403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8" name="Line 177"/>
            <p:cNvSpPr>
              <a:spLocks noChangeShapeType="1"/>
            </p:cNvSpPr>
            <p:nvPr/>
          </p:nvSpPr>
          <p:spPr bwMode="auto">
            <a:xfrm>
              <a:off x="1214" y="1403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19" name="Line 178"/>
            <p:cNvSpPr>
              <a:spLocks noChangeShapeType="1"/>
            </p:cNvSpPr>
            <p:nvPr/>
          </p:nvSpPr>
          <p:spPr bwMode="auto">
            <a:xfrm>
              <a:off x="1267" y="1403"/>
              <a:ext cx="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520" name="Group 179"/>
          <p:cNvGrpSpPr/>
          <p:nvPr/>
        </p:nvGrpSpPr>
        <p:grpSpPr bwMode="auto">
          <a:xfrm>
            <a:off x="9742066" y="2030585"/>
            <a:ext cx="1427163" cy="0"/>
            <a:chOff x="2090" y="1400"/>
            <a:chExt cx="899" cy="0"/>
          </a:xfrm>
        </p:grpSpPr>
        <p:sp>
          <p:nvSpPr>
            <p:cNvPr id="521" name="Line 180"/>
            <p:cNvSpPr>
              <a:spLocks noChangeShapeType="1"/>
            </p:cNvSpPr>
            <p:nvPr/>
          </p:nvSpPr>
          <p:spPr bwMode="auto">
            <a:xfrm>
              <a:off x="2090" y="1400"/>
              <a:ext cx="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22" name="Line 181"/>
            <p:cNvSpPr>
              <a:spLocks noChangeShapeType="1"/>
            </p:cNvSpPr>
            <p:nvPr/>
          </p:nvSpPr>
          <p:spPr bwMode="auto">
            <a:xfrm>
              <a:off x="2498" y="1400"/>
              <a:ext cx="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23" name="Line 182"/>
            <p:cNvSpPr>
              <a:spLocks noChangeShapeType="1"/>
            </p:cNvSpPr>
            <p:nvPr/>
          </p:nvSpPr>
          <p:spPr bwMode="auto">
            <a:xfrm>
              <a:off x="2551" y="1400"/>
              <a:ext cx="4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524" name="Group 183"/>
          <p:cNvGrpSpPr/>
          <p:nvPr/>
        </p:nvGrpSpPr>
        <p:grpSpPr bwMode="auto">
          <a:xfrm>
            <a:off x="6781379" y="5261148"/>
            <a:ext cx="2857500" cy="695325"/>
            <a:chOff x="225" y="3429"/>
            <a:chExt cx="1794" cy="438"/>
          </a:xfrm>
        </p:grpSpPr>
        <p:sp>
          <p:nvSpPr>
            <p:cNvPr id="525" name="Line 184"/>
            <p:cNvSpPr>
              <a:spLocks noChangeShapeType="1"/>
            </p:cNvSpPr>
            <p:nvPr/>
          </p:nvSpPr>
          <p:spPr bwMode="auto">
            <a:xfrm>
              <a:off x="225" y="3579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26" name="Line 185"/>
            <p:cNvSpPr>
              <a:spLocks noChangeShapeType="1"/>
            </p:cNvSpPr>
            <p:nvPr/>
          </p:nvSpPr>
          <p:spPr bwMode="auto">
            <a:xfrm>
              <a:off x="465" y="3429"/>
              <a:ext cx="0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27" name="Line 186"/>
            <p:cNvSpPr>
              <a:spLocks noChangeShapeType="1"/>
            </p:cNvSpPr>
            <p:nvPr/>
          </p:nvSpPr>
          <p:spPr bwMode="auto">
            <a:xfrm flipH="1">
              <a:off x="1620" y="3579"/>
              <a:ext cx="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28" name="Line 187"/>
            <p:cNvSpPr>
              <a:spLocks noChangeShapeType="1"/>
            </p:cNvSpPr>
            <p:nvPr/>
          </p:nvSpPr>
          <p:spPr bwMode="auto">
            <a:xfrm flipH="1">
              <a:off x="1770" y="3429"/>
              <a:ext cx="0" cy="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pSp>
        <p:nvGrpSpPr>
          <p:cNvPr id="529" name="Group 188"/>
          <p:cNvGrpSpPr/>
          <p:nvPr/>
        </p:nvGrpSpPr>
        <p:grpSpPr bwMode="auto">
          <a:xfrm>
            <a:off x="7148091" y="3475210"/>
            <a:ext cx="3476625" cy="552450"/>
            <a:chOff x="465" y="2310"/>
            <a:chExt cx="2190" cy="348"/>
          </a:xfrm>
        </p:grpSpPr>
        <p:grpSp>
          <p:nvGrpSpPr>
            <p:cNvPr id="530" name="Group 189"/>
            <p:cNvGrpSpPr/>
            <p:nvPr/>
          </p:nvGrpSpPr>
          <p:grpSpPr bwMode="auto">
            <a:xfrm>
              <a:off x="465" y="2325"/>
              <a:ext cx="0" cy="333"/>
              <a:chOff x="465" y="2328"/>
              <a:chExt cx="0" cy="333"/>
            </a:xfrm>
          </p:grpSpPr>
          <p:sp>
            <p:nvSpPr>
              <p:cNvPr id="539" name="Line 190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40" name="Line 191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41" name="Line 192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531" name="Group 193"/>
            <p:cNvGrpSpPr/>
            <p:nvPr/>
          </p:nvGrpSpPr>
          <p:grpSpPr bwMode="auto">
            <a:xfrm>
              <a:off x="1785" y="2310"/>
              <a:ext cx="0" cy="333"/>
              <a:chOff x="465" y="2328"/>
              <a:chExt cx="0" cy="333"/>
            </a:xfrm>
          </p:grpSpPr>
          <p:sp>
            <p:nvSpPr>
              <p:cNvPr id="536" name="Line 194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37" name="Line 195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38" name="Line 196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  <p:grpSp>
          <p:nvGrpSpPr>
            <p:cNvPr id="532" name="Group 197"/>
            <p:cNvGrpSpPr/>
            <p:nvPr/>
          </p:nvGrpSpPr>
          <p:grpSpPr bwMode="auto">
            <a:xfrm>
              <a:off x="2655" y="2313"/>
              <a:ext cx="0" cy="333"/>
              <a:chOff x="465" y="2328"/>
              <a:chExt cx="0" cy="333"/>
            </a:xfrm>
          </p:grpSpPr>
          <p:sp>
            <p:nvSpPr>
              <p:cNvPr id="533" name="Line 198"/>
              <p:cNvSpPr>
                <a:spLocks noChangeShapeType="1"/>
              </p:cNvSpPr>
              <p:nvPr/>
            </p:nvSpPr>
            <p:spPr bwMode="auto">
              <a:xfrm>
                <a:off x="465" y="2328"/>
                <a:ext cx="0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34" name="Line 199"/>
              <p:cNvSpPr>
                <a:spLocks noChangeShapeType="1"/>
              </p:cNvSpPr>
              <p:nvPr/>
            </p:nvSpPr>
            <p:spPr bwMode="auto">
              <a:xfrm>
                <a:off x="465" y="2481"/>
                <a:ext cx="0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sp>
            <p:nvSpPr>
              <p:cNvPr id="535" name="Line 200"/>
              <p:cNvSpPr>
                <a:spLocks noChangeShapeType="1"/>
              </p:cNvSpPr>
              <p:nvPr/>
            </p:nvSpPr>
            <p:spPr bwMode="auto">
              <a:xfrm>
                <a:off x="465" y="2547"/>
                <a:ext cx="0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42" name="Group 201"/>
          <p:cNvGrpSpPr/>
          <p:nvPr/>
        </p:nvGrpSpPr>
        <p:grpSpPr bwMode="auto">
          <a:xfrm>
            <a:off x="10515179" y="1193973"/>
            <a:ext cx="1587" cy="614362"/>
            <a:chOff x="2579" y="873"/>
            <a:chExt cx="1" cy="387"/>
          </a:xfrm>
        </p:grpSpPr>
        <p:sp>
          <p:nvSpPr>
            <p:cNvPr id="543" name="Line 202"/>
            <p:cNvSpPr>
              <a:spLocks noChangeShapeType="1"/>
            </p:cNvSpPr>
            <p:nvPr/>
          </p:nvSpPr>
          <p:spPr bwMode="auto">
            <a:xfrm>
              <a:off x="2580" y="873"/>
              <a:ext cx="0" cy="1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44" name="Line 203"/>
            <p:cNvSpPr>
              <a:spLocks noChangeShapeType="1"/>
            </p:cNvSpPr>
            <p:nvPr/>
          </p:nvSpPr>
          <p:spPr bwMode="auto">
            <a:xfrm>
              <a:off x="2580" y="1047"/>
              <a:ext cx="0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45" name="Line 204"/>
            <p:cNvSpPr>
              <a:spLocks noChangeShapeType="1"/>
            </p:cNvSpPr>
            <p:nvPr/>
          </p:nvSpPr>
          <p:spPr bwMode="auto">
            <a:xfrm>
              <a:off x="2579" y="1098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546" name="Oval 205"/>
          <p:cNvSpPr>
            <a:spLocks noChangeArrowheads="1"/>
          </p:cNvSpPr>
          <p:nvPr/>
        </p:nvSpPr>
        <p:spPr bwMode="auto">
          <a:xfrm>
            <a:off x="10492954" y="1559098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547" name="Oval 206"/>
          <p:cNvSpPr>
            <a:spLocks noChangeArrowheads="1"/>
          </p:cNvSpPr>
          <p:nvPr/>
        </p:nvSpPr>
        <p:spPr bwMode="auto">
          <a:xfrm>
            <a:off x="10492954" y="1713085"/>
            <a:ext cx="49212" cy="47625"/>
          </a:xfrm>
          <a:prstGeom prst="ellipse">
            <a:avLst/>
          </a:prstGeom>
          <a:solidFill>
            <a:srgbClr val="E6F0FF"/>
          </a:solidFill>
          <a:ln w="19050">
            <a:solidFill>
              <a:srgbClr val="A5002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grpSp>
        <p:nvGrpSpPr>
          <p:cNvPr id="548" name="Group 207"/>
          <p:cNvGrpSpPr/>
          <p:nvPr/>
        </p:nvGrpSpPr>
        <p:grpSpPr bwMode="auto">
          <a:xfrm>
            <a:off x="7929141" y="5354810"/>
            <a:ext cx="542925" cy="0"/>
            <a:chOff x="948" y="3494"/>
            <a:chExt cx="342" cy="0"/>
          </a:xfrm>
        </p:grpSpPr>
        <p:sp>
          <p:nvSpPr>
            <p:cNvPr id="549" name="Line 208"/>
            <p:cNvSpPr>
              <a:spLocks noChangeShapeType="1"/>
            </p:cNvSpPr>
            <p:nvPr/>
          </p:nvSpPr>
          <p:spPr bwMode="auto">
            <a:xfrm>
              <a:off x="948" y="3494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50" name="Line 209"/>
            <p:cNvSpPr>
              <a:spLocks noChangeShapeType="1"/>
            </p:cNvSpPr>
            <p:nvPr/>
          </p:nvSpPr>
          <p:spPr bwMode="auto">
            <a:xfrm>
              <a:off x="1062" y="3494"/>
              <a:ext cx="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551" name="Line 210"/>
            <p:cNvSpPr>
              <a:spLocks noChangeShapeType="1"/>
            </p:cNvSpPr>
            <p:nvPr/>
          </p:nvSpPr>
          <p:spPr bwMode="auto">
            <a:xfrm>
              <a:off x="1101" y="3494"/>
              <a:ext cx="1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sp>
        <p:nvSpPr>
          <p:cNvPr id="674" name="Text Box 333"/>
          <p:cNvSpPr txBox="1">
            <a:spLocks noChangeArrowheads="1"/>
          </p:cNvSpPr>
          <p:nvPr/>
        </p:nvSpPr>
        <p:spPr bwMode="auto">
          <a:xfrm>
            <a:off x="3989810" y="4221270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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  <a:sym typeface="Marlett" pitchFamily="2" charset="2"/>
              </a:rPr>
              <a:t>选主视图</a:t>
            </a:r>
            <a:endParaRPr lang="zh-CN" altLang="en-US" sz="2400" dirty="0">
              <a:solidFill>
                <a:srgbClr val="A5002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75" name="Text Box 4"/>
          <p:cNvSpPr txBox="1">
            <a:spLocks noChangeArrowheads="1"/>
          </p:cNvSpPr>
          <p:nvPr/>
        </p:nvSpPr>
        <p:spPr bwMode="auto">
          <a:xfrm>
            <a:off x="119336" y="1149350"/>
            <a:ext cx="44935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绘制轴承座的投影图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1" name="Group 211"/>
          <p:cNvGrpSpPr/>
          <p:nvPr/>
        </p:nvGrpSpPr>
        <p:grpSpPr bwMode="auto">
          <a:xfrm>
            <a:off x="6648029" y="1111423"/>
            <a:ext cx="4964112" cy="5186362"/>
            <a:chOff x="141" y="821"/>
            <a:chExt cx="3127" cy="3267"/>
          </a:xfrm>
        </p:grpSpPr>
        <p:sp>
          <p:nvSpPr>
            <p:cNvPr id="712" name="Rectangle 212"/>
            <p:cNvSpPr>
              <a:spLocks noChangeArrowheads="1"/>
            </p:cNvSpPr>
            <p:nvPr/>
          </p:nvSpPr>
          <p:spPr bwMode="auto">
            <a:xfrm>
              <a:off x="141" y="821"/>
              <a:ext cx="3127" cy="3267"/>
            </a:xfrm>
            <a:prstGeom prst="rect">
              <a:avLst/>
            </a:prstGeom>
            <a:solidFill>
              <a:srgbClr val="E6F0FF"/>
            </a:solidFill>
            <a:ln w="9525">
              <a:solidFill>
                <a:srgbClr val="E6F0FF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000"/>
            </a:p>
          </p:txBody>
        </p:sp>
        <p:grpSp>
          <p:nvGrpSpPr>
            <p:cNvPr id="713" name="Group 213"/>
            <p:cNvGrpSpPr/>
            <p:nvPr/>
          </p:nvGrpSpPr>
          <p:grpSpPr bwMode="auto">
            <a:xfrm>
              <a:off x="236" y="847"/>
              <a:ext cx="2747" cy="3026"/>
              <a:chOff x="236" y="847"/>
              <a:chExt cx="2747" cy="3026"/>
            </a:xfrm>
          </p:grpSpPr>
          <p:grpSp>
            <p:nvGrpSpPr>
              <p:cNvPr id="714" name="Group 214"/>
              <p:cNvGrpSpPr/>
              <p:nvPr/>
            </p:nvGrpSpPr>
            <p:grpSpPr bwMode="auto">
              <a:xfrm>
                <a:off x="236" y="916"/>
                <a:ext cx="2678" cy="2904"/>
                <a:chOff x="236" y="916"/>
                <a:chExt cx="2678" cy="2904"/>
              </a:xfrm>
            </p:grpSpPr>
            <p:sp>
              <p:nvSpPr>
                <p:cNvPr id="759" name="Oval 215"/>
                <p:cNvSpPr>
                  <a:spLocks noChangeArrowheads="1"/>
                </p:cNvSpPr>
                <p:nvPr/>
              </p:nvSpPr>
              <p:spPr bwMode="auto">
                <a:xfrm>
                  <a:off x="989" y="3356"/>
                  <a:ext cx="262" cy="269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60" name="Oval 216"/>
                <p:cNvSpPr>
                  <a:spLocks noChangeArrowheads="1"/>
                </p:cNvSpPr>
                <p:nvPr/>
              </p:nvSpPr>
              <p:spPr bwMode="auto">
                <a:xfrm>
                  <a:off x="1032" y="3399"/>
                  <a:ext cx="179" cy="183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61" name="Line 217"/>
                <p:cNvSpPr>
                  <a:spLocks noChangeShapeType="1"/>
                </p:cNvSpPr>
                <p:nvPr/>
              </p:nvSpPr>
              <p:spPr bwMode="auto">
                <a:xfrm>
                  <a:off x="236" y="2600"/>
                  <a:ext cx="44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2" name="Line 218"/>
                <p:cNvSpPr>
                  <a:spLocks noChangeShapeType="1"/>
                </p:cNvSpPr>
                <p:nvPr/>
              </p:nvSpPr>
              <p:spPr bwMode="auto">
                <a:xfrm>
                  <a:off x="238" y="3134"/>
                  <a:ext cx="1746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3" name="Line 219"/>
                <p:cNvSpPr>
                  <a:spLocks noChangeShapeType="1"/>
                </p:cNvSpPr>
                <p:nvPr/>
              </p:nvSpPr>
              <p:spPr bwMode="auto">
                <a:xfrm flipV="1">
                  <a:off x="2210" y="1078"/>
                  <a:ext cx="0" cy="152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4" name="Line 220"/>
                <p:cNvSpPr>
                  <a:spLocks noChangeShapeType="1"/>
                </p:cNvSpPr>
                <p:nvPr/>
              </p:nvSpPr>
              <p:spPr bwMode="auto">
                <a:xfrm rot="5400000" flipV="1">
                  <a:off x="2559" y="2196"/>
                  <a:ext cx="1" cy="692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5" name="Line 221"/>
                <p:cNvSpPr>
                  <a:spLocks noChangeShapeType="1"/>
                </p:cNvSpPr>
                <p:nvPr/>
              </p:nvSpPr>
              <p:spPr bwMode="auto">
                <a:xfrm>
                  <a:off x="2203" y="2598"/>
                  <a:ext cx="70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6" name="Line 222"/>
                <p:cNvSpPr>
                  <a:spLocks noChangeShapeType="1"/>
                </p:cNvSpPr>
                <p:nvPr/>
              </p:nvSpPr>
              <p:spPr bwMode="auto">
                <a:xfrm>
                  <a:off x="242" y="2355"/>
                  <a:ext cx="173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7" name="Line 223"/>
                <p:cNvSpPr>
                  <a:spLocks noChangeShapeType="1"/>
                </p:cNvSpPr>
                <p:nvPr/>
              </p:nvSpPr>
              <p:spPr bwMode="auto">
                <a:xfrm>
                  <a:off x="2205" y="2355"/>
                  <a:ext cx="704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8" name="Line 224"/>
                <p:cNvSpPr>
                  <a:spLocks noChangeShapeType="1"/>
                </p:cNvSpPr>
                <p:nvPr/>
              </p:nvSpPr>
              <p:spPr bwMode="auto">
                <a:xfrm>
                  <a:off x="248" y="2344"/>
                  <a:ext cx="0" cy="25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9" name="Line 225"/>
                <p:cNvSpPr>
                  <a:spLocks noChangeShapeType="1"/>
                </p:cNvSpPr>
                <p:nvPr/>
              </p:nvSpPr>
              <p:spPr bwMode="auto">
                <a:xfrm>
                  <a:off x="248" y="3125"/>
                  <a:ext cx="0" cy="45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0" name="Line 226"/>
                <p:cNvSpPr>
                  <a:spLocks noChangeShapeType="1"/>
                </p:cNvSpPr>
                <p:nvPr/>
              </p:nvSpPr>
              <p:spPr bwMode="auto">
                <a:xfrm>
                  <a:off x="672" y="2548"/>
                  <a:ext cx="86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1" name="Line 227"/>
                <p:cNvSpPr>
                  <a:spLocks noChangeShapeType="1"/>
                </p:cNvSpPr>
                <p:nvPr/>
              </p:nvSpPr>
              <p:spPr bwMode="auto">
                <a:xfrm>
                  <a:off x="1973" y="2345"/>
                  <a:ext cx="0" cy="25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2" name="Line 228"/>
                <p:cNvSpPr>
                  <a:spLocks noChangeShapeType="1"/>
                </p:cNvSpPr>
                <p:nvPr/>
              </p:nvSpPr>
              <p:spPr bwMode="auto">
                <a:xfrm>
                  <a:off x="1973" y="3123"/>
                  <a:ext cx="0" cy="46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3" name="Line 229"/>
                <p:cNvSpPr>
                  <a:spLocks noChangeShapeType="1"/>
                </p:cNvSpPr>
                <p:nvPr/>
              </p:nvSpPr>
              <p:spPr bwMode="auto">
                <a:xfrm flipH="1">
                  <a:off x="456" y="3808"/>
                  <a:ext cx="135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4" name="Line 230"/>
                <p:cNvSpPr>
                  <a:spLocks noChangeShapeType="1"/>
                </p:cNvSpPr>
                <p:nvPr/>
              </p:nvSpPr>
              <p:spPr bwMode="auto">
                <a:xfrm flipV="1">
                  <a:off x="2902" y="2349"/>
                  <a:ext cx="0" cy="25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5" name="Line 231"/>
                <p:cNvSpPr>
                  <a:spLocks noChangeShapeType="1"/>
                </p:cNvSpPr>
                <p:nvPr/>
              </p:nvSpPr>
              <p:spPr bwMode="auto">
                <a:xfrm>
                  <a:off x="674" y="2542"/>
                  <a:ext cx="1" cy="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6" name="Line 232"/>
                <p:cNvSpPr>
                  <a:spLocks noChangeShapeType="1"/>
                </p:cNvSpPr>
                <p:nvPr/>
              </p:nvSpPr>
              <p:spPr bwMode="auto">
                <a:xfrm>
                  <a:off x="681" y="3123"/>
                  <a:ext cx="0" cy="69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7" name="Line 233"/>
                <p:cNvSpPr>
                  <a:spLocks noChangeShapeType="1"/>
                </p:cNvSpPr>
                <p:nvPr/>
              </p:nvSpPr>
              <p:spPr bwMode="auto">
                <a:xfrm flipV="1">
                  <a:off x="1531" y="2540"/>
                  <a:ext cx="0" cy="6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8" name="Line 234"/>
                <p:cNvSpPr>
                  <a:spLocks noChangeShapeType="1"/>
                </p:cNvSpPr>
                <p:nvPr/>
              </p:nvSpPr>
              <p:spPr bwMode="auto">
                <a:xfrm>
                  <a:off x="1536" y="3123"/>
                  <a:ext cx="0" cy="68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9" name="Oval 235"/>
                <p:cNvSpPr>
                  <a:spLocks noChangeArrowheads="1"/>
                </p:cNvSpPr>
                <p:nvPr/>
              </p:nvSpPr>
              <p:spPr bwMode="auto">
                <a:xfrm>
                  <a:off x="798" y="1082"/>
                  <a:ext cx="643" cy="641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80" name="Oval 236"/>
                <p:cNvSpPr>
                  <a:spLocks noChangeArrowheads="1"/>
                </p:cNvSpPr>
                <p:nvPr/>
              </p:nvSpPr>
              <p:spPr bwMode="auto">
                <a:xfrm>
                  <a:off x="910" y="1192"/>
                  <a:ext cx="421" cy="417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81" name="Line 237"/>
                <p:cNvSpPr>
                  <a:spLocks noChangeShapeType="1"/>
                </p:cNvSpPr>
                <p:nvPr/>
              </p:nvSpPr>
              <p:spPr bwMode="auto">
                <a:xfrm>
                  <a:off x="790" y="3276"/>
                  <a:ext cx="0" cy="54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2" name="Line 238"/>
                <p:cNvSpPr>
                  <a:spLocks noChangeShapeType="1"/>
                </p:cNvSpPr>
                <p:nvPr/>
              </p:nvSpPr>
              <p:spPr bwMode="auto">
                <a:xfrm flipH="1" flipV="1">
                  <a:off x="1439" y="3277"/>
                  <a:ext cx="0" cy="53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3" name="Line 239"/>
                <p:cNvSpPr>
                  <a:spLocks noChangeShapeType="1"/>
                </p:cNvSpPr>
                <p:nvPr/>
              </p:nvSpPr>
              <p:spPr bwMode="auto">
                <a:xfrm>
                  <a:off x="2201" y="1089"/>
                  <a:ext cx="244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4" name="Line 240"/>
                <p:cNvSpPr>
                  <a:spLocks noChangeShapeType="1"/>
                </p:cNvSpPr>
                <p:nvPr/>
              </p:nvSpPr>
              <p:spPr bwMode="auto">
                <a:xfrm flipV="1">
                  <a:off x="2907" y="1080"/>
                  <a:ext cx="0" cy="642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5" name="Line 241"/>
                <p:cNvSpPr>
                  <a:spLocks noChangeShapeType="1"/>
                </p:cNvSpPr>
                <p:nvPr/>
              </p:nvSpPr>
              <p:spPr bwMode="auto">
                <a:xfrm>
                  <a:off x="2658" y="1712"/>
                  <a:ext cx="255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6" name="Line 242"/>
                <p:cNvSpPr>
                  <a:spLocks noChangeShapeType="1"/>
                </p:cNvSpPr>
                <p:nvPr/>
              </p:nvSpPr>
              <p:spPr bwMode="auto">
                <a:xfrm>
                  <a:off x="2203" y="1194"/>
                  <a:ext cx="289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7" name="Line 243"/>
                <p:cNvSpPr>
                  <a:spLocks noChangeShapeType="1"/>
                </p:cNvSpPr>
                <p:nvPr/>
              </p:nvSpPr>
              <p:spPr bwMode="auto">
                <a:xfrm>
                  <a:off x="2210" y="1621"/>
                  <a:ext cx="704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8" name="Line 244"/>
                <p:cNvSpPr>
                  <a:spLocks noChangeShapeType="1"/>
                </p:cNvSpPr>
                <p:nvPr/>
              </p:nvSpPr>
              <p:spPr bwMode="auto">
                <a:xfrm>
                  <a:off x="910" y="3123"/>
                  <a:ext cx="0" cy="69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9" name="Line 245"/>
                <p:cNvSpPr>
                  <a:spLocks noChangeShapeType="1"/>
                </p:cNvSpPr>
                <p:nvPr/>
              </p:nvSpPr>
              <p:spPr bwMode="auto">
                <a:xfrm>
                  <a:off x="1331" y="3130"/>
                  <a:ext cx="0" cy="67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0" name="Line 246"/>
                <p:cNvSpPr>
                  <a:spLocks noChangeShapeType="1"/>
                </p:cNvSpPr>
                <p:nvPr/>
              </p:nvSpPr>
              <p:spPr bwMode="auto">
                <a:xfrm flipH="1">
                  <a:off x="488" y="1310"/>
                  <a:ext cx="321" cy="104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1" name="Line 247"/>
                <p:cNvSpPr>
                  <a:spLocks noChangeShapeType="1"/>
                </p:cNvSpPr>
                <p:nvPr/>
              </p:nvSpPr>
              <p:spPr bwMode="auto">
                <a:xfrm>
                  <a:off x="1427" y="1301"/>
                  <a:ext cx="332" cy="104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2" name="Arc 248"/>
                <p:cNvSpPr/>
                <p:nvPr/>
              </p:nvSpPr>
              <p:spPr bwMode="auto">
                <a:xfrm>
                  <a:off x="247" y="3572"/>
                  <a:ext cx="224" cy="238"/>
                </a:xfrm>
                <a:custGeom>
                  <a:avLst/>
                  <a:gdLst>
                    <a:gd name="T0" fmla="*/ 2 w 22611"/>
                    <a:gd name="T1" fmla="*/ 3 h 22004"/>
                    <a:gd name="T2" fmla="*/ 0 w 22611"/>
                    <a:gd name="T3" fmla="*/ 0 h 22004"/>
                    <a:gd name="T4" fmla="*/ 2 w 22611"/>
                    <a:gd name="T5" fmla="*/ 0 h 2200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2611" h="22004" fill="none" extrusionOk="0">
                      <a:moveTo>
                        <a:pt x="22611" y="21980"/>
                      </a:moveTo>
                      <a:cubicBezTo>
                        <a:pt x="22274" y="21996"/>
                        <a:pt x="21937" y="22003"/>
                        <a:pt x="21600" y="22004"/>
                      </a:cubicBezTo>
                      <a:cubicBezTo>
                        <a:pt x="9670" y="22004"/>
                        <a:pt x="0" y="12333"/>
                        <a:pt x="0" y="404"/>
                      </a:cubicBezTo>
                      <a:cubicBezTo>
                        <a:pt x="-1" y="269"/>
                        <a:pt x="1" y="134"/>
                        <a:pt x="3" y="-1"/>
                      </a:cubicBezTo>
                    </a:path>
                    <a:path w="22611" h="22004" stroke="0" extrusionOk="0">
                      <a:moveTo>
                        <a:pt x="22611" y="21980"/>
                      </a:moveTo>
                      <a:cubicBezTo>
                        <a:pt x="22274" y="21996"/>
                        <a:pt x="21937" y="22003"/>
                        <a:pt x="21600" y="22004"/>
                      </a:cubicBezTo>
                      <a:cubicBezTo>
                        <a:pt x="9670" y="22004"/>
                        <a:pt x="0" y="12333"/>
                        <a:pt x="0" y="404"/>
                      </a:cubicBezTo>
                      <a:cubicBezTo>
                        <a:pt x="-1" y="269"/>
                        <a:pt x="1" y="134"/>
                        <a:pt x="3" y="-1"/>
                      </a:cubicBezTo>
                      <a:lnTo>
                        <a:pt x="21600" y="404"/>
                      </a:lnTo>
                      <a:lnTo>
                        <a:pt x="22611" y="2198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3" name="Arc 249"/>
                <p:cNvSpPr/>
                <p:nvPr/>
              </p:nvSpPr>
              <p:spPr bwMode="auto">
                <a:xfrm>
                  <a:off x="1762" y="3574"/>
                  <a:ext cx="211" cy="236"/>
                </a:xfrm>
                <a:custGeom>
                  <a:avLst/>
                  <a:gdLst>
                    <a:gd name="T0" fmla="*/ 2 w 23005"/>
                    <a:gd name="T1" fmla="*/ 0 h 22546"/>
                    <a:gd name="T2" fmla="*/ 0 w 23005"/>
                    <a:gd name="T3" fmla="*/ 2 h 22546"/>
                    <a:gd name="T4" fmla="*/ 0 w 23005"/>
                    <a:gd name="T5" fmla="*/ 0 h 2254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005" h="22546" fill="none" extrusionOk="0">
                      <a:moveTo>
                        <a:pt x="22984" y="-1"/>
                      </a:moveTo>
                      <a:cubicBezTo>
                        <a:pt x="22998" y="315"/>
                        <a:pt x="23005" y="630"/>
                        <a:pt x="23005" y="946"/>
                      </a:cubicBezTo>
                      <a:cubicBezTo>
                        <a:pt x="23005" y="12875"/>
                        <a:pt x="13334" y="22546"/>
                        <a:pt x="1405" y="22546"/>
                      </a:cubicBezTo>
                      <a:cubicBezTo>
                        <a:pt x="936" y="22546"/>
                        <a:pt x="467" y="22530"/>
                        <a:pt x="-1" y="22500"/>
                      </a:cubicBezTo>
                    </a:path>
                    <a:path w="23005" h="22546" stroke="0" extrusionOk="0">
                      <a:moveTo>
                        <a:pt x="22984" y="-1"/>
                      </a:moveTo>
                      <a:cubicBezTo>
                        <a:pt x="22998" y="315"/>
                        <a:pt x="23005" y="630"/>
                        <a:pt x="23005" y="946"/>
                      </a:cubicBezTo>
                      <a:cubicBezTo>
                        <a:pt x="23005" y="12875"/>
                        <a:pt x="13334" y="22546"/>
                        <a:pt x="1405" y="22546"/>
                      </a:cubicBezTo>
                      <a:cubicBezTo>
                        <a:pt x="936" y="22546"/>
                        <a:pt x="467" y="22530"/>
                        <a:pt x="-1" y="22500"/>
                      </a:cubicBezTo>
                      <a:lnTo>
                        <a:pt x="1405" y="946"/>
                      </a:lnTo>
                      <a:lnTo>
                        <a:pt x="22984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4" name="Oval 250"/>
                <p:cNvSpPr>
                  <a:spLocks noChangeArrowheads="1"/>
                </p:cNvSpPr>
                <p:nvPr/>
              </p:nvSpPr>
              <p:spPr bwMode="auto">
                <a:xfrm>
                  <a:off x="355" y="3469"/>
                  <a:ext cx="215" cy="221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95" name="Oval 251"/>
                <p:cNvSpPr>
                  <a:spLocks noChangeArrowheads="1"/>
                </p:cNvSpPr>
                <p:nvPr/>
              </p:nvSpPr>
              <p:spPr bwMode="auto">
                <a:xfrm>
                  <a:off x="1662" y="3466"/>
                  <a:ext cx="219" cy="222"/>
                </a:xfrm>
                <a:prstGeom prst="ellips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000"/>
                </a:p>
              </p:txBody>
            </p:sp>
            <p:sp>
              <p:nvSpPr>
                <p:cNvPr id="796" name="Line 252"/>
                <p:cNvSpPr>
                  <a:spLocks noChangeShapeType="1"/>
                </p:cNvSpPr>
                <p:nvPr/>
              </p:nvSpPr>
              <p:spPr bwMode="auto">
                <a:xfrm>
                  <a:off x="354" y="2360"/>
                  <a:ext cx="0" cy="24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7" name="Line 253"/>
                <p:cNvSpPr>
                  <a:spLocks noChangeShapeType="1"/>
                </p:cNvSpPr>
                <p:nvPr/>
              </p:nvSpPr>
              <p:spPr bwMode="auto">
                <a:xfrm>
                  <a:off x="579" y="2364"/>
                  <a:ext cx="0" cy="23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8" name="Line 254"/>
                <p:cNvSpPr>
                  <a:spLocks noChangeShapeType="1"/>
                </p:cNvSpPr>
                <p:nvPr/>
              </p:nvSpPr>
              <p:spPr bwMode="auto">
                <a:xfrm>
                  <a:off x="1670" y="2357"/>
                  <a:ext cx="0" cy="241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9" name="Line 255"/>
                <p:cNvSpPr>
                  <a:spLocks noChangeShapeType="1"/>
                </p:cNvSpPr>
                <p:nvPr/>
              </p:nvSpPr>
              <p:spPr bwMode="auto">
                <a:xfrm>
                  <a:off x="1892" y="2357"/>
                  <a:ext cx="0" cy="246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0" name="Line 256"/>
                <p:cNvSpPr>
                  <a:spLocks noChangeShapeType="1"/>
                </p:cNvSpPr>
                <p:nvPr/>
              </p:nvSpPr>
              <p:spPr bwMode="auto">
                <a:xfrm flipV="1">
                  <a:off x="2540" y="2347"/>
                  <a:ext cx="0" cy="25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1" name="Line 257"/>
                <p:cNvSpPr>
                  <a:spLocks noChangeShapeType="1"/>
                </p:cNvSpPr>
                <p:nvPr/>
              </p:nvSpPr>
              <p:spPr bwMode="auto">
                <a:xfrm flipV="1">
                  <a:off x="2769" y="2349"/>
                  <a:ext cx="0" cy="25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2" name="Line 258"/>
                <p:cNvSpPr>
                  <a:spLocks noChangeShapeType="1"/>
                </p:cNvSpPr>
                <p:nvPr/>
              </p:nvSpPr>
              <p:spPr bwMode="auto">
                <a:xfrm flipV="1">
                  <a:off x="472" y="3282"/>
                  <a:ext cx="361" cy="1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3" name="Line 259"/>
                <p:cNvSpPr>
                  <a:spLocks noChangeShapeType="1"/>
                </p:cNvSpPr>
                <p:nvPr/>
              </p:nvSpPr>
              <p:spPr bwMode="auto">
                <a:xfrm flipV="1">
                  <a:off x="481" y="3130"/>
                  <a:ext cx="0" cy="152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4" name="Line 260"/>
                <p:cNvSpPr>
                  <a:spLocks noChangeShapeType="1"/>
                </p:cNvSpPr>
                <p:nvPr/>
              </p:nvSpPr>
              <p:spPr bwMode="auto">
                <a:xfrm>
                  <a:off x="1753" y="3130"/>
                  <a:ext cx="0" cy="16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5" name="Line 261"/>
                <p:cNvSpPr>
                  <a:spLocks noChangeShapeType="1"/>
                </p:cNvSpPr>
                <p:nvPr/>
              </p:nvSpPr>
              <p:spPr bwMode="auto">
                <a:xfrm>
                  <a:off x="854" y="3283"/>
                  <a:ext cx="165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6" name="Line 262"/>
                <p:cNvSpPr>
                  <a:spLocks noChangeShapeType="1"/>
                </p:cNvSpPr>
                <p:nvPr/>
              </p:nvSpPr>
              <p:spPr bwMode="auto">
                <a:xfrm flipH="1" flipV="1">
                  <a:off x="2367" y="1299"/>
                  <a:ext cx="0" cy="1056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7" name="Line 263"/>
                <p:cNvSpPr>
                  <a:spLocks noChangeShapeType="1"/>
                </p:cNvSpPr>
                <p:nvPr/>
              </p:nvSpPr>
              <p:spPr bwMode="auto">
                <a:xfrm flipH="1">
                  <a:off x="1020" y="1698"/>
                  <a:ext cx="0" cy="66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8" name="Line 264"/>
                <p:cNvSpPr>
                  <a:spLocks noChangeShapeType="1"/>
                </p:cNvSpPr>
                <p:nvPr/>
              </p:nvSpPr>
              <p:spPr bwMode="auto">
                <a:xfrm>
                  <a:off x="1221" y="1696"/>
                  <a:ext cx="0" cy="6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9" name="Line 265"/>
                <p:cNvSpPr>
                  <a:spLocks noChangeShapeType="1"/>
                </p:cNvSpPr>
                <p:nvPr/>
              </p:nvSpPr>
              <p:spPr bwMode="auto">
                <a:xfrm>
                  <a:off x="2661" y="1679"/>
                  <a:ext cx="0" cy="169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0" name="Line 266"/>
                <p:cNvSpPr>
                  <a:spLocks noChangeShapeType="1"/>
                </p:cNvSpPr>
                <p:nvPr/>
              </p:nvSpPr>
              <p:spPr bwMode="auto">
                <a:xfrm>
                  <a:off x="2659" y="1839"/>
                  <a:ext cx="244" cy="515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1" name="Line 267"/>
                <p:cNvSpPr>
                  <a:spLocks noChangeShapeType="1"/>
                </p:cNvSpPr>
                <p:nvPr/>
              </p:nvSpPr>
              <p:spPr bwMode="auto">
                <a:xfrm>
                  <a:off x="2366" y="1688"/>
                  <a:ext cx="302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2" name="Line 268"/>
                <p:cNvSpPr>
                  <a:spLocks noChangeShapeType="1"/>
                </p:cNvSpPr>
                <p:nvPr/>
              </p:nvSpPr>
              <p:spPr bwMode="auto">
                <a:xfrm>
                  <a:off x="1018" y="3280"/>
                  <a:ext cx="0" cy="533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3" name="Line 269"/>
                <p:cNvSpPr>
                  <a:spLocks noChangeShapeType="1"/>
                </p:cNvSpPr>
                <p:nvPr/>
              </p:nvSpPr>
              <p:spPr bwMode="auto">
                <a:xfrm>
                  <a:off x="1222" y="3283"/>
                  <a:ext cx="0" cy="528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4" name="Line 270"/>
                <p:cNvSpPr>
                  <a:spLocks noChangeShapeType="1"/>
                </p:cNvSpPr>
                <p:nvPr/>
              </p:nvSpPr>
              <p:spPr bwMode="auto">
                <a:xfrm>
                  <a:off x="1020" y="3595"/>
                  <a:ext cx="198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5" name="Line 271"/>
                <p:cNvSpPr>
                  <a:spLocks noChangeShapeType="1"/>
                </p:cNvSpPr>
                <p:nvPr/>
              </p:nvSpPr>
              <p:spPr bwMode="auto">
                <a:xfrm>
                  <a:off x="1019" y="1843"/>
                  <a:ext cx="200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6" name="Line 272"/>
                <p:cNvSpPr>
                  <a:spLocks noChangeShapeType="1"/>
                </p:cNvSpPr>
                <p:nvPr/>
              </p:nvSpPr>
              <p:spPr bwMode="auto">
                <a:xfrm flipV="1">
                  <a:off x="985" y="920"/>
                  <a:ext cx="0" cy="19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7" name="Line 273"/>
                <p:cNvSpPr>
                  <a:spLocks noChangeShapeType="1"/>
                </p:cNvSpPr>
                <p:nvPr/>
              </p:nvSpPr>
              <p:spPr bwMode="auto">
                <a:xfrm>
                  <a:off x="1255" y="919"/>
                  <a:ext cx="0" cy="194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8" name="Line 274"/>
                <p:cNvSpPr>
                  <a:spLocks noChangeShapeType="1"/>
                </p:cNvSpPr>
                <p:nvPr/>
              </p:nvSpPr>
              <p:spPr bwMode="auto">
                <a:xfrm>
                  <a:off x="1033" y="923"/>
                  <a:ext cx="0" cy="295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9" name="Line 275"/>
                <p:cNvSpPr>
                  <a:spLocks noChangeShapeType="1"/>
                </p:cNvSpPr>
                <p:nvPr/>
              </p:nvSpPr>
              <p:spPr bwMode="auto">
                <a:xfrm>
                  <a:off x="1204" y="919"/>
                  <a:ext cx="0" cy="299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0" name="Arc 276"/>
                <p:cNvSpPr/>
                <p:nvPr/>
              </p:nvSpPr>
              <p:spPr bwMode="auto">
                <a:xfrm flipV="1">
                  <a:off x="2489" y="1160"/>
                  <a:ext cx="180" cy="58"/>
                </a:xfrm>
                <a:custGeom>
                  <a:avLst/>
                  <a:gdLst>
                    <a:gd name="T0" fmla="*/ 0 w 37346"/>
                    <a:gd name="T1" fmla="*/ 0 h 21600"/>
                    <a:gd name="T2" fmla="*/ 1 w 37346"/>
                    <a:gd name="T3" fmla="*/ 0 h 21600"/>
                    <a:gd name="T4" fmla="*/ 0 w 37346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7346" h="21600" fill="none" extrusionOk="0">
                      <a:moveTo>
                        <a:pt x="-1" y="10392"/>
                      </a:moveTo>
                      <a:cubicBezTo>
                        <a:pt x="3916" y="3940"/>
                        <a:pt x="10916" y="-1"/>
                        <a:pt x="18465" y="0"/>
                      </a:cubicBezTo>
                      <a:cubicBezTo>
                        <a:pt x="26308" y="0"/>
                        <a:pt x="33536" y="4252"/>
                        <a:pt x="37346" y="11108"/>
                      </a:cubicBezTo>
                    </a:path>
                    <a:path w="37346" h="21600" stroke="0" extrusionOk="0">
                      <a:moveTo>
                        <a:pt x="-1" y="10392"/>
                      </a:moveTo>
                      <a:cubicBezTo>
                        <a:pt x="3916" y="3940"/>
                        <a:pt x="10916" y="-1"/>
                        <a:pt x="18465" y="0"/>
                      </a:cubicBezTo>
                      <a:cubicBezTo>
                        <a:pt x="26308" y="0"/>
                        <a:pt x="33536" y="4252"/>
                        <a:pt x="37346" y="11108"/>
                      </a:cubicBezTo>
                      <a:lnTo>
                        <a:pt x="18465" y="21600"/>
                      </a:lnTo>
                      <a:lnTo>
                        <a:pt x="-1" y="10392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1" name="Line 277"/>
                <p:cNvSpPr>
                  <a:spLocks noChangeShapeType="1"/>
                </p:cNvSpPr>
                <p:nvPr/>
              </p:nvSpPr>
              <p:spPr bwMode="auto">
                <a:xfrm>
                  <a:off x="2711" y="1089"/>
                  <a:ext cx="201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2" name="Line 278"/>
                <p:cNvSpPr>
                  <a:spLocks noChangeShapeType="1"/>
                </p:cNvSpPr>
                <p:nvPr/>
              </p:nvSpPr>
              <p:spPr bwMode="auto">
                <a:xfrm flipH="1">
                  <a:off x="977" y="927"/>
                  <a:ext cx="285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3" name="Line 279"/>
                <p:cNvSpPr>
                  <a:spLocks noChangeShapeType="1"/>
                </p:cNvSpPr>
                <p:nvPr/>
              </p:nvSpPr>
              <p:spPr bwMode="auto">
                <a:xfrm>
                  <a:off x="2667" y="1193"/>
                  <a:ext cx="241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4" name="Line 280"/>
                <p:cNvSpPr>
                  <a:spLocks noChangeShapeType="1"/>
                </p:cNvSpPr>
                <p:nvPr/>
              </p:nvSpPr>
              <p:spPr bwMode="auto">
                <a:xfrm>
                  <a:off x="1524" y="2596"/>
                  <a:ext cx="459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5" name="Line 281"/>
                <p:cNvSpPr>
                  <a:spLocks noChangeShapeType="1"/>
                </p:cNvSpPr>
                <p:nvPr/>
              </p:nvSpPr>
              <p:spPr bwMode="auto">
                <a:xfrm>
                  <a:off x="1397" y="3285"/>
                  <a:ext cx="347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6" name="Line 282"/>
                <p:cNvSpPr>
                  <a:spLocks noChangeShapeType="1"/>
                </p:cNvSpPr>
                <p:nvPr/>
              </p:nvSpPr>
              <p:spPr bwMode="auto">
                <a:xfrm flipH="1">
                  <a:off x="1219" y="3284"/>
                  <a:ext cx="158" cy="0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7" name="Line 283"/>
                <p:cNvSpPr>
                  <a:spLocks noChangeShapeType="1"/>
                </p:cNvSpPr>
                <p:nvPr/>
              </p:nvSpPr>
              <p:spPr bwMode="auto">
                <a:xfrm>
                  <a:off x="2668" y="922"/>
                  <a:ext cx="0" cy="273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8" name="Line 284"/>
                <p:cNvSpPr>
                  <a:spLocks noChangeShapeType="1"/>
                </p:cNvSpPr>
                <p:nvPr/>
              </p:nvSpPr>
              <p:spPr bwMode="auto">
                <a:xfrm>
                  <a:off x="2489" y="920"/>
                  <a:ext cx="0" cy="275"/>
                </a:xfrm>
                <a:prstGeom prst="line">
                  <a:avLst/>
                </a:prstGeom>
                <a:noFill/>
                <a:ln w="12700">
                  <a:solidFill>
                    <a:srgbClr val="000066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9" name="Line 285"/>
                <p:cNvSpPr>
                  <a:spLocks noChangeShapeType="1"/>
                </p:cNvSpPr>
                <p:nvPr/>
              </p:nvSpPr>
              <p:spPr bwMode="auto">
                <a:xfrm>
                  <a:off x="2438" y="919"/>
                  <a:ext cx="0" cy="173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0" name="Line 286"/>
                <p:cNvSpPr>
                  <a:spLocks noChangeShapeType="1"/>
                </p:cNvSpPr>
                <p:nvPr/>
              </p:nvSpPr>
              <p:spPr bwMode="auto">
                <a:xfrm>
                  <a:off x="2431" y="925"/>
                  <a:ext cx="296" cy="0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1" name="Line 287"/>
                <p:cNvSpPr>
                  <a:spLocks noChangeShapeType="1"/>
                </p:cNvSpPr>
                <p:nvPr/>
              </p:nvSpPr>
              <p:spPr bwMode="auto">
                <a:xfrm>
                  <a:off x="2719" y="916"/>
                  <a:ext cx="0" cy="178"/>
                </a:xfrm>
                <a:prstGeom prst="line">
                  <a:avLst/>
                </a:pr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2" name="Arc 288"/>
                <p:cNvSpPr/>
                <p:nvPr/>
              </p:nvSpPr>
              <p:spPr bwMode="auto">
                <a:xfrm>
                  <a:off x="2439" y="927"/>
                  <a:ext cx="281" cy="195"/>
                </a:xfrm>
                <a:custGeom>
                  <a:avLst/>
                  <a:gdLst>
                    <a:gd name="T0" fmla="*/ 3 w 26279"/>
                    <a:gd name="T1" fmla="*/ 1 h 21600"/>
                    <a:gd name="T2" fmla="*/ 0 w 26279"/>
                    <a:gd name="T3" fmla="*/ 1 h 21600"/>
                    <a:gd name="T4" fmla="*/ 1 w 26279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279" h="21600" fill="none" extrusionOk="0">
                      <a:moveTo>
                        <a:pt x="26279" y="16698"/>
                      </a:moveTo>
                      <a:cubicBezTo>
                        <a:pt x="22416" y="19867"/>
                        <a:pt x="17574" y="21599"/>
                        <a:pt x="12578" y="21600"/>
                      </a:cubicBezTo>
                      <a:cubicBezTo>
                        <a:pt x="8066" y="21600"/>
                        <a:pt x="3667" y="20187"/>
                        <a:pt x="-1" y="17560"/>
                      </a:cubicBezTo>
                    </a:path>
                    <a:path w="26279" h="21600" stroke="0" extrusionOk="0">
                      <a:moveTo>
                        <a:pt x="26279" y="16698"/>
                      </a:moveTo>
                      <a:cubicBezTo>
                        <a:pt x="22416" y="19867"/>
                        <a:pt x="17574" y="21599"/>
                        <a:pt x="12578" y="21600"/>
                      </a:cubicBezTo>
                      <a:cubicBezTo>
                        <a:pt x="8066" y="21600"/>
                        <a:pt x="3667" y="20187"/>
                        <a:pt x="-1" y="17560"/>
                      </a:cubicBezTo>
                      <a:lnTo>
                        <a:pt x="12578" y="0"/>
                      </a:lnTo>
                      <a:lnTo>
                        <a:pt x="26279" y="16698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5" name="Group 289"/>
              <p:cNvGrpSpPr/>
              <p:nvPr/>
            </p:nvGrpSpPr>
            <p:grpSpPr bwMode="auto">
              <a:xfrm>
                <a:off x="701" y="1402"/>
                <a:ext cx="839" cy="0"/>
                <a:chOff x="701" y="1402"/>
                <a:chExt cx="839" cy="0"/>
              </a:xfrm>
            </p:grpSpPr>
            <p:sp>
              <p:nvSpPr>
                <p:cNvPr id="756" name="Line 290"/>
                <p:cNvSpPr>
                  <a:spLocks noChangeShapeType="1"/>
                </p:cNvSpPr>
                <p:nvPr/>
              </p:nvSpPr>
              <p:spPr bwMode="auto">
                <a:xfrm>
                  <a:off x="701" y="140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57" name="Line 291"/>
                <p:cNvSpPr>
                  <a:spLocks noChangeShapeType="1"/>
                </p:cNvSpPr>
                <p:nvPr/>
              </p:nvSpPr>
              <p:spPr bwMode="auto">
                <a:xfrm>
                  <a:off x="1214" y="140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58" name="Line 292"/>
                <p:cNvSpPr>
                  <a:spLocks noChangeShapeType="1"/>
                </p:cNvSpPr>
                <p:nvPr/>
              </p:nvSpPr>
              <p:spPr bwMode="auto">
                <a:xfrm>
                  <a:off x="1268" y="1402"/>
                  <a:ext cx="27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716" name="Line 293"/>
              <p:cNvSpPr>
                <a:spLocks noChangeShapeType="1"/>
              </p:cNvSpPr>
              <p:nvPr/>
            </p:nvSpPr>
            <p:spPr bwMode="auto">
              <a:xfrm rot="10800000">
                <a:off x="926" y="3491"/>
                <a:ext cx="374" cy="0"/>
              </a:xfrm>
              <a:prstGeom prst="line">
                <a:avLst/>
              </a:prstGeom>
              <a:noFill/>
              <a:ln w="9525">
                <a:solidFill>
                  <a:srgbClr val="000066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zh-CN" altLang="en-US"/>
              </a:p>
            </p:txBody>
          </p:sp>
          <p:grpSp>
            <p:nvGrpSpPr>
              <p:cNvPr id="717" name="Group 294"/>
              <p:cNvGrpSpPr/>
              <p:nvPr/>
            </p:nvGrpSpPr>
            <p:grpSpPr bwMode="auto">
              <a:xfrm>
                <a:off x="1122" y="3050"/>
                <a:ext cx="1" cy="823"/>
                <a:chOff x="1122" y="3050"/>
                <a:chExt cx="1" cy="823"/>
              </a:xfrm>
            </p:grpSpPr>
            <p:sp>
              <p:nvSpPr>
                <p:cNvPr id="753" name="Line 295"/>
                <p:cNvSpPr>
                  <a:spLocks noChangeShapeType="1"/>
                </p:cNvSpPr>
                <p:nvPr/>
              </p:nvSpPr>
              <p:spPr bwMode="auto">
                <a:xfrm rot="-5400000">
                  <a:off x="995" y="3745"/>
                  <a:ext cx="256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54" name="Line 296"/>
                <p:cNvSpPr>
                  <a:spLocks noChangeShapeType="1"/>
                </p:cNvSpPr>
                <p:nvPr/>
              </p:nvSpPr>
              <p:spPr bwMode="auto">
                <a:xfrm rot="-5400000">
                  <a:off x="1108" y="3569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55" name="Line 297"/>
                <p:cNvSpPr>
                  <a:spLocks noChangeShapeType="1"/>
                </p:cNvSpPr>
                <p:nvPr/>
              </p:nvSpPr>
              <p:spPr bwMode="auto">
                <a:xfrm rot="-5400000">
                  <a:off x="882" y="3290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8" name="Group 298"/>
              <p:cNvGrpSpPr/>
              <p:nvPr/>
            </p:nvGrpSpPr>
            <p:grpSpPr bwMode="auto">
              <a:xfrm>
                <a:off x="1120" y="847"/>
                <a:ext cx="0" cy="1781"/>
                <a:chOff x="1120" y="847"/>
                <a:chExt cx="0" cy="1781"/>
              </a:xfrm>
            </p:grpSpPr>
            <p:grpSp>
              <p:nvGrpSpPr>
                <p:cNvPr id="745" name="Group 299"/>
                <p:cNvGrpSpPr/>
                <p:nvPr/>
              </p:nvGrpSpPr>
              <p:grpSpPr bwMode="auto">
                <a:xfrm>
                  <a:off x="1120" y="847"/>
                  <a:ext cx="0" cy="1388"/>
                  <a:chOff x="1120" y="847"/>
                  <a:chExt cx="0" cy="1388"/>
                </a:xfrm>
              </p:grpSpPr>
              <p:sp>
                <p:nvSpPr>
                  <p:cNvPr id="748" name="Line 300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14" y="2030"/>
                    <a:ext cx="41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9" name="Line 301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106" y="1783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0" name="Line 30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07" y="1531"/>
                    <a:ext cx="42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1" name="Line 30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106" y="1280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52" name="Line 304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922" y="1045"/>
                    <a:ext cx="396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66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46" name="Line 305"/>
                <p:cNvSpPr>
                  <a:spLocks noChangeShapeType="1"/>
                </p:cNvSpPr>
                <p:nvPr/>
              </p:nvSpPr>
              <p:spPr bwMode="auto">
                <a:xfrm rot="-5400000">
                  <a:off x="964" y="2472"/>
                  <a:ext cx="312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47" name="Line 306"/>
                <p:cNvSpPr>
                  <a:spLocks noChangeShapeType="1"/>
                </p:cNvSpPr>
                <p:nvPr/>
              </p:nvSpPr>
              <p:spPr bwMode="auto">
                <a:xfrm rot="-5400000">
                  <a:off x="1106" y="2275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9" name="Group 307"/>
              <p:cNvGrpSpPr/>
              <p:nvPr/>
            </p:nvGrpSpPr>
            <p:grpSpPr bwMode="auto">
              <a:xfrm flipH="1">
                <a:off x="2138" y="1412"/>
                <a:ext cx="845" cy="0"/>
                <a:chOff x="2138" y="1412"/>
                <a:chExt cx="845" cy="0"/>
              </a:xfrm>
            </p:grpSpPr>
            <p:sp>
              <p:nvSpPr>
                <p:cNvPr id="742" name="Line 308"/>
                <p:cNvSpPr>
                  <a:spLocks noChangeShapeType="1"/>
                </p:cNvSpPr>
                <p:nvPr/>
              </p:nvSpPr>
              <p:spPr bwMode="auto">
                <a:xfrm>
                  <a:off x="2138" y="1412"/>
                  <a:ext cx="27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43" name="Line 309"/>
                <p:cNvSpPr>
                  <a:spLocks noChangeShapeType="1"/>
                </p:cNvSpPr>
                <p:nvPr/>
              </p:nvSpPr>
              <p:spPr bwMode="auto">
                <a:xfrm>
                  <a:off x="2449" y="1412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44" name="Line 310"/>
                <p:cNvSpPr>
                  <a:spLocks noChangeShapeType="1"/>
                </p:cNvSpPr>
                <p:nvPr/>
              </p:nvSpPr>
              <p:spPr bwMode="auto">
                <a:xfrm>
                  <a:off x="2503" y="1412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0" name="Group 311"/>
              <p:cNvGrpSpPr/>
              <p:nvPr/>
            </p:nvGrpSpPr>
            <p:grpSpPr bwMode="auto">
              <a:xfrm>
                <a:off x="1588" y="3410"/>
                <a:ext cx="374" cy="347"/>
                <a:chOff x="1588" y="3410"/>
                <a:chExt cx="374" cy="347"/>
              </a:xfrm>
            </p:grpSpPr>
            <p:sp>
              <p:nvSpPr>
                <p:cNvPr id="740" name="Line 312"/>
                <p:cNvSpPr>
                  <a:spLocks noChangeShapeType="1"/>
                </p:cNvSpPr>
                <p:nvPr/>
              </p:nvSpPr>
              <p:spPr bwMode="auto">
                <a:xfrm rot="10800000">
                  <a:off x="1588" y="3579"/>
                  <a:ext cx="374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41" name="Line 313"/>
                <p:cNvSpPr>
                  <a:spLocks noChangeShapeType="1"/>
                </p:cNvSpPr>
                <p:nvPr/>
              </p:nvSpPr>
              <p:spPr bwMode="auto">
                <a:xfrm rot="-5400000">
                  <a:off x="1599" y="3584"/>
                  <a:ext cx="347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1" name="Group 314"/>
              <p:cNvGrpSpPr/>
              <p:nvPr/>
            </p:nvGrpSpPr>
            <p:grpSpPr bwMode="auto">
              <a:xfrm>
                <a:off x="281" y="3412"/>
                <a:ext cx="374" cy="347"/>
                <a:chOff x="1588" y="3410"/>
                <a:chExt cx="374" cy="347"/>
              </a:xfrm>
            </p:grpSpPr>
            <p:sp>
              <p:nvSpPr>
                <p:cNvPr id="738" name="Line 315"/>
                <p:cNvSpPr>
                  <a:spLocks noChangeShapeType="1"/>
                </p:cNvSpPr>
                <p:nvPr/>
              </p:nvSpPr>
              <p:spPr bwMode="auto">
                <a:xfrm rot="10800000">
                  <a:off x="1588" y="3579"/>
                  <a:ext cx="374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9" name="Line 316"/>
                <p:cNvSpPr>
                  <a:spLocks noChangeShapeType="1"/>
                </p:cNvSpPr>
                <p:nvPr/>
              </p:nvSpPr>
              <p:spPr bwMode="auto">
                <a:xfrm rot="-5400000">
                  <a:off x="1599" y="3584"/>
                  <a:ext cx="347" cy="0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2" name="Group 317"/>
              <p:cNvGrpSpPr/>
              <p:nvPr/>
            </p:nvGrpSpPr>
            <p:grpSpPr bwMode="auto">
              <a:xfrm>
                <a:off x="2578" y="860"/>
                <a:ext cx="0" cy="402"/>
                <a:chOff x="2578" y="860"/>
                <a:chExt cx="0" cy="402"/>
              </a:xfrm>
            </p:grpSpPr>
            <p:sp>
              <p:nvSpPr>
                <p:cNvPr id="735" name="Line 318"/>
                <p:cNvSpPr>
                  <a:spLocks noChangeShapeType="1"/>
                </p:cNvSpPr>
                <p:nvPr/>
              </p:nvSpPr>
              <p:spPr bwMode="auto">
                <a:xfrm>
                  <a:off x="2578" y="860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6" name="Line 319"/>
                <p:cNvSpPr>
                  <a:spLocks noChangeShapeType="1"/>
                </p:cNvSpPr>
                <p:nvPr/>
              </p:nvSpPr>
              <p:spPr bwMode="auto">
                <a:xfrm>
                  <a:off x="2578" y="1014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7" name="Line 320"/>
                <p:cNvSpPr>
                  <a:spLocks noChangeShapeType="1"/>
                </p:cNvSpPr>
                <p:nvPr/>
              </p:nvSpPr>
              <p:spPr bwMode="auto">
                <a:xfrm>
                  <a:off x="2578" y="1061"/>
                  <a:ext cx="0" cy="201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3" name="Group 321"/>
              <p:cNvGrpSpPr/>
              <p:nvPr/>
            </p:nvGrpSpPr>
            <p:grpSpPr bwMode="auto">
              <a:xfrm>
                <a:off x="2647" y="2297"/>
                <a:ext cx="0" cy="363"/>
                <a:chOff x="2647" y="2297"/>
                <a:chExt cx="0" cy="363"/>
              </a:xfrm>
            </p:grpSpPr>
            <p:sp>
              <p:nvSpPr>
                <p:cNvPr id="732" name="Line 322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3" name="Line 323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4" name="Line 324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4" name="Group 325"/>
              <p:cNvGrpSpPr/>
              <p:nvPr/>
            </p:nvGrpSpPr>
            <p:grpSpPr bwMode="auto">
              <a:xfrm>
                <a:off x="1782" y="2302"/>
                <a:ext cx="0" cy="363"/>
                <a:chOff x="2647" y="2297"/>
                <a:chExt cx="0" cy="363"/>
              </a:xfrm>
            </p:grpSpPr>
            <p:sp>
              <p:nvSpPr>
                <p:cNvPr id="729" name="Line 326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0" name="Line 327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31" name="Line 328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25" name="Group 329"/>
              <p:cNvGrpSpPr/>
              <p:nvPr/>
            </p:nvGrpSpPr>
            <p:grpSpPr bwMode="auto">
              <a:xfrm>
                <a:off x="466" y="2299"/>
                <a:ext cx="0" cy="363"/>
                <a:chOff x="2647" y="2297"/>
                <a:chExt cx="0" cy="363"/>
              </a:xfrm>
            </p:grpSpPr>
            <p:sp>
              <p:nvSpPr>
                <p:cNvPr id="726" name="Line 330"/>
                <p:cNvSpPr>
                  <a:spLocks noChangeShapeType="1"/>
                </p:cNvSpPr>
                <p:nvPr/>
              </p:nvSpPr>
              <p:spPr bwMode="auto">
                <a:xfrm>
                  <a:off x="2647" y="2297"/>
                  <a:ext cx="0" cy="132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7" name="Line 331"/>
                <p:cNvSpPr>
                  <a:spLocks noChangeShapeType="1"/>
                </p:cNvSpPr>
                <p:nvPr/>
              </p:nvSpPr>
              <p:spPr bwMode="auto">
                <a:xfrm>
                  <a:off x="2647" y="2450"/>
                  <a:ext cx="0" cy="29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  <p:sp>
              <p:nvSpPr>
                <p:cNvPr id="728" name="Line 332"/>
                <p:cNvSpPr>
                  <a:spLocks noChangeShapeType="1"/>
                </p:cNvSpPr>
                <p:nvPr/>
              </p:nvSpPr>
              <p:spPr bwMode="auto">
                <a:xfrm>
                  <a:off x="2647" y="2504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rgbClr val="000066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00"/>
                            </p:stCondLst>
                            <p:childTnLst>
                              <p:par>
                                <p:cTn id="1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2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00"/>
                            </p:stCondLst>
                            <p:childTnLst>
                              <p:par>
                                <p:cTn id="2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1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4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000"/>
                            </p:stCondLst>
                            <p:childTnLst>
                              <p:par>
                                <p:cTn id="2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1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6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5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0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0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5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5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0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000"/>
                            </p:stCondLst>
                            <p:childTnLst>
                              <p:par>
                                <p:cTn id="37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2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3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1000"/>
                            </p:stCondLst>
                            <p:childTnLst>
                              <p:par>
                                <p:cTn id="393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5" dur="5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5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/>
      <p:bldP spid="365" grpId="0"/>
      <p:bldP spid="368" grpId="0" animBg="1"/>
      <p:bldP spid="369" grpId="0" animBg="1"/>
      <p:bldP spid="370" grpId="0" animBg="1"/>
      <p:bldP spid="371" grpId="0" animBg="1"/>
      <p:bldP spid="372" grpId="0" animBg="1"/>
      <p:bldP spid="384" grpId="0" animBg="1"/>
      <p:bldP spid="385" grpId="0" animBg="1"/>
      <p:bldP spid="393" grpId="0" animBg="1"/>
      <p:bldP spid="394" grpId="0" animBg="1"/>
      <p:bldP spid="395" grpId="0" animBg="1"/>
      <p:bldP spid="399" grpId="0" animBg="1"/>
      <p:bldP spid="415" grpId="0" animBg="1"/>
      <p:bldP spid="419" grpId="0" animBg="1"/>
      <p:bldP spid="420" grpId="0" animBg="1"/>
      <p:bldP spid="433" grpId="0" animBg="1"/>
      <p:bldP spid="440" grpId="0" animBg="1"/>
      <p:bldP spid="441" grpId="0" animBg="1"/>
      <p:bldP spid="445" grpId="0" animBg="1"/>
      <p:bldP spid="449" grpId="0" animBg="1"/>
      <p:bldP spid="450" grpId="0" animBg="1"/>
      <p:bldP spid="454" grpId="0" animBg="1"/>
      <p:bldP spid="455" grpId="0" animBg="1"/>
      <p:bldP spid="456" grpId="0" autoUpdateAnimBg="0"/>
      <p:bldP spid="457" grpId="0" autoUpdateAnimBg="0"/>
      <p:bldP spid="458" grpId="0" autoUpdateAnimBg="0"/>
      <p:bldP spid="459" grpId="0" autoUpdateAnimBg="0"/>
      <p:bldP spid="460" grpId="0" autoUpdateAnimBg="0"/>
      <p:bldP spid="461" grpId="0" animBg="1"/>
      <p:bldP spid="468" grpId="0" animBg="1"/>
      <p:bldP spid="472" grpId="0" animBg="1"/>
      <p:bldP spid="476" grpId="0" animBg="1"/>
      <p:bldP spid="477" grpId="0" animBg="1"/>
      <p:bldP spid="478" grpId="0" animBg="1"/>
      <p:bldP spid="482" grpId="0" animBg="1"/>
      <p:bldP spid="495" grpId="0" animBg="1"/>
      <p:bldP spid="496" grpId="0" animBg="1"/>
      <p:bldP spid="500" grpId="0" animBg="1"/>
      <p:bldP spid="501" grpId="0" animBg="1"/>
      <p:bldP spid="502" grpId="0" animBg="1"/>
      <p:bldP spid="503" grpId="0" animBg="1"/>
      <p:bldP spid="504" grpId="0" animBg="1"/>
      <p:bldP spid="505" grpId="0" animBg="1"/>
      <p:bldP spid="509" grpId="0" animBg="1"/>
      <p:bldP spid="510" grpId="0" animBg="1"/>
      <p:bldP spid="511" grpId="0" animBg="1"/>
      <p:bldP spid="546" grpId="0" animBg="1"/>
      <p:bldP spid="547" grpId="0" animBg="1"/>
      <p:bldP spid="67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2" descr="紫色网格"/>
          <p:cNvSpPr txBox="1">
            <a:spLocks noChangeArrowheads="1"/>
          </p:cNvSpPr>
          <p:nvPr/>
        </p:nvSpPr>
        <p:spPr bwMode="auto">
          <a:xfrm>
            <a:off x="444897" y="1419287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基本方法：形体分析法</a:t>
            </a:r>
            <a:endParaRPr lang="zh-CN" altLang="en-US" sz="28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39816" y="1290362"/>
            <a:ext cx="4532010" cy="902990"/>
            <a:chOff x="4439816" y="1269826"/>
            <a:chExt cx="4532010" cy="902990"/>
          </a:xfrm>
        </p:grpSpPr>
        <p:sp>
          <p:nvSpPr>
            <p:cNvPr id="5" name="Text Box 3"/>
            <p:cNvSpPr txBox="1">
              <a:spLocks noChangeArrowheads="1"/>
            </p:cNvSpPr>
            <p:nvPr/>
          </p:nvSpPr>
          <p:spPr bwMode="auto">
            <a:xfrm>
              <a:off x="4439816" y="1269826"/>
              <a:ext cx="45320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  <a:defRPr/>
              </a:pPr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把复杂形体分解成若干基本体</a:t>
              </a:r>
              <a:endPara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4439816" y="1711151"/>
              <a:ext cx="453201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  <a:defRPr/>
              </a:pPr>
              <a:r>
                <a:rPr kumimoji="1"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分析各基本体之间的相互关系</a:t>
              </a:r>
              <a:endParaRPr kumimoji="1" lang="zh-CN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Rectangle 5" descr="紫色网格"/>
          <p:cNvSpPr>
            <a:spLocks noChangeArrowheads="1"/>
          </p:cNvSpPr>
          <p:nvPr/>
        </p:nvSpPr>
        <p:spPr bwMode="auto">
          <a:xfrm>
            <a:off x="444897" y="2367740"/>
            <a:ext cx="16273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画图步骤</a:t>
            </a:r>
            <a:endParaRPr lang="zh-CN" altLang="en-US" sz="28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04449" y="3084381"/>
            <a:ext cx="1893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布置视图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433561" y="3084381"/>
            <a:ext cx="27142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(2)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画底稿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细实线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7413353" y="3084381"/>
            <a:ext cx="12779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(3)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9461991" y="3084381"/>
            <a:ext cx="1893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(4)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完善线型</a:t>
            </a:r>
            <a:endParaRPr kumimoji="1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17648" y="3675994"/>
            <a:ext cx="1467068" cy="707886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确定主视图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布置基准线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87688" y="3675994"/>
            <a:ext cx="3005951" cy="140038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逐个完成形体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先主要结构，后次要结构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先特征投影，后其它投影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先外表形状，后内部形状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90535" y="3675994"/>
            <a:ext cx="1723550" cy="1015663"/>
          </a:xfrm>
          <a:prstGeom prst="rect">
            <a:avLst/>
          </a:prstGeom>
          <a:noFill/>
          <a:ln w="19050">
            <a:solidFill>
              <a:srgbClr val="002060"/>
            </a:solidFill>
          </a:ln>
        </p:spPr>
        <p:txBody>
          <a:bodyPr wrap="none">
            <a:spAutoFit/>
          </a:bodyPr>
          <a:lstStyle/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三等关系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相互位置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表面连接关系</a:t>
            </a:r>
            <a:endParaRPr kumimoji="0"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7" grpId="0" animBg="1"/>
      <p:bldP spid="19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263764" y="1949866"/>
            <a:ext cx="79047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第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1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类：利用平面对初始形体进行切割（已学过）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2855640" y="3711401"/>
            <a:ext cx="37609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分步逐步画出各视图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10"/>
          <p:cNvSpPr txBox="1">
            <a:spLocks noChangeArrowheads="1"/>
          </p:cNvSpPr>
          <p:nvPr/>
        </p:nvSpPr>
        <p:spPr bwMode="auto">
          <a:xfrm>
            <a:off x="1263764" y="2894519"/>
            <a:ext cx="14718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类：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855640" y="4509120"/>
            <a:ext cx="23246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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检查、加深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527535" y="2894519"/>
            <a:ext cx="5211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从初始形体上切去若干简单形体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8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切割式组合体画图方法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切割式组合体画图方法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3"/>
          <p:cNvGrpSpPr/>
          <p:nvPr/>
        </p:nvGrpSpPr>
        <p:grpSpPr bwMode="auto">
          <a:xfrm>
            <a:off x="8328248" y="1885352"/>
            <a:ext cx="2416175" cy="2533650"/>
            <a:chOff x="2211" y="342"/>
            <a:chExt cx="2029" cy="2128"/>
          </a:xfrm>
        </p:grpSpPr>
        <p:sp>
          <p:nvSpPr>
            <p:cNvPr id="6" name="Freeform 4"/>
            <p:cNvSpPr/>
            <p:nvPr/>
          </p:nvSpPr>
          <p:spPr bwMode="auto">
            <a:xfrm>
              <a:off x="2211" y="851"/>
              <a:ext cx="1730" cy="1200"/>
            </a:xfrm>
            <a:custGeom>
              <a:avLst/>
              <a:gdLst>
                <a:gd name="T0" fmla="*/ 669 w 1730"/>
                <a:gd name="T1" fmla="*/ 0 h 1200"/>
                <a:gd name="T2" fmla="*/ 0 w 1730"/>
                <a:gd name="T3" fmla="*/ 822 h 1200"/>
                <a:gd name="T4" fmla="*/ 181 w 1730"/>
                <a:gd name="T5" fmla="*/ 909 h 1200"/>
                <a:gd name="T6" fmla="*/ 413 w 1730"/>
                <a:gd name="T7" fmla="*/ 647 h 1200"/>
                <a:gd name="T8" fmla="*/ 741 w 1730"/>
                <a:gd name="T9" fmla="*/ 811 h 1200"/>
                <a:gd name="T10" fmla="*/ 477 w 1730"/>
                <a:gd name="T11" fmla="*/ 1095 h 1200"/>
                <a:gd name="T12" fmla="*/ 683 w 1730"/>
                <a:gd name="T13" fmla="*/ 1200 h 1200"/>
                <a:gd name="T14" fmla="*/ 1010 w 1730"/>
                <a:gd name="T15" fmla="*/ 800 h 1200"/>
                <a:gd name="T16" fmla="*/ 1389 w 1730"/>
                <a:gd name="T17" fmla="*/ 1025 h 1200"/>
                <a:gd name="T18" fmla="*/ 1730 w 1730"/>
                <a:gd name="T19" fmla="*/ 604 h 1200"/>
                <a:gd name="T20" fmla="*/ 669 w 1730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0" h="1200">
                  <a:moveTo>
                    <a:pt x="669" y="0"/>
                  </a:moveTo>
                  <a:lnTo>
                    <a:pt x="0" y="822"/>
                  </a:lnTo>
                  <a:lnTo>
                    <a:pt x="181" y="909"/>
                  </a:lnTo>
                  <a:lnTo>
                    <a:pt x="413" y="647"/>
                  </a:lnTo>
                  <a:lnTo>
                    <a:pt x="741" y="811"/>
                  </a:lnTo>
                  <a:lnTo>
                    <a:pt x="477" y="1095"/>
                  </a:lnTo>
                  <a:lnTo>
                    <a:pt x="683" y="1200"/>
                  </a:lnTo>
                  <a:lnTo>
                    <a:pt x="1010" y="800"/>
                  </a:lnTo>
                  <a:lnTo>
                    <a:pt x="1389" y="1025"/>
                  </a:lnTo>
                  <a:lnTo>
                    <a:pt x="1730" y="604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auto">
            <a:xfrm>
              <a:off x="3214" y="1644"/>
              <a:ext cx="383" cy="820"/>
            </a:xfrm>
            <a:custGeom>
              <a:avLst/>
              <a:gdLst>
                <a:gd name="T0" fmla="*/ 0 w 383"/>
                <a:gd name="T1" fmla="*/ 0 h 820"/>
                <a:gd name="T2" fmla="*/ 383 w 383"/>
                <a:gd name="T3" fmla="*/ 225 h 820"/>
                <a:gd name="T4" fmla="*/ 383 w 383"/>
                <a:gd name="T5" fmla="*/ 820 h 820"/>
                <a:gd name="T6" fmla="*/ 0 w 383"/>
                <a:gd name="T7" fmla="*/ 611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618" y="1469"/>
              <a:ext cx="339" cy="604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2887" y="342"/>
              <a:ext cx="1353" cy="793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5E2F"/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2880" y="502"/>
              <a:ext cx="1069" cy="96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349 h 960"/>
                <a:gd name="T4" fmla="*/ 1069 w 1069"/>
                <a:gd name="T5" fmla="*/ 960 h 960"/>
                <a:gd name="T6" fmla="*/ 1069 w 1069"/>
                <a:gd name="T7" fmla="*/ 633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3600" y="954"/>
              <a:ext cx="630" cy="1516"/>
            </a:xfrm>
            <a:custGeom>
              <a:avLst/>
              <a:gdLst>
                <a:gd name="T0" fmla="*/ 630 w 630"/>
                <a:gd name="T1" fmla="*/ 0 h 1516"/>
                <a:gd name="T2" fmla="*/ 630 w 630"/>
                <a:gd name="T3" fmla="*/ 1152 h 1516"/>
                <a:gd name="T4" fmla="*/ 3 w 630"/>
                <a:gd name="T5" fmla="*/ 1516 h 1516"/>
                <a:gd name="T6" fmla="*/ 0 w 630"/>
                <a:gd name="T7" fmla="*/ 922 h 1516"/>
                <a:gd name="T8" fmla="*/ 334 w 630"/>
                <a:gd name="T9" fmla="*/ 508 h 1516"/>
                <a:gd name="T10" fmla="*/ 334 w 630"/>
                <a:gd name="T11" fmla="*/ 173 h 1516"/>
                <a:gd name="T12" fmla="*/ 630 w 630"/>
                <a:gd name="T13" fmla="*/ 0 h 15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0" h="1516">
                  <a:moveTo>
                    <a:pt x="630" y="0"/>
                  </a:moveTo>
                  <a:lnTo>
                    <a:pt x="630" y="1152"/>
                  </a:lnTo>
                  <a:lnTo>
                    <a:pt x="3" y="1516"/>
                  </a:lnTo>
                  <a:lnTo>
                    <a:pt x="0" y="922"/>
                  </a:lnTo>
                  <a:lnTo>
                    <a:pt x="334" y="508"/>
                  </a:lnTo>
                  <a:lnTo>
                    <a:pt x="334" y="173"/>
                  </a:lnTo>
                  <a:lnTo>
                    <a:pt x="6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5E2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2211" y="1666"/>
              <a:ext cx="181" cy="487"/>
            </a:xfrm>
            <a:custGeom>
              <a:avLst/>
              <a:gdLst>
                <a:gd name="T0" fmla="*/ 0 w 181"/>
                <a:gd name="T1" fmla="*/ 0 h 487"/>
                <a:gd name="T2" fmla="*/ 181 w 181"/>
                <a:gd name="T3" fmla="*/ 94 h 487"/>
                <a:gd name="T4" fmla="*/ 181 w 181"/>
                <a:gd name="T5" fmla="*/ 487 h 487"/>
                <a:gd name="T6" fmla="*/ 0 w 181"/>
                <a:gd name="T7" fmla="*/ 385 h 487"/>
                <a:gd name="T8" fmla="*/ 0 w 181"/>
                <a:gd name="T9" fmla="*/ 0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1" h="487">
                  <a:moveTo>
                    <a:pt x="0" y="0"/>
                  </a:moveTo>
                  <a:lnTo>
                    <a:pt x="181" y="94"/>
                  </a:lnTo>
                  <a:lnTo>
                    <a:pt x="181" y="487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2714" y="1952"/>
              <a:ext cx="180" cy="493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auto">
            <a:xfrm>
              <a:off x="2385" y="1469"/>
              <a:ext cx="240" cy="683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auto">
            <a:xfrm>
              <a:off x="3295" y="1933"/>
              <a:ext cx="189" cy="236"/>
            </a:xfrm>
            <a:custGeom>
              <a:avLst/>
              <a:gdLst>
                <a:gd name="T0" fmla="*/ 6 w 948"/>
                <a:gd name="T1" fmla="*/ 1 h 1177"/>
                <a:gd name="T2" fmla="*/ 4 w 948"/>
                <a:gd name="T3" fmla="*/ 3 h 1177"/>
                <a:gd name="T4" fmla="*/ 2 w 948"/>
                <a:gd name="T5" fmla="*/ 6 h 1177"/>
                <a:gd name="T6" fmla="*/ 1 w 948"/>
                <a:gd name="T7" fmla="*/ 9 h 1177"/>
                <a:gd name="T8" fmla="*/ 0 w 948"/>
                <a:gd name="T9" fmla="*/ 13 h 1177"/>
                <a:gd name="T10" fmla="*/ 0 w 948"/>
                <a:gd name="T11" fmla="*/ 17 h 1177"/>
                <a:gd name="T12" fmla="*/ 1 w 948"/>
                <a:gd name="T13" fmla="*/ 22 h 1177"/>
                <a:gd name="T14" fmla="*/ 2 w 948"/>
                <a:gd name="T15" fmla="*/ 26 h 1177"/>
                <a:gd name="T16" fmla="*/ 4 w 948"/>
                <a:gd name="T17" fmla="*/ 31 h 1177"/>
                <a:gd name="T18" fmla="*/ 7 w 948"/>
                <a:gd name="T19" fmla="*/ 35 h 1177"/>
                <a:gd name="T20" fmla="*/ 10 w 948"/>
                <a:gd name="T21" fmla="*/ 39 h 1177"/>
                <a:gd name="T22" fmla="*/ 13 w 948"/>
                <a:gd name="T23" fmla="*/ 42 h 1177"/>
                <a:gd name="T24" fmla="*/ 17 w 948"/>
                <a:gd name="T25" fmla="*/ 45 h 1177"/>
                <a:gd name="T26" fmla="*/ 20 w 948"/>
                <a:gd name="T27" fmla="*/ 46 h 1177"/>
                <a:gd name="T28" fmla="*/ 24 w 948"/>
                <a:gd name="T29" fmla="*/ 47 h 1177"/>
                <a:gd name="T30" fmla="*/ 27 w 948"/>
                <a:gd name="T31" fmla="*/ 47 h 1177"/>
                <a:gd name="T32" fmla="*/ 30 w 948"/>
                <a:gd name="T33" fmla="*/ 47 h 1177"/>
                <a:gd name="T34" fmla="*/ 33 w 948"/>
                <a:gd name="T35" fmla="*/ 45 h 1177"/>
                <a:gd name="T36" fmla="*/ 35 w 948"/>
                <a:gd name="T37" fmla="*/ 43 h 1177"/>
                <a:gd name="T38" fmla="*/ 36 w 948"/>
                <a:gd name="T39" fmla="*/ 40 h 1177"/>
                <a:gd name="T40" fmla="*/ 37 w 948"/>
                <a:gd name="T41" fmla="*/ 36 h 1177"/>
                <a:gd name="T42" fmla="*/ 38 w 948"/>
                <a:gd name="T43" fmla="*/ 32 h 1177"/>
                <a:gd name="T44" fmla="*/ 37 w 948"/>
                <a:gd name="T45" fmla="*/ 28 h 1177"/>
                <a:gd name="T46" fmla="*/ 36 w 948"/>
                <a:gd name="T47" fmla="*/ 23 h 1177"/>
                <a:gd name="T48" fmla="*/ 34 w 948"/>
                <a:gd name="T49" fmla="*/ 19 h 1177"/>
                <a:gd name="T50" fmla="*/ 32 w 948"/>
                <a:gd name="T51" fmla="*/ 14 h 1177"/>
                <a:gd name="T52" fmla="*/ 29 w 948"/>
                <a:gd name="T53" fmla="*/ 10 h 1177"/>
                <a:gd name="T54" fmla="*/ 26 w 948"/>
                <a:gd name="T55" fmla="*/ 7 h 1177"/>
                <a:gd name="T56" fmla="*/ 23 w 948"/>
                <a:gd name="T57" fmla="*/ 4 h 1177"/>
                <a:gd name="T58" fmla="*/ 19 w 948"/>
                <a:gd name="T59" fmla="*/ 2 h 1177"/>
                <a:gd name="T60" fmla="*/ 16 w 948"/>
                <a:gd name="T61" fmla="*/ 1 h 1177"/>
                <a:gd name="T62" fmla="*/ 12 w 948"/>
                <a:gd name="T63" fmla="*/ 0 h 1177"/>
                <a:gd name="T64" fmla="*/ 9 w 948"/>
                <a:gd name="T65" fmla="*/ 0 h 1177"/>
                <a:gd name="T66" fmla="*/ 6 w 948"/>
                <a:gd name="T67" fmla="*/ 1 h 1177"/>
                <a:gd name="T68" fmla="*/ 6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4"/>
            <p:cNvSpPr/>
            <p:nvPr/>
          </p:nvSpPr>
          <p:spPr bwMode="auto">
            <a:xfrm>
              <a:off x="2886" y="1644"/>
              <a:ext cx="335" cy="807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15"/>
          <p:cNvGrpSpPr/>
          <p:nvPr/>
        </p:nvGrpSpPr>
        <p:grpSpPr bwMode="auto">
          <a:xfrm>
            <a:off x="4787305" y="2078075"/>
            <a:ext cx="2401887" cy="2786062"/>
            <a:chOff x="2465" y="1334"/>
            <a:chExt cx="1513" cy="1755"/>
          </a:xfrm>
        </p:grpSpPr>
        <p:sp>
          <p:nvSpPr>
            <p:cNvPr id="19" name="Freeform 16"/>
            <p:cNvSpPr/>
            <p:nvPr/>
          </p:nvSpPr>
          <p:spPr bwMode="auto">
            <a:xfrm>
              <a:off x="2465" y="1334"/>
              <a:ext cx="1513" cy="879"/>
            </a:xfrm>
            <a:custGeom>
              <a:avLst/>
              <a:gdLst>
                <a:gd name="T0" fmla="*/ 722 w 1513"/>
                <a:gd name="T1" fmla="*/ 0 h 879"/>
                <a:gd name="T2" fmla="*/ 0 w 1513"/>
                <a:gd name="T3" fmla="*/ 417 h 879"/>
                <a:gd name="T4" fmla="*/ 800 w 1513"/>
                <a:gd name="T5" fmla="*/ 879 h 879"/>
                <a:gd name="T6" fmla="*/ 1513 w 1513"/>
                <a:gd name="T7" fmla="*/ 477 h 879"/>
                <a:gd name="T8" fmla="*/ 722 w 1513"/>
                <a:gd name="T9" fmla="*/ 0 h 8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3" h="879">
                  <a:moveTo>
                    <a:pt x="722" y="0"/>
                  </a:moveTo>
                  <a:lnTo>
                    <a:pt x="0" y="417"/>
                  </a:lnTo>
                  <a:lnTo>
                    <a:pt x="800" y="879"/>
                  </a:lnTo>
                  <a:lnTo>
                    <a:pt x="1513" y="477"/>
                  </a:lnTo>
                  <a:lnTo>
                    <a:pt x="72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Freeform 17"/>
            <p:cNvSpPr/>
            <p:nvPr/>
          </p:nvSpPr>
          <p:spPr bwMode="auto">
            <a:xfrm>
              <a:off x="3265" y="1801"/>
              <a:ext cx="711" cy="1288"/>
            </a:xfrm>
            <a:custGeom>
              <a:avLst/>
              <a:gdLst>
                <a:gd name="T0" fmla="*/ 711 w 711"/>
                <a:gd name="T1" fmla="*/ 0 h 1288"/>
                <a:gd name="T2" fmla="*/ 711 w 711"/>
                <a:gd name="T3" fmla="*/ 844 h 1288"/>
                <a:gd name="T4" fmla="*/ 0 w 711"/>
                <a:gd name="T5" fmla="*/ 1288 h 1288"/>
                <a:gd name="T6" fmla="*/ 0 w 711"/>
                <a:gd name="T7" fmla="*/ 400 h 1288"/>
                <a:gd name="T8" fmla="*/ 711 w 711"/>
                <a:gd name="T9" fmla="*/ 0 h 1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1" h="1288">
                  <a:moveTo>
                    <a:pt x="711" y="0"/>
                  </a:moveTo>
                  <a:lnTo>
                    <a:pt x="711" y="844"/>
                  </a:lnTo>
                  <a:lnTo>
                    <a:pt x="0" y="1288"/>
                  </a:lnTo>
                  <a:lnTo>
                    <a:pt x="0" y="400"/>
                  </a:lnTo>
                  <a:lnTo>
                    <a:pt x="7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9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Freeform 18"/>
            <p:cNvSpPr/>
            <p:nvPr/>
          </p:nvSpPr>
          <p:spPr bwMode="auto">
            <a:xfrm>
              <a:off x="2465" y="1745"/>
              <a:ext cx="800" cy="1344"/>
            </a:xfrm>
            <a:custGeom>
              <a:avLst/>
              <a:gdLst>
                <a:gd name="T0" fmla="*/ 0 w 800"/>
                <a:gd name="T1" fmla="*/ 0 h 1344"/>
                <a:gd name="T2" fmla="*/ 0 w 800"/>
                <a:gd name="T3" fmla="*/ 878 h 1344"/>
                <a:gd name="T4" fmla="*/ 800 w 800"/>
                <a:gd name="T5" fmla="*/ 1344 h 1344"/>
                <a:gd name="T6" fmla="*/ 800 w 800"/>
                <a:gd name="T7" fmla="*/ 467 h 1344"/>
                <a:gd name="T8" fmla="*/ 0 w 800"/>
                <a:gd name="T9" fmla="*/ 0 h 1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0" h="1344">
                  <a:moveTo>
                    <a:pt x="0" y="0"/>
                  </a:moveTo>
                  <a:lnTo>
                    <a:pt x="0" y="878"/>
                  </a:lnTo>
                  <a:lnTo>
                    <a:pt x="800" y="1344"/>
                  </a:lnTo>
                  <a:lnTo>
                    <a:pt x="800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Group 19"/>
          <p:cNvGrpSpPr/>
          <p:nvPr/>
        </p:nvGrpSpPr>
        <p:grpSpPr bwMode="auto">
          <a:xfrm>
            <a:off x="2167930" y="2254287"/>
            <a:ext cx="4687887" cy="2222500"/>
            <a:chOff x="440" y="1218"/>
            <a:chExt cx="2953" cy="1400"/>
          </a:xfrm>
        </p:grpSpPr>
        <p:grpSp>
          <p:nvGrpSpPr>
            <p:cNvPr id="23" name="Group 20"/>
            <p:cNvGrpSpPr/>
            <p:nvPr/>
          </p:nvGrpSpPr>
          <p:grpSpPr bwMode="auto">
            <a:xfrm>
              <a:off x="440" y="1287"/>
              <a:ext cx="1294" cy="1331"/>
              <a:chOff x="2181" y="1386"/>
              <a:chExt cx="1294" cy="1331"/>
            </a:xfrm>
          </p:grpSpPr>
          <p:sp>
            <p:nvSpPr>
              <p:cNvPr id="28" name="Freeform 21"/>
              <p:cNvSpPr/>
              <p:nvPr/>
            </p:nvSpPr>
            <p:spPr bwMode="auto">
              <a:xfrm>
                <a:off x="2181" y="1675"/>
                <a:ext cx="797" cy="1037"/>
              </a:xfrm>
              <a:custGeom>
                <a:avLst/>
                <a:gdLst>
                  <a:gd name="T0" fmla="*/ 0 w 1062"/>
                  <a:gd name="T1" fmla="*/ 0 h 1382"/>
                  <a:gd name="T2" fmla="*/ 0 w 1062"/>
                  <a:gd name="T3" fmla="*/ 434 h 1382"/>
                  <a:gd name="T4" fmla="*/ 598 w 1062"/>
                  <a:gd name="T5" fmla="*/ 778 h 1382"/>
                  <a:gd name="T6" fmla="*/ 598 w 1062"/>
                  <a:gd name="T7" fmla="*/ 344 h 1382"/>
                  <a:gd name="T8" fmla="*/ 0 w 1062"/>
                  <a:gd name="T9" fmla="*/ 0 h 13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2" h="1382">
                    <a:moveTo>
                      <a:pt x="0" y="0"/>
                    </a:moveTo>
                    <a:lnTo>
                      <a:pt x="0" y="771"/>
                    </a:lnTo>
                    <a:lnTo>
                      <a:pt x="1062" y="1382"/>
                    </a:lnTo>
                    <a:lnTo>
                      <a:pt x="1062" y="6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22"/>
              <p:cNvSpPr/>
              <p:nvPr/>
            </p:nvSpPr>
            <p:spPr bwMode="auto">
              <a:xfrm>
                <a:off x="2973" y="1830"/>
                <a:ext cx="502" cy="887"/>
              </a:xfrm>
              <a:custGeom>
                <a:avLst/>
                <a:gdLst>
                  <a:gd name="T0" fmla="*/ 3 w 502"/>
                  <a:gd name="T1" fmla="*/ 263 h 887"/>
                  <a:gd name="T2" fmla="*/ 0 w 502"/>
                  <a:gd name="T3" fmla="*/ 887 h 887"/>
                  <a:gd name="T4" fmla="*/ 502 w 502"/>
                  <a:gd name="T5" fmla="*/ 269 h 887"/>
                  <a:gd name="T6" fmla="*/ 502 w 502"/>
                  <a:gd name="T7" fmla="*/ 0 h 887"/>
                  <a:gd name="T8" fmla="*/ 3 w 502"/>
                  <a:gd name="T9" fmla="*/ 263 h 8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2" h="887">
                    <a:moveTo>
                      <a:pt x="3" y="263"/>
                    </a:moveTo>
                    <a:lnTo>
                      <a:pt x="0" y="887"/>
                    </a:lnTo>
                    <a:lnTo>
                      <a:pt x="502" y="269"/>
                    </a:lnTo>
                    <a:lnTo>
                      <a:pt x="502" y="0"/>
                    </a:lnTo>
                    <a:lnTo>
                      <a:pt x="3" y="26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66"/>
                  </a:gs>
                  <a:gs pos="100000">
                    <a:srgbClr val="00542A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23"/>
              <p:cNvSpPr/>
              <p:nvPr/>
            </p:nvSpPr>
            <p:spPr bwMode="auto">
              <a:xfrm>
                <a:off x="2181" y="1386"/>
                <a:ext cx="1294" cy="748"/>
              </a:xfrm>
              <a:custGeom>
                <a:avLst/>
                <a:gdLst>
                  <a:gd name="T0" fmla="*/ 0 w 1724"/>
                  <a:gd name="T1" fmla="*/ 218 h 997"/>
                  <a:gd name="T2" fmla="*/ 381 w 1724"/>
                  <a:gd name="T3" fmla="*/ 0 h 997"/>
                  <a:gd name="T4" fmla="*/ 971 w 1724"/>
                  <a:gd name="T5" fmla="*/ 344 h 997"/>
                  <a:gd name="T6" fmla="*/ 594 w 1724"/>
                  <a:gd name="T7" fmla="*/ 561 h 997"/>
                  <a:gd name="T8" fmla="*/ 0 w 1724"/>
                  <a:gd name="T9" fmla="*/ 218 h 9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24" h="997">
                    <a:moveTo>
                      <a:pt x="0" y="386"/>
                    </a:moveTo>
                    <a:lnTo>
                      <a:pt x="677" y="0"/>
                    </a:lnTo>
                    <a:lnTo>
                      <a:pt x="1724" y="611"/>
                    </a:lnTo>
                    <a:lnTo>
                      <a:pt x="1055" y="997"/>
                    </a:lnTo>
                    <a:lnTo>
                      <a:pt x="0" y="3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743A"/>
                  </a:gs>
                  <a:gs pos="100000">
                    <a:srgbClr val="00CC6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" name="Group 24"/>
            <p:cNvGrpSpPr/>
            <p:nvPr/>
          </p:nvGrpSpPr>
          <p:grpSpPr bwMode="auto">
            <a:xfrm>
              <a:off x="1980" y="1218"/>
              <a:ext cx="1413" cy="1321"/>
              <a:chOff x="1980" y="1218"/>
              <a:chExt cx="1413" cy="1321"/>
            </a:xfrm>
          </p:grpSpPr>
          <p:sp>
            <p:nvSpPr>
              <p:cNvPr id="25" name="Freeform 25"/>
              <p:cNvSpPr/>
              <p:nvPr/>
            </p:nvSpPr>
            <p:spPr bwMode="auto">
              <a:xfrm>
                <a:off x="1980" y="1218"/>
                <a:ext cx="622" cy="911"/>
              </a:xfrm>
              <a:custGeom>
                <a:avLst/>
                <a:gdLst>
                  <a:gd name="T0" fmla="*/ 622 w 622"/>
                  <a:gd name="T1" fmla="*/ 0 h 911"/>
                  <a:gd name="T2" fmla="*/ 611 w 622"/>
                  <a:gd name="T3" fmla="*/ 289 h 911"/>
                  <a:gd name="T4" fmla="*/ 100 w 622"/>
                  <a:gd name="T5" fmla="*/ 911 h 911"/>
                  <a:gd name="T6" fmla="*/ 0 w 622"/>
                  <a:gd name="T7" fmla="*/ 222 h 911"/>
                  <a:gd name="T8" fmla="*/ 34 w 622"/>
                  <a:gd name="T9" fmla="*/ 89 h 911"/>
                  <a:gd name="T10" fmla="*/ 622 w 622"/>
                  <a:gd name="T11" fmla="*/ 0 h 91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22" h="911">
                    <a:moveTo>
                      <a:pt x="622" y="0"/>
                    </a:moveTo>
                    <a:lnTo>
                      <a:pt x="611" y="289"/>
                    </a:lnTo>
                    <a:lnTo>
                      <a:pt x="100" y="911"/>
                    </a:lnTo>
                    <a:lnTo>
                      <a:pt x="0" y="222"/>
                    </a:lnTo>
                    <a:lnTo>
                      <a:pt x="34" y="89"/>
                    </a:lnTo>
                    <a:lnTo>
                      <a:pt x="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 bwMode="auto">
              <a:xfrm>
                <a:off x="2591" y="1235"/>
                <a:ext cx="802" cy="720"/>
              </a:xfrm>
              <a:custGeom>
                <a:avLst/>
                <a:gdLst>
                  <a:gd name="T0" fmla="*/ 0 w 1069"/>
                  <a:gd name="T1" fmla="*/ 0 h 960"/>
                  <a:gd name="T2" fmla="*/ 0 w 1069"/>
                  <a:gd name="T3" fmla="*/ 197 h 960"/>
                  <a:gd name="T4" fmla="*/ 602 w 1069"/>
                  <a:gd name="T5" fmla="*/ 540 h 960"/>
                  <a:gd name="T6" fmla="*/ 602 w 1069"/>
                  <a:gd name="T7" fmla="*/ 356 h 960"/>
                  <a:gd name="T8" fmla="*/ 0 w 1069"/>
                  <a:gd name="T9" fmla="*/ 0 h 9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9" h="960">
                    <a:moveTo>
                      <a:pt x="0" y="0"/>
                    </a:moveTo>
                    <a:lnTo>
                      <a:pt x="0" y="349"/>
                    </a:lnTo>
                    <a:lnTo>
                      <a:pt x="1069" y="960"/>
                    </a:lnTo>
                    <a:lnTo>
                      <a:pt x="1069" y="6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9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27"/>
              <p:cNvSpPr/>
              <p:nvPr/>
            </p:nvSpPr>
            <p:spPr bwMode="auto">
              <a:xfrm>
                <a:off x="2091" y="1495"/>
                <a:ext cx="1298" cy="1044"/>
              </a:xfrm>
              <a:custGeom>
                <a:avLst/>
                <a:gdLst>
                  <a:gd name="T0" fmla="*/ 500 w 1298"/>
                  <a:gd name="T1" fmla="*/ 0 h 1044"/>
                  <a:gd name="T2" fmla="*/ 1298 w 1298"/>
                  <a:gd name="T3" fmla="*/ 460 h 1044"/>
                  <a:gd name="T4" fmla="*/ 789 w 1298"/>
                  <a:gd name="T5" fmla="*/ 1044 h 1044"/>
                  <a:gd name="T6" fmla="*/ 0 w 1298"/>
                  <a:gd name="T7" fmla="*/ 601 h 1044"/>
                  <a:gd name="T8" fmla="*/ 500 w 1298"/>
                  <a:gd name="T9" fmla="*/ 0 h 10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98" h="1044">
                    <a:moveTo>
                      <a:pt x="500" y="0"/>
                    </a:moveTo>
                    <a:lnTo>
                      <a:pt x="1298" y="460"/>
                    </a:lnTo>
                    <a:lnTo>
                      <a:pt x="789" y="1044"/>
                    </a:lnTo>
                    <a:lnTo>
                      <a:pt x="0" y="601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Group 28"/>
          <p:cNvGrpSpPr/>
          <p:nvPr/>
        </p:nvGrpSpPr>
        <p:grpSpPr bwMode="auto">
          <a:xfrm>
            <a:off x="5544542" y="3606837"/>
            <a:ext cx="1093788" cy="2481263"/>
            <a:chOff x="3156" y="1713"/>
            <a:chExt cx="689" cy="1563"/>
          </a:xfrm>
        </p:grpSpPr>
        <p:grpSp>
          <p:nvGrpSpPr>
            <p:cNvPr id="32" name="Group 29"/>
            <p:cNvGrpSpPr/>
            <p:nvPr/>
          </p:nvGrpSpPr>
          <p:grpSpPr bwMode="auto">
            <a:xfrm>
              <a:off x="3249" y="2513"/>
              <a:ext cx="540" cy="763"/>
              <a:chOff x="3781" y="2517"/>
              <a:chExt cx="720" cy="1018"/>
            </a:xfrm>
          </p:grpSpPr>
          <p:sp>
            <p:nvSpPr>
              <p:cNvPr id="38" name="Freeform 30"/>
              <p:cNvSpPr/>
              <p:nvPr/>
            </p:nvSpPr>
            <p:spPr bwMode="auto">
              <a:xfrm>
                <a:off x="3789" y="2917"/>
                <a:ext cx="392" cy="618"/>
              </a:xfrm>
              <a:custGeom>
                <a:avLst/>
                <a:gdLst>
                  <a:gd name="T0" fmla="*/ 0 w 392"/>
                  <a:gd name="T1" fmla="*/ 0 h 618"/>
                  <a:gd name="T2" fmla="*/ 0 w 392"/>
                  <a:gd name="T3" fmla="*/ 400 h 618"/>
                  <a:gd name="T4" fmla="*/ 392 w 392"/>
                  <a:gd name="T5" fmla="*/ 618 h 618"/>
                  <a:gd name="T6" fmla="*/ 392 w 392"/>
                  <a:gd name="T7" fmla="*/ 210 h 618"/>
                  <a:gd name="T8" fmla="*/ 0 w 392"/>
                  <a:gd name="T9" fmla="*/ 0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2" h="618">
                    <a:moveTo>
                      <a:pt x="0" y="0"/>
                    </a:moveTo>
                    <a:lnTo>
                      <a:pt x="0" y="400"/>
                    </a:lnTo>
                    <a:lnTo>
                      <a:pt x="392" y="618"/>
                    </a:lnTo>
                    <a:lnTo>
                      <a:pt x="392" y="2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Freeform 31"/>
              <p:cNvSpPr/>
              <p:nvPr/>
            </p:nvSpPr>
            <p:spPr bwMode="auto">
              <a:xfrm>
                <a:off x="4167" y="2735"/>
                <a:ext cx="334" cy="800"/>
              </a:xfrm>
              <a:custGeom>
                <a:avLst/>
                <a:gdLst>
                  <a:gd name="T0" fmla="*/ 334 w 334"/>
                  <a:gd name="T1" fmla="*/ 0 h 800"/>
                  <a:gd name="T2" fmla="*/ 334 w 334"/>
                  <a:gd name="T3" fmla="*/ 611 h 800"/>
                  <a:gd name="T4" fmla="*/ 0 w 334"/>
                  <a:gd name="T5" fmla="*/ 800 h 800"/>
                  <a:gd name="T6" fmla="*/ 0 w 334"/>
                  <a:gd name="T7" fmla="*/ 349 h 800"/>
                  <a:gd name="T8" fmla="*/ 334 w 334"/>
                  <a:gd name="T9" fmla="*/ 0 h 8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4" h="800">
                    <a:moveTo>
                      <a:pt x="334" y="0"/>
                    </a:moveTo>
                    <a:lnTo>
                      <a:pt x="334" y="611"/>
                    </a:lnTo>
                    <a:lnTo>
                      <a:pt x="0" y="800"/>
                    </a:lnTo>
                    <a:lnTo>
                      <a:pt x="0" y="349"/>
                    </a:lnTo>
                    <a:lnTo>
                      <a:pt x="33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CC66"/>
                  </a:gs>
                  <a:gs pos="100000">
                    <a:srgbClr val="007038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Freeform 32"/>
              <p:cNvSpPr/>
              <p:nvPr/>
            </p:nvSpPr>
            <p:spPr bwMode="auto">
              <a:xfrm>
                <a:off x="3781" y="2517"/>
                <a:ext cx="720" cy="640"/>
              </a:xfrm>
              <a:custGeom>
                <a:avLst/>
                <a:gdLst>
                  <a:gd name="T0" fmla="*/ 328 w 720"/>
                  <a:gd name="T1" fmla="*/ 0 h 640"/>
                  <a:gd name="T2" fmla="*/ 720 w 720"/>
                  <a:gd name="T3" fmla="*/ 225 h 640"/>
                  <a:gd name="T4" fmla="*/ 386 w 720"/>
                  <a:gd name="T5" fmla="*/ 640 h 640"/>
                  <a:gd name="T6" fmla="*/ 0 w 720"/>
                  <a:gd name="T7" fmla="*/ 414 h 640"/>
                  <a:gd name="T8" fmla="*/ 328 w 720"/>
                  <a:gd name="T9" fmla="*/ 0 h 6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0" h="640">
                    <a:moveTo>
                      <a:pt x="328" y="0"/>
                    </a:moveTo>
                    <a:lnTo>
                      <a:pt x="720" y="225"/>
                    </a:lnTo>
                    <a:lnTo>
                      <a:pt x="386" y="640"/>
                    </a:lnTo>
                    <a:lnTo>
                      <a:pt x="0" y="414"/>
                    </a:lnTo>
                    <a:lnTo>
                      <a:pt x="328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Group 33"/>
            <p:cNvGrpSpPr/>
            <p:nvPr/>
          </p:nvGrpSpPr>
          <p:grpSpPr bwMode="auto">
            <a:xfrm>
              <a:off x="3156" y="1713"/>
              <a:ext cx="689" cy="865"/>
              <a:chOff x="2711" y="1890"/>
              <a:chExt cx="689" cy="865"/>
            </a:xfrm>
          </p:grpSpPr>
          <p:sp>
            <p:nvSpPr>
              <p:cNvPr id="34" name="Freeform 34"/>
              <p:cNvSpPr/>
              <p:nvPr/>
            </p:nvSpPr>
            <p:spPr bwMode="auto">
              <a:xfrm>
                <a:off x="2711" y="2337"/>
                <a:ext cx="689" cy="418"/>
              </a:xfrm>
              <a:custGeom>
                <a:avLst/>
                <a:gdLst>
                  <a:gd name="T0" fmla="*/ 279 w 689"/>
                  <a:gd name="T1" fmla="*/ 0 h 418"/>
                  <a:gd name="T2" fmla="*/ 689 w 689"/>
                  <a:gd name="T3" fmla="*/ 218 h 418"/>
                  <a:gd name="T4" fmla="*/ 256 w 689"/>
                  <a:gd name="T5" fmla="*/ 418 h 418"/>
                  <a:gd name="T6" fmla="*/ 0 w 689"/>
                  <a:gd name="T7" fmla="*/ 241 h 418"/>
                  <a:gd name="T8" fmla="*/ 279 w 689"/>
                  <a:gd name="T9" fmla="*/ 0 h 4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89" h="418">
                    <a:moveTo>
                      <a:pt x="279" y="0"/>
                    </a:moveTo>
                    <a:lnTo>
                      <a:pt x="689" y="218"/>
                    </a:lnTo>
                    <a:lnTo>
                      <a:pt x="256" y="418"/>
                    </a:lnTo>
                    <a:lnTo>
                      <a:pt x="0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 bwMode="auto">
              <a:xfrm>
                <a:off x="3006" y="1890"/>
                <a:ext cx="288" cy="615"/>
              </a:xfrm>
              <a:custGeom>
                <a:avLst/>
                <a:gdLst>
                  <a:gd name="T0" fmla="*/ 0 w 383"/>
                  <a:gd name="T1" fmla="*/ 0 h 820"/>
                  <a:gd name="T2" fmla="*/ 217 w 383"/>
                  <a:gd name="T3" fmla="*/ 127 h 820"/>
                  <a:gd name="T4" fmla="*/ 217 w 383"/>
                  <a:gd name="T5" fmla="*/ 461 h 820"/>
                  <a:gd name="T6" fmla="*/ 0 w 383"/>
                  <a:gd name="T7" fmla="*/ 344 h 820"/>
                  <a:gd name="T8" fmla="*/ 0 w 383"/>
                  <a:gd name="T9" fmla="*/ 0 h 8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3" h="820">
                    <a:moveTo>
                      <a:pt x="0" y="0"/>
                    </a:moveTo>
                    <a:lnTo>
                      <a:pt x="383" y="225"/>
                    </a:lnTo>
                    <a:lnTo>
                      <a:pt x="383" y="820"/>
                    </a:lnTo>
                    <a:lnTo>
                      <a:pt x="0" y="6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C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Freeform 36"/>
              <p:cNvSpPr/>
              <p:nvPr/>
            </p:nvSpPr>
            <p:spPr bwMode="auto">
              <a:xfrm>
                <a:off x="2756" y="1890"/>
                <a:ext cx="255" cy="643"/>
              </a:xfrm>
              <a:custGeom>
                <a:avLst/>
                <a:gdLst>
                  <a:gd name="T0" fmla="*/ 4 w 255"/>
                  <a:gd name="T1" fmla="*/ 300 h 643"/>
                  <a:gd name="T2" fmla="*/ 0 w 255"/>
                  <a:gd name="T3" fmla="*/ 643 h 643"/>
                  <a:gd name="T4" fmla="*/ 255 w 255"/>
                  <a:gd name="T5" fmla="*/ 452 h 643"/>
                  <a:gd name="T6" fmla="*/ 255 w 255"/>
                  <a:gd name="T7" fmla="*/ 0 h 643"/>
                  <a:gd name="T8" fmla="*/ 4 w 255"/>
                  <a:gd name="T9" fmla="*/ 300 h 6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5" h="643">
                    <a:moveTo>
                      <a:pt x="4" y="300"/>
                    </a:moveTo>
                    <a:lnTo>
                      <a:pt x="0" y="643"/>
                    </a:lnTo>
                    <a:lnTo>
                      <a:pt x="255" y="452"/>
                    </a:lnTo>
                    <a:lnTo>
                      <a:pt x="255" y="0"/>
                    </a:lnTo>
                    <a:lnTo>
                      <a:pt x="4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AA8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1" name="Group 37"/>
          <p:cNvGrpSpPr/>
          <p:nvPr/>
        </p:nvGrpSpPr>
        <p:grpSpPr bwMode="auto">
          <a:xfrm>
            <a:off x="4191992" y="3944975"/>
            <a:ext cx="2141538" cy="1844675"/>
            <a:chOff x="2294" y="1926"/>
            <a:chExt cx="1349" cy="1162"/>
          </a:xfrm>
        </p:grpSpPr>
        <p:grpSp>
          <p:nvGrpSpPr>
            <p:cNvPr id="42" name="Group 38"/>
            <p:cNvGrpSpPr/>
            <p:nvPr/>
          </p:nvGrpSpPr>
          <p:grpSpPr bwMode="auto">
            <a:xfrm>
              <a:off x="2294" y="2640"/>
              <a:ext cx="615" cy="448"/>
              <a:chOff x="3056" y="3411"/>
              <a:chExt cx="820" cy="597"/>
            </a:xfrm>
          </p:grpSpPr>
          <p:sp>
            <p:nvSpPr>
              <p:cNvPr id="44" name="Freeform 39"/>
              <p:cNvSpPr/>
              <p:nvPr/>
            </p:nvSpPr>
            <p:spPr bwMode="auto">
              <a:xfrm>
                <a:off x="3105" y="3411"/>
                <a:ext cx="771" cy="597"/>
              </a:xfrm>
              <a:custGeom>
                <a:avLst/>
                <a:gdLst>
                  <a:gd name="T0" fmla="*/ 0 w 771"/>
                  <a:gd name="T1" fmla="*/ 364 h 597"/>
                  <a:gd name="T2" fmla="*/ 618 w 771"/>
                  <a:gd name="T3" fmla="*/ 0 h 597"/>
                  <a:gd name="T4" fmla="*/ 684 w 771"/>
                  <a:gd name="T5" fmla="*/ 0 h 597"/>
                  <a:gd name="T6" fmla="*/ 742 w 771"/>
                  <a:gd name="T7" fmla="*/ 51 h 597"/>
                  <a:gd name="T8" fmla="*/ 771 w 771"/>
                  <a:gd name="T9" fmla="*/ 109 h 597"/>
                  <a:gd name="T10" fmla="*/ 771 w 771"/>
                  <a:gd name="T11" fmla="*/ 175 h 597"/>
                  <a:gd name="T12" fmla="*/ 756 w 771"/>
                  <a:gd name="T13" fmla="*/ 226 h 597"/>
                  <a:gd name="T14" fmla="*/ 116 w 771"/>
                  <a:gd name="T15" fmla="*/ 597 h 597"/>
                  <a:gd name="T16" fmla="*/ 0 w 771"/>
                  <a:gd name="T17" fmla="*/ 364 h 59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1" h="597">
                    <a:moveTo>
                      <a:pt x="0" y="364"/>
                    </a:moveTo>
                    <a:lnTo>
                      <a:pt x="618" y="0"/>
                    </a:lnTo>
                    <a:lnTo>
                      <a:pt x="684" y="0"/>
                    </a:lnTo>
                    <a:lnTo>
                      <a:pt x="742" y="51"/>
                    </a:lnTo>
                    <a:lnTo>
                      <a:pt x="771" y="109"/>
                    </a:lnTo>
                    <a:lnTo>
                      <a:pt x="771" y="175"/>
                    </a:lnTo>
                    <a:lnTo>
                      <a:pt x="756" y="226"/>
                    </a:lnTo>
                    <a:lnTo>
                      <a:pt x="116" y="597"/>
                    </a:lnTo>
                    <a:lnTo>
                      <a:pt x="0" y="36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765E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Freeform 40"/>
              <p:cNvSpPr/>
              <p:nvPr/>
            </p:nvSpPr>
            <p:spPr bwMode="auto">
              <a:xfrm>
                <a:off x="3056" y="3772"/>
                <a:ext cx="190" cy="236"/>
              </a:xfrm>
              <a:custGeom>
                <a:avLst/>
                <a:gdLst>
                  <a:gd name="T0" fmla="*/ 6 w 948"/>
                  <a:gd name="T1" fmla="*/ 1 h 1179"/>
                  <a:gd name="T2" fmla="*/ 4 w 948"/>
                  <a:gd name="T3" fmla="*/ 3 h 1179"/>
                  <a:gd name="T4" fmla="*/ 2 w 948"/>
                  <a:gd name="T5" fmla="*/ 6 h 1179"/>
                  <a:gd name="T6" fmla="*/ 1 w 948"/>
                  <a:gd name="T7" fmla="*/ 9 h 1179"/>
                  <a:gd name="T8" fmla="*/ 0 w 948"/>
                  <a:gd name="T9" fmla="*/ 13 h 1179"/>
                  <a:gd name="T10" fmla="*/ 0 w 948"/>
                  <a:gd name="T11" fmla="*/ 17 h 1179"/>
                  <a:gd name="T12" fmla="*/ 1 w 948"/>
                  <a:gd name="T13" fmla="*/ 22 h 1179"/>
                  <a:gd name="T14" fmla="*/ 2 w 948"/>
                  <a:gd name="T15" fmla="*/ 26 h 1179"/>
                  <a:gd name="T16" fmla="*/ 4 w 948"/>
                  <a:gd name="T17" fmla="*/ 31 h 1179"/>
                  <a:gd name="T18" fmla="*/ 7 w 948"/>
                  <a:gd name="T19" fmla="*/ 35 h 1179"/>
                  <a:gd name="T20" fmla="*/ 10 w 948"/>
                  <a:gd name="T21" fmla="*/ 39 h 1179"/>
                  <a:gd name="T22" fmla="*/ 13 w 948"/>
                  <a:gd name="T23" fmla="*/ 42 h 1179"/>
                  <a:gd name="T24" fmla="*/ 17 w 948"/>
                  <a:gd name="T25" fmla="*/ 44 h 1179"/>
                  <a:gd name="T26" fmla="*/ 20 w 948"/>
                  <a:gd name="T27" fmla="*/ 46 h 1179"/>
                  <a:gd name="T28" fmla="*/ 24 w 948"/>
                  <a:gd name="T29" fmla="*/ 47 h 1179"/>
                  <a:gd name="T30" fmla="*/ 27 w 948"/>
                  <a:gd name="T31" fmla="*/ 47 h 1179"/>
                  <a:gd name="T32" fmla="*/ 30 w 948"/>
                  <a:gd name="T33" fmla="*/ 46 h 1179"/>
                  <a:gd name="T34" fmla="*/ 33 w 948"/>
                  <a:gd name="T35" fmla="*/ 45 h 1179"/>
                  <a:gd name="T36" fmla="*/ 35 w 948"/>
                  <a:gd name="T37" fmla="*/ 43 h 1179"/>
                  <a:gd name="T38" fmla="*/ 37 w 948"/>
                  <a:gd name="T39" fmla="*/ 40 h 1179"/>
                  <a:gd name="T40" fmla="*/ 38 w 948"/>
                  <a:gd name="T41" fmla="*/ 36 h 1179"/>
                  <a:gd name="T42" fmla="*/ 38 w 948"/>
                  <a:gd name="T43" fmla="*/ 32 h 1179"/>
                  <a:gd name="T44" fmla="*/ 38 w 948"/>
                  <a:gd name="T45" fmla="*/ 28 h 1179"/>
                  <a:gd name="T46" fmla="*/ 36 w 948"/>
                  <a:gd name="T47" fmla="*/ 23 h 1179"/>
                  <a:gd name="T48" fmla="*/ 35 w 948"/>
                  <a:gd name="T49" fmla="*/ 19 h 1179"/>
                  <a:gd name="T50" fmla="*/ 32 w 948"/>
                  <a:gd name="T51" fmla="*/ 14 h 1179"/>
                  <a:gd name="T52" fmla="*/ 30 w 948"/>
                  <a:gd name="T53" fmla="*/ 11 h 1179"/>
                  <a:gd name="T54" fmla="*/ 26 w 948"/>
                  <a:gd name="T55" fmla="*/ 7 h 1179"/>
                  <a:gd name="T56" fmla="*/ 23 w 948"/>
                  <a:gd name="T57" fmla="*/ 4 h 1179"/>
                  <a:gd name="T58" fmla="*/ 19 w 948"/>
                  <a:gd name="T59" fmla="*/ 2 h 1179"/>
                  <a:gd name="T60" fmla="*/ 16 w 948"/>
                  <a:gd name="T61" fmla="*/ 1 h 1179"/>
                  <a:gd name="T62" fmla="*/ 12 w 948"/>
                  <a:gd name="T63" fmla="*/ 0 h 1179"/>
                  <a:gd name="T64" fmla="*/ 9 w 948"/>
                  <a:gd name="T65" fmla="*/ 0 h 1179"/>
                  <a:gd name="T66" fmla="*/ 6 w 948"/>
                  <a:gd name="T67" fmla="*/ 1 h 1179"/>
                  <a:gd name="T68" fmla="*/ 6 w 948"/>
                  <a:gd name="T69" fmla="*/ 1 h 117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948" h="1179">
                    <a:moveTo>
                      <a:pt x="155" y="36"/>
                    </a:moveTo>
                    <a:lnTo>
                      <a:pt x="94" y="85"/>
                    </a:lnTo>
                    <a:lnTo>
                      <a:pt x="46" y="151"/>
                    </a:lnTo>
                    <a:lnTo>
                      <a:pt x="15" y="234"/>
                    </a:lnTo>
                    <a:lnTo>
                      <a:pt x="0" y="329"/>
                    </a:lnTo>
                    <a:lnTo>
                      <a:pt x="3" y="435"/>
                    </a:lnTo>
                    <a:lnTo>
                      <a:pt x="21" y="544"/>
                    </a:lnTo>
                    <a:lnTo>
                      <a:pt x="58" y="656"/>
                    </a:lnTo>
                    <a:lnTo>
                      <a:pt x="109" y="767"/>
                    </a:lnTo>
                    <a:lnTo>
                      <a:pt x="172" y="870"/>
                    </a:lnTo>
                    <a:lnTo>
                      <a:pt x="247" y="963"/>
                    </a:lnTo>
                    <a:lnTo>
                      <a:pt x="330" y="1043"/>
                    </a:lnTo>
                    <a:lnTo>
                      <a:pt x="418" y="1107"/>
                    </a:lnTo>
                    <a:lnTo>
                      <a:pt x="508" y="1151"/>
                    </a:lnTo>
                    <a:lnTo>
                      <a:pt x="598" y="1175"/>
                    </a:lnTo>
                    <a:lnTo>
                      <a:pt x="682" y="1179"/>
                    </a:lnTo>
                    <a:lnTo>
                      <a:pt x="758" y="1161"/>
                    </a:lnTo>
                    <a:lnTo>
                      <a:pt x="825" y="1123"/>
                    </a:lnTo>
                    <a:lnTo>
                      <a:pt x="879" y="1064"/>
                    </a:lnTo>
                    <a:lnTo>
                      <a:pt x="919" y="990"/>
                    </a:lnTo>
                    <a:lnTo>
                      <a:pt x="942" y="900"/>
                    </a:lnTo>
                    <a:lnTo>
                      <a:pt x="948" y="799"/>
                    </a:lnTo>
                    <a:lnTo>
                      <a:pt x="937" y="691"/>
                    </a:lnTo>
                    <a:lnTo>
                      <a:pt x="910" y="580"/>
                    </a:lnTo>
                    <a:lnTo>
                      <a:pt x="866" y="468"/>
                    </a:lnTo>
                    <a:lnTo>
                      <a:pt x="809" y="361"/>
                    </a:lnTo>
                    <a:lnTo>
                      <a:pt x="739" y="263"/>
                    </a:lnTo>
                    <a:lnTo>
                      <a:pt x="660" y="176"/>
                    </a:lnTo>
                    <a:lnTo>
                      <a:pt x="574" y="104"/>
                    </a:lnTo>
                    <a:lnTo>
                      <a:pt x="484" y="49"/>
                    </a:lnTo>
                    <a:lnTo>
                      <a:pt x="395" y="15"/>
                    </a:lnTo>
                    <a:lnTo>
                      <a:pt x="308" y="0"/>
                    </a:lnTo>
                    <a:lnTo>
                      <a:pt x="227" y="8"/>
                    </a:lnTo>
                    <a:lnTo>
                      <a:pt x="155" y="36"/>
                    </a:lnTo>
                    <a:lnTo>
                      <a:pt x="156" y="36"/>
                    </a:lnTo>
                  </a:path>
                </a:pathLst>
              </a:custGeom>
              <a:solidFill>
                <a:srgbClr val="FF7C80"/>
              </a:solidFill>
              <a:ln w="0">
                <a:solidFill>
                  <a:srgbClr val="FF7C8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Freeform 41"/>
            <p:cNvSpPr/>
            <p:nvPr/>
          </p:nvSpPr>
          <p:spPr bwMode="auto">
            <a:xfrm>
              <a:off x="3501" y="1926"/>
              <a:ext cx="142" cy="177"/>
            </a:xfrm>
            <a:custGeom>
              <a:avLst/>
              <a:gdLst>
                <a:gd name="T0" fmla="*/ 3 w 948"/>
                <a:gd name="T1" fmla="*/ 1 h 1177"/>
                <a:gd name="T2" fmla="*/ 2 w 948"/>
                <a:gd name="T3" fmla="*/ 2 h 1177"/>
                <a:gd name="T4" fmla="*/ 1 w 948"/>
                <a:gd name="T5" fmla="*/ 3 h 1177"/>
                <a:gd name="T6" fmla="*/ 0 w 948"/>
                <a:gd name="T7" fmla="*/ 5 h 1177"/>
                <a:gd name="T8" fmla="*/ 0 w 948"/>
                <a:gd name="T9" fmla="*/ 7 h 1177"/>
                <a:gd name="T10" fmla="*/ 0 w 948"/>
                <a:gd name="T11" fmla="*/ 10 h 1177"/>
                <a:gd name="T12" fmla="*/ 0 w 948"/>
                <a:gd name="T13" fmla="*/ 12 h 1177"/>
                <a:gd name="T14" fmla="*/ 1 w 948"/>
                <a:gd name="T15" fmla="*/ 15 h 1177"/>
                <a:gd name="T16" fmla="*/ 2 w 948"/>
                <a:gd name="T17" fmla="*/ 17 h 1177"/>
                <a:gd name="T18" fmla="*/ 4 w 948"/>
                <a:gd name="T19" fmla="*/ 20 h 1177"/>
                <a:gd name="T20" fmla="*/ 6 w 948"/>
                <a:gd name="T21" fmla="*/ 22 h 1177"/>
                <a:gd name="T22" fmla="*/ 7 w 948"/>
                <a:gd name="T23" fmla="*/ 24 h 1177"/>
                <a:gd name="T24" fmla="*/ 9 w 948"/>
                <a:gd name="T25" fmla="*/ 25 h 1177"/>
                <a:gd name="T26" fmla="*/ 11 w 948"/>
                <a:gd name="T27" fmla="*/ 26 h 1177"/>
                <a:gd name="T28" fmla="*/ 13 w 948"/>
                <a:gd name="T29" fmla="*/ 27 h 1177"/>
                <a:gd name="T30" fmla="*/ 15 w 948"/>
                <a:gd name="T31" fmla="*/ 27 h 1177"/>
                <a:gd name="T32" fmla="*/ 17 w 948"/>
                <a:gd name="T33" fmla="*/ 26 h 1177"/>
                <a:gd name="T34" fmla="*/ 19 w 948"/>
                <a:gd name="T35" fmla="*/ 25 h 1177"/>
                <a:gd name="T36" fmla="*/ 20 w 948"/>
                <a:gd name="T37" fmla="*/ 24 h 1177"/>
                <a:gd name="T38" fmla="*/ 21 w 948"/>
                <a:gd name="T39" fmla="*/ 22 h 1177"/>
                <a:gd name="T40" fmla="*/ 21 w 948"/>
                <a:gd name="T41" fmla="*/ 20 h 1177"/>
                <a:gd name="T42" fmla="*/ 21 w 948"/>
                <a:gd name="T43" fmla="*/ 18 h 1177"/>
                <a:gd name="T44" fmla="*/ 21 w 948"/>
                <a:gd name="T45" fmla="*/ 16 h 1177"/>
                <a:gd name="T46" fmla="*/ 20 w 948"/>
                <a:gd name="T47" fmla="*/ 13 h 1177"/>
                <a:gd name="T48" fmla="*/ 19 w 948"/>
                <a:gd name="T49" fmla="*/ 11 h 1177"/>
                <a:gd name="T50" fmla="*/ 18 w 948"/>
                <a:gd name="T51" fmla="*/ 8 h 1177"/>
                <a:gd name="T52" fmla="*/ 17 w 948"/>
                <a:gd name="T53" fmla="*/ 6 h 1177"/>
                <a:gd name="T54" fmla="*/ 15 w 948"/>
                <a:gd name="T55" fmla="*/ 4 h 1177"/>
                <a:gd name="T56" fmla="*/ 13 w 948"/>
                <a:gd name="T57" fmla="*/ 2 h 1177"/>
                <a:gd name="T58" fmla="*/ 11 w 948"/>
                <a:gd name="T59" fmla="*/ 1 h 1177"/>
                <a:gd name="T60" fmla="*/ 9 w 948"/>
                <a:gd name="T61" fmla="*/ 0 h 1177"/>
                <a:gd name="T62" fmla="*/ 7 w 948"/>
                <a:gd name="T63" fmla="*/ 0 h 1177"/>
                <a:gd name="T64" fmla="*/ 5 w 948"/>
                <a:gd name="T65" fmla="*/ 0 h 1177"/>
                <a:gd name="T66" fmla="*/ 3 w 948"/>
                <a:gd name="T67" fmla="*/ 1 h 1177"/>
                <a:gd name="T68" fmla="*/ 3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7" name="Group 43"/>
          <p:cNvGrpSpPr/>
          <p:nvPr/>
        </p:nvGrpSpPr>
        <p:grpSpPr bwMode="auto">
          <a:xfrm>
            <a:off x="2677517" y="3449675"/>
            <a:ext cx="2982913" cy="2560637"/>
            <a:chOff x="1350" y="1614"/>
            <a:chExt cx="1879" cy="1613"/>
          </a:xfrm>
        </p:grpSpPr>
        <p:grpSp>
          <p:nvGrpSpPr>
            <p:cNvPr id="48" name="Group 44"/>
            <p:cNvGrpSpPr/>
            <p:nvPr/>
          </p:nvGrpSpPr>
          <p:grpSpPr bwMode="auto">
            <a:xfrm>
              <a:off x="1350" y="2561"/>
              <a:ext cx="431" cy="666"/>
              <a:chOff x="2392" y="2938"/>
              <a:chExt cx="575" cy="888"/>
            </a:xfrm>
          </p:grpSpPr>
          <p:sp>
            <p:nvSpPr>
              <p:cNvPr id="53" name="Freeform 45"/>
              <p:cNvSpPr/>
              <p:nvPr/>
            </p:nvSpPr>
            <p:spPr bwMode="auto">
              <a:xfrm>
                <a:off x="2392" y="3229"/>
                <a:ext cx="342" cy="589"/>
              </a:xfrm>
              <a:custGeom>
                <a:avLst/>
                <a:gdLst>
                  <a:gd name="T0" fmla="*/ 0 w 342"/>
                  <a:gd name="T1" fmla="*/ 0 h 589"/>
                  <a:gd name="T2" fmla="*/ 342 w 342"/>
                  <a:gd name="T3" fmla="*/ 197 h 589"/>
                  <a:gd name="T4" fmla="*/ 335 w 342"/>
                  <a:gd name="T5" fmla="*/ 589 h 589"/>
                  <a:gd name="T6" fmla="*/ 0 w 342"/>
                  <a:gd name="T7" fmla="*/ 400 h 589"/>
                  <a:gd name="T8" fmla="*/ 0 w 342"/>
                  <a:gd name="T9" fmla="*/ 0 h 5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2" h="589">
                    <a:moveTo>
                      <a:pt x="0" y="0"/>
                    </a:moveTo>
                    <a:lnTo>
                      <a:pt x="342" y="197"/>
                    </a:lnTo>
                    <a:lnTo>
                      <a:pt x="335" y="589"/>
                    </a:lnTo>
                    <a:lnTo>
                      <a:pt x="0" y="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/>
              <p:nvPr/>
            </p:nvSpPr>
            <p:spPr bwMode="auto">
              <a:xfrm>
                <a:off x="2720" y="3127"/>
                <a:ext cx="247" cy="699"/>
              </a:xfrm>
              <a:custGeom>
                <a:avLst/>
                <a:gdLst>
                  <a:gd name="T0" fmla="*/ 247 w 247"/>
                  <a:gd name="T1" fmla="*/ 0 h 699"/>
                  <a:gd name="T2" fmla="*/ 0 w 247"/>
                  <a:gd name="T3" fmla="*/ 291 h 699"/>
                  <a:gd name="T4" fmla="*/ 0 w 247"/>
                  <a:gd name="T5" fmla="*/ 699 h 699"/>
                  <a:gd name="T6" fmla="*/ 247 w 247"/>
                  <a:gd name="T7" fmla="*/ 546 h 699"/>
                  <a:gd name="T8" fmla="*/ 247 w 247"/>
                  <a:gd name="T9" fmla="*/ 0 h 6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7" h="699">
                    <a:moveTo>
                      <a:pt x="247" y="0"/>
                    </a:moveTo>
                    <a:lnTo>
                      <a:pt x="0" y="291"/>
                    </a:lnTo>
                    <a:lnTo>
                      <a:pt x="0" y="699"/>
                    </a:lnTo>
                    <a:lnTo>
                      <a:pt x="247" y="546"/>
                    </a:lnTo>
                    <a:lnTo>
                      <a:pt x="24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00"/>
                  </a:gs>
                  <a:gs pos="100000">
                    <a:srgbClr val="BE9800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/>
              <p:nvPr/>
            </p:nvSpPr>
            <p:spPr bwMode="auto">
              <a:xfrm>
                <a:off x="2392" y="2938"/>
                <a:ext cx="568" cy="488"/>
              </a:xfrm>
              <a:custGeom>
                <a:avLst/>
                <a:gdLst>
                  <a:gd name="T0" fmla="*/ 233 w 568"/>
                  <a:gd name="T1" fmla="*/ 0 h 488"/>
                  <a:gd name="T2" fmla="*/ 0 w 568"/>
                  <a:gd name="T3" fmla="*/ 299 h 488"/>
                  <a:gd name="T4" fmla="*/ 328 w 568"/>
                  <a:gd name="T5" fmla="*/ 488 h 488"/>
                  <a:gd name="T6" fmla="*/ 568 w 568"/>
                  <a:gd name="T7" fmla="*/ 197 h 488"/>
                  <a:gd name="T8" fmla="*/ 233 w 568"/>
                  <a:gd name="T9" fmla="*/ 0 h 4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68" h="488">
                    <a:moveTo>
                      <a:pt x="233" y="0"/>
                    </a:moveTo>
                    <a:lnTo>
                      <a:pt x="0" y="299"/>
                    </a:lnTo>
                    <a:lnTo>
                      <a:pt x="328" y="488"/>
                    </a:lnTo>
                    <a:lnTo>
                      <a:pt x="568" y="197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 bwMode="auto">
            <a:xfrm>
              <a:off x="2757" y="1614"/>
              <a:ext cx="472" cy="685"/>
              <a:chOff x="2312" y="1791"/>
              <a:chExt cx="472" cy="685"/>
            </a:xfrm>
          </p:grpSpPr>
          <p:sp>
            <p:nvSpPr>
              <p:cNvPr id="50" name="Freeform 49"/>
              <p:cNvSpPr/>
              <p:nvPr/>
            </p:nvSpPr>
            <p:spPr bwMode="auto">
              <a:xfrm>
                <a:off x="2373" y="1791"/>
                <a:ext cx="180" cy="513"/>
              </a:xfrm>
              <a:custGeom>
                <a:avLst/>
                <a:gdLst>
                  <a:gd name="T0" fmla="*/ 0 w 240"/>
                  <a:gd name="T1" fmla="*/ 160 h 683"/>
                  <a:gd name="T2" fmla="*/ 135 w 240"/>
                  <a:gd name="T3" fmla="*/ 0 h 683"/>
                  <a:gd name="T4" fmla="*/ 135 w 240"/>
                  <a:gd name="T5" fmla="*/ 308 h 683"/>
                  <a:gd name="T6" fmla="*/ 0 w 240"/>
                  <a:gd name="T7" fmla="*/ 385 h 683"/>
                  <a:gd name="T8" fmla="*/ 0 w 240"/>
                  <a:gd name="T9" fmla="*/ 160 h 6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683">
                    <a:moveTo>
                      <a:pt x="0" y="284"/>
                    </a:moveTo>
                    <a:lnTo>
                      <a:pt x="240" y="0"/>
                    </a:lnTo>
                    <a:lnTo>
                      <a:pt x="240" y="546"/>
                    </a:lnTo>
                    <a:lnTo>
                      <a:pt x="0" y="683"/>
                    </a:lnTo>
                    <a:lnTo>
                      <a:pt x="0" y="28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66"/>
                  </a:gs>
                  <a:gs pos="100000">
                    <a:srgbClr val="AA8844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Freeform 50"/>
              <p:cNvSpPr/>
              <p:nvPr/>
            </p:nvSpPr>
            <p:spPr bwMode="auto">
              <a:xfrm>
                <a:off x="2312" y="2203"/>
                <a:ext cx="311" cy="273"/>
              </a:xfrm>
              <a:custGeom>
                <a:avLst/>
                <a:gdLst>
                  <a:gd name="T0" fmla="*/ 222 w 311"/>
                  <a:gd name="T1" fmla="*/ 0 h 273"/>
                  <a:gd name="T2" fmla="*/ 0 w 311"/>
                  <a:gd name="T3" fmla="*/ 123 h 273"/>
                  <a:gd name="T4" fmla="*/ 311 w 311"/>
                  <a:gd name="T5" fmla="*/ 273 h 273"/>
                  <a:gd name="T6" fmla="*/ 311 w 311"/>
                  <a:gd name="T7" fmla="*/ 41 h 273"/>
                  <a:gd name="T8" fmla="*/ 222 w 311"/>
                  <a:gd name="T9" fmla="*/ 0 h 2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1" h="273">
                    <a:moveTo>
                      <a:pt x="222" y="0"/>
                    </a:moveTo>
                    <a:lnTo>
                      <a:pt x="0" y="123"/>
                    </a:lnTo>
                    <a:lnTo>
                      <a:pt x="311" y="273"/>
                    </a:lnTo>
                    <a:lnTo>
                      <a:pt x="311" y="41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1"/>
              <p:cNvSpPr/>
              <p:nvPr/>
            </p:nvSpPr>
            <p:spPr bwMode="auto">
              <a:xfrm>
                <a:off x="2539" y="1799"/>
                <a:ext cx="245" cy="441"/>
              </a:xfrm>
              <a:custGeom>
                <a:avLst/>
                <a:gdLst>
                  <a:gd name="T0" fmla="*/ 0 w 245"/>
                  <a:gd name="T1" fmla="*/ 0 h 441"/>
                  <a:gd name="T2" fmla="*/ 245 w 245"/>
                  <a:gd name="T3" fmla="*/ 137 h 441"/>
                  <a:gd name="T4" fmla="*/ 85 w 245"/>
                  <a:gd name="T5" fmla="*/ 345 h 441"/>
                  <a:gd name="T6" fmla="*/ 85 w 245"/>
                  <a:gd name="T7" fmla="*/ 441 h 441"/>
                  <a:gd name="T8" fmla="*/ 0 w 245"/>
                  <a:gd name="T9" fmla="*/ 404 h 441"/>
                  <a:gd name="T10" fmla="*/ 0 w 245"/>
                  <a:gd name="T11" fmla="*/ 0 h 4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5" h="441">
                    <a:moveTo>
                      <a:pt x="0" y="0"/>
                    </a:moveTo>
                    <a:lnTo>
                      <a:pt x="245" y="137"/>
                    </a:lnTo>
                    <a:lnTo>
                      <a:pt x="85" y="345"/>
                    </a:lnTo>
                    <a:lnTo>
                      <a:pt x="85" y="441"/>
                    </a:lnTo>
                    <a:lnTo>
                      <a:pt x="0" y="404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7C80"/>
                  </a:gs>
                  <a:gs pos="100000">
                    <a:srgbClr val="9B4B4E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6" name="Group 52"/>
          <p:cNvGrpSpPr/>
          <p:nvPr/>
        </p:nvGrpSpPr>
        <p:grpSpPr bwMode="auto">
          <a:xfrm>
            <a:off x="8329836" y="2085377"/>
            <a:ext cx="2054225" cy="2557463"/>
            <a:chOff x="2214" y="510"/>
            <a:chExt cx="1725" cy="2148"/>
          </a:xfrm>
        </p:grpSpPr>
        <p:sp>
          <p:nvSpPr>
            <p:cNvPr id="57" name="Freeform 53"/>
            <p:cNvSpPr/>
            <p:nvPr/>
          </p:nvSpPr>
          <p:spPr bwMode="auto">
            <a:xfrm>
              <a:off x="3603" y="1120"/>
              <a:ext cx="336" cy="193"/>
            </a:xfrm>
            <a:custGeom>
              <a:avLst/>
              <a:gdLst>
                <a:gd name="T0" fmla="*/ 67 w 1679"/>
                <a:gd name="T1" fmla="*/ 0 h 969"/>
                <a:gd name="T2" fmla="*/ 0 w 1679"/>
                <a:gd name="T3" fmla="*/ 38 h 969"/>
                <a:gd name="T4" fmla="*/ 0 w 1679"/>
                <a:gd name="T5" fmla="*/ 38 h 9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79" h="969">
                  <a:moveTo>
                    <a:pt x="1679" y="0"/>
                  </a:moveTo>
                  <a:lnTo>
                    <a:pt x="0" y="969"/>
                  </a:lnTo>
                  <a:lnTo>
                    <a:pt x="1" y="96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4"/>
            <p:cNvSpPr/>
            <p:nvPr/>
          </p:nvSpPr>
          <p:spPr bwMode="auto">
            <a:xfrm>
              <a:off x="2214" y="898"/>
              <a:ext cx="1" cy="321"/>
            </a:xfrm>
            <a:custGeom>
              <a:avLst/>
              <a:gdLst>
                <a:gd name="T0" fmla="*/ 0 w 1"/>
                <a:gd name="T1" fmla="*/ 64 h 1604"/>
                <a:gd name="T2" fmla="*/ 0 w 1"/>
                <a:gd name="T3" fmla="*/ 0 h 1604"/>
                <a:gd name="T4" fmla="*/ 1 w 1"/>
                <a:gd name="T5" fmla="*/ 0 h 16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604">
                  <a:moveTo>
                    <a:pt x="0" y="16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5"/>
            <p:cNvSpPr/>
            <p:nvPr/>
          </p:nvSpPr>
          <p:spPr bwMode="auto">
            <a:xfrm>
              <a:off x="2214" y="898"/>
              <a:ext cx="508" cy="293"/>
            </a:xfrm>
            <a:custGeom>
              <a:avLst/>
              <a:gdLst>
                <a:gd name="T0" fmla="*/ 0 w 2540"/>
                <a:gd name="T1" fmla="*/ 0 h 1466"/>
                <a:gd name="T2" fmla="*/ 102 w 2540"/>
                <a:gd name="T3" fmla="*/ 59 h 1466"/>
                <a:gd name="T4" fmla="*/ 102 w 2540"/>
                <a:gd name="T5" fmla="*/ 59 h 1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40" h="1466">
                  <a:moveTo>
                    <a:pt x="0" y="0"/>
                  </a:moveTo>
                  <a:lnTo>
                    <a:pt x="2539" y="1466"/>
                  </a:lnTo>
                  <a:lnTo>
                    <a:pt x="2540" y="146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6"/>
            <p:cNvSpPr/>
            <p:nvPr/>
          </p:nvSpPr>
          <p:spPr bwMode="auto">
            <a:xfrm>
              <a:off x="2611" y="2278"/>
              <a:ext cx="106" cy="62"/>
            </a:xfrm>
            <a:custGeom>
              <a:avLst/>
              <a:gdLst>
                <a:gd name="T0" fmla="*/ 0 w 532"/>
                <a:gd name="T1" fmla="*/ 0 h 308"/>
                <a:gd name="T2" fmla="*/ 21 w 532"/>
                <a:gd name="T3" fmla="*/ 12 h 308"/>
                <a:gd name="T4" fmla="*/ 21 w 532"/>
                <a:gd name="T5" fmla="*/ 12 h 3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2" h="308">
                  <a:moveTo>
                    <a:pt x="0" y="0"/>
                  </a:moveTo>
                  <a:lnTo>
                    <a:pt x="531" y="308"/>
                  </a:lnTo>
                  <a:lnTo>
                    <a:pt x="532" y="308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7"/>
            <p:cNvSpPr/>
            <p:nvPr/>
          </p:nvSpPr>
          <p:spPr bwMode="auto">
            <a:xfrm>
              <a:off x="2382" y="2146"/>
              <a:ext cx="126" cy="73"/>
            </a:xfrm>
            <a:custGeom>
              <a:avLst/>
              <a:gdLst>
                <a:gd name="T0" fmla="*/ 0 w 631"/>
                <a:gd name="T1" fmla="*/ 0 h 365"/>
                <a:gd name="T2" fmla="*/ 25 w 631"/>
                <a:gd name="T3" fmla="*/ 15 h 365"/>
                <a:gd name="T4" fmla="*/ 25 w 631"/>
                <a:gd name="T5" fmla="*/ 15 h 3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1" h="365">
                  <a:moveTo>
                    <a:pt x="0" y="0"/>
                  </a:moveTo>
                  <a:lnTo>
                    <a:pt x="629" y="365"/>
                  </a:lnTo>
                  <a:lnTo>
                    <a:pt x="631" y="36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58"/>
            <p:cNvSpPr/>
            <p:nvPr/>
          </p:nvSpPr>
          <p:spPr bwMode="auto">
            <a:xfrm>
              <a:off x="2543" y="2239"/>
              <a:ext cx="24" cy="14"/>
            </a:xfrm>
            <a:custGeom>
              <a:avLst/>
              <a:gdLst>
                <a:gd name="T0" fmla="*/ 0 w 121"/>
                <a:gd name="T1" fmla="*/ 0 h 69"/>
                <a:gd name="T2" fmla="*/ 5 w 121"/>
                <a:gd name="T3" fmla="*/ 3 h 69"/>
                <a:gd name="T4" fmla="*/ 5 w 121"/>
                <a:gd name="T5" fmla="*/ 3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69">
                  <a:moveTo>
                    <a:pt x="0" y="0"/>
                  </a:moveTo>
                  <a:lnTo>
                    <a:pt x="119" y="69"/>
                  </a:lnTo>
                  <a:lnTo>
                    <a:pt x="121" y="6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59"/>
            <p:cNvSpPr/>
            <p:nvPr/>
          </p:nvSpPr>
          <p:spPr bwMode="auto">
            <a:xfrm>
              <a:off x="2214" y="1430"/>
              <a:ext cx="1" cy="235"/>
            </a:xfrm>
            <a:custGeom>
              <a:avLst/>
              <a:gdLst>
                <a:gd name="T0" fmla="*/ 0 w 1"/>
                <a:gd name="T1" fmla="*/ 47 h 1178"/>
                <a:gd name="T2" fmla="*/ 0 w 1"/>
                <a:gd name="T3" fmla="*/ 0 h 1178"/>
                <a:gd name="T4" fmla="*/ 1 w 1"/>
                <a:gd name="T5" fmla="*/ 0 h 11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8">
                  <a:moveTo>
                    <a:pt x="0" y="117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0"/>
            <p:cNvSpPr/>
            <p:nvPr/>
          </p:nvSpPr>
          <p:spPr bwMode="auto">
            <a:xfrm>
              <a:off x="2214" y="1359"/>
              <a:ext cx="1" cy="24"/>
            </a:xfrm>
            <a:custGeom>
              <a:avLst/>
              <a:gdLst>
                <a:gd name="T0" fmla="*/ 0 w 1"/>
                <a:gd name="T1" fmla="*/ 5 h 117"/>
                <a:gd name="T2" fmla="*/ 0 w 1"/>
                <a:gd name="T3" fmla="*/ 0 h 117"/>
                <a:gd name="T4" fmla="*/ 1 w 1"/>
                <a:gd name="T5" fmla="*/ 0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">
                  <a:moveTo>
                    <a:pt x="0" y="11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1"/>
            <p:cNvSpPr/>
            <p:nvPr/>
          </p:nvSpPr>
          <p:spPr bwMode="auto">
            <a:xfrm>
              <a:off x="2214" y="1277"/>
              <a:ext cx="1" cy="24"/>
            </a:xfrm>
            <a:custGeom>
              <a:avLst/>
              <a:gdLst>
                <a:gd name="T0" fmla="*/ 0 w 1"/>
                <a:gd name="T1" fmla="*/ 5 h 117"/>
                <a:gd name="T2" fmla="*/ 0 w 1"/>
                <a:gd name="T3" fmla="*/ 0 h 117"/>
                <a:gd name="T4" fmla="*/ 1 w 1"/>
                <a:gd name="T5" fmla="*/ 0 h 1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17">
                  <a:moveTo>
                    <a:pt x="0" y="117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2"/>
            <p:cNvSpPr/>
            <p:nvPr/>
          </p:nvSpPr>
          <p:spPr bwMode="auto">
            <a:xfrm>
              <a:off x="3268" y="1507"/>
              <a:ext cx="1" cy="485"/>
            </a:xfrm>
            <a:custGeom>
              <a:avLst/>
              <a:gdLst>
                <a:gd name="T0" fmla="*/ 0 w 1"/>
                <a:gd name="T1" fmla="*/ 97 h 2424"/>
                <a:gd name="T2" fmla="*/ 0 w 1"/>
                <a:gd name="T3" fmla="*/ 0 h 2424"/>
                <a:gd name="T4" fmla="*/ 1 w 1"/>
                <a:gd name="T5" fmla="*/ 0 h 24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424">
                  <a:moveTo>
                    <a:pt x="0" y="242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3"/>
            <p:cNvSpPr/>
            <p:nvPr/>
          </p:nvSpPr>
          <p:spPr bwMode="auto">
            <a:xfrm>
              <a:off x="2885" y="2437"/>
              <a:ext cx="117" cy="67"/>
            </a:xfrm>
            <a:custGeom>
              <a:avLst/>
              <a:gdLst>
                <a:gd name="T0" fmla="*/ 0 w 587"/>
                <a:gd name="T1" fmla="*/ 0 h 338"/>
                <a:gd name="T2" fmla="*/ 23 w 587"/>
                <a:gd name="T3" fmla="*/ 13 h 338"/>
                <a:gd name="T4" fmla="*/ 23 w 587"/>
                <a:gd name="T5" fmla="*/ 13 h 3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7" h="338">
                  <a:moveTo>
                    <a:pt x="0" y="0"/>
                  </a:moveTo>
                  <a:lnTo>
                    <a:pt x="586" y="338"/>
                  </a:lnTo>
                  <a:lnTo>
                    <a:pt x="587" y="338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4"/>
            <p:cNvSpPr/>
            <p:nvPr/>
          </p:nvSpPr>
          <p:spPr bwMode="auto">
            <a:xfrm>
              <a:off x="3125" y="2576"/>
              <a:ext cx="19" cy="11"/>
            </a:xfrm>
            <a:custGeom>
              <a:avLst/>
              <a:gdLst>
                <a:gd name="T0" fmla="*/ 0 w 96"/>
                <a:gd name="T1" fmla="*/ 0 h 55"/>
                <a:gd name="T2" fmla="*/ 4 w 96"/>
                <a:gd name="T3" fmla="*/ 2 h 55"/>
                <a:gd name="T4" fmla="*/ 4 w 96"/>
                <a:gd name="T5" fmla="*/ 2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55">
                  <a:moveTo>
                    <a:pt x="0" y="0"/>
                  </a:moveTo>
                  <a:lnTo>
                    <a:pt x="94" y="55"/>
                  </a:lnTo>
                  <a:lnTo>
                    <a:pt x="96" y="5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5"/>
            <p:cNvSpPr/>
            <p:nvPr/>
          </p:nvSpPr>
          <p:spPr bwMode="auto">
            <a:xfrm>
              <a:off x="3052" y="2533"/>
              <a:ext cx="9" cy="6"/>
            </a:xfrm>
            <a:custGeom>
              <a:avLst/>
              <a:gdLst>
                <a:gd name="T0" fmla="*/ 0 w 46"/>
                <a:gd name="T1" fmla="*/ 0 h 26"/>
                <a:gd name="T2" fmla="*/ 2 w 46"/>
                <a:gd name="T3" fmla="*/ 1 h 26"/>
                <a:gd name="T4" fmla="*/ 2 w 46"/>
                <a:gd name="T5" fmla="*/ 1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26">
                  <a:moveTo>
                    <a:pt x="0" y="0"/>
                  </a:moveTo>
                  <a:lnTo>
                    <a:pt x="45" y="26"/>
                  </a:lnTo>
                  <a:lnTo>
                    <a:pt x="46" y="2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6"/>
            <p:cNvSpPr/>
            <p:nvPr/>
          </p:nvSpPr>
          <p:spPr bwMode="auto">
            <a:xfrm>
              <a:off x="3268" y="2179"/>
              <a:ext cx="1" cy="479"/>
            </a:xfrm>
            <a:custGeom>
              <a:avLst/>
              <a:gdLst>
                <a:gd name="T0" fmla="*/ 0 w 1"/>
                <a:gd name="T1" fmla="*/ 96 h 2395"/>
                <a:gd name="T2" fmla="*/ 0 w 1"/>
                <a:gd name="T3" fmla="*/ 0 h 2395"/>
                <a:gd name="T4" fmla="*/ 1 w 1"/>
                <a:gd name="T5" fmla="*/ 0 h 23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95">
                  <a:moveTo>
                    <a:pt x="0" y="239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7"/>
            <p:cNvSpPr/>
            <p:nvPr/>
          </p:nvSpPr>
          <p:spPr bwMode="auto">
            <a:xfrm>
              <a:off x="3446" y="2536"/>
              <a:ext cx="33" cy="19"/>
            </a:xfrm>
            <a:custGeom>
              <a:avLst/>
              <a:gdLst>
                <a:gd name="T0" fmla="*/ 7 w 163"/>
                <a:gd name="T1" fmla="*/ 0 h 94"/>
                <a:gd name="T2" fmla="*/ 0 w 163"/>
                <a:gd name="T3" fmla="*/ 4 h 94"/>
                <a:gd name="T4" fmla="*/ 0 w 163"/>
                <a:gd name="T5" fmla="*/ 4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94">
                  <a:moveTo>
                    <a:pt x="163" y="0"/>
                  </a:moveTo>
                  <a:lnTo>
                    <a:pt x="0" y="94"/>
                  </a:lnTo>
                  <a:lnTo>
                    <a:pt x="1" y="94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68"/>
            <p:cNvSpPr/>
            <p:nvPr/>
          </p:nvSpPr>
          <p:spPr bwMode="auto">
            <a:xfrm>
              <a:off x="3268" y="2605"/>
              <a:ext cx="93" cy="53"/>
            </a:xfrm>
            <a:custGeom>
              <a:avLst/>
              <a:gdLst>
                <a:gd name="T0" fmla="*/ 19 w 463"/>
                <a:gd name="T1" fmla="*/ 0 h 267"/>
                <a:gd name="T2" fmla="*/ 0 w 463"/>
                <a:gd name="T3" fmla="*/ 11 h 267"/>
                <a:gd name="T4" fmla="*/ 0 w 463"/>
                <a:gd name="T5" fmla="*/ 11 h 2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3" h="267">
                  <a:moveTo>
                    <a:pt x="463" y="0"/>
                  </a:moveTo>
                  <a:lnTo>
                    <a:pt x="0" y="267"/>
                  </a:lnTo>
                  <a:lnTo>
                    <a:pt x="1" y="26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69"/>
            <p:cNvSpPr/>
            <p:nvPr/>
          </p:nvSpPr>
          <p:spPr bwMode="auto">
            <a:xfrm>
              <a:off x="3193" y="2615"/>
              <a:ext cx="75" cy="43"/>
            </a:xfrm>
            <a:custGeom>
              <a:avLst/>
              <a:gdLst>
                <a:gd name="T0" fmla="*/ 0 w 376"/>
                <a:gd name="T1" fmla="*/ 0 h 216"/>
                <a:gd name="T2" fmla="*/ 15 w 376"/>
                <a:gd name="T3" fmla="*/ 9 h 216"/>
                <a:gd name="T4" fmla="*/ 15 w 376"/>
                <a:gd name="T5" fmla="*/ 9 h 2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6" h="216">
                  <a:moveTo>
                    <a:pt x="0" y="0"/>
                  </a:moveTo>
                  <a:lnTo>
                    <a:pt x="375" y="216"/>
                  </a:lnTo>
                  <a:lnTo>
                    <a:pt x="376" y="21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0"/>
            <p:cNvSpPr/>
            <p:nvPr/>
          </p:nvSpPr>
          <p:spPr bwMode="auto">
            <a:xfrm>
              <a:off x="3410" y="2573"/>
              <a:ext cx="5" cy="3"/>
            </a:xfrm>
            <a:custGeom>
              <a:avLst/>
              <a:gdLst>
                <a:gd name="T0" fmla="*/ 1 w 25"/>
                <a:gd name="T1" fmla="*/ 0 h 15"/>
                <a:gd name="T2" fmla="*/ 0 w 25"/>
                <a:gd name="T3" fmla="*/ 1 h 15"/>
                <a:gd name="T4" fmla="*/ 0 w 25"/>
                <a:gd name="T5" fmla="*/ 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5">
                  <a:moveTo>
                    <a:pt x="25" y="0"/>
                  </a:moveTo>
                  <a:lnTo>
                    <a:pt x="0" y="15"/>
                  </a:lnTo>
                  <a:lnTo>
                    <a:pt x="1" y="1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1"/>
            <p:cNvSpPr/>
            <p:nvPr/>
          </p:nvSpPr>
          <p:spPr bwMode="auto">
            <a:xfrm>
              <a:off x="3505" y="2469"/>
              <a:ext cx="90" cy="52"/>
            </a:xfrm>
            <a:custGeom>
              <a:avLst/>
              <a:gdLst>
                <a:gd name="T0" fmla="*/ 18 w 450"/>
                <a:gd name="T1" fmla="*/ 0 h 260"/>
                <a:gd name="T2" fmla="*/ 0 w 450"/>
                <a:gd name="T3" fmla="*/ 10 h 260"/>
                <a:gd name="T4" fmla="*/ 0 w 450"/>
                <a:gd name="T5" fmla="*/ 10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0" h="260">
                  <a:moveTo>
                    <a:pt x="450" y="0"/>
                  </a:moveTo>
                  <a:lnTo>
                    <a:pt x="0" y="260"/>
                  </a:lnTo>
                  <a:lnTo>
                    <a:pt x="1" y="26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2"/>
            <p:cNvSpPr/>
            <p:nvPr/>
          </p:nvSpPr>
          <p:spPr bwMode="auto">
            <a:xfrm>
              <a:off x="3268" y="2039"/>
              <a:ext cx="1" cy="11"/>
            </a:xfrm>
            <a:custGeom>
              <a:avLst/>
              <a:gdLst>
                <a:gd name="T0" fmla="*/ 0 w 1"/>
                <a:gd name="T1" fmla="*/ 2 h 58"/>
                <a:gd name="T2" fmla="*/ 0 w 1"/>
                <a:gd name="T3" fmla="*/ 0 h 58"/>
                <a:gd name="T4" fmla="*/ 1 w 1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8">
                  <a:moveTo>
                    <a:pt x="0" y="5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3"/>
            <p:cNvSpPr/>
            <p:nvPr/>
          </p:nvSpPr>
          <p:spPr bwMode="auto">
            <a:xfrm>
              <a:off x="3268" y="2109"/>
              <a:ext cx="1" cy="12"/>
            </a:xfrm>
            <a:custGeom>
              <a:avLst/>
              <a:gdLst>
                <a:gd name="T0" fmla="*/ 0 w 1"/>
                <a:gd name="T1" fmla="*/ 2 h 59"/>
                <a:gd name="T2" fmla="*/ 0 w 1"/>
                <a:gd name="T3" fmla="*/ 0 h 59"/>
                <a:gd name="T4" fmla="*/ 1 w 1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9">
                  <a:moveTo>
                    <a:pt x="0" y="5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4"/>
            <p:cNvSpPr/>
            <p:nvPr/>
          </p:nvSpPr>
          <p:spPr bwMode="auto">
            <a:xfrm>
              <a:off x="2906" y="1298"/>
              <a:ext cx="362" cy="209"/>
            </a:xfrm>
            <a:custGeom>
              <a:avLst/>
              <a:gdLst>
                <a:gd name="T0" fmla="*/ 0 w 1810"/>
                <a:gd name="T1" fmla="*/ 0 h 1045"/>
                <a:gd name="T2" fmla="*/ 72 w 1810"/>
                <a:gd name="T3" fmla="*/ 42 h 1045"/>
                <a:gd name="T4" fmla="*/ 72 w 1810"/>
                <a:gd name="T5" fmla="*/ 42 h 10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0" h="1045">
                  <a:moveTo>
                    <a:pt x="0" y="0"/>
                  </a:moveTo>
                  <a:lnTo>
                    <a:pt x="1809" y="1045"/>
                  </a:lnTo>
                  <a:lnTo>
                    <a:pt x="1810" y="104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5"/>
            <p:cNvSpPr/>
            <p:nvPr/>
          </p:nvSpPr>
          <p:spPr bwMode="auto">
            <a:xfrm>
              <a:off x="2843" y="1262"/>
              <a:ext cx="11" cy="6"/>
            </a:xfrm>
            <a:custGeom>
              <a:avLst/>
              <a:gdLst>
                <a:gd name="T0" fmla="*/ 0 w 51"/>
                <a:gd name="T1" fmla="*/ 0 h 29"/>
                <a:gd name="T2" fmla="*/ 2 w 51"/>
                <a:gd name="T3" fmla="*/ 1 h 29"/>
                <a:gd name="T4" fmla="*/ 2 w 51"/>
                <a:gd name="T5" fmla="*/ 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9">
                  <a:moveTo>
                    <a:pt x="0" y="0"/>
                  </a:moveTo>
                  <a:lnTo>
                    <a:pt x="50" y="29"/>
                  </a:lnTo>
                  <a:lnTo>
                    <a:pt x="51" y="2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6"/>
            <p:cNvSpPr/>
            <p:nvPr/>
          </p:nvSpPr>
          <p:spPr bwMode="auto">
            <a:xfrm>
              <a:off x="2789" y="1231"/>
              <a:ext cx="11" cy="5"/>
            </a:xfrm>
            <a:custGeom>
              <a:avLst/>
              <a:gdLst>
                <a:gd name="T0" fmla="*/ 0 w 51"/>
                <a:gd name="T1" fmla="*/ 0 h 29"/>
                <a:gd name="T2" fmla="*/ 2 w 51"/>
                <a:gd name="T3" fmla="*/ 1 h 29"/>
                <a:gd name="T4" fmla="*/ 2 w 51"/>
                <a:gd name="T5" fmla="*/ 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9">
                  <a:moveTo>
                    <a:pt x="0" y="0"/>
                  </a:moveTo>
                  <a:lnTo>
                    <a:pt x="50" y="29"/>
                  </a:lnTo>
                  <a:lnTo>
                    <a:pt x="51" y="29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7"/>
            <p:cNvSpPr/>
            <p:nvPr/>
          </p:nvSpPr>
          <p:spPr bwMode="auto">
            <a:xfrm>
              <a:off x="3268" y="1418"/>
              <a:ext cx="154" cy="89"/>
            </a:xfrm>
            <a:custGeom>
              <a:avLst/>
              <a:gdLst>
                <a:gd name="T0" fmla="*/ 31 w 770"/>
                <a:gd name="T1" fmla="*/ 0 h 444"/>
                <a:gd name="T2" fmla="*/ 0 w 770"/>
                <a:gd name="T3" fmla="*/ 18 h 444"/>
                <a:gd name="T4" fmla="*/ 0 w 770"/>
                <a:gd name="T5" fmla="*/ 18 h 4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0" h="444">
                  <a:moveTo>
                    <a:pt x="770" y="0"/>
                  </a:moveTo>
                  <a:lnTo>
                    <a:pt x="0" y="444"/>
                  </a:lnTo>
                  <a:lnTo>
                    <a:pt x="1" y="444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78"/>
            <p:cNvSpPr/>
            <p:nvPr/>
          </p:nvSpPr>
          <p:spPr bwMode="auto">
            <a:xfrm>
              <a:off x="3532" y="1340"/>
              <a:ext cx="26" cy="15"/>
            </a:xfrm>
            <a:custGeom>
              <a:avLst/>
              <a:gdLst>
                <a:gd name="T0" fmla="*/ 5 w 132"/>
                <a:gd name="T1" fmla="*/ 0 h 77"/>
                <a:gd name="T2" fmla="*/ 0 w 132"/>
                <a:gd name="T3" fmla="*/ 3 h 77"/>
                <a:gd name="T4" fmla="*/ 0 w 132"/>
                <a:gd name="T5" fmla="*/ 3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77">
                  <a:moveTo>
                    <a:pt x="132" y="0"/>
                  </a:moveTo>
                  <a:lnTo>
                    <a:pt x="0" y="77"/>
                  </a:lnTo>
                  <a:lnTo>
                    <a:pt x="1" y="77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79"/>
            <p:cNvSpPr/>
            <p:nvPr/>
          </p:nvSpPr>
          <p:spPr bwMode="auto">
            <a:xfrm>
              <a:off x="2214" y="777"/>
              <a:ext cx="209" cy="121"/>
            </a:xfrm>
            <a:custGeom>
              <a:avLst/>
              <a:gdLst>
                <a:gd name="T0" fmla="*/ 42 w 1047"/>
                <a:gd name="T1" fmla="*/ 0 h 606"/>
                <a:gd name="T2" fmla="*/ 0 w 1047"/>
                <a:gd name="T3" fmla="*/ 24 h 606"/>
                <a:gd name="T4" fmla="*/ 0 w 1047"/>
                <a:gd name="T5" fmla="*/ 24 h 6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7" h="606">
                  <a:moveTo>
                    <a:pt x="1047" y="0"/>
                  </a:moveTo>
                  <a:lnTo>
                    <a:pt x="0" y="606"/>
                  </a:lnTo>
                  <a:lnTo>
                    <a:pt x="1" y="60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0"/>
            <p:cNvSpPr/>
            <p:nvPr/>
          </p:nvSpPr>
          <p:spPr bwMode="auto">
            <a:xfrm>
              <a:off x="2477" y="731"/>
              <a:ext cx="27" cy="15"/>
            </a:xfrm>
            <a:custGeom>
              <a:avLst/>
              <a:gdLst>
                <a:gd name="T0" fmla="*/ 6 w 132"/>
                <a:gd name="T1" fmla="*/ 0 h 76"/>
                <a:gd name="T2" fmla="*/ 0 w 132"/>
                <a:gd name="T3" fmla="*/ 3 h 76"/>
                <a:gd name="T4" fmla="*/ 0 w 132"/>
                <a:gd name="T5" fmla="*/ 3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2" h="76">
                  <a:moveTo>
                    <a:pt x="132" y="0"/>
                  </a:moveTo>
                  <a:lnTo>
                    <a:pt x="0" y="76"/>
                  </a:lnTo>
                  <a:lnTo>
                    <a:pt x="1" y="76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1"/>
            <p:cNvSpPr/>
            <p:nvPr/>
          </p:nvSpPr>
          <p:spPr bwMode="auto">
            <a:xfrm>
              <a:off x="2549" y="685"/>
              <a:ext cx="32" cy="19"/>
            </a:xfrm>
            <a:custGeom>
              <a:avLst/>
              <a:gdLst>
                <a:gd name="T0" fmla="*/ 6 w 163"/>
                <a:gd name="T1" fmla="*/ 0 h 95"/>
                <a:gd name="T2" fmla="*/ 0 w 163"/>
                <a:gd name="T3" fmla="*/ 4 h 95"/>
                <a:gd name="T4" fmla="*/ 0 w 163"/>
                <a:gd name="T5" fmla="*/ 4 h 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95">
                  <a:moveTo>
                    <a:pt x="163" y="0"/>
                  </a:moveTo>
                  <a:lnTo>
                    <a:pt x="0" y="95"/>
                  </a:lnTo>
                  <a:lnTo>
                    <a:pt x="1" y="95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2"/>
            <p:cNvSpPr/>
            <p:nvPr/>
          </p:nvSpPr>
          <p:spPr bwMode="auto">
            <a:xfrm>
              <a:off x="2636" y="510"/>
              <a:ext cx="249" cy="144"/>
            </a:xfrm>
            <a:custGeom>
              <a:avLst/>
              <a:gdLst>
                <a:gd name="T0" fmla="*/ 50 w 1245"/>
                <a:gd name="T1" fmla="*/ 0 h 720"/>
                <a:gd name="T2" fmla="*/ 0 w 1245"/>
                <a:gd name="T3" fmla="*/ 29 h 720"/>
                <a:gd name="T4" fmla="*/ 0 w 1245"/>
                <a:gd name="T5" fmla="*/ 29 h 7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720">
                  <a:moveTo>
                    <a:pt x="1245" y="0"/>
                  </a:moveTo>
                  <a:lnTo>
                    <a:pt x="0" y="720"/>
                  </a:lnTo>
                  <a:lnTo>
                    <a:pt x="2" y="720"/>
                  </a:lnTo>
                </a:path>
              </a:pathLst>
            </a:custGeom>
            <a:noFill/>
            <a:ln w="19050" cmpd="sng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切割式组合体画图方法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941825" y="1337965"/>
            <a:ext cx="1922462" cy="21161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5403412" y="1337965"/>
            <a:ext cx="1746250" cy="2116138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9603937" y="2781003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" name="Line 6"/>
          <p:cNvSpPr>
            <a:spLocks noChangeShapeType="1"/>
          </p:cNvSpPr>
          <p:nvPr/>
        </p:nvSpPr>
        <p:spPr bwMode="auto">
          <a:xfrm>
            <a:off x="9400737" y="2996903"/>
            <a:ext cx="419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" name="Oval 7"/>
          <p:cNvSpPr>
            <a:spLocks noChangeArrowheads="1"/>
          </p:cNvSpPr>
          <p:nvPr/>
        </p:nvSpPr>
        <p:spPr bwMode="auto">
          <a:xfrm>
            <a:off x="9480112" y="2869903"/>
            <a:ext cx="244475" cy="241300"/>
          </a:xfrm>
          <a:prstGeom prst="ellips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89" name="Line 8"/>
          <p:cNvSpPr>
            <a:spLocks noChangeShapeType="1"/>
          </p:cNvSpPr>
          <p:nvPr/>
        </p:nvSpPr>
        <p:spPr bwMode="auto">
          <a:xfrm>
            <a:off x="6000312" y="5676603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" name="Line 9"/>
          <p:cNvSpPr>
            <a:spLocks noChangeShapeType="1"/>
          </p:cNvSpPr>
          <p:nvPr/>
        </p:nvSpPr>
        <p:spPr bwMode="auto">
          <a:xfrm>
            <a:off x="6101912" y="5549603"/>
            <a:ext cx="104933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1" name="Line 10"/>
          <p:cNvSpPr>
            <a:spLocks noChangeShapeType="1"/>
          </p:cNvSpPr>
          <p:nvPr/>
        </p:nvSpPr>
        <p:spPr bwMode="auto">
          <a:xfrm>
            <a:off x="6101912" y="5816303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" name="Line 11"/>
          <p:cNvSpPr>
            <a:spLocks noChangeShapeType="1"/>
          </p:cNvSpPr>
          <p:nvPr/>
        </p:nvSpPr>
        <p:spPr bwMode="auto">
          <a:xfrm flipH="1">
            <a:off x="5390712" y="5409903"/>
            <a:ext cx="711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" name="Line 12"/>
          <p:cNvSpPr>
            <a:spLocks noChangeShapeType="1"/>
          </p:cNvSpPr>
          <p:nvPr/>
        </p:nvSpPr>
        <p:spPr bwMode="auto">
          <a:xfrm flipV="1">
            <a:off x="5847912" y="4355803"/>
            <a:ext cx="0" cy="6985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" name="Line 13"/>
          <p:cNvSpPr>
            <a:spLocks noChangeShapeType="1"/>
          </p:cNvSpPr>
          <p:nvPr/>
        </p:nvSpPr>
        <p:spPr bwMode="auto">
          <a:xfrm flipV="1">
            <a:off x="6635312" y="4012903"/>
            <a:ext cx="0" cy="1917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" name="Line 14"/>
          <p:cNvSpPr>
            <a:spLocks noChangeShapeType="1"/>
          </p:cNvSpPr>
          <p:nvPr/>
        </p:nvSpPr>
        <p:spPr bwMode="auto">
          <a:xfrm>
            <a:off x="6025712" y="2996903"/>
            <a:ext cx="1231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" name="Line 15"/>
          <p:cNvSpPr>
            <a:spLocks noChangeShapeType="1"/>
          </p:cNvSpPr>
          <p:nvPr/>
        </p:nvSpPr>
        <p:spPr bwMode="auto">
          <a:xfrm>
            <a:off x="5847912" y="2463503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" name="Line 16"/>
          <p:cNvSpPr>
            <a:spLocks noChangeShapeType="1"/>
          </p:cNvSpPr>
          <p:nvPr/>
        </p:nvSpPr>
        <p:spPr bwMode="auto">
          <a:xfrm>
            <a:off x="6127312" y="2857203"/>
            <a:ext cx="10287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" name="Line 17"/>
          <p:cNvSpPr>
            <a:spLocks noChangeShapeType="1"/>
          </p:cNvSpPr>
          <p:nvPr/>
        </p:nvSpPr>
        <p:spPr bwMode="auto">
          <a:xfrm>
            <a:off x="6101912" y="3123903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9" name="Line 18"/>
          <p:cNvSpPr>
            <a:spLocks noChangeShapeType="1"/>
          </p:cNvSpPr>
          <p:nvPr/>
        </p:nvSpPr>
        <p:spPr bwMode="auto">
          <a:xfrm>
            <a:off x="7940237" y="1985665"/>
            <a:ext cx="1905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0" name="Line 19"/>
          <p:cNvSpPr>
            <a:spLocks noChangeShapeType="1"/>
          </p:cNvSpPr>
          <p:nvPr/>
        </p:nvSpPr>
        <p:spPr bwMode="auto">
          <a:xfrm>
            <a:off x="8295837" y="2463503"/>
            <a:ext cx="698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1" name="Line 20"/>
          <p:cNvSpPr>
            <a:spLocks noChangeShapeType="1"/>
          </p:cNvSpPr>
          <p:nvPr/>
        </p:nvSpPr>
        <p:spPr bwMode="auto">
          <a:xfrm>
            <a:off x="9337237" y="2298403"/>
            <a:ext cx="5334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" name="Line 21"/>
          <p:cNvSpPr>
            <a:spLocks noChangeShapeType="1"/>
          </p:cNvSpPr>
          <p:nvPr/>
        </p:nvSpPr>
        <p:spPr bwMode="auto">
          <a:xfrm>
            <a:off x="6101912" y="2315865"/>
            <a:ext cx="0" cy="113665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03" name="Group 22"/>
          <p:cNvGrpSpPr/>
          <p:nvPr/>
        </p:nvGrpSpPr>
        <p:grpSpPr bwMode="auto">
          <a:xfrm>
            <a:off x="9288818" y="3466803"/>
            <a:ext cx="2401888" cy="2786062"/>
            <a:chOff x="2465" y="1334"/>
            <a:chExt cx="1513" cy="1755"/>
          </a:xfrm>
        </p:grpSpPr>
        <p:sp>
          <p:nvSpPr>
            <p:cNvPr id="104" name="Freeform 23"/>
            <p:cNvSpPr/>
            <p:nvPr/>
          </p:nvSpPr>
          <p:spPr bwMode="auto">
            <a:xfrm>
              <a:off x="2465" y="1334"/>
              <a:ext cx="1513" cy="879"/>
            </a:xfrm>
            <a:custGeom>
              <a:avLst/>
              <a:gdLst>
                <a:gd name="T0" fmla="*/ 722 w 1513"/>
                <a:gd name="T1" fmla="*/ 0 h 879"/>
                <a:gd name="T2" fmla="*/ 0 w 1513"/>
                <a:gd name="T3" fmla="*/ 417 h 879"/>
                <a:gd name="T4" fmla="*/ 800 w 1513"/>
                <a:gd name="T5" fmla="*/ 879 h 879"/>
                <a:gd name="T6" fmla="*/ 1513 w 1513"/>
                <a:gd name="T7" fmla="*/ 477 h 879"/>
                <a:gd name="T8" fmla="*/ 722 w 1513"/>
                <a:gd name="T9" fmla="*/ 0 h 8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13" h="879">
                  <a:moveTo>
                    <a:pt x="722" y="0"/>
                  </a:moveTo>
                  <a:lnTo>
                    <a:pt x="0" y="417"/>
                  </a:lnTo>
                  <a:lnTo>
                    <a:pt x="800" y="879"/>
                  </a:lnTo>
                  <a:lnTo>
                    <a:pt x="1513" y="477"/>
                  </a:lnTo>
                  <a:lnTo>
                    <a:pt x="72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Freeform 24"/>
            <p:cNvSpPr/>
            <p:nvPr/>
          </p:nvSpPr>
          <p:spPr bwMode="auto">
            <a:xfrm>
              <a:off x="3265" y="1801"/>
              <a:ext cx="711" cy="1288"/>
            </a:xfrm>
            <a:custGeom>
              <a:avLst/>
              <a:gdLst>
                <a:gd name="T0" fmla="*/ 711 w 711"/>
                <a:gd name="T1" fmla="*/ 0 h 1288"/>
                <a:gd name="T2" fmla="*/ 711 w 711"/>
                <a:gd name="T3" fmla="*/ 844 h 1288"/>
                <a:gd name="T4" fmla="*/ 0 w 711"/>
                <a:gd name="T5" fmla="*/ 1288 h 1288"/>
                <a:gd name="T6" fmla="*/ 0 w 711"/>
                <a:gd name="T7" fmla="*/ 400 h 1288"/>
                <a:gd name="T8" fmla="*/ 711 w 711"/>
                <a:gd name="T9" fmla="*/ 0 h 1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1" h="1288">
                  <a:moveTo>
                    <a:pt x="711" y="0"/>
                  </a:moveTo>
                  <a:lnTo>
                    <a:pt x="711" y="844"/>
                  </a:lnTo>
                  <a:lnTo>
                    <a:pt x="0" y="1288"/>
                  </a:lnTo>
                  <a:lnTo>
                    <a:pt x="0" y="400"/>
                  </a:lnTo>
                  <a:lnTo>
                    <a:pt x="711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90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Freeform 25"/>
            <p:cNvSpPr/>
            <p:nvPr/>
          </p:nvSpPr>
          <p:spPr bwMode="auto">
            <a:xfrm>
              <a:off x="2465" y="1745"/>
              <a:ext cx="800" cy="1344"/>
            </a:xfrm>
            <a:custGeom>
              <a:avLst/>
              <a:gdLst>
                <a:gd name="T0" fmla="*/ 0 w 800"/>
                <a:gd name="T1" fmla="*/ 0 h 1344"/>
                <a:gd name="T2" fmla="*/ 0 w 800"/>
                <a:gd name="T3" fmla="*/ 878 h 1344"/>
                <a:gd name="T4" fmla="*/ 800 w 800"/>
                <a:gd name="T5" fmla="*/ 1344 h 1344"/>
                <a:gd name="T6" fmla="*/ 800 w 800"/>
                <a:gd name="T7" fmla="*/ 467 h 1344"/>
                <a:gd name="T8" fmla="*/ 0 w 800"/>
                <a:gd name="T9" fmla="*/ 0 h 1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0" h="1344">
                  <a:moveTo>
                    <a:pt x="0" y="0"/>
                  </a:moveTo>
                  <a:lnTo>
                    <a:pt x="0" y="878"/>
                  </a:lnTo>
                  <a:lnTo>
                    <a:pt x="800" y="1344"/>
                  </a:lnTo>
                  <a:lnTo>
                    <a:pt x="800" y="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7" name="Group 26"/>
          <p:cNvGrpSpPr/>
          <p:nvPr/>
        </p:nvGrpSpPr>
        <p:grpSpPr bwMode="auto">
          <a:xfrm>
            <a:off x="9114193" y="3643015"/>
            <a:ext cx="2243138" cy="2097088"/>
            <a:chOff x="3178" y="2089"/>
            <a:chExt cx="1413" cy="1321"/>
          </a:xfrm>
        </p:grpSpPr>
        <p:sp>
          <p:nvSpPr>
            <p:cNvPr id="108" name="Freeform 27"/>
            <p:cNvSpPr/>
            <p:nvPr/>
          </p:nvSpPr>
          <p:spPr bwMode="auto">
            <a:xfrm>
              <a:off x="3178" y="2089"/>
              <a:ext cx="622" cy="911"/>
            </a:xfrm>
            <a:custGeom>
              <a:avLst/>
              <a:gdLst>
                <a:gd name="T0" fmla="*/ 622 w 622"/>
                <a:gd name="T1" fmla="*/ 0 h 911"/>
                <a:gd name="T2" fmla="*/ 611 w 622"/>
                <a:gd name="T3" fmla="*/ 289 h 911"/>
                <a:gd name="T4" fmla="*/ 100 w 622"/>
                <a:gd name="T5" fmla="*/ 911 h 911"/>
                <a:gd name="T6" fmla="*/ 0 w 622"/>
                <a:gd name="T7" fmla="*/ 222 h 911"/>
                <a:gd name="T8" fmla="*/ 34 w 622"/>
                <a:gd name="T9" fmla="*/ 89 h 911"/>
                <a:gd name="T10" fmla="*/ 622 w 622"/>
                <a:gd name="T11" fmla="*/ 0 h 9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2" h="911">
                  <a:moveTo>
                    <a:pt x="622" y="0"/>
                  </a:moveTo>
                  <a:lnTo>
                    <a:pt x="611" y="289"/>
                  </a:lnTo>
                  <a:lnTo>
                    <a:pt x="100" y="911"/>
                  </a:lnTo>
                  <a:lnTo>
                    <a:pt x="0" y="222"/>
                  </a:lnTo>
                  <a:lnTo>
                    <a:pt x="34" y="89"/>
                  </a:lnTo>
                  <a:lnTo>
                    <a:pt x="6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Freeform 28"/>
            <p:cNvSpPr/>
            <p:nvPr/>
          </p:nvSpPr>
          <p:spPr bwMode="auto">
            <a:xfrm>
              <a:off x="3789" y="2106"/>
              <a:ext cx="802" cy="72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197 h 960"/>
                <a:gd name="T4" fmla="*/ 602 w 1069"/>
                <a:gd name="T5" fmla="*/ 540 h 960"/>
                <a:gd name="T6" fmla="*/ 602 w 1069"/>
                <a:gd name="T7" fmla="*/ 356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Freeform 29"/>
            <p:cNvSpPr/>
            <p:nvPr/>
          </p:nvSpPr>
          <p:spPr bwMode="auto">
            <a:xfrm>
              <a:off x="3300" y="2366"/>
              <a:ext cx="1289" cy="1044"/>
            </a:xfrm>
            <a:custGeom>
              <a:avLst/>
              <a:gdLst>
                <a:gd name="T0" fmla="*/ 500 w 1289"/>
                <a:gd name="T1" fmla="*/ 0 h 1044"/>
                <a:gd name="T2" fmla="*/ 1289 w 1289"/>
                <a:gd name="T3" fmla="*/ 444 h 1044"/>
                <a:gd name="T4" fmla="*/ 789 w 1289"/>
                <a:gd name="T5" fmla="*/ 1044 h 1044"/>
                <a:gd name="T6" fmla="*/ 0 w 1289"/>
                <a:gd name="T7" fmla="*/ 601 h 1044"/>
                <a:gd name="T8" fmla="*/ 500 w 1289"/>
                <a:gd name="T9" fmla="*/ 0 h 10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89" h="1044">
                  <a:moveTo>
                    <a:pt x="500" y="0"/>
                  </a:moveTo>
                  <a:lnTo>
                    <a:pt x="1289" y="444"/>
                  </a:lnTo>
                  <a:lnTo>
                    <a:pt x="789" y="1044"/>
                  </a:lnTo>
                  <a:lnTo>
                    <a:pt x="0" y="601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1" name="Group 30"/>
          <p:cNvGrpSpPr/>
          <p:nvPr/>
        </p:nvGrpSpPr>
        <p:grpSpPr bwMode="auto">
          <a:xfrm>
            <a:off x="10046056" y="4947940"/>
            <a:ext cx="1093787" cy="1373188"/>
            <a:chOff x="2711" y="1890"/>
            <a:chExt cx="689" cy="865"/>
          </a:xfrm>
        </p:grpSpPr>
        <p:sp>
          <p:nvSpPr>
            <p:cNvPr id="112" name="Freeform 31"/>
            <p:cNvSpPr/>
            <p:nvPr/>
          </p:nvSpPr>
          <p:spPr bwMode="auto">
            <a:xfrm>
              <a:off x="2711" y="2337"/>
              <a:ext cx="689" cy="418"/>
            </a:xfrm>
            <a:custGeom>
              <a:avLst/>
              <a:gdLst>
                <a:gd name="T0" fmla="*/ 279 w 689"/>
                <a:gd name="T1" fmla="*/ 0 h 418"/>
                <a:gd name="T2" fmla="*/ 689 w 689"/>
                <a:gd name="T3" fmla="*/ 218 h 418"/>
                <a:gd name="T4" fmla="*/ 256 w 689"/>
                <a:gd name="T5" fmla="*/ 418 h 418"/>
                <a:gd name="T6" fmla="*/ 0 w 689"/>
                <a:gd name="T7" fmla="*/ 241 h 418"/>
                <a:gd name="T8" fmla="*/ 279 w 689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9" h="418">
                  <a:moveTo>
                    <a:pt x="279" y="0"/>
                  </a:moveTo>
                  <a:lnTo>
                    <a:pt x="689" y="218"/>
                  </a:lnTo>
                  <a:lnTo>
                    <a:pt x="256" y="418"/>
                  </a:lnTo>
                  <a:lnTo>
                    <a:pt x="0" y="241"/>
                  </a:lnTo>
                  <a:lnTo>
                    <a:pt x="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Freeform 32"/>
            <p:cNvSpPr/>
            <p:nvPr/>
          </p:nvSpPr>
          <p:spPr bwMode="auto">
            <a:xfrm>
              <a:off x="3006" y="1890"/>
              <a:ext cx="288" cy="615"/>
            </a:xfrm>
            <a:custGeom>
              <a:avLst/>
              <a:gdLst>
                <a:gd name="T0" fmla="*/ 0 w 383"/>
                <a:gd name="T1" fmla="*/ 0 h 820"/>
                <a:gd name="T2" fmla="*/ 217 w 383"/>
                <a:gd name="T3" fmla="*/ 127 h 820"/>
                <a:gd name="T4" fmla="*/ 217 w 383"/>
                <a:gd name="T5" fmla="*/ 461 h 820"/>
                <a:gd name="T6" fmla="*/ 0 w 383"/>
                <a:gd name="T7" fmla="*/ 344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Freeform 33"/>
            <p:cNvSpPr/>
            <p:nvPr/>
          </p:nvSpPr>
          <p:spPr bwMode="auto">
            <a:xfrm>
              <a:off x="2756" y="1890"/>
              <a:ext cx="255" cy="643"/>
            </a:xfrm>
            <a:custGeom>
              <a:avLst/>
              <a:gdLst>
                <a:gd name="T0" fmla="*/ 4 w 255"/>
                <a:gd name="T1" fmla="*/ 300 h 643"/>
                <a:gd name="T2" fmla="*/ 0 w 255"/>
                <a:gd name="T3" fmla="*/ 643 h 643"/>
                <a:gd name="T4" fmla="*/ 255 w 255"/>
                <a:gd name="T5" fmla="*/ 452 h 643"/>
                <a:gd name="T6" fmla="*/ 255 w 255"/>
                <a:gd name="T7" fmla="*/ 0 h 643"/>
                <a:gd name="T8" fmla="*/ 4 w 255"/>
                <a:gd name="T9" fmla="*/ 300 h 6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5" h="643">
                  <a:moveTo>
                    <a:pt x="4" y="300"/>
                  </a:moveTo>
                  <a:lnTo>
                    <a:pt x="0" y="643"/>
                  </a:lnTo>
                  <a:lnTo>
                    <a:pt x="255" y="452"/>
                  </a:lnTo>
                  <a:lnTo>
                    <a:pt x="255" y="0"/>
                  </a:lnTo>
                  <a:lnTo>
                    <a:pt x="4" y="3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5" name="Freeform 34"/>
          <p:cNvSpPr/>
          <p:nvPr/>
        </p:nvSpPr>
        <p:spPr bwMode="auto">
          <a:xfrm>
            <a:off x="10609618" y="5333703"/>
            <a:ext cx="225425" cy="280987"/>
          </a:xfrm>
          <a:custGeom>
            <a:avLst/>
            <a:gdLst>
              <a:gd name="T0" fmla="*/ 8764229 w 948"/>
              <a:gd name="T1" fmla="*/ 1937784 h 1177"/>
              <a:gd name="T2" fmla="*/ 5315084 w 948"/>
              <a:gd name="T3" fmla="*/ 4730465 h 1177"/>
              <a:gd name="T4" fmla="*/ 2600948 w 948"/>
              <a:gd name="T5" fmla="*/ 8548976 h 1177"/>
              <a:gd name="T6" fmla="*/ 848197 w 948"/>
              <a:gd name="T7" fmla="*/ 13222384 h 1177"/>
              <a:gd name="T8" fmla="*/ 0 w 948"/>
              <a:gd name="T9" fmla="*/ 18693633 h 1177"/>
              <a:gd name="T10" fmla="*/ 169544 w 948"/>
              <a:gd name="T11" fmla="*/ 24677916 h 1177"/>
              <a:gd name="T12" fmla="*/ 1243880 w 948"/>
              <a:gd name="T13" fmla="*/ 30947006 h 1177"/>
              <a:gd name="T14" fmla="*/ 3279601 w 948"/>
              <a:gd name="T15" fmla="*/ 37330209 h 1177"/>
              <a:gd name="T16" fmla="*/ 6163281 w 948"/>
              <a:gd name="T17" fmla="*/ 43599538 h 1177"/>
              <a:gd name="T18" fmla="*/ 9725614 w 948"/>
              <a:gd name="T19" fmla="*/ 49469707 h 1177"/>
              <a:gd name="T20" fmla="*/ 13966363 w 948"/>
              <a:gd name="T21" fmla="*/ 54827081 h 1177"/>
              <a:gd name="T22" fmla="*/ 18659626 w 948"/>
              <a:gd name="T23" fmla="*/ 59329558 h 1177"/>
              <a:gd name="T24" fmla="*/ 23635383 w 948"/>
              <a:gd name="T25" fmla="*/ 62976898 h 1177"/>
              <a:gd name="T26" fmla="*/ 28724329 w 948"/>
              <a:gd name="T27" fmla="*/ 65484772 h 1177"/>
              <a:gd name="T28" fmla="*/ 33813274 w 948"/>
              <a:gd name="T29" fmla="*/ 66909522 h 1177"/>
              <a:gd name="T30" fmla="*/ 38506537 w 948"/>
              <a:gd name="T31" fmla="*/ 67080454 h 1177"/>
              <a:gd name="T32" fmla="*/ 42860474 w 948"/>
              <a:gd name="T33" fmla="*/ 66054624 h 1177"/>
              <a:gd name="T34" fmla="*/ 46648945 w 948"/>
              <a:gd name="T35" fmla="*/ 63888852 h 1177"/>
              <a:gd name="T36" fmla="*/ 49702170 w 948"/>
              <a:gd name="T37" fmla="*/ 60640194 h 1177"/>
              <a:gd name="T38" fmla="*/ 51964029 w 948"/>
              <a:gd name="T39" fmla="*/ 56308888 h 1177"/>
              <a:gd name="T40" fmla="*/ 53264503 w 948"/>
              <a:gd name="T41" fmla="*/ 51236559 h 1177"/>
              <a:gd name="T42" fmla="*/ 53603830 w 948"/>
              <a:gd name="T43" fmla="*/ 45537083 h 1177"/>
              <a:gd name="T44" fmla="*/ 52981771 w 948"/>
              <a:gd name="T45" fmla="*/ 39325050 h 1177"/>
              <a:gd name="T46" fmla="*/ 51455159 w 948"/>
              <a:gd name="T47" fmla="*/ 32941846 h 1177"/>
              <a:gd name="T48" fmla="*/ 48967161 w 948"/>
              <a:gd name="T49" fmla="*/ 26672518 h 1177"/>
              <a:gd name="T50" fmla="*/ 45744154 w 948"/>
              <a:gd name="T51" fmla="*/ 20574360 h 1177"/>
              <a:gd name="T52" fmla="*/ 41786138 w 948"/>
              <a:gd name="T53" fmla="*/ 14875122 h 1177"/>
              <a:gd name="T54" fmla="*/ 37319014 w 948"/>
              <a:gd name="T55" fmla="*/ 9916669 h 1177"/>
              <a:gd name="T56" fmla="*/ 32456444 w 948"/>
              <a:gd name="T57" fmla="*/ 5870169 h 1177"/>
              <a:gd name="T58" fmla="*/ 27367261 w 948"/>
              <a:gd name="T59" fmla="*/ 2735624 h 1177"/>
              <a:gd name="T60" fmla="*/ 22334909 w 948"/>
              <a:gd name="T61" fmla="*/ 741023 h 1177"/>
              <a:gd name="T62" fmla="*/ 17415508 w 948"/>
              <a:gd name="T63" fmla="*/ 0 h 1177"/>
              <a:gd name="T64" fmla="*/ 12835433 w 948"/>
              <a:gd name="T65" fmla="*/ 398920 h 1177"/>
              <a:gd name="T66" fmla="*/ 8764229 w 948"/>
              <a:gd name="T67" fmla="*/ 1937784 h 1177"/>
              <a:gd name="T68" fmla="*/ 8820823 w 948"/>
              <a:gd name="T69" fmla="*/ 1937784 h 1177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948" h="1177">
                <a:moveTo>
                  <a:pt x="155" y="34"/>
                </a:moveTo>
                <a:lnTo>
                  <a:pt x="94" y="83"/>
                </a:lnTo>
                <a:lnTo>
                  <a:pt x="46" y="150"/>
                </a:lnTo>
                <a:lnTo>
                  <a:pt x="15" y="232"/>
                </a:lnTo>
                <a:lnTo>
                  <a:pt x="0" y="328"/>
                </a:lnTo>
                <a:lnTo>
                  <a:pt x="3" y="433"/>
                </a:lnTo>
                <a:lnTo>
                  <a:pt x="22" y="543"/>
                </a:lnTo>
                <a:lnTo>
                  <a:pt x="58" y="655"/>
                </a:lnTo>
                <a:lnTo>
                  <a:pt x="109" y="765"/>
                </a:lnTo>
                <a:lnTo>
                  <a:pt x="172" y="868"/>
                </a:lnTo>
                <a:lnTo>
                  <a:pt x="247" y="962"/>
                </a:lnTo>
                <a:lnTo>
                  <a:pt x="330" y="1041"/>
                </a:lnTo>
                <a:lnTo>
                  <a:pt x="418" y="1105"/>
                </a:lnTo>
                <a:lnTo>
                  <a:pt x="508" y="1149"/>
                </a:lnTo>
                <a:lnTo>
                  <a:pt x="598" y="1174"/>
                </a:lnTo>
                <a:lnTo>
                  <a:pt x="681" y="1177"/>
                </a:lnTo>
                <a:lnTo>
                  <a:pt x="758" y="1159"/>
                </a:lnTo>
                <a:lnTo>
                  <a:pt x="825" y="1121"/>
                </a:lnTo>
                <a:lnTo>
                  <a:pt x="879" y="1064"/>
                </a:lnTo>
                <a:lnTo>
                  <a:pt x="919" y="988"/>
                </a:lnTo>
                <a:lnTo>
                  <a:pt x="942" y="899"/>
                </a:lnTo>
                <a:lnTo>
                  <a:pt x="948" y="799"/>
                </a:lnTo>
                <a:lnTo>
                  <a:pt x="937" y="690"/>
                </a:lnTo>
                <a:lnTo>
                  <a:pt x="910" y="578"/>
                </a:lnTo>
                <a:lnTo>
                  <a:pt x="866" y="468"/>
                </a:lnTo>
                <a:lnTo>
                  <a:pt x="809" y="361"/>
                </a:lnTo>
                <a:lnTo>
                  <a:pt x="739" y="261"/>
                </a:lnTo>
                <a:lnTo>
                  <a:pt x="660" y="174"/>
                </a:lnTo>
                <a:lnTo>
                  <a:pt x="574" y="103"/>
                </a:lnTo>
                <a:lnTo>
                  <a:pt x="484" y="48"/>
                </a:lnTo>
                <a:lnTo>
                  <a:pt x="395" y="13"/>
                </a:lnTo>
                <a:lnTo>
                  <a:pt x="308" y="0"/>
                </a:lnTo>
                <a:lnTo>
                  <a:pt x="227" y="7"/>
                </a:lnTo>
                <a:lnTo>
                  <a:pt x="155" y="34"/>
                </a:lnTo>
                <a:lnTo>
                  <a:pt x="156" y="34"/>
                </a:lnTo>
              </a:path>
            </a:pathLst>
          </a:custGeom>
          <a:gradFill rotWithShape="0">
            <a:gsLst>
              <a:gs pos="0">
                <a:srgbClr val="765E00"/>
              </a:gs>
              <a:gs pos="50000">
                <a:srgbClr val="FFCC00"/>
              </a:gs>
              <a:gs pos="100000">
                <a:srgbClr val="765E00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0000"/>
                </a:solidFill>
                <a:prstDash val="solid"/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6" name="Group 35"/>
          <p:cNvGrpSpPr/>
          <p:nvPr/>
        </p:nvGrpSpPr>
        <p:grpSpPr bwMode="auto">
          <a:xfrm>
            <a:off x="9412643" y="4838403"/>
            <a:ext cx="749300" cy="1087437"/>
            <a:chOff x="2312" y="1791"/>
            <a:chExt cx="472" cy="685"/>
          </a:xfrm>
        </p:grpSpPr>
        <p:sp>
          <p:nvSpPr>
            <p:cNvPr id="117" name="Freeform 36"/>
            <p:cNvSpPr/>
            <p:nvPr/>
          </p:nvSpPr>
          <p:spPr bwMode="auto">
            <a:xfrm>
              <a:off x="2373" y="1791"/>
              <a:ext cx="180" cy="513"/>
            </a:xfrm>
            <a:custGeom>
              <a:avLst/>
              <a:gdLst>
                <a:gd name="T0" fmla="*/ 0 w 240"/>
                <a:gd name="T1" fmla="*/ 160 h 683"/>
                <a:gd name="T2" fmla="*/ 135 w 240"/>
                <a:gd name="T3" fmla="*/ 0 h 683"/>
                <a:gd name="T4" fmla="*/ 135 w 240"/>
                <a:gd name="T5" fmla="*/ 308 h 683"/>
                <a:gd name="T6" fmla="*/ 0 w 240"/>
                <a:gd name="T7" fmla="*/ 385 h 683"/>
                <a:gd name="T8" fmla="*/ 0 w 240"/>
                <a:gd name="T9" fmla="*/ 160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" name="Freeform 37"/>
            <p:cNvSpPr/>
            <p:nvPr/>
          </p:nvSpPr>
          <p:spPr bwMode="auto">
            <a:xfrm>
              <a:off x="2312" y="2203"/>
              <a:ext cx="311" cy="273"/>
            </a:xfrm>
            <a:custGeom>
              <a:avLst/>
              <a:gdLst>
                <a:gd name="T0" fmla="*/ 222 w 311"/>
                <a:gd name="T1" fmla="*/ 0 h 273"/>
                <a:gd name="T2" fmla="*/ 0 w 311"/>
                <a:gd name="T3" fmla="*/ 123 h 273"/>
                <a:gd name="T4" fmla="*/ 311 w 311"/>
                <a:gd name="T5" fmla="*/ 273 h 273"/>
                <a:gd name="T6" fmla="*/ 311 w 311"/>
                <a:gd name="T7" fmla="*/ 41 h 273"/>
                <a:gd name="T8" fmla="*/ 222 w 311"/>
                <a:gd name="T9" fmla="*/ 0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1" h="273">
                  <a:moveTo>
                    <a:pt x="222" y="0"/>
                  </a:moveTo>
                  <a:lnTo>
                    <a:pt x="0" y="123"/>
                  </a:lnTo>
                  <a:lnTo>
                    <a:pt x="311" y="273"/>
                  </a:lnTo>
                  <a:lnTo>
                    <a:pt x="311" y="41"/>
                  </a:lnTo>
                  <a:lnTo>
                    <a:pt x="2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9" name="Freeform 38"/>
            <p:cNvSpPr/>
            <p:nvPr/>
          </p:nvSpPr>
          <p:spPr bwMode="auto">
            <a:xfrm>
              <a:off x="2539" y="1799"/>
              <a:ext cx="245" cy="441"/>
            </a:xfrm>
            <a:custGeom>
              <a:avLst/>
              <a:gdLst>
                <a:gd name="T0" fmla="*/ 0 w 245"/>
                <a:gd name="T1" fmla="*/ 0 h 441"/>
                <a:gd name="T2" fmla="*/ 245 w 245"/>
                <a:gd name="T3" fmla="*/ 137 h 441"/>
                <a:gd name="T4" fmla="*/ 85 w 245"/>
                <a:gd name="T5" fmla="*/ 345 h 441"/>
                <a:gd name="T6" fmla="*/ 85 w 245"/>
                <a:gd name="T7" fmla="*/ 441 h 441"/>
                <a:gd name="T8" fmla="*/ 0 w 245"/>
                <a:gd name="T9" fmla="*/ 404 h 441"/>
                <a:gd name="T10" fmla="*/ 0 w 245"/>
                <a:gd name="T11" fmla="*/ 0 h 4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5" h="441">
                  <a:moveTo>
                    <a:pt x="0" y="0"/>
                  </a:moveTo>
                  <a:lnTo>
                    <a:pt x="245" y="137"/>
                  </a:lnTo>
                  <a:lnTo>
                    <a:pt x="85" y="345"/>
                  </a:lnTo>
                  <a:lnTo>
                    <a:pt x="85" y="441"/>
                  </a:lnTo>
                  <a:lnTo>
                    <a:pt x="0" y="40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" name="Text Box 39"/>
          <p:cNvSpPr txBox="1">
            <a:spLocks noChangeArrowheads="1"/>
          </p:cNvSpPr>
          <p:nvPr/>
        </p:nvSpPr>
        <p:spPr bwMode="auto">
          <a:xfrm>
            <a:off x="10184168" y="423674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i="1" dirty="0"/>
              <a:t>p</a:t>
            </a:r>
            <a:endParaRPr lang="en-US" altLang="zh-CN" sz="3600" i="1" dirty="0"/>
          </a:p>
        </p:txBody>
      </p:sp>
      <p:sp>
        <p:nvSpPr>
          <p:cNvPr id="121" name="Rectangle 40"/>
          <p:cNvSpPr>
            <a:spLocks noChangeArrowheads="1"/>
          </p:cNvSpPr>
          <p:nvPr/>
        </p:nvSpPr>
        <p:spPr bwMode="auto">
          <a:xfrm>
            <a:off x="5403412" y="4019253"/>
            <a:ext cx="1746250" cy="190500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122" name="Line 41"/>
          <p:cNvSpPr>
            <a:spLocks noChangeShapeType="1"/>
          </p:cNvSpPr>
          <p:nvPr/>
        </p:nvSpPr>
        <p:spPr bwMode="auto">
          <a:xfrm>
            <a:off x="5403412" y="1249065"/>
            <a:ext cx="0" cy="149860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3" name="Line 42"/>
          <p:cNvSpPr>
            <a:spLocks noChangeShapeType="1"/>
          </p:cNvSpPr>
          <p:nvPr/>
        </p:nvSpPr>
        <p:spPr bwMode="auto">
          <a:xfrm>
            <a:off x="5279587" y="1336378"/>
            <a:ext cx="13589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4" name="Line 43"/>
          <p:cNvSpPr>
            <a:spLocks noChangeShapeType="1"/>
          </p:cNvSpPr>
          <p:nvPr/>
        </p:nvSpPr>
        <p:spPr bwMode="auto">
          <a:xfrm>
            <a:off x="6636900" y="1988840"/>
            <a:ext cx="1303337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5" name="Line 44"/>
          <p:cNvSpPr>
            <a:spLocks noChangeShapeType="1"/>
          </p:cNvSpPr>
          <p:nvPr/>
        </p:nvSpPr>
        <p:spPr bwMode="auto">
          <a:xfrm>
            <a:off x="6635312" y="1345903"/>
            <a:ext cx="0" cy="635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6" name="Line 45"/>
          <p:cNvSpPr>
            <a:spLocks noChangeShapeType="1"/>
          </p:cNvSpPr>
          <p:nvPr/>
        </p:nvSpPr>
        <p:spPr bwMode="auto">
          <a:xfrm flipH="1">
            <a:off x="5390712" y="1980903"/>
            <a:ext cx="1244600" cy="774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7" name="Line 46"/>
          <p:cNvSpPr>
            <a:spLocks noChangeShapeType="1"/>
          </p:cNvSpPr>
          <p:nvPr/>
        </p:nvSpPr>
        <p:spPr bwMode="auto">
          <a:xfrm>
            <a:off x="5403412" y="2730203"/>
            <a:ext cx="2540000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8" name="Line 47"/>
          <p:cNvSpPr>
            <a:spLocks noChangeShapeType="1"/>
          </p:cNvSpPr>
          <p:nvPr/>
        </p:nvSpPr>
        <p:spPr bwMode="auto">
          <a:xfrm>
            <a:off x="7960875" y="2730203"/>
            <a:ext cx="1905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9" name="Line 48"/>
          <p:cNvSpPr>
            <a:spLocks noChangeShapeType="1"/>
          </p:cNvSpPr>
          <p:nvPr/>
        </p:nvSpPr>
        <p:spPr bwMode="auto">
          <a:xfrm>
            <a:off x="6636900" y="1988840"/>
            <a:ext cx="0" cy="20288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0" name="Line 49"/>
          <p:cNvSpPr>
            <a:spLocks noChangeShapeType="1"/>
          </p:cNvSpPr>
          <p:nvPr/>
        </p:nvSpPr>
        <p:spPr bwMode="auto">
          <a:xfrm flipV="1">
            <a:off x="5403412" y="4370090"/>
            <a:ext cx="0" cy="687388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1" name="Line 50"/>
          <p:cNvSpPr>
            <a:spLocks noChangeShapeType="1"/>
          </p:cNvSpPr>
          <p:nvPr/>
        </p:nvSpPr>
        <p:spPr bwMode="auto">
          <a:xfrm>
            <a:off x="5403412" y="5054303"/>
            <a:ext cx="444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2" name="Line 51"/>
          <p:cNvSpPr>
            <a:spLocks noChangeShapeType="1"/>
          </p:cNvSpPr>
          <p:nvPr/>
        </p:nvSpPr>
        <p:spPr bwMode="auto">
          <a:xfrm flipH="1">
            <a:off x="5403412" y="4355803"/>
            <a:ext cx="4445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" name="Line 52"/>
          <p:cNvSpPr>
            <a:spLocks noChangeShapeType="1"/>
          </p:cNvSpPr>
          <p:nvPr/>
        </p:nvSpPr>
        <p:spPr bwMode="auto">
          <a:xfrm flipV="1">
            <a:off x="5843150" y="3452515"/>
            <a:ext cx="0" cy="90011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" name="Line 53"/>
          <p:cNvSpPr>
            <a:spLocks noChangeShapeType="1"/>
          </p:cNvSpPr>
          <p:nvPr/>
        </p:nvSpPr>
        <p:spPr bwMode="auto">
          <a:xfrm>
            <a:off x="5843150" y="2465090"/>
            <a:ext cx="2452687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5" name="Line 54"/>
          <p:cNvSpPr>
            <a:spLocks noChangeShapeType="1"/>
          </p:cNvSpPr>
          <p:nvPr/>
        </p:nvSpPr>
        <p:spPr bwMode="auto">
          <a:xfrm>
            <a:off x="8295837" y="2730203"/>
            <a:ext cx="70485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6" name="Line 55"/>
          <p:cNvSpPr>
            <a:spLocks noChangeShapeType="1"/>
          </p:cNvSpPr>
          <p:nvPr/>
        </p:nvSpPr>
        <p:spPr bwMode="auto">
          <a:xfrm>
            <a:off x="8295837" y="2463503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7" name="Line 56"/>
          <p:cNvSpPr>
            <a:spLocks noChangeShapeType="1"/>
          </p:cNvSpPr>
          <p:nvPr/>
        </p:nvSpPr>
        <p:spPr bwMode="auto">
          <a:xfrm>
            <a:off x="5403412" y="5428953"/>
            <a:ext cx="0" cy="493712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8" name="Line 57"/>
          <p:cNvSpPr>
            <a:spLocks noChangeShapeType="1"/>
          </p:cNvSpPr>
          <p:nvPr/>
        </p:nvSpPr>
        <p:spPr bwMode="auto">
          <a:xfrm>
            <a:off x="5403412" y="5922665"/>
            <a:ext cx="70485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9" name="Line 58"/>
          <p:cNvSpPr>
            <a:spLocks noChangeShapeType="1"/>
          </p:cNvSpPr>
          <p:nvPr/>
        </p:nvSpPr>
        <p:spPr bwMode="auto">
          <a:xfrm flipV="1">
            <a:off x="6108262" y="3469978"/>
            <a:ext cx="0" cy="1939925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0" name="Line 59"/>
          <p:cNvSpPr>
            <a:spLocks noChangeShapeType="1"/>
          </p:cNvSpPr>
          <p:nvPr/>
        </p:nvSpPr>
        <p:spPr bwMode="auto">
          <a:xfrm>
            <a:off x="6108262" y="2306340"/>
            <a:ext cx="3228975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1" name="Line 60"/>
          <p:cNvSpPr>
            <a:spLocks noChangeShapeType="1"/>
          </p:cNvSpPr>
          <p:nvPr/>
        </p:nvSpPr>
        <p:spPr bwMode="auto">
          <a:xfrm>
            <a:off x="9337237" y="2730203"/>
            <a:ext cx="528638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2" name="Line 61"/>
          <p:cNvSpPr>
            <a:spLocks noChangeShapeType="1"/>
          </p:cNvSpPr>
          <p:nvPr/>
        </p:nvSpPr>
        <p:spPr bwMode="auto">
          <a:xfrm>
            <a:off x="9337237" y="2298403"/>
            <a:ext cx="0" cy="11557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3" name="Line 62"/>
          <p:cNvSpPr>
            <a:spLocks noChangeShapeType="1"/>
          </p:cNvSpPr>
          <p:nvPr/>
        </p:nvSpPr>
        <p:spPr bwMode="auto">
          <a:xfrm>
            <a:off x="8983225" y="2465090"/>
            <a:ext cx="0" cy="987425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4" name="Line 63"/>
          <p:cNvSpPr>
            <a:spLocks noChangeShapeType="1"/>
          </p:cNvSpPr>
          <p:nvPr/>
        </p:nvSpPr>
        <p:spPr bwMode="auto">
          <a:xfrm flipV="1">
            <a:off x="6101912" y="5405140"/>
            <a:ext cx="0" cy="52546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5" name="Freeform 64"/>
          <p:cNvSpPr/>
          <p:nvPr/>
        </p:nvSpPr>
        <p:spPr bwMode="auto">
          <a:xfrm>
            <a:off x="5403412" y="4017665"/>
            <a:ext cx="1233488" cy="1905000"/>
          </a:xfrm>
          <a:custGeom>
            <a:avLst/>
            <a:gdLst>
              <a:gd name="T0" fmla="*/ 0 w 777"/>
              <a:gd name="T1" fmla="*/ 0 h 1200"/>
              <a:gd name="T2" fmla="*/ 1958162994 w 777"/>
              <a:gd name="T3" fmla="*/ 0 h 1200"/>
              <a:gd name="T4" fmla="*/ 1958162994 w 777"/>
              <a:gd name="T5" fmla="*/ 2147483647 h 1200"/>
              <a:gd name="T6" fmla="*/ 1118949829 w 777"/>
              <a:gd name="T7" fmla="*/ 2147483647 h 1200"/>
              <a:gd name="T8" fmla="*/ 1118949829 w 777"/>
              <a:gd name="T9" fmla="*/ 2147483647 h 1200"/>
              <a:gd name="T10" fmla="*/ 0 w 777"/>
              <a:gd name="T11" fmla="*/ 2147483647 h 1200"/>
              <a:gd name="T12" fmla="*/ 0 w 777"/>
              <a:gd name="T13" fmla="*/ 1650703138 h 1200"/>
              <a:gd name="T14" fmla="*/ 698084358 w 777"/>
              <a:gd name="T15" fmla="*/ 1650703138 h 1200"/>
              <a:gd name="T16" fmla="*/ 698084358 w 777"/>
              <a:gd name="T17" fmla="*/ 531753763 h 1200"/>
              <a:gd name="T18" fmla="*/ 0 w 777"/>
              <a:gd name="T19" fmla="*/ 531753763 h 1200"/>
              <a:gd name="T20" fmla="*/ 0 w 777"/>
              <a:gd name="T21" fmla="*/ 0 h 12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77" h="1200">
                <a:moveTo>
                  <a:pt x="0" y="0"/>
                </a:moveTo>
                <a:lnTo>
                  <a:pt x="777" y="0"/>
                </a:lnTo>
                <a:lnTo>
                  <a:pt x="777" y="1200"/>
                </a:lnTo>
                <a:lnTo>
                  <a:pt x="444" y="1200"/>
                </a:lnTo>
                <a:lnTo>
                  <a:pt x="444" y="877"/>
                </a:lnTo>
                <a:lnTo>
                  <a:pt x="0" y="877"/>
                </a:lnTo>
                <a:lnTo>
                  <a:pt x="0" y="655"/>
                </a:lnTo>
                <a:lnTo>
                  <a:pt x="277" y="655"/>
                </a:lnTo>
                <a:lnTo>
                  <a:pt x="277" y="211"/>
                </a:lnTo>
                <a:lnTo>
                  <a:pt x="0" y="211"/>
                </a:lnTo>
                <a:lnTo>
                  <a:pt x="0" y="0"/>
                </a:lnTo>
                <a:close/>
              </a:path>
            </a:pathLst>
          </a:custGeom>
          <a:solidFill>
            <a:srgbClr val="CC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6" name="Line 65"/>
          <p:cNvSpPr>
            <a:spLocks noChangeShapeType="1"/>
          </p:cNvSpPr>
          <p:nvPr/>
        </p:nvSpPr>
        <p:spPr bwMode="auto">
          <a:xfrm flipV="1">
            <a:off x="5401825" y="1971378"/>
            <a:ext cx="1244600" cy="769937"/>
          </a:xfrm>
          <a:prstGeom prst="line">
            <a:avLst/>
          </a:prstGeom>
          <a:noFill/>
          <a:ln w="38100">
            <a:solidFill>
              <a:srgbClr val="CC66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7" name="Freeform 66"/>
          <p:cNvSpPr/>
          <p:nvPr/>
        </p:nvSpPr>
        <p:spPr bwMode="auto">
          <a:xfrm>
            <a:off x="7943412" y="1988840"/>
            <a:ext cx="1922463" cy="741363"/>
          </a:xfrm>
          <a:custGeom>
            <a:avLst/>
            <a:gdLst>
              <a:gd name="T0" fmla="*/ 0 w 1211"/>
              <a:gd name="T1" fmla="*/ 0 h 467"/>
              <a:gd name="T2" fmla="*/ 2147483647 w 1211"/>
              <a:gd name="T3" fmla="*/ 0 h 467"/>
              <a:gd name="T4" fmla="*/ 2147483647 w 1211"/>
              <a:gd name="T5" fmla="*/ 504031590 h 467"/>
              <a:gd name="T6" fmla="*/ 2147483647 w 1211"/>
              <a:gd name="T7" fmla="*/ 504031590 h 467"/>
              <a:gd name="T8" fmla="*/ 2147483647 w 1211"/>
              <a:gd name="T9" fmla="*/ 1176914556 h 467"/>
              <a:gd name="T10" fmla="*/ 1650703567 w 1211"/>
              <a:gd name="T11" fmla="*/ 1176914556 h 467"/>
              <a:gd name="T12" fmla="*/ 1650703567 w 1211"/>
              <a:gd name="T13" fmla="*/ 756047385 h 467"/>
              <a:gd name="T14" fmla="*/ 559474833 w 1211"/>
              <a:gd name="T15" fmla="*/ 756047385 h 467"/>
              <a:gd name="T16" fmla="*/ 559474833 w 1211"/>
              <a:gd name="T17" fmla="*/ 1176914556 h 467"/>
              <a:gd name="T18" fmla="*/ 0 w 1211"/>
              <a:gd name="T19" fmla="*/ 1176914556 h 467"/>
              <a:gd name="T20" fmla="*/ 0 w 1211"/>
              <a:gd name="T21" fmla="*/ 0 h 46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211" h="467">
                <a:moveTo>
                  <a:pt x="0" y="0"/>
                </a:moveTo>
                <a:lnTo>
                  <a:pt x="1211" y="0"/>
                </a:lnTo>
                <a:lnTo>
                  <a:pt x="1211" y="200"/>
                </a:lnTo>
                <a:lnTo>
                  <a:pt x="878" y="200"/>
                </a:lnTo>
                <a:lnTo>
                  <a:pt x="878" y="467"/>
                </a:lnTo>
                <a:lnTo>
                  <a:pt x="655" y="467"/>
                </a:lnTo>
                <a:lnTo>
                  <a:pt x="655" y="300"/>
                </a:lnTo>
                <a:lnTo>
                  <a:pt x="222" y="300"/>
                </a:lnTo>
                <a:lnTo>
                  <a:pt x="222" y="467"/>
                </a:lnTo>
                <a:lnTo>
                  <a:pt x="0" y="467"/>
                </a:lnTo>
                <a:lnTo>
                  <a:pt x="0" y="0"/>
                </a:lnTo>
                <a:close/>
              </a:path>
            </a:pathLst>
          </a:custGeom>
          <a:solidFill>
            <a:srgbClr val="CC66FF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500"/>
                            </p:stCondLst>
                            <p:childTnLst>
                              <p:par>
                                <p:cTn id="20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000"/>
                            </p:stCondLst>
                            <p:childTnLst>
                              <p:par>
                                <p:cTn id="2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2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15" grpId="0" animBg="1"/>
      <p:bldP spid="120" grpId="0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2370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切割式组合体画图方法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Line 3"/>
          <p:cNvSpPr>
            <a:spLocks noChangeShapeType="1"/>
          </p:cNvSpPr>
          <p:nvPr/>
        </p:nvSpPr>
        <p:spPr bwMode="auto">
          <a:xfrm>
            <a:off x="9780469" y="2744316"/>
            <a:ext cx="0" cy="4191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9577269" y="2960216"/>
            <a:ext cx="4191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9658231" y="2833216"/>
            <a:ext cx="241300" cy="2413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00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6176844" y="5639916"/>
            <a:ext cx="1295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6278444" y="5512916"/>
            <a:ext cx="10668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6278444" y="5779616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579944" y="3976216"/>
            <a:ext cx="17653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7332544" y="3976216"/>
            <a:ext cx="0" cy="1917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H="1">
            <a:off x="6278444" y="5893916"/>
            <a:ext cx="10541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 flipV="1">
            <a:off x="6278444" y="5366866"/>
            <a:ext cx="0" cy="54451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H="1">
            <a:off x="5567244" y="5373216"/>
            <a:ext cx="711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V="1">
            <a:off x="5579944" y="5017616"/>
            <a:ext cx="0" cy="3683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5579944" y="5017616"/>
            <a:ext cx="444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V="1">
            <a:off x="6024444" y="4319116"/>
            <a:ext cx="0" cy="6985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17"/>
          <p:cNvSpPr>
            <a:spLocks noChangeShapeType="1"/>
          </p:cNvSpPr>
          <p:nvPr/>
        </p:nvSpPr>
        <p:spPr bwMode="auto">
          <a:xfrm flipH="1">
            <a:off x="5579944" y="4319116"/>
            <a:ext cx="444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18"/>
          <p:cNvSpPr>
            <a:spLocks noChangeShapeType="1"/>
          </p:cNvSpPr>
          <p:nvPr/>
        </p:nvSpPr>
        <p:spPr bwMode="auto">
          <a:xfrm flipV="1">
            <a:off x="5579944" y="3976216"/>
            <a:ext cx="0" cy="3429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19"/>
          <p:cNvSpPr>
            <a:spLocks noChangeShapeType="1"/>
          </p:cNvSpPr>
          <p:nvPr/>
        </p:nvSpPr>
        <p:spPr bwMode="auto">
          <a:xfrm flipV="1">
            <a:off x="6811844" y="3976216"/>
            <a:ext cx="0" cy="1917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202244" y="2960216"/>
            <a:ext cx="12319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21"/>
          <p:cNvSpPr>
            <a:spLocks noChangeShapeType="1"/>
          </p:cNvSpPr>
          <p:nvPr/>
        </p:nvSpPr>
        <p:spPr bwMode="auto">
          <a:xfrm>
            <a:off x="6024444" y="2426816"/>
            <a:ext cx="0" cy="10033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22"/>
          <p:cNvSpPr>
            <a:spLocks noChangeShapeType="1"/>
          </p:cNvSpPr>
          <p:nvPr/>
        </p:nvSpPr>
        <p:spPr bwMode="auto">
          <a:xfrm>
            <a:off x="6303844" y="2820516"/>
            <a:ext cx="10287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23"/>
          <p:cNvSpPr>
            <a:spLocks noChangeShapeType="1"/>
          </p:cNvSpPr>
          <p:nvPr/>
        </p:nvSpPr>
        <p:spPr bwMode="auto">
          <a:xfrm>
            <a:off x="6278444" y="3087216"/>
            <a:ext cx="10541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24"/>
          <p:cNvSpPr>
            <a:spLocks noChangeShapeType="1"/>
          </p:cNvSpPr>
          <p:nvPr/>
        </p:nvSpPr>
        <p:spPr bwMode="auto">
          <a:xfrm>
            <a:off x="8116769" y="1931516"/>
            <a:ext cx="1905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25"/>
          <p:cNvSpPr>
            <a:spLocks noChangeShapeType="1"/>
          </p:cNvSpPr>
          <p:nvPr/>
        </p:nvSpPr>
        <p:spPr bwMode="auto">
          <a:xfrm>
            <a:off x="8472369" y="2426816"/>
            <a:ext cx="698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26"/>
          <p:cNvSpPr>
            <a:spLocks noChangeShapeType="1"/>
          </p:cNvSpPr>
          <p:nvPr/>
        </p:nvSpPr>
        <p:spPr bwMode="auto">
          <a:xfrm>
            <a:off x="8472369" y="2426816"/>
            <a:ext cx="0" cy="10033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27"/>
          <p:cNvSpPr>
            <a:spLocks noChangeShapeType="1"/>
          </p:cNvSpPr>
          <p:nvPr/>
        </p:nvSpPr>
        <p:spPr bwMode="auto">
          <a:xfrm>
            <a:off x="9170869" y="2426816"/>
            <a:ext cx="0" cy="99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" name="Line 28"/>
          <p:cNvSpPr>
            <a:spLocks noChangeShapeType="1"/>
          </p:cNvSpPr>
          <p:nvPr/>
        </p:nvSpPr>
        <p:spPr bwMode="auto">
          <a:xfrm>
            <a:off x="8129469" y="2718916"/>
            <a:ext cx="3429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29"/>
          <p:cNvSpPr>
            <a:spLocks noChangeShapeType="1"/>
          </p:cNvSpPr>
          <p:nvPr/>
        </p:nvSpPr>
        <p:spPr bwMode="auto">
          <a:xfrm>
            <a:off x="9183569" y="2718916"/>
            <a:ext cx="330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30"/>
          <p:cNvSpPr>
            <a:spLocks noChangeShapeType="1"/>
          </p:cNvSpPr>
          <p:nvPr/>
        </p:nvSpPr>
        <p:spPr bwMode="auto">
          <a:xfrm>
            <a:off x="9513769" y="2261716"/>
            <a:ext cx="0" cy="1155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Line 31"/>
          <p:cNvSpPr>
            <a:spLocks noChangeShapeType="1"/>
          </p:cNvSpPr>
          <p:nvPr/>
        </p:nvSpPr>
        <p:spPr bwMode="auto">
          <a:xfrm>
            <a:off x="9513769" y="2261716"/>
            <a:ext cx="5334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Line 32"/>
          <p:cNvSpPr>
            <a:spLocks noChangeShapeType="1"/>
          </p:cNvSpPr>
          <p:nvPr/>
        </p:nvSpPr>
        <p:spPr bwMode="auto">
          <a:xfrm>
            <a:off x="6811844" y="1309216"/>
            <a:ext cx="520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Line 33"/>
          <p:cNvSpPr>
            <a:spLocks noChangeShapeType="1"/>
          </p:cNvSpPr>
          <p:nvPr/>
        </p:nvSpPr>
        <p:spPr bwMode="auto">
          <a:xfrm>
            <a:off x="8116769" y="1309216"/>
            <a:ext cx="1917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" name="Line 34"/>
          <p:cNvSpPr>
            <a:spLocks noChangeShapeType="1"/>
          </p:cNvSpPr>
          <p:nvPr/>
        </p:nvSpPr>
        <p:spPr bwMode="auto">
          <a:xfrm>
            <a:off x="7332544" y="1309216"/>
            <a:ext cx="0" cy="21209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" name="Line 35"/>
          <p:cNvSpPr>
            <a:spLocks noChangeShapeType="1"/>
          </p:cNvSpPr>
          <p:nvPr/>
        </p:nvSpPr>
        <p:spPr bwMode="auto">
          <a:xfrm>
            <a:off x="8116769" y="1309216"/>
            <a:ext cx="0" cy="210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Line 36"/>
          <p:cNvSpPr>
            <a:spLocks noChangeShapeType="1"/>
          </p:cNvSpPr>
          <p:nvPr/>
        </p:nvSpPr>
        <p:spPr bwMode="auto">
          <a:xfrm>
            <a:off x="8116769" y="3417416"/>
            <a:ext cx="19177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Line 37"/>
          <p:cNvSpPr>
            <a:spLocks noChangeShapeType="1"/>
          </p:cNvSpPr>
          <p:nvPr/>
        </p:nvSpPr>
        <p:spPr bwMode="auto">
          <a:xfrm>
            <a:off x="10034469" y="1309216"/>
            <a:ext cx="0" cy="2108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5579944" y="3417416"/>
            <a:ext cx="17653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" name="Line 39"/>
          <p:cNvSpPr>
            <a:spLocks noChangeShapeType="1"/>
          </p:cNvSpPr>
          <p:nvPr/>
        </p:nvSpPr>
        <p:spPr bwMode="auto">
          <a:xfrm flipV="1">
            <a:off x="5579944" y="2706216"/>
            <a:ext cx="0" cy="7112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6811844" y="1309216"/>
            <a:ext cx="0" cy="65246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41"/>
          <p:cNvSpPr>
            <a:spLocks noChangeShapeType="1"/>
          </p:cNvSpPr>
          <p:nvPr/>
        </p:nvSpPr>
        <p:spPr bwMode="auto">
          <a:xfrm flipH="1">
            <a:off x="5567244" y="1944216"/>
            <a:ext cx="1244600" cy="774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" name="Line 42"/>
          <p:cNvSpPr>
            <a:spLocks noChangeShapeType="1"/>
          </p:cNvSpPr>
          <p:nvPr/>
        </p:nvSpPr>
        <p:spPr bwMode="auto">
          <a:xfrm>
            <a:off x="6278444" y="2261716"/>
            <a:ext cx="0" cy="11557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45" name="Group 43"/>
          <p:cNvGrpSpPr/>
          <p:nvPr/>
        </p:nvGrpSpPr>
        <p:grpSpPr bwMode="auto">
          <a:xfrm>
            <a:off x="9278595" y="3506316"/>
            <a:ext cx="2416175" cy="2533650"/>
            <a:chOff x="2211" y="342"/>
            <a:chExt cx="2029" cy="2128"/>
          </a:xfrm>
        </p:grpSpPr>
        <p:sp>
          <p:nvSpPr>
            <p:cNvPr id="46" name="Freeform 44"/>
            <p:cNvSpPr/>
            <p:nvPr/>
          </p:nvSpPr>
          <p:spPr bwMode="auto">
            <a:xfrm>
              <a:off x="2211" y="851"/>
              <a:ext cx="1730" cy="1200"/>
            </a:xfrm>
            <a:custGeom>
              <a:avLst/>
              <a:gdLst>
                <a:gd name="T0" fmla="*/ 669 w 1730"/>
                <a:gd name="T1" fmla="*/ 0 h 1200"/>
                <a:gd name="T2" fmla="*/ 0 w 1730"/>
                <a:gd name="T3" fmla="*/ 822 h 1200"/>
                <a:gd name="T4" fmla="*/ 181 w 1730"/>
                <a:gd name="T5" fmla="*/ 909 h 1200"/>
                <a:gd name="T6" fmla="*/ 413 w 1730"/>
                <a:gd name="T7" fmla="*/ 647 h 1200"/>
                <a:gd name="T8" fmla="*/ 741 w 1730"/>
                <a:gd name="T9" fmla="*/ 811 h 1200"/>
                <a:gd name="T10" fmla="*/ 477 w 1730"/>
                <a:gd name="T11" fmla="*/ 1095 h 1200"/>
                <a:gd name="T12" fmla="*/ 683 w 1730"/>
                <a:gd name="T13" fmla="*/ 1200 h 1200"/>
                <a:gd name="T14" fmla="*/ 1010 w 1730"/>
                <a:gd name="T15" fmla="*/ 800 h 1200"/>
                <a:gd name="T16" fmla="*/ 1389 w 1730"/>
                <a:gd name="T17" fmla="*/ 1025 h 1200"/>
                <a:gd name="T18" fmla="*/ 1730 w 1730"/>
                <a:gd name="T19" fmla="*/ 604 h 1200"/>
                <a:gd name="T20" fmla="*/ 669 w 1730"/>
                <a:gd name="T21" fmla="*/ 0 h 1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0" h="1200">
                  <a:moveTo>
                    <a:pt x="669" y="0"/>
                  </a:moveTo>
                  <a:lnTo>
                    <a:pt x="0" y="822"/>
                  </a:lnTo>
                  <a:lnTo>
                    <a:pt x="181" y="909"/>
                  </a:lnTo>
                  <a:lnTo>
                    <a:pt x="413" y="647"/>
                  </a:lnTo>
                  <a:lnTo>
                    <a:pt x="741" y="811"/>
                  </a:lnTo>
                  <a:lnTo>
                    <a:pt x="477" y="1095"/>
                  </a:lnTo>
                  <a:lnTo>
                    <a:pt x="683" y="1200"/>
                  </a:lnTo>
                  <a:lnTo>
                    <a:pt x="1010" y="800"/>
                  </a:lnTo>
                  <a:lnTo>
                    <a:pt x="1389" y="1025"/>
                  </a:lnTo>
                  <a:lnTo>
                    <a:pt x="1730" y="604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45"/>
            <p:cNvSpPr/>
            <p:nvPr/>
          </p:nvSpPr>
          <p:spPr bwMode="auto">
            <a:xfrm>
              <a:off x="3214" y="1644"/>
              <a:ext cx="383" cy="820"/>
            </a:xfrm>
            <a:custGeom>
              <a:avLst/>
              <a:gdLst>
                <a:gd name="T0" fmla="*/ 0 w 383"/>
                <a:gd name="T1" fmla="*/ 0 h 820"/>
                <a:gd name="T2" fmla="*/ 383 w 383"/>
                <a:gd name="T3" fmla="*/ 225 h 820"/>
                <a:gd name="T4" fmla="*/ 383 w 383"/>
                <a:gd name="T5" fmla="*/ 820 h 820"/>
                <a:gd name="T6" fmla="*/ 0 w 383"/>
                <a:gd name="T7" fmla="*/ 611 h 820"/>
                <a:gd name="T8" fmla="*/ 0 w 383"/>
                <a:gd name="T9" fmla="*/ 0 h 8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3" h="820">
                  <a:moveTo>
                    <a:pt x="0" y="0"/>
                  </a:moveTo>
                  <a:lnTo>
                    <a:pt x="383" y="225"/>
                  </a:lnTo>
                  <a:lnTo>
                    <a:pt x="383" y="820"/>
                  </a:lnTo>
                  <a:lnTo>
                    <a:pt x="0" y="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46"/>
            <p:cNvSpPr/>
            <p:nvPr/>
          </p:nvSpPr>
          <p:spPr bwMode="auto">
            <a:xfrm>
              <a:off x="2618" y="1469"/>
              <a:ext cx="339" cy="604"/>
            </a:xfrm>
            <a:custGeom>
              <a:avLst/>
              <a:gdLst>
                <a:gd name="T0" fmla="*/ 0 w 339"/>
                <a:gd name="T1" fmla="*/ 0 h 604"/>
                <a:gd name="T2" fmla="*/ 339 w 339"/>
                <a:gd name="T3" fmla="*/ 195 h 604"/>
                <a:gd name="T4" fmla="*/ 96 w 339"/>
                <a:gd name="T5" fmla="*/ 477 h 604"/>
                <a:gd name="T6" fmla="*/ 102 w 339"/>
                <a:gd name="T7" fmla="*/ 604 h 604"/>
                <a:gd name="T8" fmla="*/ 0 w 339"/>
                <a:gd name="T9" fmla="*/ 538 h 604"/>
                <a:gd name="T10" fmla="*/ 0 w 339"/>
                <a:gd name="T11" fmla="*/ 0 h 6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9" h="604">
                  <a:moveTo>
                    <a:pt x="0" y="0"/>
                  </a:moveTo>
                  <a:lnTo>
                    <a:pt x="339" y="195"/>
                  </a:lnTo>
                  <a:lnTo>
                    <a:pt x="96" y="477"/>
                  </a:lnTo>
                  <a:lnTo>
                    <a:pt x="102" y="604"/>
                  </a:lnTo>
                  <a:lnTo>
                    <a:pt x="0" y="53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7C80"/>
                </a:gs>
                <a:gs pos="100000">
                  <a:srgbClr val="9B4B4E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47"/>
            <p:cNvSpPr/>
            <p:nvPr/>
          </p:nvSpPr>
          <p:spPr bwMode="auto">
            <a:xfrm>
              <a:off x="2887" y="342"/>
              <a:ext cx="1353" cy="793"/>
            </a:xfrm>
            <a:custGeom>
              <a:avLst/>
              <a:gdLst>
                <a:gd name="T0" fmla="*/ 0 w 1353"/>
                <a:gd name="T1" fmla="*/ 167 h 793"/>
                <a:gd name="T2" fmla="*/ 291 w 1353"/>
                <a:gd name="T3" fmla="*/ 0 h 793"/>
                <a:gd name="T4" fmla="*/ 1353 w 1353"/>
                <a:gd name="T5" fmla="*/ 618 h 793"/>
                <a:gd name="T6" fmla="*/ 1054 w 1353"/>
                <a:gd name="T7" fmla="*/ 793 h 793"/>
                <a:gd name="T8" fmla="*/ 0 w 1353"/>
                <a:gd name="T9" fmla="*/ 167 h 7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3" h="793">
                  <a:moveTo>
                    <a:pt x="0" y="167"/>
                  </a:moveTo>
                  <a:lnTo>
                    <a:pt x="291" y="0"/>
                  </a:lnTo>
                  <a:lnTo>
                    <a:pt x="1353" y="618"/>
                  </a:lnTo>
                  <a:lnTo>
                    <a:pt x="1054" y="793"/>
                  </a:lnTo>
                  <a:lnTo>
                    <a:pt x="0" y="167"/>
                  </a:lnTo>
                  <a:close/>
                </a:path>
              </a:pathLst>
            </a:custGeom>
            <a:gradFill rotWithShape="0">
              <a:gsLst>
                <a:gs pos="0">
                  <a:srgbClr val="005E2F"/>
                </a:gs>
                <a:gs pos="100000">
                  <a:srgbClr val="00CC66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48"/>
            <p:cNvSpPr/>
            <p:nvPr/>
          </p:nvSpPr>
          <p:spPr bwMode="auto">
            <a:xfrm>
              <a:off x="2880" y="502"/>
              <a:ext cx="1069" cy="960"/>
            </a:xfrm>
            <a:custGeom>
              <a:avLst/>
              <a:gdLst>
                <a:gd name="T0" fmla="*/ 0 w 1069"/>
                <a:gd name="T1" fmla="*/ 0 h 960"/>
                <a:gd name="T2" fmla="*/ 0 w 1069"/>
                <a:gd name="T3" fmla="*/ 349 h 960"/>
                <a:gd name="T4" fmla="*/ 1069 w 1069"/>
                <a:gd name="T5" fmla="*/ 960 h 960"/>
                <a:gd name="T6" fmla="*/ 1069 w 1069"/>
                <a:gd name="T7" fmla="*/ 633 h 960"/>
                <a:gd name="T8" fmla="*/ 0 w 1069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9" h="960">
                  <a:moveTo>
                    <a:pt x="0" y="0"/>
                  </a:moveTo>
                  <a:lnTo>
                    <a:pt x="0" y="349"/>
                  </a:lnTo>
                  <a:lnTo>
                    <a:pt x="1069" y="960"/>
                  </a:lnTo>
                  <a:lnTo>
                    <a:pt x="1069" y="6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49"/>
            <p:cNvSpPr/>
            <p:nvPr/>
          </p:nvSpPr>
          <p:spPr bwMode="auto">
            <a:xfrm>
              <a:off x="3600" y="954"/>
              <a:ext cx="630" cy="1516"/>
            </a:xfrm>
            <a:custGeom>
              <a:avLst/>
              <a:gdLst>
                <a:gd name="T0" fmla="*/ 630 w 630"/>
                <a:gd name="T1" fmla="*/ 0 h 1516"/>
                <a:gd name="T2" fmla="*/ 630 w 630"/>
                <a:gd name="T3" fmla="*/ 1152 h 1516"/>
                <a:gd name="T4" fmla="*/ 3 w 630"/>
                <a:gd name="T5" fmla="*/ 1516 h 1516"/>
                <a:gd name="T6" fmla="*/ 0 w 630"/>
                <a:gd name="T7" fmla="*/ 922 h 1516"/>
                <a:gd name="T8" fmla="*/ 334 w 630"/>
                <a:gd name="T9" fmla="*/ 508 h 1516"/>
                <a:gd name="T10" fmla="*/ 334 w 630"/>
                <a:gd name="T11" fmla="*/ 173 h 1516"/>
                <a:gd name="T12" fmla="*/ 630 w 630"/>
                <a:gd name="T13" fmla="*/ 0 h 15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0" h="1516">
                  <a:moveTo>
                    <a:pt x="630" y="0"/>
                  </a:moveTo>
                  <a:lnTo>
                    <a:pt x="630" y="1152"/>
                  </a:lnTo>
                  <a:lnTo>
                    <a:pt x="3" y="1516"/>
                  </a:lnTo>
                  <a:lnTo>
                    <a:pt x="0" y="922"/>
                  </a:lnTo>
                  <a:lnTo>
                    <a:pt x="334" y="508"/>
                  </a:lnTo>
                  <a:lnTo>
                    <a:pt x="334" y="173"/>
                  </a:lnTo>
                  <a:lnTo>
                    <a:pt x="63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66"/>
                </a:gs>
                <a:gs pos="100000">
                  <a:srgbClr val="005E2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50"/>
            <p:cNvSpPr/>
            <p:nvPr/>
          </p:nvSpPr>
          <p:spPr bwMode="auto">
            <a:xfrm>
              <a:off x="2211" y="1666"/>
              <a:ext cx="181" cy="487"/>
            </a:xfrm>
            <a:custGeom>
              <a:avLst/>
              <a:gdLst>
                <a:gd name="T0" fmla="*/ 0 w 181"/>
                <a:gd name="T1" fmla="*/ 0 h 487"/>
                <a:gd name="T2" fmla="*/ 181 w 181"/>
                <a:gd name="T3" fmla="*/ 94 h 487"/>
                <a:gd name="T4" fmla="*/ 181 w 181"/>
                <a:gd name="T5" fmla="*/ 487 h 487"/>
                <a:gd name="T6" fmla="*/ 0 w 181"/>
                <a:gd name="T7" fmla="*/ 385 h 487"/>
                <a:gd name="T8" fmla="*/ 0 w 181"/>
                <a:gd name="T9" fmla="*/ 0 h 4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1" h="487">
                  <a:moveTo>
                    <a:pt x="0" y="0"/>
                  </a:moveTo>
                  <a:lnTo>
                    <a:pt x="181" y="94"/>
                  </a:lnTo>
                  <a:lnTo>
                    <a:pt x="181" y="487"/>
                  </a:lnTo>
                  <a:lnTo>
                    <a:pt x="0" y="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51"/>
            <p:cNvSpPr/>
            <p:nvPr/>
          </p:nvSpPr>
          <p:spPr bwMode="auto">
            <a:xfrm>
              <a:off x="2714" y="1952"/>
              <a:ext cx="180" cy="493"/>
            </a:xfrm>
            <a:custGeom>
              <a:avLst/>
              <a:gdLst>
                <a:gd name="T0" fmla="*/ 0 w 180"/>
                <a:gd name="T1" fmla="*/ 0 h 493"/>
                <a:gd name="T2" fmla="*/ 180 w 180"/>
                <a:gd name="T3" fmla="*/ 97 h 493"/>
                <a:gd name="T4" fmla="*/ 179 w 180"/>
                <a:gd name="T5" fmla="*/ 493 h 493"/>
                <a:gd name="T6" fmla="*/ 0 w 180"/>
                <a:gd name="T7" fmla="*/ 390 h 493"/>
                <a:gd name="T8" fmla="*/ 0 w 180"/>
                <a:gd name="T9" fmla="*/ 0 h 4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0" h="493">
                  <a:moveTo>
                    <a:pt x="0" y="0"/>
                  </a:moveTo>
                  <a:lnTo>
                    <a:pt x="180" y="97"/>
                  </a:lnTo>
                  <a:lnTo>
                    <a:pt x="179" y="493"/>
                  </a:lnTo>
                  <a:lnTo>
                    <a:pt x="0" y="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52"/>
            <p:cNvSpPr/>
            <p:nvPr/>
          </p:nvSpPr>
          <p:spPr bwMode="auto">
            <a:xfrm>
              <a:off x="2385" y="1469"/>
              <a:ext cx="240" cy="683"/>
            </a:xfrm>
            <a:custGeom>
              <a:avLst/>
              <a:gdLst>
                <a:gd name="T0" fmla="*/ 0 w 240"/>
                <a:gd name="T1" fmla="*/ 284 h 683"/>
                <a:gd name="T2" fmla="*/ 240 w 240"/>
                <a:gd name="T3" fmla="*/ 0 h 683"/>
                <a:gd name="T4" fmla="*/ 240 w 240"/>
                <a:gd name="T5" fmla="*/ 546 h 683"/>
                <a:gd name="T6" fmla="*/ 0 w 240"/>
                <a:gd name="T7" fmla="*/ 683 h 683"/>
                <a:gd name="T8" fmla="*/ 0 w 240"/>
                <a:gd name="T9" fmla="*/ 284 h 6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683">
                  <a:moveTo>
                    <a:pt x="0" y="284"/>
                  </a:moveTo>
                  <a:lnTo>
                    <a:pt x="240" y="0"/>
                  </a:lnTo>
                  <a:lnTo>
                    <a:pt x="240" y="546"/>
                  </a:lnTo>
                  <a:lnTo>
                    <a:pt x="0" y="683"/>
                  </a:lnTo>
                  <a:lnTo>
                    <a:pt x="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AA8844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Freeform 53"/>
            <p:cNvSpPr/>
            <p:nvPr/>
          </p:nvSpPr>
          <p:spPr bwMode="auto">
            <a:xfrm>
              <a:off x="3295" y="1933"/>
              <a:ext cx="189" cy="236"/>
            </a:xfrm>
            <a:custGeom>
              <a:avLst/>
              <a:gdLst>
                <a:gd name="T0" fmla="*/ 6 w 948"/>
                <a:gd name="T1" fmla="*/ 1 h 1177"/>
                <a:gd name="T2" fmla="*/ 4 w 948"/>
                <a:gd name="T3" fmla="*/ 3 h 1177"/>
                <a:gd name="T4" fmla="*/ 2 w 948"/>
                <a:gd name="T5" fmla="*/ 6 h 1177"/>
                <a:gd name="T6" fmla="*/ 1 w 948"/>
                <a:gd name="T7" fmla="*/ 9 h 1177"/>
                <a:gd name="T8" fmla="*/ 0 w 948"/>
                <a:gd name="T9" fmla="*/ 13 h 1177"/>
                <a:gd name="T10" fmla="*/ 0 w 948"/>
                <a:gd name="T11" fmla="*/ 17 h 1177"/>
                <a:gd name="T12" fmla="*/ 1 w 948"/>
                <a:gd name="T13" fmla="*/ 22 h 1177"/>
                <a:gd name="T14" fmla="*/ 2 w 948"/>
                <a:gd name="T15" fmla="*/ 26 h 1177"/>
                <a:gd name="T16" fmla="*/ 4 w 948"/>
                <a:gd name="T17" fmla="*/ 31 h 1177"/>
                <a:gd name="T18" fmla="*/ 7 w 948"/>
                <a:gd name="T19" fmla="*/ 35 h 1177"/>
                <a:gd name="T20" fmla="*/ 10 w 948"/>
                <a:gd name="T21" fmla="*/ 39 h 1177"/>
                <a:gd name="T22" fmla="*/ 13 w 948"/>
                <a:gd name="T23" fmla="*/ 42 h 1177"/>
                <a:gd name="T24" fmla="*/ 17 w 948"/>
                <a:gd name="T25" fmla="*/ 45 h 1177"/>
                <a:gd name="T26" fmla="*/ 20 w 948"/>
                <a:gd name="T27" fmla="*/ 46 h 1177"/>
                <a:gd name="T28" fmla="*/ 24 w 948"/>
                <a:gd name="T29" fmla="*/ 47 h 1177"/>
                <a:gd name="T30" fmla="*/ 27 w 948"/>
                <a:gd name="T31" fmla="*/ 47 h 1177"/>
                <a:gd name="T32" fmla="*/ 30 w 948"/>
                <a:gd name="T33" fmla="*/ 47 h 1177"/>
                <a:gd name="T34" fmla="*/ 33 w 948"/>
                <a:gd name="T35" fmla="*/ 45 h 1177"/>
                <a:gd name="T36" fmla="*/ 35 w 948"/>
                <a:gd name="T37" fmla="*/ 43 h 1177"/>
                <a:gd name="T38" fmla="*/ 36 w 948"/>
                <a:gd name="T39" fmla="*/ 40 h 1177"/>
                <a:gd name="T40" fmla="*/ 37 w 948"/>
                <a:gd name="T41" fmla="*/ 36 h 1177"/>
                <a:gd name="T42" fmla="*/ 38 w 948"/>
                <a:gd name="T43" fmla="*/ 32 h 1177"/>
                <a:gd name="T44" fmla="*/ 37 w 948"/>
                <a:gd name="T45" fmla="*/ 28 h 1177"/>
                <a:gd name="T46" fmla="*/ 36 w 948"/>
                <a:gd name="T47" fmla="*/ 23 h 1177"/>
                <a:gd name="T48" fmla="*/ 34 w 948"/>
                <a:gd name="T49" fmla="*/ 19 h 1177"/>
                <a:gd name="T50" fmla="*/ 32 w 948"/>
                <a:gd name="T51" fmla="*/ 14 h 1177"/>
                <a:gd name="T52" fmla="*/ 29 w 948"/>
                <a:gd name="T53" fmla="*/ 10 h 1177"/>
                <a:gd name="T54" fmla="*/ 26 w 948"/>
                <a:gd name="T55" fmla="*/ 7 h 1177"/>
                <a:gd name="T56" fmla="*/ 23 w 948"/>
                <a:gd name="T57" fmla="*/ 4 h 1177"/>
                <a:gd name="T58" fmla="*/ 19 w 948"/>
                <a:gd name="T59" fmla="*/ 2 h 1177"/>
                <a:gd name="T60" fmla="*/ 16 w 948"/>
                <a:gd name="T61" fmla="*/ 1 h 1177"/>
                <a:gd name="T62" fmla="*/ 12 w 948"/>
                <a:gd name="T63" fmla="*/ 0 h 1177"/>
                <a:gd name="T64" fmla="*/ 9 w 948"/>
                <a:gd name="T65" fmla="*/ 0 h 1177"/>
                <a:gd name="T66" fmla="*/ 6 w 948"/>
                <a:gd name="T67" fmla="*/ 1 h 1177"/>
                <a:gd name="T68" fmla="*/ 6 w 948"/>
                <a:gd name="T69" fmla="*/ 1 h 117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8" h="1177">
                  <a:moveTo>
                    <a:pt x="155" y="34"/>
                  </a:moveTo>
                  <a:lnTo>
                    <a:pt x="94" y="83"/>
                  </a:lnTo>
                  <a:lnTo>
                    <a:pt x="46" y="150"/>
                  </a:lnTo>
                  <a:lnTo>
                    <a:pt x="15" y="232"/>
                  </a:lnTo>
                  <a:lnTo>
                    <a:pt x="0" y="328"/>
                  </a:lnTo>
                  <a:lnTo>
                    <a:pt x="3" y="433"/>
                  </a:lnTo>
                  <a:lnTo>
                    <a:pt x="22" y="543"/>
                  </a:lnTo>
                  <a:lnTo>
                    <a:pt x="58" y="655"/>
                  </a:lnTo>
                  <a:lnTo>
                    <a:pt x="109" y="765"/>
                  </a:lnTo>
                  <a:lnTo>
                    <a:pt x="172" y="868"/>
                  </a:lnTo>
                  <a:lnTo>
                    <a:pt x="247" y="962"/>
                  </a:lnTo>
                  <a:lnTo>
                    <a:pt x="330" y="1041"/>
                  </a:lnTo>
                  <a:lnTo>
                    <a:pt x="418" y="1105"/>
                  </a:lnTo>
                  <a:lnTo>
                    <a:pt x="508" y="1149"/>
                  </a:lnTo>
                  <a:lnTo>
                    <a:pt x="598" y="1174"/>
                  </a:lnTo>
                  <a:lnTo>
                    <a:pt x="681" y="1177"/>
                  </a:lnTo>
                  <a:lnTo>
                    <a:pt x="758" y="1159"/>
                  </a:lnTo>
                  <a:lnTo>
                    <a:pt x="825" y="1121"/>
                  </a:lnTo>
                  <a:lnTo>
                    <a:pt x="879" y="1064"/>
                  </a:lnTo>
                  <a:lnTo>
                    <a:pt x="919" y="988"/>
                  </a:lnTo>
                  <a:lnTo>
                    <a:pt x="942" y="899"/>
                  </a:lnTo>
                  <a:lnTo>
                    <a:pt x="948" y="799"/>
                  </a:lnTo>
                  <a:lnTo>
                    <a:pt x="937" y="690"/>
                  </a:lnTo>
                  <a:lnTo>
                    <a:pt x="910" y="578"/>
                  </a:lnTo>
                  <a:lnTo>
                    <a:pt x="866" y="468"/>
                  </a:lnTo>
                  <a:lnTo>
                    <a:pt x="809" y="361"/>
                  </a:lnTo>
                  <a:lnTo>
                    <a:pt x="739" y="261"/>
                  </a:lnTo>
                  <a:lnTo>
                    <a:pt x="660" y="174"/>
                  </a:lnTo>
                  <a:lnTo>
                    <a:pt x="574" y="103"/>
                  </a:lnTo>
                  <a:lnTo>
                    <a:pt x="484" y="48"/>
                  </a:lnTo>
                  <a:lnTo>
                    <a:pt x="395" y="13"/>
                  </a:lnTo>
                  <a:lnTo>
                    <a:pt x="308" y="0"/>
                  </a:lnTo>
                  <a:lnTo>
                    <a:pt x="227" y="7"/>
                  </a:lnTo>
                  <a:lnTo>
                    <a:pt x="155" y="34"/>
                  </a:lnTo>
                  <a:lnTo>
                    <a:pt x="156" y="34"/>
                  </a:lnTo>
                </a:path>
              </a:pathLst>
            </a:custGeom>
            <a:gradFill rotWithShape="0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/>
            <p:nvPr/>
          </p:nvSpPr>
          <p:spPr bwMode="auto">
            <a:xfrm>
              <a:off x="2886" y="1644"/>
              <a:ext cx="335" cy="807"/>
            </a:xfrm>
            <a:custGeom>
              <a:avLst/>
              <a:gdLst>
                <a:gd name="T0" fmla="*/ 1 w 335"/>
                <a:gd name="T1" fmla="*/ 400 h 807"/>
                <a:gd name="T2" fmla="*/ 0 w 335"/>
                <a:gd name="T3" fmla="*/ 807 h 807"/>
                <a:gd name="T4" fmla="*/ 335 w 335"/>
                <a:gd name="T5" fmla="*/ 603 h 807"/>
                <a:gd name="T6" fmla="*/ 335 w 335"/>
                <a:gd name="T7" fmla="*/ 0 h 807"/>
                <a:gd name="T8" fmla="*/ 1 w 335"/>
                <a:gd name="T9" fmla="*/ 400 h 8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5" h="807">
                  <a:moveTo>
                    <a:pt x="1" y="400"/>
                  </a:moveTo>
                  <a:lnTo>
                    <a:pt x="0" y="807"/>
                  </a:lnTo>
                  <a:lnTo>
                    <a:pt x="335" y="603"/>
                  </a:lnTo>
                  <a:lnTo>
                    <a:pt x="335" y="0"/>
                  </a:lnTo>
                  <a:lnTo>
                    <a:pt x="1" y="400"/>
                  </a:lnTo>
                  <a:close/>
                </a:path>
              </a:pathLst>
            </a:custGeom>
            <a:gradFill rotWithShape="0">
              <a:gsLst>
                <a:gs pos="0">
                  <a:srgbClr val="FFCC00"/>
                </a:gs>
                <a:gs pos="100000">
                  <a:srgbClr val="AA8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" name="Rectangle 27"/>
          <p:cNvSpPr>
            <a:spLocks noChangeArrowheads="1"/>
          </p:cNvSpPr>
          <p:nvPr/>
        </p:nvSpPr>
        <p:spPr bwMode="auto">
          <a:xfrm>
            <a:off x="252357" y="2592951"/>
            <a:ext cx="485298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分析几次切割（面型分析法的难点）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28"/>
          <p:cNvSpPr txBox="1">
            <a:spLocks noChangeArrowheads="1"/>
          </p:cNvSpPr>
          <p:nvPr/>
        </p:nvSpPr>
        <p:spPr bwMode="auto">
          <a:xfrm>
            <a:off x="252357" y="1863107"/>
            <a:ext cx="496093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分析原始的基本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找出形状与之最靠近的基本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30" descr="紫色网格"/>
          <p:cNvSpPr>
            <a:spLocks noChangeArrowheads="1"/>
          </p:cNvSpPr>
          <p:nvPr/>
        </p:nvSpPr>
        <p:spPr bwMode="auto">
          <a:xfrm>
            <a:off x="497230" y="3213925"/>
            <a:ext cx="14157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画图步骤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 Box 31"/>
          <p:cNvSpPr txBox="1">
            <a:spLocks noChangeArrowheads="1"/>
          </p:cNvSpPr>
          <p:nvPr/>
        </p:nvSpPr>
        <p:spPr bwMode="auto">
          <a:xfrm>
            <a:off x="438940" y="3708198"/>
            <a:ext cx="38523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先画出原始的基本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形体投影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 Box 32"/>
          <p:cNvSpPr txBox="1">
            <a:spLocks noChangeArrowheads="1"/>
          </p:cNvSpPr>
          <p:nvPr/>
        </p:nvSpPr>
        <p:spPr bwMode="auto">
          <a:xfrm>
            <a:off x="438940" y="4101143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依次切割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63" name="Text Box 33"/>
          <p:cNvSpPr txBox="1">
            <a:spLocks noChangeArrowheads="1"/>
          </p:cNvSpPr>
          <p:nvPr/>
        </p:nvSpPr>
        <p:spPr bwMode="auto">
          <a:xfrm>
            <a:off x="783587" y="4531684"/>
            <a:ext cx="35189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每次切割从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特征的投影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开始画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 Box 34"/>
          <p:cNvSpPr txBox="1">
            <a:spLocks noChangeArrowheads="1"/>
          </p:cNvSpPr>
          <p:nvPr/>
        </p:nvSpPr>
        <p:spPr bwMode="auto">
          <a:xfrm>
            <a:off x="774930" y="4928772"/>
            <a:ext cx="42883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平面投影特性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按“三等”关系作图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arlett" pitchFamily="2" charset="2"/>
            </a:endParaRPr>
          </a:p>
        </p:txBody>
      </p:sp>
      <p:sp>
        <p:nvSpPr>
          <p:cNvPr id="65" name="Text Box 35"/>
          <p:cNvSpPr txBox="1">
            <a:spLocks noChangeArrowheads="1"/>
          </p:cNvSpPr>
          <p:nvPr/>
        </p:nvSpPr>
        <p:spPr bwMode="auto">
          <a:xfrm>
            <a:off x="438940" y="5343202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38"/>
          <p:cNvSpPr txBox="1">
            <a:spLocks noChangeArrowheads="1"/>
          </p:cNvSpPr>
          <p:nvPr/>
        </p:nvSpPr>
        <p:spPr bwMode="auto">
          <a:xfrm>
            <a:off x="1420089" y="5358697"/>
            <a:ext cx="29670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“三等”关系、类似性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40"/>
          <p:cNvSpPr>
            <a:spLocks noChangeArrowheads="1"/>
          </p:cNvSpPr>
          <p:nvPr/>
        </p:nvSpPr>
        <p:spPr bwMode="auto">
          <a:xfrm>
            <a:off x="438940" y="5786758"/>
            <a:ext cx="159530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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加粗加深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015675" y="2727903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2783632" y="1136817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054940" y="1880842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结合多个投影，确定真实形状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4096213" y="2924944"/>
            <a:ext cx="990600" cy="9144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AutoShape 10"/>
          <p:cNvSpPr>
            <a:spLocks noChangeArrowheads="1"/>
          </p:cNvSpPr>
          <p:nvPr/>
        </p:nvSpPr>
        <p:spPr bwMode="auto">
          <a:xfrm>
            <a:off x="6608573" y="2924944"/>
            <a:ext cx="914400" cy="914400"/>
          </a:xfrm>
          <a:prstGeom prst="rtTriangle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11"/>
          <p:cNvGrpSpPr/>
          <p:nvPr/>
        </p:nvGrpSpPr>
        <p:grpSpPr bwMode="auto">
          <a:xfrm>
            <a:off x="1773235" y="2924945"/>
            <a:ext cx="1447800" cy="2438400"/>
            <a:chOff x="528" y="1907"/>
            <a:chExt cx="912" cy="1536"/>
          </a:xfrm>
        </p:grpSpPr>
        <p:sp>
          <p:nvSpPr>
            <p:cNvPr id="6" name="Rectangle 12"/>
            <p:cNvSpPr>
              <a:spLocks noChangeArrowheads="1"/>
            </p:cNvSpPr>
            <p:nvPr/>
          </p:nvSpPr>
          <p:spPr bwMode="auto">
            <a:xfrm>
              <a:off x="528" y="1907"/>
              <a:ext cx="912" cy="5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528" y="2867"/>
              <a:ext cx="912" cy="57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15"/>
          <p:cNvGrpSpPr/>
          <p:nvPr/>
        </p:nvGrpSpPr>
        <p:grpSpPr bwMode="auto">
          <a:xfrm>
            <a:off x="3938444" y="4317182"/>
            <a:ext cx="1447800" cy="1125537"/>
            <a:chOff x="1824" y="2832"/>
            <a:chExt cx="912" cy="709"/>
          </a:xfrm>
        </p:grpSpPr>
        <p:sp>
          <p:nvSpPr>
            <p:cNvPr id="10" name="Freeform 16"/>
            <p:cNvSpPr/>
            <p:nvPr/>
          </p:nvSpPr>
          <p:spPr bwMode="auto">
            <a:xfrm>
              <a:off x="1830" y="2832"/>
              <a:ext cx="906" cy="325"/>
            </a:xfrm>
            <a:custGeom>
              <a:avLst/>
              <a:gdLst>
                <a:gd name="T0" fmla="*/ 0 w 906"/>
                <a:gd name="T1" fmla="*/ 183 h 325"/>
                <a:gd name="T2" fmla="*/ 593 w 906"/>
                <a:gd name="T3" fmla="*/ 0 h 325"/>
                <a:gd name="T4" fmla="*/ 906 w 906"/>
                <a:gd name="T5" fmla="*/ 133 h 325"/>
                <a:gd name="T6" fmla="*/ 282 w 906"/>
                <a:gd name="T7" fmla="*/ 325 h 325"/>
                <a:gd name="T8" fmla="*/ 0 w 906"/>
                <a:gd name="T9" fmla="*/ 183 h 3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6"/>
                <a:gd name="T16" fmla="*/ 0 h 325"/>
                <a:gd name="T17" fmla="*/ 906 w 906"/>
                <a:gd name="T18" fmla="*/ 325 h 3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6" h="325">
                  <a:moveTo>
                    <a:pt x="0" y="183"/>
                  </a:moveTo>
                  <a:lnTo>
                    <a:pt x="593" y="0"/>
                  </a:lnTo>
                  <a:lnTo>
                    <a:pt x="906" y="133"/>
                  </a:lnTo>
                  <a:lnTo>
                    <a:pt x="282" y="325"/>
                  </a:lnTo>
                  <a:lnTo>
                    <a:pt x="0" y="183"/>
                  </a:lnTo>
                  <a:close/>
                </a:path>
              </a:pathLst>
            </a:custGeom>
            <a:gradFill rotWithShape="0">
              <a:gsLst>
                <a:gs pos="0">
                  <a:srgbClr val="218421"/>
                </a:gs>
                <a:gs pos="100000">
                  <a:srgbClr val="33CC33"/>
                </a:gs>
              </a:gsLst>
              <a:lin ang="2700000" scaled="1"/>
            </a:gradFill>
            <a:ln w="12700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17"/>
            <p:cNvSpPr/>
            <p:nvPr/>
          </p:nvSpPr>
          <p:spPr bwMode="auto">
            <a:xfrm>
              <a:off x="1824" y="3013"/>
              <a:ext cx="288" cy="528"/>
            </a:xfrm>
            <a:custGeom>
              <a:avLst/>
              <a:gdLst>
                <a:gd name="T0" fmla="*/ 0 w 288"/>
                <a:gd name="T1" fmla="*/ 0 h 528"/>
                <a:gd name="T2" fmla="*/ 6 w 288"/>
                <a:gd name="T3" fmla="*/ 384 h 528"/>
                <a:gd name="T4" fmla="*/ 288 w 288"/>
                <a:gd name="T5" fmla="*/ 528 h 528"/>
                <a:gd name="T6" fmla="*/ 288 w 288"/>
                <a:gd name="T7" fmla="*/ 144 h 528"/>
                <a:gd name="T8" fmla="*/ 0 w 288"/>
                <a:gd name="T9" fmla="*/ 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528"/>
                <a:gd name="T17" fmla="*/ 288 w 28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528">
                  <a:moveTo>
                    <a:pt x="0" y="0"/>
                  </a:moveTo>
                  <a:lnTo>
                    <a:pt x="6" y="384"/>
                  </a:lnTo>
                  <a:lnTo>
                    <a:pt x="288" y="528"/>
                  </a:lnTo>
                  <a:lnTo>
                    <a:pt x="288" y="14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33"/>
                </a:gs>
                <a:gs pos="100000">
                  <a:srgbClr val="228822"/>
                </a:gs>
              </a:gsLst>
              <a:lin ang="0" scaled="1"/>
            </a:gradFill>
            <a:ln w="12700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8"/>
            <p:cNvSpPr/>
            <p:nvPr/>
          </p:nvSpPr>
          <p:spPr bwMode="auto">
            <a:xfrm>
              <a:off x="2112" y="2965"/>
              <a:ext cx="624" cy="576"/>
            </a:xfrm>
            <a:custGeom>
              <a:avLst/>
              <a:gdLst>
                <a:gd name="T0" fmla="*/ 0 w 624"/>
                <a:gd name="T1" fmla="*/ 192 h 576"/>
                <a:gd name="T2" fmla="*/ 0 w 624"/>
                <a:gd name="T3" fmla="*/ 576 h 576"/>
                <a:gd name="T4" fmla="*/ 624 w 624"/>
                <a:gd name="T5" fmla="*/ 384 h 576"/>
                <a:gd name="T6" fmla="*/ 624 w 624"/>
                <a:gd name="T7" fmla="*/ 0 h 576"/>
                <a:gd name="T8" fmla="*/ 0 w 624"/>
                <a:gd name="T9" fmla="*/ 192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4"/>
                <a:gd name="T16" fmla="*/ 0 h 576"/>
                <a:gd name="T17" fmla="*/ 624 w 624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4" h="576">
                  <a:moveTo>
                    <a:pt x="0" y="192"/>
                  </a:moveTo>
                  <a:lnTo>
                    <a:pt x="0" y="576"/>
                  </a:lnTo>
                  <a:lnTo>
                    <a:pt x="624" y="384"/>
                  </a:lnTo>
                  <a:lnTo>
                    <a:pt x="624" y="0"/>
                  </a:lnTo>
                  <a:lnTo>
                    <a:pt x="0" y="192"/>
                  </a:lnTo>
                  <a:close/>
                </a:path>
              </a:pathLst>
            </a:custGeom>
            <a:gradFill rotWithShape="0">
              <a:gsLst>
                <a:gs pos="0">
                  <a:srgbClr val="007400"/>
                </a:gs>
                <a:gs pos="100000">
                  <a:srgbClr val="00CC00"/>
                </a:gs>
              </a:gsLst>
              <a:lin ang="0" scaled="1"/>
            </a:gradFill>
            <a:ln w="12700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20"/>
          <p:cNvGrpSpPr/>
          <p:nvPr/>
        </p:nvGrpSpPr>
        <p:grpSpPr bwMode="auto">
          <a:xfrm>
            <a:off x="6499313" y="4342581"/>
            <a:ext cx="1333500" cy="1074738"/>
            <a:chOff x="3120" y="2791"/>
            <a:chExt cx="840" cy="677"/>
          </a:xfrm>
        </p:grpSpPr>
        <p:grpSp>
          <p:nvGrpSpPr>
            <p:cNvPr id="14" name="Group 21"/>
            <p:cNvGrpSpPr/>
            <p:nvPr/>
          </p:nvGrpSpPr>
          <p:grpSpPr bwMode="auto">
            <a:xfrm>
              <a:off x="3120" y="2791"/>
              <a:ext cx="840" cy="673"/>
              <a:chOff x="3120" y="2791"/>
              <a:chExt cx="840" cy="673"/>
            </a:xfrm>
          </p:grpSpPr>
          <p:sp>
            <p:nvSpPr>
              <p:cNvPr id="18" name="Freeform 22"/>
              <p:cNvSpPr/>
              <p:nvPr/>
            </p:nvSpPr>
            <p:spPr bwMode="auto">
              <a:xfrm>
                <a:off x="3120" y="2791"/>
                <a:ext cx="840" cy="673"/>
              </a:xfrm>
              <a:custGeom>
                <a:avLst/>
                <a:gdLst>
                  <a:gd name="T0" fmla="*/ 0 w 840"/>
                  <a:gd name="T1" fmla="*/ 193 h 673"/>
                  <a:gd name="T2" fmla="*/ 615 w 840"/>
                  <a:gd name="T3" fmla="*/ 0 h 673"/>
                  <a:gd name="T4" fmla="*/ 840 w 840"/>
                  <a:gd name="T5" fmla="*/ 465 h 673"/>
                  <a:gd name="T6" fmla="*/ 282 w 840"/>
                  <a:gd name="T7" fmla="*/ 673 h 673"/>
                  <a:gd name="T8" fmla="*/ 0 w 840"/>
                  <a:gd name="T9" fmla="*/ 193 h 6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0"/>
                  <a:gd name="T16" fmla="*/ 0 h 673"/>
                  <a:gd name="T17" fmla="*/ 840 w 840"/>
                  <a:gd name="T18" fmla="*/ 673 h 67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0" h="673">
                    <a:moveTo>
                      <a:pt x="0" y="193"/>
                    </a:moveTo>
                    <a:lnTo>
                      <a:pt x="615" y="0"/>
                    </a:lnTo>
                    <a:lnTo>
                      <a:pt x="840" y="465"/>
                    </a:lnTo>
                    <a:lnTo>
                      <a:pt x="282" y="673"/>
                    </a:lnTo>
                    <a:lnTo>
                      <a:pt x="0" y="19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23"/>
              <p:cNvSpPr/>
              <p:nvPr/>
            </p:nvSpPr>
            <p:spPr bwMode="auto">
              <a:xfrm>
                <a:off x="3125" y="2976"/>
                <a:ext cx="292" cy="488"/>
              </a:xfrm>
              <a:custGeom>
                <a:avLst/>
                <a:gdLst>
                  <a:gd name="T0" fmla="*/ 0 w 292"/>
                  <a:gd name="T1" fmla="*/ 0 h 488"/>
                  <a:gd name="T2" fmla="*/ 0 w 292"/>
                  <a:gd name="T3" fmla="*/ 432 h 488"/>
                  <a:gd name="T4" fmla="*/ 292 w 292"/>
                  <a:gd name="T5" fmla="*/ 488 h 488"/>
                  <a:gd name="T6" fmla="*/ 0 w 292"/>
                  <a:gd name="T7" fmla="*/ 0 h 4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2"/>
                  <a:gd name="T13" fmla="*/ 0 h 488"/>
                  <a:gd name="T14" fmla="*/ 292 w 292"/>
                  <a:gd name="T15" fmla="*/ 488 h 4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2" h="488">
                    <a:moveTo>
                      <a:pt x="0" y="0"/>
                    </a:moveTo>
                    <a:lnTo>
                      <a:pt x="0" y="432"/>
                    </a:lnTo>
                    <a:lnTo>
                      <a:pt x="292" y="48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00"/>
                  </a:gs>
                  <a:gs pos="100000">
                    <a:srgbClr val="FF99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24"/>
            <p:cNvSpPr>
              <a:spLocks noChangeShapeType="1"/>
            </p:cNvSpPr>
            <p:nvPr/>
          </p:nvSpPr>
          <p:spPr bwMode="auto">
            <a:xfrm>
              <a:off x="3126" y="2982"/>
              <a:ext cx="281" cy="48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3120" y="3408"/>
              <a:ext cx="276" cy="5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" name="Group 26"/>
          <p:cNvGrpSpPr/>
          <p:nvPr/>
        </p:nvGrpSpPr>
        <p:grpSpPr bwMode="auto">
          <a:xfrm>
            <a:off x="8710793" y="4324325"/>
            <a:ext cx="1433513" cy="1111250"/>
            <a:chOff x="4356" y="2736"/>
            <a:chExt cx="903" cy="700"/>
          </a:xfrm>
        </p:grpSpPr>
        <p:sp>
          <p:nvSpPr>
            <p:cNvPr id="21" name="Freeform 27"/>
            <p:cNvSpPr/>
            <p:nvPr/>
          </p:nvSpPr>
          <p:spPr bwMode="auto">
            <a:xfrm>
              <a:off x="4368" y="2736"/>
              <a:ext cx="891" cy="697"/>
            </a:xfrm>
            <a:custGeom>
              <a:avLst/>
              <a:gdLst>
                <a:gd name="T0" fmla="*/ 0 w 891"/>
                <a:gd name="T1" fmla="*/ 203 h 697"/>
                <a:gd name="T2" fmla="*/ 99 w 891"/>
                <a:gd name="T3" fmla="*/ 255 h 697"/>
                <a:gd name="T4" fmla="*/ 169 w 891"/>
                <a:gd name="T5" fmla="*/ 311 h 697"/>
                <a:gd name="T6" fmla="*/ 226 w 891"/>
                <a:gd name="T7" fmla="*/ 382 h 697"/>
                <a:gd name="T8" fmla="*/ 282 w 891"/>
                <a:gd name="T9" fmla="*/ 480 h 697"/>
                <a:gd name="T10" fmla="*/ 325 w 891"/>
                <a:gd name="T11" fmla="*/ 598 h 697"/>
                <a:gd name="T12" fmla="*/ 325 w 891"/>
                <a:gd name="T13" fmla="*/ 697 h 697"/>
                <a:gd name="T14" fmla="*/ 890 w 891"/>
                <a:gd name="T15" fmla="*/ 495 h 697"/>
                <a:gd name="T16" fmla="*/ 891 w 891"/>
                <a:gd name="T17" fmla="*/ 435 h 697"/>
                <a:gd name="T18" fmla="*/ 879 w 891"/>
                <a:gd name="T19" fmla="*/ 372 h 697"/>
                <a:gd name="T20" fmla="*/ 867 w 891"/>
                <a:gd name="T21" fmla="*/ 321 h 697"/>
                <a:gd name="T22" fmla="*/ 847 w 891"/>
                <a:gd name="T23" fmla="*/ 255 h 697"/>
                <a:gd name="T24" fmla="*/ 813 w 891"/>
                <a:gd name="T25" fmla="*/ 192 h 697"/>
                <a:gd name="T26" fmla="*/ 777 w 891"/>
                <a:gd name="T27" fmla="*/ 142 h 697"/>
                <a:gd name="T28" fmla="*/ 747 w 891"/>
                <a:gd name="T29" fmla="*/ 102 h 697"/>
                <a:gd name="T30" fmla="*/ 711 w 891"/>
                <a:gd name="T31" fmla="*/ 66 h 697"/>
                <a:gd name="T32" fmla="*/ 666 w 891"/>
                <a:gd name="T33" fmla="*/ 30 h 697"/>
                <a:gd name="T34" fmla="*/ 607 w 891"/>
                <a:gd name="T35" fmla="*/ 0 h 697"/>
                <a:gd name="T36" fmla="*/ 0 w 891"/>
                <a:gd name="T37" fmla="*/ 203 h 69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891"/>
                <a:gd name="T58" fmla="*/ 0 h 697"/>
                <a:gd name="T59" fmla="*/ 891 w 891"/>
                <a:gd name="T60" fmla="*/ 697 h 69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891" h="697">
                  <a:moveTo>
                    <a:pt x="0" y="203"/>
                  </a:moveTo>
                  <a:lnTo>
                    <a:pt x="99" y="255"/>
                  </a:lnTo>
                  <a:lnTo>
                    <a:pt x="169" y="311"/>
                  </a:lnTo>
                  <a:lnTo>
                    <a:pt x="226" y="382"/>
                  </a:lnTo>
                  <a:lnTo>
                    <a:pt x="282" y="480"/>
                  </a:lnTo>
                  <a:lnTo>
                    <a:pt x="325" y="598"/>
                  </a:lnTo>
                  <a:lnTo>
                    <a:pt x="325" y="697"/>
                  </a:lnTo>
                  <a:lnTo>
                    <a:pt x="890" y="495"/>
                  </a:lnTo>
                  <a:lnTo>
                    <a:pt x="891" y="435"/>
                  </a:lnTo>
                  <a:lnTo>
                    <a:pt x="879" y="372"/>
                  </a:lnTo>
                  <a:lnTo>
                    <a:pt x="867" y="321"/>
                  </a:lnTo>
                  <a:lnTo>
                    <a:pt x="847" y="255"/>
                  </a:lnTo>
                  <a:lnTo>
                    <a:pt x="813" y="192"/>
                  </a:lnTo>
                  <a:lnTo>
                    <a:pt x="777" y="142"/>
                  </a:lnTo>
                  <a:lnTo>
                    <a:pt x="747" y="102"/>
                  </a:lnTo>
                  <a:lnTo>
                    <a:pt x="711" y="66"/>
                  </a:lnTo>
                  <a:lnTo>
                    <a:pt x="666" y="30"/>
                  </a:lnTo>
                  <a:lnTo>
                    <a:pt x="607" y="0"/>
                  </a:lnTo>
                  <a:lnTo>
                    <a:pt x="0" y="203"/>
                  </a:lnTo>
                  <a:close/>
                </a:path>
              </a:pathLst>
            </a:custGeom>
            <a:gradFill rotWithShape="0">
              <a:gsLst>
                <a:gs pos="0">
                  <a:srgbClr val="760076"/>
                </a:gs>
                <a:gs pos="50000">
                  <a:srgbClr val="FF00FF"/>
                </a:gs>
                <a:gs pos="100000">
                  <a:srgbClr val="760076"/>
                </a:gs>
              </a:gsLst>
              <a:lin ang="18900000" scaled="1"/>
            </a:gradFill>
            <a:ln w="12700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8"/>
            <p:cNvSpPr/>
            <p:nvPr/>
          </p:nvSpPr>
          <p:spPr bwMode="auto">
            <a:xfrm>
              <a:off x="4356" y="2942"/>
              <a:ext cx="342" cy="494"/>
            </a:xfrm>
            <a:custGeom>
              <a:avLst/>
              <a:gdLst>
                <a:gd name="T0" fmla="*/ 0 w 342"/>
                <a:gd name="T1" fmla="*/ 0 h 494"/>
                <a:gd name="T2" fmla="*/ 54 w 342"/>
                <a:gd name="T3" fmla="*/ 16 h 494"/>
                <a:gd name="T4" fmla="*/ 114 w 342"/>
                <a:gd name="T5" fmla="*/ 52 h 494"/>
                <a:gd name="T6" fmla="*/ 159 w 342"/>
                <a:gd name="T7" fmla="*/ 79 h 494"/>
                <a:gd name="T8" fmla="*/ 198 w 342"/>
                <a:gd name="T9" fmla="*/ 113 h 494"/>
                <a:gd name="T10" fmla="*/ 234 w 342"/>
                <a:gd name="T11" fmla="*/ 142 h 494"/>
                <a:gd name="T12" fmla="*/ 268 w 342"/>
                <a:gd name="T13" fmla="*/ 183 h 494"/>
                <a:gd name="T14" fmla="*/ 297 w 342"/>
                <a:gd name="T15" fmla="*/ 238 h 494"/>
                <a:gd name="T16" fmla="*/ 312 w 342"/>
                <a:gd name="T17" fmla="*/ 277 h 494"/>
                <a:gd name="T18" fmla="*/ 330 w 342"/>
                <a:gd name="T19" fmla="*/ 328 h 494"/>
                <a:gd name="T20" fmla="*/ 339 w 342"/>
                <a:gd name="T21" fmla="*/ 381 h 494"/>
                <a:gd name="T22" fmla="*/ 342 w 342"/>
                <a:gd name="T23" fmla="*/ 433 h 494"/>
                <a:gd name="T24" fmla="*/ 339 w 342"/>
                <a:gd name="T25" fmla="*/ 494 h 494"/>
                <a:gd name="T26" fmla="*/ 0 w 342"/>
                <a:gd name="T27" fmla="*/ 395 h 494"/>
                <a:gd name="T28" fmla="*/ 0 w 342"/>
                <a:gd name="T29" fmla="*/ 0 h 4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2"/>
                <a:gd name="T46" fmla="*/ 0 h 494"/>
                <a:gd name="T47" fmla="*/ 342 w 342"/>
                <a:gd name="T48" fmla="*/ 494 h 4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2" h="494">
                  <a:moveTo>
                    <a:pt x="0" y="0"/>
                  </a:moveTo>
                  <a:lnTo>
                    <a:pt x="54" y="16"/>
                  </a:lnTo>
                  <a:lnTo>
                    <a:pt x="114" y="52"/>
                  </a:lnTo>
                  <a:lnTo>
                    <a:pt x="159" y="79"/>
                  </a:lnTo>
                  <a:lnTo>
                    <a:pt x="198" y="113"/>
                  </a:lnTo>
                  <a:lnTo>
                    <a:pt x="234" y="142"/>
                  </a:lnTo>
                  <a:lnTo>
                    <a:pt x="268" y="183"/>
                  </a:lnTo>
                  <a:lnTo>
                    <a:pt x="297" y="238"/>
                  </a:lnTo>
                  <a:lnTo>
                    <a:pt x="312" y="277"/>
                  </a:lnTo>
                  <a:lnTo>
                    <a:pt x="330" y="328"/>
                  </a:lnTo>
                  <a:lnTo>
                    <a:pt x="339" y="381"/>
                  </a:lnTo>
                  <a:lnTo>
                    <a:pt x="342" y="433"/>
                  </a:lnTo>
                  <a:lnTo>
                    <a:pt x="339" y="494"/>
                  </a:lnTo>
                  <a:lnTo>
                    <a:pt x="0" y="39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60076"/>
                </a:gs>
                <a:gs pos="100000">
                  <a:srgbClr val="FF00FF"/>
                </a:gs>
              </a:gsLst>
              <a:lin ang="18900000" scaled="1"/>
            </a:gradFill>
            <a:ln w="9525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饼形 1"/>
          <p:cNvSpPr/>
          <p:nvPr/>
        </p:nvSpPr>
        <p:spPr>
          <a:xfrm>
            <a:off x="7935629" y="2887173"/>
            <a:ext cx="1940390" cy="1940390"/>
          </a:xfrm>
          <a:prstGeom prst="pie">
            <a:avLst>
              <a:gd name="adj1" fmla="val 16199577"/>
              <a:gd name="adj2" fmla="val 21595016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3526774" y="3082950"/>
            <a:ext cx="914400" cy="920750"/>
            <a:chOff x="2549" y="485"/>
            <a:chExt cx="576" cy="580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2549" y="485"/>
              <a:ext cx="576" cy="58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5"/>
            <p:cNvSpPr>
              <a:spLocks noChangeShapeType="1"/>
            </p:cNvSpPr>
            <p:nvPr/>
          </p:nvSpPr>
          <p:spPr bwMode="auto">
            <a:xfrm>
              <a:off x="2859" y="485"/>
              <a:ext cx="0" cy="5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"/>
          <p:cNvGrpSpPr/>
          <p:nvPr/>
        </p:nvGrpSpPr>
        <p:grpSpPr bwMode="auto">
          <a:xfrm>
            <a:off x="1190271" y="3082950"/>
            <a:ext cx="1752600" cy="914400"/>
            <a:chOff x="432" y="384"/>
            <a:chExt cx="1200" cy="720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32" y="384"/>
              <a:ext cx="1200" cy="72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720" y="384"/>
              <a:ext cx="0" cy="7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1344" y="384"/>
              <a:ext cx="0" cy="7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16"/>
          <p:cNvGrpSpPr/>
          <p:nvPr/>
        </p:nvGrpSpPr>
        <p:grpSpPr bwMode="auto">
          <a:xfrm>
            <a:off x="5951984" y="4077072"/>
            <a:ext cx="1720850" cy="1339850"/>
            <a:chOff x="3694" y="752"/>
            <a:chExt cx="1084" cy="844"/>
          </a:xfrm>
        </p:grpSpPr>
        <p:sp>
          <p:nvSpPr>
            <p:cNvPr id="13" name="Freeform 17"/>
            <p:cNvSpPr/>
            <p:nvPr/>
          </p:nvSpPr>
          <p:spPr bwMode="auto">
            <a:xfrm>
              <a:off x="4065" y="890"/>
              <a:ext cx="349" cy="531"/>
            </a:xfrm>
            <a:custGeom>
              <a:avLst/>
              <a:gdLst>
                <a:gd name="T0" fmla="*/ 0 w 349"/>
                <a:gd name="T1" fmla="*/ 0 h 531"/>
                <a:gd name="T2" fmla="*/ 0 w 349"/>
                <a:gd name="T3" fmla="*/ 480 h 531"/>
                <a:gd name="T4" fmla="*/ 175 w 349"/>
                <a:gd name="T5" fmla="*/ 531 h 531"/>
                <a:gd name="T6" fmla="*/ 175 w 349"/>
                <a:gd name="T7" fmla="*/ 182 h 531"/>
                <a:gd name="T8" fmla="*/ 349 w 349"/>
                <a:gd name="T9" fmla="*/ 124 h 531"/>
                <a:gd name="T10" fmla="*/ 0 w 349"/>
                <a:gd name="T11" fmla="*/ 0 h 5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9"/>
                <a:gd name="T19" fmla="*/ 0 h 531"/>
                <a:gd name="T20" fmla="*/ 349 w 349"/>
                <a:gd name="T21" fmla="*/ 531 h 5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9" h="531">
                  <a:moveTo>
                    <a:pt x="0" y="0"/>
                  </a:moveTo>
                  <a:lnTo>
                    <a:pt x="0" y="480"/>
                  </a:lnTo>
                  <a:lnTo>
                    <a:pt x="175" y="531"/>
                  </a:lnTo>
                  <a:lnTo>
                    <a:pt x="175" y="182"/>
                  </a:lnTo>
                  <a:lnTo>
                    <a:pt x="349" y="12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50000">
                  <a:srgbClr val="00CC00"/>
                </a:gs>
                <a:gs pos="100000">
                  <a:srgbClr val="005E00"/>
                </a:gs>
              </a:gsLst>
              <a:lin ang="0" scaled="1"/>
            </a:gra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Freeform 18"/>
            <p:cNvSpPr/>
            <p:nvPr/>
          </p:nvSpPr>
          <p:spPr bwMode="auto">
            <a:xfrm>
              <a:off x="3709" y="752"/>
              <a:ext cx="1061" cy="378"/>
            </a:xfrm>
            <a:custGeom>
              <a:avLst/>
              <a:gdLst>
                <a:gd name="T0" fmla="*/ 0 w 1061"/>
                <a:gd name="T1" fmla="*/ 138 h 378"/>
                <a:gd name="T2" fmla="*/ 385 w 1061"/>
                <a:gd name="T3" fmla="*/ 0 h 378"/>
                <a:gd name="T4" fmla="*/ 1061 w 1061"/>
                <a:gd name="T5" fmla="*/ 248 h 378"/>
                <a:gd name="T6" fmla="*/ 712 w 1061"/>
                <a:gd name="T7" fmla="*/ 378 h 378"/>
                <a:gd name="T8" fmla="*/ 538 w 1061"/>
                <a:gd name="T9" fmla="*/ 328 h 378"/>
                <a:gd name="T10" fmla="*/ 720 w 1061"/>
                <a:gd name="T11" fmla="*/ 262 h 378"/>
                <a:gd name="T12" fmla="*/ 356 w 1061"/>
                <a:gd name="T13" fmla="*/ 131 h 378"/>
                <a:gd name="T14" fmla="*/ 167 w 1061"/>
                <a:gd name="T15" fmla="*/ 204 h 378"/>
                <a:gd name="T16" fmla="*/ 0 w 1061"/>
                <a:gd name="T17" fmla="*/ 138 h 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61"/>
                <a:gd name="T28" fmla="*/ 0 h 378"/>
                <a:gd name="T29" fmla="*/ 1061 w 1061"/>
                <a:gd name="T30" fmla="*/ 378 h 3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61" h="378">
                  <a:moveTo>
                    <a:pt x="0" y="138"/>
                  </a:moveTo>
                  <a:lnTo>
                    <a:pt x="385" y="0"/>
                  </a:lnTo>
                  <a:lnTo>
                    <a:pt x="1061" y="248"/>
                  </a:lnTo>
                  <a:lnTo>
                    <a:pt x="712" y="378"/>
                  </a:lnTo>
                  <a:lnTo>
                    <a:pt x="538" y="328"/>
                  </a:lnTo>
                  <a:lnTo>
                    <a:pt x="720" y="262"/>
                  </a:lnTo>
                  <a:lnTo>
                    <a:pt x="356" y="131"/>
                  </a:lnTo>
                  <a:lnTo>
                    <a:pt x="167" y="204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00CC00"/>
            </a:soli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19"/>
            <p:cNvSpPr/>
            <p:nvPr/>
          </p:nvSpPr>
          <p:spPr bwMode="auto">
            <a:xfrm>
              <a:off x="4254" y="1007"/>
              <a:ext cx="516" cy="582"/>
            </a:xfrm>
            <a:custGeom>
              <a:avLst/>
              <a:gdLst>
                <a:gd name="T0" fmla="*/ 0 w 516"/>
                <a:gd name="T1" fmla="*/ 65 h 582"/>
                <a:gd name="T2" fmla="*/ 0 w 516"/>
                <a:gd name="T3" fmla="*/ 531 h 582"/>
                <a:gd name="T4" fmla="*/ 175 w 516"/>
                <a:gd name="T5" fmla="*/ 582 h 582"/>
                <a:gd name="T6" fmla="*/ 516 w 516"/>
                <a:gd name="T7" fmla="*/ 487 h 582"/>
                <a:gd name="T8" fmla="*/ 516 w 516"/>
                <a:gd name="T9" fmla="*/ 0 h 582"/>
                <a:gd name="T10" fmla="*/ 167 w 516"/>
                <a:gd name="T11" fmla="*/ 116 h 582"/>
                <a:gd name="T12" fmla="*/ 0 w 516"/>
                <a:gd name="T13" fmla="*/ 65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16"/>
                <a:gd name="T22" fmla="*/ 0 h 582"/>
                <a:gd name="T23" fmla="*/ 516 w 516"/>
                <a:gd name="T24" fmla="*/ 582 h 5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16" h="582">
                  <a:moveTo>
                    <a:pt x="0" y="65"/>
                  </a:moveTo>
                  <a:lnTo>
                    <a:pt x="0" y="531"/>
                  </a:lnTo>
                  <a:lnTo>
                    <a:pt x="175" y="582"/>
                  </a:lnTo>
                  <a:lnTo>
                    <a:pt x="516" y="487"/>
                  </a:lnTo>
                  <a:lnTo>
                    <a:pt x="516" y="0"/>
                  </a:lnTo>
                  <a:lnTo>
                    <a:pt x="167" y="116"/>
                  </a:lnTo>
                  <a:lnTo>
                    <a:pt x="0" y="65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0" scaled="1"/>
            </a:gra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Freeform 20"/>
            <p:cNvSpPr/>
            <p:nvPr/>
          </p:nvSpPr>
          <p:spPr bwMode="auto">
            <a:xfrm>
              <a:off x="3701" y="890"/>
              <a:ext cx="371" cy="539"/>
            </a:xfrm>
            <a:custGeom>
              <a:avLst/>
              <a:gdLst>
                <a:gd name="T0" fmla="*/ 0 w 371"/>
                <a:gd name="T1" fmla="*/ 8 h 539"/>
                <a:gd name="T2" fmla="*/ 0 w 371"/>
                <a:gd name="T3" fmla="*/ 480 h 539"/>
                <a:gd name="T4" fmla="*/ 189 w 371"/>
                <a:gd name="T5" fmla="*/ 539 h 539"/>
                <a:gd name="T6" fmla="*/ 371 w 371"/>
                <a:gd name="T7" fmla="*/ 480 h 539"/>
                <a:gd name="T8" fmla="*/ 371 w 371"/>
                <a:gd name="T9" fmla="*/ 0 h 539"/>
                <a:gd name="T10" fmla="*/ 182 w 371"/>
                <a:gd name="T11" fmla="*/ 66 h 539"/>
                <a:gd name="T12" fmla="*/ 0 w 371"/>
                <a:gd name="T13" fmla="*/ 8 h 5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71"/>
                <a:gd name="T22" fmla="*/ 0 h 539"/>
                <a:gd name="T23" fmla="*/ 371 w 371"/>
                <a:gd name="T24" fmla="*/ 539 h 5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71" h="539">
                  <a:moveTo>
                    <a:pt x="0" y="8"/>
                  </a:moveTo>
                  <a:lnTo>
                    <a:pt x="0" y="480"/>
                  </a:lnTo>
                  <a:lnTo>
                    <a:pt x="189" y="539"/>
                  </a:lnTo>
                  <a:lnTo>
                    <a:pt x="371" y="480"/>
                  </a:lnTo>
                  <a:lnTo>
                    <a:pt x="371" y="0"/>
                  </a:lnTo>
                  <a:lnTo>
                    <a:pt x="182" y="66"/>
                  </a:lnTo>
                  <a:lnTo>
                    <a:pt x="0" y="8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0" scaled="1"/>
            </a:gra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21"/>
            <p:cNvSpPr/>
            <p:nvPr/>
          </p:nvSpPr>
          <p:spPr bwMode="auto">
            <a:xfrm>
              <a:off x="3701" y="890"/>
              <a:ext cx="3" cy="488"/>
            </a:xfrm>
            <a:custGeom>
              <a:avLst/>
              <a:gdLst>
                <a:gd name="T0" fmla="*/ 3 w 3"/>
                <a:gd name="T1" fmla="*/ 0 h 488"/>
                <a:gd name="T2" fmla="*/ 0 w 3"/>
                <a:gd name="T3" fmla="*/ 488 h 488"/>
                <a:gd name="T4" fmla="*/ 0 60000 65536"/>
                <a:gd name="T5" fmla="*/ 0 60000 65536"/>
                <a:gd name="T6" fmla="*/ 0 w 3"/>
                <a:gd name="T7" fmla="*/ 0 h 488"/>
                <a:gd name="T8" fmla="*/ 3 w 3"/>
                <a:gd name="T9" fmla="*/ 488 h 48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88">
                  <a:moveTo>
                    <a:pt x="3" y="0"/>
                  </a:moveTo>
                  <a:lnTo>
                    <a:pt x="0" y="488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22"/>
            <p:cNvSpPr/>
            <p:nvPr/>
          </p:nvSpPr>
          <p:spPr bwMode="auto">
            <a:xfrm>
              <a:off x="3704" y="752"/>
              <a:ext cx="397" cy="138"/>
            </a:xfrm>
            <a:custGeom>
              <a:avLst/>
              <a:gdLst>
                <a:gd name="T0" fmla="*/ 0 w 397"/>
                <a:gd name="T1" fmla="*/ 138 h 138"/>
                <a:gd name="T2" fmla="*/ 397 w 397"/>
                <a:gd name="T3" fmla="*/ 0 h 138"/>
                <a:gd name="T4" fmla="*/ 0 60000 65536"/>
                <a:gd name="T5" fmla="*/ 0 60000 65536"/>
                <a:gd name="T6" fmla="*/ 0 w 397"/>
                <a:gd name="T7" fmla="*/ 0 h 138"/>
                <a:gd name="T8" fmla="*/ 397 w 397"/>
                <a:gd name="T9" fmla="*/ 138 h 1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7" h="138">
                  <a:moveTo>
                    <a:pt x="0" y="138"/>
                  </a:moveTo>
                  <a:lnTo>
                    <a:pt x="397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4080" y="752"/>
              <a:ext cx="698" cy="25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H="1">
              <a:off x="4407" y="1000"/>
              <a:ext cx="371" cy="13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 flipH="1" flipV="1">
              <a:off x="4247" y="1065"/>
              <a:ext cx="174" cy="6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26"/>
            <p:cNvSpPr/>
            <p:nvPr/>
          </p:nvSpPr>
          <p:spPr bwMode="auto">
            <a:xfrm>
              <a:off x="4247" y="1014"/>
              <a:ext cx="160" cy="58"/>
            </a:xfrm>
            <a:custGeom>
              <a:avLst/>
              <a:gdLst>
                <a:gd name="T0" fmla="*/ 0 w 160"/>
                <a:gd name="T1" fmla="*/ 58 h 58"/>
                <a:gd name="T2" fmla="*/ 160 w 160"/>
                <a:gd name="T3" fmla="*/ 0 h 58"/>
                <a:gd name="T4" fmla="*/ 0 60000 65536"/>
                <a:gd name="T5" fmla="*/ 0 60000 65536"/>
                <a:gd name="T6" fmla="*/ 0 w 160"/>
                <a:gd name="T7" fmla="*/ 0 h 58"/>
                <a:gd name="T8" fmla="*/ 160 w 160"/>
                <a:gd name="T9" fmla="*/ 58 h 5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" h="58">
                  <a:moveTo>
                    <a:pt x="0" y="58"/>
                  </a:moveTo>
                  <a:lnTo>
                    <a:pt x="160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27"/>
            <p:cNvSpPr/>
            <p:nvPr/>
          </p:nvSpPr>
          <p:spPr bwMode="auto">
            <a:xfrm>
              <a:off x="4065" y="890"/>
              <a:ext cx="356" cy="124"/>
            </a:xfrm>
            <a:custGeom>
              <a:avLst/>
              <a:gdLst>
                <a:gd name="T0" fmla="*/ 356 w 356"/>
                <a:gd name="T1" fmla="*/ 124 h 124"/>
                <a:gd name="T2" fmla="*/ 0 w 356"/>
                <a:gd name="T3" fmla="*/ 0 h 124"/>
                <a:gd name="T4" fmla="*/ 0 60000 65536"/>
                <a:gd name="T5" fmla="*/ 0 60000 65536"/>
                <a:gd name="T6" fmla="*/ 0 w 356"/>
                <a:gd name="T7" fmla="*/ 0 h 124"/>
                <a:gd name="T8" fmla="*/ 356 w 356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6" h="124">
                  <a:moveTo>
                    <a:pt x="356" y="124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H="1">
              <a:off x="3890" y="883"/>
              <a:ext cx="175" cy="6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29"/>
            <p:cNvSpPr/>
            <p:nvPr/>
          </p:nvSpPr>
          <p:spPr bwMode="auto">
            <a:xfrm>
              <a:off x="3701" y="898"/>
              <a:ext cx="189" cy="59"/>
            </a:xfrm>
            <a:custGeom>
              <a:avLst/>
              <a:gdLst>
                <a:gd name="T0" fmla="*/ 189 w 189"/>
                <a:gd name="T1" fmla="*/ 59 h 59"/>
                <a:gd name="T2" fmla="*/ 0 w 189"/>
                <a:gd name="T3" fmla="*/ 0 h 59"/>
                <a:gd name="T4" fmla="*/ 0 60000 65536"/>
                <a:gd name="T5" fmla="*/ 0 60000 65536"/>
                <a:gd name="T6" fmla="*/ 0 w 189"/>
                <a:gd name="T7" fmla="*/ 0 h 59"/>
                <a:gd name="T8" fmla="*/ 189 w 189"/>
                <a:gd name="T9" fmla="*/ 59 h 5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9" h="59">
                  <a:moveTo>
                    <a:pt x="189" y="59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30"/>
            <p:cNvSpPr/>
            <p:nvPr/>
          </p:nvSpPr>
          <p:spPr bwMode="auto">
            <a:xfrm>
              <a:off x="3694" y="1363"/>
              <a:ext cx="204" cy="66"/>
            </a:xfrm>
            <a:custGeom>
              <a:avLst/>
              <a:gdLst>
                <a:gd name="T0" fmla="*/ 0 w 204"/>
                <a:gd name="T1" fmla="*/ 0 h 66"/>
                <a:gd name="T2" fmla="*/ 204 w 204"/>
                <a:gd name="T3" fmla="*/ 66 h 66"/>
                <a:gd name="T4" fmla="*/ 0 60000 65536"/>
                <a:gd name="T5" fmla="*/ 0 60000 65536"/>
                <a:gd name="T6" fmla="*/ 0 w 204"/>
                <a:gd name="T7" fmla="*/ 0 h 66"/>
                <a:gd name="T8" fmla="*/ 204 w 204"/>
                <a:gd name="T9" fmla="*/ 66 h 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4" h="66">
                  <a:moveTo>
                    <a:pt x="0" y="0"/>
                  </a:moveTo>
                  <a:lnTo>
                    <a:pt x="204" y="66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Freeform 31"/>
            <p:cNvSpPr/>
            <p:nvPr/>
          </p:nvSpPr>
          <p:spPr bwMode="auto">
            <a:xfrm>
              <a:off x="3890" y="1370"/>
              <a:ext cx="175" cy="59"/>
            </a:xfrm>
            <a:custGeom>
              <a:avLst/>
              <a:gdLst>
                <a:gd name="T0" fmla="*/ 0 w 175"/>
                <a:gd name="T1" fmla="*/ 59 h 59"/>
                <a:gd name="T2" fmla="*/ 175 w 175"/>
                <a:gd name="T3" fmla="*/ 0 h 59"/>
                <a:gd name="T4" fmla="*/ 0 60000 65536"/>
                <a:gd name="T5" fmla="*/ 0 60000 65536"/>
                <a:gd name="T6" fmla="*/ 0 w 175"/>
                <a:gd name="T7" fmla="*/ 0 h 59"/>
                <a:gd name="T8" fmla="*/ 175 w 175"/>
                <a:gd name="T9" fmla="*/ 59 h 5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5" h="59">
                  <a:moveTo>
                    <a:pt x="0" y="59"/>
                  </a:moveTo>
                  <a:lnTo>
                    <a:pt x="175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32"/>
            <p:cNvSpPr>
              <a:spLocks noChangeShapeType="1"/>
            </p:cNvSpPr>
            <p:nvPr/>
          </p:nvSpPr>
          <p:spPr bwMode="auto">
            <a:xfrm>
              <a:off x="4065" y="1363"/>
              <a:ext cx="182" cy="6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33"/>
            <p:cNvSpPr/>
            <p:nvPr/>
          </p:nvSpPr>
          <p:spPr bwMode="auto">
            <a:xfrm>
              <a:off x="4247" y="1530"/>
              <a:ext cx="174" cy="66"/>
            </a:xfrm>
            <a:custGeom>
              <a:avLst/>
              <a:gdLst>
                <a:gd name="T0" fmla="*/ 0 w 174"/>
                <a:gd name="T1" fmla="*/ 0 h 66"/>
                <a:gd name="T2" fmla="*/ 174 w 174"/>
                <a:gd name="T3" fmla="*/ 66 h 66"/>
                <a:gd name="T4" fmla="*/ 0 60000 65536"/>
                <a:gd name="T5" fmla="*/ 0 60000 65536"/>
                <a:gd name="T6" fmla="*/ 0 w 174"/>
                <a:gd name="T7" fmla="*/ 0 h 66"/>
                <a:gd name="T8" fmla="*/ 174 w 174"/>
                <a:gd name="T9" fmla="*/ 66 h 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4" h="66">
                  <a:moveTo>
                    <a:pt x="0" y="0"/>
                  </a:moveTo>
                  <a:lnTo>
                    <a:pt x="174" y="66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34"/>
            <p:cNvSpPr/>
            <p:nvPr/>
          </p:nvSpPr>
          <p:spPr bwMode="auto">
            <a:xfrm>
              <a:off x="4421" y="1487"/>
              <a:ext cx="357" cy="109"/>
            </a:xfrm>
            <a:custGeom>
              <a:avLst/>
              <a:gdLst>
                <a:gd name="T0" fmla="*/ 0 w 357"/>
                <a:gd name="T1" fmla="*/ 109 h 109"/>
                <a:gd name="T2" fmla="*/ 357 w 357"/>
                <a:gd name="T3" fmla="*/ 0 h 109"/>
                <a:gd name="T4" fmla="*/ 0 60000 65536"/>
                <a:gd name="T5" fmla="*/ 0 60000 65536"/>
                <a:gd name="T6" fmla="*/ 0 w 357"/>
                <a:gd name="T7" fmla="*/ 0 h 109"/>
                <a:gd name="T8" fmla="*/ 357 w 357"/>
                <a:gd name="T9" fmla="*/ 109 h 10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7" h="109">
                  <a:moveTo>
                    <a:pt x="0" y="109"/>
                  </a:moveTo>
                  <a:lnTo>
                    <a:pt x="357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5"/>
            <p:cNvSpPr>
              <a:spLocks noChangeShapeType="1"/>
            </p:cNvSpPr>
            <p:nvPr/>
          </p:nvSpPr>
          <p:spPr bwMode="auto">
            <a:xfrm>
              <a:off x="3890" y="949"/>
              <a:ext cx="0" cy="48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4065" y="883"/>
              <a:ext cx="0" cy="48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>
              <a:off x="4247" y="1065"/>
              <a:ext cx="0" cy="47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4421" y="1123"/>
              <a:ext cx="0" cy="47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4770" y="1007"/>
              <a:ext cx="1" cy="487"/>
            </a:xfrm>
            <a:custGeom>
              <a:avLst/>
              <a:gdLst>
                <a:gd name="T0" fmla="*/ 0 w 1"/>
                <a:gd name="T1" fmla="*/ 0 h 487"/>
                <a:gd name="T2" fmla="*/ 0 w 1"/>
                <a:gd name="T3" fmla="*/ 487 h 487"/>
                <a:gd name="T4" fmla="*/ 0 60000 65536"/>
                <a:gd name="T5" fmla="*/ 0 60000 65536"/>
                <a:gd name="T6" fmla="*/ 0 w 1"/>
                <a:gd name="T7" fmla="*/ 0 h 487"/>
                <a:gd name="T8" fmla="*/ 1 w 1"/>
                <a:gd name="T9" fmla="*/ 487 h 4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87">
                  <a:moveTo>
                    <a:pt x="0" y="0"/>
                  </a:moveTo>
                  <a:lnTo>
                    <a:pt x="0" y="487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8" name="Group 46"/>
          <p:cNvGrpSpPr/>
          <p:nvPr/>
        </p:nvGrpSpPr>
        <p:grpSpPr bwMode="auto">
          <a:xfrm>
            <a:off x="8923366" y="4125467"/>
            <a:ext cx="1663700" cy="1312863"/>
            <a:chOff x="3642" y="2488"/>
            <a:chExt cx="1048" cy="827"/>
          </a:xfrm>
        </p:grpSpPr>
        <p:sp>
          <p:nvSpPr>
            <p:cNvPr id="39" name="Freeform 47"/>
            <p:cNvSpPr/>
            <p:nvPr/>
          </p:nvSpPr>
          <p:spPr bwMode="auto">
            <a:xfrm>
              <a:off x="3644" y="2488"/>
              <a:ext cx="1037" cy="374"/>
            </a:xfrm>
            <a:custGeom>
              <a:avLst/>
              <a:gdLst>
                <a:gd name="T0" fmla="*/ 0 w 1037"/>
                <a:gd name="T1" fmla="*/ 144 h 374"/>
                <a:gd name="T2" fmla="*/ 168 w 1037"/>
                <a:gd name="T3" fmla="*/ 196 h 374"/>
                <a:gd name="T4" fmla="*/ 259 w 1037"/>
                <a:gd name="T5" fmla="*/ 163 h 374"/>
                <a:gd name="T6" fmla="*/ 322 w 1037"/>
                <a:gd name="T7" fmla="*/ 148 h 374"/>
                <a:gd name="T8" fmla="*/ 398 w 1037"/>
                <a:gd name="T9" fmla="*/ 153 h 374"/>
                <a:gd name="T10" fmla="*/ 466 w 1037"/>
                <a:gd name="T11" fmla="*/ 153 h 374"/>
                <a:gd name="T12" fmla="*/ 518 w 1037"/>
                <a:gd name="T13" fmla="*/ 172 h 374"/>
                <a:gd name="T14" fmla="*/ 566 w 1037"/>
                <a:gd name="T15" fmla="*/ 201 h 374"/>
                <a:gd name="T16" fmla="*/ 595 w 1037"/>
                <a:gd name="T17" fmla="*/ 230 h 374"/>
                <a:gd name="T18" fmla="*/ 595 w 1037"/>
                <a:gd name="T19" fmla="*/ 264 h 374"/>
                <a:gd name="T20" fmla="*/ 547 w 1037"/>
                <a:gd name="T21" fmla="*/ 307 h 374"/>
                <a:gd name="T22" fmla="*/ 701 w 1037"/>
                <a:gd name="T23" fmla="*/ 374 h 374"/>
                <a:gd name="T24" fmla="*/ 1037 w 1037"/>
                <a:gd name="T25" fmla="*/ 240 h 374"/>
                <a:gd name="T26" fmla="*/ 336 w 1037"/>
                <a:gd name="T27" fmla="*/ 0 h 374"/>
                <a:gd name="T28" fmla="*/ 0 w 1037"/>
                <a:gd name="T29" fmla="*/ 144 h 3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037"/>
                <a:gd name="T46" fmla="*/ 0 h 374"/>
                <a:gd name="T47" fmla="*/ 1037 w 1037"/>
                <a:gd name="T48" fmla="*/ 374 h 37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037" h="374">
                  <a:moveTo>
                    <a:pt x="0" y="144"/>
                  </a:moveTo>
                  <a:lnTo>
                    <a:pt x="168" y="196"/>
                  </a:lnTo>
                  <a:lnTo>
                    <a:pt x="259" y="163"/>
                  </a:lnTo>
                  <a:lnTo>
                    <a:pt x="322" y="148"/>
                  </a:lnTo>
                  <a:lnTo>
                    <a:pt x="398" y="153"/>
                  </a:lnTo>
                  <a:lnTo>
                    <a:pt x="466" y="153"/>
                  </a:lnTo>
                  <a:lnTo>
                    <a:pt x="518" y="172"/>
                  </a:lnTo>
                  <a:lnTo>
                    <a:pt x="566" y="201"/>
                  </a:lnTo>
                  <a:lnTo>
                    <a:pt x="595" y="230"/>
                  </a:lnTo>
                  <a:lnTo>
                    <a:pt x="595" y="264"/>
                  </a:lnTo>
                  <a:lnTo>
                    <a:pt x="547" y="307"/>
                  </a:lnTo>
                  <a:lnTo>
                    <a:pt x="701" y="374"/>
                  </a:lnTo>
                  <a:lnTo>
                    <a:pt x="1037" y="240"/>
                  </a:lnTo>
                  <a:lnTo>
                    <a:pt x="336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E4A8"/>
            </a:soli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48"/>
            <p:cNvSpPr/>
            <p:nvPr/>
          </p:nvSpPr>
          <p:spPr bwMode="auto">
            <a:xfrm>
              <a:off x="4186" y="2723"/>
              <a:ext cx="490" cy="581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537"/>
                </a:cxn>
                <a:cxn ang="0">
                  <a:pos x="149" y="581"/>
                </a:cxn>
                <a:cxn ang="0">
                  <a:pos x="490" y="480"/>
                </a:cxn>
                <a:cxn ang="0">
                  <a:pos x="490" y="0"/>
                </a:cxn>
                <a:cxn ang="0">
                  <a:pos x="154" y="134"/>
                </a:cxn>
                <a:cxn ang="0">
                  <a:pos x="0" y="77"/>
                </a:cxn>
              </a:cxnLst>
              <a:rect l="0" t="0" r="r" b="b"/>
              <a:pathLst>
                <a:path w="490" h="581">
                  <a:moveTo>
                    <a:pt x="0" y="77"/>
                  </a:moveTo>
                  <a:lnTo>
                    <a:pt x="0" y="537"/>
                  </a:lnTo>
                  <a:lnTo>
                    <a:pt x="149" y="581"/>
                  </a:lnTo>
                  <a:lnTo>
                    <a:pt x="490" y="480"/>
                  </a:lnTo>
                  <a:lnTo>
                    <a:pt x="490" y="0"/>
                  </a:lnTo>
                  <a:lnTo>
                    <a:pt x="154" y="134"/>
                  </a:lnTo>
                  <a:lnTo>
                    <a:pt x="0" y="77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Freeform 49"/>
            <p:cNvSpPr/>
            <p:nvPr/>
          </p:nvSpPr>
          <p:spPr bwMode="auto">
            <a:xfrm>
              <a:off x="3826" y="2632"/>
              <a:ext cx="413" cy="53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518"/>
                </a:cxn>
                <a:cxn ang="0">
                  <a:pos x="53" y="484"/>
                </a:cxn>
                <a:cxn ang="0">
                  <a:pos x="125" y="475"/>
                </a:cxn>
                <a:cxn ang="0">
                  <a:pos x="202" y="470"/>
                </a:cxn>
                <a:cxn ang="0">
                  <a:pos x="274" y="470"/>
                </a:cxn>
                <a:cxn ang="0">
                  <a:pos x="322" y="499"/>
                </a:cxn>
                <a:cxn ang="0">
                  <a:pos x="360" y="537"/>
                </a:cxn>
                <a:cxn ang="0">
                  <a:pos x="360" y="158"/>
                </a:cxn>
                <a:cxn ang="0">
                  <a:pos x="394" y="134"/>
                </a:cxn>
                <a:cxn ang="0">
                  <a:pos x="413" y="100"/>
                </a:cxn>
                <a:cxn ang="0">
                  <a:pos x="384" y="67"/>
                </a:cxn>
                <a:cxn ang="0">
                  <a:pos x="312" y="28"/>
                </a:cxn>
                <a:cxn ang="0">
                  <a:pos x="240" y="4"/>
                </a:cxn>
                <a:cxn ang="0">
                  <a:pos x="164" y="0"/>
                </a:cxn>
                <a:cxn ang="0">
                  <a:pos x="82" y="19"/>
                </a:cxn>
                <a:cxn ang="0">
                  <a:pos x="0" y="48"/>
                </a:cxn>
              </a:cxnLst>
              <a:rect l="0" t="0" r="r" b="b"/>
              <a:pathLst>
                <a:path w="413" h="537">
                  <a:moveTo>
                    <a:pt x="0" y="48"/>
                  </a:moveTo>
                  <a:lnTo>
                    <a:pt x="0" y="518"/>
                  </a:lnTo>
                  <a:lnTo>
                    <a:pt x="53" y="484"/>
                  </a:lnTo>
                  <a:lnTo>
                    <a:pt x="125" y="475"/>
                  </a:lnTo>
                  <a:lnTo>
                    <a:pt x="202" y="470"/>
                  </a:lnTo>
                  <a:lnTo>
                    <a:pt x="274" y="470"/>
                  </a:lnTo>
                  <a:lnTo>
                    <a:pt x="322" y="499"/>
                  </a:lnTo>
                  <a:lnTo>
                    <a:pt x="360" y="537"/>
                  </a:lnTo>
                  <a:lnTo>
                    <a:pt x="360" y="158"/>
                  </a:lnTo>
                  <a:lnTo>
                    <a:pt x="394" y="134"/>
                  </a:lnTo>
                  <a:lnTo>
                    <a:pt x="413" y="100"/>
                  </a:lnTo>
                  <a:lnTo>
                    <a:pt x="384" y="67"/>
                  </a:lnTo>
                  <a:lnTo>
                    <a:pt x="312" y="28"/>
                  </a:lnTo>
                  <a:lnTo>
                    <a:pt x="240" y="4"/>
                  </a:lnTo>
                  <a:lnTo>
                    <a:pt x="164" y="0"/>
                  </a:lnTo>
                  <a:lnTo>
                    <a:pt x="82" y="19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E4A8"/>
                </a:gs>
                <a:gs pos="100000">
                  <a:srgbClr val="00E4A8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Freeform 50"/>
            <p:cNvSpPr/>
            <p:nvPr/>
          </p:nvSpPr>
          <p:spPr bwMode="auto">
            <a:xfrm>
              <a:off x="3644" y="2622"/>
              <a:ext cx="178" cy="528"/>
            </a:xfrm>
            <a:custGeom>
              <a:avLst/>
              <a:gdLst>
                <a:gd name="T0" fmla="*/ 0 w 178"/>
                <a:gd name="T1" fmla="*/ 0 h 528"/>
                <a:gd name="T2" fmla="*/ 0 w 178"/>
                <a:gd name="T3" fmla="*/ 461 h 528"/>
                <a:gd name="T4" fmla="*/ 178 w 178"/>
                <a:gd name="T5" fmla="*/ 528 h 528"/>
                <a:gd name="T6" fmla="*/ 178 w 178"/>
                <a:gd name="T7" fmla="*/ 62 h 528"/>
                <a:gd name="T8" fmla="*/ 0 w 178"/>
                <a:gd name="T9" fmla="*/ 0 h 5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8"/>
                <a:gd name="T16" fmla="*/ 0 h 528"/>
                <a:gd name="T17" fmla="*/ 178 w 178"/>
                <a:gd name="T18" fmla="*/ 528 h 5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8" h="528">
                  <a:moveTo>
                    <a:pt x="0" y="0"/>
                  </a:moveTo>
                  <a:lnTo>
                    <a:pt x="0" y="461"/>
                  </a:lnTo>
                  <a:lnTo>
                    <a:pt x="178" y="528"/>
                  </a:lnTo>
                  <a:lnTo>
                    <a:pt x="178" y="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4A8"/>
            </a:solidFill>
            <a:ln w="12700">
              <a:solidFill>
                <a:srgbClr val="FFFF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Freeform 51"/>
            <p:cNvSpPr/>
            <p:nvPr/>
          </p:nvSpPr>
          <p:spPr bwMode="auto">
            <a:xfrm>
              <a:off x="3649" y="2488"/>
              <a:ext cx="350" cy="137"/>
            </a:xfrm>
            <a:custGeom>
              <a:avLst/>
              <a:gdLst>
                <a:gd name="T0" fmla="*/ 0 w 350"/>
                <a:gd name="T1" fmla="*/ 137 h 137"/>
                <a:gd name="T2" fmla="*/ 350 w 350"/>
                <a:gd name="T3" fmla="*/ 0 h 137"/>
                <a:gd name="T4" fmla="*/ 0 60000 65536"/>
                <a:gd name="T5" fmla="*/ 0 60000 65536"/>
                <a:gd name="T6" fmla="*/ 0 w 350"/>
                <a:gd name="T7" fmla="*/ 0 h 137"/>
                <a:gd name="T8" fmla="*/ 350 w 350"/>
                <a:gd name="T9" fmla="*/ 137 h 1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0" h="137">
                  <a:moveTo>
                    <a:pt x="0" y="137"/>
                  </a:moveTo>
                  <a:lnTo>
                    <a:pt x="350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52"/>
            <p:cNvSpPr/>
            <p:nvPr/>
          </p:nvSpPr>
          <p:spPr bwMode="auto">
            <a:xfrm>
              <a:off x="3994" y="2492"/>
              <a:ext cx="696" cy="240"/>
            </a:xfrm>
            <a:custGeom>
              <a:avLst/>
              <a:gdLst>
                <a:gd name="T0" fmla="*/ 0 w 696"/>
                <a:gd name="T1" fmla="*/ 0 h 240"/>
                <a:gd name="T2" fmla="*/ 696 w 696"/>
                <a:gd name="T3" fmla="*/ 240 h 240"/>
                <a:gd name="T4" fmla="*/ 0 60000 65536"/>
                <a:gd name="T5" fmla="*/ 0 60000 65536"/>
                <a:gd name="T6" fmla="*/ 0 w 696"/>
                <a:gd name="T7" fmla="*/ 0 h 240"/>
                <a:gd name="T8" fmla="*/ 696 w 696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96" h="240">
                  <a:moveTo>
                    <a:pt x="0" y="0"/>
                  </a:moveTo>
                  <a:lnTo>
                    <a:pt x="696" y="24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53"/>
            <p:cNvSpPr/>
            <p:nvPr/>
          </p:nvSpPr>
          <p:spPr bwMode="auto">
            <a:xfrm>
              <a:off x="4341" y="2728"/>
              <a:ext cx="340" cy="129"/>
            </a:xfrm>
            <a:custGeom>
              <a:avLst/>
              <a:gdLst>
                <a:gd name="T0" fmla="*/ 340 w 340"/>
                <a:gd name="T1" fmla="*/ 0 h 129"/>
                <a:gd name="T2" fmla="*/ 0 w 340"/>
                <a:gd name="T3" fmla="*/ 129 h 129"/>
                <a:gd name="T4" fmla="*/ 0 60000 65536"/>
                <a:gd name="T5" fmla="*/ 0 60000 65536"/>
                <a:gd name="T6" fmla="*/ 0 w 340"/>
                <a:gd name="T7" fmla="*/ 0 h 129"/>
                <a:gd name="T8" fmla="*/ 340 w 340"/>
                <a:gd name="T9" fmla="*/ 129 h 1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129">
                  <a:moveTo>
                    <a:pt x="340" y="0"/>
                  </a:moveTo>
                  <a:lnTo>
                    <a:pt x="0" y="129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54"/>
            <p:cNvSpPr/>
            <p:nvPr/>
          </p:nvSpPr>
          <p:spPr bwMode="auto">
            <a:xfrm>
              <a:off x="4186" y="2795"/>
              <a:ext cx="162" cy="63"/>
            </a:xfrm>
            <a:custGeom>
              <a:avLst/>
              <a:gdLst>
                <a:gd name="T0" fmla="*/ 162 w 162"/>
                <a:gd name="T1" fmla="*/ 63 h 63"/>
                <a:gd name="T2" fmla="*/ 0 w 162"/>
                <a:gd name="T3" fmla="*/ 0 h 63"/>
                <a:gd name="T4" fmla="*/ 0 60000 65536"/>
                <a:gd name="T5" fmla="*/ 0 60000 65536"/>
                <a:gd name="T6" fmla="*/ 0 w 162"/>
                <a:gd name="T7" fmla="*/ 0 h 63"/>
                <a:gd name="T8" fmla="*/ 162 w 162"/>
                <a:gd name="T9" fmla="*/ 63 h 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2" h="63">
                  <a:moveTo>
                    <a:pt x="162" y="6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55"/>
            <p:cNvSpPr/>
            <p:nvPr/>
          </p:nvSpPr>
          <p:spPr bwMode="auto">
            <a:xfrm>
              <a:off x="3644" y="2627"/>
              <a:ext cx="180" cy="56"/>
            </a:xfrm>
            <a:custGeom>
              <a:avLst/>
              <a:gdLst>
                <a:gd name="T0" fmla="*/ 0 w 180"/>
                <a:gd name="T1" fmla="*/ 0 h 56"/>
                <a:gd name="T2" fmla="*/ 180 w 180"/>
                <a:gd name="T3" fmla="*/ 56 h 56"/>
                <a:gd name="T4" fmla="*/ 0 60000 65536"/>
                <a:gd name="T5" fmla="*/ 0 60000 65536"/>
                <a:gd name="T6" fmla="*/ 0 w 180"/>
                <a:gd name="T7" fmla="*/ 0 h 56"/>
                <a:gd name="T8" fmla="*/ 180 w 180"/>
                <a:gd name="T9" fmla="*/ 56 h 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0" h="56">
                  <a:moveTo>
                    <a:pt x="0" y="0"/>
                  </a:moveTo>
                  <a:lnTo>
                    <a:pt x="180" y="56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56"/>
            <p:cNvSpPr>
              <a:spLocks noChangeShapeType="1"/>
            </p:cNvSpPr>
            <p:nvPr/>
          </p:nvSpPr>
          <p:spPr bwMode="auto">
            <a:xfrm>
              <a:off x="3644" y="3083"/>
              <a:ext cx="175" cy="6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57"/>
            <p:cNvSpPr/>
            <p:nvPr/>
          </p:nvSpPr>
          <p:spPr bwMode="auto">
            <a:xfrm>
              <a:off x="4177" y="3260"/>
              <a:ext cx="163" cy="48"/>
            </a:xfrm>
            <a:custGeom>
              <a:avLst/>
              <a:gdLst>
                <a:gd name="T0" fmla="*/ 0 w 163"/>
                <a:gd name="T1" fmla="*/ 0 h 48"/>
                <a:gd name="T2" fmla="*/ 163 w 163"/>
                <a:gd name="T3" fmla="*/ 48 h 48"/>
                <a:gd name="T4" fmla="*/ 0 60000 65536"/>
                <a:gd name="T5" fmla="*/ 0 60000 65536"/>
                <a:gd name="T6" fmla="*/ 0 w 163"/>
                <a:gd name="T7" fmla="*/ 0 h 48"/>
                <a:gd name="T8" fmla="*/ 163 w 163"/>
                <a:gd name="T9" fmla="*/ 48 h 4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3" h="48">
                  <a:moveTo>
                    <a:pt x="0" y="0"/>
                  </a:moveTo>
                  <a:lnTo>
                    <a:pt x="163" y="48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58"/>
            <p:cNvSpPr/>
            <p:nvPr/>
          </p:nvSpPr>
          <p:spPr bwMode="auto">
            <a:xfrm>
              <a:off x="4335" y="3198"/>
              <a:ext cx="346" cy="110"/>
            </a:xfrm>
            <a:custGeom>
              <a:avLst/>
              <a:gdLst>
                <a:gd name="T0" fmla="*/ 0 w 346"/>
                <a:gd name="T1" fmla="*/ 110 h 110"/>
                <a:gd name="T2" fmla="*/ 346 w 346"/>
                <a:gd name="T3" fmla="*/ 0 h 110"/>
                <a:gd name="T4" fmla="*/ 0 60000 65536"/>
                <a:gd name="T5" fmla="*/ 0 60000 65536"/>
                <a:gd name="T6" fmla="*/ 0 w 346"/>
                <a:gd name="T7" fmla="*/ 0 h 110"/>
                <a:gd name="T8" fmla="*/ 346 w 346"/>
                <a:gd name="T9" fmla="*/ 110 h 1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6" h="110">
                  <a:moveTo>
                    <a:pt x="0" y="110"/>
                  </a:moveTo>
                  <a:lnTo>
                    <a:pt x="346" y="0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Freeform 59"/>
            <p:cNvSpPr/>
            <p:nvPr/>
          </p:nvSpPr>
          <p:spPr bwMode="auto">
            <a:xfrm>
              <a:off x="3822" y="2675"/>
              <a:ext cx="2" cy="485"/>
            </a:xfrm>
            <a:custGeom>
              <a:avLst/>
              <a:gdLst>
                <a:gd name="T0" fmla="*/ 2 w 2"/>
                <a:gd name="T1" fmla="*/ 0 h 485"/>
                <a:gd name="T2" fmla="*/ 0 w 2"/>
                <a:gd name="T3" fmla="*/ 485 h 485"/>
                <a:gd name="T4" fmla="*/ 0 60000 65536"/>
                <a:gd name="T5" fmla="*/ 0 60000 65536"/>
                <a:gd name="T6" fmla="*/ 0 w 2"/>
                <a:gd name="T7" fmla="*/ 0 h 485"/>
                <a:gd name="T8" fmla="*/ 2 w 2"/>
                <a:gd name="T9" fmla="*/ 485 h 4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485">
                  <a:moveTo>
                    <a:pt x="2" y="0"/>
                  </a:moveTo>
                  <a:lnTo>
                    <a:pt x="0" y="485"/>
                  </a:ln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60"/>
            <p:cNvSpPr>
              <a:spLocks noChangeShapeType="1"/>
            </p:cNvSpPr>
            <p:nvPr/>
          </p:nvSpPr>
          <p:spPr bwMode="auto">
            <a:xfrm>
              <a:off x="4180" y="2792"/>
              <a:ext cx="0" cy="472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61"/>
            <p:cNvSpPr>
              <a:spLocks noChangeShapeType="1"/>
            </p:cNvSpPr>
            <p:nvPr/>
          </p:nvSpPr>
          <p:spPr bwMode="auto">
            <a:xfrm>
              <a:off x="4340" y="2857"/>
              <a:ext cx="0" cy="45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62"/>
            <p:cNvSpPr>
              <a:spLocks noChangeShapeType="1"/>
            </p:cNvSpPr>
            <p:nvPr/>
          </p:nvSpPr>
          <p:spPr bwMode="auto">
            <a:xfrm>
              <a:off x="4682" y="2728"/>
              <a:ext cx="0" cy="49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Freeform 63"/>
            <p:cNvSpPr/>
            <p:nvPr/>
          </p:nvSpPr>
          <p:spPr bwMode="auto">
            <a:xfrm>
              <a:off x="3822" y="2631"/>
              <a:ext cx="418" cy="168"/>
            </a:xfrm>
            <a:custGeom>
              <a:avLst/>
              <a:gdLst>
                <a:gd name="T0" fmla="*/ 0 w 418"/>
                <a:gd name="T1" fmla="*/ 44 h 168"/>
                <a:gd name="T2" fmla="*/ 57 w 418"/>
                <a:gd name="T3" fmla="*/ 25 h 168"/>
                <a:gd name="T4" fmla="*/ 115 w 418"/>
                <a:gd name="T5" fmla="*/ 10 h 168"/>
                <a:gd name="T6" fmla="*/ 177 w 418"/>
                <a:gd name="T7" fmla="*/ 1 h 168"/>
                <a:gd name="T8" fmla="*/ 249 w 418"/>
                <a:gd name="T9" fmla="*/ 5 h 168"/>
                <a:gd name="T10" fmla="*/ 331 w 418"/>
                <a:gd name="T11" fmla="*/ 29 h 168"/>
                <a:gd name="T12" fmla="*/ 388 w 418"/>
                <a:gd name="T13" fmla="*/ 68 h 168"/>
                <a:gd name="T14" fmla="*/ 416 w 418"/>
                <a:gd name="T15" fmla="*/ 102 h 168"/>
                <a:gd name="T16" fmla="*/ 398 w 418"/>
                <a:gd name="T17" fmla="*/ 140 h 168"/>
                <a:gd name="T18" fmla="*/ 358 w 418"/>
                <a:gd name="T19" fmla="*/ 168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8"/>
                <a:gd name="T31" fmla="*/ 0 h 168"/>
                <a:gd name="T32" fmla="*/ 418 w 418"/>
                <a:gd name="T33" fmla="*/ 168 h 16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8" h="168">
                  <a:moveTo>
                    <a:pt x="0" y="44"/>
                  </a:moveTo>
                  <a:cubicBezTo>
                    <a:pt x="9" y="40"/>
                    <a:pt x="38" y="31"/>
                    <a:pt x="57" y="25"/>
                  </a:cubicBezTo>
                  <a:cubicBezTo>
                    <a:pt x="76" y="19"/>
                    <a:pt x="95" y="14"/>
                    <a:pt x="115" y="10"/>
                  </a:cubicBezTo>
                  <a:cubicBezTo>
                    <a:pt x="135" y="6"/>
                    <a:pt x="155" y="2"/>
                    <a:pt x="177" y="1"/>
                  </a:cubicBezTo>
                  <a:cubicBezTo>
                    <a:pt x="199" y="0"/>
                    <a:pt x="223" y="0"/>
                    <a:pt x="249" y="5"/>
                  </a:cubicBezTo>
                  <a:cubicBezTo>
                    <a:pt x="275" y="10"/>
                    <a:pt x="308" y="19"/>
                    <a:pt x="331" y="29"/>
                  </a:cubicBezTo>
                  <a:cubicBezTo>
                    <a:pt x="354" y="39"/>
                    <a:pt x="374" y="56"/>
                    <a:pt x="388" y="68"/>
                  </a:cubicBezTo>
                  <a:cubicBezTo>
                    <a:pt x="402" y="80"/>
                    <a:pt x="414" y="90"/>
                    <a:pt x="416" y="102"/>
                  </a:cubicBezTo>
                  <a:cubicBezTo>
                    <a:pt x="418" y="114"/>
                    <a:pt x="408" y="129"/>
                    <a:pt x="398" y="140"/>
                  </a:cubicBezTo>
                  <a:cubicBezTo>
                    <a:pt x="388" y="151"/>
                    <a:pt x="366" y="162"/>
                    <a:pt x="358" y="168"/>
                  </a:cubicBez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Freeform 64"/>
            <p:cNvSpPr/>
            <p:nvPr/>
          </p:nvSpPr>
          <p:spPr bwMode="auto">
            <a:xfrm>
              <a:off x="3817" y="3101"/>
              <a:ext cx="369" cy="68"/>
            </a:xfrm>
            <a:custGeom>
              <a:avLst/>
              <a:gdLst>
                <a:gd name="T0" fmla="*/ 0 w 369"/>
                <a:gd name="T1" fmla="*/ 54 h 68"/>
                <a:gd name="T2" fmla="*/ 53 w 369"/>
                <a:gd name="T3" fmla="*/ 20 h 68"/>
                <a:gd name="T4" fmla="*/ 120 w 369"/>
                <a:gd name="T5" fmla="*/ 6 h 68"/>
                <a:gd name="T6" fmla="*/ 177 w 369"/>
                <a:gd name="T7" fmla="*/ 1 h 68"/>
                <a:gd name="T8" fmla="*/ 221 w 369"/>
                <a:gd name="T9" fmla="*/ 1 h 68"/>
                <a:gd name="T10" fmla="*/ 273 w 369"/>
                <a:gd name="T11" fmla="*/ 6 h 68"/>
                <a:gd name="T12" fmla="*/ 326 w 369"/>
                <a:gd name="T13" fmla="*/ 25 h 68"/>
                <a:gd name="T14" fmla="*/ 369 w 369"/>
                <a:gd name="T15" fmla="*/ 68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69"/>
                <a:gd name="T25" fmla="*/ 0 h 68"/>
                <a:gd name="T26" fmla="*/ 369 w 369"/>
                <a:gd name="T27" fmla="*/ 68 h 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69" h="68">
                  <a:moveTo>
                    <a:pt x="0" y="54"/>
                  </a:moveTo>
                  <a:cubicBezTo>
                    <a:pt x="16" y="41"/>
                    <a:pt x="33" y="28"/>
                    <a:pt x="53" y="20"/>
                  </a:cubicBezTo>
                  <a:cubicBezTo>
                    <a:pt x="73" y="12"/>
                    <a:pt x="99" y="9"/>
                    <a:pt x="120" y="6"/>
                  </a:cubicBezTo>
                  <a:cubicBezTo>
                    <a:pt x="141" y="3"/>
                    <a:pt x="160" y="2"/>
                    <a:pt x="177" y="1"/>
                  </a:cubicBezTo>
                  <a:cubicBezTo>
                    <a:pt x="194" y="0"/>
                    <a:pt x="205" y="0"/>
                    <a:pt x="221" y="1"/>
                  </a:cubicBezTo>
                  <a:cubicBezTo>
                    <a:pt x="237" y="2"/>
                    <a:pt x="256" y="2"/>
                    <a:pt x="273" y="6"/>
                  </a:cubicBezTo>
                  <a:cubicBezTo>
                    <a:pt x="290" y="10"/>
                    <a:pt x="310" y="15"/>
                    <a:pt x="326" y="25"/>
                  </a:cubicBezTo>
                  <a:cubicBezTo>
                    <a:pt x="342" y="35"/>
                    <a:pt x="360" y="59"/>
                    <a:pt x="369" y="68"/>
                  </a:cubicBezTo>
                </a:path>
              </a:pathLst>
            </a:cu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65"/>
            <p:cNvSpPr>
              <a:spLocks noChangeShapeType="1"/>
            </p:cNvSpPr>
            <p:nvPr/>
          </p:nvSpPr>
          <p:spPr bwMode="auto">
            <a:xfrm>
              <a:off x="3642" y="2616"/>
              <a:ext cx="0" cy="48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83" t="25017" r="38603" b="18534"/>
          <a:stretch>
            <a:fillRect/>
          </a:stretch>
        </p:blipFill>
        <p:spPr>
          <a:xfrm rot="5400000">
            <a:off x="1534821" y="3441096"/>
            <a:ext cx="1109664" cy="190861"/>
          </a:xfrm>
          <a:prstGeom prst="rect">
            <a:avLst/>
          </a:prstGeom>
        </p:spPr>
      </p:pic>
      <p:grpSp>
        <p:nvGrpSpPr>
          <p:cNvPr id="59" name="组合 58"/>
          <p:cNvGrpSpPr/>
          <p:nvPr/>
        </p:nvGrpSpPr>
        <p:grpSpPr>
          <a:xfrm>
            <a:off x="5936109" y="2521433"/>
            <a:ext cx="1752600" cy="989406"/>
            <a:chOff x="4876175" y="2026847"/>
            <a:chExt cx="1752600" cy="989406"/>
          </a:xfrm>
        </p:grpSpPr>
        <p:sp>
          <p:nvSpPr>
            <p:cNvPr id="60" name="Freeform 14"/>
            <p:cNvSpPr/>
            <p:nvPr/>
          </p:nvSpPr>
          <p:spPr bwMode="auto">
            <a:xfrm>
              <a:off x="4876175" y="2112585"/>
              <a:ext cx="1752600" cy="860425"/>
            </a:xfrm>
            <a:custGeom>
              <a:avLst/>
              <a:gdLst>
                <a:gd name="T0" fmla="*/ 0 w 1104"/>
                <a:gd name="T1" fmla="*/ 0 h 542"/>
                <a:gd name="T2" fmla="*/ 1104 w 1104"/>
                <a:gd name="T3" fmla="*/ 0 h 542"/>
                <a:gd name="T4" fmla="*/ 1104 w 1104"/>
                <a:gd name="T5" fmla="*/ 542 h 542"/>
                <a:gd name="T6" fmla="*/ 839 w 1104"/>
                <a:gd name="T7" fmla="*/ 542 h 542"/>
                <a:gd name="T8" fmla="*/ 838 w 1104"/>
                <a:gd name="T9" fmla="*/ 323 h 542"/>
                <a:gd name="T10" fmla="*/ 263 w 1104"/>
                <a:gd name="T11" fmla="*/ 323 h 542"/>
                <a:gd name="T12" fmla="*/ 265 w 1104"/>
                <a:gd name="T13" fmla="*/ 542 h 542"/>
                <a:gd name="T14" fmla="*/ 0 w 1104"/>
                <a:gd name="T15" fmla="*/ 542 h 542"/>
                <a:gd name="T16" fmla="*/ 0 w 1104"/>
                <a:gd name="T17" fmla="*/ 0 h 5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04"/>
                <a:gd name="T28" fmla="*/ 0 h 542"/>
                <a:gd name="T29" fmla="*/ 1104 w 1104"/>
                <a:gd name="T30" fmla="*/ 542 h 5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04" h="542">
                  <a:moveTo>
                    <a:pt x="0" y="0"/>
                  </a:moveTo>
                  <a:lnTo>
                    <a:pt x="1104" y="0"/>
                  </a:lnTo>
                  <a:lnTo>
                    <a:pt x="1104" y="542"/>
                  </a:lnTo>
                  <a:lnTo>
                    <a:pt x="839" y="542"/>
                  </a:lnTo>
                  <a:lnTo>
                    <a:pt x="838" y="323"/>
                  </a:lnTo>
                  <a:lnTo>
                    <a:pt x="263" y="323"/>
                  </a:lnTo>
                  <a:lnTo>
                    <a:pt x="265" y="542"/>
                  </a:lnTo>
                  <a:lnTo>
                    <a:pt x="0" y="5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1" name="图片 60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33337" r="40534" b="18534"/>
            <a:stretch>
              <a:fillRect/>
            </a:stretch>
          </p:blipFill>
          <p:spPr>
            <a:xfrm rot="5400000">
              <a:off x="5272282" y="2440185"/>
              <a:ext cx="989406" cy="162730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/>
        </p:nvGrpSpPr>
        <p:grpSpPr>
          <a:xfrm>
            <a:off x="8875741" y="2486340"/>
            <a:ext cx="1758950" cy="1395123"/>
            <a:chOff x="8525638" y="1943359"/>
            <a:chExt cx="1758950" cy="1395123"/>
          </a:xfrm>
        </p:grpSpPr>
        <p:grpSp>
          <p:nvGrpSpPr>
            <p:cNvPr id="63" name="Group 40"/>
            <p:cNvGrpSpPr/>
            <p:nvPr/>
          </p:nvGrpSpPr>
          <p:grpSpPr bwMode="auto">
            <a:xfrm>
              <a:off x="8525638" y="2065306"/>
              <a:ext cx="1758950" cy="1273176"/>
              <a:chOff x="1104" y="2488"/>
              <a:chExt cx="1108" cy="802"/>
            </a:xfrm>
            <a:solidFill>
              <a:schemeClr val="bg1"/>
            </a:solidFill>
          </p:grpSpPr>
          <p:sp>
            <p:nvSpPr>
              <p:cNvPr id="66" name="Rectangle 41"/>
              <p:cNvSpPr>
                <a:spLocks noChangeArrowheads="1"/>
              </p:cNvSpPr>
              <p:nvPr/>
            </p:nvSpPr>
            <p:spPr bwMode="auto">
              <a:xfrm>
                <a:off x="1104" y="2488"/>
                <a:ext cx="1108" cy="537"/>
              </a:xfrm>
              <a:prstGeom prst="rect">
                <a:avLst/>
              </a:prstGeom>
              <a:grpFill/>
              <a:ln w="3810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Oval 42"/>
              <p:cNvSpPr>
                <a:spLocks noChangeArrowheads="1"/>
              </p:cNvSpPr>
              <p:nvPr/>
            </p:nvSpPr>
            <p:spPr bwMode="auto">
              <a:xfrm>
                <a:off x="1380" y="2787"/>
                <a:ext cx="562" cy="479"/>
              </a:xfrm>
              <a:prstGeom prst="ellipse">
                <a:avLst/>
              </a:pr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Freeform 43"/>
              <p:cNvSpPr/>
              <p:nvPr/>
            </p:nvSpPr>
            <p:spPr bwMode="auto">
              <a:xfrm>
                <a:off x="1296" y="3037"/>
                <a:ext cx="741" cy="253"/>
              </a:xfrm>
              <a:custGeom>
                <a:avLst/>
                <a:gdLst>
                  <a:gd name="T0" fmla="*/ 455 w 755"/>
                  <a:gd name="T1" fmla="*/ 0 h 267"/>
                  <a:gd name="T2" fmla="*/ 539 w 755"/>
                  <a:gd name="T3" fmla="*/ 0 h 267"/>
                  <a:gd name="T4" fmla="*/ 500 w 755"/>
                  <a:gd name="T5" fmla="*/ 32 h 267"/>
                  <a:gd name="T6" fmla="*/ 426 w 755"/>
                  <a:gd name="T7" fmla="*/ 99 h 267"/>
                  <a:gd name="T8" fmla="*/ 165 w 755"/>
                  <a:gd name="T9" fmla="*/ 100 h 267"/>
                  <a:gd name="T10" fmla="*/ 0 w 755"/>
                  <a:gd name="T11" fmla="*/ 22 h 267"/>
                  <a:gd name="T12" fmla="*/ 13 w 755"/>
                  <a:gd name="T13" fmla="*/ 0 h 267"/>
                  <a:gd name="T14" fmla="*/ 109 w 755"/>
                  <a:gd name="T15" fmla="*/ 0 h 267"/>
                  <a:gd name="T16" fmla="*/ 173 w 755"/>
                  <a:gd name="T17" fmla="*/ 50 h 267"/>
                  <a:gd name="T18" fmla="*/ 330 w 755"/>
                  <a:gd name="T19" fmla="*/ 64 h 267"/>
                  <a:gd name="T20" fmla="*/ 426 w 755"/>
                  <a:gd name="T21" fmla="*/ 36 h 267"/>
                  <a:gd name="T22" fmla="*/ 455 w 755"/>
                  <a:gd name="T23" fmla="*/ 0 h 26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55"/>
                  <a:gd name="T37" fmla="*/ 0 h 267"/>
                  <a:gd name="T38" fmla="*/ 755 w 755"/>
                  <a:gd name="T39" fmla="*/ 267 h 26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55" h="267">
                    <a:moveTo>
                      <a:pt x="638" y="0"/>
                    </a:moveTo>
                    <a:cubicBezTo>
                      <a:pt x="653" y="7"/>
                      <a:pt x="736" y="0"/>
                      <a:pt x="755" y="0"/>
                    </a:cubicBezTo>
                    <a:cubicBezTo>
                      <a:pt x="752" y="25"/>
                      <a:pt x="707" y="59"/>
                      <a:pt x="701" y="84"/>
                    </a:cubicBezTo>
                    <a:cubicBezTo>
                      <a:pt x="686" y="147"/>
                      <a:pt x="625" y="199"/>
                      <a:pt x="595" y="257"/>
                    </a:cubicBezTo>
                    <a:lnTo>
                      <a:pt x="230" y="267"/>
                    </a:lnTo>
                    <a:lnTo>
                      <a:pt x="0" y="56"/>
                    </a:lnTo>
                    <a:lnTo>
                      <a:pt x="13" y="0"/>
                    </a:lnTo>
                    <a:lnTo>
                      <a:pt x="151" y="0"/>
                    </a:lnTo>
                    <a:lnTo>
                      <a:pt x="240" y="132"/>
                    </a:lnTo>
                    <a:lnTo>
                      <a:pt x="461" y="171"/>
                    </a:lnTo>
                    <a:lnTo>
                      <a:pt x="595" y="94"/>
                    </a:lnTo>
                    <a:lnTo>
                      <a:pt x="638" y="0"/>
                    </a:lnTo>
                    <a:close/>
                  </a:path>
                </a:pathLst>
              </a:custGeom>
              <a:grpFill/>
              <a:ln w="12700">
                <a:noFill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4" name="图片 6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25017" r="38603" b="18534"/>
            <a:stretch>
              <a:fillRect/>
            </a:stretch>
          </p:blipFill>
          <p:spPr>
            <a:xfrm rot="5400000">
              <a:off x="8868004" y="2402760"/>
              <a:ext cx="1109664" cy="190861"/>
            </a:xfrm>
            <a:prstGeom prst="rect">
              <a:avLst/>
            </a:prstGeom>
          </p:spPr>
        </p:pic>
        <p:pic>
          <p:nvPicPr>
            <p:cNvPr id="65" name="图片 6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25017" r="38603" b="18534"/>
            <a:stretch>
              <a:fillRect/>
            </a:stretch>
          </p:blipFill>
          <p:spPr>
            <a:xfrm rot="10800000">
              <a:off x="8835201" y="2836622"/>
              <a:ext cx="1109664" cy="190861"/>
            </a:xfrm>
            <a:prstGeom prst="rect">
              <a:avLst/>
            </a:prstGeom>
          </p:spPr>
        </p:pic>
      </p:grpSp>
      <p:sp>
        <p:nvSpPr>
          <p:cNvPr id="6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8"/>
          <p:cNvSpPr txBox="1">
            <a:spLocks noChangeArrowheads="1"/>
          </p:cNvSpPr>
          <p:nvPr/>
        </p:nvSpPr>
        <p:spPr bwMode="auto">
          <a:xfrm>
            <a:off x="1054940" y="1880842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结合多个投影，确定真实形状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6071295" y="1224876"/>
            <a:ext cx="5396336" cy="918270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形状特征视图 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最能反映物体形状特征的那个视图。 </a:t>
            </a:r>
            <a:endParaRPr lang="zh-CN" altLang="en-US" sz="2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26"/>
          <p:cNvGrpSpPr/>
          <p:nvPr/>
        </p:nvGrpSpPr>
        <p:grpSpPr bwMode="auto">
          <a:xfrm>
            <a:off x="1775520" y="3651924"/>
            <a:ext cx="4724400" cy="1981200"/>
            <a:chOff x="384" y="2014"/>
            <a:chExt cx="2976" cy="1248"/>
          </a:xfrm>
          <a:solidFill>
            <a:schemeClr val="bg1"/>
          </a:solidFill>
        </p:grpSpPr>
        <p:grpSp>
          <p:nvGrpSpPr>
            <p:cNvPr id="7" name="Group 27"/>
            <p:cNvGrpSpPr/>
            <p:nvPr/>
          </p:nvGrpSpPr>
          <p:grpSpPr bwMode="auto">
            <a:xfrm>
              <a:off x="2256" y="2014"/>
              <a:ext cx="1104" cy="1056"/>
              <a:chOff x="2256" y="2014"/>
              <a:chExt cx="1104" cy="1056"/>
            </a:xfrm>
            <a:grpFill/>
          </p:grpSpPr>
          <p:sp>
            <p:nvSpPr>
              <p:cNvPr id="13" name="Oval 28"/>
              <p:cNvSpPr>
                <a:spLocks noChangeArrowheads="1"/>
              </p:cNvSpPr>
              <p:nvPr/>
            </p:nvSpPr>
            <p:spPr bwMode="auto">
              <a:xfrm>
                <a:off x="2306" y="2066"/>
                <a:ext cx="1004" cy="952"/>
              </a:xfrm>
              <a:prstGeom prst="ellipse">
                <a:avLst/>
              </a:prstGeom>
              <a:grpFill/>
              <a:ln w="38100">
                <a:solidFill>
                  <a:srgbClr val="333399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4" name="Freeform 29"/>
              <p:cNvSpPr/>
              <p:nvPr/>
            </p:nvSpPr>
            <p:spPr bwMode="auto">
              <a:xfrm>
                <a:off x="2256" y="2014"/>
                <a:ext cx="1104" cy="1056"/>
              </a:xfrm>
              <a:custGeom>
                <a:avLst/>
                <a:gdLst>
                  <a:gd name="T0" fmla="*/ 1175 w 1056"/>
                  <a:gd name="T1" fmla="*/ 266 h 960"/>
                  <a:gd name="T2" fmla="*/ 1175 w 1056"/>
                  <a:gd name="T3" fmla="*/ 2671 h 960"/>
                  <a:gd name="T4" fmla="*/ 2353 w 1056"/>
                  <a:gd name="T5" fmla="*/ 2671 h 960"/>
                  <a:gd name="T6" fmla="*/ 2353 w 1056"/>
                  <a:gd name="T7" fmla="*/ 5343 h 960"/>
                  <a:gd name="T8" fmla="*/ 0 w 1056"/>
                  <a:gd name="T9" fmla="*/ 5343 h 960"/>
                  <a:gd name="T10" fmla="*/ 0 w 1056"/>
                  <a:gd name="T11" fmla="*/ 0 h 960"/>
                  <a:gd name="T12" fmla="*/ 1175 w 1056"/>
                  <a:gd name="T13" fmla="*/ 0 h 960"/>
                  <a:gd name="T14" fmla="*/ 1175 w 1056"/>
                  <a:gd name="T15" fmla="*/ 266 h 9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56"/>
                  <a:gd name="T25" fmla="*/ 0 h 960"/>
                  <a:gd name="T26" fmla="*/ 1056 w 1056"/>
                  <a:gd name="T27" fmla="*/ 960 h 9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56" h="960">
                    <a:moveTo>
                      <a:pt x="528" y="48"/>
                    </a:moveTo>
                    <a:lnTo>
                      <a:pt x="528" y="480"/>
                    </a:lnTo>
                    <a:lnTo>
                      <a:pt x="1056" y="480"/>
                    </a:lnTo>
                    <a:lnTo>
                      <a:pt x="1056" y="960"/>
                    </a:lnTo>
                    <a:lnTo>
                      <a:pt x="0" y="960"/>
                    </a:lnTo>
                    <a:lnTo>
                      <a:pt x="0" y="0"/>
                    </a:lnTo>
                    <a:lnTo>
                      <a:pt x="528" y="0"/>
                    </a:lnTo>
                    <a:lnTo>
                      <a:pt x="528" y="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+mn-ea"/>
                </a:endParaRPr>
              </a:p>
            </p:txBody>
          </p:sp>
          <p:sp>
            <p:nvSpPr>
              <p:cNvPr id="15" name="Line 30"/>
              <p:cNvSpPr>
                <a:spLocks noChangeShapeType="1"/>
              </p:cNvSpPr>
              <p:nvPr/>
            </p:nvSpPr>
            <p:spPr bwMode="auto">
              <a:xfrm>
                <a:off x="2808" y="2066"/>
                <a:ext cx="0" cy="476"/>
              </a:xfrm>
              <a:prstGeom prst="line">
                <a:avLst/>
              </a:prstGeom>
              <a:grpFill/>
              <a:ln w="38100">
                <a:solidFill>
                  <a:srgbClr val="333399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+mn-ea"/>
                </a:endParaRPr>
              </a:p>
            </p:txBody>
          </p:sp>
          <p:sp>
            <p:nvSpPr>
              <p:cNvPr id="17" name="Line 31"/>
              <p:cNvSpPr>
                <a:spLocks noChangeShapeType="1"/>
              </p:cNvSpPr>
              <p:nvPr/>
            </p:nvSpPr>
            <p:spPr bwMode="auto">
              <a:xfrm flipV="1">
                <a:off x="2801" y="2542"/>
                <a:ext cx="524" cy="0"/>
              </a:xfrm>
              <a:prstGeom prst="line">
                <a:avLst/>
              </a:prstGeom>
              <a:grpFill/>
              <a:ln w="38100">
                <a:solidFill>
                  <a:srgbClr val="333399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8" name="Rectangle 32"/>
            <p:cNvSpPr>
              <a:spLocks noChangeArrowheads="1"/>
            </p:cNvSpPr>
            <p:nvPr/>
          </p:nvSpPr>
          <p:spPr bwMode="auto">
            <a:xfrm>
              <a:off x="384" y="2062"/>
              <a:ext cx="816" cy="480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9" name="Rectangle 33"/>
            <p:cNvSpPr>
              <a:spLocks noChangeArrowheads="1"/>
            </p:cNvSpPr>
            <p:nvPr/>
          </p:nvSpPr>
          <p:spPr bwMode="auto">
            <a:xfrm>
              <a:off x="384" y="2782"/>
              <a:ext cx="816" cy="480"/>
            </a:xfrm>
            <a:prstGeom prst="rect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0" name="AutoShape 34"/>
            <p:cNvSpPr>
              <a:spLocks noChangeArrowheads="1"/>
            </p:cNvSpPr>
            <p:nvPr/>
          </p:nvSpPr>
          <p:spPr bwMode="auto">
            <a:xfrm>
              <a:off x="2160" y="2062"/>
              <a:ext cx="480" cy="480"/>
            </a:xfrm>
            <a:prstGeom prst="rtTriangle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12" name="AutoShape 36"/>
            <p:cNvSpPr>
              <a:spLocks noChangeArrowheads="1"/>
            </p:cNvSpPr>
            <p:nvPr/>
          </p:nvSpPr>
          <p:spPr bwMode="auto">
            <a:xfrm flipH="1">
              <a:off x="1425" y="2067"/>
              <a:ext cx="480" cy="480"/>
            </a:xfrm>
            <a:prstGeom prst="rtTriangle">
              <a:avLst/>
            </a:prstGeom>
            <a:grpFill/>
            <a:ln w="3810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18" name="Text Box 37"/>
          <p:cNvSpPr txBox="1">
            <a:spLocks noChangeArrowheads="1"/>
          </p:cNvSpPr>
          <p:nvPr/>
        </p:nvSpPr>
        <p:spPr bwMode="auto">
          <a:xfrm>
            <a:off x="3751958" y="5126246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FF3300"/>
                </a:solidFill>
                <a:latin typeface="+mn-ea"/>
                <a:ea typeface="+mn-ea"/>
              </a:rPr>
              <a:t>形状特征视图</a:t>
            </a:r>
            <a:endParaRPr lang="zh-CN" altLang="en-US" sz="2800" dirty="0">
              <a:solidFill>
                <a:srgbClr val="FF3300"/>
              </a:solidFill>
              <a:latin typeface="+mn-ea"/>
              <a:ea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098408" y="2400414"/>
            <a:ext cx="2754312" cy="3769285"/>
            <a:chOff x="6734548" y="2527299"/>
            <a:chExt cx="2754312" cy="3769285"/>
          </a:xfrm>
        </p:grpSpPr>
        <p:grpSp>
          <p:nvGrpSpPr>
            <p:cNvPr id="21" name="Group 4"/>
            <p:cNvGrpSpPr/>
            <p:nvPr/>
          </p:nvGrpSpPr>
          <p:grpSpPr bwMode="auto">
            <a:xfrm>
              <a:off x="6734548" y="2635809"/>
              <a:ext cx="2754312" cy="3660775"/>
              <a:chOff x="3737" y="1294"/>
              <a:chExt cx="1735" cy="2306"/>
            </a:xfrm>
            <a:solidFill>
              <a:schemeClr val="bg1"/>
            </a:solidFill>
          </p:grpSpPr>
          <p:grpSp>
            <p:nvGrpSpPr>
              <p:cNvPr id="26" name="Group 5"/>
              <p:cNvGrpSpPr/>
              <p:nvPr/>
            </p:nvGrpSpPr>
            <p:grpSpPr bwMode="auto">
              <a:xfrm>
                <a:off x="4992" y="1294"/>
                <a:ext cx="480" cy="480"/>
                <a:chOff x="4992" y="1152"/>
                <a:chExt cx="480" cy="480"/>
              </a:xfrm>
              <a:grpFill/>
            </p:grpSpPr>
            <p:sp>
              <p:nvSpPr>
                <p:cNvPr id="39" name="Rectangle 6"/>
                <p:cNvSpPr>
                  <a:spLocks noChangeArrowheads="1"/>
                </p:cNvSpPr>
                <p:nvPr/>
              </p:nvSpPr>
              <p:spPr bwMode="auto">
                <a:xfrm>
                  <a:off x="4992" y="1152"/>
                  <a:ext cx="480" cy="480"/>
                </a:xfrm>
                <a:prstGeom prst="rect">
                  <a:avLst/>
                </a:prstGeom>
                <a:grpFill/>
                <a:ln w="38100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40" name="Line 7"/>
                <p:cNvSpPr>
                  <a:spLocks noChangeShapeType="1"/>
                </p:cNvSpPr>
                <p:nvPr/>
              </p:nvSpPr>
              <p:spPr bwMode="auto">
                <a:xfrm>
                  <a:off x="5250" y="1152"/>
                  <a:ext cx="0" cy="480"/>
                </a:xfrm>
                <a:prstGeom prst="line">
                  <a:avLst/>
                </a:prstGeom>
                <a:grpFill/>
                <a:ln w="12700">
                  <a:solidFill>
                    <a:srgbClr val="000000"/>
                  </a:solidFill>
                  <a:prstDash val="lgDash"/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</a:endParaRPr>
                </a:p>
              </p:txBody>
            </p:sp>
          </p:grpSp>
          <p:grpSp>
            <p:nvGrpSpPr>
              <p:cNvPr id="27" name="Group 8"/>
              <p:cNvGrpSpPr/>
              <p:nvPr/>
            </p:nvGrpSpPr>
            <p:grpSpPr bwMode="auto">
              <a:xfrm>
                <a:off x="3744" y="1294"/>
                <a:ext cx="864" cy="480"/>
                <a:chOff x="3744" y="1294"/>
                <a:chExt cx="864" cy="480"/>
              </a:xfrm>
              <a:grpFill/>
            </p:grpSpPr>
            <p:sp>
              <p:nvSpPr>
                <p:cNvPr id="35" name="Rectangle 9"/>
                <p:cNvSpPr>
                  <a:spLocks noChangeArrowheads="1"/>
                </p:cNvSpPr>
                <p:nvPr/>
              </p:nvSpPr>
              <p:spPr bwMode="auto">
                <a:xfrm>
                  <a:off x="3744" y="1294"/>
                  <a:ext cx="864" cy="480"/>
                </a:xfrm>
                <a:prstGeom prst="rect">
                  <a:avLst/>
                </a:prstGeom>
                <a:grpFill/>
                <a:ln w="38100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6" name="Line 10"/>
                <p:cNvSpPr>
                  <a:spLocks noChangeShapeType="1"/>
                </p:cNvSpPr>
                <p:nvPr/>
              </p:nvSpPr>
              <p:spPr bwMode="auto">
                <a:xfrm>
                  <a:off x="3951" y="1294"/>
                  <a:ext cx="0" cy="480"/>
                </a:xfrm>
                <a:prstGeom prst="lin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8" name="Line 11"/>
                <p:cNvSpPr>
                  <a:spLocks noChangeShapeType="1"/>
                </p:cNvSpPr>
                <p:nvPr/>
              </p:nvSpPr>
              <p:spPr bwMode="auto">
                <a:xfrm>
                  <a:off x="4401" y="1294"/>
                  <a:ext cx="0" cy="480"/>
                </a:xfrm>
                <a:prstGeom prst="lin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</a:endParaRPr>
                </a:p>
              </p:txBody>
            </p:sp>
          </p:grpSp>
          <p:sp>
            <p:nvSpPr>
              <p:cNvPr id="28" name="Freeform 14"/>
              <p:cNvSpPr/>
              <p:nvPr/>
            </p:nvSpPr>
            <p:spPr bwMode="auto">
              <a:xfrm>
                <a:off x="3744" y="2087"/>
                <a:ext cx="864" cy="480"/>
              </a:xfrm>
              <a:custGeom>
                <a:avLst/>
                <a:gdLst>
                  <a:gd name="T0" fmla="*/ 0 w 864"/>
                  <a:gd name="T1" fmla="*/ 0 h 480"/>
                  <a:gd name="T2" fmla="*/ 864 w 864"/>
                  <a:gd name="T3" fmla="*/ 0 h 480"/>
                  <a:gd name="T4" fmla="*/ 864 w 864"/>
                  <a:gd name="T5" fmla="*/ 480 h 480"/>
                  <a:gd name="T6" fmla="*/ 657 w 864"/>
                  <a:gd name="T7" fmla="*/ 480 h 480"/>
                  <a:gd name="T8" fmla="*/ 653 w 864"/>
                  <a:gd name="T9" fmla="*/ 275 h 480"/>
                  <a:gd name="T10" fmla="*/ 211 w 864"/>
                  <a:gd name="T11" fmla="*/ 275 h 480"/>
                  <a:gd name="T12" fmla="*/ 211 w 864"/>
                  <a:gd name="T13" fmla="*/ 476 h 480"/>
                  <a:gd name="T14" fmla="*/ 0 w 864"/>
                  <a:gd name="T15" fmla="*/ 480 h 480"/>
                  <a:gd name="T16" fmla="*/ 0 w 864"/>
                  <a:gd name="T17" fmla="*/ 0 h 4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4"/>
                  <a:gd name="T28" fmla="*/ 0 h 480"/>
                  <a:gd name="T29" fmla="*/ 864 w 864"/>
                  <a:gd name="T30" fmla="*/ 480 h 4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4" h="480">
                    <a:moveTo>
                      <a:pt x="0" y="0"/>
                    </a:moveTo>
                    <a:lnTo>
                      <a:pt x="864" y="0"/>
                    </a:lnTo>
                    <a:lnTo>
                      <a:pt x="864" y="480"/>
                    </a:lnTo>
                    <a:lnTo>
                      <a:pt x="657" y="480"/>
                    </a:lnTo>
                    <a:lnTo>
                      <a:pt x="653" y="275"/>
                    </a:lnTo>
                    <a:lnTo>
                      <a:pt x="211" y="275"/>
                    </a:lnTo>
                    <a:lnTo>
                      <a:pt x="211" y="476"/>
                    </a:lnTo>
                    <a:lnTo>
                      <a:pt x="0" y="48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uLnTx/>
                  <a:uFillTx/>
                  <a:latin typeface="+mn-ea"/>
                </a:endParaRPr>
              </a:p>
            </p:txBody>
          </p:sp>
          <p:grpSp>
            <p:nvGrpSpPr>
              <p:cNvPr id="29" name="Group 17"/>
              <p:cNvGrpSpPr/>
              <p:nvPr/>
            </p:nvGrpSpPr>
            <p:grpSpPr bwMode="auto">
              <a:xfrm>
                <a:off x="3737" y="2880"/>
                <a:ext cx="886" cy="720"/>
                <a:chOff x="3737" y="2542"/>
                <a:chExt cx="886" cy="720"/>
              </a:xfrm>
              <a:grpFill/>
            </p:grpSpPr>
            <p:sp>
              <p:nvSpPr>
                <p:cNvPr id="30" name="Rectangle 18"/>
                <p:cNvSpPr>
                  <a:spLocks noChangeArrowheads="1"/>
                </p:cNvSpPr>
                <p:nvPr/>
              </p:nvSpPr>
              <p:spPr bwMode="auto">
                <a:xfrm>
                  <a:off x="3744" y="2542"/>
                  <a:ext cx="864" cy="468"/>
                </a:xfrm>
                <a:prstGeom prst="rect">
                  <a:avLst/>
                </a:prstGeom>
                <a:grpFill/>
                <a:ln w="38100">
                  <a:solidFill>
                    <a:srgbClr val="000000"/>
                  </a:solidFill>
                  <a:miter lim="800000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1" name="Oval 19"/>
                <p:cNvSpPr>
                  <a:spLocks noChangeArrowheads="1"/>
                </p:cNvSpPr>
                <p:nvPr/>
              </p:nvSpPr>
              <p:spPr bwMode="auto">
                <a:xfrm>
                  <a:off x="3951" y="2794"/>
                  <a:ext cx="450" cy="432"/>
                </a:xfrm>
                <a:prstGeom prst="ellips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2" name="Rectangle 20"/>
                <p:cNvSpPr>
                  <a:spLocks noChangeArrowheads="1"/>
                </p:cNvSpPr>
                <p:nvPr/>
              </p:nvSpPr>
              <p:spPr bwMode="auto">
                <a:xfrm>
                  <a:off x="3744" y="3010"/>
                  <a:ext cx="864" cy="252"/>
                </a:xfrm>
                <a:prstGeom prst="rect">
                  <a:avLst/>
                </a:prstGeom>
                <a:grpFill/>
                <a:ln w="38100">
                  <a:noFill/>
                  <a:miter lim="800000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  <a:ea typeface="+mn-ea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4401" y="3010"/>
                  <a:ext cx="222" cy="0"/>
                </a:xfrm>
                <a:prstGeom prst="lin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3737" y="3010"/>
                  <a:ext cx="228" cy="0"/>
                </a:xfrm>
                <a:prstGeom prst="line">
                  <a:avLst/>
                </a:prstGeom>
                <a:grpFill/>
                <a:ln w="381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uLnTx/>
                    <a:uFillTx/>
                    <a:latin typeface="+mn-ea"/>
                  </a:endParaRPr>
                </a:p>
              </p:txBody>
            </p:sp>
          </p:grpSp>
        </p:grpSp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25017" r="41059" b="19417"/>
            <a:stretch>
              <a:fillRect/>
            </a:stretch>
          </p:blipFill>
          <p:spPr>
            <a:xfrm rot="5400000">
              <a:off x="6968885" y="5434811"/>
              <a:ext cx="956706" cy="187878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25017" r="38603" b="18534"/>
            <a:stretch>
              <a:fillRect/>
            </a:stretch>
          </p:blipFill>
          <p:spPr>
            <a:xfrm rot="10800000">
              <a:off x="6858112" y="5813488"/>
              <a:ext cx="1109664" cy="190861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83" t="25016" r="42002" b="23173"/>
            <a:stretch>
              <a:fillRect/>
            </a:stretch>
          </p:blipFill>
          <p:spPr>
            <a:xfrm rot="5400000">
              <a:off x="7004603" y="4137030"/>
              <a:ext cx="897969" cy="175178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5400000">
              <a:off x="6943723" y="2911476"/>
              <a:ext cx="977903" cy="209550"/>
            </a:xfrm>
            <a:prstGeom prst="rect">
              <a:avLst/>
            </a:prstGeom>
          </p:spPr>
        </p:pic>
      </p:grpSp>
      <p:sp>
        <p:nvSpPr>
          <p:cNvPr id="41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5"/>
          <p:cNvSpPr>
            <a:spLocks noChangeArrowheads="1"/>
          </p:cNvSpPr>
          <p:nvPr/>
        </p:nvSpPr>
        <p:spPr bwMode="auto">
          <a:xfrm>
            <a:off x="3251895" y="3453487"/>
            <a:ext cx="5638800" cy="2551113"/>
          </a:xfrm>
          <a:prstGeom prst="rect">
            <a:avLst/>
          </a:prstGeom>
          <a:noFill/>
          <a:ln w="12700">
            <a:solidFill>
              <a:srgbClr val="FF3300"/>
            </a:solidFill>
            <a:prstDash val="lgDashDot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strike="noStrike" kern="0" cap="none" spc="0" normalizeH="0" baseline="0" noProof="0">
              <a:ln>
                <a:noFill/>
              </a:ln>
              <a:solidFill>
                <a:srgbClr val="000000"/>
              </a:solidFill>
              <a:uLnTx/>
              <a:uFillTx/>
              <a:latin typeface="+mn-ea"/>
              <a:ea typeface="+mn-ea"/>
            </a:endParaRP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871910" y="1754474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对照特征投影，形成整体框架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utoUpdateAnimBg="0" build="p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" name="Group 46"/>
          <p:cNvGrpSpPr/>
          <p:nvPr/>
        </p:nvGrpSpPr>
        <p:grpSpPr bwMode="auto">
          <a:xfrm>
            <a:off x="9192344" y="2358250"/>
            <a:ext cx="1499488" cy="2287583"/>
            <a:chOff x="4275" y="2553"/>
            <a:chExt cx="879" cy="1367"/>
          </a:xfrm>
        </p:grpSpPr>
        <p:sp>
          <p:nvSpPr>
            <p:cNvPr id="4" name="Freeform 47"/>
            <p:cNvSpPr/>
            <p:nvPr/>
          </p:nvSpPr>
          <p:spPr bwMode="auto">
            <a:xfrm>
              <a:off x="4379" y="2553"/>
              <a:ext cx="775" cy="1360"/>
            </a:xfrm>
            <a:custGeom>
              <a:avLst/>
              <a:gdLst>
                <a:gd name="T0" fmla="*/ 181 w 909"/>
                <a:gd name="T1" fmla="*/ 378 h 1596"/>
                <a:gd name="T2" fmla="*/ 217 w 909"/>
                <a:gd name="T3" fmla="*/ 345 h 1596"/>
                <a:gd name="T4" fmla="*/ 217 w 909"/>
                <a:gd name="T5" fmla="*/ 98 h 1596"/>
                <a:gd name="T6" fmla="*/ 212 w 909"/>
                <a:gd name="T7" fmla="*/ 77 h 1596"/>
                <a:gd name="T8" fmla="*/ 205 w 909"/>
                <a:gd name="T9" fmla="*/ 61 h 1596"/>
                <a:gd name="T10" fmla="*/ 197 w 909"/>
                <a:gd name="T11" fmla="*/ 48 h 1596"/>
                <a:gd name="T12" fmla="*/ 190 w 909"/>
                <a:gd name="T13" fmla="*/ 37 h 1596"/>
                <a:gd name="T14" fmla="*/ 179 w 909"/>
                <a:gd name="T15" fmla="*/ 26 h 1596"/>
                <a:gd name="T16" fmla="*/ 168 w 909"/>
                <a:gd name="T17" fmla="*/ 18 h 1596"/>
                <a:gd name="T18" fmla="*/ 157 w 909"/>
                <a:gd name="T19" fmla="*/ 10 h 1596"/>
                <a:gd name="T20" fmla="*/ 139 w 909"/>
                <a:gd name="T21" fmla="*/ 3 h 1596"/>
                <a:gd name="T22" fmla="*/ 124 w 909"/>
                <a:gd name="T23" fmla="*/ 3 h 1596"/>
                <a:gd name="T24" fmla="*/ 106 w 909"/>
                <a:gd name="T25" fmla="*/ 0 h 1596"/>
                <a:gd name="T26" fmla="*/ 88 w 909"/>
                <a:gd name="T27" fmla="*/ 3 h 1596"/>
                <a:gd name="T28" fmla="*/ 74 w 909"/>
                <a:gd name="T29" fmla="*/ 5 h 1596"/>
                <a:gd name="T30" fmla="*/ 62 w 909"/>
                <a:gd name="T31" fmla="*/ 10 h 1596"/>
                <a:gd name="T32" fmla="*/ 49 w 909"/>
                <a:gd name="T33" fmla="*/ 17 h 1596"/>
                <a:gd name="T34" fmla="*/ 36 w 909"/>
                <a:gd name="T35" fmla="*/ 27 h 1596"/>
                <a:gd name="T36" fmla="*/ 0 w 909"/>
                <a:gd name="T37" fmla="*/ 64 h 1596"/>
                <a:gd name="T38" fmla="*/ 126 w 909"/>
                <a:gd name="T39" fmla="*/ 66 h 1596"/>
                <a:gd name="T40" fmla="*/ 165 w 909"/>
                <a:gd name="T41" fmla="*/ 148 h 1596"/>
                <a:gd name="T42" fmla="*/ 171 w 909"/>
                <a:gd name="T43" fmla="*/ 375 h 1596"/>
                <a:gd name="T44" fmla="*/ 181 w 909"/>
                <a:gd name="T45" fmla="*/ 378 h 159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909" h="1596">
                  <a:moveTo>
                    <a:pt x="762" y="1596"/>
                  </a:moveTo>
                  <a:lnTo>
                    <a:pt x="909" y="1455"/>
                  </a:lnTo>
                  <a:lnTo>
                    <a:pt x="909" y="416"/>
                  </a:lnTo>
                  <a:lnTo>
                    <a:pt x="891" y="322"/>
                  </a:lnTo>
                  <a:lnTo>
                    <a:pt x="862" y="260"/>
                  </a:lnTo>
                  <a:lnTo>
                    <a:pt x="829" y="203"/>
                  </a:lnTo>
                  <a:lnTo>
                    <a:pt x="796" y="161"/>
                  </a:lnTo>
                  <a:lnTo>
                    <a:pt x="749" y="109"/>
                  </a:lnTo>
                  <a:lnTo>
                    <a:pt x="706" y="75"/>
                  </a:lnTo>
                  <a:lnTo>
                    <a:pt x="658" y="43"/>
                  </a:lnTo>
                  <a:lnTo>
                    <a:pt x="583" y="14"/>
                  </a:lnTo>
                  <a:lnTo>
                    <a:pt x="516" y="4"/>
                  </a:lnTo>
                  <a:lnTo>
                    <a:pt x="441" y="0"/>
                  </a:lnTo>
                  <a:lnTo>
                    <a:pt x="369" y="10"/>
                  </a:lnTo>
                  <a:lnTo>
                    <a:pt x="312" y="19"/>
                  </a:lnTo>
                  <a:lnTo>
                    <a:pt x="261" y="43"/>
                  </a:lnTo>
                  <a:lnTo>
                    <a:pt x="204" y="72"/>
                  </a:lnTo>
                  <a:lnTo>
                    <a:pt x="151" y="114"/>
                  </a:lnTo>
                  <a:lnTo>
                    <a:pt x="0" y="270"/>
                  </a:lnTo>
                  <a:lnTo>
                    <a:pt x="530" y="280"/>
                  </a:lnTo>
                  <a:lnTo>
                    <a:pt x="696" y="625"/>
                  </a:lnTo>
                  <a:lnTo>
                    <a:pt x="720" y="1581"/>
                  </a:lnTo>
                  <a:lnTo>
                    <a:pt x="762" y="1596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CC66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5" name="Freeform 48"/>
            <p:cNvSpPr/>
            <p:nvPr/>
          </p:nvSpPr>
          <p:spPr bwMode="auto">
            <a:xfrm>
              <a:off x="4275" y="2661"/>
              <a:ext cx="753" cy="1259"/>
            </a:xfrm>
            <a:custGeom>
              <a:avLst/>
              <a:gdLst>
                <a:gd name="T0" fmla="*/ 0 w 883"/>
                <a:gd name="T1" fmla="*/ 349 h 1477"/>
                <a:gd name="T2" fmla="*/ 210 w 883"/>
                <a:gd name="T3" fmla="*/ 351 h 1477"/>
                <a:gd name="T4" fmla="*/ 210 w 883"/>
                <a:gd name="T5" fmla="*/ 100 h 1477"/>
                <a:gd name="T6" fmla="*/ 205 w 883"/>
                <a:gd name="T7" fmla="*/ 70 h 1477"/>
                <a:gd name="T8" fmla="*/ 195 w 883"/>
                <a:gd name="T9" fmla="*/ 52 h 1477"/>
                <a:gd name="T10" fmla="*/ 188 w 883"/>
                <a:gd name="T11" fmla="*/ 41 h 1477"/>
                <a:gd name="T12" fmla="*/ 173 w 883"/>
                <a:gd name="T13" fmla="*/ 23 h 1477"/>
                <a:gd name="T14" fmla="*/ 158 w 883"/>
                <a:gd name="T15" fmla="*/ 15 h 1477"/>
                <a:gd name="T16" fmla="*/ 138 w 883"/>
                <a:gd name="T17" fmla="*/ 8 h 1477"/>
                <a:gd name="T18" fmla="*/ 119 w 883"/>
                <a:gd name="T19" fmla="*/ 3 h 1477"/>
                <a:gd name="T20" fmla="*/ 107 w 883"/>
                <a:gd name="T21" fmla="*/ 0 h 1477"/>
                <a:gd name="T22" fmla="*/ 88 w 883"/>
                <a:gd name="T23" fmla="*/ 3 h 1477"/>
                <a:gd name="T24" fmla="*/ 70 w 883"/>
                <a:gd name="T25" fmla="*/ 6 h 1477"/>
                <a:gd name="T26" fmla="*/ 57 w 883"/>
                <a:gd name="T27" fmla="*/ 14 h 1477"/>
                <a:gd name="T28" fmla="*/ 42 w 883"/>
                <a:gd name="T29" fmla="*/ 20 h 1477"/>
                <a:gd name="T30" fmla="*/ 27 w 883"/>
                <a:gd name="T31" fmla="*/ 35 h 1477"/>
                <a:gd name="T32" fmla="*/ 14 w 883"/>
                <a:gd name="T33" fmla="*/ 56 h 1477"/>
                <a:gd name="T34" fmla="*/ 6 w 883"/>
                <a:gd name="T35" fmla="*/ 75 h 1477"/>
                <a:gd name="T36" fmla="*/ 3 w 883"/>
                <a:gd name="T37" fmla="*/ 96 h 1477"/>
                <a:gd name="T38" fmla="*/ 0 w 883"/>
                <a:gd name="T39" fmla="*/ 349 h 147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83" h="1477">
                  <a:moveTo>
                    <a:pt x="0" y="1472"/>
                  </a:moveTo>
                  <a:lnTo>
                    <a:pt x="883" y="1477"/>
                  </a:lnTo>
                  <a:lnTo>
                    <a:pt x="883" y="420"/>
                  </a:lnTo>
                  <a:lnTo>
                    <a:pt x="856" y="296"/>
                  </a:lnTo>
                  <a:lnTo>
                    <a:pt x="821" y="216"/>
                  </a:lnTo>
                  <a:lnTo>
                    <a:pt x="785" y="172"/>
                  </a:lnTo>
                  <a:lnTo>
                    <a:pt x="723" y="101"/>
                  </a:lnTo>
                  <a:lnTo>
                    <a:pt x="661" y="65"/>
                  </a:lnTo>
                  <a:lnTo>
                    <a:pt x="581" y="30"/>
                  </a:lnTo>
                  <a:lnTo>
                    <a:pt x="501" y="12"/>
                  </a:lnTo>
                  <a:lnTo>
                    <a:pt x="444" y="0"/>
                  </a:lnTo>
                  <a:lnTo>
                    <a:pt x="368" y="10"/>
                  </a:lnTo>
                  <a:lnTo>
                    <a:pt x="292" y="24"/>
                  </a:lnTo>
                  <a:lnTo>
                    <a:pt x="235" y="57"/>
                  </a:lnTo>
                  <a:lnTo>
                    <a:pt x="172" y="83"/>
                  </a:lnTo>
                  <a:lnTo>
                    <a:pt x="119" y="145"/>
                  </a:lnTo>
                  <a:lnTo>
                    <a:pt x="57" y="234"/>
                  </a:lnTo>
                  <a:lnTo>
                    <a:pt x="22" y="317"/>
                  </a:lnTo>
                  <a:lnTo>
                    <a:pt x="4" y="403"/>
                  </a:lnTo>
                  <a:lnTo>
                    <a:pt x="0" y="1472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" name="Freeform 49"/>
            <p:cNvSpPr/>
            <p:nvPr/>
          </p:nvSpPr>
          <p:spPr bwMode="auto">
            <a:xfrm>
              <a:off x="4432" y="2835"/>
              <a:ext cx="419" cy="444"/>
            </a:xfrm>
            <a:custGeom>
              <a:avLst/>
              <a:gdLst>
                <a:gd name="T0" fmla="*/ 0 w 665"/>
                <a:gd name="T1" fmla="*/ 3 h 704"/>
                <a:gd name="T2" fmla="*/ 2 w 665"/>
                <a:gd name="T3" fmla="*/ 2 h 704"/>
                <a:gd name="T4" fmla="*/ 3 w 665"/>
                <a:gd name="T5" fmla="*/ 1 h 704"/>
                <a:gd name="T6" fmla="*/ 3 w 665"/>
                <a:gd name="T7" fmla="*/ 1 h 704"/>
                <a:gd name="T8" fmla="*/ 4 w 665"/>
                <a:gd name="T9" fmla="*/ 1 h 704"/>
                <a:gd name="T10" fmla="*/ 5 w 665"/>
                <a:gd name="T11" fmla="*/ 0 h 704"/>
                <a:gd name="T12" fmla="*/ 6 w 665"/>
                <a:gd name="T13" fmla="*/ 1 h 704"/>
                <a:gd name="T14" fmla="*/ 8 w 665"/>
                <a:gd name="T15" fmla="*/ 1 h 704"/>
                <a:gd name="T16" fmla="*/ 8 w 665"/>
                <a:gd name="T17" fmla="*/ 1 h 704"/>
                <a:gd name="T18" fmla="*/ 9 w 665"/>
                <a:gd name="T19" fmla="*/ 2 h 704"/>
                <a:gd name="T20" fmla="*/ 10 w 665"/>
                <a:gd name="T21" fmla="*/ 3 h 704"/>
                <a:gd name="T22" fmla="*/ 10 w 665"/>
                <a:gd name="T23" fmla="*/ 4 h 704"/>
                <a:gd name="T24" fmla="*/ 10 w 665"/>
                <a:gd name="T25" fmla="*/ 6 h 704"/>
                <a:gd name="T26" fmla="*/ 10 w 665"/>
                <a:gd name="T27" fmla="*/ 7 h 704"/>
                <a:gd name="T28" fmla="*/ 9 w 665"/>
                <a:gd name="T29" fmla="*/ 8 h 704"/>
                <a:gd name="T30" fmla="*/ 9 w 665"/>
                <a:gd name="T31" fmla="*/ 9 h 704"/>
                <a:gd name="T32" fmla="*/ 7 w 665"/>
                <a:gd name="T33" fmla="*/ 11 h 704"/>
                <a:gd name="T34" fmla="*/ 0 w 665"/>
                <a:gd name="T35" fmla="*/ 3 h 70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65" h="704">
                  <a:moveTo>
                    <a:pt x="0" y="192"/>
                  </a:moveTo>
                  <a:lnTo>
                    <a:pt x="102" y="90"/>
                  </a:lnTo>
                  <a:lnTo>
                    <a:pt x="160" y="58"/>
                  </a:lnTo>
                  <a:lnTo>
                    <a:pt x="205" y="26"/>
                  </a:lnTo>
                  <a:lnTo>
                    <a:pt x="262" y="6"/>
                  </a:lnTo>
                  <a:lnTo>
                    <a:pt x="326" y="0"/>
                  </a:lnTo>
                  <a:lnTo>
                    <a:pt x="397" y="6"/>
                  </a:lnTo>
                  <a:lnTo>
                    <a:pt x="473" y="26"/>
                  </a:lnTo>
                  <a:lnTo>
                    <a:pt x="537" y="64"/>
                  </a:lnTo>
                  <a:lnTo>
                    <a:pt x="595" y="122"/>
                  </a:lnTo>
                  <a:lnTo>
                    <a:pt x="640" y="198"/>
                  </a:lnTo>
                  <a:lnTo>
                    <a:pt x="665" y="275"/>
                  </a:lnTo>
                  <a:lnTo>
                    <a:pt x="665" y="365"/>
                  </a:lnTo>
                  <a:lnTo>
                    <a:pt x="646" y="461"/>
                  </a:lnTo>
                  <a:lnTo>
                    <a:pt x="614" y="538"/>
                  </a:lnTo>
                  <a:lnTo>
                    <a:pt x="582" y="589"/>
                  </a:lnTo>
                  <a:lnTo>
                    <a:pt x="461" y="704"/>
                  </a:lnTo>
                  <a:lnTo>
                    <a:pt x="0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4383" y="2892"/>
              <a:ext cx="420" cy="426"/>
            </a:xfrm>
            <a:prstGeom prst="ellipse">
              <a:avLst/>
            </a:prstGeom>
            <a:solidFill>
              <a:srgbClr val="FF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CC99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sz="2800">
                <a:solidFill>
                  <a:srgbClr val="3333CC"/>
                </a:solidFill>
                <a:latin typeface="+mn-ea"/>
                <a:ea typeface="+mn-ea"/>
              </a:endParaRPr>
            </a:p>
          </p:txBody>
        </p:sp>
        <p:sp>
          <p:nvSpPr>
            <p:cNvPr id="8" name="Freeform 51"/>
            <p:cNvSpPr/>
            <p:nvPr/>
          </p:nvSpPr>
          <p:spPr bwMode="auto">
            <a:xfrm>
              <a:off x="4432" y="3614"/>
              <a:ext cx="432" cy="133"/>
            </a:xfrm>
            <a:custGeom>
              <a:avLst/>
              <a:gdLst>
                <a:gd name="T0" fmla="*/ 0 w 685"/>
                <a:gd name="T1" fmla="*/ 3 h 211"/>
                <a:gd name="T2" fmla="*/ 11 w 685"/>
                <a:gd name="T3" fmla="*/ 3 h 211"/>
                <a:gd name="T4" fmla="*/ 11 w 685"/>
                <a:gd name="T5" fmla="*/ 0 h 211"/>
                <a:gd name="T6" fmla="*/ 3 w 685"/>
                <a:gd name="T7" fmla="*/ 0 h 211"/>
                <a:gd name="T8" fmla="*/ 0 w 685"/>
                <a:gd name="T9" fmla="*/ 3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5" h="211">
                  <a:moveTo>
                    <a:pt x="0" y="211"/>
                  </a:moveTo>
                  <a:lnTo>
                    <a:pt x="685" y="205"/>
                  </a:lnTo>
                  <a:lnTo>
                    <a:pt x="685" y="0"/>
                  </a:lnTo>
                  <a:lnTo>
                    <a:pt x="218" y="0"/>
                  </a:lnTo>
                  <a:lnTo>
                    <a:pt x="0" y="211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69542A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9" name="Freeform 52"/>
            <p:cNvSpPr/>
            <p:nvPr/>
          </p:nvSpPr>
          <p:spPr bwMode="auto">
            <a:xfrm>
              <a:off x="4432" y="3562"/>
              <a:ext cx="141" cy="185"/>
            </a:xfrm>
            <a:custGeom>
              <a:avLst/>
              <a:gdLst>
                <a:gd name="T0" fmla="*/ 0 w 224"/>
                <a:gd name="T1" fmla="*/ 4 h 294"/>
                <a:gd name="T2" fmla="*/ 0 w 224"/>
                <a:gd name="T3" fmla="*/ 0 h 294"/>
                <a:gd name="T4" fmla="*/ 4 w 224"/>
                <a:gd name="T5" fmla="*/ 0 h 294"/>
                <a:gd name="T6" fmla="*/ 4 w 224"/>
                <a:gd name="T7" fmla="*/ 2 h 294"/>
                <a:gd name="T8" fmla="*/ 0 w 224"/>
                <a:gd name="T9" fmla="*/ 4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" h="294">
                  <a:moveTo>
                    <a:pt x="0" y="294"/>
                  </a:moveTo>
                  <a:lnTo>
                    <a:pt x="0" y="0"/>
                  </a:lnTo>
                  <a:lnTo>
                    <a:pt x="224" y="0"/>
                  </a:lnTo>
                  <a:lnTo>
                    <a:pt x="224" y="90"/>
                  </a:lnTo>
                  <a:lnTo>
                    <a:pt x="0" y="294"/>
                  </a:lnTo>
                  <a:close/>
                </a:path>
              </a:pathLst>
            </a:custGeom>
            <a:gradFill rotWithShape="0">
              <a:gsLst>
                <a:gs pos="0">
                  <a:srgbClr val="FFCC66"/>
                </a:gs>
                <a:gs pos="100000">
                  <a:srgbClr val="765E2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0" name="Freeform 53"/>
            <p:cNvSpPr/>
            <p:nvPr/>
          </p:nvSpPr>
          <p:spPr bwMode="auto">
            <a:xfrm>
              <a:off x="4565" y="3565"/>
              <a:ext cx="299" cy="58"/>
            </a:xfrm>
            <a:custGeom>
              <a:avLst/>
              <a:gdLst>
                <a:gd name="T0" fmla="*/ 0 w 474"/>
                <a:gd name="T1" fmla="*/ 0 h 90"/>
                <a:gd name="T2" fmla="*/ 8 w 474"/>
                <a:gd name="T3" fmla="*/ 0 h 90"/>
                <a:gd name="T4" fmla="*/ 8 w 474"/>
                <a:gd name="T5" fmla="*/ 2 h 90"/>
                <a:gd name="T6" fmla="*/ 0 w 474"/>
                <a:gd name="T7" fmla="*/ 2 h 90"/>
                <a:gd name="T8" fmla="*/ 0 w 474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4" h="90">
                  <a:moveTo>
                    <a:pt x="0" y="0"/>
                  </a:moveTo>
                  <a:lnTo>
                    <a:pt x="474" y="0"/>
                  </a:lnTo>
                  <a:lnTo>
                    <a:pt x="474" y="90"/>
                  </a:ln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11" name="Group 54"/>
          <p:cNvGrpSpPr/>
          <p:nvPr/>
        </p:nvGrpSpPr>
        <p:grpSpPr bwMode="auto">
          <a:xfrm>
            <a:off x="7052395" y="2354279"/>
            <a:ext cx="1468437" cy="2295525"/>
            <a:chOff x="4179" y="881"/>
            <a:chExt cx="925" cy="1446"/>
          </a:xfrm>
        </p:grpSpPr>
        <p:sp>
          <p:nvSpPr>
            <p:cNvPr id="12" name="Freeform 55"/>
            <p:cNvSpPr/>
            <p:nvPr/>
          </p:nvSpPr>
          <p:spPr bwMode="auto">
            <a:xfrm>
              <a:off x="4290" y="881"/>
              <a:ext cx="814" cy="1445"/>
            </a:xfrm>
            <a:custGeom>
              <a:avLst/>
              <a:gdLst>
                <a:gd name="T0" fmla="*/ 25 w 1229"/>
                <a:gd name="T1" fmla="*/ 54 h 2182"/>
                <a:gd name="T2" fmla="*/ 30 w 1229"/>
                <a:gd name="T3" fmla="*/ 48 h 2182"/>
                <a:gd name="T4" fmla="*/ 30 w 1229"/>
                <a:gd name="T5" fmla="*/ 14 h 2182"/>
                <a:gd name="T6" fmla="*/ 30 w 1229"/>
                <a:gd name="T7" fmla="*/ 11 h 2182"/>
                <a:gd name="T8" fmla="*/ 28 w 1229"/>
                <a:gd name="T9" fmla="*/ 9 h 2182"/>
                <a:gd name="T10" fmla="*/ 27 w 1229"/>
                <a:gd name="T11" fmla="*/ 7 h 2182"/>
                <a:gd name="T12" fmla="*/ 26 w 1229"/>
                <a:gd name="T13" fmla="*/ 6 h 2182"/>
                <a:gd name="T14" fmla="*/ 25 w 1229"/>
                <a:gd name="T15" fmla="*/ 4 h 2182"/>
                <a:gd name="T16" fmla="*/ 23 w 1229"/>
                <a:gd name="T17" fmla="*/ 3 h 2182"/>
                <a:gd name="T18" fmla="*/ 22 w 1229"/>
                <a:gd name="T19" fmla="*/ 1 h 2182"/>
                <a:gd name="T20" fmla="*/ 19 w 1229"/>
                <a:gd name="T21" fmla="*/ 1 h 2182"/>
                <a:gd name="T22" fmla="*/ 17 w 1229"/>
                <a:gd name="T23" fmla="*/ 1 h 2182"/>
                <a:gd name="T24" fmla="*/ 15 w 1229"/>
                <a:gd name="T25" fmla="*/ 0 h 2182"/>
                <a:gd name="T26" fmla="*/ 13 w 1229"/>
                <a:gd name="T27" fmla="*/ 1 h 2182"/>
                <a:gd name="T28" fmla="*/ 11 w 1229"/>
                <a:gd name="T29" fmla="*/ 1 h 2182"/>
                <a:gd name="T30" fmla="*/ 9 w 1229"/>
                <a:gd name="T31" fmla="*/ 1 h 2182"/>
                <a:gd name="T32" fmla="*/ 7 w 1229"/>
                <a:gd name="T33" fmla="*/ 3 h 2182"/>
                <a:gd name="T34" fmla="*/ 5 w 1229"/>
                <a:gd name="T35" fmla="*/ 4 h 2182"/>
                <a:gd name="T36" fmla="*/ 0 w 1229"/>
                <a:gd name="T37" fmla="*/ 9 h 2182"/>
                <a:gd name="T38" fmla="*/ 17 w 1229"/>
                <a:gd name="T39" fmla="*/ 9 h 2182"/>
                <a:gd name="T40" fmla="*/ 23 w 1229"/>
                <a:gd name="T41" fmla="*/ 21 h 2182"/>
                <a:gd name="T42" fmla="*/ 24 w 1229"/>
                <a:gd name="T43" fmla="*/ 52 h 2182"/>
                <a:gd name="T44" fmla="*/ 25 w 1229"/>
                <a:gd name="T45" fmla="*/ 54 h 218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229" h="2182">
                  <a:moveTo>
                    <a:pt x="1017" y="2182"/>
                  </a:moveTo>
                  <a:lnTo>
                    <a:pt x="1229" y="1972"/>
                  </a:lnTo>
                  <a:lnTo>
                    <a:pt x="1228" y="563"/>
                  </a:lnTo>
                  <a:lnTo>
                    <a:pt x="1203" y="435"/>
                  </a:lnTo>
                  <a:lnTo>
                    <a:pt x="1164" y="352"/>
                  </a:lnTo>
                  <a:lnTo>
                    <a:pt x="1120" y="275"/>
                  </a:lnTo>
                  <a:lnTo>
                    <a:pt x="1075" y="218"/>
                  </a:lnTo>
                  <a:lnTo>
                    <a:pt x="1011" y="147"/>
                  </a:lnTo>
                  <a:lnTo>
                    <a:pt x="953" y="102"/>
                  </a:lnTo>
                  <a:lnTo>
                    <a:pt x="889" y="58"/>
                  </a:lnTo>
                  <a:lnTo>
                    <a:pt x="787" y="19"/>
                  </a:lnTo>
                  <a:lnTo>
                    <a:pt x="697" y="6"/>
                  </a:lnTo>
                  <a:lnTo>
                    <a:pt x="595" y="0"/>
                  </a:lnTo>
                  <a:lnTo>
                    <a:pt x="499" y="13"/>
                  </a:lnTo>
                  <a:lnTo>
                    <a:pt x="422" y="26"/>
                  </a:lnTo>
                  <a:lnTo>
                    <a:pt x="352" y="58"/>
                  </a:lnTo>
                  <a:lnTo>
                    <a:pt x="275" y="97"/>
                  </a:lnTo>
                  <a:lnTo>
                    <a:pt x="204" y="154"/>
                  </a:lnTo>
                  <a:lnTo>
                    <a:pt x="0" y="365"/>
                  </a:lnTo>
                  <a:lnTo>
                    <a:pt x="716" y="378"/>
                  </a:lnTo>
                  <a:lnTo>
                    <a:pt x="940" y="845"/>
                  </a:lnTo>
                  <a:lnTo>
                    <a:pt x="972" y="2138"/>
                  </a:lnTo>
                  <a:lnTo>
                    <a:pt x="1017" y="2182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CC66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Freeform 56"/>
            <p:cNvSpPr/>
            <p:nvPr/>
          </p:nvSpPr>
          <p:spPr bwMode="auto">
            <a:xfrm>
              <a:off x="4179" y="1000"/>
              <a:ext cx="788" cy="1327"/>
            </a:xfrm>
            <a:custGeom>
              <a:avLst/>
              <a:gdLst>
                <a:gd name="T0" fmla="*/ 0 w 1189"/>
                <a:gd name="T1" fmla="*/ 50 h 2003"/>
                <a:gd name="T2" fmla="*/ 29 w 1189"/>
                <a:gd name="T3" fmla="*/ 49 h 2003"/>
                <a:gd name="T4" fmla="*/ 29 w 1189"/>
                <a:gd name="T5" fmla="*/ 14 h 2003"/>
                <a:gd name="T6" fmla="*/ 28 w 1189"/>
                <a:gd name="T7" fmla="*/ 10 h 2003"/>
                <a:gd name="T8" fmla="*/ 27 w 1189"/>
                <a:gd name="T9" fmla="*/ 7 h 2003"/>
                <a:gd name="T10" fmla="*/ 26 w 1189"/>
                <a:gd name="T11" fmla="*/ 6 h 2003"/>
                <a:gd name="T12" fmla="*/ 24 w 1189"/>
                <a:gd name="T13" fmla="*/ 3 h 2003"/>
                <a:gd name="T14" fmla="*/ 22 w 1189"/>
                <a:gd name="T15" fmla="*/ 2 h 2003"/>
                <a:gd name="T16" fmla="*/ 19 w 1189"/>
                <a:gd name="T17" fmla="*/ 1 h 2003"/>
                <a:gd name="T18" fmla="*/ 17 w 1189"/>
                <a:gd name="T19" fmla="*/ 1 h 2003"/>
                <a:gd name="T20" fmla="*/ 15 w 1189"/>
                <a:gd name="T21" fmla="*/ 0 h 2003"/>
                <a:gd name="T22" fmla="*/ 13 w 1189"/>
                <a:gd name="T23" fmla="*/ 1 h 2003"/>
                <a:gd name="T24" fmla="*/ 10 w 1189"/>
                <a:gd name="T25" fmla="*/ 1 h 2003"/>
                <a:gd name="T26" fmla="*/ 8 w 1189"/>
                <a:gd name="T27" fmla="*/ 2 h 2003"/>
                <a:gd name="T28" fmla="*/ 6 w 1189"/>
                <a:gd name="T29" fmla="*/ 3 h 2003"/>
                <a:gd name="T30" fmla="*/ 4 w 1189"/>
                <a:gd name="T31" fmla="*/ 5 h 2003"/>
                <a:gd name="T32" fmla="*/ 2 w 1189"/>
                <a:gd name="T33" fmla="*/ 8 h 2003"/>
                <a:gd name="T34" fmla="*/ 1 w 1189"/>
                <a:gd name="T35" fmla="*/ 11 h 2003"/>
                <a:gd name="T36" fmla="*/ 1 w 1189"/>
                <a:gd name="T37" fmla="*/ 13 h 2003"/>
                <a:gd name="T38" fmla="*/ 0 w 1189"/>
                <a:gd name="T39" fmla="*/ 50 h 200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89" h="2003">
                  <a:moveTo>
                    <a:pt x="0" y="2003"/>
                  </a:moveTo>
                  <a:lnTo>
                    <a:pt x="1189" y="1996"/>
                  </a:lnTo>
                  <a:lnTo>
                    <a:pt x="1189" y="568"/>
                  </a:lnTo>
                  <a:lnTo>
                    <a:pt x="1153" y="400"/>
                  </a:lnTo>
                  <a:lnTo>
                    <a:pt x="1105" y="292"/>
                  </a:lnTo>
                  <a:lnTo>
                    <a:pt x="1057" y="232"/>
                  </a:lnTo>
                  <a:lnTo>
                    <a:pt x="973" y="136"/>
                  </a:lnTo>
                  <a:lnTo>
                    <a:pt x="889" y="88"/>
                  </a:lnTo>
                  <a:lnTo>
                    <a:pt x="781" y="40"/>
                  </a:lnTo>
                  <a:lnTo>
                    <a:pt x="673" y="16"/>
                  </a:lnTo>
                  <a:lnTo>
                    <a:pt x="596" y="0"/>
                  </a:lnTo>
                  <a:lnTo>
                    <a:pt x="493" y="13"/>
                  </a:lnTo>
                  <a:lnTo>
                    <a:pt x="391" y="32"/>
                  </a:lnTo>
                  <a:lnTo>
                    <a:pt x="314" y="77"/>
                  </a:lnTo>
                  <a:lnTo>
                    <a:pt x="229" y="112"/>
                  </a:lnTo>
                  <a:lnTo>
                    <a:pt x="157" y="196"/>
                  </a:lnTo>
                  <a:lnTo>
                    <a:pt x="73" y="316"/>
                  </a:lnTo>
                  <a:lnTo>
                    <a:pt x="26" y="429"/>
                  </a:lnTo>
                  <a:lnTo>
                    <a:pt x="1" y="544"/>
                  </a:lnTo>
                  <a:lnTo>
                    <a:pt x="0" y="2003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57"/>
            <p:cNvSpPr>
              <a:spLocks noChangeArrowheads="1"/>
            </p:cNvSpPr>
            <p:nvPr/>
          </p:nvSpPr>
          <p:spPr bwMode="auto">
            <a:xfrm>
              <a:off x="4355" y="1183"/>
              <a:ext cx="441" cy="447"/>
            </a:xfrm>
            <a:prstGeom prst="ellipse">
              <a:avLst/>
            </a:prstGeom>
            <a:solidFill>
              <a:srgbClr val="DCFFFF"/>
            </a:solidFill>
            <a:ln w="9525">
              <a:solidFill>
                <a:srgbClr val="00CC99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zh-CN" altLang="en-US" b="1">
                <a:solidFill>
                  <a:srgbClr val="3333CC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5" name="Freeform 58"/>
            <p:cNvSpPr/>
            <p:nvPr/>
          </p:nvSpPr>
          <p:spPr bwMode="auto">
            <a:xfrm>
              <a:off x="4354" y="1195"/>
              <a:ext cx="448" cy="449"/>
            </a:xfrm>
            <a:custGeom>
              <a:avLst/>
              <a:gdLst>
                <a:gd name="T0" fmla="*/ 61 w 501"/>
                <a:gd name="T1" fmla="*/ 0 h 501"/>
                <a:gd name="T2" fmla="*/ 45 w 501"/>
                <a:gd name="T3" fmla="*/ 10 h 501"/>
                <a:gd name="T4" fmla="*/ 33 w 501"/>
                <a:gd name="T5" fmla="*/ 16 h 501"/>
                <a:gd name="T6" fmla="*/ 17 w 501"/>
                <a:gd name="T7" fmla="*/ 30 h 501"/>
                <a:gd name="T8" fmla="*/ 9 w 501"/>
                <a:gd name="T9" fmla="*/ 49 h 501"/>
                <a:gd name="T10" fmla="*/ 4 w 501"/>
                <a:gd name="T11" fmla="*/ 66 h 501"/>
                <a:gd name="T12" fmla="*/ 0 w 501"/>
                <a:gd name="T13" fmla="*/ 88 h 501"/>
                <a:gd name="T14" fmla="*/ 4 w 501"/>
                <a:gd name="T15" fmla="*/ 109 h 501"/>
                <a:gd name="T16" fmla="*/ 9 w 501"/>
                <a:gd name="T17" fmla="*/ 131 h 501"/>
                <a:gd name="T18" fmla="*/ 15 w 501"/>
                <a:gd name="T19" fmla="*/ 142 h 501"/>
                <a:gd name="T20" fmla="*/ 24 w 501"/>
                <a:gd name="T21" fmla="*/ 152 h 501"/>
                <a:gd name="T22" fmla="*/ 38 w 501"/>
                <a:gd name="T23" fmla="*/ 164 h 501"/>
                <a:gd name="T24" fmla="*/ 49 w 501"/>
                <a:gd name="T25" fmla="*/ 170 h 501"/>
                <a:gd name="T26" fmla="*/ 70 w 501"/>
                <a:gd name="T27" fmla="*/ 180 h 501"/>
                <a:gd name="T28" fmla="*/ 91 w 501"/>
                <a:gd name="T29" fmla="*/ 186 h 501"/>
                <a:gd name="T30" fmla="*/ 114 w 501"/>
                <a:gd name="T31" fmla="*/ 182 h 501"/>
                <a:gd name="T32" fmla="*/ 132 w 501"/>
                <a:gd name="T33" fmla="*/ 174 h 501"/>
                <a:gd name="T34" fmla="*/ 150 w 501"/>
                <a:gd name="T35" fmla="*/ 165 h 501"/>
                <a:gd name="T36" fmla="*/ 165 w 501"/>
                <a:gd name="T37" fmla="*/ 150 h 501"/>
                <a:gd name="T38" fmla="*/ 176 w 501"/>
                <a:gd name="T39" fmla="*/ 135 h 501"/>
                <a:gd name="T40" fmla="*/ 184 w 501"/>
                <a:gd name="T41" fmla="*/ 114 h 501"/>
                <a:gd name="T42" fmla="*/ 181 w 501"/>
                <a:gd name="T43" fmla="*/ 98 h 501"/>
                <a:gd name="T44" fmla="*/ 167 w 501"/>
                <a:gd name="T45" fmla="*/ 114 h 501"/>
                <a:gd name="T46" fmla="*/ 154 w 501"/>
                <a:gd name="T47" fmla="*/ 125 h 501"/>
                <a:gd name="T48" fmla="*/ 139 w 501"/>
                <a:gd name="T49" fmla="*/ 131 h 501"/>
                <a:gd name="T50" fmla="*/ 122 w 501"/>
                <a:gd name="T51" fmla="*/ 131 h 501"/>
                <a:gd name="T52" fmla="*/ 106 w 501"/>
                <a:gd name="T53" fmla="*/ 128 h 501"/>
                <a:gd name="T54" fmla="*/ 89 w 501"/>
                <a:gd name="T55" fmla="*/ 123 h 501"/>
                <a:gd name="T56" fmla="*/ 75 w 501"/>
                <a:gd name="T57" fmla="*/ 113 h 501"/>
                <a:gd name="T58" fmla="*/ 63 w 501"/>
                <a:gd name="T59" fmla="*/ 104 h 501"/>
                <a:gd name="T60" fmla="*/ 51 w 501"/>
                <a:gd name="T61" fmla="*/ 87 h 501"/>
                <a:gd name="T62" fmla="*/ 45 w 501"/>
                <a:gd name="T63" fmla="*/ 65 h 501"/>
                <a:gd name="T64" fmla="*/ 46 w 501"/>
                <a:gd name="T65" fmla="*/ 38 h 501"/>
                <a:gd name="T66" fmla="*/ 49 w 501"/>
                <a:gd name="T67" fmla="*/ 22 h 501"/>
                <a:gd name="T68" fmla="*/ 61 w 501"/>
                <a:gd name="T69" fmla="*/ 0 h 50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01" h="501">
                  <a:moveTo>
                    <a:pt x="166" y="0"/>
                  </a:moveTo>
                  <a:lnTo>
                    <a:pt x="123" y="24"/>
                  </a:lnTo>
                  <a:lnTo>
                    <a:pt x="89" y="42"/>
                  </a:lnTo>
                  <a:lnTo>
                    <a:pt x="47" y="80"/>
                  </a:lnTo>
                  <a:lnTo>
                    <a:pt x="24" y="132"/>
                  </a:lnTo>
                  <a:lnTo>
                    <a:pt x="9" y="180"/>
                  </a:lnTo>
                  <a:lnTo>
                    <a:pt x="0" y="236"/>
                  </a:lnTo>
                  <a:lnTo>
                    <a:pt x="4" y="293"/>
                  </a:lnTo>
                  <a:lnTo>
                    <a:pt x="24" y="350"/>
                  </a:lnTo>
                  <a:lnTo>
                    <a:pt x="42" y="378"/>
                  </a:lnTo>
                  <a:lnTo>
                    <a:pt x="66" y="411"/>
                  </a:lnTo>
                  <a:lnTo>
                    <a:pt x="104" y="440"/>
                  </a:lnTo>
                  <a:lnTo>
                    <a:pt x="132" y="458"/>
                  </a:lnTo>
                  <a:lnTo>
                    <a:pt x="189" y="482"/>
                  </a:lnTo>
                  <a:lnTo>
                    <a:pt x="251" y="501"/>
                  </a:lnTo>
                  <a:lnTo>
                    <a:pt x="312" y="487"/>
                  </a:lnTo>
                  <a:lnTo>
                    <a:pt x="366" y="466"/>
                  </a:lnTo>
                  <a:lnTo>
                    <a:pt x="411" y="441"/>
                  </a:lnTo>
                  <a:lnTo>
                    <a:pt x="450" y="402"/>
                  </a:lnTo>
                  <a:lnTo>
                    <a:pt x="482" y="364"/>
                  </a:lnTo>
                  <a:lnTo>
                    <a:pt x="501" y="306"/>
                  </a:lnTo>
                  <a:lnTo>
                    <a:pt x="497" y="265"/>
                  </a:lnTo>
                  <a:lnTo>
                    <a:pt x="459" y="307"/>
                  </a:lnTo>
                  <a:lnTo>
                    <a:pt x="421" y="335"/>
                  </a:lnTo>
                  <a:lnTo>
                    <a:pt x="379" y="350"/>
                  </a:lnTo>
                  <a:lnTo>
                    <a:pt x="331" y="350"/>
                  </a:lnTo>
                  <a:lnTo>
                    <a:pt x="288" y="345"/>
                  </a:lnTo>
                  <a:lnTo>
                    <a:pt x="241" y="331"/>
                  </a:lnTo>
                  <a:lnTo>
                    <a:pt x="203" y="302"/>
                  </a:lnTo>
                  <a:lnTo>
                    <a:pt x="170" y="279"/>
                  </a:lnTo>
                  <a:lnTo>
                    <a:pt x="142" y="231"/>
                  </a:lnTo>
                  <a:lnTo>
                    <a:pt x="123" y="174"/>
                  </a:lnTo>
                  <a:lnTo>
                    <a:pt x="127" y="103"/>
                  </a:lnTo>
                  <a:lnTo>
                    <a:pt x="132" y="61"/>
                  </a:lnTo>
                  <a:lnTo>
                    <a:pt x="166" y="0"/>
                  </a:lnTo>
                  <a:close/>
                </a:path>
              </a:pathLst>
            </a:custGeom>
            <a:gradFill rotWithShape="0">
              <a:gsLst>
                <a:gs pos="0">
                  <a:srgbClr val="645028"/>
                </a:gs>
                <a:gs pos="50000">
                  <a:srgbClr val="FFCC66"/>
                </a:gs>
                <a:gs pos="100000">
                  <a:srgbClr val="64502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Freeform 59"/>
            <p:cNvSpPr/>
            <p:nvPr/>
          </p:nvSpPr>
          <p:spPr bwMode="auto">
            <a:xfrm>
              <a:off x="4296" y="1941"/>
              <a:ext cx="503" cy="84"/>
            </a:xfrm>
            <a:custGeom>
              <a:avLst/>
              <a:gdLst>
                <a:gd name="T0" fmla="*/ 0 w 561"/>
                <a:gd name="T1" fmla="*/ 27 h 94"/>
                <a:gd name="T2" fmla="*/ 22 w 561"/>
                <a:gd name="T3" fmla="*/ 0 h 94"/>
                <a:gd name="T4" fmla="*/ 210 w 561"/>
                <a:gd name="T5" fmla="*/ 0 h 94"/>
                <a:gd name="T6" fmla="*/ 172 w 561"/>
                <a:gd name="T7" fmla="*/ 34 h 94"/>
                <a:gd name="T8" fmla="*/ 0 w 561"/>
                <a:gd name="T9" fmla="*/ 27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1" h="94">
                  <a:moveTo>
                    <a:pt x="0" y="74"/>
                  </a:moveTo>
                  <a:lnTo>
                    <a:pt x="59" y="0"/>
                  </a:lnTo>
                  <a:lnTo>
                    <a:pt x="561" y="0"/>
                  </a:lnTo>
                  <a:lnTo>
                    <a:pt x="461" y="94"/>
                  </a:lnTo>
                  <a:lnTo>
                    <a:pt x="0" y="74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60"/>
            <p:cNvSpPr/>
            <p:nvPr/>
          </p:nvSpPr>
          <p:spPr bwMode="auto">
            <a:xfrm>
              <a:off x="4726" y="1937"/>
              <a:ext cx="73" cy="264"/>
            </a:xfrm>
            <a:custGeom>
              <a:avLst/>
              <a:gdLst>
                <a:gd name="T0" fmla="*/ 32 w 81"/>
                <a:gd name="T1" fmla="*/ 0 h 295"/>
                <a:gd name="T2" fmla="*/ 32 w 81"/>
                <a:gd name="T3" fmla="*/ 85 h 295"/>
                <a:gd name="T4" fmla="*/ 5 w 81"/>
                <a:gd name="T5" fmla="*/ 108 h 295"/>
                <a:gd name="T6" fmla="*/ 0 w 81"/>
                <a:gd name="T7" fmla="*/ 34 h 295"/>
                <a:gd name="T8" fmla="*/ 32 w 81"/>
                <a:gd name="T9" fmla="*/ 0 h 2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295">
                  <a:moveTo>
                    <a:pt x="81" y="0"/>
                  </a:moveTo>
                  <a:lnTo>
                    <a:pt x="81" y="232"/>
                  </a:lnTo>
                  <a:lnTo>
                    <a:pt x="14" y="295"/>
                  </a:lnTo>
                  <a:lnTo>
                    <a:pt x="0" y="93"/>
                  </a:lnTo>
                  <a:lnTo>
                    <a:pt x="81" y="0"/>
                  </a:lnTo>
                  <a:close/>
                </a:path>
              </a:pathLst>
            </a:custGeom>
            <a:gradFill rotWithShape="0">
              <a:gsLst>
                <a:gs pos="0">
                  <a:srgbClr val="FF6699"/>
                </a:gs>
                <a:gs pos="100000">
                  <a:srgbClr val="A0406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4303" y="2000"/>
              <a:ext cx="445" cy="203"/>
            </a:xfrm>
            <a:custGeom>
              <a:avLst/>
              <a:gdLst>
                <a:gd name="T0" fmla="*/ 0 w 672"/>
                <a:gd name="T1" fmla="*/ 0 h 307"/>
                <a:gd name="T2" fmla="*/ 0 w 672"/>
                <a:gd name="T3" fmla="*/ 7 h 307"/>
                <a:gd name="T4" fmla="*/ 17 w 672"/>
                <a:gd name="T5" fmla="*/ 7 h 307"/>
                <a:gd name="T6" fmla="*/ 17 w 672"/>
                <a:gd name="T7" fmla="*/ 0 h 307"/>
                <a:gd name="T8" fmla="*/ 0 w 672"/>
                <a:gd name="T9" fmla="*/ 0 h 3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307">
                  <a:moveTo>
                    <a:pt x="0" y="0"/>
                  </a:moveTo>
                  <a:lnTo>
                    <a:pt x="0" y="307"/>
                  </a:lnTo>
                  <a:lnTo>
                    <a:pt x="672" y="307"/>
                  </a:lnTo>
                  <a:lnTo>
                    <a:pt x="6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" name="Text Box 33"/>
          <p:cNvSpPr txBox="1">
            <a:spLocks noChangeArrowheads="1"/>
          </p:cNvSpPr>
          <p:nvPr/>
        </p:nvSpPr>
        <p:spPr bwMode="auto">
          <a:xfrm>
            <a:off x="6847480" y="5180024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抓住特征投影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是看懂图的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050117" y="4805229"/>
            <a:ext cx="2031325" cy="916990"/>
            <a:chOff x="3750098" y="5064160"/>
            <a:chExt cx="2031325" cy="916990"/>
          </a:xfrm>
        </p:grpSpPr>
        <p:sp>
          <p:nvSpPr>
            <p:cNvPr id="23" name="Text Box 64"/>
            <p:cNvSpPr txBox="1">
              <a:spLocks noChangeArrowheads="1"/>
            </p:cNvSpPr>
            <p:nvPr/>
          </p:nvSpPr>
          <p:spPr bwMode="auto">
            <a:xfrm>
              <a:off x="3750098" y="5519485"/>
              <a:ext cx="2031325" cy="4616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FF0000"/>
                  </a:solidFill>
                  <a:latin typeface="+mn-ea"/>
                  <a:ea typeface="+mn-ea"/>
                </a:rPr>
                <a:t>位置特征视图</a:t>
              </a:r>
              <a:endParaRPr lang="zh-CN" altLang="en-US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24" name="直接箭头连接符 23"/>
            <p:cNvCxnSpPr/>
            <p:nvPr/>
          </p:nvCxnSpPr>
          <p:spPr>
            <a:xfrm flipH="1" flipV="1">
              <a:off x="4132162" y="5064160"/>
              <a:ext cx="398445" cy="4318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4914793" y="5074043"/>
              <a:ext cx="397987" cy="42191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/>
        </p:nvGrpSpPr>
        <p:grpSpPr>
          <a:xfrm>
            <a:off x="1500169" y="2422360"/>
            <a:ext cx="1828800" cy="3614734"/>
            <a:chOff x="1200150" y="2681291"/>
            <a:chExt cx="1828800" cy="3614734"/>
          </a:xfrm>
        </p:grpSpPr>
        <p:grpSp>
          <p:nvGrpSpPr>
            <p:cNvPr id="27" name="Group 4"/>
            <p:cNvGrpSpPr/>
            <p:nvPr/>
          </p:nvGrpSpPr>
          <p:grpSpPr bwMode="auto">
            <a:xfrm>
              <a:off x="1247657" y="2752760"/>
              <a:ext cx="1760538" cy="3478213"/>
              <a:chOff x="713" y="887"/>
              <a:chExt cx="1109" cy="2191"/>
            </a:xfrm>
          </p:grpSpPr>
          <p:sp>
            <p:nvSpPr>
              <p:cNvPr id="31" name="Oval 5"/>
              <p:cNvSpPr>
                <a:spLocks noChangeArrowheads="1"/>
              </p:cNvSpPr>
              <p:nvPr/>
            </p:nvSpPr>
            <p:spPr bwMode="auto">
              <a:xfrm>
                <a:off x="781" y="887"/>
                <a:ext cx="973" cy="902"/>
              </a:xfrm>
              <a:prstGeom prst="ellipse">
                <a:avLst/>
              </a:prstGeom>
              <a:noFill/>
              <a:ln w="38100">
                <a:solidFill>
                  <a:srgbClr val="00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rgbClr val="3333CC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2" name="Rectangle 6"/>
              <p:cNvSpPr>
                <a:spLocks noChangeArrowheads="1"/>
              </p:cNvSpPr>
              <p:nvPr/>
            </p:nvSpPr>
            <p:spPr bwMode="auto">
              <a:xfrm>
                <a:off x="713" y="1355"/>
                <a:ext cx="1109" cy="4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EC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rgbClr val="3333CC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3" name="Oval 8"/>
              <p:cNvSpPr>
                <a:spLocks noChangeArrowheads="1"/>
              </p:cNvSpPr>
              <p:nvPr/>
            </p:nvSpPr>
            <p:spPr bwMode="auto">
              <a:xfrm>
                <a:off x="983" y="1085"/>
                <a:ext cx="570" cy="534"/>
              </a:xfrm>
              <a:prstGeom prst="ellipse">
                <a:avLst/>
              </a:prstGeom>
              <a:noFill/>
              <a:ln w="38100">
                <a:solidFill>
                  <a:srgbClr val="00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rgbClr val="3333CC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Freeform 9"/>
              <p:cNvSpPr/>
              <p:nvPr/>
            </p:nvSpPr>
            <p:spPr bwMode="auto">
              <a:xfrm>
                <a:off x="778" y="1355"/>
                <a:ext cx="1" cy="967"/>
              </a:xfrm>
              <a:custGeom>
                <a:avLst/>
                <a:gdLst>
                  <a:gd name="T0" fmla="*/ 0 w 1"/>
                  <a:gd name="T1" fmla="*/ 0 h 967"/>
                  <a:gd name="T2" fmla="*/ 0 w 1"/>
                  <a:gd name="T3" fmla="*/ 967 h 96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967">
                    <a:moveTo>
                      <a:pt x="0" y="0"/>
                    </a:moveTo>
                    <a:lnTo>
                      <a:pt x="0" y="967"/>
                    </a:lnTo>
                  </a:path>
                </a:pathLst>
              </a:custGeom>
              <a:noFill/>
              <a:ln w="38100">
                <a:solidFill>
                  <a:srgbClr val="00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10"/>
              <p:cNvSpPr/>
              <p:nvPr/>
            </p:nvSpPr>
            <p:spPr bwMode="auto">
              <a:xfrm>
                <a:off x="1754" y="1352"/>
                <a:ext cx="2" cy="970"/>
              </a:xfrm>
              <a:custGeom>
                <a:avLst/>
                <a:gdLst>
                  <a:gd name="T0" fmla="*/ 0 w 2"/>
                  <a:gd name="T1" fmla="*/ 0 h 970"/>
                  <a:gd name="T2" fmla="*/ 2 w 2"/>
                  <a:gd name="T3" fmla="*/ 970 h 97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970">
                    <a:moveTo>
                      <a:pt x="0" y="0"/>
                    </a:moveTo>
                    <a:lnTo>
                      <a:pt x="2" y="97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11"/>
              <p:cNvSpPr/>
              <p:nvPr/>
            </p:nvSpPr>
            <p:spPr bwMode="auto">
              <a:xfrm>
                <a:off x="770" y="2320"/>
                <a:ext cx="986" cy="5"/>
              </a:xfrm>
              <a:custGeom>
                <a:avLst/>
                <a:gdLst>
                  <a:gd name="T0" fmla="*/ 0 w 1256"/>
                  <a:gd name="T1" fmla="*/ 0 h 6"/>
                  <a:gd name="T2" fmla="*/ 142 w 1256"/>
                  <a:gd name="T3" fmla="*/ 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56" h="6">
                    <a:moveTo>
                      <a:pt x="0" y="0"/>
                    </a:moveTo>
                    <a:lnTo>
                      <a:pt x="1256" y="6"/>
                    </a:lnTo>
                  </a:path>
                </a:pathLst>
              </a:custGeom>
              <a:noFill/>
              <a:ln w="38100">
                <a:solidFill>
                  <a:srgbClr val="00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12"/>
              <p:cNvSpPr>
                <a:spLocks noChangeArrowheads="1"/>
              </p:cNvSpPr>
              <p:nvPr/>
            </p:nvSpPr>
            <p:spPr bwMode="auto">
              <a:xfrm>
                <a:off x="983" y="1853"/>
                <a:ext cx="570" cy="267"/>
              </a:xfrm>
              <a:prstGeom prst="rect">
                <a:avLst/>
              </a:prstGeom>
              <a:noFill/>
              <a:ln w="38100">
                <a:solidFill>
                  <a:srgbClr val="0033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b="1">
                  <a:solidFill>
                    <a:srgbClr val="3333CC"/>
                  </a:solidFill>
                  <a:latin typeface="宋体" panose="02010600030101010101" pitchFamily="2" charset="-122"/>
                </a:endParaRPr>
              </a:p>
            </p:txBody>
          </p:sp>
          <p:sp>
            <p:nvSpPr>
              <p:cNvPr id="39" name="Freeform 15"/>
              <p:cNvSpPr/>
              <p:nvPr/>
            </p:nvSpPr>
            <p:spPr bwMode="auto">
              <a:xfrm>
                <a:off x="779" y="2558"/>
                <a:ext cx="975" cy="1"/>
              </a:xfrm>
              <a:custGeom>
                <a:avLst/>
                <a:gdLst>
                  <a:gd name="T0" fmla="*/ 0 w 1242"/>
                  <a:gd name="T1" fmla="*/ 0 h 1"/>
                  <a:gd name="T2" fmla="*/ 141 w 12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42" h="1">
                    <a:moveTo>
                      <a:pt x="0" y="0"/>
                    </a:moveTo>
                    <a:lnTo>
                      <a:pt x="1242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16"/>
              <p:cNvSpPr/>
              <p:nvPr/>
            </p:nvSpPr>
            <p:spPr bwMode="auto">
              <a:xfrm>
                <a:off x="779" y="2558"/>
                <a:ext cx="1" cy="377"/>
              </a:xfrm>
              <a:custGeom>
                <a:avLst/>
                <a:gdLst>
                  <a:gd name="T0" fmla="*/ 0 w 1"/>
                  <a:gd name="T1" fmla="*/ 0 h 480"/>
                  <a:gd name="T2" fmla="*/ 0 w 1"/>
                  <a:gd name="T3" fmla="*/ 54 h 4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80">
                    <a:moveTo>
                      <a:pt x="0" y="0"/>
                    </a:moveTo>
                    <a:lnTo>
                      <a:pt x="0" y="48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Freeform 17"/>
              <p:cNvSpPr/>
              <p:nvPr/>
            </p:nvSpPr>
            <p:spPr bwMode="auto">
              <a:xfrm>
                <a:off x="779" y="2923"/>
                <a:ext cx="975" cy="1"/>
              </a:xfrm>
              <a:custGeom>
                <a:avLst/>
                <a:gdLst>
                  <a:gd name="T0" fmla="*/ 0 w 1242"/>
                  <a:gd name="T1" fmla="*/ 0 h 1"/>
                  <a:gd name="T2" fmla="*/ 141 w 12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42" h="1">
                    <a:moveTo>
                      <a:pt x="0" y="0"/>
                    </a:moveTo>
                    <a:lnTo>
                      <a:pt x="1242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Freeform 18"/>
              <p:cNvSpPr/>
              <p:nvPr/>
            </p:nvSpPr>
            <p:spPr bwMode="auto">
              <a:xfrm>
                <a:off x="1754" y="2558"/>
                <a:ext cx="1" cy="377"/>
              </a:xfrm>
              <a:custGeom>
                <a:avLst/>
                <a:gdLst>
                  <a:gd name="T0" fmla="*/ 0 w 1"/>
                  <a:gd name="T1" fmla="*/ 0 h 480"/>
                  <a:gd name="T2" fmla="*/ 0 w 1"/>
                  <a:gd name="T3" fmla="*/ 54 h 4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80">
                    <a:moveTo>
                      <a:pt x="0" y="0"/>
                    </a:moveTo>
                    <a:lnTo>
                      <a:pt x="0" y="48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Freeform 19"/>
              <p:cNvSpPr/>
              <p:nvPr/>
            </p:nvSpPr>
            <p:spPr bwMode="auto">
              <a:xfrm>
                <a:off x="979" y="2558"/>
                <a:ext cx="1" cy="365"/>
              </a:xfrm>
              <a:custGeom>
                <a:avLst/>
                <a:gdLst>
                  <a:gd name="T0" fmla="*/ 0 w 1"/>
                  <a:gd name="T1" fmla="*/ 0 h 465"/>
                  <a:gd name="T2" fmla="*/ 0 w 1"/>
                  <a:gd name="T3" fmla="*/ 53 h 4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65">
                    <a:moveTo>
                      <a:pt x="0" y="0"/>
                    </a:moveTo>
                    <a:lnTo>
                      <a:pt x="0" y="465"/>
                    </a:lnTo>
                  </a:path>
                </a:pathLst>
              </a:custGeom>
              <a:noFill/>
              <a:ln w="19050" cap="flat" cmpd="sng">
                <a:solidFill>
                  <a:srgbClr val="0033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Freeform 20"/>
              <p:cNvSpPr/>
              <p:nvPr/>
            </p:nvSpPr>
            <p:spPr bwMode="auto">
              <a:xfrm>
                <a:off x="1544" y="2558"/>
                <a:ext cx="1" cy="354"/>
              </a:xfrm>
              <a:custGeom>
                <a:avLst/>
                <a:gdLst>
                  <a:gd name="T0" fmla="*/ 0 w 1"/>
                  <a:gd name="T1" fmla="*/ 0 h 451"/>
                  <a:gd name="T2" fmla="*/ 0 w 1"/>
                  <a:gd name="T3" fmla="*/ 50 h 4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51">
                    <a:moveTo>
                      <a:pt x="0" y="0"/>
                    </a:moveTo>
                    <a:lnTo>
                      <a:pt x="0" y="451"/>
                    </a:lnTo>
                  </a:path>
                </a:pathLst>
              </a:custGeom>
              <a:noFill/>
              <a:ln w="19050" cap="flat" cmpd="sng">
                <a:solidFill>
                  <a:srgbClr val="0033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Freeform 21"/>
              <p:cNvSpPr/>
              <p:nvPr/>
            </p:nvSpPr>
            <p:spPr bwMode="auto">
              <a:xfrm>
                <a:off x="979" y="2935"/>
                <a:ext cx="1" cy="143"/>
              </a:xfrm>
              <a:custGeom>
                <a:avLst/>
                <a:gdLst>
                  <a:gd name="T0" fmla="*/ 0 w 1"/>
                  <a:gd name="T1" fmla="*/ 0 h 183"/>
                  <a:gd name="T2" fmla="*/ 0 w 1"/>
                  <a:gd name="T3" fmla="*/ 20 h 1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3">
                    <a:moveTo>
                      <a:pt x="0" y="0"/>
                    </a:moveTo>
                    <a:lnTo>
                      <a:pt x="0" y="183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Freeform 22"/>
              <p:cNvSpPr/>
              <p:nvPr/>
            </p:nvSpPr>
            <p:spPr bwMode="auto">
              <a:xfrm>
                <a:off x="979" y="3067"/>
                <a:ext cx="565" cy="1"/>
              </a:xfrm>
              <a:custGeom>
                <a:avLst/>
                <a:gdLst>
                  <a:gd name="T0" fmla="*/ 0 w 720"/>
                  <a:gd name="T1" fmla="*/ 0 h 1"/>
                  <a:gd name="T2" fmla="*/ 82 w 72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20" h="1">
                    <a:moveTo>
                      <a:pt x="0" y="0"/>
                    </a:moveTo>
                    <a:lnTo>
                      <a:pt x="720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Freeform 23"/>
              <p:cNvSpPr/>
              <p:nvPr/>
            </p:nvSpPr>
            <p:spPr bwMode="auto">
              <a:xfrm>
                <a:off x="1544" y="2923"/>
                <a:ext cx="1" cy="155"/>
              </a:xfrm>
              <a:custGeom>
                <a:avLst/>
                <a:gdLst>
                  <a:gd name="T0" fmla="*/ 0 w 1"/>
                  <a:gd name="T1" fmla="*/ 0 h 198"/>
                  <a:gd name="T2" fmla="*/ 0 w 1"/>
                  <a:gd name="T3" fmla="*/ 21 h 19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98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99" t="21559" r="29174" b="18342"/>
            <a:stretch>
              <a:fillRect/>
            </a:stretch>
          </p:blipFill>
          <p:spPr>
            <a:xfrm rot="10800000">
              <a:off x="1200150" y="3421064"/>
              <a:ext cx="1828800" cy="203199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64" t="13577" r="26207" b="20220"/>
            <a:stretch>
              <a:fillRect/>
            </a:stretch>
          </p:blipFill>
          <p:spPr>
            <a:xfrm rot="16200000">
              <a:off x="890594" y="3776664"/>
              <a:ext cx="2414584" cy="223838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88" t="30478" r="41674" b="18813"/>
            <a:stretch>
              <a:fillRect/>
            </a:stretch>
          </p:blipFill>
          <p:spPr>
            <a:xfrm rot="16200000">
              <a:off x="1633538" y="5715000"/>
              <a:ext cx="990600" cy="171450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3870188" y="2489067"/>
            <a:ext cx="979490" cy="2286000"/>
            <a:chOff x="3570169" y="2747998"/>
            <a:chExt cx="979490" cy="2286000"/>
          </a:xfrm>
        </p:grpSpPr>
        <p:grpSp>
          <p:nvGrpSpPr>
            <p:cNvPr id="49" name="Group 35"/>
            <p:cNvGrpSpPr/>
            <p:nvPr/>
          </p:nvGrpSpPr>
          <p:grpSpPr bwMode="auto">
            <a:xfrm>
              <a:off x="3643196" y="2747998"/>
              <a:ext cx="906463" cy="2286000"/>
              <a:chOff x="2222" y="873"/>
              <a:chExt cx="571" cy="1440"/>
            </a:xfrm>
          </p:grpSpPr>
          <p:sp>
            <p:nvSpPr>
              <p:cNvPr id="51" name="Freeform 36"/>
              <p:cNvSpPr/>
              <p:nvPr/>
            </p:nvSpPr>
            <p:spPr bwMode="auto">
              <a:xfrm>
                <a:off x="2227" y="873"/>
                <a:ext cx="1" cy="1440"/>
              </a:xfrm>
              <a:custGeom>
                <a:avLst/>
                <a:gdLst>
                  <a:gd name="T0" fmla="*/ 0 w 1"/>
                  <a:gd name="T1" fmla="*/ 0 h 1835"/>
                  <a:gd name="T2" fmla="*/ 0 w 1"/>
                  <a:gd name="T3" fmla="*/ 207 h 183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35">
                    <a:moveTo>
                      <a:pt x="0" y="0"/>
                    </a:moveTo>
                    <a:lnTo>
                      <a:pt x="0" y="1835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37"/>
              <p:cNvSpPr/>
              <p:nvPr/>
            </p:nvSpPr>
            <p:spPr bwMode="auto">
              <a:xfrm>
                <a:off x="2227" y="873"/>
                <a:ext cx="424" cy="2"/>
              </a:xfrm>
              <a:custGeom>
                <a:avLst/>
                <a:gdLst>
                  <a:gd name="T0" fmla="*/ 0 w 540"/>
                  <a:gd name="T1" fmla="*/ 0 h 2"/>
                  <a:gd name="T2" fmla="*/ 61 w 540"/>
                  <a:gd name="T3" fmla="*/ 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40" h="2">
                    <a:moveTo>
                      <a:pt x="0" y="0"/>
                    </a:moveTo>
                    <a:lnTo>
                      <a:pt x="540" y="2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38"/>
              <p:cNvSpPr/>
              <p:nvPr/>
            </p:nvSpPr>
            <p:spPr bwMode="auto">
              <a:xfrm>
                <a:off x="2638" y="873"/>
                <a:ext cx="0" cy="1440"/>
              </a:xfrm>
              <a:custGeom>
                <a:avLst/>
                <a:gdLst>
                  <a:gd name="T0" fmla="*/ 0 w 1"/>
                  <a:gd name="T1" fmla="*/ 0 h 1835"/>
                  <a:gd name="T2" fmla="*/ 0 w 1"/>
                  <a:gd name="T3" fmla="*/ 207 h 183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35">
                    <a:moveTo>
                      <a:pt x="0" y="0"/>
                    </a:moveTo>
                    <a:lnTo>
                      <a:pt x="0" y="1835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40"/>
              <p:cNvSpPr>
                <a:spLocks noChangeShapeType="1"/>
              </p:cNvSpPr>
              <p:nvPr/>
            </p:nvSpPr>
            <p:spPr bwMode="auto">
              <a:xfrm>
                <a:off x="2225" y="1615"/>
                <a:ext cx="414" cy="0"/>
              </a:xfrm>
              <a:prstGeom prst="line">
                <a:avLst/>
              </a:prstGeom>
              <a:noFill/>
              <a:ln w="19050">
                <a:solidFill>
                  <a:srgbClr val="0033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Freeform 41"/>
              <p:cNvSpPr/>
              <p:nvPr/>
            </p:nvSpPr>
            <p:spPr bwMode="auto">
              <a:xfrm>
                <a:off x="2227" y="1072"/>
                <a:ext cx="400" cy="1"/>
              </a:xfrm>
              <a:custGeom>
                <a:avLst/>
                <a:gdLst>
                  <a:gd name="T0" fmla="*/ 0 w 509"/>
                  <a:gd name="T1" fmla="*/ 0 h 1"/>
                  <a:gd name="T2" fmla="*/ 58 w 509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9" h="1">
                    <a:moveTo>
                      <a:pt x="0" y="0"/>
                    </a:moveTo>
                    <a:lnTo>
                      <a:pt x="509" y="0"/>
                    </a:lnTo>
                  </a:path>
                </a:pathLst>
              </a:custGeom>
              <a:noFill/>
              <a:ln w="19050" cap="flat" cmpd="sng">
                <a:solidFill>
                  <a:srgbClr val="003300"/>
                </a:solidFill>
                <a:prstDash val="lgDash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Freeform 42"/>
              <p:cNvSpPr/>
              <p:nvPr/>
            </p:nvSpPr>
            <p:spPr bwMode="auto">
              <a:xfrm>
                <a:off x="2781" y="1837"/>
                <a:ext cx="1" cy="277"/>
              </a:xfrm>
              <a:custGeom>
                <a:avLst/>
                <a:gdLst>
                  <a:gd name="T0" fmla="*/ 0 w 1"/>
                  <a:gd name="T1" fmla="*/ 39 h 353"/>
                  <a:gd name="T2" fmla="*/ 0 w 1"/>
                  <a:gd name="T3" fmla="*/ 0 h 3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53">
                    <a:moveTo>
                      <a:pt x="0" y="35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43"/>
              <p:cNvSpPr/>
              <p:nvPr/>
            </p:nvSpPr>
            <p:spPr bwMode="auto">
              <a:xfrm>
                <a:off x="2636" y="2101"/>
                <a:ext cx="157" cy="2"/>
              </a:xfrm>
              <a:custGeom>
                <a:avLst/>
                <a:gdLst>
                  <a:gd name="T0" fmla="*/ 23 w 200"/>
                  <a:gd name="T1" fmla="*/ 1 h 3"/>
                  <a:gd name="T2" fmla="*/ 0 w 20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0" h="3">
                    <a:moveTo>
                      <a:pt x="200" y="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Freeform 44"/>
              <p:cNvSpPr/>
              <p:nvPr/>
            </p:nvSpPr>
            <p:spPr bwMode="auto">
              <a:xfrm>
                <a:off x="2639" y="1834"/>
                <a:ext cx="149" cy="0"/>
              </a:xfrm>
              <a:custGeom>
                <a:avLst/>
                <a:gdLst>
                  <a:gd name="T0" fmla="*/ 21 w 190"/>
                  <a:gd name="T1" fmla="*/ 0 h 10"/>
                  <a:gd name="T2" fmla="*/ 0 w 190"/>
                  <a:gd name="T3" fmla="*/ 2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0" h="10">
                    <a:moveTo>
                      <a:pt x="190" y="0"/>
                    </a:moveTo>
                    <a:lnTo>
                      <a:pt x="0" y="1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45"/>
              <p:cNvSpPr>
                <a:spLocks noChangeShapeType="1"/>
              </p:cNvSpPr>
              <p:nvPr/>
            </p:nvSpPr>
            <p:spPr bwMode="auto">
              <a:xfrm>
                <a:off x="2222" y="2311"/>
                <a:ext cx="42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0" name="图片 4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88" t="30478" r="41674" b="18813"/>
            <a:stretch>
              <a:fillRect/>
            </a:stretch>
          </p:blipFill>
          <p:spPr>
            <a:xfrm>
              <a:off x="3570169" y="3414747"/>
              <a:ext cx="817686" cy="171450"/>
            </a:xfrm>
            <a:prstGeom prst="rect">
              <a:avLst/>
            </a:prstGeom>
          </p:spPr>
        </p:pic>
      </p:grpSp>
      <p:grpSp>
        <p:nvGrpSpPr>
          <p:cNvPr id="60" name="组合 59"/>
          <p:cNvGrpSpPr/>
          <p:nvPr/>
        </p:nvGrpSpPr>
        <p:grpSpPr>
          <a:xfrm>
            <a:off x="5301999" y="2489067"/>
            <a:ext cx="1089995" cy="2305050"/>
            <a:chOff x="5001980" y="2747998"/>
            <a:chExt cx="1089995" cy="2305050"/>
          </a:xfrm>
        </p:grpSpPr>
        <p:grpSp>
          <p:nvGrpSpPr>
            <p:cNvPr id="61" name="Group 24"/>
            <p:cNvGrpSpPr/>
            <p:nvPr/>
          </p:nvGrpSpPr>
          <p:grpSpPr bwMode="auto">
            <a:xfrm>
              <a:off x="5086232" y="2747998"/>
              <a:ext cx="933450" cy="2305050"/>
              <a:chOff x="3131" y="862"/>
              <a:chExt cx="588" cy="1452"/>
            </a:xfrm>
          </p:grpSpPr>
          <p:sp>
            <p:nvSpPr>
              <p:cNvPr id="63" name="Freeform 25"/>
              <p:cNvSpPr/>
              <p:nvPr/>
            </p:nvSpPr>
            <p:spPr bwMode="auto">
              <a:xfrm>
                <a:off x="3131" y="862"/>
                <a:ext cx="1" cy="1452"/>
              </a:xfrm>
              <a:custGeom>
                <a:avLst/>
                <a:gdLst>
                  <a:gd name="T0" fmla="*/ 1 w 1"/>
                  <a:gd name="T1" fmla="*/ 0 h 1849"/>
                  <a:gd name="T2" fmla="*/ 0 w 1"/>
                  <a:gd name="T3" fmla="*/ 210 h 18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49">
                    <a:moveTo>
                      <a:pt x="1" y="0"/>
                    </a:moveTo>
                    <a:lnTo>
                      <a:pt x="0" y="1849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Freeform 26"/>
              <p:cNvSpPr/>
              <p:nvPr/>
            </p:nvSpPr>
            <p:spPr bwMode="auto">
              <a:xfrm>
                <a:off x="3132" y="862"/>
                <a:ext cx="415" cy="1"/>
              </a:xfrm>
              <a:custGeom>
                <a:avLst/>
                <a:gdLst>
                  <a:gd name="T0" fmla="*/ 0 w 530"/>
                  <a:gd name="T1" fmla="*/ 0 h 1"/>
                  <a:gd name="T2" fmla="*/ 59 w 530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30" h="1">
                    <a:moveTo>
                      <a:pt x="0" y="0"/>
                    </a:moveTo>
                    <a:lnTo>
                      <a:pt x="530" y="1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27"/>
              <p:cNvSpPr/>
              <p:nvPr/>
            </p:nvSpPr>
            <p:spPr bwMode="auto">
              <a:xfrm>
                <a:off x="3542" y="862"/>
                <a:ext cx="1" cy="1440"/>
              </a:xfrm>
              <a:custGeom>
                <a:avLst/>
                <a:gdLst>
                  <a:gd name="T0" fmla="*/ 0 w 1"/>
                  <a:gd name="T1" fmla="*/ 0 h 1834"/>
                  <a:gd name="T2" fmla="*/ 0 w 1"/>
                  <a:gd name="T3" fmla="*/ 208 h 18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834">
                    <a:moveTo>
                      <a:pt x="0" y="0"/>
                    </a:moveTo>
                    <a:lnTo>
                      <a:pt x="0" y="1834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Freeform 28"/>
              <p:cNvSpPr/>
              <p:nvPr/>
            </p:nvSpPr>
            <p:spPr bwMode="auto">
              <a:xfrm>
                <a:off x="3132" y="2302"/>
                <a:ext cx="421" cy="1"/>
              </a:xfrm>
              <a:custGeom>
                <a:avLst/>
                <a:gdLst>
                  <a:gd name="T0" fmla="*/ 60 w 537"/>
                  <a:gd name="T1" fmla="*/ 0 h 1"/>
                  <a:gd name="T2" fmla="*/ 0 w 537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37" h="1">
                    <a:moveTo>
                      <a:pt x="537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Freeform 30"/>
              <p:cNvSpPr/>
              <p:nvPr/>
            </p:nvSpPr>
            <p:spPr bwMode="auto">
              <a:xfrm>
                <a:off x="3703" y="1083"/>
                <a:ext cx="1" cy="533"/>
              </a:xfrm>
              <a:custGeom>
                <a:avLst/>
                <a:gdLst>
                  <a:gd name="T0" fmla="*/ 0 w 1"/>
                  <a:gd name="T1" fmla="*/ 78 h 678"/>
                  <a:gd name="T2" fmla="*/ 0 w 1"/>
                  <a:gd name="T3" fmla="*/ 0 h 67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78">
                    <a:moveTo>
                      <a:pt x="0" y="678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Freeform 31"/>
              <p:cNvSpPr/>
              <p:nvPr/>
            </p:nvSpPr>
            <p:spPr bwMode="auto">
              <a:xfrm>
                <a:off x="3547" y="1086"/>
                <a:ext cx="161" cy="3"/>
              </a:xfrm>
              <a:custGeom>
                <a:avLst/>
                <a:gdLst>
                  <a:gd name="T0" fmla="*/ 24 w 205"/>
                  <a:gd name="T1" fmla="*/ 0 h 4"/>
                  <a:gd name="T2" fmla="*/ 0 w 205"/>
                  <a:gd name="T3" fmla="*/ 2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5" h="4">
                    <a:moveTo>
                      <a:pt x="205" y="0"/>
                    </a:moveTo>
                    <a:lnTo>
                      <a:pt x="0" y="4"/>
                    </a:lnTo>
                  </a:path>
                </a:pathLst>
              </a:custGeom>
              <a:noFill/>
              <a:ln w="38100">
                <a:solidFill>
                  <a:srgbClr val="00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Freeform 32"/>
              <p:cNvSpPr/>
              <p:nvPr/>
            </p:nvSpPr>
            <p:spPr bwMode="auto">
              <a:xfrm>
                <a:off x="3552" y="1616"/>
                <a:ext cx="167" cy="1"/>
              </a:xfrm>
              <a:custGeom>
                <a:avLst/>
                <a:gdLst>
                  <a:gd name="T0" fmla="*/ 24 w 213"/>
                  <a:gd name="T1" fmla="*/ 0 h 1"/>
                  <a:gd name="T2" fmla="*/ 0 w 213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3" h="1">
                    <a:moveTo>
                      <a:pt x="213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 cap="flat" cmpd="sng">
                <a:solidFill>
                  <a:srgbClr val="0033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33"/>
              <p:cNvSpPr>
                <a:spLocks noChangeShapeType="1"/>
              </p:cNvSpPr>
              <p:nvPr/>
            </p:nvSpPr>
            <p:spPr bwMode="auto">
              <a:xfrm>
                <a:off x="3132" y="1842"/>
                <a:ext cx="415" cy="0"/>
              </a:xfrm>
              <a:prstGeom prst="line">
                <a:avLst/>
              </a:prstGeom>
              <a:noFill/>
              <a:ln w="19050">
                <a:solidFill>
                  <a:srgbClr val="0033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34"/>
              <p:cNvSpPr>
                <a:spLocks noChangeShapeType="1"/>
              </p:cNvSpPr>
              <p:nvPr/>
            </p:nvSpPr>
            <p:spPr bwMode="auto">
              <a:xfrm>
                <a:off x="3132" y="2106"/>
                <a:ext cx="415" cy="0"/>
              </a:xfrm>
              <a:prstGeom prst="line">
                <a:avLst/>
              </a:prstGeom>
              <a:noFill/>
              <a:ln w="19050">
                <a:solidFill>
                  <a:srgbClr val="0033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62" name="图片 61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488" t="30478" r="41674" b="18813"/>
            <a:stretch>
              <a:fillRect/>
            </a:stretch>
          </p:blipFill>
          <p:spPr>
            <a:xfrm>
              <a:off x="5001980" y="3417567"/>
              <a:ext cx="1089995" cy="171450"/>
            </a:xfrm>
            <a:prstGeom prst="rect">
              <a:avLst/>
            </a:prstGeom>
          </p:spPr>
        </p:pic>
      </p:grpSp>
      <p:sp>
        <p:nvSpPr>
          <p:cNvPr id="72" name="Text Box 2"/>
          <p:cNvSpPr txBox="1">
            <a:spLocks noChangeArrowheads="1"/>
          </p:cNvSpPr>
          <p:nvPr/>
        </p:nvSpPr>
        <p:spPr bwMode="auto">
          <a:xfrm>
            <a:off x="871910" y="1754474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对照特征投影，形成整体框架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Box 3"/>
          <p:cNvSpPr txBox="1">
            <a:spLocks noChangeArrowheads="1"/>
          </p:cNvSpPr>
          <p:nvPr/>
        </p:nvSpPr>
        <p:spPr bwMode="auto">
          <a:xfrm>
            <a:off x="6063119" y="1224876"/>
            <a:ext cx="5396336" cy="918270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位置特征视图 </a:t>
            </a:r>
            <a:endParaRPr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最能反映物体位置特征的那个视图 </a:t>
            </a:r>
            <a:endParaRPr lang="zh-CN" altLang="en-US" sz="22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32670" y="3491186"/>
            <a:ext cx="2707946" cy="2398690"/>
          </a:xfrm>
          <a:prstGeom prst="rect">
            <a:avLst/>
          </a:prstGeom>
        </p:spPr>
      </p:pic>
      <p:grpSp>
        <p:nvGrpSpPr>
          <p:cNvPr id="3" name="Group 294"/>
          <p:cNvGrpSpPr/>
          <p:nvPr/>
        </p:nvGrpSpPr>
        <p:grpSpPr bwMode="auto">
          <a:xfrm>
            <a:off x="4262557" y="1393303"/>
            <a:ext cx="5289550" cy="4052888"/>
            <a:chOff x="557" y="662"/>
            <a:chExt cx="3332" cy="2553"/>
          </a:xfrm>
        </p:grpSpPr>
        <p:grpSp>
          <p:nvGrpSpPr>
            <p:cNvPr id="4" name="Group 295"/>
            <p:cNvGrpSpPr/>
            <p:nvPr/>
          </p:nvGrpSpPr>
          <p:grpSpPr bwMode="auto">
            <a:xfrm>
              <a:off x="3087" y="677"/>
              <a:ext cx="802" cy="1200"/>
              <a:chOff x="3087" y="677"/>
              <a:chExt cx="802" cy="1200"/>
            </a:xfrm>
          </p:grpSpPr>
          <p:sp>
            <p:nvSpPr>
              <p:cNvPr id="35" name="Line 296"/>
              <p:cNvSpPr>
                <a:spLocks noChangeShapeType="1"/>
              </p:cNvSpPr>
              <p:nvPr/>
            </p:nvSpPr>
            <p:spPr bwMode="auto">
              <a:xfrm>
                <a:off x="3097" y="1877"/>
                <a:ext cx="79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6" name="Line 297"/>
              <p:cNvSpPr>
                <a:spLocks noChangeShapeType="1"/>
              </p:cNvSpPr>
              <p:nvPr/>
            </p:nvSpPr>
            <p:spPr bwMode="auto">
              <a:xfrm flipV="1">
                <a:off x="3101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8" name="Line 298"/>
              <p:cNvSpPr>
                <a:spLocks noChangeShapeType="1"/>
              </p:cNvSpPr>
              <p:nvPr/>
            </p:nvSpPr>
            <p:spPr bwMode="auto">
              <a:xfrm>
                <a:off x="3087" y="677"/>
                <a:ext cx="80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9" name="Line 299"/>
              <p:cNvSpPr>
                <a:spLocks noChangeShapeType="1"/>
              </p:cNvSpPr>
              <p:nvPr/>
            </p:nvSpPr>
            <p:spPr bwMode="auto">
              <a:xfrm>
                <a:off x="3101" y="917"/>
                <a:ext cx="7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0" name="Line 300"/>
              <p:cNvSpPr>
                <a:spLocks noChangeShapeType="1"/>
              </p:cNvSpPr>
              <p:nvPr/>
            </p:nvSpPr>
            <p:spPr bwMode="auto">
              <a:xfrm flipV="1">
                <a:off x="3869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1" name="Line 301"/>
              <p:cNvSpPr>
                <a:spLocks noChangeShapeType="1"/>
              </p:cNvSpPr>
              <p:nvPr/>
            </p:nvSpPr>
            <p:spPr bwMode="auto">
              <a:xfrm flipV="1">
                <a:off x="3245" y="677"/>
                <a:ext cx="0" cy="62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2" name="Line 302"/>
              <p:cNvSpPr>
                <a:spLocks noChangeShapeType="1"/>
              </p:cNvSpPr>
              <p:nvPr/>
            </p:nvSpPr>
            <p:spPr bwMode="auto">
              <a:xfrm>
                <a:off x="3245" y="1205"/>
                <a:ext cx="11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3" name="Line 303"/>
              <p:cNvSpPr>
                <a:spLocks noChangeShapeType="1"/>
              </p:cNvSpPr>
              <p:nvPr/>
            </p:nvSpPr>
            <p:spPr bwMode="auto">
              <a:xfrm>
                <a:off x="3341" y="1197"/>
                <a:ext cx="0" cy="68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4" name="Line 304"/>
              <p:cNvSpPr>
                <a:spLocks noChangeShapeType="1"/>
              </p:cNvSpPr>
              <p:nvPr/>
            </p:nvSpPr>
            <p:spPr bwMode="auto">
              <a:xfrm rot="5400000">
                <a:off x="3214" y="1750"/>
                <a:ext cx="0" cy="25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5" name="Line 305"/>
              <p:cNvSpPr>
                <a:spLocks noChangeShapeType="1"/>
              </p:cNvSpPr>
              <p:nvPr/>
            </p:nvSpPr>
            <p:spPr bwMode="auto">
              <a:xfrm>
                <a:off x="3101" y="1383"/>
                <a:ext cx="24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6" name="Line 306"/>
              <p:cNvSpPr>
                <a:spLocks noChangeShapeType="1"/>
              </p:cNvSpPr>
              <p:nvPr/>
            </p:nvSpPr>
            <p:spPr bwMode="auto">
              <a:xfrm>
                <a:off x="3122" y="1678"/>
                <a:ext cx="24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7" name="Line 307"/>
              <p:cNvSpPr>
                <a:spLocks noChangeShapeType="1"/>
              </p:cNvSpPr>
              <p:nvPr/>
            </p:nvSpPr>
            <p:spPr bwMode="auto">
              <a:xfrm>
                <a:off x="3341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48" name="Line 308"/>
              <p:cNvSpPr>
                <a:spLocks noChangeShapeType="1"/>
              </p:cNvSpPr>
              <p:nvPr/>
            </p:nvSpPr>
            <p:spPr bwMode="auto">
              <a:xfrm>
                <a:off x="3629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5" name="Group 309"/>
            <p:cNvGrpSpPr/>
            <p:nvPr/>
          </p:nvGrpSpPr>
          <p:grpSpPr bwMode="auto">
            <a:xfrm>
              <a:off x="557" y="2393"/>
              <a:ext cx="1924" cy="822"/>
              <a:chOff x="557" y="2393"/>
              <a:chExt cx="1924" cy="822"/>
            </a:xfrm>
          </p:grpSpPr>
          <p:sp>
            <p:nvSpPr>
              <p:cNvPr id="23" name="Oval 310"/>
              <p:cNvSpPr>
                <a:spLocks noChangeArrowheads="1"/>
              </p:cNvSpPr>
              <p:nvPr/>
            </p:nvSpPr>
            <p:spPr bwMode="auto">
              <a:xfrm>
                <a:off x="1689" y="2405"/>
                <a:ext cx="792" cy="792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4" name="Rectangle 311"/>
              <p:cNvSpPr>
                <a:spLocks noChangeArrowheads="1"/>
              </p:cNvSpPr>
              <p:nvPr/>
            </p:nvSpPr>
            <p:spPr bwMode="auto">
              <a:xfrm>
                <a:off x="1627" y="2406"/>
                <a:ext cx="499" cy="788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E6F0FF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25" name="Line 312"/>
              <p:cNvSpPr>
                <a:spLocks noChangeShapeType="1"/>
              </p:cNvSpPr>
              <p:nvPr/>
            </p:nvSpPr>
            <p:spPr bwMode="auto">
              <a:xfrm>
                <a:off x="557" y="2393"/>
                <a:ext cx="0" cy="27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6" name="Line 313"/>
              <p:cNvSpPr>
                <a:spLocks noChangeShapeType="1"/>
              </p:cNvSpPr>
              <p:nvPr/>
            </p:nvSpPr>
            <p:spPr bwMode="auto">
              <a:xfrm>
                <a:off x="1373" y="2405"/>
                <a:ext cx="0" cy="81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7" name="Line 314"/>
              <p:cNvSpPr>
                <a:spLocks noChangeShapeType="1"/>
              </p:cNvSpPr>
              <p:nvPr/>
            </p:nvSpPr>
            <p:spPr bwMode="auto">
              <a:xfrm>
                <a:off x="557" y="2645"/>
                <a:ext cx="816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8" name="Line 315"/>
              <p:cNvSpPr>
                <a:spLocks noChangeShapeType="1"/>
              </p:cNvSpPr>
              <p:nvPr/>
            </p:nvSpPr>
            <p:spPr bwMode="auto">
              <a:xfrm>
                <a:off x="705" y="2413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9" name="Line 316"/>
              <p:cNvSpPr>
                <a:spLocks noChangeShapeType="1"/>
              </p:cNvSpPr>
              <p:nvPr/>
            </p:nvSpPr>
            <p:spPr bwMode="auto">
              <a:xfrm>
                <a:off x="994" y="2419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0" name="Line 317"/>
              <p:cNvSpPr>
                <a:spLocks noChangeShapeType="1"/>
              </p:cNvSpPr>
              <p:nvPr/>
            </p:nvSpPr>
            <p:spPr bwMode="auto">
              <a:xfrm>
                <a:off x="653" y="2549"/>
                <a:ext cx="72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1" name="Line 318"/>
              <p:cNvSpPr>
                <a:spLocks noChangeShapeType="1"/>
              </p:cNvSpPr>
              <p:nvPr/>
            </p:nvSpPr>
            <p:spPr bwMode="auto">
              <a:xfrm>
                <a:off x="1360" y="3199"/>
                <a:ext cx="783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2" name="Oval 319"/>
              <p:cNvSpPr>
                <a:spLocks noChangeArrowheads="1"/>
              </p:cNvSpPr>
              <p:nvPr/>
            </p:nvSpPr>
            <p:spPr bwMode="auto">
              <a:xfrm>
                <a:off x="1997" y="2660"/>
                <a:ext cx="288" cy="288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33" name="Line 320"/>
              <p:cNvSpPr>
                <a:spLocks noChangeShapeType="1"/>
              </p:cNvSpPr>
              <p:nvPr/>
            </p:nvSpPr>
            <p:spPr bwMode="auto">
              <a:xfrm flipV="1">
                <a:off x="1613" y="2405"/>
                <a:ext cx="0" cy="79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34" name="Line 321"/>
              <p:cNvSpPr>
                <a:spLocks noChangeShapeType="1"/>
              </p:cNvSpPr>
              <p:nvPr/>
            </p:nvSpPr>
            <p:spPr bwMode="auto">
              <a:xfrm>
                <a:off x="557" y="2405"/>
                <a:ext cx="1584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6" name="Group 322"/>
            <p:cNvGrpSpPr/>
            <p:nvPr/>
          </p:nvGrpSpPr>
          <p:grpSpPr bwMode="auto">
            <a:xfrm>
              <a:off x="557" y="662"/>
              <a:ext cx="1920" cy="1215"/>
              <a:chOff x="557" y="662"/>
              <a:chExt cx="1920" cy="1215"/>
            </a:xfrm>
          </p:grpSpPr>
          <p:sp>
            <p:nvSpPr>
              <p:cNvPr id="7" name="Line 323"/>
              <p:cNvSpPr>
                <a:spLocks noChangeShapeType="1"/>
              </p:cNvSpPr>
              <p:nvPr/>
            </p:nvSpPr>
            <p:spPr bwMode="auto">
              <a:xfrm flipV="1">
                <a:off x="1613" y="902"/>
                <a:ext cx="0" cy="975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8" name="Line 324"/>
              <p:cNvSpPr>
                <a:spLocks noChangeShapeType="1"/>
              </p:cNvSpPr>
              <p:nvPr/>
            </p:nvSpPr>
            <p:spPr bwMode="auto">
              <a:xfrm>
                <a:off x="1367" y="677"/>
                <a:ext cx="111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9" name="Line 325"/>
              <p:cNvSpPr>
                <a:spLocks noChangeShapeType="1"/>
              </p:cNvSpPr>
              <p:nvPr/>
            </p:nvSpPr>
            <p:spPr bwMode="auto">
              <a:xfrm>
                <a:off x="1598" y="917"/>
                <a:ext cx="879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" name="Line 326"/>
              <p:cNvSpPr>
                <a:spLocks noChangeShapeType="1"/>
              </p:cNvSpPr>
              <p:nvPr/>
            </p:nvSpPr>
            <p:spPr bwMode="auto">
              <a:xfrm flipV="1">
                <a:off x="1997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" name="Line 327"/>
              <p:cNvSpPr>
                <a:spLocks noChangeShapeType="1"/>
              </p:cNvSpPr>
              <p:nvPr/>
            </p:nvSpPr>
            <p:spPr bwMode="auto">
              <a:xfrm flipV="1">
                <a:off x="2285" y="677"/>
                <a:ext cx="0" cy="2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2" name="Line 328"/>
              <p:cNvSpPr>
                <a:spLocks noChangeShapeType="1"/>
              </p:cNvSpPr>
              <p:nvPr/>
            </p:nvSpPr>
            <p:spPr bwMode="auto">
              <a:xfrm flipV="1">
                <a:off x="2477" y="662"/>
                <a:ext cx="0" cy="273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3" name="Line 329"/>
              <p:cNvSpPr>
                <a:spLocks noChangeShapeType="1"/>
              </p:cNvSpPr>
              <p:nvPr/>
            </p:nvSpPr>
            <p:spPr bwMode="auto">
              <a:xfrm flipH="1">
                <a:off x="653" y="677"/>
                <a:ext cx="720" cy="63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4" name="Oval 330"/>
              <p:cNvSpPr>
                <a:spLocks noChangeArrowheads="1"/>
              </p:cNvSpPr>
              <p:nvPr/>
            </p:nvSpPr>
            <p:spPr bwMode="auto">
              <a:xfrm>
                <a:off x="557" y="1205"/>
                <a:ext cx="672" cy="672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5" name="Line 331"/>
              <p:cNvSpPr>
                <a:spLocks noChangeShapeType="1"/>
              </p:cNvSpPr>
              <p:nvPr/>
            </p:nvSpPr>
            <p:spPr bwMode="auto">
              <a:xfrm>
                <a:off x="893" y="1877"/>
                <a:ext cx="739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" name="Rectangle 332"/>
              <p:cNvSpPr>
                <a:spLocks noChangeArrowheads="1"/>
              </p:cNvSpPr>
              <p:nvPr/>
            </p:nvSpPr>
            <p:spPr bwMode="auto">
              <a:xfrm>
                <a:off x="879" y="1205"/>
                <a:ext cx="494" cy="67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18" name="Line 333"/>
              <p:cNvSpPr>
                <a:spLocks noChangeShapeType="1"/>
              </p:cNvSpPr>
              <p:nvPr/>
            </p:nvSpPr>
            <p:spPr bwMode="auto">
              <a:xfrm flipV="1">
                <a:off x="1373" y="677"/>
                <a:ext cx="0" cy="120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9" name="Line 334"/>
              <p:cNvSpPr>
                <a:spLocks noChangeShapeType="1"/>
              </p:cNvSpPr>
              <p:nvPr/>
            </p:nvSpPr>
            <p:spPr bwMode="auto">
              <a:xfrm>
                <a:off x="911" y="1205"/>
                <a:ext cx="456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0" name="Line 335"/>
              <p:cNvSpPr>
                <a:spLocks noChangeShapeType="1"/>
              </p:cNvSpPr>
              <p:nvPr/>
            </p:nvSpPr>
            <p:spPr bwMode="auto">
              <a:xfrm>
                <a:off x="890" y="1223"/>
                <a:ext cx="0" cy="637"/>
              </a:xfrm>
              <a:prstGeom prst="line">
                <a:avLst/>
              </a:prstGeom>
              <a:noFill/>
              <a:ln w="57150">
                <a:solidFill>
                  <a:srgbClr val="E6F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1" name="Line 336"/>
              <p:cNvSpPr>
                <a:spLocks noChangeShapeType="1"/>
              </p:cNvSpPr>
              <p:nvPr/>
            </p:nvSpPr>
            <p:spPr bwMode="auto">
              <a:xfrm>
                <a:off x="868" y="1222"/>
                <a:ext cx="0" cy="634"/>
              </a:xfrm>
              <a:prstGeom prst="line">
                <a:avLst/>
              </a:prstGeom>
              <a:noFill/>
              <a:ln w="57150">
                <a:solidFill>
                  <a:srgbClr val="E6F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22" name="Oval 337"/>
              <p:cNvSpPr>
                <a:spLocks noChangeArrowheads="1"/>
              </p:cNvSpPr>
              <p:nvPr/>
            </p:nvSpPr>
            <p:spPr bwMode="auto">
              <a:xfrm>
                <a:off x="717" y="1395"/>
                <a:ext cx="286" cy="293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</p:grpSp>
      <p:sp>
        <p:nvSpPr>
          <p:cNvPr id="49" name="Rectangle 74"/>
          <p:cNvSpPr>
            <a:spLocks noChangeArrowheads="1"/>
          </p:cNvSpPr>
          <p:nvPr/>
        </p:nvSpPr>
        <p:spPr bwMode="auto">
          <a:xfrm>
            <a:off x="8302744" y="1410766"/>
            <a:ext cx="1219200" cy="1909762"/>
          </a:xfrm>
          <a:prstGeom prst="rect">
            <a:avLst/>
          </a:prstGeom>
          <a:solidFill>
            <a:srgbClr val="FF99CC">
              <a:alpha val="50195"/>
            </a:srgbClr>
          </a:solidFill>
          <a:ln w="57150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0" name="Rectangle 60"/>
          <p:cNvSpPr>
            <a:spLocks noChangeArrowheads="1"/>
          </p:cNvSpPr>
          <p:nvPr/>
        </p:nvSpPr>
        <p:spPr bwMode="auto">
          <a:xfrm>
            <a:off x="4268907" y="4174603"/>
            <a:ext cx="1266825" cy="3524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1" name="Rectangle 63"/>
          <p:cNvSpPr>
            <a:spLocks noChangeArrowheads="1"/>
          </p:cNvSpPr>
          <p:nvPr/>
        </p:nvSpPr>
        <p:spPr bwMode="auto">
          <a:xfrm>
            <a:off x="8304332" y="2268016"/>
            <a:ext cx="371475" cy="1038225"/>
          </a:xfrm>
          <a:prstGeom prst="rect">
            <a:avLst/>
          </a:prstGeom>
          <a:solidFill>
            <a:srgbClr val="66FFCC"/>
          </a:solidFill>
          <a:ln w="9525">
            <a:solidFill>
              <a:srgbClr val="66FFCC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2" name="Rectangle 70"/>
          <p:cNvSpPr>
            <a:spLocks noChangeArrowheads="1"/>
          </p:cNvSpPr>
          <p:nvPr/>
        </p:nvSpPr>
        <p:spPr bwMode="auto">
          <a:xfrm>
            <a:off x="5918319" y="1439341"/>
            <a:ext cx="1381125" cy="342900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3" name="Rectangle 72"/>
          <p:cNvSpPr>
            <a:spLocks noChangeArrowheads="1"/>
          </p:cNvSpPr>
          <p:nvPr/>
        </p:nvSpPr>
        <p:spPr bwMode="auto">
          <a:xfrm>
            <a:off x="8313857" y="1440928"/>
            <a:ext cx="1209675" cy="342900"/>
          </a:xfrm>
          <a:prstGeom prst="rect">
            <a:avLst/>
          </a:prstGeom>
          <a:solidFill>
            <a:srgbClr val="99CCFF"/>
          </a:solidFill>
          <a:ln w="9525">
            <a:solidFill>
              <a:srgbClr val="99CC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4" name="Rectangle 75"/>
          <p:cNvSpPr>
            <a:spLocks noChangeArrowheads="1"/>
          </p:cNvSpPr>
          <p:nvPr/>
        </p:nvSpPr>
        <p:spPr bwMode="auto">
          <a:xfrm>
            <a:off x="5565894" y="1418703"/>
            <a:ext cx="361950" cy="1885950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5" name="Rectangle 77"/>
          <p:cNvSpPr>
            <a:spLocks noChangeArrowheads="1"/>
          </p:cNvSpPr>
          <p:nvPr/>
        </p:nvSpPr>
        <p:spPr bwMode="auto">
          <a:xfrm>
            <a:off x="5564307" y="4169841"/>
            <a:ext cx="361950" cy="1247775"/>
          </a:xfrm>
          <a:prstGeom prst="rect">
            <a:avLst/>
          </a:prstGeom>
          <a:solidFill>
            <a:srgbClr val="FF99CC">
              <a:alpha val="50195"/>
            </a:srgbClr>
          </a:solidFill>
          <a:ln w="9525">
            <a:solidFill>
              <a:srgbClr val="FF0066">
                <a:alpha val="50195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6" name="Freeform 79"/>
          <p:cNvSpPr/>
          <p:nvPr/>
        </p:nvSpPr>
        <p:spPr bwMode="auto">
          <a:xfrm>
            <a:off x="4532432" y="1426641"/>
            <a:ext cx="1011237" cy="882650"/>
          </a:xfrm>
          <a:custGeom>
            <a:avLst/>
            <a:gdLst>
              <a:gd name="T0" fmla="*/ 2147483647 w 582"/>
              <a:gd name="T1" fmla="*/ 0 h 510"/>
              <a:gd name="T2" fmla="*/ 0 w 582"/>
              <a:gd name="T3" fmla="*/ 2147483647 h 510"/>
              <a:gd name="T4" fmla="*/ 2147483647 w 582"/>
              <a:gd name="T5" fmla="*/ 2147483647 h 510"/>
              <a:gd name="T6" fmla="*/ 2147483647 w 582"/>
              <a:gd name="T7" fmla="*/ 2147483647 h 510"/>
              <a:gd name="T8" fmla="*/ 2147483647 w 582"/>
              <a:gd name="T9" fmla="*/ 2147483647 h 510"/>
              <a:gd name="T10" fmla="*/ 2147483647 w 582"/>
              <a:gd name="T11" fmla="*/ 0 h 5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82" h="510">
                <a:moveTo>
                  <a:pt x="582" y="0"/>
                </a:moveTo>
                <a:lnTo>
                  <a:pt x="0" y="510"/>
                </a:lnTo>
                <a:lnTo>
                  <a:pt x="42" y="492"/>
                </a:lnTo>
                <a:lnTo>
                  <a:pt x="71" y="487"/>
                </a:lnTo>
                <a:lnTo>
                  <a:pt x="582" y="487"/>
                </a:lnTo>
                <a:lnTo>
                  <a:pt x="582" y="0"/>
                </a:lnTo>
                <a:close/>
              </a:path>
            </a:pathLst>
          </a:custGeom>
          <a:solidFill>
            <a:srgbClr val="FF9999"/>
          </a:solidFill>
          <a:ln w="57150" cmpd="sng">
            <a:solidFill>
              <a:srgbClr val="00000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Rectangle 81"/>
          <p:cNvSpPr>
            <a:spLocks noChangeArrowheads="1"/>
          </p:cNvSpPr>
          <p:nvPr/>
        </p:nvSpPr>
        <p:spPr bwMode="auto">
          <a:xfrm>
            <a:off x="4411782" y="4166666"/>
            <a:ext cx="1136650" cy="231775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8" name="Rectangle 82"/>
          <p:cNvSpPr>
            <a:spLocks noChangeArrowheads="1"/>
          </p:cNvSpPr>
          <p:nvPr/>
        </p:nvSpPr>
        <p:spPr bwMode="auto">
          <a:xfrm>
            <a:off x="8309094" y="1450453"/>
            <a:ext cx="217488" cy="979488"/>
          </a:xfrm>
          <a:prstGeom prst="rect">
            <a:avLst/>
          </a:prstGeom>
          <a:solidFill>
            <a:srgbClr val="FF9999"/>
          </a:solidFill>
          <a:ln w="9525">
            <a:solidFill>
              <a:srgbClr val="FF99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9" name="Text Box 84" descr="紫色网格"/>
          <p:cNvSpPr txBox="1">
            <a:spLocks noChangeArrowheads="1"/>
          </p:cNvSpPr>
          <p:nvPr/>
        </p:nvSpPr>
        <p:spPr bwMode="auto">
          <a:xfrm>
            <a:off x="9742607" y="2237853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endParaRPr lang="en-US" altLang="zh-CN" i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0" name="Text Box 86" descr="紫色网格"/>
          <p:cNvSpPr txBox="1">
            <a:spLocks noChangeArrowheads="1"/>
          </p:cNvSpPr>
          <p:nvPr/>
        </p:nvSpPr>
        <p:spPr bwMode="auto">
          <a:xfrm>
            <a:off x="3838694" y="2067991"/>
            <a:ext cx="515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CC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endParaRPr lang="en-US" altLang="zh-CN" i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1" name="Line 87"/>
          <p:cNvSpPr>
            <a:spLocks noChangeShapeType="1"/>
          </p:cNvSpPr>
          <p:nvPr/>
        </p:nvSpPr>
        <p:spPr bwMode="auto">
          <a:xfrm>
            <a:off x="9347319" y="2314053"/>
            <a:ext cx="452438" cy="95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Text Box 88" descr="紫色网格"/>
          <p:cNvSpPr txBox="1">
            <a:spLocks noChangeArrowheads="1"/>
          </p:cNvSpPr>
          <p:nvPr/>
        </p:nvSpPr>
        <p:spPr bwMode="auto">
          <a:xfrm>
            <a:off x="7355007" y="3955528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CC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endParaRPr lang="en-US" altLang="zh-CN" i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3" name="Line 89"/>
          <p:cNvSpPr>
            <a:spLocks noChangeShapeType="1"/>
          </p:cNvSpPr>
          <p:nvPr/>
        </p:nvSpPr>
        <p:spPr bwMode="auto">
          <a:xfrm flipH="1" flipV="1">
            <a:off x="5037257" y="1507603"/>
            <a:ext cx="239712" cy="514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5" name="Text Box 113"/>
          <p:cNvSpPr txBox="1">
            <a:spLocks noChangeArrowheads="1"/>
          </p:cNvSpPr>
          <p:nvPr/>
        </p:nvSpPr>
        <p:spPr bwMode="auto">
          <a:xfrm>
            <a:off x="520823" y="1272924"/>
            <a:ext cx="17315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找特征投影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Text Box 114"/>
          <p:cNvSpPr txBox="1">
            <a:spLocks noChangeArrowheads="1"/>
          </p:cNvSpPr>
          <p:nvPr/>
        </p:nvSpPr>
        <p:spPr bwMode="auto">
          <a:xfrm>
            <a:off x="195599" y="1848712"/>
            <a:ext cx="3489605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形状特征可能分散在不同的投影图中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 Box 116"/>
          <p:cNvSpPr txBox="1">
            <a:spLocks noChangeArrowheads="1"/>
          </p:cNvSpPr>
          <p:nvPr/>
        </p:nvSpPr>
        <p:spPr bwMode="auto">
          <a:xfrm>
            <a:off x="195599" y="2728157"/>
            <a:ext cx="3343520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用“三等”关系对投影确定每块的形状、位置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8" name="Group 344"/>
          <p:cNvGrpSpPr/>
          <p:nvPr/>
        </p:nvGrpSpPr>
        <p:grpSpPr bwMode="auto">
          <a:xfrm>
            <a:off x="4254619" y="2247378"/>
            <a:ext cx="1304925" cy="1093788"/>
            <a:chOff x="1788" y="1440"/>
            <a:chExt cx="822" cy="689"/>
          </a:xfrm>
        </p:grpSpPr>
        <p:grpSp>
          <p:nvGrpSpPr>
            <p:cNvPr id="69" name="Group 343"/>
            <p:cNvGrpSpPr/>
            <p:nvPr/>
          </p:nvGrpSpPr>
          <p:grpSpPr bwMode="auto">
            <a:xfrm>
              <a:off x="1788" y="1440"/>
              <a:ext cx="814" cy="685"/>
              <a:chOff x="1788" y="1440"/>
              <a:chExt cx="814" cy="685"/>
            </a:xfrm>
          </p:grpSpPr>
          <p:sp>
            <p:nvSpPr>
              <p:cNvPr id="73" name="Oval 55"/>
              <p:cNvSpPr>
                <a:spLocks noChangeArrowheads="1"/>
              </p:cNvSpPr>
              <p:nvPr/>
            </p:nvSpPr>
            <p:spPr bwMode="auto">
              <a:xfrm>
                <a:off x="1788" y="1450"/>
                <a:ext cx="660" cy="662"/>
              </a:xfrm>
              <a:prstGeom prst="ellipse">
                <a:avLst/>
              </a:prstGeom>
              <a:solidFill>
                <a:srgbClr val="66FFCC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74" name="Rectangle 56"/>
              <p:cNvSpPr>
                <a:spLocks noChangeArrowheads="1"/>
              </p:cNvSpPr>
              <p:nvPr/>
            </p:nvSpPr>
            <p:spPr bwMode="auto">
              <a:xfrm>
                <a:off x="2101" y="1440"/>
                <a:ext cx="501" cy="685"/>
              </a:xfrm>
              <a:prstGeom prst="rect">
                <a:avLst/>
              </a:prstGeom>
              <a:solidFill>
                <a:srgbClr val="66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75" name="Oval 57"/>
              <p:cNvSpPr>
                <a:spLocks noChangeArrowheads="1"/>
              </p:cNvSpPr>
              <p:nvPr/>
            </p:nvSpPr>
            <p:spPr bwMode="auto">
              <a:xfrm>
                <a:off x="1964" y="1639"/>
                <a:ext cx="277" cy="279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70" name="Line 125"/>
            <p:cNvSpPr>
              <a:spLocks noChangeShapeType="1"/>
            </p:cNvSpPr>
            <p:nvPr/>
          </p:nvSpPr>
          <p:spPr bwMode="auto">
            <a:xfrm>
              <a:off x="2088" y="2114"/>
              <a:ext cx="51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71" name="Line 126"/>
            <p:cNvSpPr>
              <a:spLocks noChangeShapeType="1"/>
            </p:cNvSpPr>
            <p:nvPr/>
          </p:nvSpPr>
          <p:spPr bwMode="auto">
            <a:xfrm>
              <a:off x="2091" y="1451"/>
              <a:ext cx="51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72" name="Line 127"/>
            <p:cNvSpPr>
              <a:spLocks noChangeShapeType="1"/>
            </p:cNvSpPr>
            <p:nvPr/>
          </p:nvSpPr>
          <p:spPr bwMode="auto">
            <a:xfrm>
              <a:off x="2610" y="1442"/>
              <a:ext cx="0" cy="687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76" name="Line 90"/>
          <p:cNvSpPr>
            <a:spLocks noChangeShapeType="1"/>
          </p:cNvSpPr>
          <p:nvPr/>
        </p:nvSpPr>
        <p:spPr bwMode="auto">
          <a:xfrm flipH="1" flipV="1">
            <a:off x="4122857" y="2301353"/>
            <a:ext cx="444500" cy="1952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77" name="Group 347"/>
          <p:cNvGrpSpPr/>
          <p:nvPr/>
        </p:nvGrpSpPr>
        <p:grpSpPr bwMode="auto">
          <a:xfrm>
            <a:off x="5956419" y="4161903"/>
            <a:ext cx="1371600" cy="1257300"/>
            <a:chOff x="1624" y="2406"/>
            <a:chExt cx="864" cy="792"/>
          </a:xfrm>
        </p:grpSpPr>
        <p:grpSp>
          <p:nvGrpSpPr>
            <p:cNvPr id="78" name="Group 346"/>
            <p:cNvGrpSpPr/>
            <p:nvPr/>
          </p:nvGrpSpPr>
          <p:grpSpPr bwMode="auto">
            <a:xfrm>
              <a:off x="1624" y="2406"/>
              <a:ext cx="864" cy="789"/>
              <a:chOff x="1624" y="2406"/>
              <a:chExt cx="864" cy="789"/>
            </a:xfrm>
          </p:grpSpPr>
          <p:sp>
            <p:nvSpPr>
              <p:cNvPr id="81" name="Oval 65"/>
              <p:cNvSpPr>
                <a:spLocks noChangeArrowheads="1"/>
              </p:cNvSpPr>
              <p:nvPr/>
            </p:nvSpPr>
            <p:spPr bwMode="auto">
              <a:xfrm>
                <a:off x="1699" y="2406"/>
                <a:ext cx="789" cy="789"/>
              </a:xfrm>
              <a:prstGeom prst="ellipse">
                <a:avLst/>
              </a:prstGeom>
              <a:solidFill>
                <a:srgbClr val="99CC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82" name="Rectangle 66"/>
              <p:cNvSpPr>
                <a:spLocks noChangeArrowheads="1"/>
              </p:cNvSpPr>
              <p:nvPr/>
            </p:nvSpPr>
            <p:spPr bwMode="auto">
              <a:xfrm>
                <a:off x="1624" y="2420"/>
                <a:ext cx="492" cy="768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auto">
              <a:xfrm>
                <a:off x="1998" y="2666"/>
                <a:ext cx="286" cy="286"/>
              </a:xfrm>
              <a:prstGeom prst="ellipse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endParaRPr>
              </a:p>
            </p:txBody>
          </p:sp>
        </p:grpSp>
        <p:sp>
          <p:nvSpPr>
            <p:cNvPr id="79" name="Line 133"/>
            <p:cNvSpPr>
              <a:spLocks noChangeShapeType="1"/>
            </p:cNvSpPr>
            <p:nvPr/>
          </p:nvSpPr>
          <p:spPr bwMode="auto">
            <a:xfrm flipH="1">
              <a:off x="1626" y="2406"/>
              <a:ext cx="52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0" name="Line 134"/>
            <p:cNvSpPr>
              <a:spLocks noChangeShapeType="1"/>
            </p:cNvSpPr>
            <p:nvPr/>
          </p:nvSpPr>
          <p:spPr bwMode="auto">
            <a:xfrm flipH="1">
              <a:off x="1626" y="3198"/>
              <a:ext cx="51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4" name="Text Box 85" descr="紫色网格"/>
          <p:cNvSpPr txBox="1">
            <a:spLocks noChangeArrowheads="1"/>
          </p:cNvSpPr>
          <p:nvPr/>
        </p:nvSpPr>
        <p:spPr bwMode="auto">
          <a:xfrm>
            <a:off x="4713407" y="1247253"/>
            <a:ext cx="34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FF99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i="1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endParaRPr lang="en-US" altLang="zh-CN" i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5" name="Line 91"/>
          <p:cNvSpPr>
            <a:spLocks noChangeShapeType="1"/>
          </p:cNvSpPr>
          <p:nvPr/>
        </p:nvSpPr>
        <p:spPr bwMode="auto">
          <a:xfrm flipV="1">
            <a:off x="7013694" y="4165078"/>
            <a:ext cx="404813" cy="403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86" name="Group 345"/>
          <p:cNvGrpSpPr/>
          <p:nvPr/>
        </p:nvGrpSpPr>
        <p:grpSpPr bwMode="auto">
          <a:xfrm>
            <a:off x="4100632" y="1194866"/>
            <a:ext cx="4813300" cy="4445000"/>
            <a:chOff x="455" y="537"/>
            <a:chExt cx="3032" cy="2800"/>
          </a:xfrm>
        </p:grpSpPr>
        <p:grpSp>
          <p:nvGrpSpPr>
            <p:cNvPr id="87" name="Group 221"/>
            <p:cNvGrpSpPr/>
            <p:nvPr/>
          </p:nvGrpSpPr>
          <p:grpSpPr bwMode="auto">
            <a:xfrm>
              <a:off x="2143" y="556"/>
              <a:ext cx="0" cy="465"/>
              <a:chOff x="2144" y="556"/>
              <a:chExt cx="0" cy="465"/>
            </a:xfrm>
          </p:grpSpPr>
          <p:sp>
            <p:nvSpPr>
              <p:cNvPr id="116" name="Line 222"/>
              <p:cNvSpPr>
                <a:spLocks noChangeShapeType="1"/>
              </p:cNvSpPr>
              <p:nvPr/>
            </p:nvSpPr>
            <p:spPr bwMode="auto">
              <a:xfrm rot="-5400000">
                <a:off x="2048" y="926"/>
                <a:ext cx="19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7" name="Line 223"/>
              <p:cNvSpPr>
                <a:spLocks noChangeShapeType="1"/>
              </p:cNvSpPr>
              <p:nvPr/>
            </p:nvSpPr>
            <p:spPr bwMode="auto">
              <a:xfrm rot="-5400000">
                <a:off x="2130" y="79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8" name="Line 224"/>
              <p:cNvSpPr>
                <a:spLocks noChangeShapeType="1"/>
              </p:cNvSpPr>
              <p:nvPr/>
            </p:nvSpPr>
            <p:spPr bwMode="auto">
              <a:xfrm rot="-5400000">
                <a:off x="2044" y="656"/>
                <a:ext cx="1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88" name="Group 239"/>
            <p:cNvGrpSpPr/>
            <p:nvPr/>
          </p:nvGrpSpPr>
          <p:grpSpPr bwMode="auto">
            <a:xfrm>
              <a:off x="851" y="2294"/>
              <a:ext cx="0" cy="426"/>
              <a:chOff x="851" y="2294"/>
              <a:chExt cx="0" cy="426"/>
            </a:xfrm>
          </p:grpSpPr>
          <p:sp>
            <p:nvSpPr>
              <p:cNvPr id="113" name="Line 240"/>
              <p:cNvSpPr>
                <a:spLocks noChangeShapeType="1"/>
              </p:cNvSpPr>
              <p:nvPr/>
            </p:nvSpPr>
            <p:spPr bwMode="auto">
              <a:xfrm rot="-5400000">
                <a:off x="755" y="2625"/>
                <a:ext cx="19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4" name="Line 241"/>
              <p:cNvSpPr>
                <a:spLocks noChangeShapeType="1"/>
              </p:cNvSpPr>
              <p:nvPr/>
            </p:nvSpPr>
            <p:spPr bwMode="auto">
              <a:xfrm rot="-5400000">
                <a:off x="837" y="2493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5" name="Line 242"/>
              <p:cNvSpPr>
                <a:spLocks noChangeShapeType="1"/>
              </p:cNvSpPr>
              <p:nvPr/>
            </p:nvSpPr>
            <p:spPr bwMode="auto">
              <a:xfrm rot="-5400000">
                <a:off x="771" y="2374"/>
                <a:ext cx="1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89" name="Group 233"/>
            <p:cNvGrpSpPr/>
            <p:nvPr/>
          </p:nvGrpSpPr>
          <p:grpSpPr bwMode="auto">
            <a:xfrm>
              <a:off x="2143" y="2283"/>
              <a:ext cx="1" cy="1054"/>
              <a:chOff x="2143" y="2283"/>
              <a:chExt cx="1" cy="1054"/>
            </a:xfrm>
          </p:grpSpPr>
          <p:sp>
            <p:nvSpPr>
              <p:cNvPr id="108" name="Line 234"/>
              <p:cNvSpPr>
                <a:spLocks noChangeShapeType="1"/>
              </p:cNvSpPr>
              <p:nvPr/>
            </p:nvSpPr>
            <p:spPr bwMode="auto">
              <a:xfrm rot="-5400000">
                <a:off x="2040" y="3234"/>
                <a:ext cx="2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9" name="Line 235"/>
              <p:cNvSpPr>
                <a:spLocks noChangeShapeType="1"/>
              </p:cNvSpPr>
              <p:nvPr/>
            </p:nvSpPr>
            <p:spPr bwMode="auto">
              <a:xfrm rot="-5400000">
                <a:off x="2129" y="308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0" name="Line 236"/>
              <p:cNvSpPr>
                <a:spLocks noChangeShapeType="1"/>
              </p:cNvSpPr>
              <p:nvPr/>
            </p:nvSpPr>
            <p:spPr bwMode="auto">
              <a:xfrm rot="-5400000">
                <a:off x="1929" y="2822"/>
                <a:ext cx="4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1" name="Line 237"/>
              <p:cNvSpPr>
                <a:spLocks noChangeShapeType="1"/>
              </p:cNvSpPr>
              <p:nvPr/>
            </p:nvSpPr>
            <p:spPr bwMode="auto">
              <a:xfrm rot="-5400000">
                <a:off x="2129" y="255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12" name="Line 238"/>
              <p:cNvSpPr>
                <a:spLocks noChangeShapeType="1"/>
              </p:cNvSpPr>
              <p:nvPr/>
            </p:nvSpPr>
            <p:spPr bwMode="auto">
              <a:xfrm rot="-5400000">
                <a:off x="2024" y="2402"/>
                <a:ext cx="2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90" name="Group 207"/>
            <p:cNvGrpSpPr/>
            <p:nvPr/>
          </p:nvGrpSpPr>
          <p:grpSpPr bwMode="auto">
            <a:xfrm>
              <a:off x="455" y="1542"/>
              <a:ext cx="1000" cy="0"/>
              <a:chOff x="455" y="1542"/>
              <a:chExt cx="1000" cy="0"/>
            </a:xfrm>
          </p:grpSpPr>
          <p:sp>
            <p:nvSpPr>
              <p:cNvPr id="103" name="Line 208"/>
              <p:cNvSpPr>
                <a:spLocks noChangeShapeType="1"/>
              </p:cNvSpPr>
              <p:nvPr/>
            </p:nvSpPr>
            <p:spPr bwMode="auto">
              <a:xfrm>
                <a:off x="455" y="1542"/>
                <a:ext cx="1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4" name="Line 209"/>
              <p:cNvSpPr>
                <a:spLocks noChangeShapeType="1"/>
              </p:cNvSpPr>
              <p:nvPr/>
            </p:nvSpPr>
            <p:spPr bwMode="auto">
              <a:xfrm>
                <a:off x="627" y="1542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5" name="Line 210"/>
              <p:cNvSpPr>
                <a:spLocks noChangeShapeType="1"/>
              </p:cNvSpPr>
              <p:nvPr/>
            </p:nvSpPr>
            <p:spPr bwMode="auto">
              <a:xfrm>
                <a:off x="681" y="154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6" name="Line 211"/>
              <p:cNvSpPr>
                <a:spLocks noChangeShapeType="1"/>
              </p:cNvSpPr>
              <p:nvPr/>
            </p:nvSpPr>
            <p:spPr bwMode="auto">
              <a:xfrm>
                <a:off x="1194" y="1542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7" name="Line 212"/>
              <p:cNvSpPr>
                <a:spLocks noChangeShapeType="1"/>
              </p:cNvSpPr>
              <p:nvPr/>
            </p:nvSpPr>
            <p:spPr bwMode="auto">
              <a:xfrm>
                <a:off x="1251" y="1542"/>
                <a:ext cx="20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91" name="Group 229"/>
            <p:cNvGrpSpPr/>
            <p:nvPr/>
          </p:nvGrpSpPr>
          <p:grpSpPr bwMode="auto">
            <a:xfrm>
              <a:off x="1598" y="2808"/>
              <a:ext cx="983" cy="0"/>
              <a:chOff x="454" y="2637"/>
              <a:chExt cx="983" cy="0"/>
            </a:xfrm>
          </p:grpSpPr>
          <p:sp>
            <p:nvSpPr>
              <p:cNvPr id="100" name="Line 230"/>
              <p:cNvSpPr>
                <a:spLocks noChangeShapeType="1"/>
              </p:cNvSpPr>
              <p:nvPr/>
            </p:nvSpPr>
            <p:spPr bwMode="auto">
              <a:xfrm>
                <a:off x="454" y="2637"/>
                <a:ext cx="5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1" name="Line 231"/>
              <p:cNvSpPr>
                <a:spLocks noChangeShapeType="1"/>
              </p:cNvSpPr>
              <p:nvPr/>
            </p:nvSpPr>
            <p:spPr bwMode="auto">
              <a:xfrm>
                <a:off x="1066" y="2637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02" name="Line 232"/>
              <p:cNvSpPr>
                <a:spLocks noChangeShapeType="1"/>
              </p:cNvSpPr>
              <p:nvPr/>
            </p:nvSpPr>
            <p:spPr bwMode="auto">
              <a:xfrm>
                <a:off x="1126" y="2637"/>
                <a:ext cx="31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92" name="Group 225"/>
            <p:cNvGrpSpPr/>
            <p:nvPr/>
          </p:nvGrpSpPr>
          <p:grpSpPr bwMode="auto">
            <a:xfrm>
              <a:off x="3487" y="537"/>
              <a:ext cx="0" cy="465"/>
              <a:chOff x="2144" y="556"/>
              <a:chExt cx="0" cy="465"/>
            </a:xfrm>
          </p:grpSpPr>
          <p:sp>
            <p:nvSpPr>
              <p:cNvPr id="97" name="Line 226"/>
              <p:cNvSpPr>
                <a:spLocks noChangeShapeType="1"/>
              </p:cNvSpPr>
              <p:nvPr/>
            </p:nvSpPr>
            <p:spPr bwMode="auto">
              <a:xfrm rot="-5400000">
                <a:off x="2048" y="926"/>
                <a:ext cx="19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98" name="Line 227"/>
              <p:cNvSpPr>
                <a:spLocks noChangeShapeType="1"/>
              </p:cNvSpPr>
              <p:nvPr/>
            </p:nvSpPr>
            <p:spPr bwMode="auto">
              <a:xfrm rot="-5400000">
                <a:off x="2130" y="79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99" name="Line 228"/>
              <p:cNvSpPr>
                <a:spLocks noChangeShapeType="1"/>
              </p:cNvSpPr>
              <p:nvPr/>
            </p:nvSpPr>
            <p:spPr bwMode="auto">
              <a:xfrm rot="-5400000">
                <a:off x="2044" y="656"/>
                <a:ext cx="1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93" name="Group 217"/>
            <p:cNvGrpSpPr/>
            <p:nvPr/>
          </p:nvGrpSpPr>
          <p:grpSpPr bwMode="auto">
            <a:xfrm>
              <a:off x="2968" y="1538"/>
              <a:ext cx="499" cy="0"/>
              <a:chOff x="2968" y="1538"/>
              <a:chExt cx="499" cy="0"/>
            </a:xfrm>
          </p:grpSpPr>
          <p:sp>
            <p:nvSpPr>
              <p:cNvPr id="94" name="Line 218"/>
              <p:cNvSpPr>
                <a:spLocks noChangeShapeType="1"/>
              </p:cNvSpPr>
              <p:nvPr/>
            </p:nvSpPr>
            <p:spPr bwMode="auto">
              <a:xfrm>
                <a:off x="2968" y="1538"/>
                <a:ext cx="2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95" name="Line 219"/>
              <p:cNvSpPr>
                <a:spLocks noChangeShapeType="1"/>
              </p:cNvSpPr>
              <p:nvPr/>
            </p:nvSpPr>
            <p:spPr bwMode="auto">
              <a:xfrm>
                <a:off x="3230" y="1538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96" name="Line 220"/>
              <p:cNvSpPr>
                <a:spLocks noChangeShapeType="1"/>
              </p:cNvSpPr>
              <p:nvPr/>
            </p:nvSpPr>
            <p:spPr bwMode="auto">
              <a:xfrm>
                <a:off x="3290" y="1538"/>
                <a:ext cx="17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grpSp>
        <p:nvGrpSpPr>
          <p:cNvPr id="119" name="Group 342"/>
          <p:cNvGrpSpPr/>
          <p:nvPr/>
        </p:nvGrpSpPr>
        <p:grpSpPr bwMode="auto">
          <a:xfrm>
            <a:off x="4737219" y="2145778"/>
            <a:ext cx="1588" cy="1344613"/>
            <a:chOff x="283" y="1403"/>
            <a:chExt cx="1" cy="847"/>
          </a:xfrm>
        </p:grpSpPr>
        <p:sp>
          <p:nvSpPr>
            <p:cNvPr id="120" name="Line 339"/>
            <p:cNvSpPr>
              <a:spLocks noChangeShapeType="1"/>
            </p:cNvSpPr>
            <p:nvPr/>
          </p:nvSpPr>
          <p:spPr bwMode="auto">
            <a:xfrm rot="-5400000">
              <a:off x="132" y="2100"/>
              <a:ext cx="3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1" name="Line 340"/>
            <p:cNvSpPr>
              <a:spLocks noChangeShapeType="1"/>
            </p:cNvSpPr>
            <p:nvPr/>
          </p:nvSpPr>
          <p:spPr bwMode="auto">
            <a:xfrm rot="-5400000">
              <a:off x="270" y="1907"/>
              <a:ext cx="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22" name="Line 341"/>
            <p:cNvSpPr>
              <a:spLocks noChangeShapeType="1"/>
            </p:cNvSpPr>
            <p:nvPr/>
          </p:nvSpPr>
          <p:spPr bwMode="auto">
            <a:xfrm rot="-5400000">
              <a:off x="52" y="1635"/>
              <a:ext cx="4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23" name="AutoShape 109"/>
          <p:cNvSpPr>
            <a:spLocks noChangeArrowheads="1"/>
          </p:cNvSpPr>
          <p:nvPr/>
        </p:nvSpPr>
        <p:spPr bwMode="auto">
          <a:xfrm>
            <a:off x="8956794" y="3526903"/>
            <a:ext cx="358775" cy="533400"/>
          </a:xfrm>
          <a:prstGeom prst="wedgeRoundRectCallout">
            <a:avLst>
              <a:gd name="adj1" fmla="val 171241"/>
              <a:gd name="adj2" fmla="val 77681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24" name="Text Box 112"/>
          <p:cNvSpPr txBox="1">
            <a:spLocks noChangeArrowheads="1"/>
          </p:cNvSpPr>
          <p:nvPr/>
        </p:nvSpPr>
        <p:spPr bwMode="auto">
          <a:xfrm>
            <a:off x="8964515" y="3542927"/>
            <a:ext cx="34015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latin typeface="+mn-ea"/>
              </a:rPr>
              <a:t>4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125" name="AutoShape 110"/>
          <p:cNvSpPr>
            <a:spLocks noChangeArrowheads="1"/>
          </p:cNvSpPr>
          <p:nvPr/>
        </p:nvSpPr>
        <p:spPr bwMode="auto">
          <a:xfrm>
            <a:off x="11254187" y="5126909"/>
            <a:ext cx="374650" cy="533400"/>
          </a:xfrm>
          <a:prstGeom prst="wedgeRoundRectCallout">
            <a:avLst>
              <a:gd name="adj1" fmla="val -186578"/>
              <a:gd name="adj2" fmla="val -78079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  <a:ea typeface="+mn-ea"/>
            </a:endParaRPr>
          </a:p>
        </p:txBody>
      </p:sp>
      <p:sp>
        <p:nvSpPr>
          <p:cNvPr id="126" name="Text Box 111"/>
          <p:cNvSpPr txBox="1">
            <a:spLocks noChangeArrowheads="1"/>
          </p:cNvSpPr>
          <p:nvPr/>
        </p:nvSpPr>
        <p:spPr bwMode="auto">
          <a:xfrm>
            <a:off x="11266887" y="5154045"/>
            <a:ext cx="3619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latin typeface="+mn-ea"/>
              </a:rPr>
              <a:t>3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127" name="AutoShape 107"/>
          <p:cNvSpPr>
            <a:spLocks noChangeArrowheads="1"/>
          </p:cNvSpPr>
          <p:nvPr/>
        </p:nvSpPr>
        <p:spPr bwMode="auto">
          <a:xfrm>
            <a:off x="11587916" y="3074466"/>
            <a:ext cx="358775" cy="533400"/>
          </a:xfrm>
          <a:prstGeom prst="wedgeRoundRectCallout">
            <a:avLst>
              <a:gd name="adj1" fmla="val -125109"/>
              <a:gd name="adj2" fmla="val 78523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  <a:ea typeface="+mn-ea"/>
            </a:endParaRPr>
          </a:p>
        </p:txBody>
      </p:sp>
      <p:sp>
        <p:nvSpPr>
          <p:cNvPr id="128" name="Text Box 108"/>
          <p:cNvSpPr txBox="1">
            <a:spLocks noChangeArrowheads="1"/>
          </p:cNvSpPr>
          <p:nvPr/>
        </p:nvSpPr>
        <p:spPr bwMode="auto">
          <a:xfrm>
            <a:off x="11613099" y="3090489"/>
            <a:ext cx="34015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latin typeface="+mn-ea"/>
              </a:rPr>
              <a:t>2</a:t>
            </a:r>
            <a:endParaRPr kumimoji="1" lang="en-US" altLang="zh-CN" sz="2400" dirty="0">
              <a:latin typeface="+mn-ea"/>
            </a:endParaRPr>
          </a:p>
        </p:txBody>
      </p:sp>
      <p:sp>
        <p:nvSpPr>
          <p:cNvPr id="129" name="AutoShape 105"/>
          <p:cNvSpPr>
            <a:spLocks noChangeArrowheads="1"/>
          </p:cNvSpPr>
          <p:nvPr/>
        </p:nvSpPr>
        <p:spPr bwMode="auto">
          <a:xfrm>
            <a:off x="8617423" y="5450805"/>
            <a:ext cx="360363" cy="498475"/>
          </a:xfrm>
          <a:prstGeom prst="wedgeRoundRectCallout">
            <a:avLst>
              <a:gd name="adj1" fmla="val 177016"/>
              <a:gd name="adj2" fmla="val -57213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zh-CN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0" name="Text Box 106"/>
          <p:cNvSpPr txBox="1">
            <a:spLocks noChangeArrowheads="1"/>
          </p:cNvSpPr>
          <p:nvPr/>
        </p:nvSpPr>
        <p:spPr bwMode="auto">
          <a:xfrm>
            <a:off x="8620382" y="5446191"/>
            <a:ext cx="34015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dirty="0">
                <a:latin typeface="+mn-ea"/>
              </a:rPr>
              <a:t>1</a:t>
            </a:r>
            <a:endParaRPr kumimoji="1" lang="en-US" altLang="zh-CN" sz="24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5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 autoUpdateAnimBg="0"/>
      <p:bldP spid="58" grpId="0" animBg="1" autoUpdateAnimBg="0"/>
      <p:bldP spid="59" grpId="0" autoUpdateAnimBg="0"/>
      <p:bldP spid="60" grpId="0" autoUpdateAnimBg="0"/>
      <p:bldP spid="61" grpId="0" animBg="1"/>
      <p:bldP spid="62" grpId="0" autoUpdateAnimBg="0"/>
      <p:bldP spid="63" grpId="0" animBg="1"/>
      <p:bldP spid="65" grpId="0"/>
      <p:bldP spid="66" grpId="0"/>
      <p:bldP spid="67" grpId="0"/>
      <p:bldP spid="76" grpId="0" animBg="1"/>
      <p:bldP spid="84" grpId="0" autoUpdateAnimBg="0"/>
      <p:bldP spid="85" grpId="0" animBg="1"/>
      <p:bldP spid="123" grpId="0" animBg="1" autoUpdateAnimBg="0"/>
      <p:bldP spid="124" grpId="0" advAuto="0" autoUpdateAnimBg="0" build="p"/>
      <p:bldP spid="125" grpId="0" animBg="1" autoUpdateAnimBg="0"/>
      <p:bldP spid="126" grpId="0"/>
      <p:bldP spid="127" grpId="0" animBg="1" autoUpdateAnimBg="0"/>
      <p:bldP spid="128" grpId="0" advAuto="0" autoUpdateAnimBg="0" build="p"/>
      <p:bldP spid="129" grpId="0" animBg="1" autoUpdateAnimBg="0"/>
      <p:bldP spid="130" grpId="0" advAuto="0" autoUpdateAnimBg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137"/>
          <p:cNvGrpSpPr/>
          <p:nvPr/>
        </p:nvGrpSpPr>
        <p:grpSpPr bwMode="auto">
          <a:xfrm>
            <a:off x="9261579" y="4206443"/>
            <a:ext cx="1336675" cy="1108075"/>
            <a:chOff x="4514" y="2079"/>
            <a:chExt cx="842" cy="698"/>
          </a:xfrm>
          <a:solidFill>
            <a:schemeClr val="bg1"/>
          </a:solidFill>
        </p:grpSpPr>
        <p:grpSp>
          <p:nvGrpSpPr>
            <p:cNvPr id="3" name="Group 51"/>
            <p:cNvGrpSpPr/>
            <p:nvPr/>
          </p:nvGrpSpPr>
          <p:grpSpPr bwMode="auto">
            <a:xfrm>
              <a:off x="4514" y="2171"/>
              <a:ext cx="842" cy="531"/>
              <a:chOff x="4503" y="1414"/>
              <a:chExt cx="842" cy="531"/>
            </a:xfrm>
            <a:grpFill/>
          </p:grpSpPr>
          <p:sp>
            <p:nvSpPr>
              <p:cNvPr id="8" name="Rectangle 52"/>
              <p:cNvSpPr>
                <a:spLocks noChangeArrowheads="1"/>
              </p:cNvSpPr>
              <p:nvPr/>
            </p:nvSpPr>
            <p:spPr bwMode="auto">
              <a:xfrm>
                <a:off x="4503" y="1417"/>
                <a:ext cx="842" cy="518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Line 53"/>
              <p:cNvSpPr>
                <a:spLocks noChangeShapeType="1"/>
              </p:cNvSpPr>
              <p:nvPr/>
            </p:nvSpPr>
            <p:spPr bwMode="auto">
              <a:xfrm>
                <a:off x="4676" y="1414"/>
                <a:ext cx="0" cy="531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54"/>
              <p:cNvSpPr>
                <a:spLocks noChangeShapeType="1"/>
              </p:cNvSpPr>
              <p:nvPr/>
            </p:nvSpPr>
            <p:spPr bwMode="auto">
              <a:xfrm>
                <a:off x="5170" y="1414"/>
                <a:ext cx="0" cy="531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121"/>
            <p:cNvGrpSpPr/>
            <p:nvPr/>
          </p:nvGrpSpPr>
          <p:grpSpPr bwMode="auto">
            <a:xfrm>
              <a:off x="4935" y="2079"/>
              <a:ext cx="0" cy="698"/>
              <a:chOff x="3917" y="2088"/>
              <a:chExt cx="0" cy="698"/>
            </a:xfrm>
            <a:grpFill/>
          </p:grpSpPr>
          <p:sp>
            <p:nvSpPr>
              <p:cNvPr id="5" name="Line 122"/>
              <p:cNvSpPr>
                <a:spLocks noChangeShapeType="1"/>
              </p:cNvSpPr>
              <p:nvPr/>
            </p:nvSpPr>
            <p:spPr bwMode="auto">
              <a:xfrm rot="-5400000">
                <a:off x="3765" y="2634"/>
                <a:ext cx="304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Line 123"/>
              <p:cNvSpPr>
                <a:spLocks noChangeShapeType="1"/>
              </p:cNvSpPr>
              <p:nvPr/>
            </p:nvSpPr>
            <p:spPr bwMode="auto">
              <a:xfrm rot="-5400000">
                <a:off x="3903" y="2446"/>
                <a:ext cx="2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Line 124"/>
              <p:cNvSpPr>
                <a:spLocks noChangeShapeType="1"/>
              </p:cNvSpPr>
              <p:nvPr/>
            </p:nvSpPr>
            <p:spPr bwMode="auto">
              <a:xfrm rot="-5400000">
                <a:off x="3761" y="2244"/>
                <a:ext cx="311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1" name="Group 146"/>
          <p:cNvGrpSpPr/>
          <p:nvPr/>
        </p:nvGrpSpPr>
        <p:grpSpPr bwMode="auto">
          <a:xfrm>
            <a:off x="9255229" y="2647518"/>
            <a:ext cx="1330325" cy="1492250"/>
            <a:chOff x="4510" y="1097"/>
            <a:chExt cx="838" cy="940"/>
          </a:xfrm>
          <a:solidFill>
            <a:schemeClr val="bg1"/>
          </a:solidFill>
        </p:grpSpPr>
        <p:grpSp>
          <p:nvGrpSpPr>
            <p:cNvPr id="12" name="Group 145"/>
            <p:cNvGrpSpPr/>
            <p:nvPr/>
          </p:nvGrpSpPr>
          <p:grpSpPr bwMode="auto">
            <a:xfrm>
              <a:off x="4510" y="1097"/>
              <a:ext cx="838" cy="849"/>
              <a:chOff x="4510" y="1097"/>
              <a:chExt cx="838" cy="849"/>
            </a:xfrm>
            <a:grpFill/>
          </p:grpSpPr>
          <p:sp>
            <p:nvSpPr>
              <p:cNvPr id="23" name="Rectangle 27"/>
              <p:cNvSpPr>
                <a:spLocks noChangeArrowheads="1"/>
              </p:cNvSpPr>
              <p:nvPr/>
            </p:nvSpPr>
            <p:spPr bwMode="auto">
              <a:xfrm>
                <a:off x="4510" y="1438"/>
                <a:ext cx="838" cy="508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Oval 28"/>
              <p:cNvSpPr>
                <a:spLocks noChangeArrowheads="1"/>
              </p:cNvSpPr>
              <p:nvPr/>
            </p:nvSpPr>
            <p:spPr bwMode="auto">
              <a:xfrm>
                <a:off x="4695" y="1200"/>
                <a:ext cx="480" cy="480"/>
              </a:xfrm>
              <a:prstGeom prst="ellips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Rectangle 29"/>
              <p:cNvSpPr>
                <a:spLocks noChangeArrowheads="1"/>
              </p:cNvSpPr>
              <p:nvPr/>
            </p:nvSpPr>
            <p:spPr bwMode="auto">
              <a:xfrm>
                <a:off x="4601" y="1097"/>
                <a:ext cx="669" cy="307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3" name="Group 138"/>
            <p:cNvGrpSpPr/>
            <p:nvPr/>
          </p:nvGrpSpPr>
          <p:grpSpPr bwMode="auto">
            <a:xfrm>
              <a:off x="4934" y="1365"/>
              <a:ext cx="1" cy="672"/>
              <a:chOff x="4934" y="1365"/>
              <a:chExt cx="1" cy="672"/>
            </a:xfrm>
            <a:grpFill/>
          </p:grpSpPr>
          <p:sp>
            <p:nvSpPr>
              <p:cNvPr id="20" name="Line 126"/>
              <p:cNvSpPr>
                <a:spLocks noChangeShapeType="1"/>
              </p:cNvSpPr>
              <p:nvPr/>
            </p:nvSpPr>
            <p:spPr bwMode="auto">
              <a:xfrm rot="-5400000">
                <a:off x="4825" y="1928"/>
                <a:ext cx="21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127"/>
              <p:cNvSpPr>
                <a:spLocks noChangeShapeType="1"/>
              </p:cNvSpPr>
              <p:nvPr/>
            </p:nvSpPr>
            <p:spPr bwMode="auto">
              <a:xfrm rot="-5400000">
                <a:off x="4921" y="1780"/>
                <a:ext cx="2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128"/>
              <p:cNvSpPr>
                <a:spLocks noChangeShapeType="1"/>
              </p:cNvSpPr>
              <p:nvPr/>
            </p:nvSpPr>
            <p:spPr bwMode="auto">
              <a:xfrm rot="-5400000">
                <a:off x="4751" y="1549"/>
                <a:ext cx="36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Group 129"/>
            <p:cNvGrpSpPr/>
            <p:nvPr/>
          </p:nvGrpSpPr>
          <p:grpSpPr bwMode="auto">
            <a:xfrm>
              <a:off x="4727" y="1443"/>
              <a:ext cx="416" cy="0"/>
              <a:chOff x="3699" y="1692"/>
              <a:chExt cx="416" cy="0"/>
            </a:xfrm>
            <a:grpFill/>
          </p:grpSpPr>
          <p:grpSp>
            <p:nvGrpSpPr>
              <p:cNvPr id="15" name="Group 130"/>
              <p:cNvGrpSpPr/>
              <p:nvPr/>
            </p:nvGrpSpPr>
            <p:grpSpPr bwMode="auto">
              <a:xfrm>
                <a:off x="3985" y="1692"/>
                <a:ext cx="130" cy="0"/>
                <a:chOff x="3985" y="1692"/>
                <a:chExt cx="130" cy="0"/>
              </a:xfrm>
              <a:grpFill/>
            </p:grpSpPr>
            <p:sp>
              <p:nvSpPr>
                <p:cNvPr id="18" name="Line 131"/>
                <p:cNvSpPr>
                  <a:spLocks noChangeShapeType="1"/>
                </p:cNvSpPr>
                <p:nvPr/>
              </p:nvSpPr>
              <p:spPr bwMode="auto">
                <a:xfrm rot="10800000">
                  <a:off x="4035" y="1692"/>
                  <a:ext cx="80" cy="0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Line 132"/>
                <p:cNvSpPr>
                  <a:spLocks noChangeShapeType="1"/>
                </p:cNvSpPr>
                <p:nvPr/>
              </p:nvSpPr>
              <p:spPr bwMode="auto">
                <a:xfrm rot="10800000">
                  <a:off x="3985" y="1692"/>
                  <a:ext cx="28" cy="0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7" name="Line 133"/>
              <p:cNvSpPr>
                <a:spLocks noChangeShapeType="1"/>
              </p:cNvSpPr>
              <p:nvPr/>
            </p:nvSpPr>
            <p:spPr bwMode="auto">
              <a:xfrm rot="10800000">
                <a:off x="3699" y="1692"/>
                <a:ext cx="25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8" name="Group 149"/>
          <p:cNvGrpSpPr/>
          <p:nvPr/>
        </p:nvGrpSpPr>
        <p:grpSpPr bwMode="auto">
          <a:xfrm>
            <a:off x="1791611" y="3174695"/>
            <a:ext cx="1363662" cy="822325"/>
            <a:chOff x="443" y="1428"/>
            <a:chExt cx="859" cy="518"/>
          </a:xfrm>
          <a:solidFill>
            <a:schemeClr val="bg1"/>
          </a:solidFill>
        </p:grpSpPr>
        <p:sp>
          <p:nvSpPr>
            <p:cNvPr id="29" name="Rectangle 5"/>
            <p:cNvSpPr>
              <a:spLocks noChangeArrowheads="1"/>
            </p:cNvSpPr>
            <p:nvPr/>
          </p:nvSpPr>
          <p:spPr bwMode="auto">
            <a:xfrm>
              <a:off x="443" y="1428"/>
              <a:ext cx="859" cy="518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6"/>
            <p:cNvSpPr>
              <a:spLocks noChangeArrowheads="1"/>
            </p:cNvSpPr>
            <p:nvPr/>
          </p:nvSpPr>
          <p:spPr bwMode="auto">
            <a:xfrm>
              <a:off x="625" y="1429"/>
              <a:ext cx="486" cy="240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7"/>
            <p:cNvSpPr>
              <a:spLocks noChangeShapeType="1"/>
            </p:cNvSpPr>
            <p:nvPr/>
          </p:nvSpPr>
          <p:spPr bwMode="auto">
            <a:xfrm>
              <a:off x="646" y="1428"/>
              <a:ext cx="451" cy="0"/>
            </a:xfrm>
            <a:prstGeom prst="line">
              <a:avLst/>
            </a:prstGeom>
            <a:grpFill/>
            <a:ln w="76200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2" name="Group 150"/>
          <p:cNvGrpSpPr/>
          <p:nvPr/>
        </p:nvGrpSpPr>
        <p:grpSpPr bwMode="auto">
          <a:xfrm>
            <a:off x="1790023" y="4338333"/>
            <a:ext cx="1363663" cy="833437"/>
            <a:chOff x="442" y="2161"/>
            <a:chExt cx="859" cy="525"/>
          </a:xfrm>
          <a:solidFill>
            <a:schemeClr val="bg1"/>
          </a:solidFill>
        </p:grpSpPr>
        <p:sp>
          <p:nvSpPr>
            <p:cNvPr id="33" name="Rectangle 9"/>
            <p:cNvSpPr>
              <a:spLocks noChangeArrowheads="1"/>
            </p:cNvSpPr>
            <p:nvPr/>
          </p:nvSpPr>
          <p:spPr bwMode="auto">
            <a:xfrm>
              <a:off x="442" y="2164"/>
              <a:ext cx="859" cy="518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623" y="2161"/>
              <a:ext cx="0" cy="525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11"/>
            <p:cNvSpPr>
              <a:spLocks noChangeShapeType="1"/>
            </p:cNvSpPr>
            <p:nvPr/>
          </p:nvSpPr>
          <p:spPr bwMode="auto">
            <a:xfrm>
              <a:off x="1111" y="2161"/>
              <a:ext cx="0" cy="519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6" name="Group 12"/>
          <p:cNvGrpSpPr/>
          <p:nvPr/>
        </p:nvGrpSpPr>
        <p:grpSpPr bwMode="auto">
          <a:xfrm>
            <a:off x="3700512" y="4326299"/>
            <a:ext cx="1382713" cy="852487"/>
            <a:chOff x="1427" y="1368"/>
            <a:chExt cx="859" cy="537"/>
          </a:xfrm>
          <a:solidFill>
            <a:schemeClr val="bg1"/>
          </a:solidFill>
        </p:grpSpPr>
        <p:sp>
          <p:nvSpPr>
            <p:cNvPr id="38" name="Rectangle 13"/>
            <p:cNvSpPr>
              <a:spLocks noChangeArrowheads="1"/>
            </p:cNvSpPr>
            <p:nvPr/>
          </p:nvSpPr>
          <p:spPr bwMode="auto">
            <a:xfrm>
              <a:off x="1427" y="1377"/>
              <a:ext cx="859" cy="518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14"/>
            <p:cNvSpPr>
              <a:spLocks noChangeShapeType="1"/>
            </p:cNvSpPr>
            <p:nvPr/>
          </p:nvSpPr>
          <p:spPr bwMode="auto">
            <a:xfrm flipV="1">
              <a:off x="1609" y="1368"/>
              <a:ext cx="0" cy="530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15"/>
            <p:cNvSpPr>
              <a:spLocks noChangeShapeType="1"/>
            </p:cNvSpPr>
            <p:nvPr/>
          </p:nvSpPr>
          <p:spPr bwMode="auto">
            <a:xfrm>
              <a:off x="2096" y="1374"/>
              <a:ext cx="0" cy="531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1" name="Group 16"/>
          <p:cNvGrpSpPr/>
          <p:nvPr/>
        </p:nvGrpSpPr>
        <p:grpSpPr bwMode="auto">
          <a:xfrm>
            <a:off x="5519678" y="4358971"/>
            <a:ext cx="1382713" cy="842963"/>
            <a:chOff x="575" y="1469"/>
            <a:chExt cx="859" cy="531"/>
          </a:xfrm>
          <a:solidFill>
            <a:schemeClr val="bg1"/>
          </a:solidFill>
        </p:grpSpPr>
        <p:sp>
          <p:nvSpPr>
            <p:cNvPr id="42" name="Rectangle 17"/>
            <p:cNvSpPr>
              <a:spLocks noChangeArrowheads="1"/>
            </p:cNvSpPr>
            <p:nvPr/>
          </p:nvSpPr>
          <p:spPr bwMode="auto">
            <a:xfrm>
              <a:off x="575" y="1472"/>
              <a:ext cx="859" cy="518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18"/>
            <p:cNvSpPr>
              <a:spLocks noChangeShapeType="1"/>
            </p:cNvSpPr>
            <p:nvPr/>
          </p:nvSpPr>
          <p:spPr bwMode="auto">
            <a:xfrm>
              <a:off x="756" y="1469"/>
              <a:ext cx="0" cy="531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1244" y="1469"/>
              <a:ext cx="0" cy="531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5" name="Group 142"/>
          <p:cNvGrpSpPr/>
          <p:nvPr/>
        </p:nvGrpSpPr>
        <p:grpSpPr bwMode="auto">
          <a:xfrm>
            <a:off x="5238691" y="3158821"/>
            <a:ext cx="1654175" cy="868363"/>
            <a:chOff x="2267" y="1408"/>
            <a:chExt cx="1042" cy="547"/>
          </a:xfrm>
          <a:solidFill>
            <a:schemeClr val="bg1"/>
          </a:solidFill>
        </p:grpSpPr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2443" y="1438"/>
              <a:ext cx="866" cy="517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AutoShape 22"/>
            <p:cNvSpPr>
              <a:spLocks noChangeArrowheads="1"/>
            </p:cNvSpPr>
            <p:nvPr/>
          </p:nvSpPr>
          <p:spPr bwMode="auto">
            <a:xfrm rot="5411873">
              <a:off x="2713" y="1328"/>
              <a:ext cx="317" cy="477"/>
            </a:xfrm>
            <a:prstGeom prst="rtTriangle">
              <a:avLst/>
            </a:prstGeom>
            <a:grpFill/>
            <a:ln w="57150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Rectangle 23"/>
            <p:cNvSpPr>
              <a:spLocks noChangeArrowheads="1"/>
            </p:cNvSpPr>
            <p:nvPr/>
          </p:nvSpPr>
          <p:spPr bwMode="auto">
            <a:xfrm>
              <a:off x="2267" y="1418"/>
              <a:ext cx="366" cy="30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24"/>
            <p:cNvSpPr>
              <a:spLocks noChangeShapeType="1"/>
            </p:cNvSpPr>
            <p:nvPr/>
          </p:nvSpPr>
          <p:spPr bwMode="auto">
            <a:xfrm>
              <a:off x="2425" y="1744"/>
              <a:ext cx="214" cy="0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25"/>
            <p:cNvSpPr>
              <a:spLocks noChangeShapeType="1"/>
            </p:cNvSpPr>
            <p:nvPr/>
          </p:nvSpPr>
          <p:spPr bwMode="auto">
            <a:xfrm flipV="1">
              <a:off x="2627" y="1436"/>
              <a:ext cx="505" cy="309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" name="Text Box 33"/>
          <p:cNvSpPr txBox="1">
            <a:spLocks noChangeArrowheads="1"/>
          </p:cNvSpPr>
          <p:nvPr/>
        </p:nvSpPr>
        <p:spPr bwMode="auto">
          <a:xfrm>
            <a:off x="2056723" y="5553989"/>
            <a:ext cx="4808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三个线框代表三个面的投影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" name="Group 141"/>
          <p:cNvGrpSpPr/>
          <p:nvPr/>
        </p:nvGrpSpPr>
        <p:grpSpPr bwMode="auto">
          <a:xfrm>
            <a:off x="3690987" y="3076936"/>
            <a:ext cx="1433513" cy="914400"/>
            <a:chOff x="1412" y="1374"/>
            <a:chExt cx="903" cy="576"/>
          </a:xfrm>
          <a:solidFill>
            <a:schemeClr val="bg1"/>
          </a:solidFill>
        </p:grpSpPr>
        <p:sp>
          <p:nvSpPr>
            <p:cNvPr id="53" name="Line 35"/>
            <p:cNvSpPr>
              <a:spLocks noChangeShapeType="1"/>
            </p:cNvSpPr>
            <p:nvPr/>
          </p:nvSpPr>
          <p:spPr bwMode="auto">
            <a:xfrm>
              <a:off x="2114" y="1699"/>
              <a:ext cx="180" cy="1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>
              <a:off x="1446" y="1707"/>
              <a:ext cx="189" cy="1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Rectangle 37"/>
            <p:cNvSpPr>
              <a:spLocks noChangeArrowheads="1"/>
            </p:cNvSpPr>
            <p:nvPr/>
          </p:nvSpPr>
          <p:spPr bwMode="auto">
            <a:xfrm>
              <a:off x="1428" y="1426"/>
              <a:ext cx="859" cy="524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Rectangle 38"/>
            <p:cNvSpPr>
              <a:spLocks noChangeArrowheads="1"/>
            </p:cNvSpPr>
            <p:nvPr/>
          </p:nvSpPr>
          <p:spPr bwMode="auto">
            <a:xfrm>
              <a:off x="1420" y="1395"/>
              <a:ext cx="182" cy="283"/>
            </a:xfrm>
            <a:prstGeom prst="rect">
              <a:avLst/>
            </a:prstGeom>
            <a:grpFill/>
            <a:ln w="57150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Rectangle 39"/>
            <p:cNvSpPr>
              <a:spLocks noChangeArrowheads="1"/>
            </p:cNvSpPr>
            <p:nvPr/>
          </p:nvSpPr>
          <p:spPr bwMode="auto">
            <a:xfrm>
              <a:off x="2133" y="1374"/>
              <a:ext cx="182" cy="306"/>
            </a:xfrm>
            <a:prstGeom prst="rect">
              <a:avLst/>
            </a:prstGeom>
            <a:grpFill/>
            <a:ln w="57150">
              <a:solidFill>
                <a:schemeClr val="bg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1412" y="1692"/>
              <a:ext cx="224" cy="0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 flipV="1">
              <a:off x="1618" y="1412"/>
              <a:ext cx="0" cy="295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H="1">
              <a:off x="2084" y="1692"/>
              <a:ext cx="220" cy="0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 flipV="1">
              <a:off x="2099" y="1417"/>
              <a:ext cx="1" cy="282"/>
            </a:xfrm>
            <a:prstGeom prst="line">
              <a:avLst/>
            </a:prstGeom>
            <a:grpFill/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2" name="Group 152"/>
          <p:cNvGrpSpPr/>
          <p:nvPr/>
        </p:nvGrpSpPr>
        <p:grpSpPr bwMode="auto">
          <a:xfrm>
            <a:off x="1812248" y="4358971"/>
            <a:ext cx="1322388" cy="796925"/>
            <a:chOff x="456" y="2172"/>
            <a:chExt cx="833" cy="502"/>
          </a:xfrm>
        </p:grpSpPr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 flipH="1">
              <a:off x="456" y="2173"/>
              <a:ext cx="154" cy="501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FF7C8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 flipH="1">
              <a:off x="635" y="2174"/>
              <a:ext cx="463" cy="49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rgbClr val="99CCFF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 flipH="1">
              <a:off x="1127" y="2172"/>
              <a:ext cx="162" cy="499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Group 148"/>
          <p:cNvGrpSpPr/>
          <p:nvPr/>
        </p:nvGrpSpPr>
        <p:grpSpPr bwMode="auto">
          <a:xfrm>
            <a:off x="1761448" y="3173108"/>
            <a:ext cx="1425575" cy="385762"/>
            <a:chOff x="426" y="1427"/>
            <a:chExt cx="898" cy="243"/>
          </a:xfrm>
          <a:solidFill>
            <a:schemeClr val="bg1"/>
          </a:solidFill>
        </p:grpSpPr>
        <p:sp>
          <p:nvSpPr>
            <p:cNvPr id="67" name="Line 67"/>
            <p:cNvSpPr>
              <a:spLocks noChangeShapeType="1"/>
            </p:cNvSpPr>
            <p:nvPr/>
          </p:nvSpPr>
          <p:spPr bwMode="auto">
            <a:xfrm>
              <a:off x="426" y="1428"/>
              <a:ext cx="220" cy="0"/>
            </a:xfrm>
            <a:prstGeom prst="line">
              <a:avLst/>
            </a:prstGeom>
            <a:grpFill/>
            <a:ln w="76200">
              <a:solidFill>
                <a:srgbClr val="FF5050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8"/>
            <p:cNvSpPr>
              <a:spLocks noChangeShapeType="1"/>
            </p:cNvSpPr>
            <p:nvPr/>
          </p:nvSpPr>
          <p:spPr bwMode="auto">
            <a:xfrm>
              <a:off x="607" y="1670"/>
              <a:ext cx="525" cy="0"/>
            </a:xfrm>
            <a:prstGeom prst="line">
              <a:avLst/>
            </a:prstGeom>
            <a:grpFill/>
            <a:ln w="76200">
              <a:solidFill>
                <a:srgbClr val="3399FF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69"/>
            <p:cNvSpPr>
              <a:spLocks noChangeShapeType="1"/>
            </p:cNvSpPr>
            <p:nvPr/>
          </p:nvSpPr>
          <p:spPr bwMode="auto">
            <a:xfrm>
              <a:off x="1095" y="1427"/>
              <a:ext cx="229" cy="0"/>
            </a:xfrm>
            <a:prstGeom prst="line">
              <a:avLst/>
            </a:prstGeom>
            <a:grpFill/>
            <a:ln w="76200">
              <a:solidFill>
                <a:srgbClr val="339966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" name="Rectangle 72"/>
          <p:cNvSpPr>
            <a:spLocks noChangeArrowheads="1"/>
          </p:cNvSpPr>
          <p:nvPr/>
        </p:nvSpPr>
        <p:spPr bwMode="auto">
          <a:xfrm>
            <a:off x="2002572" y="2366055"/>
            <a:ext cx="81868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CC"/>
                    </a:gs>
                    <a:gs pos="100000">
                      <a:srgbClr val="A6CFA6"/>
                    </a:gs>
                  </a:gsLst>
                  <a:lin ang="189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FF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一般情况下，投影图中一个封闭线框代表空间一个面的投影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Rectangle 90"/>
          <p:cNvSpPr>
            <a:spLocks noChangeArrowheads="1"/>
          </p:cNvSpPr>
          <p:nvPr/>
        </p:nvSpPr>
        <p:spPr bwMode="auto">
          <a:xfrm>
            <a:off x="6498324" y="5550845"/>
            <a:ext cx="38449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 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平面或光滑曲面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2" name="Group 134"/>
          <p:cNvGrpSpPr/>
          <p:nvPr/>
        </p:nvGrpSpPr>
        <p:grpSpPr bwMode="auto">
          <a:xfrm>
            <a:off x="7326999" y="4227081"/>
            <a:ext cx="1404938" cy="1108075"/>
            <a:chOff x="3472" y="2088"/>
            <a:chExt cx="885" cy="698"/>
          </a:xfrm>
          <a:solidFill>
            <a:schemeClr val="bg1"/>
          </a:solidFill>
        </p:grpSpPr>
        <p:grpSp>
          <p:nvGrpSpPr>
            <p:cNvPr id="73" name="Group 77"/>
            <p:cNvGrpSpPr/>
            <p:nvPr/>
          </p:nvGrpSpPr>
          <p:grpSpPr bwMode="auto">
            <a:xfrm>
              <a:off x="3472" y="2162"/>
              <a:ext cx="885" cy="531"/>
              <a:chOff x="3472" y="2162"/>
              <a:chExt cx="885" cy="531"/>
            </a:xfrm>
            <a:grpFill/>
          </p:grpSpPr>
          <p:sp>
            <p:nvSpPr>
              <p:cNvPr id="78" name="Rectangle 46"/>
              <p:cNvSpPr>
                <a:spLocks noChangeArrowheads="1"/>
              </p:cNvSpPr>
              <p:nvPr/>
            </p:nvSpPr>
            <p:spPr bwMode="auto">
              <a:xfrm>
                <a:off x="3472" y="2165"/>
                <a:ext cx="885" cy="518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47"/>
              <p:cNvSpPr>
                <a:spLocks noChangeShapeType="1"/>
              </p:cNvSpPr>
              <p:nvPr/>
            </p:nvSpPr>
            <p:spPr bwMode="auto">
              <a:xfrm>
                <a:off x="3664" y="2162"/>
                <a:ext cx="0" cy="531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Line 48"/>
              <p:cNvSpPr>
                <a:spLocks noChangeShapeType="1"/>
              </p:cNvSpPr>
              <p:nvPr/>
            </p:nvSpPr>
            <p:spPr bwMode="auto">
              <a:xfrm>
                <a:off x="4161" y="2162"/>
                <a:ext cx="0" cy="531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4" name="Group 106"/>
            <p:cNvGrpSpPr/>
            <p:nvPr/>
          </p:nvGrpSpPr>
          <p:grpSpPr bwMode="auto">
            <a:xfrm>
              <a:off x="3917" y="2088"/>
              <a:ext cx="0" cy="698"/>
              <a:chOff x="3917" y="2088"/>
              <a:chExt cx="0" cy="698"/>
            </a:xfrm>
            <a:grpFill/>
          </p:grpSpPr>
          <p:sp>
            <p:nvSpPr>
              <p:cNvPr id="75" name="Line 103"/>
              <p:cNvSpPr>
                <a:spLocks noChangeShapeType="1"/>
              </p:cNvSpPr>
              <p:nvPr/>
            </p:nvSpPr>
            <p:spPr bwMode="auto">
              <a:xfrm rot="-5400000">
                <a:off x="3765" y="2634"/>
                <a:ext cx="304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104"/>
              <p:cNvSpPr>
                <a:spLocks noChangeShapeType="1"/>
              </p:cNvSpPr>
              <p:nvPr/>
            </p:nvSpPr>
            <p:spPr bwMode="auto">
              <a:xfrm rot="-5400000">
                <a:off x="3903" y="2446"/>
                <a:ext cx="2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105"/>
              <p:cNvSpPr>
                <a:spLocks noChangeShapeType="1"/>
              </p:cNvSpPr>
              <p:nvPr/>
            </p:nvSpPr>
            <p:spPr bwMode="auto">
              <a:xfrm rot="-5400000">
                <a:off x="3761" y="2244"/>
                <a:ext cx="311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1" name="Group 144"/>
          <p:cNvGrpSpPr/>
          <p:nvPr/>
        </p:nvGrpSpPr>
        <p:grpSpPr bwMode="auto">
          <a:xfrm>
            <a:off x="7323824" y="3069794"/>
            <a:ext cx="1401763" cy="1062037"/>
            <a:chOff x="3470" y="1359"/>
            <a:chExt cx="883" cy="669"/>
          </a:xfrm>
          <a:solidFill>
            <a:schemeClr val="bg1"/>
          </a:solidFill>
        </p:grpSpPr>
        <p:grpSp>
          <p:nvGrpSpPr>
            <p:cNvPr id="82" name="Group 143"/>
            <p:cNvGrpSpPr/>
            <p:nvPr/>
          </p:nvGrpSpPr>
          <p:grpSpPr bwMode="auto">
            <a:xfrm>
              <a:off x="3470" y="1432"/>
              <a:ext cx="883" cy="508"/>
              <a:chOff x="3470" y="1432"/>
              <a:chExt cx="883" cy="508"/>
            </a:xfrm>
            <a:grpFill/>
          </p:grpSpPr>
          <p:sp>
            <p:nvSpPr>
              <p:cNvPr id="92" name="Line 57"/>
              <p:cNvSpPr>
                <a:spLocks noChangeShapeType="1"/>
              </p:cNvSpPr>
              <p:nvPr/>
            </p:nvSpPr>
            <p:spPr bwMode="auto">
              <a:xfrm>
                <a:off x="3652" y="1720"/>
                <a:ext cx="480" cy="0"/>
              </a:xfrm>
              <a:prstGeom prst="line">
                <a:avLst/>
              </a:prstGeom>
              <a:grpFill/>
              <a:ln w="57150">
                <a:solidFill>
                  <a:srgbClr val="66FFFF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Oval 58"/>
              <p:cNvSpPr>
                <a:spLocks noChangeArrowheads="1"/>
              </p:cNvSpPr>
              <p:nvPr/>
            </p:nvSpPr>
            <p:spPr bwMode="auto">
              <a:xfrm>
                <a:off x="3667" y="1432"/>
                <a:ext cx="494" cy="494"/>
              </a:xfrm>
              <a:prstGeom prst="ellips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Rectangle 59"/>
              <p:cNvSpPr>
                <a:spLocks noChangeArrowheads="1"/>
              </p:cNvSpPr>
              <p:nvPr/>
            </p:nvSpPr>
            <p:spPr bwMode="auto">
              <a:xfrm>
                <a:off x="3470" y="1686"/>
                <a:ext cx="883" cy="254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61"/>
              <p:cNvSpPr>
                <a:spLocks noChangeShapeType="1"/>
              </p:cNvSpPr>
              <p:nvPr/>
            </p:nvSpPr>
            <p:spPr bwMode="auto">
              <a:xfrm>
                <a:off x="3686" y="1685"/>
                <a:ext cx="458" cy="0"/>
              </a:xfrm>
              <a:prstGeom prst="line">
                <a:avLst/>
              </a:prstGeom>
              <a:grpFill/>
              <a:ln w="76200">
                <a:solidFill>
                  <a:schemeClr val="bg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3" name="Group 117"/>
            <p:cNvGrpSpPr/>
            <p:nvPr/>
          </p:nvGrpSpPr>
          <p:grpSpPr bwMode="auto">
            <a:xfrm>
              <a:off x="3916" y="1359"/>
              <a:ext cx="0" cy="669"/>
              <a:chOff x="3915" y="1359"/>
              <a:chExt cx="0" cy="669"/>
            </a:xfrm>
            <a:grpFill/>
          </p:grpSpPr>
          <p:sp>
            <p:nvSpPr>
              <p:cNvPr id="89" name="Line 108"/>
              <p:cNvSpPr>
                <a:spLocks noChangeShapeType="1"/>
              </p:cNvSpPr>
              <p:nvPr/>
            </p:nvSpPr>
            <p:spPr bwMode="auto">
              <a:xfrm rot="-5400000">
                <a:off x="3806" y="1919"/>
                <a:ext cx="21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Line 109"/>
              <p:cNvSpPr>
                <a:spLocks noChangeShapeType="1"/>
              </p:cNvSpPr>
              <p:nvPr/>
            </p:nvSpPr>
            <p:spPr bwMode="auto">
              <a:xfrm rot="-5400000">
                <a:off x="3901" y="1774"/>
                <a:ext cx="2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Line 110"/>
              <p:cNvSpPr>
                <a:spLocks noChangeShapeType="1"/>
              </p:cNvSpPr>
              <p:nvPr/>
            </p:nvSpPr>
            <p:spPr bwMode="auto">
              <a:xfrm rot="-5400000">
                <a:off x="3731" y="1543"/>
                <a:ext cx="36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4" name="Group 119"/>
            <p:cNvGrpSpPr/>
            <p:nvPr/>
          </p:nvGrpSpPr>
          <p:grpSpPr bwMode="auto">
            <a:xfrm>
              <a:off x="3699" y="1692"/>
              <a:ext cx="416" cy="0"/>
              <a:chOff x="3699" y="1692"/>
              <a:chExt cx="416" cy="0"/>
            </a:xfrm>
            <a:grpFill/>
          </p:grpSpPr>
          <p:grpSp>
            <p:nvGrpSpPr>
              <p:cNvPr id="85" name="Group 116"/>
              <p:cNvGrpSpPr/>
              <p:nvPr/>
            </p:nvGrpSpPr>
            <p:grpSpPr bwMode="auto">
              <a:xfrm>
                <a:off x="3985" y="1692"/>
                <a:ext cx="130" cy="0"/>
                <a:chOff x="3985" y="1692"/>
                <a:chExt cx="130" cy="0"/>
              </a:xfrm>
              <a:grpFill/>
            </p:grpSpPr>
            <p:sp>
              <p:nvSpPr>
                <p:cNvPr id="87" name="Line 113"/>
                <p:cNvSpPr>
                  <a:spLocks noChangeShapeType="1"/>
                </p:cNvSpPr>
                <p:nvPr/>
              </p:nvSpPr>
              <p:spPr bwMode="auto">
                <a:xfrm rot="10800000">
                  <a:off x="4035" y="1692"/>
                  <a:ext cx="80" cy="0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88" name="Line 114"/>
                <p:cNvSpPr>
                  <a:spLocks noChangeShapeType="1"/>
                </p:cNvSpPr>
                <p:nvPr/>
              </p:nvSpPr>
              <p:spPr bwMode="auto">
                <a:xfrm rot="10800000">
                  <a:off x="3985" y="1692"/>
                  <a:ext cx="28" cy="0"/>
                </a:xfrm>
                <a:prstGeom prst="line">
                  <a:avLst/>
                </a:prstGeom>
                <a:grp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86" name="Line 115"/>
              <p:cNvSpPr>
                <a:spLocks noChangeShapeType="1"/>
              </p:cNvSpPr>
              <p:nvPr/>
            </p:nvSpPr>
            <p:spPr bwMode="auto">
              <a:xfrm rot="10800000">
                <a:off x="3699" y="1692"/>
                <a:ext cx="258" cy="0"/>
              </a:xfrm>
              <a:prstGeom prst="line">
                <a:avLst/>
              </a:prstGeom>
              <a:grpFill/>
              <a:ln w="9525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96" name="Text Box 2"/>
          <p:cNvSpPr txBox="1">
            <a:spLocks noChangeArrowheads="1"/>
          </p:cNvSpPr>
          <p:nvPr/>
        </p:nvSpPr>
        <p:spPr bwMode="auto">
          <a:xfrm>
            <a:off x="871910" y="1754474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抓住封闭线框，确定准确形位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0" grpId="0"/>
      <p:bldP spid="7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" name="Group 2"/>
          <p:cNvGrpSpPr/>
          <p:nvPr/>
        </p:nvGrpSpPr>
        <p:grpSpPr bwMode="auto">
          <a:xfrm>
            <a:off x="2033726" y="3911599"/>
            <a:ext cx="1436688" cy="1114425"/>
            <a:chOff x="594" y="3371"/>
            <a:chExt cx="897" cy="556"/>
          </a:xfrm>
          <a:solidFill>
            <a:schemeClr val="bg1"/>
          </a:solidFill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594" y="3371"/>
              <a:ext cx="897" cy="556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858" y="3549"/>
              <a:ext cx="379" cy="202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2"/>
          <p:cNvGrpSpPr/>
          <p:nvPr/>
        </p:nvGrpSpPr>
        <p:grpSpPr bwMode="auto">
          <a:xfrm>
            <a:off x="1997974" y="2482849"/>
            <a:ext cx="1436688" cy="887412"/>
            <a:chOff x="808" y="639"/>
            <a:chExt cx="1133" cy="559"/>
          </a:xfrm>
          <a:solidFill>
            <a:schemeClr val="bg1"/>
          </a:solidFill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808" y="895"/>
              <a:ext cx="1133" cy="303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138" y="639"/>
              <a:ext cx="478" cy="256"/>
            </a:xfrm>
            <a:prstGeom prst="rect">
              <a:avLst/>
            </a:prstGeom>
            <a:grpFill/>
            <a:ln w="57150">
              <a:solidFill>
                <a:srgbClr val="000000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44"/>
          <p:cNvGrpSpPr/>
          <p:nvPr/>
        </p:nvGrpSpPr>
        <p:grpSpPr bwMode="auto">
          <a:xfrm>
            <a:off x="6785606" y="2446336"/>
            <a:ext cx="1495425" cy="2579688"/>
            <a:chOff x="3097" y="628"/>
            <a:chExt cx="942" cy="1625"/>
          </a:xfrm>
          <a:solidFill>
            <a:schemeClr val="bg1"/>
          </a:solidFill>
        </p:grpSpPr>
        <p:grpSp>
          <p:nvGrpSpPr>
            <p:cNvPr id="10" name="Group 8"/>
            <p:cNvGrpSpPr/>
            <p:nvPr/>
          </p:nvGrpSpPr>
          <p:grpSpPr bwMode="auto">
            <a:xfrm>
              <a:off x="3097" y="1545"/>
              <a:ext cx="940" cy="708"/>
              <a:chOff x="594" y="3371"/>
              <a:chExt cx="897" cy="556"/>
            </a:xfrm>
            <a:grpFill/>
          </p:grpSpPr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594" y="3371"/>
                <a:ext cx="897" cy="556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0"/>
              <p:cNvSpPr>
                <a:spLocks noChangeArrowheads="1"/>
              </p:cNvSpPr>
              <p:nvPr/>
            </p:nvSpPr>
            <p:spPr bwMode="auto">
              <a:xfrm>
                <a:off x="858" y="3549"/>
                <a:ext cx="379" cy="202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" name="Group 42"/>
            <p:cNvGrpSpPr/>
            <p:nvPr/>
          </p:nvGrpSpPr>
          <p:grpSpPr bwMode="auto">
            <a:xfrm>
              <a:off x="3098" y="628"/>
              <a:ext cx="941" cy="636"/>
              <a:chOff x="3224" y="628"/>
              <a:chExt cx="941" cy="636"/>
            </a:xfrm>
            <a:grpFill/>
          </p:grpSpPr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3224" y="641"/>
                <a:ext cx="941" cy="620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3505" y="651"/>
                <a:ext cx="0" cy="613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5"/>
              <p:cNvSpPr>
                <a:spLocks noChangeShapeType="1"/>
              </p:cNvSpPr>
              <p:nvPr/>
            </p:nvSpPr>
            <p:spPr bwMode="auto">
              <a:xfrm flipV="1">
                <a:off x="3896" y="628"/>
                <a:ext cx="0" cy="621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8" name="Text Box 16" descr="紫色网格"/>
          <p:cNvSpPr txBox="1">
            <a:spLocks noChangeArrowheads="1"/>
          </p:cNvSpPr>
          <p:nvPr/>
        </p:nvSpPr>
        <p:spPr bwMode="auto">
          <a:xfrm>
            <a:off x="5851896" y="5432672"/>
            <a:ext cx="302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一定会出现凸或凹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7"/>
          <p:cNvSpPr>
            <a:spLocks noChangeArrowheads="1"/>
          </p:cNvSpPr>
          <p:nvPr/>
        </p:nvSpPr>
        <p:spPr bwMode="auto">
          <a:xfrm>
            <a:off x="3468965" y="5219153"/>
            <a:ext cx="2194686" cy="946151"/>
          </a:xfrm>
          <a:prstGeom prst="wedgeRoundRectCallout">
            <a:avLst>
              <a:gd name="adj1" fmla="val -82337"/>
              <a:gd name="adj2" fmla="val -60235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rou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3531258" y="5219153"/>
            <a:ext cx="2070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线框里面的线框呢？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Group 32"/>
          <p:cNvGrpSpPr/>
          <p:nvPr/>
        </p:nvGrpSpPr>
        <p:grpSpPr bwMode="auto">
          <a:xfrm>
            <a:off x="4400177" y="2387598"/>
            <a:ext cx="1439863" cy="2598738"/>
            <a:chOff x="1975" y="606"/>
            <a:chExt cx="907" cy="1637"/>
          </a:xfrm>
          <a:solidFill>
            <a:schemeClr val="bg1"/>
          </a:solidFill>
        </p:grpSpPr>
        <p:grpSp>
          <p:nvGrpSpPr>
            <p:cNvPr id="22" name="Group 23"/>
            <p:cNvGrpSpPr/>
            <p:nvPr/>
          </p:nvGrpSpPr>
          <p:grpSpPr bwMode="auto">
            <a:xfrm>
              <a:off x="1975" y="1541"/>
              <a:ext cx="905" cy="702"/>
              <a:chOff x="594" y="3371"/>
              <a:chExt cx="897" cy="556"/>
            </a:xfrm>
            <a:grpFill/>
          </p:grpSpPr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>
                <a:off x="594" y="3371"/>
                <a:ext cx="897" cy="556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858" y="3549"/>
                <a:ext cx="379" cy="202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Group 31"/>
            <p:cNvGrpSpPr/>
            <p:nvPr/>
          </p:nvGrpSpPr>
          <p:grpSpPr bwMode="auto">
            <a:xfrm>
              <a:off x="1977" y="606"/>
              <a:ext cx="905" cy="582"/>
              <a:chOff x="1977" y="606"/>
              <a:chExt cx="905" cy="582"/>
            </a:xfrm>
            <a:grpFill/>
          </p:grpSpPr>
          <p:sp>
            <p:nvSpPr>
              <p:cNvPr id="24" name="Rectangle 27"/>
              <p:cNvSpPr>
                <a:spLocks noChangeArrowheads="1"/>
              </p:cNvSpPr>
              <p:nvPr/>
            </p:nvSpPr>
            <p:spPr bwMode="auto">
              <a:xfrm>
                <a:off x="1977" y="885"/>
                <a:ext cx="905" cy="303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>
                <a:off x="2238" y="606"/>
                <a:ext cx="0" cy="279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30"/>
              <p:cNvSpPr>
                <a:spLocks noChangeShapeType="1"/>
              </p:cNvSpPr>
              <p:nvPr/>
            </p:nvSpPr>
            <p:spPr bwMode="auto">
              <a:xfrm>
                <a:off x="2235" y="618"/>
                <a:ext cx="396" cy="267"/>
              </a:xfrm>
              <a:prstGeom prst="line">
                <a:avLst/>
              </a:prstGeom>
              <a:grpFill/>
              <a:ln w="571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9" name="Group 45"/>
          <p:cNvGrpSpPr/>
          <p:nvPr/>
        </p:nvGrpSpPr>
        <p:grpSpPr bwMode="auto">
          <a:xfrm>
            <a:off x="9199191" y="2439986"/>
            <a:ext cx="1422400" cy="2565400"/>
            <a:chOff x="4285" y="627"/>
            <a:chExt cx="896" cy="1616"/>
          </a:xfrm>
          <a:solidFill>
            <a:schemeClr val="bg1"/>
          </a:solidFill>
        </p:grpSpPr>
        <p:grpSp>
          <p:nvGrpSpPr>
            <p:cNvPr id="30" name="Group 33"/>
            <p:cNvGrpSpPr/>
            <p:nvPr/>
          </p:nvGrpSpPr>
          <p:grpSpPr bwMode="auto">
            <a:xfrm>
              <a:off x="4285" y="1535"/>
              <a:ext cx="894" cy="708"/>
              <a:chOff x="594" y="3371"/>
              <a:chExt cx="897" cy="556"/>
            </a:xfrm>
            <a:grpFill/>
          </p:grpSpPr>
          <p:sp>
            <p:nvSpPr>
              <p:cNvPr id="36" name="Rectangle 34"/>
              <p:cNvSpPr>
                <a:spLocks noChangeArrowheads="1"/>
              </p:cNvSpPr>
              <p:nvPr/>
            </p:nvSpPr>
            <p:spPr bwMode="auto">
              <a:xfrm>
                <a:off x="594" y="3371"/>
                <a:ext cx="897" cy="556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858" y="3549"/>
                <a:ext cx="379" cy="202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1" name="Group 43"/>
            <p:cNvGrpSpPr/>
            <p:nvPr/>
          </p:nvGrpSpPr>
          <p:grpSpPr bwMode="auto">
            <a:xfrm>
              <a:off x="4286" y="627"/>
              <a:ext cx="895" cy="624"/>
              <a:chOff x="4412" y="627"/>
              <a:chExt cx="941" cy="624"/>
            </a:xfrm>
            <a:grpFill/>
          </p:grpSpPr>
          <p:sp>
            <p:nvSpPr>
              <p:cNvPr id="32" name="Rectangle 37"/>
              <p:cNvSpPr>
                <a:spLocks noChangeArrowheads="1"/>
              </p:cNvSpPr>
              <p:nvPr/>
            </p:nvSpPr>
            <p:spPr bwMode="auto">
              <a:xfrm>
                <a:off x="4412" y="631"/>
                <a:ext cx="941" cy="620"/>
              </a:xfrm>
              <a:prstGeom prst="rect">
                <a:avLst/>
              </a:prstGeom>
              <a:grpFill/>
              <a:ln w="57150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8"/>
              <p:cNvSpPr>
                <a:spLocks noChangeShapeType="1"/>
              </p:cNvSpPr>
              <p:nvPr/>
            </p:nvSpPr>
            <p:spPr bwMode="auto">
              <a:xfrm>
                <a:off x="4693" y="627"/>
                <a:ext cx="0" cy="324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39"/>
              <p:cNvSpPr>
                <a:spLocks noChangeShapeType="1"/>
              </p:cNvSpPr>
              <p:nvPr/>
            </p:nvSpPr>
            <p:spPr bwMode="auto">
              <a:xfrm flipV="1">
                <a:off x="4689" y="950"/>
                <a:ext cx="396" cy="0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40"/>
              <p:cNvSpPr>
                <a:spLocks noChangeShapeType="1"/>
              </p:cNvSpPr>
              <p:nvPr/>
            </p:nvSpPr>
            <p:spPr bwMode="auto">
              <a:xfrm flipV="1">
                <a:off x="5084" y="632"/>
                <a:ext cx="0" cy="318"/>
              </a:xfrm>
              <a:prstGeom prst="line">
                <a:avLst/>
              </a:prstGeom>
              <a:grpFill/>
              <a:ln w="12700">
                <a:solidFill>
                  <a:srgbClr val="000000"/>
                </a:solidFill>
                <a:prstDash val="lgDash"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2"/>
          <p:cNvSpPr txBox="1">
            <a:spLocks noChangeArrowheads="1"/>
          </p:cNvSpPr>
          <p:nvPr/>
        </p:nvSpPr>
        <p:spPr bwMode="auto">
          <a:xfrm>
            <a:off x="871910" y="1754474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抓住封闭线框，确定准确形位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 autoUpdateAnimBg="0"/>
      <p:bldP spid="2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8332069" y="3457343"/>
            <a:ext cx="1168399" cy="2610383"/>
            <a:chOff x="8083551" y="2743204"/>
            <a:chExt cx="1168399" cy="2610383"/>
          </a:xfrm>
        </p:grpSpPr>
        <p:grpSp>
          <p:nvGrpSpPr>
            <p:cNvPr id="3" name="Group 82"/>
            <p:cNvGrpSpPr/>
            <p:nvPr/>
          </p:nvGrpSpPr>
          <p:grpSpPr bwMode="auto">
            <a:xfrm>
              <a:off x="8174694" y="2844005"/>
              <a:ext cx="1008063" cy="2406650"/>
              <a:chOff x="1011" y="2326"/>
              <a:chExt cx="635" cy="1516"/>
            </a:xfrm>
          </p:grpSpPr>
          <p:grpSp>
            <p:nvGrpSpPr>
              <p:cNvPr id="8" name="Group 83"/>
              <p:cNvGrpSpPr/>
              <p:nvPr/>
            </p:nvGrpSpPr>
            <p:grpSpPr bwMode="auto">
              <a:xfrm rot="-5400000">
                <a:off x="944" y="2394"/>
                <a:ext cx="768" cy="632"/>
                <a:chOff x="1000" y="2408"/>
                <a:chExt cx="768" cy="632"/>
              </a:xfrm>
            </p:grpSpPr>
            <p:sp>
              <p:nvSpPr>
                <p:cNvPr id="14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1640" y="2408"/>
                  <a:ext cx="0" cy="12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5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1144" y="2408"/>
                  <a:ext cx="49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7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1144" y="2408"/>
                  <a:ext cx="0" cy="12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8" name="Line 89"/>
                <p:cNvSpPr>
                  <a:spLocks noChangeShapeType="1"/>
                </p:cNvSpPr>
                <p:nvPr/>
              </p:nvSpPr>
              <p:spPr bwMode="auto">
                <a:xfrm>
                  <a:off x="1144" y="2536"/>
                  <a:ext cx="256" cy="25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9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1389" y="2536"/>
                  <a:ext cx="251" cy="25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1000" y="2536"/>
                  <a:ext cx="15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Line 92"/>
                <p:cNvSpPr>
                  <a:spLocks noChangeShapeType="1"/>
                </p:cNvSpPr>
                <p:nvPr/>
              </p:nvSpPr>
              <p:spPr bwMode="auto">
                <a:xfrm>
                  <a:off x="1008" y="2544"/>
                  <a:ext cx="0" cy="49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Line 93"/>
                <p:cNvSpPr>
                  <a:spLocks noChangeShapeType="1"/>
                </p:cNvSpPr>
                <p:nvPr/>
              </p:nvSpPr>
              <p:spPr bwMode="auto">
                <a:xfrm>
                  <a:off x="1640" y="2536"/>
                  <a:ext cx="12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Line 94"/>
                <p:cNvSpPr>
                  <a:spLocks noChangeShapeType="1"/>
                </p:cNvSpPr>
                <p:nvPr/>
              </p:nvSpPr>
              <p:spPr bwMode="auto">
                <a:xfrm>
                  <a:off x="1768" y="2536"/>
                  <a:ext cx="0" cy="50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4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1008" y="3032"/>
                  <a:ext cx="76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" name="Group 96"/>
              <p:cNvGrpSpPr/>
              <p:nvPr/>
            </p:nvGrpSpPr>
            <p:grpSpPr bwMode="auto">
              <a:xfrm>
                <a:off x="1011" y="3342"/>
                <a:ext cx="635" cy="500"/>
                <a:chOff x="2949" y="3253"/>
                <a:chExt cx="635" cy="500"/>
              </a:xfrm>
            </p:grpSpPr>
            <p:sp>
              <p:nvSpPr>
                <p:cNvPr id="10" name="Oval 99"/>
                <p:cNvSpPr>
                  <a:spLocks noChangeArrowheads="1"/>
                </p:cNvSpPr>
                <p:nvPr/>
              </p:nvSpPr>
              <p:spPr bwMode="auto">
                <a:xfrm>
                  <a:off x="3084" y="3253"/>
                  <a:ext cx="500" cy="50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2949" y="3257"/>
                  <a:ext cx="3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" name="Line 101"/>
                <p:cNvSpPr>
                  <a:spLocks noChangeShapeType="1"/>
                </p:cNvSpPr>
                <p:nvPr/>
              </p:nvSpPr>
              <p:spPr bwMode="auto">
                <a:xfrm>
                  <a:off x="2949" y="3257"/>
                  <a:ext cx="0" cy="49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" name="Line 102"/>
                <p:cNvSpPr>
                  <a:spLocks noChangeShapeType="1"/>
                </p:cNvSpPr>
                <p:nvPr/>
              </p:nvSpPr>
              <p:spPr bwMode="auto">
                <a:xfrm>
                  <a:off x="2949" y="3753"/>
                  <a:ext cx="3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5400000">
              <a:off x="8302771" y="4759861"/>
              <a:ext cx="977903" cy="2095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448" t="28040" r="37432" b="11905"/>
            <a:stretch>
              <a:fillRect/>
            </a:stretch>
          </p:blipFill>
          <p:spPr>
            <a:xfrm rot="5400000">
              <a:off x="8099499" y="3330653"/>
              <a:ext cx="1377949" cy="203052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78" t="23355" r="40289" b="11905"/>
            <a:stretch>
              <a:fillRect/>
            </a:stretch>
          </p:blipFill>
          <p:spPr>
            <a:xfrm>
              <a:off x="8089900" y="3340100"/>
              <a:ext cx="1135837" cy="21889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49" t="31048" r="41094" b="16365"/>
            <a:stretch>
              <a:fillRect/>
            </a:stretch>
          </p:blipFill>
          <p:spPr>
            <a:xfrm>
              <a:off x="8083551" y="4768849"/>
              <a:ext cx="1168399" cy="177801"/>
            </a:xfrm>
            <a:prstGeom prst="rect">
              <a:avLst/>
            </a:prstGeom>
          </p:spPr>
        </p:pic>
      </p:grpSp>
      <p:grpSp>
        <p:nvGrpSpPr>
          <p:cNvPr id="25" name="组合 24"/>
          <p:cNvGrpSpPr/>
          <p:nvPr/>
        </p:nvGrpSpPr>
        <p:grpSpPr>
          <a:xfrm>
            <a:off x="625520" y="2732306"/>
            <a:ext cx="6200484" cy="2209525"/>
            <a:chOff x="372401" y="2689520"/>
            <a:chExt cx="6200484" cy="2209525"/>
          </a:xfrm>
        </p:grpSpPr>
        <p:grpSp>
          <p:nvGrpSpPr>
            <p:cNvPr id="26" name="Group 4"/>
            <p:cNvGrpSpPr/>
            <p:nvPr/>
          </p:nvGrpSpPr>
          <p:grpSpPr bwMode="auto">
            <a:xfrm>
              <a:off x="441960" y="2752745"/>
              <a:ext cx="6130925" cy="2146300"/>
              <a:chOff x="858" y="498"/>
              <a:chExt cx="3862" cy="1352"/>
            </a:xfrm>
          </p:grpSpPr>
          <p:grpSp>
            <p:nvGrpSpPr>
              <p:cNvPr id="31" name="Group 5"/>
              <p:cNvGrpSpPr/>
              <p:nvPr/>
            </p:nvGrpSpPr>
            <p:grpSpPr bwMode="auto">
              <a:xfrm>
                <a:off x="858" y="498"/>
                <a:ext cx="1481" cy="1352"/>
                <a:chOff x="858" y="498"/>
                <a:chExt cx="1481" cy="1352"/>
              </a:xfrm>
            </p:grpSpPr>
            <p:sp>
              <p:nvSpPr>
                <p:cNvPr id="49" name="Freeform 8"/>
                <p:cNvSpPr/>
                <p:nvPr/>
              </p:nvSpPr>
              <p:spPr bwMode="auto">
                <a:xfrm>
                  <a:off x="858" y="867"/>
                  <a:ext cx="1" cy="191"/>
                </a:xfrm>
                <a:custGeom>
                  <a:avLst/>
                  <a:gdLst>
                    <a:gd name="T0" fmla="*/ 0 w 1"/>
                    <a:gd name="T1" fmla="*/ 15 h 252"/>
                    <a:gd name="T2" fmla="*/ 1 w 1"/>
                    <a:gd name="T3" fmla="*/ 0 h 25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252">
                      <a:moveTo>
                        <a:pt x="0" y="252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Line 9"/>
                <p:cNvSpPr>
                  <a:spLocks noChangeShapeType="1"/>
                </p:cNvSpPr>
                <p:nvPr/>
              </p:nvSpPr>
              <p:spPr bwMode="auto">
                <a:xfrm>
                  <a:off x="858" y="1049"/>
                  <a:ext cx="54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Line 10"/>
                <p:cNvSpPr>
                  <a:spLocks noChangeShapeType="1"/>
                </p:cNvSpPr>
                <p:nvPr/>
              </p:nvSpPr>
              <p:spPr bwMode="auto">
                <a:xfrm>
                  <a:off x="1222" y="503"/>
                  <a:ext cx="18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" name="Freeform 11"/>
                <p:cNvSpPr/>
                <p:nvPr/>
              </p:nvSpPr>
              <p:spPr bwMode="auto">
                <a:xfrm>
                  <a:off x="1222" y="498"/>
                  <a:ext cx="1" cy="378"/>
                </a:xfrm>
                <a:custGeom>
                  <a:avLst/>
                  <a:gdLst>
                    <a:gd name="T0" fmla="*/ 0 w 1"/>
                    <a:gd name="T1" fmla="*/ 0 h 499"/>
                    <a:gd name="T2" fmla="*/ 0 w 1"/>
                    <a:gd name="T3" fmla="*/ 31 h 49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499">
                      <a:moveTo>
                        <a:pt x="0" y="0"/>
                      </a:moveTo>
                      <a:lnTo>
                        <a:pt x="0" y="499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Line 12"/>
                <p:cNvSpPr>
                  <a:spLocks noChangeShapeType="1"/>
                </p:cNvSpPr>
                <p:nvPr/>
              </p:nvSpPr>
              <p:spPr bwMode="auto">
                <a:xfrm>
                  <a:off x="858" y="867"/>
                  <a:ext cx="36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858" y="503"/>
                  <a:ext cx="364" cy="36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Freeform 14"/>
                <p:cNvSpPr/>
                <p:nvPr/>
              </p:nvSpPr>
              <p:spPr bwMode="auto">
                <a:xfrm>
                  <a:off x="858" y="865"/>
                  <a:ext cx="370" cy="2"/>
                </a:xfrm>
                <a:custGeom>
                  <a:avLst/>
                  <a:gdLst>
                    <a:gd name="T0" fmla="*/ 0 w 487"/>
                    <a:gd name="T1" fmla="*/ 1 h 3"/>
                    <a:gd name="T2" fmla="*/ 31 w 487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87" h="3">
                      <a:moveTo>
                        <a:pt x="0" y="3"/>
                      </a:moveTo>
                      <a:lnTo>
                        <a:pt x="487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6" name="Rectangle 15"/>
                <p:cNvSpPr>
                  <a:spLocks noChangeArrowheads="1"/>
                </p:cNvSpPr>
                <p:nvPr/>
              </p:nvSpPr>
              <p:spPr bwMode="auto">
                <a:xfrm>
                  <a:off x="1684" y="503"/>
                  <a:ext cx="655" cy="546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Line 16"/>
                <p:cNvSpPr>
                  <a:spLocks noChangeShapeType="1"/>
                </p:cNvSpPr>
                <p:nvPr/>
              </p:nvSpPr>
              <p:spPr bwMode="auto">
                <a:xfrm>
                  <a:off x="1684" y="867"/>
                  <a:ext cx="65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Line 17"/>
                <p:cNvSpPr>
                  <a:spLocks noChangeShapeType="1"/>
                </p:cNvSpPr>
                <p:nvPr/>
              </p:nvSpPr>
              <p:spPr bwMode="auto">
                <a:xfrm>
                  <a:off x="1866" y="503"/>
                  <a:ext cx="0" cy="36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Line 18"/>
                <p:cNvSpPr>
                  <a:spLocks noChangeShapeType="1"/>
                </p:cNvSpPr>
                <p:nvPr/>
              </p:nvSpPr>
              <p:spPr bwMode="auto">
                <a:xfrm>
                  <a:off x="2157" y="503"/>
                  <a:ext cx="0" cy="36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0" name="Rectangle 19"/>
                <p:cNvSpPr>
                  <a:spLocks noChangeArrowheads="1"/>
                </p:cNvSpPr>
                <p:nvPr/>
              </p:nvSpPr>
              <p:spPr bwMode="auto">
                <a:xfrm rot="5400000">
                  <a:off x="822" y="1267"/>
                  <a:ext cx="619" cy="547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Line 20"/>
                <p:cNvSpPr>
                  <a:spLocks noChangeShapeType="1"/>
                </p:cNvSpPr>
                <p:nvPr/>
              </p:nvSpPr>
              <p:spPr bwMode="auto">
                <a:xfrm>
                  <a:off x="858" y="1413"/>
                  <a:ext cx="36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Line 21"/>
                <p:cNvSpPr>
                  <a:spLocks noChangeShapeType="1"/>
                </p:cNvSpPr>
                <p:nvPr/>
              </p:nvSpPr>
              <p:spPr bwMode="auto">
                <a:xfrm>
                  <a:off x="858" y="1668"/>
                  <a:ext cx="364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Line 22"/>
                <p:cNvSpPr>
                  <a:spLocks noChangeShapeType="1"/>
                </p:cNvSpPr>
                <p:nvPr/>
              </p:nvSpPr>
              <p:spPr bwMode="auto">
                <a:xfrm>
                  <a:off x="1222" y="1231"/>
                  <a:ext cx="0" cy="61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400" y="500"/>
                  <a:ext cx="0" cy="54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32" name="Group 24"/>
              <p:cNvGrpSpPr/>
              <p:nvPr/>
            </p:nvGrpSpPr>
            <p:grpSpPr bwMode="auto">
              <a:xfrm>
                <a:off x="3356" y="535"/>
                <a:ext cx="1364" cy="1290"/>
                <a:chOff x="3356" y="535"/>
                <a:chExt cx="1364" cy="1290"/>
              </a:xfrm>
            </p:grpSpPr>
            <p:sp>
              <p:nvSpPr>
                <p:cNvPr id="33" name="Line 27"/>
                <p:cNvSpPr>
                  <a:spLocks noChangeShapeType="1"/>
                </p:cNvSpPr>
                <p:nvPr/>
              </p:nvSpPr>
              <p:spPr bwMode="auto">
                <a:xfrm>
                  <a:off x="3361" y="1059"/>
                  <a:ext cx="522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Freeform 28"/>
                <p:cNvSpPr/>
                <p:nvPr/>
              </p:nvSpPr>
              <p:spPr bwMode="auto">
                <a:xfrm>
                  <a:off x="3886" y="535"/>
                  <a:ext cx="0" cy="533"/>
                </a:xfrm>
                <a:custGeom>
                  <a:avLst/>
                  <a:gdLst>
                    <a:gd name="T0" fmla="*/ 0 w 1"/>
                    <a:gd name="T1" fmla="*/ 30 h 735"/>
                    <a:gd name="T2" fmla="*/ 0 w 1"/>
                    <a:gd name="T3" fmla="*/ 0 h 735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735">
                      <a:moveTo>
                        <a:pt x="0" y="73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" name="Freeform 29"/>
                <p:cNvSpPr/>
                <p:nvPr/>
              </p:nvSpPr>
              <p:spPr bwMode="auto">
                <a:xfrm>
                  <a:off x="3707" y="535"/>
                  <a:ext cx="181" cy="3"/>
                </a:xfrm>
                <a:custGeom>
                  <a:avLst/>
                  <a:gdLst>
                    <a:gd name="T0" fmla="*/ 0 w 250"/>
                    <a:gd name="T1" fmla="*/ 0 h 4"/>
                    <a:gd name="T2" fmla="*/ 10 w 250"/>
                    <a:gd name="T3" fmla="*/ 2 h 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50" h="4">
                      <a:moveTo>
                        <a:pt x="0" y="0"/>
                      </a:moveTo>
                      <a:lnTo>
                        <a:pt x="250" y="4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6" name="Line 30"/>
                <p:cNvSpPr>
                  <a:spLocks noChangeShapeType="1"/>
                </p:cNvSpPr>
                <p:nvPr/>
              </p:nvSpPr>
              <p:spPr bwMode="auto">
                <a:xfrm>
                  <a:off x="3709" y="537"/>
                  <a:ext cx="0" cy="34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Line 31"/>
                <p:cNvSpPr>
                  <a:spLocks noChangeShapeType="1"/>
                </p:cNvSpPr>
                <p:nvPr/>
              </p:nvSpPr>
              <p:spPr bwMode="auto">
                <a:xfrm>
                  <a:off x="3361" y="885"/>
                  <a:ext cx="34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361" y="537"/>
                  <a:ext cx="348" cy="34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Rectangle 33"/>
                <p:cNvSpPr>
                  <a:spLocks noChangeArrowheads="1"/>
                </p:cNvSpPr>
                <p:nvPr/>
              </p:nvSpPr>
              <p:spPr bwMode="auto">
                <a:xfrm>
                  <a:off x="4093" y="537"/>
                  <a:ext cx="627" cy="522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Line 34"/>
                <p:cNvSpPr>
                  <a:spLocks noChangeShapeType="1"/>
                </p:cNvSpPr>
                <p:nvPr/>
              </p:nvSpPr>
              <p:spPr bwMode="auto">
                <a:xfrm>
                  <a:off x="4093" y="885"/>
                  <a:ext cx="627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Line 35"/>
                <p:cNvSpPr>
                  <a:spLocks noChangeShapeType="1"/>
                </p:cNvSpPr>
                <p:nvPr/>
              </p:nvSpPr>
              <p:spPr bwMode="auto">
                <a:xfrm>
                  <a:off x="4267" y="537"/>
                  <a:ext cx="0" cy="34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Line 36"/>
                <p:cNvSpPr>
                  <a:spLocks noChangeShapeType="1"/>
                </p:cNvSpPr>
                <p:nvPr/>
              </p:nvSpPr>
              <p:spPr bwMode="auto">
                <a:xfrm>
                  <a:off x="4546" y="537"/>
                  <a:ext cx="0" cy="348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37"/>
                <p:cNvSpPr>
                  <a:spLocks noChangeArrowheads="1"/>
                </p:cNvSpPr>
                <p:nvPr/>
              </p:nvSpPr>
              <p:spPr bwMode="auto">
                <a:xfrm rot="5400000">
                  <a:off x="3326" y="1268"/>
                  <a:ext cx="592" cy="522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Line 38"/>
                <p:cNvSpPr>
                  <a:spLocks noChangeShapeType="1"/>
                </p:cNvSpPr>
                <p:nvPr/>
              </p:nvSpPr>
              <p:spPr bwMode="auto">
                <a:xfrm>
                  <a:off x="3361" y="1407"/>
                  <a:ext cx="34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Line 39"/>
                <p:cNvSpPr>
                  <a:spLocks noChangeShapeType="1"/>
                </p:cNvSpPr>
                <p:nvPr/>
              </p:nvSpPr>
              <p:spPr bwMode="auto">
                <a:xfrm>
                  <a:off x="3361" y="1651"/>
                  <a:ext cx="34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Line 40"/>
                <p:cNvSpPr>
                  <a:spLocks noChangeShapeType="1"/>
                </p:cNvSpPr>
                <p:nvPr/>
              </p:nvSpPr>
              <p:spPr bwMode="auto">
                <a:xfrm>
                  <a:off x="3709" y="1233"/>
                  <a:ext cx="0" cy="5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" name="Line 41"/>
                <p:cNvSpPr>
                  <a:spLocks noChangeShapeType="1"/>
                </p:cNvSpPr>
                <p:nvPr/>
              </p:nvSpPr>
              <p:spPr bwMode="auto">
                <a:xfrm>
                  <a:off x="3356" y="878"/>
                  <a:ext cx="0" cy="177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27" name="图片 2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5400000">
              <a:off x="1758143" y="3097362"/>
              <a:ext cx="1025233" cy="209550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10800000">
              <a:off x="372401" y="4298991"/>
              <a:ext cx="1025233" cy="209550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5400000">
              <a:off x="5560483" y="3097363"/>
              <a:ext cx="1025233" cy="20955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10800000">
              <a:off x="4309745" y="4298992"/>
              <a:ext cx="1025233" cy="209550"/>
            </a:xfrm>
            <a:prstGeom prst="rect">
              <a:avLst/>
            </a:prstGeom>
          </p:spPr>
        </p:pic>
      </p:grpSp>
      <p:grpSp>
        <p:nvGrpSpPr>
          <p:cNvPr id="68" name="Group 42"/>
          <p:cNvGrpSpPr/>
          <p:nvPr/>
        </p:nvGrpSpPr>
        <p:grpSpPr bwMode="auto">
          <a:xfrm>
            <a:off x="5980159" y="3879876"/>
            <a:ext cx="1577975" cy="2032000"/>
            <a:chOff x="4236" y="1130"/>
            <a:chExt cx="804" cy="1036"/>
          </a:xfrm>
        </p:grpSpPr>
        <p:sp>
          <p:nvSpPr>
            <p:cNvPr id="69" name="Freeform 43"/>
            <p:cNvSpPr/>
            <p:nvPr/>
          </p:nvSpPr>
          <p:spPr bwMode="auto">
            <a:xfrm rot="14391330" flipH="1">
              <a:off x="4497" y="1353"/>
              <a:ext cx="304" cy="251"/>
            </a:xfrm>
            <a:custGeom>
              <a:avLst/>
              <a:gdLst>
                <a:gd name="T0" fmla="*/ 0 w 828"/>
                <a:gd name="T1" fmla="*/ 0 h 684"/>
                <a:gd name="T2" fmla="*/ 0 w 828"/>
                <a:gd name="T3" fmla="*/ 0 h 684"/>
                <a:gd name="T4" fmla="*/ 0 w 828"/>
                <a:gd name="T5" fmla="*/ 0 h 684"/>
                <a:gd name="T6" fmla="*/ 0 w 828"/>
                <a:gd name="T7" fmla="*/ 0 h 684"/>
                <a:gd name="T8" fmla="*/ 0 w 828"/>
                <a:gd name="T9" fmla="*/ 0 h 6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8" h="684">
                  <a:moveTo>
                    <a:pt x="0" y="360"/>
                  </a:moveTo>
                  <a:lnTo>
                    <a:pt x="636" y="0"/>
                  </a:lnTo>
                  <a:lnTo>
                    <a:pt x="828" y="96"/>
                  </a:lnTo>
                  <a:lnTo>
                    <a:pt x="480" y="684"/>
                  </a:lnTo>
                  <a:lnTo>
                    <a:pt x="0" y="36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44"/>
            <p:cNvSpPr/>
            <p:nvPr/>
          </p:nvSpPr>
          <p:spPr bwMode="auto">
            <a:xfrm rot="14391330" flipH="1">
              <a:off x="4448" y="1607"/>
              <a:ext cx="185" cy="269"/>
            </a:xfrm>
            <a:custGeom>
              <a:avLst/>
              <a:gdLst>
                <a:gd name="T0" fmla="*/ 0 w 504"/>
                <a:gd name="T1" fmla="*/ 0 h 732"/>
                <a:gd name="T2" fmla="*/ 0 w 504"/>
                <a:gd name="T3" fmla="*/ 0 h 732"/>
                <a:gd name="T4" fmla="*/ 0 w 504"/>
                <a:gd name="T5" fmla="*/ 0 h 732"/>
                <a:gd name="T6" fmla="*/ 0 w 504"/>
                <a:gd name="T7" fmla="*/ 0 h 732"/>
                <a:gd name="T8" fmla="*/ 0 w 504"/>
                <a:gd name="T9" fmla="*/ 0 h 7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4" h="732">
                  <a:moveTo>
                    <a:pt x="0" y="0"/>
                  </a:moveTo>
                  <a:lnTo>
                    <a:pt x="0" y="648"/>
                  </a:lnTo>
                  <a:lnTo>
                    <a:pt x="180" y="732"/>
                  </a:lnTo>
                  <a:lnTo>
                    <a:pt x="504" y="24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7C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Freeform 45"/>
            <p:cNvSpPr/>
            <p:nvPr/>
          </p:nvSpPr>
          <p:spPr bwMode="auto">
            <a:xfrm>
              <a:off x="4376" y="1338"/>
              <a:ext cx="208" cy="398"/>
            </a:xfrm>
            <a:custGeom>
              <a:avLst/>
              <a:gdLst>
                <a:gd name="T0" fmla="*/ 0 w 208"/>
                <a:gd name="T1" fmla="*/ 398 h 398"/>
                <a:gd name="T2" fmla="*/ 208 w 208"/>
                <a:gd name="T3" fmla="*/ 286 h 398"/>
                <a:gd name="T4" fmla="*/ 207 w 208"/>
                <a:gd name="T5" fmla="*/ 0 h 398"/>
                <a:gd name="T6" fmla="*/ 0 w 208"/>
                <a:gd name="T7" fmla="*/ 398 h 3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398">
                  <a:moveTo>
                    <a:pt x="0" y="398"/>
                  </a:moveTo>
                  <a:lnTo>
                    <a:pt x="208" y="286"/>
                  </a:lnTo>
                  <a:lnTo>
                    <a:pt x="207" y="0"/>
                  </a:lnTo>
                  <a:lnTo>
                    <a:pt x="0" y="398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9C5E3E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46"/>
            <p:cNvSpPr/>
            <p:nvPr/>
          </p:nvSpPr>
          <p:spPr bwMode="auto">
            <a:xfrm>
              <a:off x="4236" y="1262"/>
              <a:ext cx="345" cy="474"/>
            </a:xfrm>
            <a:custGeom>
              <a:avLst/>
              <a:gdLst>
                <a:gd name="T0" fmla="*/ 0 w 345"/>
                <a:gd name="T1" fmla="*/ 391 h 474"/>
                <a:gd name="T2" fmla="*/ 148 w 345"/>
                <a:gd name="T3" fmla="*/ 474 h 474"/>
                <a:gd name="T4" fmla="*/ 345 w 345"/>
                <a:gd name="T5" fmla="*/ 85 h 474"/>
                <a:gd name="T6" fmla="*/ 207 w 345"/>
                <a:gd name="T7" fmla="*/ 0 h 474"/>
                <a:gd name="T8" fmla="*/ 0 w 345"/>
                <a:gd name="T9" fmla="*/ 391 h 4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5" h="474">
                  <a:moveTo>
                    <a:pt x="0" y="391"/>
                  </a:moveTo>
                  <a:lnTo>
                    <a:pt x="148" y="474"/>
                  </a:lnTo>
                  <a:lnTo>
                    <a:pt x="345" y="85"/>
                  </a:lnTo>
                  <a:lnTo>
                    <a:pt x="207" y="0"/>
                  </a:lnTo>
                  <a:lnTo>
                    <a:pt x="0" y="391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Freeform 47"/>
            <p:cNvSpPr/>
            <p:nvPr/>
          </p:nvSpPr>
          <p:spPr bwMode="auto">
            <a:xfrm rot="14391330" flipH="1">
              <a:off x="4513" y="1144"/>
              <a:ext cx="455" cy="428"/>
            </a:xfrm>
            <a:custGeom>
              <a:avLst/>
              <a:gdLst>
                <a:gd name="T0" fmla="*/ 0 w 1236"/>
                <a:gd name="T1" fmla="*/ 0 h 1164"/>
                <a:gd name="T2" fmla="*/ 0 w 1236"/>
                <a:gd name="T3" fmla="*/ 0 h 1164"/>
                <a:gd name="T4" fmla="*/ 0 w 1236"/>
                <a:gd name="T5" fmla="*/ 0 h 1164"/>
                <a:gd name="T6" fmla="*/ 0 w 1236"/>
                <a:gd name="T7" fmla="*/ 0 h 1164"/>
                <a:gd name="T8" fmla="*/ 0 w 1236"/>
                <a:gd name="T9" fmla="*/ 0 h 1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6" h="1164">
                  <a:moveTo>
                    <a:pt x="0" y="0"/>
                  </a:moveTo>
                  <a:lnTo>
                    <a:pt x="0" y="444"/>
                  </a:lnTo>
                  <a:lnTo>
                    <a:pt x="1236" y="1164"/>
                  </a:lnTo>
                  <a:lnTo>
                    <a:pt x="1236" y="7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48"/>
            <p:cNvSpPr/>
            <p:nvPr/>
          </p:nvSpPr>
          <p:spPr bwMode="auto">
            <a:xfrm rot="14391330" flipH="1">
              <a:off x="4529" y="1453"/>
              <a:ext cx="384" cy="457"/>
            </a:xfrm>
            <a:custGeom>
              <a:avLst/>
              <a:gdLst>
                <a:gd name="T0" fmla="*/ 0 w 1044"/>
                <a:gd name="T1" fmla="*/ 0 h 1242"/>
                <a:gd name="T2" fmla="*/ 0 w 1044"/>
                <a:gd name="T3" fmla="*/ 0 h 1242"/>
                <a:gd name="T4" fmla="*/ 0 w 1044"/>
                <a:gd name="T5" fmla="*/ 0 h 1242"/>
                <a:gd name="T6" fmla="*/ 0 w 1044"/>
                <a:gd name="T7" fmla="*/ 0 h 1242"/>
                <a:gd name="T8" fmla="*/ 0 w 1044"/>
                <a:gd name="T9" fmla="*/ 0 h 12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4" h="1242">
                  <a:moveTo>
                    <a:pt x="636" y="0"/>
                  </a:moveTo>
                  <a:lnTo>
                    <a:pt x="1044" y="240"/>
                  </a:lnTo>
                  <a:lnTo>
                    <a:pt x="402" y="1242"/>
                  </a:lnTo>
                  <a:lnTo>
                    <a:pt x="0" y="1008"/>
                  </a:lnTo>
                  <a:lnTo>
                    <a:pt x="636" y="0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Freeform 49"/>
            <p:cNvSpPr/>
            <p:nvPr/>
          </p:nvSpPr>
          <p:spPr bwMode="auto">
            <a:xfrm>
              <a:off x="4693" y="1440"/>
              <a:ext cx="347" cy="638"/>
            </a:xfrm>
            <a:custGeom>
              <a:avLst/>
              <a:gdLst>
                <a:gd name="T0" fmla="*/ 3 w 347"/>
                <a:gd name="T1" fmla="*/ 472 h 638"/>
                <a:gd name="T2" fmla="*/ 203 w 347"/>
                <a:gd name="T3" fmla="*/ 352 h 638"/>
                <a:gd name="T4" fmla="*/ 198 w 347"/>
                <a:gd name="T5" fmla="*/ 83 h 638"/>
                <a:gd name="T6" fmla="*/ 347 w 347"/>
                <a:gd name="T7" fmla="*/ 0 h 638"/>
                <a:gd name="T8" fmla="*/ 347 w 347"/>
                <a:gd name="T9" fmla="*/ 424 h 638"/>
                <a:gd name="T10" fmla="*/ 0 w 347"/>
                <a:gd name="T11" fmla="*/ 638 h 638"/>
                <a:gd name="T12" fmla="*/ 3 w 347"/>
                <a:gd name="T13" fmla="*/ 472 h 6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7" h="638">
                  <a:moveTo>
                    <a:pt x="3" y="472"/>
                  </a:moveTo>
                  <a:lnTo>
                    <a:pt x="203" y="352"/>
                  </a:lnTo>
                  <a:lnTo>
                    <a:pt x="198" y="83"/>
                  </a:lnTo>
                  <a:lnTo>
                    <a:pt x="347" y="0"/>
                  </a:lnTo>
                  <a:lnTo>
                    <a:pt x="347" y="424"/>
                  </a:lnTo>
                  <a:lnTo>
                    <a:pt x="0" y="638"/>
                  </a:lnTo>
                  <a:lnTo>
                    <a:pt x="3" y="472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6E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Freeform 50"/>
            <p:cNvSpPr/>
            <p:nvPr/>
          </p:nvSpPr>
          <p:spPr bwMode="auto">
            <a:xfrm>
              <a:off x="4692" y="1522"/>
              <a:ext cx="204" cy="392"/>
            </a:xfrm>
            <a:custGeom>
              <a:avLst/>
              <a:gdLst>
                <a:gd name="T0" fmla="*/ 0 w 204"/>
                <a:gd name="T1" fmla="*/ 392 h 392"/>
                <a:gd name="T2" fmla="*/ 204 w 204"/>
                <a:gd name="T3" fmla="*/ 270 h 392"/>
                <a:gd name="T4" fmla="*/ 202 w 204"/>
                <a:gd name="T5" fmla="*/ 0 h 392"/>
                <a:gd name="T6" fmla="*/ 0 w 204"/>
                <a:gd name="T7" fmla="*/ 392 h 3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4" h="392">
                  <a:moveTo>
                    <a:pt x="0" y="392"/>
                  </a:moveTo>
                  <a:lnTo>
                    <a:pt x="204" y="270"/>
                  </a:lnTo>
                  <a:lnTo>
                    <a:pt x="202" y="0"/>
                  </a:lnTo>
                  <a:lnTo>
                    <a:pt x="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B96F4A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Freeform 51"/>
            <p:cNvSpPr/>
            <p:nvPr/>
          </p:nvSpPr>
          <p:spPr bwMode="auto">
            <a:xfrm rot="14391330" flipH="1">
              <a:off x="4164" y="1687"/>
              <a:ext cx="605" cy="353"/>
            </a:xfrm>
            <a:custGeom>
              <a:avLst/>
              <a:gdLst>
                <a:gd name="T0" fmla="*/ 0 w 1644"/>
                <a:gd name="T1" fmla="*/ 0 h 960"/>
                <a:gd name="T2" fmla="*/ 0 w 1644"/>
                <a:gd name="T3" fmla="*/ 0 h 960"/>
                <a:gd name="T4" fmla="*/ 0 w 1644"/>
                <a:gd name="T5" fmla="*/ 0 h 960"/>
                <a:gd name="T6" fmla="*/ 0 w 1644"/>
                <a:gd name="T7" fmla="*/ 0 h 960"/>
                <a:gd name="T8" fmla="*/ 0 w 1644"/>
                <a:gd name="T9" fmla="*/ 0 h 9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44" h="960">
                  <a:moveTo>
                    <a:pt x="0" y="240"/>
                  </a:moveTo>
                  <a:lnTo>
                    <a:pt x="1236" y="960"/>
                  </a:lnTo>
                  <a:lnTo>
                    <a:pt x="1644" y="720"/>
                  </a:lnTo>
                  <a:lnTo>
                    <a:pt x="408" y="0"/>
                  </a:lnTo>
                  <a:lnTo>
                    <a:pt x="0" y="240"/>
                  </a:lnTo>
                  <a:close/>
                </a:path>
              </a:pathLst>
            </a:custGeom>
            <a:gradFill rotWithShape="0">
              <a:gsLst>
                <a:gs pos="0">
                  <a:srgbClr val="006A00"/>
                </a:gs>
                <a:gs pos="100000">
                  <a:srgbClr val="00CC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8" name="Group 52"/>
          <p:cNvGrpSpPr/>
          <p:nvPr/>
        </p:nvGrpSpPr>
        <p:grpSpPr bwMode="auto">
          <a:xfrm>
            <a:off x="2082532" y="3933851"/>
            <a:ext cx="1495425" cy="1946275"/>
            <a:chOff x="1634" y="1059"/>
            <a:chExt cx="942" cy="1226"/>
          </a:xfrm>
        </p:grpSpPr>
        <p:sp>
          <p:nvSpPr>
            <p:cNvPr id="79" name="Freeform 53"/>
            <p:cNvSpPr/>
            <p:nvPr/>
          </p:nvSpPr>
          <p:spPr bwMode="auto">
            <a:xfrm rot="14392234" flipH="1">
              <a:off x="1754" y="1251"/>
              <a:ext cx="326" cy="256"/>
            </a:xfrm>
            <a:custGeom>
              <a:avLst/>
              <a:gdLst>
                <a:gd name="T0" fmla="*/ 0 w 749"/>
                <a:gd name="T1" fmla="*/ 0 h 589"/>
                <a:gd name="T2" fmla="*/ 0 w 749"/>
                <a:gd name="T3" fmla="*/ 0 h 589"/>
                <a:gd name="T4" fmla="*/ 0 w 749"/>
                <a:gd name="T5" fmla="*/ 0 h 589"/>
                <a:gd name="T6" fmla="*/ 0 w 749"/>
                <a:gd name="T7" fmla="*/ 0 h 589"/>
                <a:gd name="T8" fmla="*/ 0 w 749"/>
                <a:gd name="T9" fmla="*/ 0 h 5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9" h="589">
                  <a:moveTo>
                    <a:pt x="0" y="364"/>
                  </a:moveTo>
                  <a:lnTo>
                    <a:pt x="385" y="589"/>
                  </a:lnTo>
                  <a:lnTo>
                    <a:pt x="749" y="58"/>
                  </a:lnTo>
                  <a:lnTo>
                    <a:pt x="625" y="0"/>
                  </a:lnTo>
                  <a:lnTo>
                    <a:pt x="0" y="364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4C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2224" y="1432"/>
              <a:ext cx="195" cy="430"/>
            </a:xfrm>
            <a:custGeom>
              <a:avLst/>
              <a:gdLst>
                <a:gd name="T0" fmla="*/ 0 w 195"/>
                <a:gd name="T1" fmla="*/ 0 h 430"/>
                <a:gd name="T2" fmla="*/ 0 w 195"/>
                <a:gd name="T3" fmla="*/ 312 h 430"/>
                <a:gd name="T4" fmla="*/ 195 w 195"/>
                <a:gd name="T5" fmla="*/ 430 h 430"/>
                <a:gd name="T6" fmla="*/ 182 w 195"/>
                <a:gd name="T7" fmla="*/ 97 h 430"/>
                <a:gd name="T8" fmla="*/ 0 w 195"/>
                <a:gd name="T9" fmla="*/ 0 h 4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5" h="430">
                  <a:moveTo>
                    <a:pt x="0" y="0"/>
                  </a:moveTo>
                  <a:lnTo>
                    <a:pt x="0" y="312"/>
                  </a:lnTo>
                  <a:lnTo>
                    <a:pt x="195" y="430"/>
                  </a:lnTo>
                  <a:lnTo>
                    <a:pt x="182" y="97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1634" y="1535"/>
              <a:ext cx="278" cy="261"/>
            </a:xfrm>
            <a:custGeom>
              <a:avLst/>
              <a:gdLst>
                <a:gd name="T0" fmla="*/ 0 w 231"/>
                <a:gd name="T1" fmla="*/ 815 h 217"/>
                <a:gd name="T2" fmla="*/ 1226 w 231"/>
                <a:gd name="T3" fmla="*/ 0 h 217"/>
                <a:gd name="T4" fmla="*/ 1474 w 231"/>
                <a:gd name="T5" fmla="*/ 153 h 217"/>
                <a:gd name="T6" fmla="*/ 1019 w 231"/>
                <a:gd name="T7" fmla="*/ 1376 h 217"/>
                <a:gd name="T8" fmla="*/ 0 w 231"/>
                <a:gd name="T9" fmla="*/ 815 h 2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1" h="217">
                  <a:moveTo>
                    <a:pt x="0" y="129"/>
                  </a:moveTo>
                  <a:lnTo>
                    <a:pt x="193" y="0"/>
                  </a:lnTo>
                  <a:lnTo>
                    <a:pt x="231" y="24"/>
                  </a:lnTo>
                  <a:lnTo>
                    <a:pt x="160" y="217"/>
                  </a:lnTo>
                  <a:lnTo>
                    <a:pt x="0" y="129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2000" y="1440"/>
              <a:ext cx="232" cy="450"/>
            </a:xfrm>
            <a:custGeom>
              <a:avLst/>
              <a:gdLst>
                <a:gd name="T0" fmla="*/ 0 w 232"/>
                <a:gd name="T1" fmla="*/ 450 h 450"/>
                <a:gd name="T2" fmla="*/ 232 w 232"/>
                <a:gd name="T3" fmla="*/ 328 h 450"/>
                <a:gd name="T4" fmla="*/ 232 w 232"/>
                <a:gd name="T5" fmla="*/ 0 h 450"/>
                <a:gd name="T6" fmla="*/ 0 w 232"/>
                <a:gd name="T7" fmla="*/ 450 h 4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2" h="450">
                  <a:moveTo>
                    <a:pt x="0" y="450"/>
                  </a:moveTo>
                  <a:lnTo>
                    <a:pt x="232" y="328"/>
                  </a:lnTo>
                  <a:lnTo>
                    <a:pt x="232" y="0"/>
                  </a:lnTo>
                  <a:lnTo>
                    <a:pt x="0" y="450"/>
                  </a:lnTo>
                  <a:close/>
                </a:path>
              </a:pathLst>
            </a:custGeom>
            <a:gradFill rotWithShape="0">
              <a:gsLst>
                <a:gs pos="0">
                  <a:srgbClr val="FF9966"/>
                </a:gs>
                <a:gs pos="100000">
                  <a:srgbClr val="B96F4A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1800" y="1318"/>
              <a:ext cx="442" cy="586"/>
            </a:xfrm>
            <a:custGeom>
              <a:avLst/>
              <a:gdLst>
                <a:gd name="T0" fmla="*/ 0 w 442"/>
                <a:gd name="T1" fmla="*/ 450 h 586"/>
                <a:gd name="T2" fmla="*/ 192 w 442"/>
                <a:gd name="T3" fmla="*/ 586 h 586"/>
                <a:gd name="T4" fmla="*/ 442 w 442"/>
                <a:gd name="T5" fmla="*/ 120 h 586"/>
                <a:gd name="T6" fmla="*/ 227 w 442"/>
                <a:gd name="T7" fmla="*/ 0 h 586"/>
                <a:gd name="T8" fmla="*/ 0 w 442"/>
                <a:gd name="T9" fmla="*/ 450 h 5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2" h="586">
                  <a:moveTo>
                    <a:pt x="0" y="450"/>
                  </a:moveTo>
                  <a:lnTo>
                    <a:pt x="192" y="586"/>
                  </a:lnTo>
                  <a:lnTo>
                    <a:pt x="442" y="120"/>
                  </a:lnTo>
                  <a:lnTo>
                    <a:pt x="227" y="0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rgbClr val="FF99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Freeform 58"/>
            <p:cNvSpPr/>
            <p:nvPr/>
          </p:nvSpPr>
          <p:spPr bwMode="auto">
            <a:xfrm rot="14392234" flipH="1">
              <a:off x="2112" y="1676"/>
              <a:ext cx="177" cy="383"/>
            </a:xfrm>
            <a:custGeom>
              <a:avLst/>
              <a:gdLst>
                <a:gd name="T0" fmla="*/ 0 w 407"/>
                <a:gd name="T1" fmla="*/ 0 h 880"/>
                <a:gd name="T2" fmla="*/ 0 w 407"/>
                <a:gd name="T3" fmla="*/ 0 h 880"/>
                <a:gd name="T4" fmla="*/ 0 w 407"/>
                <a:gd name="T5" fmla="*/ 0 h 880"/>
                <a:gd name="T6" fmla="*/ 0 w 407"/>
                <a:gd name="T7" fmla="*/ 0 h 880"/>
                <a:gd name="T8" fmla="*/ 0 w 407"/>
                <a:gd name="T9" fmla="*/ 0 h 8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7" h="880">
                  <a:moveTo>
                    <a:pt x="0" y="0"/>
                  </a:moveTo>
                  <a:lnTo>
                    <a:pt x="0" y="670"/>
                  </a:lnTo>
                  <a:lnTo>
                    <a:pt x="400" y="880"/>
                  </a:lnTo>
                  <a:lnTo>
                    <a:pt x="407" y="233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59"/>
            <p:cNvSpPr/>
            <p:nvPr/>
          </p:nvSpPr>
          <p:spPr bwMode="auto">
            <a:xfrm>
              <a:off x="2167" y="1430"/>
              <a:ext cx="409" cy="749"/>
            </a:xfrm>
            <a:custGeom>
              <a:avLst/>
              <a:gdLst>
                <a:gd name="T0" fmla="*/ 1245 w 340"/>
                <a:gd name="T1" fmla="*/ 539 h 623"/>
                <a:gd name="T2" fmla="*/ 2156 w 340"/>
                <a:gd name="T3" fmla="*/ 0 h 623"/>
                <a:gd name="T4" fmla="*/ 2156 w 340"/>
                <a:gd name="T5" fmla="*/ 2572 h 623"/>
                <a:gd name="T6" fmla="*/ 0 w 340"/>
                <a:gd name="T7" fmla="*/ 3928 h 623"/>
                <a:gd name="T8" fmla="*/ 2 w 340"/>
                <a:gd name="T9" fmla="*/ 2893 h 623"/>
                <a:gd name="T10" fmla="*/ 1245 w 340"/>
                <a:gd name="T11" fmla="*/ 2121 h 623"/>
                <a:gd name="T12" fmla="*/ 1245 w 340"/>
                <a:gd name="T13" fmla="*/ 539 h 6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0" h="623">
                  <a:moveTo>
                    <a:pt x="196" y="86"/>
                  </a:moveTo>
                  <a:lnTo>
                    <a:pt x="340" y="0"/>
                  </a:lnTo>
                  <a:lnTo>
                    <a:pt x="340" y="408"/>
                  </a:lnTo>
                  <a:lnTo>
                    <a:pt x="0" y="623"/>
                  </a:lnTo>
                  <a:lnTo>
                    <a:pt x="2" y="458"/>
                  </a:lnTo>
                  <a:lnTo>
                    <a:pt x="196" y="336"/>
                  </a:lnTo>
                  <a:lnTo>
                    <a:pt x="196" y="86"/>
                  </a:lnTo>
                  <a:close/>
                </a:path>
              </a:pathLst>
            </a:custGeom>
            <a:gradFill rotWithShape="0">
              <a:gsLst>
                <a:gs pos="0">
                  <a:srgbClr val="00CC00"/>
                </a:gs>
                <a:gs pos="100000">
                  <a:srgbClr val="005E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60"/>
            <p:cNvSpPr/>
            <p:nvPr/>
          </p:nvSpPr>
          <p:spPr bwMode="auto">
            <a:xfrm rot="14392234" flipH="1">
              <a:off x="1544" y="1722"/>
              <a:ext cx="712" cy="414"/>
            </a:xfrm>
            <a:custGeom>
              <a:avLst/>
              <a:gdLst>
                <a:gd name="T0" fmla="*/ 0 w 1637"/>
                <a:gd name="T1" fmla="*/ 0 h 953"/>
                <a:gd name="T2" fmla="*/ 0 w 1637"/>
                <a:gd name="T3" fmla="*/ 0 h 953"/>
                <a:gd name="T4" fmla="*/ 0 w 1637"/>
                <a:gd name="T5" fmla="*/ 0 h 953"/>
                <a:gd name="T6" fmla="*/ 0 w 1637"/>
                <a:gd name="T7" fmla="*/ 0 h 953"/>
                <a:gd name="T8" fmla="*/ 0 w 1637"/>
                <a:gd name="T9" fmla="*/ 0 h 9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37" h="953">
                  <a:moveTo>
                    <a:pt x="0" y="225"/>
                  </a:moveTo>
                  <a:lnTo>
                    <a:pt x="1237" y="953"/>
                  </a:lnTo>
                  <a:lnTo>
                    <a:pt x="1637" y="720"/>
                  </a:lnTo>
                  <a:lnTo>
                    <a:pt x="386" y="0"/>
                  </a:lnTo>
                  <a:lnTo>
                    <a:pt x="0" y="225"/>
                  </a:lnTo>
                  <a:close/>
                </a:path>
              </a:pathLst>
            </a:custGeom>
            <a:gradFill rotWithShape="0">
              <a:gsLst>
                <a:gs pos="0">
                  <a:srgbClr val="0084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61"/>
            <p:cNvSpPr/>
            <p:nvPr/>
          </p:nvSpPr>
          <p:spPr bwMode="auto">
            <a:xfrm rot="14392234" flipH="1">
              <a:off x="1948" y="1072"/>
              <a:ext cx="541" cy="515"/>
            </a:xfrm>
            <a:custGeom>
              <a:avLst/>
              <a:gdLst>
                <a:gd name="T0" fmla="*/ 0 w 1244"/>
                <a:gd name="T1" fmla="*/ 0 h 1186"/>
                <a:gd name="T2" fmla="*/ 0 w 1244"/>
                <a:gd name="T3" fmla="*/ 0 h 1186"/>
                <a:gd name="T4" fmla="*/ 0 w 1244"/>
                <a:gd name="T5" fmla="*/ 0 h 1186"/>
                <a:gd name="T6" fmla="*/ 0 w 1244"/>
                <a:gd name="T7" fmla="*/ 0 h 1186"/>
                <a:gd name="T8" fmla="*/ 0 w 1244"/>
                <a:gd name="T9" fmla="*/ 0 h 1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44" h="1186">
                  <a:moveTo>
                    <a:pt x="0" y="0"/>
                  </a:moveTo>
                  <a:lnTo>
                    <a:pt x="0" y="466"/>
                  </a:lnTo>
                  <a:lnTo>
                    <a:pt x="1244" y="1186"/>
                  </a:lnTo>
                  <a:lnTo>
                    <a:pt x="1244" y="72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5E00"/>
                </a:gs>
                <a:gs pos="100000">
                  <a:srgbClr val="00CC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" name="Line 62"/>
          <p:cNvSpPr>
            <a:spLocks noChangeShapeType="1"/>
          </p:cNvSpPr>
          <p:nvPr/>
        </p:nvSpPr>
        <p:spPr bwMode="auto">
          <a:xfrm>
            <a:off x="814142" y="2886018"/>
            <a:ext cx="336550" cy="4762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Line 63"/>
          <p:cNvSpPr>
            <a:spLocks noChangeShapeType="1"/>
          </p:cNvSpPr>
          <p:nvPr/>
        </p:nvSpPr>
        <p:spPr bwMode="auto">
          <a:xfrm>
            <a:off x="4713042" y="2957455"/>
            <a:ext cx="317500" cy="4413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0" name="Group 103"/>
          <p:cNvGrpSpPr/>
          <p:nvPr/>
        </p:nvGrpSpPr>
        <p:grpSpPr bwMode="auto">
          <a:xfrm>
            <a:off x="10264568" y="1359498"/>
            <a:ext cx="1254125" cy="1682750"/>
            <a:chOff x="3127" y="1134"/>
            <a:chExt cx="1680" cy="2255"/>
          </a:xfrm>
        </p:grpSpPr>
        <p:sp>
          <p:nvSpPr>
            <p:cNvPr id="91" name="Freeform 104"/>
            <p:cNvSpPr/>
            <p:nvPr/>
          </p:nvSpPr>
          <p:spPr bwMode="auto">
            <a:xfrm>
              <a:off x="3127" y="1767"/>
              <a:ext cx="1389" cy="691"/>
            </a:xfrm>
            <a:custGeom>
              <a:avLst/>
              <a:gdLst>
                <a:gd name="T0" fmla="*/ 422 w 1389"/>
                <a:gd name="T1" fmla="*/ 0 h 691"/>
                <a:gd name="T2" fmla="*/ 0 w 1389"/>
                <a:gd name="T3" fmla="*/ 233 h 691"/>
                <a:gd name="T4" fmla="*/ 800 w 1389"/>
                <a:gd name="T5" fmla="*/ 691 h 691"/>
                <a:gd name="T6" fmla="*/ 1389 w 1389"/>
                <a:gd name="T7" fmla="*/ 351 h 691"/>
                <a:gd name="T8" fmla="*/ 422 w 1389"/>
                <a:gd name="T9" fmla="*/ 0 h 6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89" h="691">
                  <a:moveTo>
                    <a:pt x="422" y="0"/>
                  </a:moveTo>
                  <a:lnTo>
                    <a:pt x="0" y="233"/>
                  </a:lnTo>
                  <a:lnTo>
                    <a:pt x="800" y="691"/>
                  </a:lnTo>
                  <a:lnTo>
                    <a:pt x="1389" y="351"/>
                  </a:lnTo>
                  <a:lnTo>
                    <a:pt x="422" y="0"/>
                  </a:lnTo>
                  <a:close/>
                </a:path>
              </a:pathLst>
            </a:custGeom>
            <a:gradFill rotWithShape="0">
              <a:gsLst>
                <a:gs pos="0">
                  <a:srgbClr val="185E18"/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Freeform 105"/>
            <p:cNvSpPr/>
            <p:nvPr/>
          </p:nvSpPr>
          <p:spPr bwMode="auto">
            <a:xfrm>
              <a:off x="3541" y="1506"/>
              <a:ext cx="1266" cy="1869"/>
            </a:xfrm>
            <a:custGeom>
              <a:avLst/>
              <a:gdLst>
                <a:gd name="T0" fmla="*/ 0 w 1266"/>
                <a:gd name="T1" fmla="*/ 0 h 1869"/>
                <a:gd name="T2" fmla="*/ 0 w 1266"/>
                <a:gd name="T3" fmla="*/ 269 h 1869"/>
                <a:gd name="T4" fmla="*/ 8 w 1266"/>
                <a:gd name="T5" fmla="*/ 327 h 1869"/>
                <a:gd name="T6" fmla="*/ 30 w 1266"/>
                <a:gd name="T7" fmla="*/ 385 h 1869"/>
                <a:gd name="T8" fmla="*/ 73 w 1266"/>
                <a:gd name="T9" fmla="*/ 451 h 1869"/>
                <a:gd name="T10" fmla="*/ 153 w 1266"/>
                <a:gd name="T11" fmla="*/ 531 h 1869"/>
                <a:gd name="T12" fmla="*/ 219 w 1266"/>
                <a:gd name="T13" fmla="*/ 567 h 1869"/>
                <a:gd name="T14" fmla="*/ 306 w 1266"/>
                <a:gd name="T15" fmla="*/ 611 h 1869"/>
                <a:gd name="T16" fmla="*/ 422 w 1266"/>
                <a:gd name="T17" fmla="*/ 647 h 1869"/>
                <a:gd name="T18" fmla="*/ 531 w 1266"/>
                <a:gd name="T19" fmla="*/ 661 h 1869"/>
                <a:gd name="T20" fmla="*/ 662 w 1266"/>
                <a:gd name="T21" fmla="*/ 669 h 1869"/>
                <a:gd name="T22" fmla="*/ 749 w 1266"/>
                <a:gd name="T23" fmla="*/ 654 h 1869"/>
                <a:gd name="T24" fmla="*/ 822 w 1266"/>
                <a:gd name="T25" fmla="*/ 647 h 1869"/>
                <a:gd name="T26" fmla="*/ 902 w 1266"/>
                <a:gd name="T27" fmla="*/ 632 h 1869"/>
                <a:gd name="T28" fmla="*/ 975 w 1266"/>
                <a:gd name="T29" fmla="*/ 603 h 1869"/>
                <a:gd name="T30" fmla="*/ 1033 w 1266"/>
                <a:gd name="T31" fmla="*/ 567 h 1869"/>
                <a:gd name="T32" fmla="*/ 1048 w 1266"/>
                <a:gd name="T33" fmla="*/ 560 h 1869"/>
                <a:gd name="T34" fmla="*/ 1048 w 1266"/>
                <a:gd name="T35" fmla="*/ 1469 h 1869"/>
                <a:gd name="T36" fmla="*/ 1040 w 1266"/>
                <a:gd name="T37" fmla="*/ 1491 h 1869"/>
                <a:gd name="T38" fmla="*/ 429 w 1266"/>
                <a:gd name="T39" fmla="*/ 1847 h 1869"/>
                <a:gd name="T40" fmla="*/ 509 w 1266"/>
                <a:gd name="T41" fmla="*/ 1854 h 1869"/>
                <a:gd name="T42" fmla="*/ 597 w 1266"/>
                <a:gd name="T43" fmla="*/ 1869 h 1869"/>
                <a:gd name="T44" fmla="*/ 684 w 1266"/>
                <a:gd name="T45" fmla="*/ 1862 h 1869"/>
                <a:gd name="T46" fmla="*/ 779 w 1266"/>
                <a:gd name="T47" fmla="*/ 1854 h 1869"/>
                <a:gd name="T48" fmla="*/ 873 w 1266"/>
                <a:gd name="T49" fmla="*/ 1840 h 1869"/>
                <a:gd name="T50" fmla="*/ 975 w 1266"/>
                <a:gd name="T51" fmla="*/ 1811 h 1869"/>
                <a:gd name="T52" fmla="*/ 1055 w 1266"/>
                <a:gd name="T53" fmla="*/ 1767 h 1869"/>
                <a:gd name="T54" fmla="*/ 1120 w 1266"/>
                <a:gd name="T55" fmla="*/ 1723 h 1869"/>
                <a:gd name="T56" fmla="*/ 1179 w 1266"/>
                <a:gd name="T57" fmla="*/ 1672 h 1869"/>
                <a:gd name="T58" fmla="*/ 1215 w 1266"/>
                <a:gd name="T59" fmla="*/ 1621 h 1869"/>
                <a:gd name="T60" fmla="*/ 1251 w 1266"/>
                <a:gd name="T61" fmla="*/ 1556 h 1869"/>
                <a:gd name="T62" fmla="*/ 1266 w 1266"/>
                <a:gd name="T63" fmla="*/ 1469 h 1869"/>
                <a:gd name="T64" fmla="*/ 1266 w 1266"/>
                <a:gd name="T65" fmla="*/ 14 h 1869"/>
                <a:gd name="T66" fmla="*/ 0 w 1266"/>
                <a:gd name="T67" fmla="*/ 0 h 18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66" h="1869">
                  <a:moveTo>
                    <a:pt x="0" y="0"/>
                  </a:moveTo>
                  <a:lnTo>
                    <a:pt x="0" y="269"/>
                  </a:lnTo>
                  <a:lnTo>
                    <a:pt x="8" y="327"/>
                  </a:lnTo>
                  <a:lnTo>
                    <a:pt x="30" y="385"/>
                  </a:lnTo>
                  <a:lnTo>
                    <a:pt x="73" y="451"/>
                  </a:lnTo>
                  <a:lnTo>
                    <a:pt x="153" y="531"/>
                  </a:lnTo>
                  <a:lnTo>
                    <a:pt x="219" y="567"/>
                  </a:lnTo>
                  <a:lnTo>
                    <a:pt x="306" y="611"/>
                  </a:lnTo>
                  <a:lnTo>
                    <a:pt x="422" y="647"/>
                  </a:lnTo>
                  <a:lnTo>
                    <a:pt x="531" y="661"/>
                  </a:lnTo>
                  <a:lnTo>
                    <a:pt x="662" y="669"/>
                  </a:lnTo>
                  <a:lnTo>
                    <a:pt x="749" y="654"/>
                  </a:lnTo>
                  <a:lnTo>
                    <a:pt x="822" y="647"/>
                  </a:lnTo>
                  <a:lnTo>
                    <a:pt x="902" y="632"/>
                  </a:lnTo>
                  <a:lnTo>
                    <a:pt x="975" y="603"/>
                  </a:lnTo>
                  <a:lnTo>
                    <a:pt x="1033" y="567"/>
                  </a:lnTo>
                  <a:lnTo>
                    <a:pt x="1048" y="560"/>
                  </a:lnTo>
                  <a:lnTo>
                    <a:pt x="1048" y="1469"/>
                  </a:lnTo>
                  <a:lnTo>
                    <a:pt x="1040" y="1491"/>
                  </a:lnTo>
                  <a:lnTo>
                    <a:pt x="429" y="1847"/>
                  </a:lnTo>
                  <a:lnTo>
                    <a:pt x="509" y="1854"/>
                  </a:lnTo>
                  <a:lnTo>
                    <a:pt x="597" y="1869"/>
                  </a:lnTo>
                  <a:lnTo>
                    <a:pt x="684" y="1862"/>
                  </a:lnTo>
                  <a:lnTo>
                    <a:pt x="779" y="1854"/>
                  </a:lnTo>
                  <a:lnTo>
                    <a:pt x="873" y="1840"/>
                  </a:lnTo>
                  <a:lnTo>
                    <a:pt x="975" y="1811"/>
                  </a:lnTo>
                  <a:lnTo>
                    <a:pt x="1055" y="1767"/>
                  </a:lnTo>
                  <a:lnTo>
                    <a:pt x="1120" y="1723"/>
                  </a:lnTo>
                  <a:lnTo>
                    <a:pt x="1179" y="1672"/>
                  </a:lnTo>
                  <a:lnTo>
                    <a:pt x="1215" y="1621"/>
                  </a:lnTo>
                  <a:lnTo>
                    <a:pt x="1251" y="1556"/>
                  </a:lnTo>
                  <a:lnTo>
                    <a:pt x="1266" y="1469"/>
                  </a:lnTo>
                  <a:lnTo>
                    <a:pt x="1266" y="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216321"/>
                </a:gs>
                <a:gs pos="50000">
                  <a:srgbClr val="339933"/>
                </a:gs>
                <a:gs pos="100000">
                  <a:srgbClr val="21632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106"/>
            <p:cNvSpPr/>
            <p:nvPr/>
          </p:nvSpPr>
          <p:spPr bwMode="auto">
            <a:xfrm>
              <a:off x="3539" y="1134"/>
              <a:ext cx="1268" cy="805"/>
            </a:xfrm>
            <a:custGeom>
              <a:avLst/>
              <a:gdLst>
                <a:gd name="T0" fmla="*/ 0 w 7610"/>
                <a:gd name="T1" fmla="*/ 0 h 4831"/>
                <a:gd name="T2" fmla="*/ 0 w 7610"/>
                <a:gd name="T3" fmla="*/ 0 h 4831"/>
                <a:gd name="T4" fmla="*/ 0 w 7610"/>
                <a:gd name="T5" fmla="*/ 0 h 4831"/>
                <a:gd name="T6" fmla="*/ 0 w 7610"/>
                <a:gd name="T7" fmla="*/ 0 h 4831"/>
                <a:gd name="T8" fmla="*/ 0 w 7610"/>
                <a:gd name="T9" fmla="*/ 0 h 4831"/>
                <a:gd name="T10" fmla="*/ 0 w 7610"/>
                <a:gd name="T11" fmla="*/ 0 h 4831"/>
                <a:gd name="T12" fmla="*/ 0 w 7610"/>
                <a:gd name="T13" fmla="*/ 0 h 4831"/>
                <a:gd name="T14" fmla="*/ 0 w 7610"/>
                <a:gd name="T15" fmla="*/ 0 h 4831"/>
                <a:gd name="T16" fmla="*/ 0 w 7610"/>
                <a:gd name="T17" fmla="*/ 0 h 4831"/>
                <a:gd name="T18" fmla="*/ 0 w 7610"/>
                <a:gd name="T19" fmla="*/ 0 h 4831"/>
                <a:gd name="T20" fmla="*/ 0 w 7610"/>
                <a:gd name="T21" fmla="*/ 0 h 4831"/>
                <a:gd name="T22" fmla="*/ 0 w 7610"/>
                <a:gd name="T23" fmla="*/ 0 h 4831"/>
                <a:gd name="T24" fmla="*/ 0 w 7610"/>
                <a:gd name="T25" fmla="*/ 0 h 4831"/>
                <a:gd name="T26" fmla="*/ 0 w 7610"/>
                <a:gd name="T27" fmla="*/ 0 h 4831"/>
                <a:gd name="T28" fmla="*/ 0 w 7610"/>
                <a:gd name="T29" fmla="*/ 0 h 4831"/>
                <a:gd name="T30" fmla="*/ 0 w 7610"/>
                <a:gd name="T31" fmla="*/ 0 h 4831"/>
                <a:gd name="T32" fmla="*/ 0 w 7610"/>
                <a:gd name="T33" fmla="*/ 0 h 4831"/>
                <a:gd name="T34" fmla="*/ 0 w 7610"/>
                <a:gd name="T35" fmla="*/ 0 h 4831"/>
                <a:gd name="T36" fmla="*/ 0 w 7610"/>
                <a:gd name="T37" fmla="*/ 0 h 4831"/>
                <a:gd name="T38" fmla="*/ 0 w 7610"/>
                <a:gd name="T39" fmla="*/ 0 h 4831"/>
                <a:gd name="T40" fmla="*/ 0 w 7610"/>
                <a:gd name="T41" fmla="*/ 0 h 4831"/>
                <a:gd name="T42" fmla="*/ 0 w 7610"/>
                <a:gd name="T43" fmla="*/ 0 h 4831"/>
                <a:gd name="T44" fmla="*/ 0 w 7610"/>
                <a:gd name="T45" fmla="*/ 0 h 4831"/>
                <a:gd name="T46" fmla="*/ 0 w 7610"/>
                <a:gd name="T47" fmla="*/ 0 h 4831"/>
                <a:gd name="T48" fmla="*/ 0 w 7610"/>
                <a:gd name="T49" fmla="*/ 0 h 4831"/>
                <a:gd name="T50" fmla="*/ 0 w 7610"/>
                <a:gd name="T51" fmla="*/ 0 h 4831"/>
                <a:gd name="T52" fmla="*/ 0 w 7610"/>
                <a:gd name="T53" fmla="*/ 0 h 4831"/>
                <a:gd name="T54" fmla="*/ 0 w 7610"/>
                <a:gd name="T55" fmla="*/ 0 h 4831"/>
                <a:gd name="T56" fmla="*/ 0 w 7610"/>
                <a:gd name="T57" fmla="*/ 0 h 4831"/>
                <a:gd name="T58" fmla="*/ 0 w 7610"/>
                <a:gd name="T59" fmla="*/ 0 h 4831"/>
                <a:gd name="T60" fmla="*/ 0 w 7610"/>
                <a:gd name="T61" fmla="*/ 0 h 4831"/>
                <a:gd name="T62" fmla="*/ 0 w 7610"/>
                <a:gd name="T63" fmla="*/ 0 h 4831"/>
                <a:gd name="T64" fmla="*/ 0 w 7610"/>
                <a:gd name="T65" fmla="*/ 0 h 4831"/>
                <a:gd name="T66" fmla="*/ 0 w 7610"/>
                <a:gd name="T67" fmla="*/ 0 h 4831"/>
                <a:gd name="T68" fmla="*/ 0 w 7610"/>
                <a:gd name="T69" fmla="*/ 0 h 483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610" h="4831">
                  <a:moveTo>
                    <a:pt x="0" y="2415"/>
                  </a:moveTo>
                  <a:lnTo>
                    <a:pt x="69" y="1958"/>
                  </a:lnTo>
                  <a:lnTo>
                    <a:pt x="274" y="1517"/>
                  </a:lnTo>
                  <a:lnTo>
                    <a:pt x="606" y="1107"/>
                  </a:lnTo>
                  <a:lnTo>
                    <a:pt x="1054" y="747"/>
                  </a:lnTo>
                  <a:lnTo>
                    <a:pt x="1602" y="445"/>
                  </a:lnTo>
                  <a:lnTo>
                    <a:pt x="2230" y="216"/>
                  </a:lnTo>
                  <a:lnTo>
                    <a:pt x="2914" y="65"/>
                  </a:lnTo>
                  <a:lnTo>
                    <a:pt x="3632" y="0"/>
                  </a:lnTo>
                  <a:lnTo>
                    <a:pt x="4356" y="22"/>
                  </a:lnTo>
                  <a:lnTo>
                    <a:pt x="5061" y="130"/>
                  </a:lnTo>
                  <a:lnTo>
                    <a:pt x="5720" y="320"/>
                  </a:lnTo>
                  <a:lnTo>
                    <a:pt x="6310" y="588"/>
                  </a:lnTo>
                  <a:lnTo>
                    <a:pt x="6811" y="921"/>
                  </a:lnTo>
                  <a:lnTo>
                    <a:pt x="7203" y="1307"/>
                  </a:lnTo>
                  <a:lnTo>
                    <a:pt x="7472" y="1734"/>
                  </a:lnTo>
                  <a:lnTo>
                    <a:pt x="7610" y="2186"/>
                  </a:lnTo>
                  <a:lnTo>
                    <a:pt x="7610" y="2646"/>
                  </a:lnTo>
                  <a:lnTo>
                    <a:pt x="7472" y="3097"/>
                  </a:lnTo>
                  <a:lnTo>
                    <a:pt x="7203" y="3524"/>
                  </a:lnTo>
                  <a:lnTo>
                    <a:pt x="6811" y="3910"/>
                  </a:lnTo>
                  <a:lnTo>
                    <a:pt x="6310" y="4244"/>
                  </a:lnTo>
                  <a:lnTo>
                    <a:pt x="5720" y="4511"/>
                  </a:lnTo>
                  <a:lnTo>
                    <a:pt x="5061" y="4701"/>
                  </a:lnTo>
                  <a:lnTo>
                    <a:pt x="4356" y="4809"/>
                  </a:lnTo>
                  <a:lnTo>
                    <a:pt x="3632" y="4831"/>
                  </a:lnTo>
                  <a:lnTo>
                    <a:pt x="2914" y="4766"/>
                  </a:lnTo>
                  <a:lnTo>
                    <a:pt x="2230" y="4615"/>
                  </a:lnTo>
                  <a:lnTo>
                    <a:pt x="1602" y="4386"/>
                  </a:lnTo>
                  <a:lnTo>
                    <a:pt x="1054" y="4084"/>
                  </a:lnTo>
                  <a:lnTo>
                    <a:pt x="606" y="3723"/>
                  </a:lnTo>
                  <a:lnTo>
                    <a:pt x="274" y="3314"/>
                  </a:lnTo>
                  <a:lnTo>
                    <a:pt x="69" y="2873"/>
                  </a:lnTo>
                  <a:lnTo>
                    <a:pt x="0" y="2415"/>
                  </a:lnTo>
                  <a:lnTo>
                    <a:pt x="1" y="2415"/>
                  </a:lnTo>
                </a:path>
              </a:pathLst>
            </a:cu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107"/>
            <p:cNvSpPr/>
            <p:nvPr/>
          </p:nvSpPr>
          <p:spPr bwMode="auto">
            <a:xfrm>
              <a:off x="3920" y="2058"/>
              <a:ext cx="683" cy="1331"/>
            </a:xfrm>
            <a:custGeom>
              <a:avLst/>
              <a:gdLst>
                <a:gd name="T0" fmla="*/ 683 w 683"/>
                <a:gd name="T1" fmla="*/ 0 h 1331"/>
                <a:gd name="T2" fmla="*/ 0 w 683"/>
                <a:gd name="T3" fmla="*/ 386 h 1331"/>
                <a:gd name="T4" fmla="*/ 0 w 683"/>
                <a:gd name="T5" fmla="*/ 1331 h 1331"/>
                <a:gd name="T6" fmla="*/ 683 w 683"/>
                <a:gd name="T7" fmla="*/ 946 h 1331"/>
                <a:gd name="T8" fmla="*/ 683 w 683"/>
                <a:gd name="T9" fmla="*/ 0 h 13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3" h="1331">
                  <a:moveTo>
                    <a:pt x="683" y="0"/>
                  </a:moveTo>
                  <a:lnTo>
                    <a:pt x="0" y="386"/>
                  </a:lnTo>
                  <a:lnTo>
                    <a:pt x="0" y="1331"/>
                  </a:lnTo>
                  <a:lnTo>
                    <a:pt x="683" y="946"/>
                  </a:lnTo>
                  <a:lnTo>
                    <a:pt x="683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267226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108"/>
            <p:cNvSpPr/>
            <p:nvPr/>
          </p:nvSpPr>
          <p:spPr bwMode="auto">
            <a:xfrm>
              <a:off x="3127" y="1985"/>
              <a:ext cx="793" cy="1398"/>
            </a:xfrm>
            <a:custGeom>
              <a:avLst/>
              <a:gdLst>
                <a:gd name="T0" fmla="*/ 0 w 793"/>
                <a:gd name="T1" fmla="*/ 0 h 1396"/>
                <a:gd name="T2" fmla="*/ 0 w 793"/>
                <a:gd name="T3" fmla="*/ 945 h 1396"/>
                <a:gd name="T4" fmla="*/ 793 w 793"/>
                <a:gd name="T5" fmla="*/ 1396 h 1396"/>
                <a:gd name="T6" fmla="*/ 793 w 793"/>
                <a:gd name="T7" fmla="*/ 465 h 1396"/>
                <a:gd name="T8" fmla="*/ 0 w 793"/>
                <a:gd name="T9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3" h="1396">
                  <a:moveTo>
                    <a:pt x="0" y="0"/>
                  </a:moveTo>
                  <a:lnTo>
                    <a:pt x="0" y="945"/>
                  </a:lnTo>
                  <a:lnTo>
                    <a:pt x="793" y="1396"/>
                  </a:lnTo>
                  <a:lnTo>
                    <a:pt x="793" y="46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CC99">
                    <a:gamma/>
                    <a:shade val="60784"/>
                    <a:invGamma/>
                  </a:srgbClr>
                </a:gs>
                <a:gs pos="100000">
                  <a:srgbClr val="00CC99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96" name="Group 109"/>
          <p:cNvGrpSpPr/>
          <p:nvPr/>
        </p:nvGrpSpPr>
        <p:grpSpPr bwMode="auto">
          <a:xfrm>
            <a:off x="8128009" y="1209239"/>
            <a:ext cx="1581150" cy="1824037"/>
            <a:chOff x="1804" y="2357"/>
            <a:chExt cx="996" cy="1149"/>
          </a:xfrm>
        </p:grpSpPr>
        <p:sp>
          <p:nvSpPr>
            <p:cNvPr id="97" name="Freeform 110"/>
            <p:cNvSpPr/>
            <p:nvPr/>
          </p:nvSpPr>
          <p:spPr bwMode="auto">
            <a:xfrm rot="3605792" flipV="1">
              <a:off x="1826" y="2531"/>
              <a:ext cx="1030" cy="919"/>
            </a:xfrm>
            <a:custGeom>
              <a:avLst/>
              <a:gdLst>
                <a:gd name="T0" fmla="*/ 0 w 1956"/>
                <a:gd name="T1" fmla="*/ 1 h 1745"/>
                <a:gd name="T2" fmla="*/ 2 w 1956"/>
                <a:gd name="T3" fmla="*/ 0 h 1745"/>
                <a:gd name="T4" fmla="*/ 2 w 1956"/>
                <a:gd name="T5" fmla="*/ 1 h 1745"/>
                <a:gd name="T6" fmla="*/ 3 w 1956"/>
                <a:gd name="T7" fmla="*/ 1 h 1745"/>
                <a:gd name="T8" fmla="*/ 3 w 1956"/>
                <a:gd name="T9" fmla="*/ 1 h 1745"/>
                <a:gd name="T10" fmla="*/ 3 w 1956"/>
                <a:gd name="T11" fmla="*/ 1 h 1745"/>
                <a:gd name="T12" fmla="*/ 3 w 1956"/>
                <a:gd name="T13" fmla="*/ 1 h 1745"/>
                <a:gd name="T14" fmla="*/ 3 w 1956"/>
                <a:gd name="T15" fmla="*/ 1 h 1745"/>
                <a:gd name="T16" fmla="*/ 3 w 1956"/>
                <a:gd name="T17" fmla="*/ 1 h 1745"/>
                <a:gd name="T18" fmla="*/ 3 w 1956"/>
                <a:gd name="T19" fmla="*/ 1 h 1745"/>
                <a:gd name="T20" fmla="*/ 3 w 1956"/>
                <a:gd name="T21" fmla="*/ 1 h 1745"/>
                <a:gd name="T22" fmla="*/ 3 w 1956"/>
                <a:gd name="T23" fmla="*/ 1 h 1745"/>
                <a:gd name="T24" fmla="*/ 3 w 1956"/>
                <a:gd name="T25" fmla="*/ 2 h 1745"/>
                <a:gd name="T26" fmla="*/ 3 w 1956"/>
                <a:gd name="T27" fmla="*/ 2 h 1745"/>
                <a:gd name="T28" fmla="*/ 3 w 1956"/>
                <a:gd name="T29" fmla="*/ 2 h 1745"/>
                <a:gd name="T30" fmla="*/ 1 w 1956"/>
                <a:gd name="T31" fmla="*/ 3 h 1745"/>
                <a:gd name="T32" fmla="*/ 0 w 1956"/>
                <a:gd name="T33" fmla="*/ 1 h 174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956" h="1745">
                  <a:moveTo>
                    <a:pt x="0" y="741"/>
                  </a:moveTo>
                  <a:lnTo>
                    <a:pt x="1360" y="0"/>
                  </a:lnTo>
                  <a:lnTo>
                    <a:pt x="1462" y="7"/>
                  </a:lnTo>
                  <a:lnTo>
                    <a:pt x="1549" y="36"/>
                  </a:lnTo>
                  <a:lnTo>
                    <a:pt x="1629" y="80"/>
                  </a:lnTo>
                  <a:lnTo>
                    <a:pt x="1694" y="131"/>
                  </a:lnTo>
                  <a:lnTo>
                    <a:pt x="1774" y="225"/>
                  </a:lnTo>
                  <a:lnTo>
                    <a:pt x="1847" y="320"/>
                  </a:lnTo>
                  <a:lnTo>
                    <a:pt x="1898" y="429"/>
                  </a:lnTo>
                  <a:lnTo>
                    <a:pt x="1934" y="545"/>
                  </a:lnTo>
                  <a:lnTo>
                    <a:pt x="1956" y="639"/>
                  </a:lnTo>
                  <a:lnTo>
                    <a:pt x="1956" y="756"/>
                  </a:lnTo>
                  <a:lnTo>
                    <a:pt x="1941" y="843"/>
                  </a:lnTo>
                  <a:lnTo>
                    <a:pt x="1905" y="916"/>
                  </a:lnTo>
                  <a:lnTo>
                    <a:pt x="1847" y="996"/>
                  </a:lnTo>
                  <a:lnTo>
                    <a:pt x="552" y="1745"/>
                  </a:lnTo>
                  <a:lnTo>
                    <a:pt x="0" y="741"/>
                  </a:lnTo>
                  <a:close/>
                </a:path>
              </a:pathLst>
            </a:custGeom>
            <a:gradFill rotWithShape="0">
              <a:gsLst>
                <a:gs pos="0">
                  <a:srgbClr val="184718"/>
                </a:gs>
                <a:gs pos="50000">
                  <a:srgbClr val="339933"/>
                </a:gs>
                <a:gs pos="100000">
                  <a:srgbClr val="184718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111"/>
            <p:cNvSpPr/>
            <p:nvPr/>
          </p:nvSpPr>
          <p:spPr bwMode="auto">
            <a:xfrm>
              <a:off x="1835" y="2780"/>
              <a:ext cx="709" cy="639"/>
            </a:xfrm>
            <a:custGeom>
              <a:avLst/>
              <a:gdLst>
                <a:gd name="T0" fmla="*/ 0 w 709"/>
                <a:gd name="T1" fmla="*/ 110 h 639"/>
                <a:gd name="T2" fmla="*/ 193 w 709"/>
                <a:gd name="T3" fmla="*/ 0 h 639"/>
                <a:gd name="T4" fmla="*/ 216 w 709"/>
                <a:gd name="T5" fmla="*/ 39 h 639"/>
                <a:gd name="T6" fmla="*/ 257 w 709"/>
                <a:gd name="T7" fmla="*/ 72 h 639"/>
                <a:gd name="T8" fmla="*/ 297 w 709"/>
                <a:gd name="T9" fmla="*/ 111 h 639"/>
                <a:gd name="T10" fmla="*/ 346 w 709"/>
                <a:gd name="T11" fmla="*/ 149 h 639"/>
                <a:gd name="T12" fmla="*/ 394 w 709"/>
                <a:gd name="T13" fmla="*/ 181 h 639"/>
                <a:gd name="T14" fmla="*/ 460 w 709"/>
                <a:gd name="T15" fmla="*/ 211 h 639"/>
                <a:gd name="T16" fmla="*/ 529 w 709"/>
                <a:gd name="T17" fmla="*/ 232 h 639"/>
                <a:gd name="T18" fmla="*/ 583 w 709"/>
                <a:gd name="T19" fmla="*/ 247 h 639"/>
                <a:gd name="T20" fmla="*/ 646 w 709"/>
                <a:gd name="T21" fmla="*/ 262 h 639"/>
                <a:gd name="T22" fmla="*/ 709 w 709"/>
                <a:gd name="T23" fmla="*/ 280 h 639"/>
                <a:gd name="T24" fmla="*/ 670 w 709"/>
                <a:gd name="T25" fmla="*/ 343 h 639"/>
                <a:gd name="T26" fmla="*/ 640 w 709"/>
                <a:gd name="T27" fmla="*/ 385 h 639"/>
                <a:gd name="T28" fmla="*/ 610 w 709"/>
                <a:gd name="T29" fmla="*/ 424 h 639"/>
                <a:gd name="T30" fmla="*/ 574 w 709"/>
                <a:gd name="T31" fmla="*/ 460 h 639"/>
                <a:gd name="T32" fmla="*/ 529 w 709"/>
                <a:gd name="T33" fmla="*/ 493 h 639"/>
                <a:gd name="T34" fmla="*/ 477 w 709"/>
                <a:gd name="T35" fmla="*/ 532 h 639"/>
                <a:gd name="T36" fmla="*/ 291 w 709"/>
                <a:gd name="T37" fmla="*/ 639 h 639"/>
                <a:gd name="T38" fmla="*/ 0 w 709"/>
                <a:gd name="T39" fmla="*/ 110 h 639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09" h="639">
                  <a:moveTo>
                    <a:pt x="0" y="110"/>
                  </a:moveTo>
                  <a:lnTo>
                    <a:pt x="193" y="0"/>
                  </a:lnTo>
                  <a:lnTo>
                    <a:pt x="216" y="39"/>
                  </a:lnTo>
                  <a:lnTo>
                    <a:pt x="257" y="72"/>
                  </a:lnTo>
                  <a:lnTo>
                    <a:pt x="297" y="111"/>
                  </a:lnTo>
                  <a:lnTo>
                    <a:pt x="346" y="149"/>
                  </a:lnTo>
                  <a:lnTo>
                    <a:pt x="394" y="181"/>
                  </a:lnTo>
                  <a:lnTo>
                    <a:pt x="460" y="211"/>
                  </a:lnTo>
                  <a:lnTo>
                    <a:pt x="529" y="232"/>
                  </a:lnTo>
                  <a:lnTo>
                    <a:pt x="583" y="247"/>
                  </a:lnTo>
                  <a:lnTo>
                    <a:pt x="646" y="262"/>
                  </a:lnTo>
                  <a:lnTo>
                    <a:pt x="709" y="280"/>
                  </a:lnTo>
                  <a:lnTo>
                    <a:pt x="670" y="343"/>
                  </a:lnTo>
                  <a:lnTo>
                    <a:pt x="640" y="385"/>
                  </a:lnTo>
                  <a:lnTo>
                    <a:pt x="610" y="424"/>
                  </a:lnTo>
                  <a:lnTo>
                    <a:pt x="574" y="460"/>
                  </a:lnTo>
                  <a:lnTo>
                    <a:pt x="529" y="493"/>
                  </a:lnTo>
                  <a:lnTo>
                    <a:pt x="477" y="532"/>
                  </a:lnTo>
                  <a:lnTo>
                    <a:pt x="291" y="639"/>
                  </a:lnTo>
                  <a:lnTo>
                    <a:pt x="0" y="110"/>
                  </a:lnTo>
                  <a:close/>
                </a:path>
              </a:pathLst>
            </a:custGeom>
            <a:gradFill rotWithShape="0">
              <a:gsLst>
                <a:gs pos="0">
                  <a:srgbClr val="871B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Freeform 112"/>
            <p:cNvSpPr/>
            <p:nvPr/>
          </p:nvSpPr>
          <p:spPr bwMode="auto">
            <a:xfrm rot="3605792" flipV="1">
              <a:off x="1694" y="2956"/>
              <a:ext cx="603" cy="384"/>
            </a:xfrm>
            <a:custGeom>
              <a:avLst/>
              <a:gdLst>
                <a:gd name="T0" fmla="*/ 0 w 6874"/>
                <a:gd name="T1" fmla="*/ 0 h 4366"/>
                <a:gd name="T2" fmla="*/ 0 w 6874"/>
                <a:gd name="T3" fmla="*/ 0 h 4366"/>
                <a:gd name="T4" fmla="*/ 0 w 6874"/>
                <a:gd name="T5" fmla="*/ 0 h 4366"/>
                <a:gd name="T6" fmla="*/ 0 w 6874"/>
                <a:gd name="T7" fmla="*/ 0 h 4366"/>
                <a:gd name="T8" fmla="*/ 0 w 6874"/>
                <a:gd name="T9" fmla="*/ 0 h 4366"/>
                <a:gd name="T10" fmla="*/ 0 w 6874"/>
                <a:gd name="T11" fmla="*/ 0 h 4366"/>
                <a:gd name="T12" fmla="*/ 0 w 6874"/>
                <a:gd name="T13" fmla="*/ 0 h 4366"/>
                <a:gd name="T14" fmla="*/ 0 w 6874"/>
                <a:gd name="T15" fmla="*/ 0 h 4366"/>
                <a:gd name="T16" fmla="*/ 0 w 6874"/>
                <a:gd name="T17" fmla="*/ 0 h 4366"/>
                <a:gd name="T18" fmla="*/ 0 w 6874"/>
                <a:gd name="T19" fmla="*/ 0 h 4366"/>
                <a:gd name="T20" fmla="*/ 0 w 6874"/>
                <a:gd name="T21" fmla="*/ 0 h 4366"/>
                <a:gd name="T22" fmla="*/ 0 w 6874"/>
                <a:gd name="T23" fmla="*/ 0 h 4366"/>
                <a:gd name="T24" fmla="*/ 0 w 6874"/>
                <a:gd name="T25" fmla="*/ 0 h 4366"/>
                <a:gd name="T26" fmla="*/ 0 w 6874"/>
                <a:gd name="T27" fmla="*/ 0 h 4366"/>
                <a:gd name="T28" fmla="*/ 0 w 6874"/>
                <a:gd name="T29" fmla="*/ 0 h 4366"/>
                <a:gd name="T30" fmla="*/ 0 w 6874"/>
                <a:gd name="T31" fmla="*/ 0 h 4366"/>
                <a:gd name="T32" fmla="*/ 0 w 6874"/>
                <a:gd name="T33" fmla="*/ 0 h 4366"/>
                <a:gd name="T34" fmla="*/ 0 w 6874"/>
                <a:gd name="T35" fmla="*/ 0 h 4366"/>
                <a:gd name="T36" fmla="*/ 0 w 6874"/>
                <a:gd name="T37" fmla="*/ 0 h 4366"/>
                <a:gd name="T38" fmla="*/ 0 w 6874"/>
                <a:gd name="T39" fmla="*/ 0 h 4366"/>
                <a:gd name="T40" fmla="*/ 0 w 6874"/>
                <a:gd name="T41" fmla="*/ 0 h 4366"/>
                <a:gd name="T42" fmla="*/ 0 w 6874"/>
                <a:gd name="T43" fmla="*/ 0 h 4366"/>
                <a:gd name="T44" fmla="*/ 0 w 6874"/>
                <a:gd name="T45" fmla="*/ 0 h 4366"/>
                <a:gd name="T46" fmla="*/ 0 w 6874"/>
                <a:gd name="T47" fmla="*/ 0 h 4366"/>
                <a:gd name="T48" fmla="*/ 0 w 6874"/>
                <a:gd name="T49" fmla="*/ 0 h 4366"/>
                <a:gd name="T50" fmla="*/ 0 w 6874"/>
                <a:gd name="T51" fmla="*/ 0 h 4366"/>
                <a:gd name="T52" fmla="*/ 0 w 6874"/>
                <a:gd name="T53" fmla="*/ 0 h 4366"/>
                <a:gd name="T54" fmla="*/ 0 w 6874"/>
                <a:gd name="T55" fmla="*/ 0 h 4366"/>
                <a:gd name="T56" fmla="*/ 0 w 6874"/>
                <a:gd name="T57" fmla="*/ 0 h 4366"/>
                <a:gd name="T58" fmla="*/ 0 w 6874"/>
                <a:gd name="T59" fmla="*/ 0 h 4366"/>
                <a:gd name="T60" fmla="*/ 0 w 6874"/>
                <a:gd name="T61" fmla="*/ 0 h 4366"/>
                <a:gd name="T62" fmla="*/ 0 w 6874"/>
                <a:gd name="T63" fmla="*/ 0 h 4366"/>
                <a:gd name="T64" fmla="*/ 0 w 6874"/>
                <a:gd name="T65" fmla="*/ 0 h 4366"/>
                <a:gd name="T66" fmla="*/ 0 w 6874"/>
                <a:gd name="T67" fmla="*/ 0 h 4366"/>
                <a:gd name="T68" fmla="*/ 0 w 6874"/>
                <a:gd name="T69" fmla="*/ 0 h 436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874" h="4366">
                  <a:moveTo>
                    <a:pt x="0" y="2183"/>
                  </a:moveTo>
                  <a:lnTo>
                    <a:pt x="62" y="2597"/>
                  </a:lnTo>
                  <a:lnTo>
                    <a:pt x="246" y="2995"/>
                  </a:lnTo>
                  <a:lnTo>
                    <a:pt x="546" y="3364"/>
                  </a:lnTo>
                  <a:lnTo>
                    <a:pt x="952" y="3691"/>
                  </a:lnTo>
                  <a:lnTo>
                    <a:pt x="1446" y="3963"/>
                  </a:lnTo>
                  <a:lnTo>
                    <a:pt x="2013" y="4171"/>
                  </a:lnTo>
                  <a:lnTo>
                    <a:pt x="2632" y="4306"/>
                  </a:lnTo>
                  <a:lnTo>
                    <a:pt x="3281" y="4366"/>
                  </a:lnTo>
                  <a:lnTo>
                    <a:pt x="3935" y="4346"/>
                  </a:lnTo>
                  <a:lnTo>
                    <a:pt x="4571" y="4248"/>
                  </a:lnTo>
                  <a:lnTo>
                    <a:pt x="5166" y="4075"/>
                  </a:lnTo>
                  <a:lnTo>
                    <a:pt x="5700" y="3834"/>
                  </a:lnTo>
                  <a:lnTo>
                    <a:pt x="6151" y="3534"/>
                  </a:lnTo>
                  <a:lnTo>
                    <a:pt x="6506" y="3185"/>
                  </a:lnTo>
                  <a:lnTo>
                    <a:pt x="6749" y="2799"/>
                  </a:lnTo>
                  <a:lnTo>
                    <a:pt x="6874" y="2390"/>
                  </a:lnTo>
                  <a:lnTo>
                    <a:pt x="6874" y="1976"/>
                  </a:lnTo>
                  <a:lnTo>
                    <a:pt x="6749" y="1568"/>
                  </a:lnTo>
                  <a:lnTo>
                    <a:pt x="6506" y="1182"/>
                  </a:lnTo>
                  <a:lnTo>
                    <a:pt x="6151" y="832"/>
                  </a:lnTo>
                  <a:lnTo>
                    <a:pt x="5700" y="532"/>
                  </a:lnTo>
                  <a:lnTo>
                    <a:pt x="5166" y="291"/>
                  </a:lnTo>
                  <a:lnTo>
                    <a:pt x="4571" y="118"/>
                  </a:lnTo>
                  <a:lnTo>
                    <a:pt x="3935" y="20"/>
                  </a:lnTo>
                  <a:lnTo>
                    <a:pt x="3281" y="0"/>
                  </a:lnTo>
                  <a:lnTo>
                    <a:pt x="2632" y="60"/>
                  </a:lnTo>
                  <a:lnTo>
                    <a:pt x="2013" y="195"/>
                  </a:lnTo>
                  <a:lnTo>
                    <a:pt x="1446" y="403"/>
                  </a:lnTo>
                  <a:lnTo>
                    <a:pt x="952" y="675"/>
                  </a:lnTo>
                  <a:lnTo>
                    <a:pt x="546" y="1002"/>
                  </a:lnTo>
                  <a:lnTo>
                    <a:pt x="246" y="1371"/>
                  </a:lnTo>
                  <a:lnTo>
                    <a:pt x="62" y="1769"/>
                  </a:lnTo>
                  <a:lnTo>
                    <a:pt x="0" y="2183"/>
                  </a:lnTo>
                  <a:lnTo>
                    <a:pt x="1" y="2183"/>
                  </a:lnTo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113"/>
            <p:cNvSpPr/>
            <p:nvPr/>
          </p:nvSpPr>
          <p:spPr bwMode="auto">
            <a:xfrm rot="3605792" flipV="1">
              <a:off x="2101" y="2302"/>
              <a:ext cx="448" cy="557"/>
            </a:xfrm>
            <a:custGeom>
              <a:avLst/>
              <a:gdLst>
                <a:gd name="T0" fmla="*/ 0 w 5108"/>
                <a:gd name="T1" fmla="*/ 0 h 6349"/>
                <a:gd name="T2" fmla="*/ 0 w 5108"/>
                <a:gd name="T3" fmla="*/ 0 h 6349"/>
                <a:gd name="T4" fmla="*/ 0 w 5108"/>
                <a:gd name="T5" fmla="*/ 0 h 6349"/>
                <a:gd name="T6" fmla="*/ 0 w 5108"/>
                <a:gd name="T7" fmla="*/ 0 h 6349"/>
                <a:gd name="T8" fmla="*/ 0 w 5108"/>
                <a:gd name="T9" fmla="*/ 0 h 6349"/>
                <a:gd name="T10" fmla="*/ 0 w 5108"/>
                <a:gd name="T11" fmla="*/ 0 h 6349"/>
                <a:gd name="T12" fmla="*/ 0 w 5108"/>
                <a:gd name="T13" fmla="*/ 0 h 6349"/>
                <a:gd name="T14" fmla="*/ 0 w 5108"/>
                <a:gd name="T15" fmla="*/ 0 h 6349"/>
                <a:gd name="T16" fmla="*/ 0 w 5108"/>
                <a:gd name="T17" fmla="*/ 0 h 6349"/>
                <a:gd name="T18" fmla="*/ 0 w 5108"/>
                <a:gd name="T19" fmla="*/ 0 h 6349"/>
                <a:gd name="T20" fmla="*/ 0 w 5108"/>
                <a:gd name="T21" fmla="*/ 0 h 6349"/>
                <a:gd name="T22" fmla="*/ 0 w 5108"/>
                <a:gd name="T23" fmla="*/ 0 h 6349"/>
                <a:gd name="T24" fmla="*/ 0 w 5108"/>
                <a:gd name="T25" fmla="*/ 0 h 6349"/>
                <a:gd name="T26" fmla="*/ 0 w 5108"/>
                <a:gd name="T27" fmla="*/ 0 h 6349"/>
                <a:gd name="T28" fmla="*/ 0 w 5108"/>
                <a:gd name="T29" fmla="*/ 0 h 6349"/>
                <a:gd name="T30" fmla="*/ 0 w 5108"/>
                <a:gd name="T31" fmla="*/ 0 h 6349"/>
                <a:gd name="T32" fmla="*/ 0 w 5108"/>
                <a:gd name="T33" fmla="*/ 0 h 6349"/>
                <a:gd name="T34" fmla="*/ 0 w 5108"/>
                <a:gd name="T35" fmla="*/ 0 h 6349"/>
                <a:gd name="T36" fmla="*/ 0 w 5108"/>
                <a:gd name="T37" fmla="*/ 0 h 6349"/>
                <a:gd name="T38" fmla="*/ 0 w 5108"/>
                <a:gd name="T39" fmla="*/ 0 h 6349"/>
                <a:gd name="T40" fmla="*/ 0 w 5108"/>
                <a:gd name="T41" fmla="*/ 0 h 6349"/>
                <a:gd name="T42" fmla="*/ 0 w 5108"/>
                <a:gd name="T43" fmla="*/ 0 h 6349"/>
                <a:gd name="T44" fmla="*/ 0 w 5108"/>
                <a:gd name="T45" fmla="*/ 0 h 6349"/>
                <a:gd name="T46" fmla="*/ 0 w 5108"/>
                <a:gd name="T47" fmla="*/ 0 h 6349"/>
                <a:gd name="T48" fmla="*/ 0 w 5108"/>
                <a:gd name="T49" fmla="*/ 0 h 6349"/>
                <a:gd name="T50" fmla="*/ 0 w 5108"/>
                <a:gd name="T51" fmla="*/ 0 h 6349"/>
                <a:gd name="T52" fmla="*/ 0 w 5108"/>
                <a:gd name="T53" fmla="*/ 0 h 6349"/>
                <a:gd name="T54" fmla="*/ 0 w 5108"/>
                <a:gd name="T55" fmla="*/ 0 h 6349"/>
                <a:gd name="T56" fmla="*/ 0 w 5108"/>
                <a:gd name="T57" fmla="*/ 0 h 6349"/>
                <a:gd name="T58" fmla="*/ 0 w 5108"/>
                <a:gd name="T59" fmla="*/ 0 h 6349"/>
                <a:gd name="T60" fmla="*/ 0 w 5108"/>
                <a:gd name="T61" fmla="*/ 0 h 6349"/>
                <a:gd name="T62" fmla="*/ 0 w 5108"/>
                <a:gd name="T63" fmla="*/ 0 h 6349"/>
                <a:gd name="T64" fmla="*/ 0 w 5108"/>
                <a:gd name="T65" fmla="*/ 0 h 6349"/>
                <a:gd name="T66" fmla="*/ 0 w 5108"/>
                <a:gd name="T67" fmla="*/ 0 h 6349"/>
                <a:gd name="T68" fmla="*/ 0 w 5108"/>
                <a:gd name="T69" fmla="*/ 0 h 634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108" h="6349">
                  <a:moveTo>
                    <a:pt x="829" y="193"/>
                  </a:moveTo>
                  <a:lnTo>
                    <a:pt x="502" y="453"/>
                  </a:lnTo>
                  <a:lnTo>
                    <a:pt x="249" y="812"/>
                  </a:lnTo>
                  <a:lnTo>
                    <a:pt x="80" y="1257"/>
                  </a:lnTo>
                  <a:lnTo>
                    <a:pt x="0" y="1771"/>
                  </a:lnTo>
                  <a:lnTo>
                    <a:pt x="11" y="2336"/>
                  </a:lnTo>
                  <a:lnTo>
                    <a:pt x="116" y="2931"/>
                  </a:lnTo>
                  <a:lnTo>
                    <a:pt x="308" y="3535"/>
                  </a:lnTo>
                  <a:lnTo>
                    <a:pt x="580" y="4126"/>
                  </a:lnTo>
                  <a:lnTo>
                    <a:pt x="924" y="4684"/>
                  </a:lnTo>
                  <a:lnTo>
                    <a:pt x="1328" y="5186"/>
                  </a:lnTo>
                  <a:lnTo>
                    <a:pt x="1774" y="5615"/>
                  </a:lnTo>
                  <a:lnTo>
                    <a:pt x="2250" y="5957"/>
                  </a:lnTo>
                  <a:lnTo>
                    <a:pt x="2736" y="6199"/>
                  </a:lnTo>
                  <a:lnTo>
                    <a:pt x="3215" y="6331"/>
                  </a:lnTo>
                  <a:lnTo>
                    <a:pt x="3671" y="6349"/>
                  </a:lnTo>
                  <a:lnTo>
                    <a:pt x="4086" y="6252"/>
                  </a:lnTo>
                  <a:lnTo>
                    <a:pt x="4446" y="6045"/>
                  </a:lnTo>
                  <a:lnTo>
                    <a:pt x="4736" y="5733"/>
                  </a:lnTo>
                  <a:lnTo>
                    <a:pt x="4949" y="5329"/>
                  </a:lnTo>
                  <a:lnTo>
                    <a:pt x="5074" y="4848"/>
                  </a:lnTo>
                  <a:lnTo>
                    <a:pt x="5108" y="4307"/>
                  </a:lnTo>
                  <a:lnTo>
                    <a:pt x="5051" y="3723"/>
                  </a:lnTo>
                  <a:lnTo>
                    <a:pt x="4902" y="3121"/>
                  </a:lnTo>
                  <a:lnTo>
                    <a:pt x="4668" y="2521"/>
                  </a:lnTo>
                  <a:lnTo>
                    <a:pt x="4359" y="1944"/>
                  </a:lnTo>
                  <a:lnTo>
                    <a:pt x="3984" y="1411"/>
                  </a:lnTo>
                  <a:lnTo>
                    <a:pt x="3556" y="943"/>
                  </a:lnTo>
                  <a:lnTo>
                    <a:pt x="3093" y="556"/>
                  </a:lnTo>
                  <a:lnTo>
                    <a:pt x="2610" y="263"/>
                  </a:lnTo>
                  <a:lnTo>
                    <a:pt x="2125" y="75"/>
                  </a:lnTo>
                  <a:lnTo>
                    <a:pt x="1656" y="0"/>
                  </a:lnTo>
                  <a:lnTo>
                    <a:pt x="1218" y="40"/>
                  </a:lnTo>
                  <a:lnTo>
                    <a:pt x="829" y="193"/>
                  </a:lnTo>
                  <a:lnTo>
                    <a:pt x="830" y="193"/>
                  </a:lnTo>
                </a:path>
              </a:pathLst>
            </a:cu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1" name="Line 114"/>
          <p:cNvSpPr>
            <a:spLocks noChangeShapeType="1"/>
          </p:cNvSpPr>
          <p:nvPr/>
        </p:nvSpPr>
        <p:spPr bwMode="auto">
          <a:xfrm flipH="1" flipV="1">
            <a:off x="8767698" y="4353483"/>
            <a:ext cx="365125" cy="2159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Line 115"/>
          <p:cNvSpPr>
            <a:spLocks noChangeShapeType="1"/>
          </p:cNvSpPr>
          <p:nvPr/>
        </p:nvSpPr>
        <p:spPr bwMode="auto">
          <a:xfrm flipH="1" flipV="1">
            <a:off x="11120684" y="4311464"/>
            <a:ext cx="274638" cy="2730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10407208" y="3519256"/>
            <a:ext cx="1168399" cy="2400478"/>
            <a:chOff x="10158690" y="2805117"/>
            <a:chExt cx="1168399" cy="2400478"/>
          </a:xfrm>
        </p:grpSpPr>
        <p:grpSp>
          <p:nvGrpSpPr>
            <p:cNvPr id="104" name="Group 64"/>
            <p:cNvGrpSpPr/>
            <p:nvPr/>
          </p:nvGrpSpPr>
          <p:grpSpPr bwMode="auto">
            <a:xfrm>
              <a:off x="10267331" y="2902000"/>
              <a:ext cx="1020763" cy="2211388"/>
              <a:chOff x="2949" y="2360"/>
              <a:chExt cx="643" cy="1393"/>
            </a:xfrm>
          </p:grpSpPr>
          <p:grpSp>
            <p:nvGrpSpPr>
              <p:cNvPr id="109" name="Group 65"/>
              <p:cNvGrpSpPr/>
              <p:nvPr/>
            </p:nvGrpSpPr>
            <p:grpSpPr bwMode="auto">
              <a:xfrm>
                <a:off x="2949" y="3253"/>
                <a:ext cx="635" cy="500"/>
                <a:chOff x="2949" y="3253"/>
                <a:chExt cx="635" cy="500"/>
              </a:xfrm>
            </p:grpSpPr>
            <p:sp>
              <p:nvSpPr>
                <p:cNvPr id="118" name="Oval 68"/>
                <p:cNvSpPr>
                  <a:spLocks noChangeArrowheads="1"/>
                </p:cNvSpPr>
                <p:nvPr/>
              </p:nvSpPr>
              <p:spPr bwMode="auto">
                <a:xfrm>
                  <a:off x="3084" y="3253"/>
                  <a:ext cx="500" cy="500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949" y="3257"/>
                  <a:ext cx="3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0" name="Line 70"/>
                <p:cNvSpPr>
                  <a:spLocks noChangeShapeType="1"/>
                </p:cNvSpPr>
                <p:nvPr/>
              </p:nvSpPr>
              <p:spPr bwMode="auto">
                <a:xfrm>
                  <a:off x="2949" y="3257"/>
                  <a:ext cx="0" cy="49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Line 71"/>
                <p:cNvSpPr>
                  <a:spLocks noChangeShapeType="1"/>
                </p:cNvSpPr>
                <p:nvPr/>
              </p:nvSpPr>
              <p:spPr bwMode="auto">
                <a:xfrm>
                  <a:off x="2949" y="3753"/>
                  <a:ext cx="38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0" name="Line 74"/>
              <p:cNvSpPr>
                <a:spLocks noChangeShapeType="1"/>
              </p:cNvSpPr>
              <p:nvPr/>
            </p:nvSpPr>
            <p:spPr bwMode="auto">
              <a:xfrm flipH="1">
                <a:off x="2949" y="2472"/>
                <a:ext cx="38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Line 75"/>
              <p:cNvSpPr>
                <a:spLocks noChangeShapeType="1"/>
              </p:cNvSpPr>
              <p:nvPr/>
            </p:nvSpPr>
            <p:spPr bwMode="auto">
              <a:xfrm>
                <a:off x="2949" y="2472"/>
                <a:ext cx="0" cy="4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Line 76"/>
              <p:cNvSpPr>
                <a:spLocks noChangeShapeType="1"/>
              </p:cNvSpPr>
              <p:nvPr/>
            </p:nvSpPr>
            <p:spPr bwMode="auto">
              <a:xfrm>
                <a:off x="2949" y="2968"/>
                <a:ext cx="38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77"/>
              <p:cNvSpPr>
                <a:spLocks noChangeShapeType="1"/>
              </p:cNvSpPr>
              <p:nvPr/>
            </p:nvSpPr>
            <p:spPr bwMode="auto">
              <a:xfrm>
                <a:off x="3084" y="2360"/>
                <a:ext cx="0" cy="11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Line 78"/>
              <p:cNvSpPr>
                <a:spLocks noChangeShapeType="1"/>
              </p:cNvSpPr>
              <p:nvPr/>
            </p:nvSpPr>
            <p:spPr bwMode="auto">
              <a:xfrm flipH="1">
                <a:off x="3084" y="2360"/>
                <a:ext cx="5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Line 79"/>
              <p:cNvSpPr>
                <a:spLocks noChangeShapeType="1"/>
              </p:cNvSpPr>
              <p:nvPr/>
            </p:nvSpPr>
            <p:spPr bwMode="auto">
              <a:xfrm>
                <a:off x="3584" y="2360"/>
                <a:ext cx="0" cy="7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Line 80"/>
              <p:cNvSpPr>
                <a:spLocks noChangeShapeType="1"/>
              </p:cNvSpPr>
              <p:nvPr/>
            </p:nvSpPr>
            <p:spPr bwMode="auto">
              <a:xfrm flipH="1">
                <a:off x="3092" y="3060"/>
                <a:ext cx="5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81"/>
              <p:cNvSpPr>
                <a:spLocks noChangeShapeType="1"/>
              </p:cNvSpPr>
              <p:nvPr/>
            </p:nvSpPr>
            <p:spPr bwMode="auto">
              <a:xfrm flipV="1">
                <a:off x="3092" y="2968"/>
                <a:ext cx="0" cy="1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05" name="图片 10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13" t="26118" r="40289" b="11905"/>
            <a:stretch>
              <a:fillRect/>
            </a:stretch>
          </p:blipFill>
          <p:spPr>
            <a:xfrm rot="5400000">
              <a:off x="10377910" y="4611869"/>
              <a:ext cx="977903" cy="209550"/>
            </a:xfrm>
            <a:prstGeom prst="rect">
              <a:avLst/>
            </a:prstGeom>
          </p:spPr>
        </p:pic>
        <p:pic>
          <p:nvPicPr>
            <p:cNvPr id="106" name="图片 10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42" t="28594" r="37992" b="16473"/>
            <a:stretch>
              <a:fillRect/>
            </a:stretch>
          </p:blipFill>
          <p:spPr>
            <a:xfrm rot="5400000">
              <a:off x="10229850" y="3352804"/>
              <a:ext cx="1281111" cy="185737"/>
            </a:xfrm>
            <a:prstGeom prst="rect">
              <a:avLst/>
            </a:prstGeom>
          </p:spPr>
        </p:pic>
        <p:pic>
          <p:nvPicPr>
            <p:cNvPr id="107" name="图片 10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478" t="23355" r="45250" b="17957"/>
            <a:stretch>
              <a:fillRect/>
            </a:stretch>
          </p:blipFill>
          <p:spPr>
            <a:xfrm>
              <a:off x="10165039" y="3340101"/>
              <a:ext cx="826811" cy="198437"/>
            </a:xfrm>
            <a:prstGeom prst="rect">
              <a:avLst/>
            </a:prstGeom>
          </p:spPr>
        </p:pic>
        <p:pic>
          <p:nvPicPr>
            <p:cNvPr id="108" name="图片 10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149" t="31048" r="41094" b="16365"/>
            <a:stretch>
              <a:fillRect/>
            </a:stretch>
          </p:blipFill>
          <p:spPr>
            <a:xfrm>
              <a:off x="10158690" y="4620857"/>
              <a:ext cx="1168399" cy="177801"/>
            </a:xfrm>
            <a:prstGeom prst="rect">
              <a:avLst/>
            </a:prstGeom>
          </p:spPr>
        </p:pic>
      </p:grpSp>
      <p:sp>
        <p:nvSpPr>
          <p:cNvPr id="12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 Box 2"/>
          <p:cNvSpPr txBox="1">
            <a:spLocks noChangeArrowheads="1"/>
          </p:cNvSpPr>
          <p:nvPr/>
        </p:nvSpPr>
        <p:spPr bwMode="auto">
          <a:xfrm>
            <a:off x="871910" y="1754474"/>
            <a:ext cx="46634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重视关键交线，区分易混图形</a:t>
            </a:r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9" grpId="0" animBg="1"/>
      <p:bldP spid="101" grpId="0" animBg="1"/>
      <p:bldP spid="10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43966" y="1845392"/>
            <a:ext cx="55707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始终把空间想象和投影分析相结合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8186551" y="2880048"/>
            <a:ext cx="162095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物体形状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6" name="Group 5"/>
          <p:cNvGrpSpPr/>
          <p:nvPr/>
        </p:nvGrpSpPr>
        <p:grpSpPr bwMode="auto">
          <a:xfrm>
            <a:off x="4587688" y="2456186"/>
            <a:ext cx="3562350" cy="730250"/>
            <a:chOff x="1844" y="1023"/>
            <a:chExt cx="2244" cy="460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909" y="1023"/>
              <a:ext cx="216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ea"/>
                  <a:ea typeface="+mn-ea"/>
                </a:rPr>
                <a:t>投影分析、空间想象</a:t>
              </a:r>
              <a:endPara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1844" y="1483"/>
              <a:ext cx="22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5522007" y="4289586"/>
            <a:ext cx="1980029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物体的视图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733488" y="2895923"/>
            <a:ext cx="162095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  <a:miter lim="800000"/>
          </a:ln>
          <a:effec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已知视图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 flipH="1">
            <a:off x="7675376" y="3478536"/>
            <a:ext cx="1411287" cy="1039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 flipH="1" flipV="1">
            <a:off x="3706626" y="3495998"/>
            <a:ext cx="1711325" cy="10223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 rot="19338224">
            <a:off x="7602351" y="3648398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默想</a:t>
            </a:r>
            <a:endParaRPr kumimoji="1" lang="zh-CN" altLang="en-US" sz="2800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 rot="1851660">
            <a:off x="4408301" y="3629348"/>
            <a:ext cx="90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rPr>
              <a:t>对照</a:t>
            </a:r>
            <a:endParaRPr kumimoji="1" lang="zh-CN" altLang="en-US" sz="2800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15" name="Group 14"/>
          <p:cNvGrpSpPr/>
          <p:nvPr/>
        </p:nvGrpSpPr>
        <p:grpSpPr bwMode="auto">
          <a:xfrm>
            <a:off x="5598928" y="3268989"/>
            <a:ext cx="1776413" cy="906463"/>
            <a:chOff x="2292" y="1557"/>
            <a:chExt cx="1119" cy="571"/>
          </a:xfrm>
        </p:grpSpPr>
        <p:sp>
          <p:nvSpPr>
            <p:cNvPr id="17" name="Freeform 15"/>
            <p:cNvSpPr/>
            <p:nvPr/>
          </p:nvSpPr>
          <p:spPr bwMode="auto">
            <a:xfrm>
              <a:off x="2292" y="1557"/>
              <a:ext cx="1119" cy="571"/>
            </a:xfrm>
            <a:custGeom>
              <a:avLst/>
              <a:gdLst>
                <a:gd name="T0" fmla="*/ 344 w 1175"/>
                <a:gd name="T1" fmla="*/ 11 h 416"/>
                <a:gd name="T2" fmla="*/ 677 w 1175"/>
                <a:gd name="T3" fmla="*/ 11 h 416"/>
                <a:gd name="T4" fmla="*/ 1022 w 1175"/>
                <a:gd name="T5" fmla="*/ 77 h 416"/>
                <a:gd name="T6" fmla="*/ 1144 w 1175"/>
                <a:gd name="T7" fmla="*/ 288 h 416"/>
                <a:gd name="T8" fmla="*/ 833 w 1175"/>
                <a:gd name="T9" fmla="*/ 388 h 416"/>
                <a:gd name="T10" fmla="*/ 411 w 1175"/>
                <a:gd name="T11" fmla="*/ 366 h 416"/>
                <a:gd name="T12" fmla="*/ 0 w 1175"/>
                <a:gd name="T13" fmla="*/ 88 h 4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connsiteX0" fmla="*/ 2928 w 9845"/>
                <a:gd name="connsiteY0" fmla="*/ 0 h 9368"/>
                <a:gd name="connsiteX1" fmla="*/ 8698 w 9845"/>
                <a:gd name="connsiteY1" fmla="*/ 1587 h 9368"/>
                <a:gd name="connsiteX2" fmla="*/ 9736 w 9845"/>
                <a:gd name="connsiteY2" fmla="*/ 6659 h 9368"/>
                <a:gd name="connsiteX3" fmla="*/ 7089 w 9845"/>
                <a:gd name="connsiteY3" fmla="*/ 9063 h 9368"/>
                <a:gd name="connsiteX4" fmla="*/ 3498 w 9845"/>
                <a:gd name="connsiteY4" fmla="*/ 8534 h 9368"/>
                <a:gd name="connsiteX5" fmla="*/ 0 w 9845"/>
                <a:gd name="connsiteY5" fmla="*/ 1851 h 9368"/>
                <a:gd name="connsiteX0-1" fmla="*/ 2974 w 10267"/>
                <a:gd name="connsiteY0-2" fmla="*/ 0 h 9348"/>
                <a:gd name="connsiteX1-3" fmla="*/ 8835 w 10267"/>
                <a:gd name="connsiteY1-4" fmla="*/ 1694 h 9348"/>
                <a:gd name="connsiteX2-5" fmla="*/ 9889 w 10267"/>
                <a:gd name="connsiteY2-6" fmla="*/ 7108 h 9348"/>
                <a:gd name="connsiteX3-7" fmla="*/ 3553 w 10267"/>
                <a:gd name="connsiteY3-8" fmla="*/ 9110 h 9348"/>
                <a:gd name="connsiteX4-9" fmla="*/ 0 w 10267"/>
                <a:gd name="connsiteY4-10" fmla="*/ 1976 h 9348"/>
                <a:gd name="connsiteX0-11" fmla="*/ 2897 w 9986"/>
                <a:gd name="connsiteY0-12" fmla="*/ 1978 h 11978"/>
                <a:gd name="connsiteX1-13" fmla="*/ 3343 w 9986"/>
                <a:gd name="connsiteY1-14" fmla="*/ 27 h 11978"/>
                <a:gd name="connsiteX2-15" fmla="*/ 8605 w 9986"/>
                <a:gd name="connsiteY2-16" fmla="*/ 3790 h 11978"/>
                <a:gd name="connsiteX3-17" fmla="*/ 9632 w 9986"/>
                <a:gd name="connsiteY3-18" fmla="*/ 9582 h 11978"/>
                <a:gd name="connsiteX4-19" fmla="*/ 3461 w 9986"/>
                <a:gd name="connsiteY4-20" fmla="*/ 11723 h 11978"/>
                <a:gd name="connsiteX5-21" fmla="*/ 0 w 9986"/>
                <a:gd name="connsiteY5-22" fmla="*/ 4092 h 11978"/>
                <a:gd name="connsiteX0-23" fmla="*/ 2901 w 10014"/>
                <a:gd name="connsiteY0-24" fmla="*/ 0 h 8349"/>
                <a:gd name="connsiteX1-25" fmla="*/ 8617 w 10014"/>
                <a:gd name="connsiteY1-26" fmla="*/ 1513 h 8349"/>
                <a:gd name="connsiteX2-27" fmla="*/ 9646 w 10014"/>
                <a:gd name="connsiteY2-28" fmla="*/ 6349 h 8349"/>
                <a:gd name="connsiteX3-29" fmla="*/ 3466 w 10014"/>
                <a:gd name="connsiteY3-30" fmla="*/ 8136 h 8349"/>
                <a:gd name="connsiteX4-31" fmla="*/ 0 w 10014"/>
                <a:gd name="connsiteY4-32" fmla="*/ 1765 h 8349"/>
                <a:gd name="connsiteX0-33" fmla="*/ 2998 w 9997"/>
                <a:gd name="connsiteY0-34" fmla="*/ 0 h 12137"/>
                <a:gd name="connsiteX1-35" fmla="*/ 8605 w 9997"/>
                <a:gd name="connsiteY1-36" fmla="*/ 3949 h 12137"/>
                <a:gd name="connsiteX2-37" fmla="*/ 9633 w 9997"/>
                <a:gd name="connsiteY2-38" fmla="*/ 9742 h 12137"/>
                <a:gd name="connsiteX3-39" fmla="*/ 3461 w 9997"/>
                <a:gd name="connsiteY3-40" fmla="*/ 11882 h 12137"/>
                <a:gd name="connsiteX4-41" fmla="*/ 0 w 9997"/>
                <a:gd name="connsiteY4-42" fmla="*/ 4251 h 12137"/>
                <a:gd name="connsiteX0-43" fmla="*/ 2999 w 10000"/>
                <a:gd name="connsiteY0-44" fmla="*/ 124 h 10124"/>
                <a:gd name="connsiteX1-45" fmla="*/ 8608 w 10000"/>
                <a:gd name="connsiteY1-46" fmla="*/ 3378 h 10124"/>
                <a:gd name="connsiteX2-47" fmla="*/ 9636 w 10000"/>
                <a:gd name="connsiteY2-48" fmla="*/ 8151 h 10124"/>
                <a:gd name="connsiteX3-49" fmla="*/ 3462 w 10000"/>
                <a:gd name="connsiteY3-50" fmla="*/ 9914 h 10124"/>
                <a:gd name="connsiteX4-51" fmla="*/ 0 w 10000"/>
                <a:gd name="connsiteY4-52" fmla="*/ 3627 h 10124"/>
                <a:gd name="connsiteX0-53" fmla="*/ 2999 w 9636"/>
                <a:gd name="connsiteY0-54" fmla="*/ 0 h 10000"/>
                <a:gd name="connsiteX1-55" fmla="*/ 9636 w 9636"/>
                <a:gd name="connsiteY1-56" fmla="*/ 8027 h 10000"/>
                <a:gd name="connsiteX2-57" fmla="*/ 3462 w 9636"/>
                <a:gd name="connsiteY2-58" fmla="*/ 9790 h 10000"/>
                <a:gd name="connsiteX3-59" fmla="*/ 0 w 9636"/>
                <a:gd name="connsiteY3-60" fmla="*/ 3503 h 10000"/>
                <a:gd name="connsiteX0-61" fmla="*/ 3112 w 10262"/>
                <a:gd name="connsiteY0-62" fmla="*/ 0 h 9898"/>
                <a:gd name="connsiteX1-63" fmla="*/ 10262 w 10262"/>
                <a:gd name="connsiteY1-64" fmla="*/ 6086 h 9898"/>
                <a:gd name="connsiteX2-65" fmla="*/ 3593 w 10262"/>
                <a:gd name="connsiteY2-66" fmla="*/ 9790 h 9898"/>
                <a:gd name="connsiteX3-67" fmla="*/ 0 w 10262"/>
                <a:gd name="connsiteY3-68" fmla="*/ 3503 h 9898"/>
                <a:gd name="connsiteX0-69" fmla="*/ 3033 w 10000"/>
                <a:gd name="connsiteY0-70" fmla="*/ 0 h 10147"/>
                <a:gd name="connsiteX1-71" fmla="*/ 10000 w 10000"/>
                <a:gd name="connsiteY1-72" fmla="*/ 6149 h 10147"/>
                <a:gd name="connsiteX2-73" fmla="*/ 3501 w 10000"/>
                <a:gd name="connsiteY2-74" fmla="*/ 9891 h 10147"/>
                <a:gd name="connsiteX3-75" fmla="*/ 0 w 10000"/>
                <a:gd name="connsiteY3-76" fmla="*/ 3539 h 10147"/>
                <a:gd name="connsiteX0-77" fmla="*/ 3033 w 10000"/>
                <a:gd name="connsiteY0-78" fmla="*/ 139 h 10286"/>
                <a:gd name="connsiteX1-79" fmla="*/ 10000 w 10000"/>
                <a:gd name="connsiteY1-80" fmla="*/ 6288 h 10286"/>
                <a:gd name="connsiteX2-81" fmla="*/ 3501 w 10000"/>
                <a:gd name="connsiteY2-82" fmla="*/ 10030 h 10286"/>
                <a:gd name="connsiteX3-83" fmla="*/ 0 w 10000"/>
                <a:gd name="connsiteY3-84" fmla="*/ 3678 h 10286"/>
                <a:gd name="connsiteX0-85" fmla="*/ 3033 w 10000"/>
                <a:gd name="connsiteY0-86" fmla="*/ 139 h 10765"/>
                <a:gd name="connsiteX1-87" fmla="*/ 10000 w 10000"/>
                <a:gd name="connsiteY1-88" fmla="*/ 6288 h 10765"/>
                <a:gd name="connsiteX2-89" fmla="*/ 3501 w 10000"/>
                <a:gd name="connsiteY2-90" fmla="*/ 10030 h 10765"/>
                <a:gd name="connsiteX3-91" fmla="*/ 0 w 10000"/>
                <a:gd name="connsiteY3-92" fmla="*/ 3678 h 10765"/>
                <a:gd name="connsiteX0-93" fmla="*/ 3033 w 10000"/>
                <a:gd name="connsiteY0-94" fmla="*/ 139 h 10442"/>
                <a:gd name="connsiteX1-95" fmla="*/ 10000 w 10000"/>
                <a:gd name="connsiteY1-96" fmla="*/ 6288 h 10442"/>
                <a:gd name="connsiteX2-97" fmla="*/ 3501 w 10000"/>
                <a:gd name="connsiteY2-98" fmla="*/ 10030 h 10442"/>
                <a:gd name="connsiteX3-99" fmla="*/ 0 w 10000"/>
                <a:gd name="connsiteY3-100" fmla="*/ 3678 h 10442"/>
                <a:gd name="connsiteX0-101" fmla="*/ 3033 w 10000"/>
                <a:gd name="connsiteY0-102" fmla="*/ 139 h 10969"/>
                <a:gd name="connsiteX1-103" fmla="*/ 10000 w 10000"/>
                <a:gd name="connsiteY1-104" fmla="*/ 6288 h 10969"/>
                <a:gd name="connsiteX2-105" fmla="*/ 3501 w 10000"/>
                <a:gd name="connsiteY2-106" fmla="*/ 10030 h 10969"/>
                <a:gd name="connsiteX3-107" fmla="*/ 0 w 10000"/>
                <a:gd name="connsiteY3-108" fmla="*/ 3678 h 10969"/>
                <a:gd name="connsiteX0-109" fmla="*/ 2744 w 9711"/>
                <a:gd name="connsiteY0-110" fmla="*/ 139 h 10032"/>
                <a:gd name="connsiteX1-111" fmla="*/ 9711 w 9711"/>
                <a:gd name="connsiteY1-112" fmla="*/ 6288 h 10032"/>
                <a:gd name="connsiteX2-113" fmla="*/ 3212 w 9711"/>
                <a:gd name="connsiteY2-114" fmla="*/ 10030 h 10032"/>
                <a:gd name="connsiteX3-115" fmla="*/ 0 w 9711"/>
                <a:gd name="connsiteY3-116" fmla="*/ 6146 h 10032"/>
                <a:gd name="connsiteX0-117" fmla="*/ 2826 w 10000"/>
                <a:gd name="connsiteY0-118" fmla="*/ 139 h 10000"/>
                <a:gd name="connsiteX1-119" fmla="*/ 10000 w 10000"/>
                <a:gd name="connsiteY1-120" fmla="*/ 6268 h 10000"/>
                <a:gd name="connsiteX2-121" fmla="*/ 3308 w 10000"/>
                <a:gd name="connsiteY2-122" fmla="*/ 9998 h 10000"/>
                <a:gd name="connsiteX3-123" fmla="*/ 0 w 10000"/>
                <a:gd name="connsiteY3-124" fmla="*/ 6126 h 10000"/>
                <a:gd name="connsiteX0-125" fmla="*/ 2826 w 10027"/>
                <a:gd name="connsiteY0-126" fmla="*/ 86 h 6630"/>
                <a:gd name="connsiteX1-127" fmla="*/ 10000 w 10027"/>
                <a:gd name="connsiteY1-128" fmla="*/ 6215 h 6630"/>
                <a:gd name="connsiteX2-129" fmla="*/ 0 w 10027"/>
                <a:gd name="connsiteY2-130" fmla="*/ 6073 h 6630"/>
                <a:gd name="connsiteX0-131" fmla="*/ 2818 w 9999"/>
                <a:gd name="connsiteY0-132" fmla="*/ 130 h 16186"/>
                <a:gd name="connsiteX1-133" fmla="*/ 9973 w 9999"/>
                <a:gd name="connsiteY1-134" fmla="*/ 9374 h 16186"/>
                <a:gd name="connsiteX2-135" fmla="*/ 0 w 9999"/>
                <a:gd name="connsiteY2-136" fmla="*/ 9160 h 16186"/>
                <a:gd name="connsiteX0-137" fmla="*/ 2818 w 10000"/>
                <a:gd name="connsiteY0-138" fmla="*/ 80 h 10000"/>
                <a:gd name="connsiteX1-139" fmla="*/ 9974 w 10000"/>
                <a:gd name="connsiteY1-140" fmla="*/ 5791 h 10000"/>
                <a:gd name="connsiteX2-141" fmla="*/ 0 w 10000"/>
                <a:gd name="connsiteY2-142" fmla="*/ 5659 h 10000"/>
                <a:gd name="connsiteX0-143" fmla="*/ 2818 w 9974"/>
                <a:gd name="connsiteY0-144" fmla="*/ 194 h 11210"/>
                <a:gd name="connsiteX1-145" fmla="*/ 9974 w 9974"/>
                <a:gd name="connsiteY1-146" fmla="*/ 5905 h 11210"/>
                <a:gd name="connsiteX2-147" fmla="*/ 0 w 9974"/>
                <a:gd name="connsiteY2-148" fmla="*/ 5773 h 11210"/>
                <a:gd name="connsiteX0-149" fmla="*/ 4332 w 10076"/>
                <a:gd name="connsiteY0-150" fmla="*/ 67 h 9350"/>
                <a:gd name="connsiteX1-151" fmla="*/ 10000 w 10076"/>
                <a:gd name="connsiteY1-152" fmla="*/ 5579 h 9350"/>
                <a:gd name="connsiteX2-153" fmla="*/ 0 w 10076"/>
                <a:gd name="connsiteY2-154" fmla="*/ 5461 h 9350"/>
                <a:gd name="connsiteX0-155" fmla="*/ 4299 w 9925"/>
                <a:gd name="connsiteY0-156" fmla="*/ 224 h 11508"/>
                <a:gd name="connsiteX1-157" fmla="*/ 9925 w 9925"/>
                <a:gd name="connsiteY1-158" fmla="*/ 6119 h 11508"/>
                <a:gd name="connsiteX2-159" fmla="*/ 0 w 9925"/>
                <a:gd name="connsiteY2-160" fmla="*/ 5993 h 11508"/>
                <a:gd name="connsiteX0-161" fmla="*/ 4121 w 9860"/>
                <a:gd name="connsiteY0-162" fmla="*/ 64 h 9201"/>
                <a:gd name="connsiteX1-163" fmla="*/ 9790 w 9860"/>
                <a:gd name="connsiteY1-164" fmla="*/ 5186 h 9201"/>
                <a:gd name="connsiteX2-165" fmla="*/ 0 w 9860"/>
                <a:gd name="connsiteY2-166" fmla="*/ 5746 h 9201"/>
                <a:gd name="connsiteX0-167" fmla="*/ 4180 w 9948"/>
                <a:gd name="connsiteY0-168" fmla="*/ 181 h 11138"/>
                <a:gd name="connsiteX1-169" fmla="*/ 9929 w 9948"/>
                <a:gd name="connsiteY1-170" fmla="*/ 5747 h 11138"/>
                <a:gd name="connsiteX2-171" fmla="*/ 0 w 9948"/>
                <a:gd name="connsiteY2-172" fmla="*/ 6356 h 11138"/>
                <a:gd name="connsiteX0-173" fmla="*/ 4202 w 10000"/>
                <a:gd name="connsiteY0-174" fmla="*/ 163 h 9797"/>
                <a:gd name="connsiteX1-175" fmla="*/ 9981 w 10000"/>
                <a:gd name="connsiteY1-176" fmla="*/ 5160 h 9797"/>
                <a:gd name="connsiteX2-177" fmla="*/ 0 w 10000"/>
                <a:gd name="connsiteY2-178" fmla="*/ 5707 h 97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10000" h="9797">
                  <a:moveTo>
                    <a:pt x="4202" y="163"/>
                  </a:moveTo>
                  <a:cubicBezTo>
                    <a:pt x="6063" y="-495"/>
                    <a:pt x="10324" y="769"/>
                    <a:pt x="9981" y="5160"/>
                  </a:cubicBezTo>
                  <a:cubicBezTo>
                    <a:pt x="9638" y="9551"/>
                    <a:pt x="1515" y="12669"/>
                    <a:pt x="0" y="5707"/>
                  </a:cubicBezTo>
                </a:path>
              </a:pathLst>
            </a:cu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630" y="1695"/>
              <a:ext cx="5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修正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7"/>
          <p:cNvGrpSpPr/>
          <p:nvPr/>
        </p:nvGrpSpPr>
        <p:grpSpPr bwMode="auto">
          <a:xfrm>
            <a:off x="3233551" y="4113536"/>
            <a:ext cx="2349500" cy="736600"/>
            <a:chOff x="991" y="2067"/>
            <a:chExt cx="1480" cy="464"/>
          </a:xfrm>
        </p:grpSpPr>
        <p:sp>
          <p:nvSpPr>
            <p:cNvPr id="20" name="AutoShape 18"/>
            <p:cNvSpPr/>
            <p:nvPr/>
          </p:nvSpPr>
          <p:spPr bwMode="auto">
            <a:xfrm rot="18055260">
              <a:off x="1720" y="1510"/>
              <a:ext cx="112" cy="1225"/>
            </a:xfrm>
            <a:prstGeom prst="leftBrace">
              <a:avLst>
                <a:gd name="adj1" fmla="val 41168"/>
                <a:gd name="adj2" fmla="val 50000"/>
              </a:avLst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 rot="1802369">
              <a:off x="991" y="2201"/>
              <a:ext cx="148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n-ea"/>
                  <a:ea typeface="+mn-ea"/>
                </a:rPr>
                <a:t>两者完全符合</a:t>
              </a:r>
              <a:endPara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grpSp>
        <p:nvGrpSpPr>
          <p:cNvPr id="22" name="Group 20"/>
          <p:cNvGrpSpPr/>
          <p:nvPr/>
        </p:nvGrpSpPr>
        <p:grpSpPr bwMode="auto">
          <a:xfrm>
            <a:off x="4525402" y="4932292"/>
            <a:ext cx="2932117" cy="1084263"/>
            <a:chOff x="1589" y="2700"/>
            <a:chExt cx="1777" cy="683"/>
          </a:xfrm>
        </p:grpSpPr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2214" y="3053"/>
              <a:ext cx="1152" cy="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accent5">
                  <a:lumMod val="40000"/>
                  <a:lumOff val="60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物体形状</a:t>
              </a:r>
              <a:endPara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V="1">
              <a:off x="1589" y="3255"/>
              <a:ext cx="62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V="1">
              <a:off x="1589" y="2700"/>
              <a:ext cx="0" cy="5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26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读图需要注意的几个问题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10" grpId="0" animBg="1"/>
      <p:bldP spid="11" grpId="0" animBg="1"/>
      <p:bldP spid="12" grpId="0" animBg="1"/>
      <p:bldP spid="13" grpId="0" autoUpdateAnimBg="0" build="p"/>
      <p:bldP spid="14" grpId="0" autoUpdateAnimBg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2855640" y="-476060"/>
            <a:ext cx="552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E529F"/>
                </a:solidFill>
                <a:latin typeface="+mn-ea"/>
              </a:rPr>
              <a:t>10.3.2 </a:t>
            </a:r>
            <a:r>
              <a:rPr lang="zh-CN" altLang="en-US" sz="2400" dirty="0">
                <a:solidFill>
                  <a:srgbClr val="7E529F"/>
                </a:solidFill>
                <a:latin typeface="+mn-ea"/>
              </a:rPr>
              <a:t>看图的方法和步骤</a:t>
            </a:r>
            <a:endParaRPr lang="zh-CN" altLang="en-US" sz="2400" dirty="0">
              <a:solidFill>
                <a:srgbClr val="7E529F"/>
              </a:solidFill>
              <a:latin typeface="+mn-ea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330374" y="1967835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看图的基本方法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4"/>
          <p:cNvGrpSpPr/>
          <p:nvPr/>
        </p:nvGrpSpPr>
        <p:grpSpPr bwMode="auto">
          <a:xfrm>
            <a:off x="5196979" y="1700808"/>
            <a:ext cx="2319337" cy="1057275"/>
            <a:chOff x="1754" y="412"/>
            <a:chExt cx="1461" cy="66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968" y="412"/>
              <a:ext cx="12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形体分析法</a:t>
              </a:r>
              <a:endPara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968" y="748"/>
              <a:ext cx="12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面形分析法</a:t>
              </a:r>
              <a:endPara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AutoShape 8"/>
            <p:cNvSpPr/>
            <p:nvPr/>
          </p:nvSpPr>
          <p:spPr bwMode="auto">
            <a:xfrm>
              <a:off x="1754" y="555"/>
              <a:ext cx="171" cy="417"/>
            </a:xfrm>
            <a:prstGeom prst="leftBrace">
              <a:avLst>
                <a:gd name="adj1" fmla="val 33480"/>
                <a:gd name="adj2" fmla="val 50153"/>
              </a:avLst>
            </a:prstGeom>
            <a:noFill/>
            <a:ln w="285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207568" y="2791597"/>
            <a:ext cx="23807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☆ 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223443" y="3329760"/>
            <a:ext cx="826293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用“分线框、对投影”的方法分析出组合体由几部分组成，从特征视图入手，想象出各部分的形状、相对位置关系及组合方式，最后综合想象出整体形状。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207568" y="4712032"/>
            <a:ext cx="23807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☆ </a:t>
            </a:r>
            <a:r>
              <a:rPr kumimoji="1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面形分析法</a:t>
            </a:r>
            <a:endParaRPr kumimoji="1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223443" y="5294103"/>
            <a:ext cx="8316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用“分线框、对投影”的方法分析物体各表面的形状，从而想象出物体的整体形状。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读图的方法和步骤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9" grpId="0"/>
      <p:bldP spid="10" grpId="0" autoUpdateAnimBg="0"/>
      <p:bldP spid="11" grpId="0"/>
      <p:bldP spid="1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03512" y="1768412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看视图，抓特征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063552" y="2230077"/>
            <a:ext cx="9249648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看视图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以主视图为主，配合其它视图，进行初步的投影分析和空间分析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抓特征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找出反映物体特征较多的视图，较短时间内对物体有个大概了解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5189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读图的方法和步骤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03512" y="3319746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分解形体，对投影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063552" y="3781411"/>
            <a:ext cx="8685391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分解形体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参照特征视图，分解形体</a:t>
            </a:r>
            <a:endParaRPr lang="en-US" altLang="zh-CN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对投影 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–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利用“三等”关系，找出每一部分的三个投影，想象出形状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703512" y="4871080"/>
            <a:ext cx="3216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综合起来想整体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2063552" y="5332745"/>
            <a:ext cx="921702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ts val="400"/>
              </a:spcAft>
              <a:buFont typeface="Symbol" panose="05050102010706020507" pitchFamily="18" charset="2"/>
              <a:buNone/>
            </a:pP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在看懂每部分形体的基础上，进一步分析它们之间的组合方式和相对位置关系，从而想象出整体的形状。</a:t>
            </a:r>
            <a:endParaRPr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Symbol" panose="05050102010706020507" pitchFamily="18" charset="2"/>
            </a:endParaRPr>
          </a:p>
        </p:txBody>
      </p:sp>
      <p:sp>
        <p:nvSpPr>
          <p:cNvPr id="14" name="Text Box 87"/>
          <p:cNvSpPr txBox="1">
            <a:spLocks noChangeArrowheads="1"/>
          </p:cNvSpPr>
          <p:nvPr/>
        </p:nvSpPr>
        <p:spPr bwMode="auto">
          <a:xfrm>
            <a:off x="660206" y="2248667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650D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endParaRPr lang="zh-CN" altLang="en-US" sz="2800" b="1" dirty="0">
              <a:solidFill>
                <a:srgbClr val="650D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0206" y="2771887"/>
            <a:ext cx="902811" cy="1612381"/>
            <a:chOff x="660206" y="2771887"/>
            <a:chExt cx="902811" cy="1612381"/>
          </a:xfrm>
        </p:grpSpPr>
        <p:sp>
          <p:nvSpPr>
            <p:cNvPr id="15" name="Text Box 87"/>
            <p:cNvSpPr txBox="1">
              <a:spLocks noChangeArrowheads="1"/>
            </p:cNvSpPr>
            <p:nvPr/>
          </p:nvSpPr>
          <p:spPr bwMode="auto">
            <a:xfrm>
              <a:off x="660206" y="3861048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650D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局部</a:t>
              </a:r>
              <a:endParaRPr lang="zh-CN" altLang="en-US" sz="2800" b="1" dirty="0">
                <a:solidFill>
                  <a:srgbClr val="650D6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箭头连接符 18"/>
            <p:cNvCxnSpPr>
              <a:stCxn id="14" idx="2"/>
              <a:endCxn id="15" idx="0"/>
            </p:cNvCxnSpPr>
            <p:nvPr/>
          </p:nvCxnSpPr>
          <p:spPr>
            <a:xfrm>
              <a:off x="1111612" y="2771887"/>
              <a:ext cx="0" cy="108916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660205" y="4384268"/>
            <a:ext cx="902811" cy="1557754"/>
            <a:chOff x="660205" y="4384268"/>
            <a:chExt cx="902811" cy="1557754"/>
          </a:xfrm>
        </p:grpSpPr>
        <p:sp>
          <p:nvSpPr>
            <p:cNvPr id="17" name="Text Box 87"/>
            <p:cNvSpPr txBox="1">
              <a:spLocks noChangeArrowheads="1"/>
            </p:cNvSpPr>
            <p:nvPr/>
          </p:nvSpPr>
          <p:spPr bwMode="auto">
            <a:xfrm>
              <a:off x="660205" y="5418802"/>
              <a:ext cx="90281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>
                  <a:solidFill>
                    <a:srgbClr val="650D6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整体</a:t>
              </a:r>
              <a:endParaRPr lang="zh-CN" altLang="en-US" sz="2800" b="1" dirty="0">
                <a:solidFill>
                  <a:srgbClr val="650D6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0" name="直接箭头连接符 19"/>
            <p:cNvCxnSpPr>
              <a:stCxn id="15" idx="2"/>
              <a:endCxn id="17" idx="0"/>
            </p:cNvCxnSpPr>
            <p:nvPr/>
          </p:nvCxnSpPr>
          <p:spPr>
            <a:xfrm flipH="1">
              <a:off x="1111611" y="4384268"/>
              <a:ext cx="1" cy="103453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  <p:bldP spid="12" grpId="0"/>
      <p:bldP spid="13" grpId="0"/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56"/>
          <p:cNvGrpSpPr/>
          <p:nvPr/>
        </p:nvGrpSpPr>
        <p:grpSpPr bwMode="auto">
          <a:xfrm>
            <a:off x="4326350" y="1120228"/>
            <a:ext cx="1905000" cy="1493838"/>
            <a:chOff x="1341" y="19"/>
            <a:chExt cx="1200" cy="941"/>
          </a:xfrm>
          <a:solidFill>
            <a:schemeClr val="bg1"/>
          </a:solidFill>
        </p:grpSpPr>
        <p:sp>
          <p:nvSpPr>
            <p:cNvPr id="3" name="Oval 3"/>
            <p:cNvSpPr>
              <a:spLocks noChangeArrowheads="1"/>
            </p:cNvSpPr>
            <p:nvPr/>
          </p:nvSpPr>
          <p:spPr bwMode="auto">
            <a:xfrm>
              <a:off x="1416" y="48"/>
              <a:ext cx="1056" cy="912"/>
            </a:xfrm>
            <a:prstGeom prst="ellipse">
              <a:avLst/>
            </a:prstGeom>
            <a:grpFill/>
            <a:ln w="38100">
              <a:solidFill>
                <a:srgbClr val="003300"/>
              </a:solidFill>
              <a:rou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341" y="19"/>
              <a:ext cx="1200" cy="480"/>
            </a:xfrm>
            <a:prstGeom prst="rect">
              <a:avLst/>
            </a:prstGeom>
            <a:grpFill/>
            <a:ln w="38100">
              <a:noFill/>
              <a:miter lim="800000"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" name="Freeform 5"/>
          <p:cNvSpPr/>
          <p:nvPr/>
        </p:nvSpPr>
        <p:spPr bwMode="auto">
          <a:xfrm>
            <a:off x="3081189" y="4245614"/>
            <a:ext cx="4416425" cy="1587"/>
          </a:xfrm>
          <a:custGeom>
            <a:avLst/>
            <a:gdLst>
              <a:gd name="T0" fmla="*/ 0 w 2782"/>
              <a:gd name="T1" fmla="*/ 0 h 1"/>
              <a:gd name="T2" fmla="*/ 2147483646 w 2782"/>
              <a:gd name="T3" fmla="*/ 0 h 1"/>
              <a:gd name="T4" fmla="*/ 0 60000 65536"/>
              <a:gd name="T5" fmla="*/ 0 60000 65536"/>
              <a:gd name="T6" fmla="*/ 0 w 2782"/>
              <a:gd name="T7" fmla="*/ 0 h 1"/>
              <a:gd name="T8" fmla="*/ 2782 w 278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2" h="1">
                <a:moveTo>
                  <a:pt x="0" y="0"/>
                </a:moveTo>
                <a:lnTo>
                  <a:pt x="2782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 bwMode="auto">
          <a:xfrm>
            <a:off x="7475389" y="4245614"/>
            <a:ext cx="1587" cy="1927225"/>
          </a:xfrm>
          <a:custGeom>
            <a:avLst/>
            <a:gdLst>
              <a:gd name="T0" fmla="*/ 0 w 1"/>
              <a:gd name="T1" fmla="*/ 0 h 1214"/>
              <a:gd name="T2" fmla="*/ 0 w 1"/>
              <a:gd name="T3" fmla="*/ 2147483646 h 1214"/>
              <a:gd name="T4" fmla="*/ 0 60000 65536"/>
              <a:gd name="T5" fmla="*/ 0 60000 65536"/>
              <a:gd name="T6" fmla="*/ 0 w 1"/>
              <a:gd name="T7" fmla="*/ 0 h 1214"/>
              <a:gd name="T8" fmla="*/ 1 w 1"/>
              <a:gd name="T9" fmla="*/ 1214 h 121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14">
                <a:moveTo>
                  <a:pt x="0" y="0"/>
                </a:moveTo>
                <a:lnTo>
                  <a:pt x="0" y="1214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 bwMode="auto">
          <a:xfrm>
            <a:off x="3068489" y="6150614"/>
            <a:ext cx="4416425" cy="1587"/>
          </a:xfrm>
          <a:custGeom>
            <a:avLst/>
            <a:gdLst>
              <a:gd name="T0" fmla="*/ 2147483646 w 2782"/>
              <a:gd name="T1" fmla="*/ 0 h 1"/>
              <a:gd name="T2" fmla="*/ 0 w 2782"/>
              <a:gd name="T3" fmla="*/ 0 h 1"/>
              <a:gd name="T4" fmla="*/ 0 60000 65536"/>
              <a:gd name="T5" fmla="*/ 0 60000 65536"/>
              <a:gd name="T6" fmla="*/ 0 w 2782"/>
              <a:gd name="T7" fmla="*/ 0 h 1"/>
              <a:gd name="T8" fmla="*/ 2782 w 2782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2" h="1">
                <a:moveTo>
                  <a:pt x="2782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 bwMode="auto">
          <a:xfrm>
            <a:off x="3081189" y="4236089"/>
            <a:ext cx="1587" cy="1931987"/>
          </a:xfrm>
          <a:custGeom>
            <a:avLst/>
            <a:gdLst>
              <a:gd name="T0" fmla="*/ 0 w 1"/>
              <a:gd name="T1" fmla="*/ 2147483646 h 1217"/>
              <a:gd name="T2" fmla="*/ 0 w 1"/>
              <a:gd name="T3" fmla="*/ 0 h 1217"/>
              <a:gd name="T4" fmla="*/ 0 60000 65536"/>
              <a:gd name="T5" fmla="*/ 0 60000 65536"/>
              <a:gd name="T6" fmla="*/ 0 w 1"/>
              <a:gd name="T7" fmla="*/ 0 h 1217"/>
              <a:gd name="T8" fmla="*/ 1 w 1"/>
              <a:gd name="T9" fmla="*/ 1217 h 121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17">
                <a:moveTo>
                  <a:pt x="0" y="1217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 bwMode="auto">
          <a:xfrm>
            <a:off x="3081189" y="5680714"/>
            <a:ext cx="4424362" cy="6350"/>
          </a:xfrm>
          <a:custGeom>
            <a:avLst/>
            <a:gdLst>
              <a:gd name="T0" fmla="*/ 0 w 2787"/>
              <a:gd name="T1" fmla="*/ 0 h 4"/>
              <a:gd name="T2" fmla="*/ 2147483646 w 2787"/>
              <a:gd name="T3" fmla="*/ 2147483646 h 4"/>
              <a:gd name="T4" fmla="*/ 0 60000 65536"/>
              <a:gd name="T5" fmla="*/ 0 60000 65536"/>
              <a:gd name="T6" fmla="*/ 0 w 2787"/>
              <a:gd name="T7" fmla="*/ 0 h 4"/>
              <a:gd name="T8" fmla="*/ 2787 w 2787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87" h="4">
                <a:moveTo>
                  <a:pt x="0" y="0"/>
                </a:moveTo>
                <a:lnTo>
                  <a:pt x="2787" y="4"/>
                </a:ln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 bwMode="auto">
          <a:xfrm>
            <a:off x="4219426" y="5690239"/>
            <a:ext cx="2163763" cy="1587"/>
          </a:xfrm>
          <a:custGeom>
            <a:avLst/>
            <a:gdLst>
              <a:gd name="T0" fmla="*/ 0 w 1363"/>
              <a:gd name="T1" fmla="*/ 0 h 1"/>
              <a:gd name="T2" fmla="*/ 2147483646 w 1363"/>
              <a:gd name="T3" fmla="*/ 0 h 1"/>
              <a:gd name="T4" fmla="*/ 0 60000 65536"/>
              <a:gd name="T5" fmla="*/ 0 60000 65536"/>
              <a:gd name="T6" fmla="*/ 0 w 1363"/>
              <a:gd name="T7" fmla="*/ 0 h 1"/>
              <a:gd name="T8" fmla="*/ 1363 w 136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3" h="1">
                <a:moveTo>
                  <a:pt x="0" y="0"/>
                </a:moveTo>
                <a:lnTo>
                  <a:pt x="1363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 flipV="1">
            <a:off x="4228951" y="4237676"/>
            <a:ext cx="0" cy="14478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 bwMode="auto">
          <a:xfrm>
            <a:off x="4462314" y="4226564"/>
            <a:ext cx="1587" cy="1473200"/>
          </a:xfrm>
          <a:custGeom>
            <a:avLst/>
            <a:gdLst>
              <a:gd name="T0" fmla="*/ 0 w 1"/>
              <a:gd name="T1" fmla="*/ 2147483646 h 928"/>
              <a:gd name="T2" fmla="*/ 0 w 1"/>
              <a:gd name="T3" fmla="*/ 0 h 928"/>
              <a:gd name="T4" fmla="*/ 0 60000 65536"/>
              <a:gd name="T5" fmla="*/ 0 60000 65536"/>
              <a:gd name="T6" fmla="*/ 0 w 1"/>
              <a:gd name="T7" fmla="*/ 0 h 928"/>
              <a:gd name="T8" fmla="*/ 1 w 1"/>
              <a:gd name="T9" fmla="*/ 928 h 9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28">
                <a:moveTo>
                  <a:pt x="0" y="92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3"/>
          <p:cNvSpPr/>
          <p:nvPr/>
        </p:nvSpPr>
        <p:spPr bwMode="auto">
          <a:xfrm>
            <a:off x="6108551" y="4245614"/>
            <a:ext cx="1588" cy="1457325"/>
          </a:xfrm>
          <a:custGeom>
            <a:avLst/>
            <a:gdLst>
              <a:gd name="T0" fmla="*/ 0 w 1"/>
              <a:gd name="T1" fmla="*/ 2147483646 h 918"/>
              <a:gd name="T2" fmla="*/ 0 w 1"/>
              <a:gd name="T3" fmla="*/ 0 h 918"/>
              <a:gd name="T4" fmla="*/ 0 60000 65536"/>
              <a:gd name="T5" fmla="*/ 0 60000 65536"/>
              <a:gd name="T6" fmla="*/ 0 w 1"/>
              <a:gd name="T7" fmla="*/ 0 h 918"/>
              <a:gd name="T8" fmla="*/ 1 w 1"/>
              <a:gd name="T9" fmla="*/ 918 h 9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18">
                <a:moveTo>
                  <a:pt x="0" y="91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14"/>
          <p:cNvSpPr/>
          <p:nvPr/>
        </p:nvSpPr>
        <p:spPr bwMode="auto">
          <a:xfrm>
            <a:off x="3081189" y="4694876"/>
            <a:ext cx="1147762" cy="1588"/>
          </a:xfrm>
          <a:custGeom>
            <a:avLst/>
            <a:gdLst>
              <a:gd name="T0" fmla="*/ 0 w 723"/>
              <a:gd name="T1" fmla="*/ 0 h 1"/>
              <a:gd name="T2" fmla="*/ 2147483646 w 723"/>
              <a:gd name="T3" fmla="*/ 2147483646 h 1"/>
              <a:gd name="T4" fmla="*/ 0 60000 65536"/>
              <a:gd name="T5" fmla="*/ 0 60000 65536"/>
              <a:gd name="T6" fmla="*/ 0 w 723"/>
              <a:gd name="T7" fmla="*/ 0 h 1"/>
              <a:gd name="T8" fmla="*/ 723 w 72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3" h="1">
                <a:moveTo>
                  <a:pt x="0" y="0"/>
                </a:moveTo>
                <a:lnTo>
                  <a:pt x="723" y="1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5"/>
          <p:cNvSpPr/>
          <p:nvPr/>
        </p:nvSpPr>
        <p:spPr bwMode="auto">
          <a:xfrm>
            <a:off x="6362551" y="4694876"/>
            <a:ext cx="1117600" cy="1588"/>
          </a:xfrm>
          <a:custGeom>
            <a:avLst/>
            <a:gdLst>
              <a:gd name="T0" fmla="*/ 0 w 704"/>
              <a:gd name="T1" fmla="*/ 0 h 1"/>
              <a:gd name="T2" fmla="*/ 2147483646 w 704"/>
              <a:gd name="T3" fmla="*/ 0 h 1"/>
              <a:gd name="T4" fmla="*/ 0 60000 65536"/>
              <a:gd name="T5" fmla="*/ 0 60000 65536"/>
              <a:gd name="T6" fmla="*/ 0 w 704"/>
              <a:gd name="T7" fmla="*/ 0 h 1"/>
              <a:gd name="T8" fmla="*/ 704 w 704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04" h="1">
                <a:moveTo>
                  <a:pt x="0" y="0"/>
                </a:moveTo>
                <a:lnTo>
                  <a:pt x="704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3390751" y="4894901"/>
            <a:ext cx="609600" cy="609600"/>
          </a:xfrm>
          <a:prstGeom prst="ellips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Oval 21"/>
          <p:cNvSpPr>
            <a:spLocks noChangeArrowheads="1"/>
          </p:cNvSpPr>
          <p:nvPr/>
        </p:nvSpPr>
        <p:spPr bwMode="auto">
          <a:xfrm>
            <a:off x="6591151" y="4904426"/>
            <a:ext cx="609600" cy="590550"/>
          </a:xfrm>
          <a:prstGeom prst="ellips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Line 23"/>
          <p:cNvSpPr>
            <a:spLocks noChangeShapeType="1"/>
          </p:cNvSpPr>
          <p:nvPr/>
        </p:nvSpPr>
        <p:spPr bwMode="auto">
          <a:xfrm>
            <a:off x="3085951" y="2867272"/>
            <a:ext cx="4419600" cy="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Freeform 24"/>
          <p:cNvSpPr/>
          <p:nvPr/>
        </p:nvSpPr>
        <p:spPr bwMode="auto">
          <a:xfrm>
            <a:off x="3081189" y="2857747"/>
            <a:ext cx="4762" cy="1009650"/>
          </a:xfrm>
          <a:custGeom>
            <a:avLst/>
            <a:gdLst>
              <a:gd name="T0" fmla="*/ 2147483646 w 3"/>
              <a:gd name="T1" fmla="*/ 0 h 636"/>
              <a:gd name="T2" fmla="*/ 0 w 3"/>
              <a:gd name="T3" fmla="*/ 2147483646 h 636"/>
              <a:gd name="T4" fmla="*/ 0 60000 65536"/>
              <a:gd name="T5" fmla="*/ 0 60000 65536"/>
              <a:gd name="T6" fmla="*/ 0 w 3"/>
              <a:gd name="T7" fmla="*/ 0 h 636"/>
              <a:gd name="T8" fmla="*/ 3 w 3"/>
              <a:gd name="T9" fmla="*/ 636 h 6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636">
                <a:moveTo>
                  <a:pt x="3" y="0"/>
                </a:moveTo>
                <a:lnTo>
                  <a:pt x="0" y="636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Freeform 25"/>
          <p:cNvSpPr/>
          <p:nvPr/>
        </p:nvSpPr>
        <p:spPr bwMode="auto">
          <a:xfrm>
            <a:off x="3071664" y="3853110"/>
            <a:ext cx="4438650" cy="4762"/>
          </a:xfrm>
          <a:custGeom>
            <a:avLst/>
            <a:gdLst>
              <a:gd name="T0" fmla="*/ 0 w 2796"/>
              <a:gd name="T1" fmla="*/ 0 h 3"/>
              <a:gd name="T2" fmla="*/ 2147483646 w 2796"/>
              <a:gd name="T3" fmla="*/ 2147483646 h 3"/>
              <a:gd name="T4" fmla="*/ 0 60000 65536"/>
              <a:gd name="T5" fmla="*/ 0 60000 65536"/>
              <a:gd name="T6" fmla="*/ 0 w 2796"/>
              <a:gd name="T7" fmla="*/ 0 h 3"/>
              <a:gd name="T8" fmla="*/ 2796 w 2796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96" h="3">
                <a:moveTo>
                  <a:pt x="0" y="0"/>
                </a:moveTo>
                <a:lnTo>
                  <a:pt x="2796" y="3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Freeform 26"/>
          <p:cNvSpPr/>
          <p:nvPr/>
        </p:nvSpPr>
        <p:spPr bwMode="auto">
          <a:xfrm>
            <a:off x="7489676" y="2862510"/>
            <a:ext cx="1588" cy="1016000"/>
          </a:xfrm>
          <a:custGeom>
            <a:avLst/>
            <a:gdLst>
              <a:gd name="T0" fmla="*/ 0 w 1"/>
              <a:gd name="T1" fmla="*/ 2147483646 h 640"/>
              <a:gd name="T2" fmla="*/ 0 w 1"/>
              <a:gd name="T3" fmla="*/ 0 h 640"/>
              <a:gd name="T4" fmla="*/ 0 60000 65536"/>
              <a:gd name="T5" fmla="*/ 0 60000 65536"/>
              <a:gd name="T6" fmla="*/ 0 w 1"/>
              <a:gd name="T7" fmla="*/ 0 h 640"/>
              <a:gd name="T8" fmla="*/ 1 w 1"/>
              <a:gd name="T9" fmla="*/ 640 h 6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40">
                <a:moveTo>
                  <a:pt x="0" y="64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Freeform 27"/>
          <p:cNvSpPr/>
          <p:nvPr/>
        </p:nvSpPr>
        <p:spPr bwMode="auto">
          <a:xfrm>
            <a:off x="4228951" y="1867147"/>
            <a:ext cx="215900" cy="0"/>
          </a:xfrm>
          <a:custGeom>
            <a:avLst/>
            <a:gdLst>
              <a:gd name="T0" fmla="*/ 0 w 154"/>
              <a:gd name="T1" fmla="*/ 0 h 6"/>
              <a:gd name="T2" fmla="*/ 2147483646 w 154"/>
              <a:gd name="T3" fmla="*/ 0 h 6"/>
              <a:gd name="T4" fmla="*/ 0 60000 65536"/>
              <a:gd name="T5" fmla="*/ 0 60000 65536"/>
              <a:gd name="T6" fmla="*/ 0 w 154"/>
              <a:gd name="T7" fmla="*/ 0 h 6"/>
              <a:gd name="T8" fmla="*/ 154 w 154"/>
              <a:gd name="T9" fmla="*/ 0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4" h="6">
                <a:moveTo>
                  <a:pt x="0" y="6"/>
                </a:moveTo>
                <a:lnTo>
                  <a:pt x="154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Freeform 28"/>
          <p:cNvSpPr/>
          <p:nvPr/>
        </p:nvSpPr>
        <p:spPr bwMode="auto">
          <a:xfrm>
            <a:off x="6118076" y="1878260"/>
            <a:ext cx="252413" cy="0"/>
          </a:xfrm>
          <a:custGeom>
            <a:avLst/>
            <a:gdLst>
              <a:gd name="T0" fmla="*/ 0 w 160"/>
              <a:gd name="T1" fmla="*/ 0 h 2"/>
              <a:gd name="T2" fmla="*/ 2147483646 w 160"/>
              <a:gd name="T3" fmla="*/ 0 h 2"/>
              <a:gd name="T4" fmla="*/ 0 60000 65536"/>
              <a:gd name="T5" fmla="*/ 0 60000 65536"/>
              <a:gd name="T6" fmla="*/ 0 w 160"/>
              <a:gd name="T7" fmla="*/ 0 h 2"/>
              <a:gd name="T8" fmla="*/ 160 w 160"/>
              <a:gd name="T9" fmla="*/ 0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" h="2">
                <a:moveTo>
                  <a:pt x="0" y="2"/>
                </a:moveTo>
                <a:lnTo>
                  <a:pt x="160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>
            <a:off x="6362551" y="1876672"/>
            <a:ext cx="0" cy="9906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30"/>
          <p:cNvSpPr>
            <a:spLocks noChangeShapeType="1"/>
          </p:cNvSpPr>
          <p:nvPr/>
        </p:nvSpPr>
        <p:spPr bwMode="auto">
          <a:xfrm>
            <a:off x="4228951" y="1876672"/>
            <a:ext cx="0" cy="9906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Line 31"/>
          <p:cNvSpPr>
            <a:spLocks noChangeShapeType="1"/>
          </p:cNvSpPr>
          <p:nvPr/>
        </p:nvSpPr>
        <p:spPr bwMode="auto">
          <a:xfrm flipH="1">
            <a:off x="3085951" y="1876672"/>
            <a:ext cx="1143000" cy="9906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Freeform 32"/>
          <p:cNvSpPr/>
          <p:nvPr/>
        </p:nvSpPr>
        <p:spPr bwMode="auto">
          <a:xfrm>
            <a:off x="6362551" y="1867147"/>
            <a:ext cx="1127125" cy="1004888"/>
          </a:xfrm>
          <a:custGeom>
            <a:avLst/>
            <a:gdLst>
              <a:gd name="T0" fmla="*/ 0 w 710"/>
              <a:gd name="T1" fmla="*/ 0 h 633"/>
              <a:gd name="T2" fmla="*/ 2147483646 w 710"/>
              <a:gd name="T3" fmla="*/ 2147483646 h 633"/>
              <a:gd name="T4" fmla="*/ 0 60000 65536"/>
              <a:gd name="T5" fmla="*/ 0 60000 65536"/>
              <a:gd name="T6" fmla="*/ 0 w 710"/>
              <a:gd name="T7" fmla="*/ 0 h 633"/>
              <a:gd name="T8" fmla="*/ 710 w 710"/>
              <a:gd name="T9" fmla="*/ 633 h 6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10" h="633">
                <a:moveTo>
                  <a:pt x="0" y="0"/>
                </a:moveTo>
                <a:lnTo>
                  <a:pt x="710" y="633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Freeform 33"/>
          <p:cNvSpPr/>
          <p:nvPr/>
        </p:nvSpPr>
        <p:spPr bwMode="auto">
          <a:xfrm>
            <a:off x="3085951" y="3314947"/>
            <a:ext cx="4411663" cy="9525"/>
          </a:xfrm>
          <a:custGeom>
            <a:avLst/>
            <a:gdLst>
              <a:gd name="T0" fmla="*/ 0 w 2779"/>
              <a:gd name="T1" fmla="*/ 2147483646 h 6"/>
              <a:gd name="T2" fmla="*/ 2147483646 w 2779"/>
              <a:gd name="T3" fmla="*/ 0 h 6"/>
              <a:gd name="T4" fmla="*/ 0 60000 65536"/>
              <a:gd name="T5" fmla="*/ 0 60000 65536"/>
              <a:gd name="T6" fmla="*/ 0 w 2779"/>
              <a:gd name="T7" fmla="*/ 0 h 6"/>
              <a:gd name="T8" fmla="*/ 2779 w 2779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79" h="6">
                <a:moveTo>
                  <a:pt x="0" y="6"/>
                </a:moveTo>
                <a:lnTo>
                  <a:pt x="2779" y="0"/>
                </a:ln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Freeform 36"/>
          <p:cNvSpPr/>
          <p:nvPr/>
        </p:nvSpPr>
        <p:spPr bwMode="auto">
          <a:xfrm>
            <a:off x="3351064" y="2867272"/>
            <a:ext cx="0" cy="447675"/>
          </a:xfrm>
          <a:custGeom>
            <a:avLst/>
            <a:gdLst>
              <a:gd name="T0" fmla="*/ 2147483646 w 14"/>
              <a:gd name="T1" fmla="*/ 0 h 282"/>
              <a:gd name="T2" fmla="*/ 0 w 14"/>
              <a:gd name="T3" fmla="*/ 2147483646 h 282"/>
              <a:gd name="T4" fmla="*/ 0 60000 65536"/>
              <a:gd name="T5" fmla="*/ 0 60000 65536"/>
              <a:gd name="T6" fmla="*/ 0 w 14"/>
              <a:gd name="T7" fmla="*/ 0 h 282"/>
              <a:gd name="T8" fmla="*/ 14 w 14"/>
              <a:gd name="T9" fmla="*/ 282 h 2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" h="282">
                <a:moveTo>
                  <a:pt x="14" y="0"/>
                </a:moveTo>
                <a:lnTo>
                  <a:pt x="0" y="282"/>
                </a:ln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37"/>
          <p:cNvSpPr>
            <a:spLocks noChangeShapeType="1"/>
          </p:cNvSpPr>
          <p:nvPr/>
        </p:nvSpPr>
        <p:spPr bwMode="auto">
          <a:xfrm>
            <a:off x="4000351" y="2867272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38"/>
          <p:cNvSpPr>
            <a:spLocks noChangeShapeType="1"/>
          </p:cNvSpPr>
          <p:nvPr/>
        </p:nvSpPr>
        <p:spPr bwMode="auto">
          <a:xfrm>
            <a:off x="6591151" y="2867272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Freeform 39"/>
          <p:cNvSpPr/>
          <p:nvPr/>
        </p:nvSpPr>
        <p:spPr bwMode="auto">
          <a:xfrm>
            <a:off x="7205514" y="2867272"/>
            <a:ext cx="1587" cy="447675"/>
          </a:xfrm>
          <a:custGeom>
            <a:avLst/>
            <a:gdLst>
              <a:gd name="T0" fmla="*/ 0 w 1"/>
              <a:gd name="T1" fmla="*/ 0 h 282"/>
              <a:gd name="T2" fmla="*/ 0 w 1"/>
              <a:gd name="T3" fmla="*/ 2147483646 h 282"/>
              <a:gd name="T4" fmla="*/ 0 60000 65536"/>
              <a:gd name="T5" fmla="*/ 0 60000 65536"/>
              <a:gd name="T6" fmla="*/ 0 w 1"/>
              <a:gd name="T7" fmla="*/ 0 h 282"/>
              <a:gd name="T8" fmla="*/ 1 w 1"/>
              <a:gd name="T9" fmla="*/ 282 h 28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82">
                <a:moveTo>
                  <a:pt x="0" y="0"/>
                </a:moveTo>
                <a:lnTo>
                  <a:pt x="0" y="282"/>
                </a:ln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Freeform 40"/>
          <p:cNvSpPr/>
          <p:nvPr/>
        </p:nvSpPr>
        <p:spPr bwMode="auto">
          <a:xfrm>
            <a:off x="8110389" y="1867147"/>
            <a:ext cx="1587" cy="1482725"/>
          </a:xfrm>
          <a:custGeom>
            <a:avLst/>
            <a:gdLst>
              <a:gd name="T0" fmla="*/ 0 w 1"/>
              <a:gd name="T1" fmla="*/ 0 h 934"/>
              <a:gd name="T2" fmla="*/ 0 w 1"/>
              <a:gd name="T3" fmla="*/ 2147483646 h 934"/>
              <a:gd name="T4" fmla="*/ 0 60000 65536"/>
              <a:gd name="T5" fmla="*/ 0 60000 65536"/>
              <a:gd name="T6" fmla="*/ 0 w 1"/>
              <a:gd name="T7" fmla="*/ 0 h 934"/>
              <a:gd name="T8" fmla="*/ 1 w 1"/>
              <a:gd name="T9" fmla="*/ 934 h 93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34">
                <a:moveTo>
                  <a:pt x="0" y="0"/>
                </a:moveTo>
                <a:lnTo>
                  <a:pt x="0" y="934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>
            <a:off x="8115151" y="3324472"/>
            <a:ext cx="1676400" cy="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42"/>
          <p:cNvSpPr>
            <a:spLocks noChangeShapeType="1"/>
          </p:cNvSpPr>
          <p:nvPr/>
        </p:nvSpPr>
        <p:spPr bwMode="auto">
          <a:xfrm>
            <a:off x="8115151" y="2867272"/>
            <a:ext cx="2214563" cy="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Freeform 43"/>
          <p:cNvSpPr/>
          <p:nvPr/>
        </p:nvSpPr>
        <p:spPr bwMode="auto">
          <a:xfrm>
            <a:off x="8105626" y="1876672"/>
            <a:ext cx="1630363" cy="1588"/>
          </a:xfrm>
          <a:custGeom>
            <a:avLst/>
            <a:gdLst>
              <a:gd name="T0" fmla="*/ 0 w 1027"/>
              <a:gd name="T1" fmla="*/ 0 h 1"/>
              <a:gd name="T2" fmla="*/ 2147483646 w 1027"/>
              <a:gd name="T3" fmla="*/ 0 h 1"/>
              <a:gd name="T4" fmla="*/ 0 60000 65536"/>
              <a:gd name="T5" fmla="*/ 0 60000 65536"/>
              <a:gd name="T6" fmla="*/ 0 w 1027"/>
              <a:gd name="T7" fmla="*/ 0 h 1"/>
              <a:gd name="T8" fmla="*/ 1027 w 102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27" h="1">
                <a:moveTo>
                  <a:pt x="0" y="0"/>
                </a:moveTo>
                <a:lnTo>
                  <a:pt x="1027" y="0"/>
                </a:lnTo>
              </a:path>
            </a:pathLst>
          </a:cu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44"/>
          <p:cNvSpPr>
            <a:spLocks noChangeShapeType="1"/>
          </p:cNvSpPr>
          <p:nvPr/>
        </p:nvSpPr>
        <p:spPr bwMode="auto">
          <a:xfrm>
            <a:off x="9715351" y="1876672"/>
            <a:ext cx="0" cy="9906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45"/>
          <p:cNvSpPr>
            <a:spLocks noChangeShapeType="1"/>
          </p:cNvSpPr>
          <p:nvPr/>
        </p:nvSpPr>
        <p:spPr bwMode="auto">
          <a:xfrm>
            <a:off x="8648551" y="1876672"/>
            <a:ext cx="0" cy="990600"/>
          </a:xfrm>
          <a:prstGeom prst="line">
            <a:avLst/>
          </a:prstGeom>
          <a:noFill/>
          <a:ln w="3810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46"/>
          <p:cNvSpPr>
            <a:spLocks noChangeShapeType="1"/>
          </p:cNvSpPr>
          <p:nvPr/>
        </p:nvSpPr>
        <p:spPr bwMode="auto">
          <a:xfrm>
            <a:off x="8115151" y="2638672"/>
            <a:ext cx="16002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48"/>
          <p:cNvSpPr>
            <a:spLocks noChangeShapeType="1"/>
          </p:cNvSpPr>
          <p:nvPr/>
        </p:nvSpPr>
        <p:spPr bwMode="auto">
          <a:xfrm>
            <a:off x="8877151" y="2867272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Line 49"/>
          <p:cNvSpPr>
            <a:spLocks noChangeShapeType="1"/>
          </p:cNvSpPr>
          <p:nvPr/>
        </p:nvSpPr>
        <p:spPr bwMode="auto">
          <a:xfrm>
            <a:off x="9486751" y="2867272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Line 52"/>
          <p:cNvSpPr>
            <a:spLocks noChangeShapeType="1"/>
          </p:cNvSpPr>
          <p:nvPr/>
        </p:nvSpPr>
        <p:spPr bwMode="auto">
          <a:xfrm>
            <a:off x="10304314" y="2867272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5" name="Line 53"/>
          <p:cNvSpPr>
            <a:spLocks noChangeShapeType="1"/>
          </p:cNvSpPr>
          <p:nvPr/>
        </p:nvSpPr>
        <p:spPr bwMode="auto">
          <a:xfrm flipH="1">
            <a:off x="9782026" y="3838822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" name="Line 54"/>
          <p:cNvSpPr>
            <a:spLocks noChangeShapeType="1"/>
          </p:cNvSpPr>
          <p:nvPr/>
        </p:nvSpPr>
        <p:spPr bwMode="auto">
          <a:xfrm>
            <a:off x="9782026" y="3305422"/>
            <a:ext cx="0" cy="552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7" name="Line 55"/>
          <p:cNvSpPr>
            <a:spLocks noChangeShapeType="1"/>
          </p:cNvSpPr>
          <p:nvPr/>
        </p:nvSpPr>
        <p:spPr bwMode="auto">
          <a:xfrm flipV="1">
            <a:off x="6372076" y="4237676"/>
            <a:ext cx="0" cy="1457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6" t="35173" r="29263" b="11903"/>
          <a:stretch>
            <a:fillRect/>
          </a:stretch>
        </p:blipFill>
        <p:spPr>
          <a:xfrm rot="5400000">
            <a:off x="4182762" y="2749334"/>
            <a:ext cx="2185989" cy="178941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35" t="21568" r="31724" b="9414"/>
          <a:stretch>
            <a:fillRect/>
          </a:stretch>
        </p:blipFill>
        <p:spPr>
          <a:xfrm>
            <a:off x="4436541" y="1755332"/>
            <a:ext cx="1771650" cy="233363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2" t="30946" r="23860" b="14118"/>
          <a:stretch>
            <a:fillRect/>
          </a:stretch>
        </p:blipFill>
        <p:spPr>
          <a:xfrm rot="5400000">
            <a:off x="4238897" y="5095033"/>
            <a:ext cx="2095500" cy="185738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1" t="31908" r="46057" b="2360"/>
          <a:stretch>
            <a:fillRect/>
          </a:stretch>
        </p:blipFill>
        <p:spPr>
          <a:xfrm rot="5400000">
            <a:off x="3282426" y="2980884"/>
            <a:ext cx="730254" cy="222250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1" t="31908" r="46057" b="2360"/>
          <a:stretch>
            <a:fillRect/>
          </a:stretch>
        </p:blipFill>
        <p:spPr>
          <a:xfrm rot="5400000">
            <a:off x="6500661" y="2980884"/>
            <a:ext cx="730254" cy="222250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3" t="30030" r="45136" b="7994"/>
          <a:stretch>
            <a:fillRect/>
          </a:stretch>
        </p:blipFill>
        <p:spPr>
          <a:xfrm rot="5400000">
            <a:off x="3305448" y="5095032"/>
            <a:ext cx="747709" cy="20955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46" t="26539" r="45681" b="217"/>
          <a:stretch>
            <a:fillRect/>
          </a:stretch>
        </p:blipFill>
        <p:spPr>
          <a:xfrm>
            <a:off x="3322115" y="5097408"/>
            <a:ext cx="733425" cy="247649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63" t="30030" r="45136" b="7994"/>
          <a:stretch>
            <a:fillRect/>
          </a:stretch>
        </p:blipFill>
        <p:spPr>
          <a:xfrm rot="5400000">
            <a:off x="6505008" y="5095032"/>
            <a:ext cx="747709" cy="209550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46" t="26539" r="45681" b="217"/>
          <a:stretch>
            <a:fillRect/>
          </a:stretch>
        </p:blipFill>
        <p:spPr>
          <a:xfrm>
            <a:off x="6521675" y="5097408"/>
            <a:ext cx="733425" cy="247649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1" t="31908" r="46057" b="2360"/>
          <a:stretch>
            <a:fillRect/>
          </a:stretch>
        </p:blipFill>
        <p:spPr>
          <a:xfrm rot="5400000">
            <a:off x="8786662" y="2980884"/>
            <a:ext cx="730254" cy="222250"/>
          </a:xfrm>
          <a:prstGeom prst="rect">
            <a:avLst/>
          </a:prstGeom>
        </p:spPr>
      </p:pic>
      <p:sp>
        <p:nvSpPr>
          <p:cNvPr id="5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轴承座的读图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02631" y="4270455"/>
            <a:ext cx="2552510" cy="1866833"/>
          </a:xfrm>
          <a:prstGeom prst="rect">
            <a:avLst/>
          </a:prstGeom>
        </p:spPr>
      </p:pic>
      <p:grpSp>
        <p:nvGrpSpPr>
          <p:cNvPr id="3" name="Group 320"/>
          <p:cNvGrpSpPr/>
          <p:nvPr/>
        </p:nvGrpSpPr>
        <p:grpSpPr bwMode="auto">
          <a:xfrm>
            <a:off x="900954" y="2079823"/>
            <a:ext cx="4152900" cy="3176588"/>
            <a:chOff x="510" y="876"/>
            <a:chExt cx="2616" cy="2001"/>
          </a:xfrm>
        </p:grpSpPr>
        <p:grpSp>
          <p:nvGrpSpPr>
            <p:cNvPr id="4" name="Group 321"/>
            <p:cNvGrpSpPr/>
            <p:nvPr/>
          </p:nvGrpSpPr>
          <p:grpSpPr bwMode="auto">
            <a:xfrm>
              <a:off x="2387" y="942"/>
              <a:ext cx="739" cy="817"/>
              <a:chOff x="2387" y="942"/>
              <a:chExt cx="739" cy="817"/>
            </a:xfrm>
          </p:grpSpPr>
          <p:sp>
            <p:nvSpPr>
              <p:cNvPr id="65" name="Freeform 322"/>
              <p:cNvSpPr/>
              <p:nvPr/>
            </p:nvSpPr>
            <p:spPr bwMode="auto">
              <a:xfrm>
                <a:off x="2388" y="1346"/>
                <a:ext cx="738" cy="413"/>
              </a:xfrm>
              <a:custGeom>
                <a:avLst/>
                <a:gdLst>
                  <a:gd name="T0" fmla="*/ 0 w 738"/>
                  <a:gd name="T1" fmla="*/ 0 h 413"/>
                  <a:gd name="T2" fmla="*/ 738 w 738"/>
                  <a:gd name="T3" fmla="*/ 0 h 413"/>
                  <a:gd name="T4" fmla="*/ 737 w 738"/>
                  <a:gd name="T5" fmla="*/ 411 h 413"/>
                  <a:gd name="T6" fmla="*/ 528 w 738"/>
                  <a:gd name="T7" fmla="*/ 413 h 413"/>
                  <a:gd name="T8" fmla="*/ 528 w 738"/>
                  <a:gd name="T9" fmla="*/ 204 h 413"/>
                  <a:gd name="T10" fmla="*/ 0 w 738"/>
                  <a:gd name="T11" fmla="*/ 204 h 413"/>
                  <a:gd name="T12" fmla="*/ 0 w 738"/>
                  <a:gd name="T13" fmla="*/ 0 h 4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8" h="413">
                    <a:moveTo>
                      <a:pt x="0" y="0"/>
                    </a:moveTo>
                    <a:lnTo>
                      <a:pt x="738" y="0"/>
                    </a:lnTo>
                    <a:lnTo>
                      <a:pt x="737" y="411"/>
                    </a:lnTo>
                    <a:lnTo>
                      <a:pt x="528" y="413"/>
                    </a:lnTo>
                    <a:lnTo>
                      <a:pt x="528" y="204"/>
                    </a:lnTo>
                    <a:lnTo>
                      <a:pt x="0" y="2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0FF"/>
              </a:solidFill>
              <a:ln w="571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323"/>
              <p:cNvSpPr>
                <a:spLocks noChangeShapeType="1"/>
              </p:cNvSpPr>
              <p:nvPr/>
            </p:nvSpPr>
            <p:spPr bwMode="auto">
              <a:xfrm>
                <a:off x="283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324"/>
              <p:cNvSpPr>
                <a:spLocks noChangeShapeType="1"/>
              </p:cNvSpPr>
              <p:nvPr/>
            </p:nvSpPr>
            <p:spPr bwMode="auto">
              <a:xfrm>
                <a:off x="262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Rectangle 325"/>
              <p:cNvSpPr>
                <a:spLocks noChangeArrowheads="1"/>
              </p:cNvSpPr>
              <p:nvPr/>
            </p:nvSpPr>
            <p:spPr bwMode="auto">
              <a:xfrm>
                <a:off x="2387" y="944"/>
                <a:ext cx="529" cy="40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69" name="Line 326"/>
              <p:cNvSpPr>
                <a:spLocks noChangeShapeType="1"/>
              </p:cNvSpPr>
              <p:nvPr/>
            </p:nvSpPr>
            <p:spPr bwMode="auto">
              <a:xfrm>
                <a:off x="2550" y="942"/>
                <a:ext cx="0" cy="402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327"/>
              <p:cNvSpPr>
                <a:spLocks noChangeShapeType="1"/>
              </p:cNvSpPr>
              <p:nvPr/>
            </p:nvSpPr>
            <p:spPr bwMode="auto">
              <a:xfrm rot="5400000" flipV="1">
                <a:off x="2655" y="975"/>
                <a:ext cx="1" cy="53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" name="Rectangle 328"/>
            <p:cNvSpPr>
              <a:spLocks noChangeArrowheads="1"/>
            </p:cNvSpPr>
            <p:nvPr/>
          </p:nvSpPr>
          <p:spPr bwMode="auto">
            <a:xfrm>
              <a:off x="520" y="2048"/>
              <a:ext cx="1610" cy="728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6" name="Rectangle 329"/>
            <p:cNvSpPr>
              <a:spLocks noChangeArrowheads="1"/>
            </p:cNvSpPr>
            <p:nvPr/>
          </p:nvSpPr>
          <p:spPr bwMode="auto">
            <a:xfrm>
              <a:off x="965" y="2048"/>
              <a:ext cx="726" cy="522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7" name="Line 330"/>
            <p:cNvSpPr>
              <a:spLocks noChangeShapeType="1"/>
            </p:cNvSpPr>
            <p:nvPr/>
          </p:nvSpPr>
          <p:spPr bwMode="auto">
            <a:xfrm>
              <a:off x="510" y="2566"/>
              <a:ext cx="162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331"/>
            <p:cNvSpPr>
              <a:spLocks noChangeShapeType="1"/>
            </p:cNvSpPr>
            <p:nvPr/>
          </p:nvSpPr>
          <p:spPr bwMode="auto">
            <a:xfrm>
              <a:off x="1038" y="2046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332"/>
            <p:cNvSpPr>
              <a:spLocks noChangeShapeType="1"/>
            </p:cNvSpPr>
            <p:nvPr/>
          </p:nvSpPr>
          <p:spPr bwMode="auto">
            <a:xfrm>
              <a:off x="1614" y="2040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333"/>
            <p:cNvSpPr>
              <a:spLocks noChangeShapeType="1"/>
            </p:cNvSpPr>
            <p:nvPr/>
          </p:nvSpPr>
          <p:spPr bwMode="auto">
            <a:xfrm>
              <a:off x="516" y="2208"/>
              <a:ext cx="44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334"/>
            <p:cNvSpPr>
              <a:spLocks noChangeShapeType="1"/>
            </p:cNvSpPr>
            <p:nvPr/>
          </p:nvSpPr>
          <p:spPr bwMode="auto">
            <a:xfrm>
              <a:off x="1698" y="2208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Oval 335"/>
            <p:cNvSpPr>
              <a:spLocks noChangeArrowheads="1"/>
            </p:cNvSpPr>
            <p:nvPr/>
          </p:nvSpPr>
          <p:spPr bwMode="auto">
            <a:xfrm>
              <a:off x="624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3" name="Oval 336"/>
            <p:cNvSpPr>
              <a:spLocks noChangeArrowheads="1"/>
            </p:cNvSpPr>
            <p:nvPr/>
          </p:nvSpPr>
          <p:spPr bwMode="auto">
            <a:xfrm>
              <a:off x="1800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14" name="Group 337"/>
            <p:cNvGrpSpPr/>
            <p:nvPr/>
          </p:nvGrpSpPr>
          <p:grpSpPr bwMode="auto">
            <a:xfrm>
              <a:off x="516" y="946"/>
              <a:ext cx="1614" cy="814"/>
              <a:chOff x="516" y="946"/>
              <a:chExt cx="1614" cy="814"/>
            </a:xfrm>
          </p:grpSpPr>
          <p:sp>
            <p:nvSpPr>
              <p:cNvPr id="52" name="Rectangle 338"/>
              <p:cNvSpPr>
                <a:spLocks noChangeArrowheads="1"/>
              </p:cNvSpPr>
              <p:nvPr/>
            </p:nvSpPr>
            <p:spPr bwMode="auto">
              <a:xfrm>
                <a:off x="522" y="1355"/>
                <a:ext cx="1607" cy="405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3" name="Line 339"/>
              <p:cNvSpPr>
                <a:spLocks noChangeShapeType="1"/>
              </p:cNvSpPr>
              <p:nvPr/>
            </p:nvSpPr>
            <p:spPr bwMode="auto">
              <a:xfrm>
                <a:off x="518" y="1548"/>
                <a:ext cx="160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Arc 340"/>
              <p:cNvSpPr/>
              <p:nvPr/>
            </p:nvSpPr>
            <p:spPr bwMode="auto">
              <a:xfrm flipV="1">
                <a:off x="1039" y="946"/>
                <a:ext cx="570" cy="294"/>
              </a:xfrm>
              <a:custGeom>
                <a:avLst/>
                <a:gdLst>
                  <a:gd name="T0" fmla="*/ 0 w 43200"/>
                  <a:gd name="T1" fmla="*/ 0 h 25161"/>
                  <a:gd name="T2" fmla="*/ 0 w 43200"/>
                  <a:gd name="T3" fmla="*/ 0 h 25161"/>
                  <a:gd name="T4" fmla="*/ 0 w 43200"/>
                  <a:gd name="T5" fmla="*/ 0 h 25161"/>
                  <a:gd name="T6" fmla="*/ 0 60000 65536"/>
                  <a:gd name="T7" fmla="*/ 0 60000 65536"/>
                  <a:gd name="T8" fmla="*/ 0 60000 65536"/>
                  <a:gd name="connsiteX0" fmla="*/ 295 w 43200"/>
                  <a:gd name="connsiteY0" fmla="*/ 25161 h 25161"/>
                  <a:gd name="connsiteX1" fmla="*/ 0 w 43200"/>
                  <a:gd name="connsiteY1" fmla="*/ 21600 h 25161"/>
                  <a:gd name="connsiteX2" fmla="*/ 21600 w 43200"/>
                  <a:gd name="connsiteY2" fmla="*/ 0 h 25161"/>
                  <a:gd name="connsiteX3" fmla="*/ 43200 w 43200"/>
                  <a:gd name="connsiteY3" fmla="*/ 21600 h 25161"/>
                  <a:gd name="connsiteX4" fmla="*/ 43058 w 43200"/>
                  <a:gd name="connsiteY4" fmla="*/ 24067 h 25161"/>
                  <a:gd name="connsiteX0-1" fmla="*/ 295 w 43200"/>
                  <a:gd name="connsiteY0-2" fmla="*/ 25161 h 25161"/>
                  <a:gd name="connsiteX1-3" fmla="*/ 0 w 43200"/>
                  <a:gd name="connsiteY1-4" fmla="*/ 21600 h 25161"/>
                  <a:gd name="connsiteX2-5" fmla="*/ 21600 w 43200"/>
                  <a:gd name="connsiteY2-6" fmla="*/ 0 h 25161"/>
                  <a:gd name="connsiteX3-7" fmla="*/ 43200 w 43200"/>
                  <a:gd name="connsiteY3-8" fmla="*/ 21600 h 25161"/>
                  <a:gd name="connsiteX4-9" fmla="*/ 43058 w 43200"/>
                  <a:gd name="connsiteY4-10" fmla="*/ 24067 h 25161"/>
                  <a:gd name="connsiteX5" fmla="*/ 21448 w 43200"/>
                  <a:gd name="connsiteY5" fmla="*/ 23996 h 25161"/>
                  <a:gd name="connsiteX6" fmla="*/ 295 w 43200"/>
                  <a:gd name="connsiteY6" fmla="*/ 25161 h 25161"/>
                  <a:gd name="connsiteX0-11" fmla="*/ 295 w 43200"/>
                  <a:gd name="connsiteY0-12" fmla="*/ 25161 h 25161"/>
                  <a:gd name="connsiteX1-13" fmla="*/ 0 w 43200"/>
                  <a:gd name="connsiteY1-14" fmla="*/ 21600 h 25161"/>
                  <a:gd name="connsiteX2-15" fmla="*/ 21600 w 43200"/>
                  <a:gd name="connsiteY2-16" fmla="*/ 0 h 25161"/>
                  <a:gd name="connsiteX3-17" fmla="*/ 43200 w 43200"/>
                  <a:gd name="connsiteY3-18" fmla="*/ 21600 h 25161"/>
                  <a:gd name="connsiteX4-19" fmla="*/ 43058 w 43200"/>
                  <a:gd name="connsiteY4-20" fmla="*/ 24067 h 25161"/>
                  <a:gd name="connsiteX0-21" fmla="*/ 295 w 43200"/>
                  <a:gd name="connsiteY0-22" fmla="*/ 25161 h 25161"/>
                  <a:gd name="connsiteX1-23" fmla="*/ 0 w 43200"/>
                  <a:gd name="connsiteY1-24" fmla="*/ 21600 h 25161"/>
                  <a:gd name="connsiteX2-25" fmla="*/ 21600 w 43200"/>
                  <a:gd name="connsiteY2-26" fmla="*/ 0 h 25161"/>
                  <a:gd name="connsiteX3-27" fmla="*/ 43200 w 43200"/>
                  <a:gd name="connsiteY3-28" fmla="*/ 21600 h 25161"/>
                  <a:gd name="connsiteX4-29" fmla="*/ 43058 w 43200"/>
                  <a:gd name="connsiteY4-30" fmla="*/ 24067 h 25161"/>
                  <a:gd name="connsiteX5-31" fmla="*/ 21448 w 43200"/>
                  <a:gd name="connsiteY5-32" fmla="*/ 23996 h 25161"/>
                  <a:gd name="connsiteX6-33" fmla="*/ 295 w 43200"/>
                  <a:gd name="connsiteY6-34" fmla="*/ 25161 h 25161"/>
                  <a:gd name="connsiteX0-35" fmla="*/ 295 w 43200"/>
                  <a:gd name="connsiteY0-36" fmla="*/ 25161 h 25161"/>
                  <a:gd name="connsiteX1-37" fmla="*/ 0 w 43200"/>
                  <a:gd name="connsiteY1-38" fmla="*/ 21600 h 25161"/>
                  <a:gd name="connsiteX2-39" fmla="*/ 21600 w 43200"/>
                  <a:gd name="connsiteY2-40" fmla="*/ 0 h 25161"/>
                  <a:gd name="connsiteX3-41" fmla="*/ 43200 w 43200"/>
                  <a:gd name="connsiteY3-42" fmla="*/ 21600 h 25161"/>
                  <a:gd name="connsiteX4-43" fmla="*/ 43058 w 43200"/>
                  <a:gd name="connsiteY4-44" fmla="*/ 24067 h 25161"/>
                  <a:gd name="connsiteX0-45" fmla="*/ 295 w 43200"/>
                  <a:gd name="connsiteY0-46" fmla="*/ 25161 h 25161"/>
                  <a:gd name="connsiteX1-47" fmla="*/ 0 w 43200"/>
                  <a:gd name="connsiteY1-48" fmla="*/ 21600 h 25161"/>
                  <a:gd name="connsiteX2-49" fmla="*/ 21600 w 43200"/>
                  <a:gd name="connsiteY2-50" fmla="*/ 0 h 25161"/>
                  <a:gd name="connsiteX3-51" fmla="*/ 43200 w 43200"/>
                  <a:gd name="connsiteY3-52" fmla="*/ 21600 h 25161"/>
                  <a:gd name="connsiteX4-53" fmla="*/ 43058 w 43200"/>
                  <a:gd name="connsiteY4-54" fmla="*/ 24067 h 25161"/>
                  <a:gd name="connsiteX5-55" fmla="*/ 21448 w 43200"/>
                  <a:gd name="connsiteY5-56" fmla="*/ 23996 h 25161"/>
                  <a:gd name="connsiteX6-57" fmla="*/ 295 w 43200"/>
                  <a:gd name="connsiteY6-58" fmla="*/ 25161 h 25161"/>
                  <a:gd name="connsiteX0-59" fmla="*/ 295 w 43200"/>
                  <a:gd name="connsiteY0-60" fmla="*/ 25161 h 25161"/>
                  <a:gd name="connsiteX1-61" fmla="*/ 0 w 43200"/>
                  <a:gd name="connsiteY1-62" fmla="*/ 21600 h 25161"/>
                  <a:gd name="connsiteX2-63" fmla="*/ 21600 w 43200"/>
                  <a:gd name="connsiteY2-64" fmla="*/ 0 h 25161"/>
                  <a:gd name="connsiteX3-65" fmla="*/ 43200 w 43200"/>
                  <a:gd name="connsiteY3-66" fmla="*/ 21600 h 25161"/>
                  <a:gd name="connsiteX4-67" fmla="*/ 43058 w 43200"/>
                  <a:gd name="connsiteY4-68" fmla="*/ 24067 h 25161"/>
                  <a:gd name="connsiteX0-69" fmla="*/ 295 w 43200"/>
                  <a:gd name="connsiteY0-70" fmla="*/ 25161 h 25161"/>
                  <a:gd name="connsiteX1-71" fmla="*/ 0 w 43200"/>
                  <a:gd name="connsiteY1-72" fmla="*/ 21600 h 25161"/>
                  <a:gd name="connsiteX2-73" fmla="*/ 21600 w 43200"/>
                  <a:gd name="connsiteY2-74" fmla="*/ 0 h 25161"/>
                  <a:gd name="connsiteX3-75" fmla="*/ 43200 w 43200"/>
                  <a:gd name="connsiteY3-76" fmla="*/ 21600 h 25161"/>
                  <a:gd name="connsiteX4-77" fmla="*/ 43058 w 43200"/>
                  <a:gd name="connsiteY4-78" fmla="*/ 24067 h 25161"/>
                  <a:gd name="connsiteX5-79" fmla="*/ 21675 w 43200"/>
                  <a:gd name="connsiteY5-80" fmla="*/ 24253 h 25161"/>
                  <a:gd name="connsiteX6-81" fmla="*/ 295 w 43200"/>
                  <a:gd name="connsiteY6-82" fmla="*/ 25161 h 25161"/>
                  <a:gd name="connsiteX0-83" fmla="*/ 295 w 43200"/>
                  <a:gd name="connsiteY0-84" fmla="*/ 25161 h 25161"/>
                  <a:gd name="connsiteX1-85" fmla="*/ 0 w 43200"/>
                  <a:gd name="connsiteY1-86" fmla="*/ 21600 h 25161"/>
                  <a:gd name="connsiteX2-87" fmla="*/ 21600 w 43200"/>
                  <a:gd name="connsiteY2-88" fmla="*/ 0 h 25161"/>
                  <a:gd name="connsiteX3-89" fmla="*/ 43200 w 43200"/>
                  <a:gd name="connsiteY3-90" fmla="*/ 21600 h 25161"/>
                  <a:gd name="connsiteX4-91" fmla="*/ 43058 w 43200"/>
                  <a:gd name="connsiteY4-92" fmla="*/ 24067 h 25161"/>
                  <a:gd name="connsiteX0-93" fmla="*/ 295 w 43200"/>
                  <a:gd name="connsiteY0-94" fmla="*/ 25161 h 25161"/>
                  <a:gd name="connsiteX1-95" fmla="*/ 0 w 43200"/>
                  <a:gd name="connsiteY1-96" fmla="*/ 21600 h 25161"/>
                  <a:gd name="connsiteX2-97" fmla="*/ 21600 w 43200"/>
                  <a:gd name="connsiteY2-98" fmla="*/ 0 h 25161"/>
                  <a:gd name="connsiteX3-99" fmla="*/ 43200 w 43200"/>
                  <a:gd name="connsiteY3-100" fmla="*/ 21600 h 25161"/>
                  <a:gd name="connsiteX4-101" fmla="*/ 43058 w 43200"/>
                  <a:gd name="connsiteY4-102" fmla="*/ 24067 h 25161"/>
                  <a:gd name="connsiteX5-103" fmla="*/ 21675 w 43200"/>
                  <a:gd name="connsiteY5-104" fmla="*/ 24253 h 25161"/>
                  <a:gd name="connsiteX6-105" fmla="*/ 295 w 43200"/>
                  <a:gd name="connsiteY6-106" fmla="*/ 25161 h 2516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31" y="connsiteY5-32"/>
                  </a:cxn>
                  <a:cxn ang="0">
                    <a:pos x="connsiteX6-33" y="connsiteY6-34"/>
                  </a:cxn>
                </a:cxnLst>
                <a:rect l="l" t="t" r="r" b="b"/>
                <a:pathLst>
                  <a:path w="43200" h="25161" fill="none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</a:path>
                  <a:path w="43200" h="25161" stroke="0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  <a:lnTo>
                      <a:pt x="21675" y="24253"/>
                    </a:lnTo>
                    <a:cubicBezTo>
                      <a:pt x="14118" y="24285"/>
                      <a:pt x="7397" y="23974"/>
                      <a:pt x="295" y="25161"/>
                    </a:cubicBezTo>
                    <a:close/>
                  </a:path>
                </a:pathLst>
              </a:cu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341"/>
              <p:cNvSpPr>
                <a:spLocks noChangeShapeType="1"/>
              </p:cNvSpPr>
              <p:nvPr/>
            </p:nvSpPr>
            <p:spPr bwMode="auto">
              <a:xfrm flipV="1">
                <a:off x="966" y="948"/>
                <a:ext cx="0" cy="41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342"/>
              <p:cNvSpPr>
                <a:spLocks noChangeShapeType="1"/>
              </p:cNvSpPr>
              <p:nvPr/>
            </p:nvSpPr>
            <p:spPr bwMode="auto">
              <a:xfrm flipV="1">
                <a:off x="1686" y="966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343"/>
              <p:cNvSpPr>
                <a:spLocks noChangeShapeType="1"/>
              </p:cNvSpPr>
              <p:nvPr/>
            </p:nvSpPr>
            <p:spPr bwMode="auto">
              <a:xfrm>
                <a:off x="960" y="954"/>
                <a:ext cx="9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344"/>
              <p:cNvSpPr>
                <a:spLocks noChangeShapeType="1"/>
              </p:cNvSpPr>
              <p:nvPr/>
            </p:nvSpPr>
            <p:spPr bwMode="auto">
              <a:xfrm>
                <a:off x="1596" y="954"/>
                <a:ext cx="10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345"/>
              <p:cNvSpPr>
                <a:spLocks noChangeShapeType="1"/>
              </p:cNvSpPr>
              <p:nvPr/>
            </p:nvSpPr>
            <p:spPr bwMode="auto">
              <a:xfrm flipH="1">
                <a:off x="516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346"/>
              <p:cNvSpPr>
                <a:spLocks noChangeShapeType="1"/>
              </p:cNvSpPr>
              <p:nvPr/>
            </p:nvSpPr>
            <p:spPr bwMode="auto">
              <a:xfrm>
                <a:off x="1680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347"/>
              <p:cNvSpPr>
                <a:spLocks noChangeShapeType="1"/>
              </p:cNvSpPr>
              <p:nvPr/>
            </p:nvSpPr>
            <p:spPr bwMode="auto">
              <a:xfrm flipV="1">
                <a:off x="618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348"/>
              <p:cNvSpPr>
                <a:spLocks noChangeShapeType="1"/>
              </p:cNvSpPr>
              <p:nvPr/>
            </p:nvSpPr>
            <p:spPr bwMode="auto">
              <a:xfrm flipV="1">
                <a:off x="85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349"/>
              <p:cNvSpPr>
                <a:spLocks noChangeShapeType="1"/>
              </p:cNvSpPr>
              <p:nvPr/>
            </p:nvSpPr>
            <p:spPr bwMode="auto">
              <a:xfrm flipV="1">
                <a:off x="202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350"/>
              <p:cNvSpPr>
                <a:spLocks noChangeShapeType="1"/>
              </p:cNvSpPr>
              <p:nvPr/>
            </p:nvSpPr>
            <p:spPr bwMode="auto">
              <a:xfrm flipV="1">
                <a:off x="1794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5" name="Group 351"/>
            <p:cNvGrpSpPr/>
            <p:nvPr/>
          </p:nvGrpSpPr>
          <p:grpSpPr bwMode="auto">
            <a:xfrm>
              <a:off x="969" y="954"/>
              <a:ext cx="636" cy="0"/>
              <a:chOff x="969" y="954"/>
              <a:chExt cx="636" cy="0"/>
            </a:xfrm>
          </p:grpSpPr>
          <p:sp>
            <p:nvSpPr>
              <p:cNvPr id="49" name="Line 352"/>
              <p:cNvSpPr>
                <a:spLocks noChangeShapeType="1"/>
              </p:cNvSpPr>
              <p:nvPr/>
            </p:nvSpPr>
            <p:spPr bwMode="auto">
              <a:xfrm>
                <a:off x="969" y="954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353"/>
              <p:cNvSpPr>
                <a:spLocks noChangeShapeType="1"/>
              </p:cNvSpPr>
              <p:nvPr/>
            </p:nvSpPr>
            <p:spPr bwMode="auto">
              <a:xfrm>
                <a:off x="1482" y="95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354"/>
              <p:cNvSpPr>
                <a:spLocks noChangeShapeType="1"/>
              </p:cNvSpPr>
              <p:nvPr/>
            </p:nvSpPr>
            <p:spPr bwMode="auto">
              <a:xfrm>
                <a:off x="1536" y="954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" name="Line 355"/>
            <p:cNvSpPr>
              <a:spLocks noChangeShapeType="1"/>
            </p:cNvSpPr>
            <p:nvPr/>
          </p:nvSpPr>
          <p:spPr bwMode="auto">
            <a:xfrm>
              <a:off x="2304" y="946"/>
              <a:ext cx="6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8" name="Group 356"/>
            <p:cNvGrpSpPr/>
            <p:nvPr/>
          </p:nvGrpSpPr>
          <p:grpSpPr bwMode="auto">
            <a:xfrm>
              <a:off x="1323" y="876"/>
              <a:ext cx="0" cy="989"/>
              <a:chOff x="1325" y="876"/>
              <a:chExt cx="0" cy="989"/>
            </a:xfrm>
          </p:grpSpPr>
          <p:sp>
            <p:nvSpPr>
              <p:cNvPr id="44" name="Line 357"/>
              <p:cNvSpPr>
                <a:spLocks noChangeShapeType="1"/>
              </p:cNvSpPr>
              <p:nvPr/>
            </p:nvSpPr>
            <p:spPr bwMode="auto">
              <a:xfrm rot="-5400000">
                <a:off x="1238" y="1779"/>
                <a:ext cx="17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358"/>
              <p:cNvSpPr>
                <a:spLocks noChangeShapeType="1"/>
              </p:cNvSpPr>
              <p:nvPr/>
            </p:nvSpPr>
            <p:spPr bwMode="auto">
              <a:xfrm rot="-5400000">
                <a:off x="1311" y="1647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359"/>
              <p:cNvSpPr>
                <a:spLocks noChangeShapeType="1"/>
              </p:cNvSpPr>
              <p:nvPr/>
            </p:nvSpPr>
            <p:spPr bwMode="auto">
              <a:xfrm rot="-5400000">
                <a:off x="1085" y="136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360"/>
              <p:cNvSpPr>
                <a:spLocks noChangeShapeType="1"/>
              </p:cNvSpPr>
              <p:nvPr/>
            </p:nvSpPr>
            <p:spPr bwMode="auto">
              <a:xfrm rot="-5400000">
                <a:off x="1311" y="1078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361"/>
              <p:cNvSpPr>
                <a:spLocks noChangeShapeType="1"/>
              </p:cNvSpPr>
              <p:nvPr/>
            </p:nvSpPr>
            <p:spPr bwMode="auto">
              <a:xfrm rot="-5400000">
                <a:off x="1243" y="958"/>
                <a:ext cx="1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Group 362"/>
            <p:cNvGrpSpPr/>
            <p:nvPr/>
          </p:nvGrpSpPr>
          <p:grpSpPr bwMode="auto">
            <a:xfrm>
              <a:off x="1324" y="1974"/>
              <a:ext cx="0" cy="903"/>
              <a:chOff x="1324" y="1974"/>
              <a:chExt cx="0" cy="903"/>
            </a:xfrm>
          </p:grpSpPr>
          <p:sp>
            <p:nvSpPr>
              <p:cNvPr id="39" name="Line 363"/>
              <p:cNvSpPr>
                <a:spLocks noChangeShapeType="1"/>
              </p:cNvSpPr>
              <p:nvPr/>
            </p:nvSpPr>
            <p:spPr bwMode="auto">
              <a:xfrm rot="-5400000">
                <a:off x="1237" y="2791"/>
                <a:ext cx="17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364"/>
              <p:cNvSpPr>
                <a:spLocks noChangeShapeType="1"/>
              </p:cNvSpPr>
              <p:nvPr/>
            </p:nvSpPr>
            <p:spPr bwMode="auto">
              <a:xfrm rot="-5400000">
                <a:off x="1310" y="2657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365"/>
              <p:cNvSpPr>
                <a:spLocks noChangeShapeType="1"/>
              </p:cNvSpPr>
              <p:nvPr/>
            </p:nvSpPr>
            <p:spPr bwMode="auto">
              <a:xfrm rot="-5400000">
                <a:off x="1125" y="2423"/>
                <a:ext cx="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366"/>
              <p:cNvSpPr>
                <a:spLocks noChangeShapeType="1"/>
              </p:cNvSpPr>
              <p:nvPr/>
            </p:nvSpPr>
            <p:spPr bwMode="auto">
              <a:xfrm rot="-5400000">
                <a:off x="1310" y="2176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367"/>
              <p:cNvSpPr>
                <a:spLocks noChangeShapeType="1"/>
              </p:cNvSpPr>
              <p:nvPr/>
            </p:nvSpPr>
            <p:spPr bwMode="auto">
              <a:xfrm rot="-5400000">
                <a:off x="1242" y="2056"/>
                <a:ext cx="1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Group 368"/>
            <p:cNvGrpSpPr/>
            <p:nvPr/>
          </p:nvGrpSpPr>
          <p:grpSpPr bwMode="auto">
            <a:xfrm>
              <a:off x="553" y="2229"/>
              <a:ext cx="362" cy="355"/>
              <a:chOff x="553" y="2229"/>
              <a:chExt cx="362" cy="355"/>
            </a:xfrm>
          </p:grpSpPr>
          <p:sp>
            <p:nvSpPr>
              <p:cNvPr id="36" name="Line 369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370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" name="Group 371"/>
            <p:cNvGrpSpPr/>
            <p:nvPr/>
          </p:nvGrpSpPr>
          <p:grpSpPr bwMode="auto">
            <a:xfrm>
              <a:off x="1731" y="2230"/>
              <a:ext cx="362" cy="355"/>
              <a:chOff x="553" y="2229"/>
              <a:chExt cx="362" cy="355"/>
            </a:xfrm>
          </p:grpSpPr>
          <p:sp>
            <p:nvSpPr>
              <p:cNvPr id="34" name="Line 372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73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" name="Group 374"/>
            <p:cNvGrpSpPr/>
            <p:nvPr/>
          </p:nvGrpSpPr>
          <p:grpSpPr bwMode="auto">
            <a:xfrm>
              <a:off x="2732" y="1271"/>
              <a:ext cx="0" cy="390"/>
              <a:chOff x="2726" y="1273"/>
              <a:chExt cx="0" cy="390"/>
            </a:xfrm>
          </p:grpSpPr>
          <p:sp>
            <p:nvSpPr>
              <p:cNvPr id="31" name="Line 375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376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77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Group 378"/>
            <p:cNvGrpSpPr/>
            <p:nvPr/>
          </p:nvGrpSpPr>
          <p:grpSpPr bwMode="auto">
            <a:xfrm>
              <a:off x="1908" y="1268"/>
              <a:ext cx="0" cy="390"/>
              <a:chOff x="2726" y="1273"/>
              <a:chExt cx="0" cy="390"/>
            </a:xfrm>
          </p:grpSpPr>
          <p:sp>
            <p:nvSpPr>
              <p:cNvPr id="28" name="Line 379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380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381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4" name="Group 382"/>
            <p:cNvGrpSpPr/>
            <p:nvPr/>
          </p:nvGrpSpPr>
          <p:grpSpPr bwMode="auto">
            <a:xfrm>
              <a:off x="736" y="1265"/>
              <a:ext cx="0" cy="390"/>
              <a:chOff x="2726" y="1273"/>
              <a:chExt cx="0" cy="390"/>
            </a:xfrm>
          </p:grpSpPr>
          <p:sp>
            <p:nvSpPr>
              <p:cNvPr id="25" name="Line 383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384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385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2" name="Rectangle 53" descr="紫色网格"/>
          <p:cNvSpPr>
            <a:spLocks noChangeArrowheads="1"/>
          </p:cNvSpPr>
          <p:nvPr/>
        </p:nvSpPr>
        <p:spPr bwMode="auto">
          <a:xfrm>
            <a:off x="5983549" y="1766499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抓特征分解形体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3" name="Rectangle 54"/>
          <p:cNvSpPr>
            <a:spLocks noChangeArrowheads="1"/>
          </p:cNvSpPr>
          <p:nvPr/>
        </p:nvSpPr>
        <p:spPr bwMode="auto">
          <a:xfrm>
            <a:off x="6219479" y="2331170"/>
            <a:ext cx="52252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从特征投影入手将形体分解成几部分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4" name="Rectangle 55"/>
          <p:cNvSpPr>
            <a:spLocks noChangeArrowheads="1"/>
          </p:cNvSpPr>
          <p:nvPr/>
        </p:nvSpPr>
        <p:spPr bwMode="auto">
          <a:xfrm>
            <a:off x="265954" y="3229173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①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sp>
        <p:nvSpPr>
          <p:cNvPr id="75" name="Rectangle 56"/>
          <p:cNvSpPr>
            <a:spLocks noChangeArrowheads="1"/>
          </p:cNvSpPr>
          <p:nvPr/>
        </p:nvSpPr>
        <p:spPr bwMode="auto">
          <a:xfrm>
            <a:off x="561229" y="2132211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③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sp>
        <p:nvSpPr>
          <p:cNvPr id="76" name="Rectangle 57"/>
          <p:cNvSpPr>
            <a:spLocks noChangeArrowheads="1"/>
          </p:cNvSpPr>
          <p:nvPr/>
        </p:nvSpPr>
        <p:spPr bwMode="auto">
          <a:xfrm>
            <a:off x="1731217" y="1616273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②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sp>
        <p:nvSpPr>
          <p:cNvPr id="77" name="Rectangle 59" descr="紫色网格"/>
          <p:cNvSpPr>
            <a:spLocks noChangeArrowheads="1"/>
          </p:cNvSpPr>
          <p:nvPr/>
        </p:nvSpPr>
        <p:spPr bwMode="auto">
          <a:xfrm>
            <a:off x="5983549" y="2938545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对投影确定形状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8" name="Rectangle 60"/>
          <p:cNvSpPr>
            <a:spLocks noChangeArrowheads="1"/>
          </p:cNvSpPr>
          <p:nvPr/>
        </p:nvSpPr>
        <p:spPr bwMode="auto">
          <a:xfrm>
            <a:off x="6219479" y="3510872"/>
            <a:ext cx="569707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用“三等”关系对投影确定各部分的形状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9" name="Line 61"/>
          <p:cNvSpPr>
            <a:spLocks noChangeShapeType="1"/>
          </p:cNvSpPr>
          <p:nvPr/>
        </p:nvSpPr>
        <p:spPr bwMode="auto">
          <a:xfrm flipH="1">
            <a:off x="726329" y="3372048"/>
            <a:ext cx="346075" cy="115888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Line 62"/>
          <p:cNvSpPr>
            <a:spLocks noChangeShapeType="1"/>
          </p:cNvSpPr>
          <p:nvPr/>
        </p:nvSpPr>
        <p:spPr bwMode="auto">
          <a:xfrm flipV="1">
            <a:off x="1707404" y="2044898"/>
            <a:ext cx="231775" cy="461963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Line 63"/>
          <p:cNvSpPr>
            <a:spLocks noChangeShapeType="1"/>
          </p:cNvSpPr>
          <p:nvPr/>
        </p:nvSpPr>
        <p:spPr bwMode="auto">
          <a:xfrm flipH="1" flipV="1">
            <a:off x="986679" y="2506861"/>
            <a:ext cx="346075" cy="144462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945404" y="2852936"/>
            <a:ext cx="2540000" cy="635000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3" name="Rectangle 65"/>
          <p:cNvSpPr>
            <a:spLocks noChangeArrowheads="1"/>
          </p:cNvSpPr>
          <p:nvPr/>
        </p:nvSpPr>
        <p:spPr bwMode="auto">
          <a:xfrm>
            <a:off x="915242" y="3932436"/>
            <a:ext cx="2540000" cy="1154112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" name="Freeform 66"/>
          <p:cNvSpPr/>
          <p:nvPr/>
        </p:nvSpPr>
        <p:spPr bwMode="auto">
          <a:xfrm>
            <a:off x="3888629" y="2840236"/>
            <a:ext cx="1162050" cy="633412"/>
          </a:xfrm>
          <a:custGeom>
            <a:avLst/>
            <a:gdLst>
              <a:gd name="T0" fmla="*/ 0 w 732"/>
              <a:gd name="T1" fmla="*/ 0 h 399"/>
              <a:gd name="T2" fmla="*/ 2147483646 w 732"/>
              <a:gd name="T3" fmla="*/ 0 h 399"/>
              <a:gd name="T4" fmla="*/ 2147483646 w 732"/>
              <a:gd name="T5" fmla="*/ 2147483646 h 399"/>
              <a:gd name="T6" fmla="*/ 2147483646 w 732"/>
              <a:gd name="T7" fmla="*/ 2147483646 h 399"/>
              <a:gd name="T8" fmla="*/ 2147483646 w 732"/>
              <a:gd name="T9" fmla="*/ 2147483646 h 399"/>
              <a:gd name="T10" fmla="*/ 0 w 732"/>
              <a:gd name="T11" fmla="*/ 2147483646 h 399"/>
              <a:gd name="T12" fmla="*/ 0 w 732"/>
              <a:gd name="T13" fmla="*/ 0 h 39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32" h="399">
                <a:moveTo>
                  <a:pt x="0" y="0"/>
                </a:moveTo>
                <a:lnTo>
                  <a:pt x="732" y="0"/>
                </a:lnTo>
                <a:lnTo>
                  <a:pt x="732" y="396"/>
                </a:lnTo>
                <a:lnTo>
                  <a:pt x="522" y="399"/>
                </a:lnTo>
                <a:lnTo>
                  <a:pt x="519" y="193"/>
                </a:lnTo>
                <a:lnTo>
                  <a:pt x="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Freeform 68"/>
          <p:cNvSpPr/>
          <p:nvPr/>
        </p:nvSpPr>
        <p:spPr bwMode="auto">
          <a:xfrm>
            <a:off x="1624854" y="2194123"/>
            <a:ext cx="1133475" cy="638175"/>
          </a:xfrm>
          <a:custGeom>
            <a:avLst/>
            <a:gdLst>
              <a:gd name="T0" fmla="*/ 0 w 714"/>
              <a:gd name="T1" fmla="*/ 2147483646 h 402"/>
              <a:gd name="T2" fmla="*/ 0 w 714"/>
              <a:gd name="T3" fmla="*/ 2147483646 h 402"/>
              <a:gd name="T4" fmla="*/ 2147483646 w 714"/>
              <a:gd name="T5" fmla="*/ 2147483646 h 402"/>
              <a:gd name="T6" fmla="*/ 2147483646 w 714"/>
              <a:gd name="T7" fmla="*/ 0 h 402"/>
              <a:gd name="T8" fmla="*/ 2147483646 w 714"/>
              <a:gd name="T9" fmla="*/ 0 h 402"/>
              <a:gd name="T10" fmla="*/ 2147483646 w 714"/>
              <a:gd name="T11" fmla="*/ 2147483646 h 402"/>
              <a:gd name="T12" fmla="*/ 2147483646 w 714"/>
              <a:gd name="T13" fmla="*/ 2147483646 h 402"/>
              <a:gd name="T14" fmla="*/ 2147483646 w 714"/>
              <a:gd name="T15" fmla="*/ 2147483646 h 402"/>
              <a:gd name="T16" fmla="*/ 2147483646 w 714"/>
              <a:gd name="T17" fmla="*/ 2147483646 h 402"/>
              <a:gd name="T18" fmla="*/ 2147483646 w 714"/>
              <a:gd name="T19" fmla="*/ 2147483646 h 402"/>
              <a:gd name="T20" fmla="*/ 2147483646 w 714"/>
              <a:gd name="T21" fmla="*/ 2147483646 h 402"/>
              <a:gd name="T22" fmla="*/ 2147483646 w 714"/>
              <a:gd name="T23" fmla="*/ 2147483646 h 402"/>
              <a:gd name="T24" fmla="*/ 2147483646 w 714"/>
              <a:gd name="T25" fmla="*/ 2147483646 h 402"/>
              <a:gd name="T26" fmla="*/ 2147483646 w 714"/>
              <a:gd name="T27" fmla="*/ 2147483646 h 402"/>
              <a:gd name="T28" fmla="*/ 2147483646 w 714"/>
              <a:gd name="T29" fmla="*/ 2147483646 h 402"/>
              <a:gd name="T30" fmla="*/ 2147483646 w 714"/>
              <a:gd name="T31" fmla="*/ 2147483646 h 402"/>
              <a:gd name="T32" fmla="*/ 2147483646 w 714"/>
              <a:gd name="T33" fmla="*/ 2147483646 h 402"/>
              <a:gd name="T34" fmla="*/ 2147483646 w 714"/>
              <a:gd name="T35" fmla="*/ 2147483646 h 402"/>
              <a:gd name="T36" fmla="*/ 2147483646 w 714"/>
              <a:gd name="T37" fmla="*/ 2147483646 h 402"/>
              <a:gd name="T38" fmla="*/ 2147483646 w 714"/>
              <a:gd name="T39" fmla="*/ 2147483646 h 402"/>
              <a:gd name="T40" fmla="*/ 2147483646 w 714"/>
              <a:gd name="T41" fmla="*/ 2147483646 h 402"/>
              <a:gd name="T42" fmla="*/ 0 w 714"/>
              <a:gd name="T43" fmla="*/ 2147483646 h 40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14" h="402">
                <a:moveTo>
                  <a:pt x="0" y="6"/>
                </a:moveTo>
                <a:lnTo>
                  <a:pt x="0" y="402"/>
                </a:lnTo>
                <a:lnTo>
                  <a:pt x="714" y="402"/>
                </a:lnTo>
                <a:lnTo>
                  <a:pt x="714" y="0"/>
                </a:lnTo>
                <a:lnTo>
                  <a:pt x="636" y="0"/>
                </a:lnTo>
                <a:lnTo>
                  <a:pt x="630" y="60"/>
                </a:lnTo>
                <a:lnTo>
                  <a:pt x="618" y="132"/>
                </a:lnTo>
                <a:lnTo>
                  <a:pt x="582" y="186"/>
                </a:lnTo>
                <a:lnTo>
                  <a:pt x="552" y="219"/>
                </a:lnTo>
                <a:lnTo>
                  <a:pt x="507" y="249"/>
                </a:lnTo>
                <a:lnTo>
                  <a:pt x="468" y="270"/>
                </a:lnTo>
                <a:lnTo>
                  <a:pt x="420" y="282"/>
                </a:lnTo>
                <a:lnTo>
                  <a:pt x="360" y="285"/>
                </a:lnTo>
                <a:lnTo>
                  <a:pt x="303" y="285"/>
                </a:lnTo>
                <a:lnTo>
                  <a:pt x="246" y="270"/>
                </a:lnTo>
                <a:lnTo>
                  <a:pt x="192" y="240"/>
                </a:lnTo>
                <a:lnTo>
                  <a:pt x="150" y="198"/>
                </a:lnTo>
                <a:lnTo>
                  <a:pt x="108" y="150"/>
                </a:lnTo>
                <a:lnTo>
                  <a:pt x="90" y="108"/>
                </a:lnTo>
                <a:lnTo>
                  <a:pt x="78" y="54"/>
                </a:lnTo>
                <a:lnTo>
                  <a:pt x="78" y="6"/>
                </a:lnTo>
                <a:lnTo>
                  <a:pt x="0" y="6"/>
                </a:lnTo>
                <a:close/>
              </a:path>
            </a:pathLst>
          </a:custGeom>
          <a:solidFill>
            <a:srgbClr val="FF6699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Rectangle 69"/>
          <p:cNvSpPr>
            <a:spLocks noChangeArrowheads="1"/>
          </p:cNvSpPr>
          <p:nvPr/>
        </p:nvSpPr>
        <p:spPr bwMode="auto">
          <a:xfrm>
            <a:off x="1615329" y="3959423"/>
            <a:ext cx="1162050" cy="819150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7" name="Rectangle 70"/>
          <p:cNvSpPr>
            <a:spLocks noChangeArrowheads="1"/>
          </p:cNvSpPr>
          <p:nvPr/>
        </p:nvSpPr>
        <p:spPr bwMode="auto">
          <a:xfrm>
            <a:off x="3888629" y="2189361"/>
            <a:ext cx="847725" cy="638175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8" name="Rectangle 77"/>
          <p:cNvSpPr>
            <a:spLocks noChangeArrowheads="1"/>
          </p:cNvSpPr>
          <p:nvPr/>
        </p:nvSpPr>
        <p:spPr bwMode="auto">
          <a:xfrm>
            <a:off x="7489105" y="4272043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②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sp>
        <p:nvSpPr>
          <p:cNvPr id="89" name="Freeform 78"/>
          <p:cNvSpPr/>
          <p:nvPr/>
        </p:nvSpPr>
        <p:spPr bwMode="auto">
          <a:xfrm>
            <a:off x="920004" y="2213173"/>
            <a:ext cx="695325" cy="628650"/>
          </a:xfrm>
          <a:custGeom>
            <a:avLst/>
            <a:gdLst>
              <a:gd name="T0" fmla="*/ 2147483646 w 438"/>
              <a:gd name="T1" fmla="*/ 0 h 396"/>
              <a:gd name="T2" fmla="*/ 2147483646 w 438"/>
              <a:gd name="T3" fmla="*/ 2147483646 h 396"/>
              <a:gd name="T4" fmla="*/ 0 w 438"/>
              <a:gd name="T5" fmla="*/ 2147483646 h 396"/>
              <a:gd name="T6" fmla="*/ 2147483646 w 438"/>
              <a:gd name="T7" fmla="*/ 0 h 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8" h="396">
                <a:moveTo>
                  <a:pt x="438" y="0"/>
                </a:moveTo>
                <a:lnTo>
                  <a:pt x="438" y="396"/>
                </a:lnTo>
                <a:lnTo>
                  <a:pt x="0" y="396"/>
                </a:lnTo>
                <a:lnTo>
                  <a:pt x="438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Rectangle 79"/>
          <p:cNvSpPr>
            <a:spLocks noChangeArrowheads="1"/>
          </p:cNvSpPr>
          <p:nvPr/>
        </p:nvSpPr>
        <p:spPr bwMode="auto">
          <a:xfrm>
            <a:off x="920004" y="3959423"/>
            <a:ext cx="695325" cy="21907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1" name="Freeform 80"/>
          <p:cNvSpPr/>
          <p:nvPr/>
        </p:nvSpPr>
        <p:spPr bwMode="auto">
          <a:xfrm>
            <a:off x="2777379" y="2213173"/>
            <a:ext cx="685800" cy="619125"/>
          </a:xfrm>
          <a:custGeom>
            <a:avLst/>
            <a:gdLst>
              <a:gd name="T0" fmla="*/ 0 w 432"/>
              <a:gd name="T1" fmla="*/ 0 h 390"/>
              <a:gd name="T2" fmla="*/ 0 w 432"/>
              <a:gd name="T3" fmla="*/ 2147483646 h 390"/>
              <a:gd name="T4" fmla="*/ 2147483646 w 432"/>
              <a:gd name="T5" fmla="*/ 2147483646 h 390"/>
              <a:gd name="T6" fmla="*/ 0 w 432"/>
              <a:gd name="T7" fmla="*/ 0 h 3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390">
                <a:moveTo>
                  <a:pt x="0" y="0"/>
                </a:moveTo>
                <a:lnTo>
                  <a:pt x="0" y="390"/>
                </a:lnTo>
                <a:lnTo>
                  <a:pt x="432" y="390"/>
                </a:lnTo>
                <a:lnTo>
                  <a:pt x="0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Rectangle 81"/>
          <p:cNvSpPr>
            <a:spLocks noChangeArrowheads="1"/>
          </p:cNvSpPr>
          <p:nvPr/>
        </p:nvSpPr>
        <p:spPr bwMode="auto">
          <a:xfrm>
            <a:off x="2777379" y="3937198"/>
            <a:ext cx="688975" cy="238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3" name="Rectangle 82"/>
          <p:cNvSpPr>
            <a:spLocks noChangeArrowheads="1"/>
          </p:cNvSpPr>
          <p:nvPr/>
        </p:nvSpPr>
        <p:spPr bwMode="auto">
          <a:xfrm>
            <a:off x="3882279" y="2194123"/>
            <a:ext cx="257175" cy="619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4" name="Rectangle 114"/>
          <p:cNvSpPr>
            <a:spLocks noChangeArrowheads="1"/>
          </p:cNvSpPr>
          <p:nvPr/>
        </p:nvSpPr>
        <p:spPr bwMode="auto">
          <a:xfrm>
            <a:off x="5983549" y="1175407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67"/>
          <p:cNvSpPr>
            <a:spLocks noChangeArrowheads="1"/>
          </p:cNvSpPr>
          <p:nvPr/>
        </p:nvSpPr>
        <p:spPr bwMode="auto">
          <a:xfrm>
            <a:off x="4549055" y="4283155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①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sp>
        <p:nvSpPr>
          <p:cNvPr id="96" name="Rectangle 83"/>
          <p:cNvSpPr>
            <a:spLocks noChangeArrowheads="1"/>
          </p:cNvSpPr>
          <p:nvPr/>
        </p:nvSpPr>
        <p:spPr bwMode="auto">
          <a:xfrm>
            <a:off x="9894167" y="4270455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2" charset="-122"/>
                <a:sym typeface="Monotype Sorts" pitchFamily="2" charset="2"/>
              </a:rPr>
              <a:t>③</a:t>
            </a:r>
            <a:endParaRPr lang="en-US" altLang="zh-CN" sz="2800" b="1" dirty="0">
              <a:solidFill>
                <a:srgbClr val="000000"/>
              </a:solidFill>
              <a:ea typeface="黑体" panose="02010609060101010101" pitchFamily="2" charset="-122"/>
              <a:sym typeface="Monotype Sorts" pitchFamily="2" charset="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3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0271" y="4772105"/>
            <a:ext cx="1409595" cy="1161246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/>
        </p:nvPicPr>
        <p:blipFill>
          <a:blip r:embed="rId4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58507" y="4894782"/>
            <a:ext cx="1341020" cy="915891"/>
          </a:xfrm>
          <a:prstGeom prst="rect">
            <a:avLst/>
          </a:prstGeom>
        </p:spPr>
      </p:pic>
      <p:sp>
        <p:nvSpPr>
          <p:cNvPr id="9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4163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轴承座的读图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3" grpId="0"/>
      <p:bldP spid="74" grpId="0" autoUpdateAnimBg="0"/>
      <p:bldP spid="75" grpId="0" autoUpdateAnimBg="0"/>
      <p:bldP spid="76" grpId="0" autoUpdateAnimBg="0"/>
      <p:bldP spid="77" grpId="0"/>
      <p:bldP spid="78" grpId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utoUpdateAnimBg="0" build="p"/>
      <p:bldP spid="89" grpId="0" animBg="1"/>
      <p:bldP spid="90" grpId="0" animBg="1"/>
      <p:bldP spid="91" grpId="0" animBg="1"/>
      <p:bldP spid="92" grpId="0" animBg="1"/>
      <p:bldP spid="93" grpId="0" animBg="1"/>
      <p:bldP spid="94" grpId="0"/>
      <p:bldP spid="95" grpId="0" autoUpdateAnimBg="0" build="p"/>
      <p:bldP spid="96" grpId="0" autoUpdateAnimBg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199"/>
          <p:cNvGrpSpPr/>
          <p:nvPr/>
        </p:nvGrpSpPr>
        <p:grpSpPr bwMode="auto">
          <a:xfrm>
            <a:off x="1784844" y="2676153"/>
            <a:ext cx="4152900" cy="3176588"/>
            <a:chOff x="510" y="876"/>
            <a:chExt cx="2616" cy="2001"/>
          </a:xfrm>
        </p:grpSpPr>
        <p:grpSp>
          <p:nvGrpSpPr>
            <p:cNvPr id="3" name="Group 200"/>
            <p:cNvGrpSpPr/>
            <p:nvPr/>
          </p:nvGrpSpPr>
          <p:grpSpPr bwMode="auto">
            <a:xfrm>
              <a:off x="2387" y="942"/>
              <a:ext cx="739" cy="817"/>
              <a:chOff x="2387" y="942"/>
              <a:chExt cx="739" cy="817"/>
            </a:xfrm>
          </p:grpSpPr>
          <p:sp>
            <p:nvSpPr>
              <p:cNvPr id="64" name="Freeform 201"/>
              <p:cNvSpPr/>
              <p:nvPr/>
            </p:nvSpPr>
            <p:spPr bwMode="auto">
              <a:xfrm>
                <a:off x="2388" y="1346"/>
                <a:ext cx="738" cy="413"/>
              </a:xfrm>
              <a:custGeom>
                <a:avLst/>
                <a:gdLst>
                  <a:gd name="T0" fmla="*/ 0 w 738"/>
                  <a:gd name="T1" fmla="*/ 0 h 413"/>
                  <a:gd name="T2" fmla="*/ 738 w 738"/>
                  <a:gd name="T3" fmla="*/ 0 h 413"/>
                  <a:gd name="T4" fmla="*/ 737 w 738"/>
                  <a:gd name="T5" fmla="*/ 411 h 413"/>
                  <a:gd name="T6" fmla="*/ 528 w 738"/>
                  <a:gd name="T7" fmla="*/ 413 h 413"/>
                  <a:gd name="T8" fmla="*/ 528 w 738"/>
                  <a:gd name="T9" fmla="*/ 204 h 413"/>
                  <a:gd name="T10" fmla="*/ 0 w 738"/>
                  <a:gd name="T11" fmla="*/ 204 h 413"/>
                  <a:gd name="T12" fmla="*/ 0 w 738"/>
                  <a:gd name="T13" fmla="*/ 0 h 41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8" h="413">
                    <a:moveTo>
                      <a:pt x="0" y="0"/>
                    </a:moveTo>
                    <a:lnTo>
                      <a:pt x="738" y="0"/>
                    </a:lnTo>
                    <a:lnTo>
                      <a:pt x="737" y="411"/>
                    </a:lnTo>
                    <a:lnTo>
                      <a:pt x="528" y="413"/>
                    </a:lnTo>
                    <a:lnTo>
                      <a:pt x="528" y="204"/>
                    </a:lnTo>
                    <a:lnTo>
                      <a:pt x="0" y="2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6F0FF"/>
              </a:solidFill>
              <a:ln w="571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202"/>
              <p:cNvSpPr>
                <a:spLocks noChangeShapeType="1"/>
              </p:cNvSpPr>
              <p:nvPr/>
            </p:nvSpPr>
            <p:spPr bwMode="auto">
              <a:xfrm>
                <a:off x="283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203"/>
              <p:cNvSpPr>
                <a:spLocks noChangeShapeType="1"/>
              </p:cNvSpPr>
              <p:nvPr/>
            </p:nvSpPr>
            <p:spPr bwMode="auto">
              <a:xfrm>
                <a:off x="2628" y="1344"/>
                <a:ext cx="0" cy="2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Rectangle 204"/>
              <p:cNvSpPr>
                <a:spLocks noChangeArrowheads="1"/>
              </p:cNvSpPr>
              <p:nvPr/>
            </p:nvSpPr>
            <p:spPr bwMode="auto">
              <a:xfrm>
                <a:off x="2387" y="944"/>
                <a:ext cx="529" cy="402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68" name="Line 205"/>
              <p:cNvSpPr>
                <a:spLocks noChangeShapeType="1"/>
              </p:cNvSpPr>
              <p:nvPr/>
            </p:nvSpPr>
            <p:spPr bwMode="auto">
              <a:xfrm>
                <a:off x="2550" y="942"/>
                <a:ext cx="0" cy="402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206"/>
              <p:cNvSpPr>
                <a:spLocks noChangeShapeType="1"/>
              </p:cNvSpPr>
              <p:nvPr/>
            </p:nvSpPr>
            <p:spPr bwMode="auto">
              <a:xfrm rot="5400000" flipV="1">
                <a:off x="2655" y="975"/>
                <a:ext cx="1" cy="53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" name="Rectangle 207"/>
            <p:cNvSpPr>
              <a:spLocks noChangeArrowheads="1"/>
            </p:cNvSpPr>
            <p:nvPr/>
          </p:nvSpPr>
          <p:spPr bwMode="auto">
            <a:xfrm>
              <a:off x="520" y="2048"/>
              <a:ext cx="1610" cy="728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" name="Rectangle 208"/>
            <p:cNvSpPr>
              <a:spLocks noChangeArrowheads="1"/>
            </p:cNvSpPr>
            <p:nvPr/>
          </p:nvSpPr>
          <p:spPr bwMode="auto">
            <a:xfrm>
              <a:off x="965" y="2048"/>
              <a:ext cx="726" cy="522"/>
            </a:xfrm>
            <a:prstGeom prst="rect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6" name="Line 209"/>
            <p:cNvSpPr>
              <a:spLocks noChangeShapeType="1"/>
            </p:cNvSpPr>
            <p:nvPr/>
          </p:nvSpPr>
          <p:spPr bwMode="auto">
            <a:xfrm>
              <a:off x="510" y="2566"/>
              <a:ext cx="162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210"/>
            <p:cNvSpPr>
              <a:spLocks noChangeShapeType="1"/>
            </p:cNvSpPr>
            <p:nvPr/>
          </p:nvSpPr>
          <p:spPr bwMode="auto">
            <a:xfrm>
              <a:off x="1038" y="2046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211"/>
            <p:cNvSpPr>
              <a:spLocks noChangeShapeType="1"/>
            </p:cNvSpPr>
            <p:nvPr/>
          </p:nvSpPr>
          <p:spPr bwMode="auto">
            <a:xfrm>
              <a:off x="1614" y="2040"/>
              <a:ext cx="0" cy="5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212"/>
            <p:cNvSpPr>
              <a:spLocks noChangeShapeType="1"/>
            </p:cNvSpPr>
            <p:nvPr/>
          </p:nvSpPr>
          <p:spPr bwMode="auto">
            <a:xfrm>
              <a:off x="516" y="2208"/>
              <a:ext cx="44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213"/>
            <p:cNvSpPr>
              <a:spLocks noChangeShapeType="1"/>
            </p:cNvSpPr>
            <p:nvPr/>
          </p:nvSpPr>
          <p:spPr bwMode="auto">
            <a:xfrm>
              <a:off x="1698" y="2208"/>
              <a:ext cx="43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Oval 214"/>
            <p:cNvSpPr>
              <a:spLocks noChangeArrowheads="1"/>
            </p:cNvSpPr>
            <p:nvPr/>
          </p:nvSpPr>
          <p:spPr bwMode="auto">
            <a:xfrm>
              <a:off x="624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2" name="Oval 215"/>
            <p:cNvSpPr>
              <a:spLocks noChangeArrowheads="1"/>
            </p:cNvSpPr>
            <p:nvPr/>
          </p:nvSpPr>
          <p:spPr bwMode="auto">
            <a:xfrm>
              <a:off x="1800" y="2286"/>
              <a:ext cx="216" cy="216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grpSp>
          <p:nvGrpSpPr>
            <p:cNvPr id="13" name="Group 216"/>
            <p:cNvGrpSpPr/>
            <p:nvPr/>
          </p:nvGrpSpPr>
          <p:grpSpPr bwMode="auto">
            <a:xfrm>
              <a:off x="516" y="946"/>
              <a:ext cx="1614" cy="814"/>
              <a:chOff x="516" y="946"/>
              <a:chExt cx="1614" cy="814"/>
            </a:xfrm>
          </p:grpSpPr>
          <p:sp>
            <p:nvSpPr>
              <p:cNvPr id="51" name="Rectangle 217"/>
              <p:cNvSpPr>
                <a:spLocks noChangeArrowheads="1"/>
              </p:cNvSpPr>
              <p:nvPr/>
            </p:nvSpPr>
            <p:spPr bwMode="auto">
              <a:xfrm>
                <a:off x="522" y="1355"/>
                <a:ext cx="1607" cy="405"/>
              </a:xfrm>
              <a:prstGeom prst="rect">
                <a:avLst/>
              </a:prstGeom>
              <a:solidFill>
                <a:srgbClr val="E6F0FF"/>
              </a:solidFill>
              <a:ln w="57150">
                <a:solidFill>
                  <a:srgbClr val="0000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  <p:sp>
            <p:nvSpPr>
              <p:cNvPr id="52" name="Line 218"/>
              <p:cNvSpPr>
                <a:spLocks noChangeShapeType="1"/>
              </p:cNvSpPr>
              <p:nvPr/>
            </p:nvSpPr>
            <p:spPr bwMode="auto">
              <a:xfrm>
                <a:off x="518" y="1548"/>
                <a:ext cx="160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Arc 219"/>
              <p:cNvSpPr/>
              <p:nvPr/>
            </p:nvSpPr>
            <p:spPr bwMode="auto">
              <a:xfrm flipV="1">
                <a:off x="1039" y="946"/>
                <a:ext cx="570" cy="294"/>
              </a:xfrm>
              <a:custGeom>
                <a:avLst/>
                <a:gdLst>
                  <a:gd name="T0" fmla="*/ 0 w 43200"/>
                  <a:gd name="T1" fmla="*/ 0 h 25161"/>
                  <a:gd name="T2" fmla="*/ 0 w 43200"/>
                  <a:gd name="T3" fmla="*/ 0 h 25161"/>
                  <a:gd name="T4" fmla="*/ 0 w 43200"/>
                  <a:gd name="T5" fmla="*/ 0 h 25161"/>
                  <a:gd name="T6" fmla="*/ 0 60000 65536"/>
                  <a:gd name="T7" fmla="*/ 0 60000 65536"/>
                  <a:gd name="T8" fmla="*/ 0 60000 65536"/>
                  <a:gd name="connsiteX0" fmla="*/ 295 w 43200"/>
                  <a:gd name="connsiteY0" fmla="*/ 25161 h 25161"/>
                  <a:gd name="connsiteX1" fmla="*/ 0 w 43200"/>
                  <a:gd name="connsiteY1" fmla="*/ 21600 h 25161"/>
                  <a:gd name="connsiteX2" fmla="*/ 21600 w 43200"/>
                  <a:gd name="connsiteY2" fmla="*/ 0 h 25161"/>
                  <a:gd name="connsiteX3" fmla="*/ 43200 w 43200"/>
                  <a:gd name="connsiteY3" fmla="*/ 21600 h 25161"/>
                  <a:gd name="connsiteX4" fmla="*/ 43058 w 43200"/>
                  <a:gd name="connsiteY4" fmla="*/ 24067 h 25161"/>
                  <a:gd name="connsiteX0-1" fmla="*/ 295 w 43200"/>
                  <a:gd name="connsiteY0-2" fmla="*/ 25161 h 25161"/>
                  <a:gd name="connsiteX1-3" fmla="*/ 0 w 43200"/>
                  <a:gd name="connsiteY1-4" fmla="*/ 21600 h 25161"/>
                  <a:gd name="connsiteX2-5" fmla="*/ 21600 w 43200"/>
                  <a:gd name="connsiteY2-6" fmla="*/ 0 h 25161"/>
                  <a:gd name="connsiteX3-7" fmla="*/ 43200 w 43200"/>
                  <a:gd name="connsiteY3-8" fmla="*/ 21600 h 25161"/>
                  <a:gd name="connsiteX4-9" fmla="*/ 43058 w 43200"/>
                  <a:gd name="connsiteY4-10" fmla="*/ 24067 h 25161"/>
                  <a:gd name="connsiteX5" fmla="*/ 22055 w 43200"/>
                  <a:gd name="connsiteY5" fmla="*/ 24424 h 25161"/>
                  <a:gd name="connsiteX6" fmla="*/ 295 w 43200"/>
                  <a:gd name="connsiteY6" fmla="*/ 25161 h 25161"/>
                  <a:gd name="connsiteX0-11" fmla="*/ 295 w 43200"/>
                  <a:gd name="connsiteY0-12" fmla="*/ 25161 h 25161"/>
                  <a:gd name="connsiteX1-13" fmla="*/ 0 w 43200"/>
                  <a:gd name="connsiteY1-14" fmla="*/ 21600 h 25161"/>
                  <a:gd name="connsiteX2-15" fmla="*/ 21600 w 43200"/>
                  <a:gd name="connsiteY2-16" fmla="*/ 0 h 25161"/>
                  <a:gd name="connsiteX3-17" fmla="*/ 43200 w 43200"/>
                  <a:gd name="connsiteY3-18" fmla="*/ 21600 h 25161"/>
                  <a:gd name="connsiteX4-19" fmla="*/ 43058 w 43200"/>
                  <a:gd name="connsiteY4-20" fmla="*/ 24067 h 25161"/>
                  <a:gd name="connsiteX0-21" fmla="*/ 295 w 43200"/>
                  <a:gd name="connsiteY0-22" fmla="*/ 25161 h 25161"/>
                  <a:gd name="connsiteX1-23" fmla="*/ 0 w 43200"/>
                  <a:gd name="connsiteY1-24" fmla="*/ 21600 h 25161"/>
                  <a:gd name="connsiteX2-25" fmla="*/ 21600 w 43200"/>
                  <a:gd name="connsiteY2-26" fmla="*/ 0 h 25161"/>
                  <a:gd name="connsiteX3-27" fmla="*/ 43200 w 43200"/>
                  <a:gd name="connsiteY3-28" fmla="*/ 21600 h 25161"/>
                  <a:gd name="connsiteX4-29" fmla="*/ 43058 w 43200"/>
                  <a:gd name="connsiteY4-30" fmla="*/ 24067 h 25161"/>
                  <a:gd name="connsiteX5-31" fmla="*/ 22055 w 43200"/>
                  <a:gd name="connsiteY5-32" fmla="*/ 24424 h 25161"/>
                  <a:gd name="connsiteX6-33" fmla="*/ 295 w 43200"/>
                  <a:gd name="connsiteY6-34" fmla="*/ 25161 h 2516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31" y="connsiteY5-32"/>
                  </a:cxn>
                  <a:cxn ang="0">
                    <a:pos x="connsiteX6-33" y="connsiteY6-34"/>
                  </a:cxn>
                </a:cxnLst>
                <a:rect l="l" t="t" r="r" b="b"/>
                <a:pathLst>
                  <a:path w="43200" h="25161" fill="none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</a:path>
                  <a:path w="43200" h="25161" stroke="0" extrusionOk="0">
                    <a:moveTo>
                      <a:pt x="295" y="25161"/>
                    </a:moveTo>
                    <a:cubicBezTo>
                      <a:pt x="98" y="23984"/>
                      <a:pt x="0" y="2279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424"/>
                      <a:pt x="43152" y="23248"/>
                      <a:pt x="43058" y="24067"/>
                    </a:cubicBezTo>
                    <a:lnTo>
                      <a:pt x="22055" y="24424"/>
                    </a:lnTo>
                    <a:cubicBezTo>
                      <a:pt x="13816" y="24327"/>
                      <a:pt x="7397" y="23974"/>
                      <a:pt x="295" y="25161"/>
                    </a:cubicBezTo>
                    <a:close/>
                  </a:path>
                </a:pathLst>
              </a:custGeom>
              <a:solidFill>
                <a:srgbClr val="E6F0FF"/>
              </a:solidFill>
              <a:ln w="5715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220"/>
              <p:cNvSpPr>
                <a:spLocks noChangeShapeType="1"/>
              </p:cNvSpPr>
              <p:nvPr/>
            </p:nvSpPr>
            <p:spPr bwMode="auto">
              <a:xfrm flipV="1">
                <a:off x="966" y="948"/>
                <a:ext cx="0" cy="41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221"/>
              <p:cNvSpPr>
                <a:spLocks noChangeShapeType="1"/>
              </p:cNvSpPr>
              <p:nvPr/>
            </p:nvSpPr>
            <p:spPr bwMode="auto">
              <a:xfrm flipV="1">
                <a:off x="1686" y="966"/>
                <a:ext cx="0" cy="384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222"/>
              <p:cNvSpPr>
                <a:spLocks noChangeShapeType="1"/>
              </p:cNvSpPr>
              <p:nvPr/>
            </p:nvSpPr>
            <p:spPr bwMode="auto">
              <a:xfrm>
                <a:off x="960" y="954"/>
                <a:ext cx="9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223"/>
              <p:cNvSpPr>
                <a:spLocks noChangeShapeType="1"/>
              </p:cNvSpPr>
              <p:nvPr/>
            </p:nvSpPr>
            <p:spPr bwMode="auto">
              <a:xfrm>
                <a:off x="1596" y="954"/>
                <a:ext cx="102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224"/>
              <p:cNvSpPr>
                <a:spLocks noChangeShapeType="1"/>
              </p:cNvSpPr>
              <p:nvPr/>
            </p:nvSpPr>
            <p:spPr bwMode="auto">
              <a:xfrm flipH="1">
                <a:off x="516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225"/>
              <p:cNvSpPr>
                <a:spLocks noChangeShapeType="1"/>
              </p:cNvSpPr>
              <p:nvPr/>
            </p:nvSpPr>
            <p:spPr bwMode="auto">
              <a:xfrm>
                <a:off x="1680" y="948"/>
                <a:ext cx="450" cy="408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226"/>
              <p:cNvSpPr>
                <a:spLocks noChangeShapeType="1"/>
              </p:cNvSpPr>
              <p:nvPr/>
            </p:nvSpPr>
            <p:spPr bwMode="auto">
              <a:xfrm flipV="1">
                <a:off x="618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227"/>
              <p:cNvSpPr>
                <a:spLocks noChangeShapeType="1"/>
              </p:cNvSpPr>
              <p:nvPr/>
            </p:nvSpPr>
            <p:spPr bwMode="auto">
              <a:xfrm flipV="1">
                <a:off x="85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228"/>
              <p:cNvSpPr>
                <a:spLocks noChangeShapeType="1"/>
              </p:cNvSpPr>
              <p:nvPr/>
            </p:nvSpPr>
            <p:spPr bwMode="auto">
              <a:xfrm flipV="1">
                <a:off x="2022" y="1350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229"/>
              <p:cNvSpPr>
                <a:spLocks noChangeShapeType="1"/>
              </p:cNvSpPr>
              <p:nvPr/>
            </p:nvSpPr>
            <p:spPr bwMode="auto">
              <a:xfrm flipV="1">
                <a:off x="1794" y="1356"/>
                <a:ext cx="0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" name="Group 230"/>
            <p:cNvGrpSpPr/>
            <p:nvPr/>
          </p:nvGrpSpPr>
          <p:grpSpPr bwMode="auto">
            <a:xfrm>
              <a:off x="969" y="954"/>
              <a:ext cx="636" cy="0"/>
              <a:chOff x="969" y="954"/>
              <a:chExt cx="636" cy="0"/>
            </a:xfrm>
          </p:grpSpPr>
          <p:sp>
            <p:nvSpPr>
              <p:cNvPr id="48" name="Line 231"/>
              <p:cNvSpPr>
                <a:spLocks noChangeShapeType="1"/>
              </p:cNvSpPr>
              <p:nvPr/>
            </p:nvSpPr>
            <p:spPr bwMode="auto">
              <a:xfrm>
                <a:off x="969" y="954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232"/>
              <p:cNvSpPr>
                <a:spLocks noChangeShapeType="1"/>
              </p:cNvSpPr>
              <p:nvPr/>
            </p:nvSpPr>
            <p:spPr bwMode="auto">
              <a:xfrm>
                <a:off x="1482" y="95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233"/>
              <p:cNvSpPr>
                <a:spLocks noChangeShapeType="1"/>
              </p:cNvSpPr>
              <p:nvPr/>
            </p:nvSpPr>
            <p:spPr bwMode="auto">
              <a:xfrm>
                <a:off x="1536" y="954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Line 234"/>
            <p:cNvSpPr>
              <a:spLocks noChangeShapeType="1"/>
            </p:cNvSpPr>
            <p:nvPr/>
          </p:nvSpPr>
          <p:spPr bwMode="auto">
            <a:xfrm>
              <a:off x="2304" y="946"/>
              <a:ext cx="67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7" name="Group 235"/>
            <p:cNvGrpSpPr/>
            <p:nvPr/>
          </p:nvGrpSpPr>
          <p:grpSpPr bwMode="auto">
            <a:xfrm>
              <a:off x="1323" y="876"/>
              <a:ext cx="0" cy="989"/>
              <a:chOff x="1325" y="876"/>
              <a:chExt cx="0" cy="989"/>
            </a:xfrm>
          </p:grpSpPr>
          <p:sp>
            <p:nvSpPr>
              <p:cNvPr id="43" name="Line 236"/>
              <p:cNvSpPr>
                <a:spLocks noChangeShapeType="1"/>
              </p:cNvSpPr>
              <p:nvPr/>
            </p:nvSpPr>
            <p:spPr bwMode="auto">
              <a:xfrm rot="-5400000">
                <a:off x="1238" y="1779"/>
                <a:ext cx="17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237"/>
              <p:cNvSpPr>
                <a:spLocks noChangeShapeType="1"/>
              </p:cNvSpPr>
              <p:nvPr/>
            </p:nvSpPr>
            <p:spPr bwMode="auto">
              <a:xfrm rot="-5400000">
                <a:off x="1311" y="1647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238"/>
              <p:cNvSpPr>
                <a:spLocks noChangeShapeType="1"/>
              </p:cNvSpPr>
              <p:nvPr/>
            </p:nvSpPr>
            <p:spPr bwMode="auto">
              <a:xfrm rot="-5400000">
                <a:off x="1085" y="1366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239"/>
              <p:cNvSpPr>
                <a:spLocks noChangeShapeType="1"/>
              </p:cNvSpPr>
              <p:nvPr/>
            </p:nvSpPr>
            <p:spPr bwMode="auto">
              <a:xfrm rot="-5400000">
                <a:off x="1311" y="1078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240"/>
              <p:cNvSpPr>
                <a:spLocks noChangeShapeType="1"/>
              </p:cNvSpPr>
              <p:nvPr/>
            </p:nvSpPr>
            <p:spPr bwMode="auto">
              <a:xfrm rot="-5400000">
                <a:off x="1243" y="958"/>
                <a:ext cx="1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8" name="Group 241"/>
            <p:cNvGrpSpPr/>
            <p:nvPr/>
          </p:nvGrpSpPr>
          <p:grpSpPr bwMode="auto">
            <a:xfrm>
              <a:off x="1324" y="1974"/>
              <a:ext cx="0" cy="903"/>
              <a:chOff x="1324" y="1974"/>
              <a:chExt cx="0" cy="903"/>
            </a:xfrm>
          </p:grpSpPr>
          <p:sp>
            <p:nvSpPr>
              <p:cNvPr id="38" name="Line 242"/>
              <p:cNvSpPr>
                <a:spLocks noChangeShapeType="1"/>
              </p:cNvSpPr>
              <p:nvPr/>
            </p:nvSpPr>
            <p:spPr bwMode="auto">
              <a:xfrm rot="-5400000">
                <a:off x="1237" y="2791"/>
                <a:ext cx="17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243"/>
              <p:cNvSpPr>
                <a:spLocks noChangeShapeType="1"/>
              </p:cNvSpPr>
              <p:nvPr/>
            </p:nvSpPr>
            <p:spPr bwMode="auto">
              <a:xfrm rot="-5400000">
                <a:off x="1310" y="2657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244"/>
              <p:cNvSpPr>
                <a:spLocks noChangeShapeType="1"/>
              </p:cNvSpPr>
              <p:nvPr/>
            </p:nvSpPr>
            <p:spPr bwMode="auto">
              <a:xfrm rot="-5400000">
                <a:off x="1125" y="2423"/>
                <a:ext cx="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245"/>
              <p:cNvSpPr>
                <a:spLocks noChangeShapeType="1"/>
              </p:cNvSpPr>
              <p:nvPr/>
            </p:nvSpPr>
            <p:spPr bwMode="auto">
              <a:xfrm rot="-5400000">
                <a:off x="1310" y="2176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246"/>
              <p:cNvSpPr>
                <a:spLocks noChangeShapeType="1"/>
              </p:cNvSpPr>
              <p:nvPr/>
            </p:nvSpPr>
            <p:spPr bwMode="auto">
              <a:xfrm rot="-5400000">
                <a:off x="1242" y="2056"/>
                <a:ext cx="1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Group 247"/>
            <p:cNvGrpSpPr/>
            <p:nvPr/>
          </p:nvGrpSpPr>
          <p:grpSpPr bwMode="auto">
            <a:xfrm>
              <a:off x="553" y="2229"/>
              <a:ext cx="362" cy="355"/>
              <a:chOff x="553" y="2229"/>
              <a:chExt cx="362" cy="355"/>
            </a:xfrm>
          </p:grpSpPr>
          <p:sp>
            <p:nvSpPr>
              <p:cNvPr id="35" name="Line 248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249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Group 250"/>
            <p:cNvGrpSpPr/>
            <p:nvPr/>
          </p:nvGrpSpPr>
          <p:grpSpPr bwMode="auto">
            <a:xfrm>
              <a:off x="1731" y="2230"/>
              <a:ext cx="362" cy="355"/>
              <a:chOff x="553" y="2229"/>
              <a:chExt cx="362" cy="355"/>
            </a:xfrm>
          </p:grpSpPr>
          <p:sp>
            <p:nvSpPr>
              <p:cNvPr id="33" name="Line 251"/>
              <p:cNvSpPr>
                <a:spLocks noChangeShapeType="1"/>
              </p:cNvSpPr>
              <p:nvPr/>
            </p:nvSpPr>
            <p:spPr bwMode="auto">
              <a:xfrm rot="-5400000">
                <a:off x="554" y="2407"/>
                <a:ext cx="3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252"/>
              <p:cNvSpPr>
                <a:spLocks noChangeShapeType="1"/>
              </p:cNvSpPr>
              <p:nvPr/>
            </p:nvSpPr>
            <p:spPr bwMode="auto">
              <a:xfrm rot="10800000">
                <a:off x="553" y="2396"/>
                <a:ext cx="3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" name="Group 253"/>
            <p:cNvGrpSpPr/>
            <p:nvPr/>
          </p:nvGrpSpPr>
          <p:grpSpPr bwMode="auto">
            <a:xfrm>
              <a:off x="2732" y="1271"/>
              <a:ext cx="0" cy="390"/>
              <a:chOff x="2726" y="1273"/>
              <a:chExt cx="0" cy="390"/>
            </a:xfrm>
          </p:grpSpPr>
          <p:sp>
            <p:nvSpPr>
              <p:cNvPr id="30" name="Line 254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255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256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" name="Group 257"/>
            <p:cNvGrpSpPr/>
            <p:nvPr/>
          </p:nvGrpSpPr>
          <p:grpSpPr bwMode="auto">
            <a:xfrm>
              <a:off x="1908" y="1268"/>
              <a:ext cx="0" cy="390"/>
              <a:chOff x="2726" y="1273"/>
              <a:chExt cx="0" cy="390"/>
            </a:xfrm>
          </p:grpSpPr>
          <p:sp>
            <p:nvSpPr>
              <p:cNvPr id="27" name="Line 258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59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60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" name="Group 261"/>
            <p:cNvGrpSpPr/>
            <p:nvPr/>
          </p:nvGrpSpPr>
          <p:grpSpPr bwMode="auto">
            <a:xfrm>
              <a:off x="736" y="1265"/>
              <a:ext cx="0" cy="390"/>
              <a:chOff x="2726" y="1273"/>
              <a:chExt cx="0" cy="390"/>
            </a:xfrm>
          </p:grpSpPr>
          <p:sp>
            <p:nvSpPr>
              <p:cNvPr id="24" name="Line 262"/>
              <p:cNvSpPr>
                <a:spLocks noChangeShapeType="1"/>
              </p:cNvSpPr>
              <p:nvPr/>
            </p:nvSpPr>
            <p:spPr bwMode="auto">
              <a:xfrm rot="-5400000">
                <a:off x="2637" y="1574"/>
                <a:ext cx="17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63"/>
              <p:cNvSpPr>
                <a:spLocks noChangeShapeType="1"/>
              </p:cNvSpPr>
              <p:nvPr/>
            </p:nvSpPr>
            <p:spPr bwMode="auto">
              <a:xfrm rot="-5400000">
                <a:off x="2712" y="1449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64"/>
              <p:cNvSpPr>
                <a:spLocks noChangeShapeType="1"/>
              </p:cNvSpPr>
              <p:nvPr/>
            </p:nvSpPr>
            <p:spPr bwMode="auto">
              <a:xfrm rot="-5400000">
                <a:off x="2661" y="1338"/>
                <a:ext cx="12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0" name="Rectangle 3" descr="紫色网格"/>
          <p:cNvSpPr>
            <a:spLocks noChangeArrowheads="1"/>
          </p:cNvSpPr>
          <p:nvPr/>
        </p:nvSpPr>
        <p:spPr bwMode="auto">
          <a:xfrm>
            <a:off x="577332" y="1221218"/>
            <a:ext cx="26981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综合起来想整体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1" name="Text Box 50"/>
          <p:cNvSpPr txBox="1">
            <a:spLocks noChangeArrowheads="1"/>
          </p:cNvSpPr>
          <p:nvPr/>
        </p:nvSpPr>
        <p:spPr bwMode="auto">
          <a:xfrm>
            <a:off x="1703512" y="1860325"/>
            <a:ext cx="9110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分析各块间相对位置及表面连接关系综合起来想象物体的整体形状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72" name="Rectangle 51"/>
          <p:cNvSpPr>
            <a:spLocks noChangeArrowheads="1"/>
          </p:cNvSpPr>
          <p:nvPr/>
        </p:nvSpPr>
        <p:spPr bwMode="auto">
          <a:xfrm>
            <a:off x="1810338" y="4533528"/>
            <a:ext cx="2540000" cy="1154113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3" name="Freeform 52"/>
          <p:cNvSpPr/>
          <p:nvPr/>
        </p:nvSpPr>
        <p:spPr bwMode="auto">
          <a:xfrm>
            <a:off x="4791569" y="3428628"/>
            <a:ext cx="1162050" cy="647700"/>
          </a:xfrm>
          <a:custGeom>
            <a:avLst/>
            <a:gdLst>
              <a:gd name="T0" fmla="*/ 0 w 732"/>
              <a:gd name="T1" fmla="*/ 0 h 408"/>
              <a:gd name="T2" fmla="*/ 2147483646 w 732"/>
              <a:gd name="T3" fmla="*/ 0 h 408"/>
              <a:gd name="T4" fmla="*/ 2147483646 w 732"/>
              <a:gd name="T5" fmla="*/ 2147483646 h 408"/>
              <a:gd name="T6" fmla="*/ 2147483646 w 732"/>
              <a:gd name="T7" fmla="*/ 2147483646 h 408"/>
              <a:gd name="T8" fmla="*/ 2147483646 w 732"/>
              <a:gd name="T9" fmla="*/ 2147483646 h 408"/>
              <a:gd name="T10" fmla="*/ 0 w 732"/>
              <a:gd name="T11" fmla="*/ 2147483646 h 408"/>
              <a:gd name="T12" fmla="*/ 0 w 732"/>
              <a:gd name="T13" fmla="*/ 0 h 4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32" h="408">
                <a:moveTo>
                  <a:pt x="0" y="0"/>
                </a:moveTo>
                <a:lnTo>
                  <a:pt x="732" y="0"/>
                </a:lnTo>
                <a:lnTo>
                  <a:pt x="732" y="408"/>
                </a:lnTo>
                <a:lnTo>
                  <a:pt x="524" y="400"/>
                </a:lnTo>
                <a:lnTo>
                  <a:pt x="524" y="198"/>
                </a:lnTo>
                <a:lnTo>
                  <a:pt x="0" y="198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Freeform 53"/>
          <p:cNvSpPr/>
          <p:nvPr/>
        </p:nvSpPr>
        <p:spPr bwMode="auto">
          <a:xfrm>
            <a:off x="2534144" y="2790453"/>
            <a:ext cx="1133475" cy="638175"/>
          </a:xfrm>
          <a:custGeom>
            <a:avLst/>
            <a:gdLst>
              <a:gd name="T0" fmla="*/ 0 w 714"/>
              <a:gd name="T1" fmla="*/ 2147483646 h 402"/>
              <a:gd name="T2" fmla="*/ 0 w 714"/>
              <a:gd name="T3" fmla="*/ 2147483646 h 402"/>
              <a:gd name="T4" fmla="*/ 2147483646 w 714"/>
              <a:gd name="T5" fmla="*/ 2147483646 h 402"/>
              <a:gd name="T6" fmla="*/ 2147483646 w 714"/>
              <a:gd name="T7" fmla="*/ 0 h 402"/>
              <a:gd name="T8" fmla="*/ 2147483646 w 714"/>
              <a:gd name="T9" fmla="*/ 0 h 402"/>
              <a:gd name="T10" fmla="*/ 2147483646 w 714"/>
              <a:gd name="T11" fmla="*/ 2147483646 h 402"/>
              <a:gd name="T12" fmla="*/ 2147483646 w 714"/>
              <a:gd name="T13" fmla="*/ 2147483646 h 402"/>
              <a:gd name="T14" fmla="*/ 2147483646 w 714"/>
              <a:gd name="T15" fmla="*/ 2147483646 h 402"/>
              <a:gd name="T16" fmla="*/ 2147483646 w 714"/>
              <a:gd name="T17" fmla="*/ 2147483646 h 402"/>
              <a:gd name="T18" fmla="*/ 2147483646 w 714"/>
              <a:gd name="T19" fmla="*/ 2147483646 h 402"/>
              <a:gd name="T20" fmla="*/ 2147483646 w 714"/>
              <a:gd name="T21" fmla="*/ 2147483646 h 402"/>
              <a:gd name="T22" fmla="*/ 2147483646 w 714"/>
              <a:gd name="T23" fmla="*/ 2147483646 h 402"/>
              <a:gd name="T24" fmla="*/ 2147483646 w 714"/>
              <a:gd name="T25" fmla="*/ 2147483646 h 402"/>
              <a:gd name="T26" fmla="*/ 2147483646 w 714"/>
              <a:gd name="T27" fmla="*/ 2147483646 h 402"/>
              <a:gd name="T28" fmla="*/ 2147483646 w 714"/>
              <a:gd name="T29" fmla="*/ 2147483646 h 402"/>
              <a:gd name="T30" fmla="*/ 2147483646 w 714"/>
              <a:gd name="T31" fmla="*/ 2147483646 h 402"/>
              <a:gd name="T32" fmla="*/ 2147483646 w 714"/>
              <a:gd name="T33" fmla="*/ 2147483646 h 402"/>
              <a:gd name="T34" fmla="*/ 2147483646 w 714"/>
              <a:gd name="T35" fmla="*/ 2147483646 h 402"/>
              <a:gd name="T36" fmla="*/ 2147483646 w 714"/>
              <a:gd name="T37" fmla="*/ 2147483646 h 402"/>
              <a:gd name="T38" fmla="*/ 2147483646 w 714"/>
              <a:gd name="T39" fmla="*/ 2147483646 h 402"/>
              <a:gd name="T40" fmla="*/ 2147483646 w 714"/>
              <a:gd name="T41" fmla="*/ 2147483646 h 402"/>
              <a:gd name="T42" fmla="*/ 0 w 714"/>
              <a:gd name="T43" fmla="*/ 2147483646 h 402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714" h="402">
                <a:moveTo>
                  <a:pt x="0" y="6"/>
                </a:moveTo>
                <a:lnTo>
                  <a:pt x="0" y="402"/>
                </a:lnTo>
                <a:lnTo>
                  <a:pt x="714" y="402"/>
                </a:lnTo>
                <a:lnTo>
                  <a:pt x="714" y="0"/>
                </a:lnTo>
                <a:lnTo>
                  <a:pt x="636" y="0"/>
                </a:lnTo>
                <a:lnTo>
                  <a:pt x="630" y="60"/>
                </a:lnTo>
                <a:lnTo>
                  <a:pt x="618" y="132"/>
                </a:lnTo>
                <a:lnTo>
                  <a:pt x="582" y="186"/>
                </a:lnTo>
                <a:lnTo>
                  <a:pt x="552" y="219"/>
                </a:lnTo>
                <a:lnTo>
                  <a:pt x="507" y="249"/>
                </a:lnTo>
                <a:lnTo>
                  <a:pt x="468" y="270"/>
                </a:lnTo>
                <a:lnTo>
                  <a:pt x="420" y="282"/>
                </a:lnTo>
                <a:lnTo>
                  <a:pt x="360" y="285"/>
                </a:lnTo>
                <a:lnTo>
                  <a:pt x="303" y="285"/>
                </a:lnTo>
                <a:lnTo>
                  <a:pt x="246" y="270"/>
                </a:lnTo>
                <a:lnTo>
                  <a:pt x="192" y="240"/>
                </a:lnTo>
                <a:lnTo>
                  <a:pt x="150" y="198"/>
                </a:lnTo>
                <a:lnTo>
                  <a:pt x="108" y="150"/>
                </a:lnTo>
                <a:lnTo>
                  <a:pt x="90" y="108"/>
                </a:lnTo>
                <a:lnTo>
                  <a:pt x="78" y="54"/>
                </a:lnTo>
                <a:lnTo>
                  <a:pt x="78" y="6"/>
                </a:lnTo>
                <a:lnTo>
                  <a:pt x="0" y="6"/>
                </a:lnTo>
                <a:close/>
              </a:path>
            </a:pathLst>
          </a:custGeom>
          <a:solidFill>
            <a:srgbClr val="FF6699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Rectangle 54"/>
          <p:cNvSpPr>
            <a:spLocks noChangeArrowheads="1"/>
          </p:cNvSpPr>
          <p:nvPr/>
        </p:nvSpPr>
        <p:spPr bwMode="auto">
          <a:xfrm>
            <a:off x="2529382" y="4535116"/>
            <a:ext cx="1162050" cy="819150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6" name="Rectangle 55"/>
          <p:cNvSpPr>
            <a:spLocks noChangeArrowheads="1"/>
          </p:cNvSpPr>
          <p:nvPr/>
        </p:nvSpPr>
        <p:spPr bwMode="auto">
          <a:xfrm>
            <a:off x="4791569" y="2785691"/>
            <a:ext cx="847725" cy="638175"/>
          </a:xfrm>
          <a:prstGeom prst="rect">
            <a:avLst/>
          </a:prstGeom>
          <a:solidFill>
            <a:srgbClr val="FF6699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" name="Freeform 56"/>
          <p:cNvSpPr/>
          <p:nvPr/>
        </p:nvSpPr>
        <p:spPr bwMode="auto">
          <a:xfrm>
            <a:off x="1829294" y="2796803"/>
            <a:ext cx="695325" cy="628650"/>
          </a:xfrm>
          <a:custGeom>
            <a:avLst/>
            <a:gdLst>
              <a:gd name="T0" fmla="*/ 2147483646 w 438"/>
              <a:gd name="T1" fmla="*/ 0 h 396"/>
              <a:gd name="T2" fmla="*/ 2147483646 w 438"/>
              <a:gd name="T3" fmla="*/ 2147483646 h 396"/>
              <a:gd name="T4" fmla="*/ 0 w 438"/>
              <a:gd name="T5" fmla="*/ 2147483646 h 396"/>
              <a:gd name="T6" fmla="*/ 2147483646 w 438"/>
              <a:gd name="T7" fmla="*/ 0 h 3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8" h="396">
                <a:moveTo>
                  <a:pt x="438" y="0"/>
                </a:moveTo>
                <a:lnTo>
                  <a:pt x="438" y="396"/>
                </a:lnTo>
                <a:lnTo>
                  <a:pt x="0" y="396"/>
                </a:lnTo>
                <a:lnTo>
                  <a:pt x="438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Rectangle 57"/>
          <p:cNvSpPr>
            <a:spLocks noChangeArrowheads="1"/>
          </p:cNvSpPr>
          <p:nvPr/>
        </p:nvSpPr>
        <p:spPr bwMode="auto">
          <a:xfrm>
            <a:off x="1829294" y="4555753"/>
            <a:ext cx="695325" cy="21907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9" name="Freeform 58"/>
          <p:cNvSpPr/>
          <p:nvPr/>
        </p:nvSpPr>
        <p:spPr bwMode="auto">
          <a:xfrm>
            <a:off x="3661269" y="2809503"/>
            <a:ext cx="685800" cy="619125"/>
          </a:xfrm>
          <a:custGeom>
            <a:avLst/>
            <a:gdLst>
              <a:gd name="T0" fmla="*/ 0 w 432"/>
              <a:gd name="T1" fmla="*/ 0 h 390"/>
              <a:gd name="T2" fmla="*/ 0 w 432"/>
              <a:gd name="T3" fmla="*/ 2147483646 h 390"/>
              <a:gd name="T4" fmla="*/ 2147483646 w 432"/>
              <a:gd name="T5" fmla="*/ 2147483646 h 390"/>
              <a:gd name="T6" fmla="*/ 0 w 432"/>
              <a:gd name="T7" fmla="*/ 0 h 39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32" h="390">
                <a:moveTo>
                  <a:pt x="0" y="0"/>
                </a:moveTo>
                <a:lnTo>
                  <a:pt x="0" y="390"/>
                </a:lnTo>
                <a:lnTo>
                  <a:pt x="432" y="390"/>
                </a:lnTo>
                <a:lnTo>
                  <a:pt x="0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Rectangle 59"/>
          <p:cNvSpPr>
            <a:spLocks noChangeArrowheads="1"/>
          </p:cNvSpPr>
          <p:nvPr/>
        </p:nvSpPr>
        <p:spPr bwMode="auto">
          <a:xfrm>
            <a:off x="3693019" y="4546228"/>
            <a:ext cx="695325" cy="238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1" name="Rectangle 60"/>
          <p:cNvSpPr>
            <a:spLocks noChangeArrowheads="1"/>
          </p:cNvSpPr>
          <p:nvPr/>
        </p:nvSpPr>
        <p:spPr bwMode="auto">
          <a:xfrm>
            <a:off x="4791569" y="2803153"/>
            <a:ext cx="257175" cy="619125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" name="Rectangle 61"/>
          <p:cNvSpPr>
            <a:spLocks noChangeArrowheads="1"/>
          </p:cNvSpPr>
          <p:nvPr/>
        </p:nvSpPr>
        <p:spPr bwMode="auto">
          <a:xfrm>
            <a:off x="1823785" y="3436566"/>
            <a:ext cx="2540000" cy="635000"/>
          </a:xfrm>
          <a:prstGeom prst="rect">
            <a:avLst/>
          </a:prstGeom>
          <a:solidFill>
            <a:srgbClr val="00CC66">
              <a:alpha val="50195"/>
            </a:srgbClr>
          </a:solidFill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60096" y="2780928"/>
            <a:ext cx="2924338" cy="2426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" name="Group 52"/>
          <p:cNvGrpSpPr/>
          <p:nvPr/>
        </p:nvGrpSpPr>
        <p:grpSpPr bwMode="auto">
          <a:xfrm>
            <a:off x="3536623" y="1556792"/>
            <a:ext cx="6470943" cy="4420709"/>
            <a:chOff x="631" y="1056"/>
            <a:chExt cx="4371" cy="3050"/>
          </a:xfrm>
        </p:grpSpPr>
        <p:grpSp>
          <p:nvGrpSpPr>
            <p:cNvPr id="4" name="Group 2"/>
            <p:cNvGrpSpPr/>
            <p:nvPr/>
          </p:nvGrpSpPr>
          <p:grpSpPr bwMode="auto">
            <a:xfrm>
              <a:off x="1853" y="1067"/>
              <a:ext cx="609" cy="1036"/>
              <a:chOff x="1853" y="659"/>
              <a:chExt cx="609" cy="1036"/>
            </a:xfrm>
          </p:grpSpPr>
          <p:sp>
            <p:nvSpPr>
              <p:cNvPr id="45" name="Line 3"/>
              <p:cNvSpPr>
                <a:spLocks noChangeShapeType="1"/>
              </p:cNvSpPr>
              <p:nvPr/>
            </p:nvSpPr>
            <p:spPr bwMode="auto">
              <a:xfrm>
                <a:off x="1853" y="659"/>
                <a:ext cx="0" cy="2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Freeform 4"/>
              <p:cNvSpPr/>
              <p:nvPr/>
            </p:nvSpPr>
            <p:spPr bwMode="auto">
              <a:xfrm>
                <a:off x="1853" y="903"/>
                <a:ext cx="609" cy="1"/>
              </a:xfrm>
              <a:custGeom>
                <a:avLst/>
                <a:gdLst>
                  <a:gd name="T0" fmla="*/ 0 w 678"/>
                  <a:gd name="T1" fmla="*/ 0 h 1"/>
                  <a:gd name="T2" fmla="*/ 80 w 678"/>
                  <a:gd name="T3" fmla="*/ 0 h 1"/>
                  <a:gd name="T4" fmla="*/ 0 60000 65536"/>
                  <a:gd name="T5" fmla="*/ 0 60000 65536"/>
                  <a:gd name="T6" fmla="*/ 0 w 678"/>
                  <a:gd name="T7" fmla="*/ 0 h 1"/>
                  <a:gd name="T8" fmla="*/ 678 w 67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78" h="1">
                    <a:moveTo>
                      <a:pt x="0" y="0"/>
                    </a:moveTo>
                    <a:lnTo>
                      <a:pt x="6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5"/>
              <p:cNvSpPr>
                <a:spLocks noChangeShapeType="1"/>
              </p:cNvSpPr>
              <p:nvPr/>
            </p:nvSpPr>
            <p:spPr bwMode="auto">
              <a:xfrm flipV="1">
                <a:off x="2456" y="659"/>
                <a:ext cx="0" cy="2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940" y="903"/>
                <a:ext cx="2" cy="792"/>
              </a:xfrm>
              <a:custGeom>
                <a:avLst/>
                <a:gdLst>
                  <a:gd name="T0" fmla="*/ 1 w 3"/>
                  <a:gd name="T1" fmla="*/ 0 h 790"/>
                  <a:gd name="T2" fmla="*/ 0 w 3"/>
                  <a:gd name="T3" fmla="*/ 830 h 790"/>
                  <a:gd name="T4" fmla="*/ 0 60000 65536"/>
                  <a:gd name="T5" fmla="*/ 0 60000 65536"/>
                  <a:gd name="T6" fmla="*/ 0 w 3"/>
                  <a:gd name="T7" fmla="*/ 0 h 790"/>
                  <a:gd name="T8" fmla="*/ 3 w 3"/>
                  <a:gd name="T9" fmla="*/ 790 h 7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790">
                    <a:moveTo>
                      <a:pt x="3" y="0"/>
                    </a:moveTo>
                    <a:lnTo>
                      <a:pt x="0" y="79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Line 7"/>
              <p:cNvSpPr>
                <a:spLocks noChangeShapeType="1"/>
              </p:cNvSpPr>
              <p:nvPr/>
            </p:nvSpPr>
            <p:spPr bwMode="auto">
              <a:xfrm>
                <a:off x="2371" y="898"/>
                <a:ext cx="0" cy="7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" name="Oval 11"/>
            <p:cNvSpPr>
              <a:spLocks noChangeArrowheads="1"/>
            </p:cNvSpPr>
            <p:nvPr/>
          </p:nvSpPr>
          <p:spPr bwMode="auto">
            <a:xfrm>
              <a:off x="1968" y="3110"/>
              <a:ext cx="373" cy="3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Oval 12"/>
            <p:cNvSpPr>
              <a:spLocks noChangeArrowheads="1"/>
            </p:cNvSpPr>
            <p:nvPr/>
          </p:nvSpPr>
          <p:spPr bwMode="auto">
            <a:xfrm>
              <a:off x="1861" y="3008"/>
              <a:ext cx="587" cy="5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Freeform 13"/>
            <p:cNvSpPr/>
            <p:nvPr/>
          </p:nvSpPr>
          <p:spPr bwMode="auto">
            <a:xfrm>
              <a:off x="635" y="1575"/>
              <a:ext cx="1" cy="523"/>
            </a:xfrm>
            <a:custGeom>
              <a:avLst/>
              <a:gdLst>
                <a:gd name="T0" fmla="*/ 0 w 1"/>
                <a:gd name="T1" fmla="*/ 0 h 523"/>
                <a:gd name="T2" fmla="*/ 0 w 1"/>
                <a:gd name="T3" fmla="*/ 523 h 523"/>
                <a:gd name="T4" fmla="*/ 0 60000 65536"/>
                <a:gd name="T5" fmla="*/ 0 60000 65536"/>
                <a:gd name="T6" fmla="*/ 0 w 1"/>
                <a:gd name="T7" fmla="*/ 0 h 523"/>
                <a:gd name="T8" fmla="*/ 1 w 1"/>
                <a:gd name="T9" fmla="*/ 523 h 5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3">
                  <a:moveTo>
                    <a:pt x="0" y="0"/>
                  </a:moveTo>
                  <a:lnTo>
                    <a:pt x="0" y="52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>
              <a:off x="639" y="2086"/>
              <a:ext cx="22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15"/>
            <p:cNvSpPr/>
            <p:nvPr/>
          </p:nvSpPr>
          <p:spPr bwMode="auto">
            <a:xfrm>
              <a:off x="2861" y="1066"/>
              <a:ext cx="1" cy="1032"/>
            </a:xfrm>
            <a:custGeom>
              <a:avLst/>
              <a:gdLst>
                <a:gd name="T0" fmla="*/ 0 w 1"/>
                <a:gd name="T1" fmla="*/ 1032 h 1032"/>
                <a:gd name="T2" fmla="*/ 0 w 1"/>
                <a:gd name="T3" fmla="*/ 0 h 1032"/>
                <a:gd name="T4" fmla="*/ 0 60000 65536"/>
                <a:gd name="T5" fmla="*/ 0 60000 65536"/>
                <a:gd name="T6" fmla="*/ 0 w 1"/>
                <a:gd name="T7" fmla="*/ 0 h 1032"/>
                <a:gd name="T8" fmla="*/ 1 w 1"/>
                <a:gd name="T9" fmla="*/ 1032 h 10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32">
                  <a:moveTo>
                    <a:pt x="0" y="103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16"/>
            <p:cNvSpPr/>
            <p:nvPr/>
          </p:nvSpPr>
          <p:spPr bwMode="auto">
            <a:xfrm>
              <a:off x="1461" y="1067"/>
              <a:ext cx="1400" cy="4"/>
            </a:xfrm>
            <a:custGeom>
              <a:avLst/>
              <a:gdLst>
                <a:gd name="T0" fmla="*/ 181 w 1559"/>
                <a:gd name="T1" fmla="*/ 0 h 4"/>
                <a:gd name="T2" fmla="*/ 0 w 1559"/>
                <a:gd name="T3" fmla="*/ 4 h 4"/>
                <a:gd name="T4" fmla="*/ 0 60000 65536"/>
                <a:gd name="T5" fmla="*/ 0 60000 65536"/>
                <a:gd name="T6" fmla="*/ 0 w 1559"/>
                <a:gd name="T7" fmla="*/ 0 h 4"/>
                <a:gd name="T8" fmla="*/ 1559 w 1559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59" h="4">
                  <a:moveTo>
                    <a:pt x="1559" y="0"/>
                  </a:moveTo>
                  <a:lnTo>
                    <a:pt x="0" y="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17"/>
            <p:cNvSpPr/>
            <p:nvPr/>
          </p:nvSpPr>
          <p:spPr bwMode="auto">
            <a:xfrm>
              <a:off x="631" y="1066"/>
              <a:ext cx="838" cy="514"/>
            </a:xfrm>
            <a:custGeom>
              <a:avLst/>
              <a:gdLst>
                <a:gd name="T0" fmla="*/ 838 w 838"/>
                <a:gd name="T1" fmla="*/ 0 h 514"/>
                <a:gd name="T2" fmla="*/ 0 w 838"/>
                <a:gd name="T3" fmla="*/ 514 h 514"/>
                <a:gd name="T4" fmla="*/ 0 60000 65536"/>
                <a:gd name="T5" fmla="*/ 0 60000 65536"/>
                <a:gd name="T6" fmla="*/ 0 w 838"/>
                <a:gd name="T7" fmla="*/ 0 h 514"/>
                <a:gd name="T8" fmla="*/ 838 w 838"/>
                <a:gd name="T9" fmla="*/ 514 h 5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8" h="514">
                  <a:moveTo>
                    <a:pt x="838" y="0"/>
                  </a:moveTo>
                  <a:lnTo>
                    <a:pt x="0" y="51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Freeform 18"/>
            <p:cNvSpPr/>
            <p:nvPr/>
          </p:nvSpPr>
          <p:spPr bwMode="auto">
            <a:xfrm>
              <a:off x="1752" y="1071"/>
              <a:ext cx="0" cy="664"/>
            </a:xfrm>
            <a:custGeom>
              <a:avLst/>
              <a:gdLst>
                <a:gd name="T0" fmla="*/ 0 w 1"/>
                <a:gd name="T1" fmla="*/ 0 h 663"/>
                <a:gd name="T2" fmla="*/ 0 w 1"/>
                <a:gd name="T3" fmla="*/ 683 h 663"/>
                <a:gd name="T4" fmla="*/ 0 60000 65536"/>
                <a:gd name="T5" fmla="*/ 0 60000 65536"/>
                <a:gd name="T6" fmla="*/ 0 w 1"/>
                <a:gd name="T7" fmla="*/ 0 h 663"/>
                <a:gd name="T8" fmla="*/ 0 w 1"/>
                <a:gd name="T9" fmla="*/ 663 h 6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63">
                  <a:moveTo>
                    <a:pt x="0" y="0"/>
                  </a:moveTo>
                  <a:lnTo>
                    <a:pt x="0" y="66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19"/>
            <p:cNvSpPr/>
            <p:nvPr/>
          </p:nvSpPr>
          <p:spPr bwMode="auto">
            <a:xfrm>
              <a:off x="1200" y="1735"/>
              <a:ext cx="1" cy="353"/>
            </a:xfrm>
            <a:custGeom>
              <a:avLst/>
              <a:gdLst>
                <a:gd name="T0" fmla="*/ 0 w 1"/>
                <a:gd name="T1" fmla="*/ 0 h 353"/>
                <a:gd name="T2" fmla="*/ 0 w 1"/>
                <a:gd name="T3" fmla="*/ 353 h 353"/>
                <a:gd name="T4" fmla="*/ 0 60000 65536"/>
                <a:gd name="T5" fmla="*/ 0 60000 65536"/>
                <a:gd name="T6" fmla="*/ 0 w 1"/>
                <a:gd name="T7" fmla="*/ 0 h 353"/>
                <a:gd name="T8" fmla="*/ 1 w 1"/>
                <a:gd name="T9" fmla="*/ 353 h 3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53">
                  <a:moveTo>
                    <a:pt x="0" y="0"/>
                  </a:moveTo>
                  <a:lnTo>
                    <a:pt x="0" y="35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Freeform 20"/>
            <p:cNvSpPr/>
            <p:nvPr/>
          </p:nvSpPr>
          <p:spPr bwMode="auto">
            <a:xfrm>
              <a:off x="1195" y="1738"/>
              <a:ext cx="1666" cy="3"/>
            </a:xfrm>
            <a:custGeom>
              <a:avLst/>
              <a:gdLst>
                <a:gd name="T0" fmla="*/ 0 w 1666"/>
                <a:gd name="T1" fmla="*/ 0 h 3"/>
                <a:gd name="T2" fmla="*/ 1666 w 1666"/>
                <a:gd name="T3" fmla="*/ 3 h 3"/>
                <a:gd name="T4" fmla="*/ 0 60000 65536"/>
                <a:gd name="T5" fmla="*/ 0 60000 65536"/>
                <a:gd name="T6" fmla="*/ 0 w 1666"/>
                <a:gd name="T7" fmla="*/ 0 h 3"/>
                <a:gd name="T8" fmla="*/ 1666 w 1666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66" h="3">
                  <a:moveTo>
                    <a:pt x="0" y="0"/>
                  </a:moveTo>
                  <a:lnTo>
                    <a:pt x="1666" y="3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320" y="1740"/>
              <a:ext cx="2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3604" y="1735"/>
              <a:ext cx="1" cy="367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  <a:gd name="T4" fmla="*/ 0 60000 65536"/>
                <a:gd name="T5" fmla="*/ 0 60000 65536"/>
                <a:gd name="T6" fmla="*/ 0 w 1"/>
                <a:gd name="T7" fmla="*/ 0 h 367"/>
                <a:gd name="T8" fmla="*/ 1 w 1"/>
                <a:gd name="T9" fmla="*/ 367 h 3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593" y="2102"/>
              <a:ext cx="1125" cy="1"/>
            </a:xfrm>
            <a:custGeom>
              <a:avLst/>
              <a:gdLst>
                <a:gd name="T0" fmla="*/ 0 w 1125"/>
                <a:gd name="T1" fmla="*/ 1 h 1"/>
                <a:gd name="T2" fmla="*/ 1125 w 1125"/>
                <a:gd name="T3" fmla="*/ 0 h 1"/>
                <a:gd name="T4" fmla="*/ 0 60000 65536"/>
                <a:gd name="T5" fmla="*/ 0 60000 65536"/>
                <a:gd name="T6" fmla="*/ 0 w 1125"/>
                <a:gd name="T7" fmla="*/ 0 h 1"/>
                <a:gd name="T8" fmla="*/ 1125 w 112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25" h="1">
                  <a:moveTo>
                    <a:pt x="0" y="1"/>
                  </a:moveTo>
                  <a:lnTo>
                    <a:pt x="1125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4705" y="1735"/>
              <a:ext cx="1" cy="367"/>
            </a:xfrm>
            <a:custGeom>
              <a:avLst/>
              <a:gdLst>
                <a:gd name="T0" fmla="*/ 0 w 1"/>
                <a:gd name="T1" fmla="*/ 367 h 367"/>
                <a:gd name="T2" fmla="*/ 0 w 1"/>
                <a:gd name="T3" fmla="*/ 0 h 367"/>
                <a:gd name="T4" fmla="*/ 0 60000 65536"/>
                <a:gd name="T5" fmla="*/ 0 60000 65536"/>
                <a:gd name="T6" fmla="*/ 0 w 1"/>
                <a:gd name="T7" fmla="*/ 0 h 367"/>
                <a:gd name="T8" fmla="*/ 1 w 1"/>
                <a:gd name="T9" fmla="*/ 367 h 3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67">
                  <a:moveTo>
                    <a:pt x="0" y="36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4700" y="1738"/>
              <a:ext cx="302" cy="2"/>
            </a:xfrm>
            <a:custGeom>
              <a:avLst/>
              <a:gdLst>
                <a:gd name="T0" fmla="*/ 0 w 302"/>
                <a:gd name="T1" fmla="*/ 2 h 2"/>
                <a:gd name="T2" fmla="*/ 302 w 302"/>
                <a:gd name="T3" fmla="*/ 0 h 2"/>
                <a:gd name="T4" fmla="*/ 0 60000 65536"/>
                <a:gd name="T5" fmla="*/ 0 60000 65536"/>
                <a:gd name="T6" fmla="*/ 0 w 302"/>
                <a:gd name="T7" fmla="*/ 0 h 2"/>
                <a:gd name="T8" fmla="*/ 302 w 302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2" h="2">
                  <a:moveTo>
                    <a:pt x="0" y="2"/>
                  </a:moveTo>
                  <a:lnTo>
                    <a:pt x="302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4987" y="1056"/>
              <a:ext cx="1" cy="686"/>
            </a:xfrm>
            <a:custGeom>
              <a:avLst/>
              <a:gdLst>
                <a:gd name="T0" fmla="*/ 0 w 1"/>
                <a:gd name="T1" fmla="*/ 686 h 686"/>
                <a:gd name="T2" fmla="*/ 0 w 1"/>
                <a:gd name="T3" fmla="*/ 0 h 686"/>
                <a:gd name="T4" fmla="*/ 0 60000 65536"/>
                <a:gd name="T5" fmla="*/ 0 60000 65536"/>
                <a:gd name="T6" fmla="*/ 0 w 1"/>
                <a:gd name="T7" fmla="*/ 0 h 686"/>
                <a:gd name="T8" fmla="*/ 1 w 1"/>
                <a:gd name="T9" fmla="*/ 686 h 6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86">
                  <a:moveTo>
                    <a:pt x="0" y="686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27"/>
            <p:cNvSpPr/>
            <p:nvPr/>
          </p:nvSpPr>
          <p:spPr bwMode="auto">
            <a:xfrm>
              <a:off x="3316" y="1066"/>
              <a:ext cx="1676" cy="2"/>
            </a:xfrm>
            <a:custGeom>
              <a:avLst/>
              <a:gdLst>
                <a:gd name="T0" fmla="*/ 1676 w 1676"/>
                <a:gd name="T1" fmla="*/ 0 h 2"/>
                <a:gd name="T2" fmla="*/ 0 w 1676"/>
                <a:gd name="T3" fmla="*/ 2 h 2"/>
                <a:gd name="T4" fmla="*/ 0 60000 65536"/>
                <a:gd name="T5" fmla="*/ 0 60000 65536"/>
                <a:gd name="T6" fmla="*/ 0 w 1676"/>
                <a:gd name="T7" fmla="*/ 0 h 2"/>
                <a:gd name="T8" fmla="*/ 1676 w 1676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76" h="2">
                  <a:moveTo>
                    <a:pt x="1676" y="0"/>
                  </a:moveTo>
                  <a:lnTo>
                    <a:pt x="0" y="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28"/>
            <p:cNvSpPr/>
            <p:nvPr/>
          </p:nvSpPr>
          <p:spPr bwMode="auto">
            <a:xfrm>
              <a:off x="3321" y="1066"/>
              <a:ext cx="1" cy="691"/>
            </a:xfrm>
            <a:custGeom>
              <a:avLst/>
              <a:gdLst>
                <a:gd name="T0" fmla="*/ 0 w 1"/>
                <a:gd name="T1" fmla="*/ 0 h 691"/>
                <a:gd name="T2" fmla="*/ 1 w 1"/>
                <a:gd name="T3" fmla="*/ 691 h 691"/>
                <a:gd name="T4" fmla="*/ 0 60000 65536"/>
                <a:gd name="T5" fmla="*/ 0 60000 65536"/>
                <a:gd name="T6" fmla="*/ 0 w 1"/>
                <a:gd name="T7" fmla="*/ 0 h 691"/>
                <a:gd name="T8" fmla="*/ 1 w 1"/>
                <a:gd name="T9" fmla="*/ 691 h 6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91">
                  <a:moveTo>
                    <a:pt x="0" y="0"/>
                  </a:moveTo>
                  <a:lnTo>
                    <a:pt x="1" y="69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9"/>
            <p:cNvSpPr/>
            <p:nvPr/>
          </p:nvSpPr>
          <p:spPr bwMode="auto">
            <a:xfrm>
              <a:off x="3877" y="1579"/>
              <a:ext cx="1" cy="524"/>
            </a:xfrm>
            <a:custGeom>
              <a:avLst/>
              <a:gdLst>
                <a:gd name="T0" fmla="*/ 1 w 1"/>
                <a:gd name="T1" fmla="*/ 0 h 524"/>
                <a:gd name="T2" fmla="*/ 0 w 1"/>
                <a:gd name="T3" fmla="*/ 524 h 524"/>
                <a:gd name="T4" fmla="*/ 0 60000 65536"/>
                <a:gd name="T5" fmla="*/ 0 60000 65536"/>
                <a:gd name="T6" fmla="*/ 0 w 1"/>
                <a:gd name="T7" fmla="*/ 0 h 524"/>
                <a:gd name="T8" fmla="*/ 1 w 1"/>
                <a:gd name="T9" fmla="*/ 524 h 5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4">
                  <a:moveTo>
                    <a:pt x="1" y="0"/>
                  </a:moveTo>
                  <a:lnTo>
                    <a:pt x="0" y="52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30"/>
            <p:cNvSpPr>
              <a:spLocks noChangeShapeType="1"/>
            </p:cNvSpPr>
            <p:nvPr/>
          </p:nvSpPr>
          <p:spPr bwMode="auto">
            <a:xfrm>
              <a:off x="3876" y="1574"/>
              <a:ext cx="5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31"/>
            <p:cNvSpPr>
              <a:spLocks noChangeShapeType="1"/>
            </p:cNvSpPr>
            <p:nvPr/>
          </p:nvSpPr>
          <p:spPr bwMode="auto">
            <a:xfrm>
              <a:off x="4432" y="1574"/>
              <a:ext cx="0" cy="5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Freeform 32"/>
            <p:cNvSpPr/>
            <p:nvPr/>
          </p:nvSpPr>
          <p:spPr bwMode="auto">
            <a:xfrm>
              <a:off x="4432" y="1057"/>
              <a:ext cx="386" cy="517"/>
            </a:xfrm>
            <a:custGeom>
              <a:avLst/>
              <a:gdLst>
                <a:gd name="T0" fmla="*/ 0 w 386"/>
                <a:gd name="T1" fmla="*/ 517 h 517"/>
                <a:gd name="T2" fmla="*/ 386 w 386"/>
                <a:gd name="T3" fmla="*/ 0 h 517"/>
                <a:gd name="T4" fmla="*/ 0 60000 65536"/>
                <a:gd name="T5" fmla="*/ 0 60000 65536"/>
                <a:gd name="T6" fmla="*/ 0 w 386"/>
                <a:gd name="T7" fmla="*/ 0 h 517"/>
                <a:gd name="T8" fmla="*/ 386 w 386"/>
                <a:gd name="T9" fmla="*/ 517 h 51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6" h="517">
                  <a:moveTo>
                    <a:pt x="0" y="517"/>
                  </a:moveTo>
                  <a:lnTo>
                    <a:pt x="38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3491" y="1057"/>
              <a:ext cx="385" cy="518"/>
            </a:xfrm>
            <a:custGeom>
              <a:avLst/>
              <a:gdLst>
                <a:gd name="T0" fmla="*/ 385 w 385"/>
                <a:gd name="T1" fmla="*/ 518 h 518"/>
                <a:gd name="T2" fmla="*/ 0 w 385"/>
                <a:gd name="T3" fmla="*/ 0 h 518"/>
                <a:gd name="T4" fmla="*/ 0 60000 65536"/>
                <a:gd name="T5" fmla="*/ 0 60000 65536"/>
                <a:gd name="T6" fmla="*/ 0 w 385"/>
                <a:gd name="T7" fmla="*/ 0 h 518"/>
                <a:gd name="T8" fmla="*/ 385 w 385"/>
                <a:gd name="T9" fmla="*/ 518 h 5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5" h="518">
                  <a:moveTo>
                    <a:pt x="385" y="51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34"/>
            <p:cNvSpPr/>
            <p:nvPr/>
          </p:nvSpPr>
          <p:spPr bwMode="auto">
            <a:xfrm>
              <a:off x="1747" y="2528"/>
              <a:ext cx="1114" cy="2"/>
            </a:xfrm>
            <a:custGeom>
              <a:avLst/>
              <a:gdLst>
                <a:gd name="T0" fmla="*/ 0 w 1114"/>
                <a:gd name="T1" fmla="*/ 2 h 2"/>
                <a:gd name="T2" fmla="*/ 1114 w 1114"/>
                <a:gd name="T3" fmla="*/ 0 h 2"/>
                <a:gd name="T4" fmla="*/ 0 60000 65536"/>
                <a:gd name="T5" fmla="*/ 0 60000 65536"/>
                <a:gd name="T6" fmla="*/ 0 w 1114"/>
                <a:gd name="T7" fmla="*/ 0 h 2"/>
                <a:gd name="T8" fmla="*/ 1114 w 1114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4" h="2">
                  <a:moveTo>
                    <a:pt x="0" y="2"/>
                  </a:moveTo>
                  <a:lnTo>
                    <a:pt x="1114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Freeform 35"/>
            <p:cNvSpPr/>
            <p:nvPr/>
          </p:nvSpPr>
          <p:spPr bwMode="auto">
            <a:xfrm>
              <a:off x="1746" y="4083"/>
              <a:ext cx="1115" cy="6"/>
            </a:xfrm>
            <a:custGeom>
              <a:avLst/>
              <a:gdLst>
                <a:gd name="T0" fmla="*/ 1115 w 1115"/>
                <a:gd name="T1" fmla="*/ 0 h 6"/>
                <a:gd name="T2" fmla="*/ 0 w 1115"/>
                <a:gd name="T3" fmla="*/ 6 h 6"/>
                <a:gd name="T4" fmla="*/ 0 60000 65536"/>
                <a:gd name="T5" fmla="*/ 0 60000 65536"/>
                <a:gd name="T6" fmla="*/ 0 w 1115"/>
                <a:gd name="T7" fmla="*/ 0 h 6"/>
                <a:gd name="T8" fmla="*/ 1115 w 1115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5" h="6">
                  <a:moveTo>
                    <a:pt x="1115" y="0"/>
                  </a:moveTo>
                  <a:lnTo>
                    <a:pt x="0" y="6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 flipH="1" flipV="1">
              <a:off x="639" y="3548"/>
              <a:ext cx="1112" cy="5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Freeform 37"/>
            <p:cNvSpPr/>
            <p:nvPr/>
          </p:nvSpPr>
          <p:spPr bwMode="auto">
            <a:xfrm>
              <a:off x="635" y="2528"/>
              <a:ext cx="1116" cy="535"/>
            </a:xfrm>
            <a:custGeom>
              <a:avLst/>
              <a:gdLst>
                <a:gd name="T0" fmla="*/ 1116 w 1116"/>
                <a:gd name="T1" fmla="*/ 0 h 535"/>
                <a:gd name="T2" fmla="*/ 0 w 1116"/>
                <a:gd name="T3" fmla="*/ 535 h 535"/>
                <a:gd name="T4" fmla="*/ 0 60000 65536"/>
                <a:gd name="T5" fmla="*/ 0 60000 65536"/>
                <a:gd name="T6" fmla="*/ 0 w 1116"/>
                <a:gd name="T7" fmla="*/ 0 h 535"/>
                <a:gd name="T8" fmla="*/ 1116 w 1116"/>
                <a:gd name="T9" fmla="*/ 535 h 5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6" h="535">
                  <a:moveTo>
                    <a:pt x="1116" y="0"/>
                  </a:moveTo>
                  <a:lnTo>
                    <a:pt x="0" y="535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Freeform 38"/>
            <p:cNvSpPr/>
            <p:nvPr/>
          </p:nvSpPr>
          <p:spPr bwMode="auto">
            <a:xfrm>
              <a:off x="635" y="3063"/>
              <a:ext cx="1" cy="494"/>
            </a:xfrm>
            <a:custGeom>
              <a:avLst/>
              <a:gdLst>
                <a:gd name="T0" fmla="*/ 0 w 1"/>
                <a:gd name="T1" fmla="*/ 0 h 494"/>
                <a:gd name="T2" fmla="*/ 0 w 1"/>
                <a:gd name="T3" fmla="*/ 494 h 494"/>
                <a:gd name="T4" fmla="*/ 0 60000 65536"/>
                <a:gd name="T5" fmla="*/ 0 60000 65536"/>
                <a:gd name="T6" fmla="*/ 0 w 1"/>
                <a:gd name="T7" fmla="*/ 0 h 494"/>
                <a:gd name="T8" fmla="*/ 1 w 1"/>
                <a:gd name="T9" fmla="*/ 494 h 4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94">
                  <a:moveTo>
                    <a:pt x="0" y="0"/>
                  </a:moveTo>
                  <a:lnTo>
                    <a:pt x="0" y="494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Freeform 39"/>
            <p:cNvSpPr/>
            <p:nvPr/>
          </p:nvSpPr>
          <p:spPr bwMode="auto">
            <a:xfrm>
              <a:off x="1469" y="2667"/>
              <a:ext cx="1" cy="1299"/>
            </a:xfrm>
            <a:custGeom>
              <a:avLst/>
              <a:gdLst>
                <a:gd name="T0" fmla="*/ 0 w 1"/>
                <a:gd name="T1" fmla="*/ 0 h 1299"/>
                <a:gd name="T2" fmla="*/ 0 w 1"/>
                <a:gd name="T3" fmla="*/ 1299 h 1299"/>
                <a:gd name="T4" fmla="*/ 0 60000 65536"/>
                <a:gd name="T5" fmla="*/ 0 60000 65536"/>
                <a:gd name="T6" fmla="*/ 0 w 1"/>
                <a:gd name="T7" fmla="*/ 0 h 1299"/>
                <a:gd name="T8" fmla="*/ 1 w 1"/>
                <a:gd name="T9" fmla="*/ 1299 h 12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99">
                  <a:moveTo>
                    <a:pt x="0" y="0"/>
                  </a:moveTo>
                  <a:lnTo>
                    <a:pt x="0" y="1299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Freeform 40"/>
            <p:cNvSpPr/>
            <p:nvPr/>
          </p:nvSpPr>
          <p:spPr bwMode="auto">
            <a:xfrm>
              <a:off x="1200" y="2809"/>
              <a:ext cx="1652" cy="1"/>
            </a:xfrm>
            <a:custGeom>
              <a:avLst/>
              <a:gdLst>
                <a:gd name="T0" fmla="*/ 0 w 1652"/>
                <a:gd name="T1" fmla="*/ 0 h 1"/>
                <a:gd name="T2" fmla="*/ 1652 w 1652"/>
                <a:gd name="T3" fmla="*/ 0 h 1"/>
                <a:gd name="T4" fmla="*/ 0 60000 65536"/>
                <a:gd name="T5" fmla="*/ 0 60000 65536"/>
                <a:gd name="T6" fmla="*/ 0 w 1652"/>
                <a:gd name="T7" fmla="*/ 0 h 1"/>
                <a:gd name="T8" fmla="*/ 1652 w 165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2" h="1">
                  <a:moveTo>
                    <a:pt x="0" y="0"/>
                  </a:moveTo>
                  <a:lnTo>
                    <a:pt x="165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Freeform 41"/>
            <p:cNvSpPr/>
            <p:nvPr/>
          </p:nvSpPr>
          <p:spPr bwMode="auto">
            <a:xfrm>
              <a:off x="1231" y="3817"/>
              <a:ext cx="1612" cy="1"/>
            </a:xfrm>
            <a:custGeom>
              <a:avLst/>
              <a:gdLst>
                <a:gd name="T0" fmla="*/ 0 w 1794"/>
                <a:gd name="T1" fmla="*/ 0 h 1"/>
                <a:gd name="T2" fmla="*/ 211 w 1794"/>
                <a:gd name="T3" fmla="*/ 0 h 1"/>
                <a:gd name="T4" fmla="*/ 0 60000 65536"/>
                <a:gd name="T5" fmla="*/ 0 60000 65536"/>
                <a:gd name="T6" fmla="*/ 0 w 1794"/>
                <a:gd name="T7" fmla="*/ 0 h 1"/>
                <a:gd name="T8" fmla="*/ 1794 w 179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94" h="1">
                  <a:moveTo>
                    <a:pt x="0" y="0"/>
                  </a:moveTo>
                  <a:lnTo>
                    <a:pt x="1794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" name="Group 42"/>
            <p:cNvGrpSpPr/>
            <p:nvPr/>
          </p:nvGrpSpPr>
          <p:grpSpPr bwMode="auto">
            <a:xfrm>
              <a:off x="3854" y="1066"/>
              <a:ext cx="610" cy="1053"/>
              <a:chOff x="3950" y="658"/>
              <a:chExt cx="610" cy="1053"/>
            </a:xfrm>
          </p:grpSpPr>
          <p:sp>
            <p:nvSpPr>
              <p:cNvPr id="40" name="Freeform 43"/>
              <p:cNvSpPr/>
              <p:nvPr/>
            </p:nvSpPr>
            <p:spPr bwMode="auto">
              <a:xfrm>
                <a:off x="3950" y="662"/>
                <a:ext cx="2" cy="269"/>
              </a:xfrm>
              <a:custGeom>
                <a:avLst/>
                <a:gdLst>
                  <a:gd name="T0" fmla="*/ 0 w 2"/>
                  <a:gd name="T1" fmla="*/ 0 h 269"/>
                  <a:gd name="T2" fmla="*/ 2 w 2"/>
                  <a:gd name="T3" fmla="*/ 269 h 269"/>
                  <a:gd name="T4" fmla="*/ 0 60000 65536"/>
                  <a:gd name="T5" fmla="*/ 0 60000 65536"/>
                  <a:gd name="T6" fmla="*/ 0 w 2"/>
                  <a:gd name="T7" fmla="*/ 0 h 269"/>
                  <a:gd name="T8" fmla="*/ 2 w 2"/>
                  <a:gd name="T9" fmla="*/ 269 h 2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269">
                    <a:moveTo>
                      <a:pt x="0" y="0"/>
                    </a:moveTo>
                    <a:lnTo>
                      <a:pt x="2" y="26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Freeform 44"/>
              <p:cNvSpPr/>
              <p:nvPr/>
            </p:nvSpPr>
            <p:spPr bwMode="auto">
              <a:xfrm>
                <a:off x="3951" y="936"/>
                <a:ext cx="609" cy="1"/>
              </a:xfrm>
              <a:custGeom>
                <a:avLst/>
                <a:gdLst>
                  <a:gd name="T0" fmla="*/ 0 w 678"/>
                  <a:gd name="T1" fmla="*/ 0 h 1"/>
                  <a:gd name="T2" fmla="*/ 80 w 678"/>
                  <a:gd name="T3" fmla="*/ 0 h 1"/>
                  <a:gd name="T4" fmla="*/ 0 60000 65536"/>
                  <a:gd name="T5" fmla="*/ 0 60000 65536"/>
                  <a:gd name="T6" fmla="*/ 0 w 678"/>
                  <a:gd name="T7" fmla="*/ 0 h 1"/>
                  <a:gd name="T8" fmla="*/ 678 w 67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78" h="1">
                    <a:moveTo>
                      <a:pt x="0" y="0"/>
                    </a:moveTo>
                    <a:lnTo>
                      <a:pt x="678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Freeform 45"/>
              <p:cNvSpPr/>
              <p:nvPr/>
            </p:nvSpPr>
            <p:spPr bwMode="auto">
              <a:xfrm>
                <a:off x="4554" y="658"/>
                <a:ext cx="1" cy="274"/>
              </a:xfrm>
              <a:custGeom>
                <a:avLst/>
                <a:gdLst>
                  <a:gd name="T0" fmla="*/ 0 w 1"/>
                  <a:gd name="T1" fmla="*/ 274 h 274"/>
                  <a:gd name="T2" fmla="*/ 1 w 1"/>
                  <a:gd name="T3" fmla="*/ 0 h 274"/>
                  <a:gd name="T4" fmla="*/ 0 60000 65536"/>
                  <a:gd name="T5" fmla="*/ 0 60000 65536"/>
                  <a:gd name="T6" fmla="*/ 0 w 1"/>
                  <a:gd name="T7" fmla="*/ 0 h 274"/>
                  <a:gd name="T8" fmla="*/ 1 w 1"/>
                  <a:gd name="T9" fmla="*/ 274 h 27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74">
                    <a:moveTo>
                      <a:pt x="0" y="274"/>
                    </a:moveTo>
                    <a:lnTo>
                      <a:pt x="1" y="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Freeform 46"/>
              <p:cNvSpPr/>
              <p:nvPr/>
            </p:nvSpPr>
            <p:spPr bwMode="auto">
              <a:xfrm>
                <a:off x="4035" y="936"/>
                <a:ext cx="5" cy="759"/>
              </a:xfrm>
              <a:custGeom>
                <a:avLst/>
                <a:gdLst>
                  <a:gd name="T0" fmla="*/ 5 w 5"/>
                  <a:gd name="T1" fmla="*/ 0 h 759"/>
                  <a:gd name="T2" fmla="*/ 0 w 5"/>
                  <a:gd name="T3" fmla="*/ 759 h 759"/>
                  <a:gd name="T4" fmla="*/ 0 60000 65536"/>
                  <a:gd name="T5" fmla="*/ 0 60000 65536"/>
                  <a:gd name="T6" fmla="*/ 0 w 5"/>
                  <a:gd name="T7" fmla="*/ 0 h 759"/>
                  <a:gd name="T8" fmla="*/ 5 w 5"/>
                  <a:gd name="T9" fmla="*/ 759 h 7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759">
                    <a:moveTo>
                      <a:pt x="5" y="0"/>
                    </a:moveTo>
                    <a:lnTo>
                      <a:pt x="0" y="759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Line 47"/>
              <p:cNvSpPr>
                <a:spLocks noChangeShapeType="1"/>
              </p:cNvSpPr>
              <p:nvPr/>
            </p:nvSpPr>
            <p:spPr bwMode="auto">
              <a:xfrm>
                <a:off x="4469" y="931"/>
                <a:ext cx="0" cy="7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" name="Line 50"/>
            <p:cNvSpPr>
              <a:spLocks noChangeShapeType="1"/>
            </p:cNvSpPr>
            <p:nvPr/>
          </p:nvSpPr>
          <p:spPr bwMode="auto">
            <a:xfrm>
              <a:off x="2862" y="2522"/>
              <a:ext cx="0" cy="15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7" t="30654" r="29263" b="11904"/>
          <a:stretch>
            <a:fillRect/>
          </a:stretch>
        </p:blipFill>
        <p:spPr>
          <a:xfrm rot="5400000">
            <a:off x="4951250" y="2211853"/>
            <a:ext cx="1687541" cy="194218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73" t="35162" r="38624" b="19764"/>
          <a:stretch>
            <a:fillRect/>
          </a:stretch>
        </p:blipFill>
        <p:spPr>
          <a:xfrm rot="5400000">
            <a:off x="5271099" y="4722744"/>
            <a:ext cx="1059182" cy="152399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7" t="10532" r="21229" b="18574"/>
          <a:stretch>
            <a:fillRect/>
          </a:stretch>
        </p:blipFill>
        <p:spPr>
          <a:xfrm>
            <a:off x="3453361" y="4645912"/>
            <a:ext cx="3467470" cy="23969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7" t="30654" r="29263" b="11904"/>
          <a:stretch>
            <a:fillRect/>
          </a:stretch>
        </p:blipFill>
        <p:spPr>
          <a:xfrm rot="5400000">
            <a:off x="7900611" y="2211854"/>
            <a:ext cx="1687541" cy="194218"/>
          </a:xfrm>
          <a:prstGeom prst="rect">
            <a:avLst/>
          </a:prstGeom>
        </p:spPr>
      </p:pic>
      <p:sp>
        <p:nvSpPr>
          <p:cNvPr id="54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压块的读图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" name="Group 260"/>
          <p:cNvGrpSpPr/>
          <p:nvPr/>
        </p:nvGrpSpPr>
        <p:grpSpPr bwMode="auto">
          <a:xfrm>
            <a:off x="6386374" y="1523043"/>
            <a:ext cx="4338638" cy="3295650"/>
            <a:chOff x="529" y="897"/>
            <a:chExt cx="2733" cy="2076"/>
          </a:xfrm>
        </p:grpSpPr>
        <p:sp>
          <p:nvSpPr>
            <p:cNvPr id="4" name="Line 261"/>
            <p:cNvSpPr>
              <a:spLocks noChangeShapeType="1"/>
            </p:cNvSpPr>
            <p:nvPr/>
          </p:nvSpPr>
          <p:spPr bwMode="auto">
            <a:xfrm>
              <a:off x="606" y="1670"/>
              <a:ext cx="134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Line 262"/>
            <p:cNvSpPr>
              <a:spLocks noChangeShapeType="1"/>
            </p:cNvSpPr>
            <p:nvPr/>
          </p:nvSpPr>
          <p:spPr bwMode="auto">
            <a:xfrm flipH="1">
              <a:off x="1123" y="1010"/>
              <a:ext cx="83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263"/>
            <p:cNvSpPr>
              <a:spLocks noChangeShapeType="1"/>
            </p:cNvSpPr>
            <p:nvPr/>
          </p:nvSpPr>
          <p:spPr bwMode="auto">
            <a:xfrm flipH="1">
              <a:off x="603" y="999"/>
              <a:ext cx="532" cy="32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264"/>
            <p:cNvSpPr>
              <a:spLocks noChangeShapeType="1"/>
            </p:cNvSpPr>
            <p:nvPr/>
          </p:nvSpPr>
          <p:spPr bwMode="auto">
            <a:xfrm>
              <a:off x="619" y="2635"/>
              <a:ext cx="659" cy="33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265"/>
            <p:cNvSpPr>
              <a:spLocks noChangeShapeType="1"/>
            </p:cNvSpPr>
            <p:nvPr/>
          </p:nvSpPr>
          <p:spPr bwMode="auto">
            <a:xfrm>
              <a:off x="1272" y="2971"/>
              <a:ext cx="67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266"/>
            <p:cNvSpPr>
              <a:spLocks noChangeShapeType="1"/>
            </p:cNvSpPr>
            <p:nvPr/>
          </p:nvSpPr>
          <p:spPr bwMode="auto">
            <a:xfrm flipH="1">
              <a:off x="1278" y="1985"/>
              <a:ext cx="67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267"/>
            <p:cNvSpPr>
              <a:spLocks noChangeShapeType="1"/>
            </p:cNvSpPr>
            <p:nvPr/>
          </p:nvSpPr>
          <p:spPr bwMode="auto">
            <a:xfrm flipH="1">
              <a:off x="619" y="1980"/>
              <a:ext cx="676" cy="331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268"/>
            <p:cNvSpPr>
              <a:spLocks noChangeShapeType="1"/>
            </p:cNvSpPr>
            <p:nvPr/>
          </p:nvSpPr>
          <p:spPr bwMode="auto">
            <a:xfrm>
              <a:off x="1121" y="2071"/>
              <a:ext cx="0" cy="81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269"/>
            <p:cNvSpPr>
              <a:spLocks noChangeShapeType="1"/>
            </p:cNvSpPr>
            <p:nvPr/>
          </p:nvSpPr>
          <p:spPr bwMode="auto">
            <a:xfrm>
              <a:off x="969" y="2147"/>
              <a:ext cx="95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270"/>
            <p:cNvSpPr>
              <a:spLocks noChangeShapeType="1"/>
            </p:cNvSpPr>
            <p:nvPr/>
          </p:nvSpPr>
          <p:spPr bwMode="auto">
            <a:xfrm>
              <a:off x="957" y="2798"/>
              <a:ext cx="98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Oval 271"/>
            <p:cNvSpPr>
              <a:spLocks noChangeArrowheads="1"/>
            </p:cNvSpPr>
            <p:nvPr/>
          </p:nvSpPr>
          <p:spPr bwMode="auto">
            <a:xfrm>
              <a:off x="1278" y="2219"/>
              <a:ext cx="506" cy="513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5" name="Oval 272"/>
            <p:cNvSpPr>
              <a:spLocks noChangeArrowheads="1"/>
            </p:cNvSpPr>
            <p:nvPr/>
          </p:nvSpPr>
          <p:spPr bwMode="auto">
            <a:xfrm>
              <a:off x="1368" y="2312"/>
              <a:ext cx="319" cy="325"/>
            </a:xfrm>
            <a:prstGeom prst="ellipse">
              <a:avLst/>
            </a:prstGeom>
            <a:solidFill>
              <a:srgbClr val="E6F0FF"/>
            </a:solidFill>
            <a:ln w="571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7" name="Line 273"/>
            <p:cNvSpPr>
              <a:spLocks noChangeShapeType="1"/>
            </p:cNvSpPr>
            <p:nvPr/>
          </p:nvSpPr>
          <p:spPr bwMode="auto">
            <a:xfrm>
              <a:off x="1365" y="1179"/>
              <a:ext cx="0" cy="4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274"/>
            <p:cNvSpPr>
              <a:spLocks noChangeShapeType="1"/>
            </p:cNvSpPr>
            <p:nvPr/>
          </p:nvSpPr>
          <p:spPr bwMode="auto">
            <a:xfrm>
              <a:off x="1707" y="1178"/>
              <a:ext cx="0" cy="4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275"/>
            <p:cNvSpPr>
              <a:spLocks noChangeShapeType="1"/>
            </p:cNvSpPr>
            <p:nvPr/>
          </p:nvSpPr>
          <p:spPr bwMode="auto">
            <a:xfrm>
              <a:off x="2245" y="1011"/>
              <a:ext cx="1013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276"/>
            <p:cNvSpPr>
              <a:spLocks noChangeShapeType="1"/>
            </p:cNvSpPr>
            <p:nvPr/>
          </p:nvSpPr>
          <p:spPr bwMode="auto">
            <a:xfrm>
              <a:off x="2257" y="1002"/>
              <a:ext cx="0" cy="43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277"/>
            <p:cNvSpPr>
              <a:spLocks noChangeShapeType="1"/>
            </p:cNvSpPr>
            <p:nvPr/>
          </p:nvSpPr>
          <p:spPr bwMode="auto">
            <a:xfrm>
              <a:off x="2245" y="1431"/>
              <a:ext cx="18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278"/>
            <p:cNvSpPr>
              <a:spLocks noChangeShapeType="1"/>
            </p:cNvSpPr>
            <p:nvPr/>
          </p:nvSpPr>
          <p:spPr bwMode="auto">
            <a:xfrm>
              <a:off x="2410" y="1660"/>
              <a:ext cx="68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79"/>
            <p:cNvSpPr>
              <a:spLocks noChangeShapeType="1"/>
            </p:cNvSpPr>
            <p:nvPr/>
          </p:nvSpPr>
          <p:spPr bwMode="auto">
            <a:xfrm>
              <a:off x="3061" y="1421"/>
              <a:ext cx="20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280"/>
            <p:cNvSpPr>
              <a:spLocks noChangeShapeType="1"/>
            </p:cNvSpPr>
            <p:nvPr/>
          </p:nvSpPr>
          <p:spPr bwMode="auto">
            <a:xfrm>
              <a:off x="2340" y="1006"/>
              <a:ext cx="247" cy="32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281"/>
            <p:cNvSpPr>
              <a:spLocks noChangeShapeType="1"/>
            </p:cNvSpPr>
            <p:nvPr/>
          </p:nvSpPr>
          <p:spPr bwMode="auto">
            <a:xfrm>
              <a:off x="2587" y="1334"/>
              <a:ext cx="0" cy="32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82"/>
            <p:cNvSpPr>
              <a:spLocks noChangeShapeType="1"/>
            </p:cNvSpPr>
            <p:nvPr/>
          </p:nvSpPr>
          <p:spPr bwMode="auto">
            <a:xfrm flipH="1">
              <a:off x="2917" y="1008"/>
              <a:ext cx="246" cy="315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83"/>
            <p:cNvSpPr>
              <a:spLocks noChangeShapeType="1"/>
            </p:cNvSpPr>
            <p:nvPr/>
          </p:nvSpPr>
          <p:spPr bwMode="auto">
            <a:xfrm>
              <a:off x="2917" y="1323"/>
              <a:ext cx="0" cy="337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84"/>
            <p:cNvSpPr>
              <a:spLocks noChangeShapeType="1"/>
            </p:cNvSpPr>
            <p:nvPr/>
          </p:nvSpPr>
          <p:spPr bwMode="auto">
            <a:xfrm>
              <a:off x="2587" y="1323"/>
              <a:ext cx="330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85"/>
            <p:cNvSpPr>
              <a:spLocks noChangeShapeType="1"/>
            </p:cNvSpPr>
            <p:nvPr/>
          </p:nvSpPr>
          <p:spPr bwMode="auto">
            <a:xfrm>
              <a:off x="2515" y="1020"/>
              <a:ext cx="0" cy="1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86"/>
            <p:cNvSpPr>
              <a:spLocks noChangeShapeType="1"/>
            </p:cNvSpPr>
            <p:nvPr/>
          </p:nvSpPr>
          <p:spPr bwMode="auto">
            <a:xfrm>
              <a:off x="2512" y="1177"/>
              <a:ext cx="46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287"/>
            <p:cNvSpPr>
              <a:spLocks noChangeShapeType="1"/>
            </p:cNvSpPr>
            <p:nvPr/>
          </p:nvSpPr>
          <p:spPr bwMode="auto">
            <a:xfrm>
              <a:off x="2993" y="997"/>
              <a:ext cx="0" cy="1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88"/>
            <p:cNvSpPr>
              <a:spLocks noChangeShapeType="1"/>
            </p:cNvSpPr>
            <p:nvPr/>
          </p:nvSpPr>
          <p:spPr bwMode="auto">
            <a:xfrm>
              <a:off x="2593" y="1176"/>
              <a:ext cx="0" cy="1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289"/>
            <p:cNvSpPr>
              <a:spLocks noChangeShapeType="1"/>
            </p:cNvSpPr>
            <p:nvPr/>
          </p:nvSpPr>
          <p:spPr bwMode="auto">
            <a:xfrm>
              <a:off x="2908" y="1178"/>
              <a:ext cx="0" cy="1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290"/>
            <p:cNvSpPr>
              <a:spLocks noChangeShapeType="1"/>
            </p:cNvSpPr>
            <p:nvPr/>
          </p:nvSpPr>
          <p:spPr bwMode="auto">
            <a:xfrm flipH="1">
              <a:off x="1268" y="1179"/>
              <a:ext cx="5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291"/>
            <p:cNvSpPr>
              <a:spLocks noChangeShapeType="1"/>
            </p:cNvSpPr>
            <p:nvPr/>
          </p:nvSpPr>
          <p:spPr bwMode="auto">
            <a:xfrm>
              <a:off x="937" y="1427"/>
              <a:ext cx="1011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292"/>
            <p:cNvSpPr>
              <a:spLocks noChangeShapeType="1"/>
            </p:cNvSpPr>
            <p:nvPr/>
          </p:nvSpPr>
          <p:spPr bwMode="auto">
            <a:xfrm>
              <a:off x="1772" y="1010"/>
              <a:ext cx="0" cy="1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293"/>
            <p:cNvSpPr>
              <a:spLocks noChangeShapeType="1"/>
            </p:cNvSpPr>
            <p:nvPr/>
          </p:nvSpPr>
          <p:spPr bwMode="auto">
            <a:xfrm flipV="1">
              <a:off x="1275" y="1013"/>
              <a:ext cx="0" cy="40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294"/>
            <p:cNvSpPr>
              <a:spLocks noChangeShapeType="1"/>
            </p:cNvSpPr>
            <p:nvPr/>
          </p:nvSpPr>
          <p:spPr bwMode="auto">
            <a:xfrm>
              <a:off x="1937" y="1006"/>
              <a:ext cx="0" cy="67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295"/>
            <p:cNvSpPr>
              <a:spLocks noChangeShapeType="1"/>
            </p:cNvSpPr>
            <p:nvPr/>
          </p:nvSpPr>
          <p:spPr bwMode="auto">
            <a:xfrm>
              <a:off x="1937" y="1973"/>
              <a:ext cx="0" cy="100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296"/>
            <p:cNvSpPr>
              <a:spLocks noChangeShapeType="1"/>
            </p:cNvSpPr>
            <p:nvPr/>
          </p:nvSpPr>
          <p:spPr bwMode="auto">
            <a:xfrm>
              <a:off x="615" y="2298"/>
              <a:ext cx="0" cy="358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297"/>
            <p:cNvSpPr>
              <a:spLocks noChangeShapeType="1"/>
            </p:cNvSpPr>
            <p:nvPr/>
          </p:nvSpPr>
          <p:spPr bwMode="auto">
            <a:xfrm flipV="1">
              <a:off x="615" y="1312"/>
              <a:ext cx="0" cy="373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298"/>
            <p:cNvSpPr>
              <a:spLocks noChangeShapeType="1"/>
            </p:cNvSpPr>
            <p:nvPr/>
          </p:nvSpPr>
          <p:spPr bwMode="auto">
            <a:xfrm flipV="1">
              <a:off x="953" y="1420"/>
              <a:ext cx="0" cy="244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299"/>
            <p:cNvSpPr>
              <a:spLocks noChangeShapeType="1"/>
            </p:cNvSpPr>
            <p:nvPr/>
          </p:nvSpPr>
          <p:spPr bwMode="auto">
            <a:xfrm>
              <a:off x="3076" y="1414"/>
              <a:ext cx="0" cy="26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300"/>
            <p:cNvSpPr>
              <a:spLocks noChangeShapeType="1"/>
            </p:cNvSpPr>
            <p:nvPr/>
          </p:nvSpPr>
          <p:spPr bwMode="auto">
            <a:xfrm flipV="1">
              <a:off x="2421" y="1419"/>
              <a:ext cx="0" cy="25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301"/>
            <p:cNvSpPr>
              <a:spLocks noChangeShapeType="1"/>
            </p:cNvSpPr>
            <p:nvPr/>
          </p:nvSpPr>
          <p:spPr bwMode="auto">
            <a:xfrm flipV="1">
              <a:off x="3243" y="1000"/>
              <a:ext cx="0" cy="42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7" name="Group 302"/>
            <p:cNvGrpSpPr/>
            <p:nvPr/>
          </p:nvGrpSpPr>
          <p:grpSpPr bwMode="auto">
            <a:xfrm>
              <a:off x="529" y="2473"/>
              <a:ext cx="1491" cy="0"/>
              <a:chOff x="529" y="2425"/>
              <a:chExt cx="1491" cy="0"/>
            </a:xfrm>
          </p:grpSpPr>
          <p:sp>
            <p:nvSpPr>
              <p:cNvPr id="67" name="Line 303"/>
              <p:cNvSpPr>
                <a:spLocks noChangeShapeType="1"/>
              </p:cNvSpPr>
              <p:nvPr/>
            </p:nvSpPr>
            <p:spPr bwMode="auto">
              <a:xfrm>
                <a:off x="529" y="2425"/>
                <a:ext cx="29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304"/>
              <p:cNvSpPr>
                <a:spLocks noChangeShapeType="1"/>
              </p:cNvSpPr>
              <p:nvPr/>
            </p:nvSpPr>
            <p:spPr bwMode="auto">
              <a:xfrm>
                <a:off x="859" y="2425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305"/>
              <p:cNvSpPr>
                <a:spLocks noChangeShapeType="1"/>
              </p:cNvSpPr>
              <p:nvPr/>
            </p:nvSpPr>
            <p:spPr bwMode="auto">
              <a:xfrm>
                <a:off x="913" y="2425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306"/>
              <p:cNvSpPr>
                <a:spLocks noChangeShapeType="1"/>
              </p:cNvSpPr>
              <p:nvPr/>
            </p:nvSpPr>
            <p:spPr bwMode="auto">
              <a:xfrm>
                <a:off x="1426" y="2425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307"/>
              <p:cNvSpPr>
                <a:spLocks noChangeShapeType="1"/>
              </p:cNvSpPr>
              <p:nvPr/>
            </p:nvSpPr>
            <p:spPr bwMode="auto">
              <a:xfrm>
                <a:off x="1479" y="2425"/>
                <a:ext cx="54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" name="Line 308"/>
            <p:cNvSpPr>
              <a:spLocks noChangeShapeType="1"/>
            </p:cNvSpPr>
            <p:nvPr/>
          </p:nvSpPr>
          <p:spPr bwMode="auto">
            <a:xfrm rot="-5400000">
              <a:off x="1332" y="1574"/>
              <a:ext cx="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309"/>
            <p:cNvSpPr>
              <a:spLocks noChangeShapeType="1"/>
            </p:cNvSpPr>
            <p:nvPr/>
          </p:nvSpPr>
          <p:spPr bwMode="auto">
            <a:xfrm rot="-5400000">
              <a:off x="1518" y="1330"/>
              <a:ext cx="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310"/>
            <p:cNvSpPr>
              <a:spLocks noChangeShapeType="1"/>
            </p:cNvSpPr>
            <p:nvPr/>
          </p:nvSpPr>
          <p:spPr bwMode="auto">
            <a:xfrm rot="-5400000">
              <a:off x="1337" y="1092"/>
              <a:ext cx="39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" name="Group 311"/>
            <p:cNvGrpSpPr/>
            <p:nvPr/>
          </p:nvGrpSpPr>
          <p:grpSpPr bwMode="auto">
            <a:xfrm>
              <a:off x="2748" y="904"/>
              <a:ext cx="3" cy="877"/>
              <a:chOff x="2748" y="856"/>
              <a:chExt cx="3" cy="877"/>
            </a:xfrm>
          </p:grpSpPr>
          <p:sp>
            <p:nvSpPr>
              <p:cNvPr id="64" name="Line 312"/>
              <p:cNvSpPr>
                <a:spLocks noChangeShapeType="1"/>
              </p:cNvSpPr>
              <p:nvPr/>
            </p:nvSpPr>
            <p:spPr bwMode="auto">
              <a:xfrm rot="5400000" flipV="1">
                <a:off x="2510" y="1097"/>
                <a:ext cx="48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313"/>
              <p:cNvSpPr>
                <a:spLocks noChangeShapeType="1"/>
              </p:cNvSpPr>
              <p:nvPr/>
            </p:nvSpPr>
            <p:spPr bwMode="auto">
              <a:xfrm rot="5400000" flipV="1">
                <a:off x="2734" y="1394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314"/>
              <p:cNvSpPr>
                <a:spLocks noChangeShapeType="1"/>
              </p:cNvSpPr>
              <p:nvPr/>
            </p:nvSpPr>
            <p:spPr bwMode="auto">
              <a:xfrm rot="5400000" flipV="1">
                <a:off x="2601" y="1586"/>
                <a:ext cx="29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2" name="Group 315"/>
            <p:cNvGrpSpPr/>
            <p:nvPr/>
          </p:nvGrpSpPr>
          <p:grpSpPr bwMode="auto">
            <a:xfrm>
              <a:off x="1532" y="2120"/>
              <a:ext cx="0" cy="713"/>
              <a:chOff x="1532" y="2072"/>
              <a:chExt cx="0" cy="713"/>
            </a:xfrm>
          </p:grpSpPr>
          <p:sp>
            <p:nvSpPr>
              <p:cNvPr id="61" name="Line 316"/>
              <p:cNvSpPr>
                <a:spLocks noChangeShapeType="1"/>
              </p:cNvSpPr>
              <p:nvPr/>
            </p:nvSpPr>
            <p:spPr bwMode="auto">
              <a:xfrm rot="-5400000">
                <a:off x="1330" y="2274"/>
                <a:ext cx="40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317"/>
              <p:cNvSpPr>
                <a:spLocks noChangeShapeType="1"/>
              </p:cNvSpPr>
              <p:nvPr/>
            </p:nvSpPr>
            <p:spPr bwMode="auto">
              <a:xfrm rot="-5400000">
                <a:off x="1518" y="2511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318"/>
              <p:cNvSpPr>
                <a:spLocks noChangeShapeType="1"/>
              </p:cNvSpPr>
              <p:nvPr/>
            </p:nvSpPr>
            <p:spPr bwMode="auto">
              <a:xfrm rot="-5400000">
                <a:off x="1413" y="2667"/>
                <a:ext cx="23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3" name="Line 319"/>
            <p:cNvSpPr>
              <a:spLocks noChangeShapeType="1"/>
            </p:cNvSpPr>
            <p:nvPr/>
          </p:nvSpPr>
          <p:spPr bwMode="auto">
            <a:xfrm flipH="1">
              <a:off x="1284" y="1179"/>
              <a:ext cx="3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20"/>
            <p:cNvSpPr>
              <a:spLocks noChangeShapeType="1"/>
            </p:cNvSpPr>
            <p:nvPr/>
          </p:nvSpPr>
          <p:spPr bwMode="auto">
            <a:xfrm>
              <a:off x="2516" y="1161"/>
              <a:ext cx="0" cy="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321"/>
            <p:cNvSpPr>
              <a:spLocks noChangeShapeType="1"/>
            </p:cNvSpPr>
            <p:nvPr/>
          </p:nvSpPr>
          <p:spPr bwMode="auto">
            <a:xfrm>
              <a:off x="2976" y="1178"/>
              <a:ext cx="2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322"/>
            <p:cNvSpPr>
              <a:spLocks noChangeShapeType="1"/>
            </p:cNvSpPr>
            <p:nvPr/>
          </p:nvSpPr>
          <p:spPr bwMode="auto">
            <a:xfrm>
              <a:off x="2895" y="1178"/>
              <a:ext cx="1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323"/>
            <p:cNvSpPr>
              <a:spLocks noChangeShapeType="1"/>
            </p:cNvSpPr>
            <p:nvPr/>
          </p:nvSpPr>
          <p:spPr bwMode="auto">
            <a:xfrm>
              <a:off x="1772" y="1163"/>
              <a:ext cx="0" cy="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324"/>
            <p:cNvSpPr>
              <a:spLocks noChangeShapeType="1"/>
            </p:cNvSpPr>
            <p:nvPr/>
          </p:nvSpPr>
          <p:spPr bwMode="auto">
            <a:xfrm>
              <a:off x="1365" y="1626"/>
              <a:ext cx="0" cy="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325"/>
            <p:cNvSpPr>
              <a:spLocks noChangeShapeType="1"/>
            </p:cNvSpPr>
            <p:nvPr/>
          </p:nvSpPr>
          <p:spPr bwMode="auto">
            <a:xfrm>
              <a:off x="1707" y="1625"/>
              <a:ext cx="0" cy="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326"/>
            <p:cNvSpPr>
              <a:spLocks noChangeShapeType="1"/>
            </p:cNvSpPr>
            <p:nvPr/>
          </p:nvSpPr>
          <p:spPr bwMode="auto">
            <a:xfrm>
              <a:off x="1896" y="2147"/>
              <a:ext cx="4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3" name="Text Box 4" descr="紫色网格"/>
          <p:cNvSpPr txBox="1">
            <a:spLocks noChangeArrowheads="1"/>
          </p:cNvSpPr>
          <p:nvPr/>
        </p:nvSpPr>
        <p:spPr bwMode="auto">
          <a:xfrm>
            <a:off x="1505298" y="349164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取线框</a:t>
            </a:r>
            <a:endParaRPr lang="zh-CN" altLang="en-US" sz="24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 Box 5" descr="紫色网格"/>
          <p:cNvSpPr txBox="1">
            <a:spLocks noChangeArrowheads="1"/>
          </p:cNvSpPr>
          <p:nvPr/>
        </p:nvSpPr>
        <p:spPr bwMode="auto">
          <a:xfrm>
            <a:off x="1505298" y="4001086"/>
            <a:ext cx="21226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对投影 分平曲</a:t>
            </a:r>
            <a:endParaRPr lang="zh-CN" altLang="en-US" sz="24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Box 6" descr="紫色网格"/>
          <p:cNvSpPr txBox="1">
            <a:spLocks noChangeArrowheads="1"/>
          </p:cNvSpPr>
          <p:nvPr/>
        </p:nvSpPr>
        <p:spPr bwMode="auto">
          <a:xfrm>
            <a:off x="1505298" y="5015499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确定表面形状及相对位置</a:t>
            </a:r>
            <a:endParaRPr lang="zh-CN" altLang="en-US" sz="24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 Box 7"/>
          <p:cNvSpPr txBox="1">
            <a:spLocks noChangeArrowheads="1"/>
          </p:cNvSpPr>
          <p:nvPr/>
        </p:nvSpPr>
        <p:spPr bwMode="auto">
          <a:xfrm>
            <a:off x="1869027" y="4462751"/>
            <a:ext cx="304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三等”关系对投影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7" name="Group 159"/>
          <p:cNvGrpSpPr/>
          <p:nvPr/>
        </p:nvGrpSpPr>
        <p:grpSpPr bwMode="auto">
          <a:xfrm>
            <a:off x="9132749" y="1702431"/>
            <a:ext cx="1560513" cy="1028700"/>
            <a:chOff x="2259" y="962"/>
            <a:chExt cx="983" cy="648"/>
          </a:xfrm>
        </p:grpSpPr>
        <p:sp>
          <p:nvSpPr>
            <p:cNvPr id="78" name="Freeform 8"/>
            <p:cNvSpPr/>
            <p:nvPr/>
          </p:nvSpPr>
          <p:spPr bwMode="auto">
            <a:xfrm>
              <a:off x="2914" y="971"/>
              <a:ext cx="328" cy="639"/>
            </a:xfrm>
            <a:custGeom>
              <a:avLst/>
              <a:gdLst>
                <a:gd name="T0" fmla="*/ 250 w 328"/>
                <a:gd name="T1" fmla="*/ 0 h 639"/>
                <a:gd name="T2" fmla="*/ 328 w 328"/>
                <a:gd name="T3" fmla="*/ 0 h 639"/>
                <a:gd name="T4" fmla="*/ 328 w 328"/>
                <a:gd name="T5" fmla="*/ 398 h 639"/>
                <a:gd name="T6" fmla="*/ 160 w 328"/>
                <a:gd name="T7" fmla="*/ 399 h 639"/>
                <a:gd name="T8" fmla="*/ 160 w 328"/>
                <a:gd name="T9" fmla="*/ 639 h 639"/>
                <a:gd name="T10" fmla="*/ 0 w 328"/>
                <a:gd name="T11" fmla="*/ 639 h 639"/>
                <a:gd name="T12" fmla="*/ 0 w 328"/>
                <a:gd name="T13" fmla="*/ 304 h 639"/>
                <a:gd name="T14" fmla="*/ 250 w 328"/>
                <a:gd name="T15" fmla="*/ 0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8" h="639">
                  <a:moveTo>
                    <a:pt x="250" y="0"/>
                  </a:moveTo>
                  <a:lnTo>
                    <a:pt x="328" y="0"/>
                  </a:lnTo>
                  <a:lnTo>
                    <a:pt x="328" y="398"/>
                  </a:lnTo>
                  <a:lnTo>
                    <a:pt x="160" y="399"/>
                  </a:lnTo>
                  <a:lnTo>
                    <a:pt x="160" y="639"/>
                  </a:lnTo>
                  <a:lnTo>
                    <a:pt x="0" y="639"/>
                  </a:lnTo>
                  <a:lnTo>
                    <a:pt x="0" y="304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  <a:ln w="12700" cmpd="sng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9"/>
            <p:cNvSpPr/>
            <p:nvPr/>
          </p:nvSpPr>
          <p:spPr bwMode="auto">
            <a:xfrm>
              <a:off x="2259" y="962"/>
              <a:ext cx="325" cy="646"/>
            </a:xfrm>
            <a:custGeom>
              <a:avLst/>
              <a:gdLst>
                <a:gd name="T0" fmla="*/ 83 w 325"/>
                <a:gd name="T1" fmla="*/ 1 h 646"/>
                <a:gd name="T2" fmla="*/ 0 w 325"/>
                <a:gd name="T3" fmla="*/ 0 h 646"/>
                <a:gd name="T4" fmla="*/ 0 w 325"/>
                <a:gd name="T5" fmla="*/ 412 h 646"/>
                <a:gd name="T6" fmla="*/ 166 w 325"/>
                <a:gd name="T7" fmla="*/ 412 h 646"/>
                <a:gd name="T8" fmla="*/ 166 w 325"/>
                <a:gd name="T9" fmla="*/ 646 h 646"/>
                <a:gd name="T10" fmla="*/ 325 w 325"/>
                <a:gd name="T11" fmla="*/ 646 h 646"/>
                <a:gd name="T12" fmla="*/ 325 w 325"/>
                <a:gd name="T13" fmla="*/ 311 h 646"/>
                <a:gd name="T14" fmla="*/ 83 w 325"/>
                <a:gd name="T15" fmla="*/ 1 h 6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5" h="646">
                  <a:moveTo>
                    <a:pt x="83" y="1"/>
                  </a:moveTo>
                  <a:lnTo>
                    <a:pt x="0" y="0"/>
                  </a:lnTo>
                  <a:lnTo>
                    <a:pt x="0" y="412"/>
                  </a:lnTo>
                  <a:lnTo>
                    <a:pt x="166" y="412"/>
                  </a:lnTo>
                  <a:lnTo>
                    <a:pt x="166" y="646"/>
                  </a:lnTo>
                  <a:lnTo>
                    <a:pt x="325" y="646"/>
                  </a:lnTo>
                  <a:lnTo>
                    <a:pt x="325" y="311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3366FF">
                <a:alpha val="50195"/>
              </a:srgbClr>
            </a:solidFill>
            <a:ln w="12700" cmpd="sng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" name="Freeform 10"/>
          <p:cNvSpPr/>
          <p:nvPr/>
        </p:nvSpPr>
        <p:spPr bwMode="auto">
          <a:xfrm>
            <a:off x="6522899" y="1704018"/>
            <a:ext cx="1044575" cy="1039813"/>
          </a:xfrm>
          <a:custGeom>
            <a:avLst/>
            <a:gdLst>
              <a:gd name="T0" fmla="*/ 2147483646 w 658"/>
              <a:gd name="T1" fmla="*/ 0 h 655"/>
              <a:gd name="T2" fmla="*/ 2147483646 w 658"/>
              <a:gd name="T3" fmla="*/ 2147483646 h 655"/>
              <a:gd name="T4" fmla="*/ 2147483646 w 658"/>
              <a:gd name="T5" fmla="*/ 2147483646 h 655"/>
              <a:gd name="T6" fmla="*/ 2147483646 w 658"/>
              <a:gd name="T7" fmla="*/ 2147483646 h 655"/>
              <a:gd name="T8" fmla="*/ 2147483646 w 658"/>
              <a:gd name="T9" fmla="*/ 2147483646 h 655"/>
              <a:gd name="T10" fmla="*/ 0 w 658"/>
              <a:gd name="T11" fmla="*/ 2147483646 h 655"/>
              <a:gd name="T12" fmla="*/ 2147483646 w 658"/>
              <a:gd name="T13" fmla="*/ 2147483646 h 655"/>
              <a:gd name="T14" fmla="*/ 2147483646 w 658"/>
              <a:gd name="T15" fmla="*/ 0 h 65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58" h="655">
                <a:moveTo>
                  <a:pt x="497" y="0"/>
                </a:moveTo>
                <a:lnTo>
                  <a:pt x="658" y="2"/>
                </a:lnTo>
                <a:lnTo>
                  <a:pt x="658" y="410"/>
                </a:lnTo>
                <a:lnTo>
                  <a:pt x="335" y="412"/>
                </a:lnTo>
                <a:lnTo>
                  <a:pt x="334" y="653"/>
                </a:lnTo>
                <a:lnTo>
                  <a:pt x="0" y="655"/>
                </a:lnTo>
                <a:lnTo>
                  <a:pt x="2" y="295"/>
                </a:lnTo>
                <a:lnTo>
                  <a:pt x="497" y="0"/>
                </a:lnTo>
                <a:close/>
              </a:path>
            </a:pathLst>
          </a:custGeom>
          <a:solidFill>
            <a:srgbClr val="3366FF">
              <a:alpha val="50195"/>
            </a:srgbClr>
          </a:solidFill>
          <a:ln w="12700" cmpd="sng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Freeform 61"/>
          <p:cNvSpPr/>
          <p:nvPr/>
        </p:nvSpPr>
        <p:spPr bwMode="auto">
          <a:xfrm>
            <a:off x="6532424" y="3372481"/>
            <a:ext cx="800100" cy="1298575"/>
          </a:xfrm>
          <a:custGeom>
            <a:avLst/>
            <a:gdLst>
              <a:gd name="T0" fmla="*/ 2147483646 w 488"/>
              <a:gd name="T1" fmla="*/ 0 h 800"/>
              <a:gd name="T2" fmla="*/ 0 w 488"/>
              <a:gd name="T3" fmla="*/ 2147483646 h 800"/>
              <a:gd name="T4" fmla="*/ 0 w 488"/>
              <a:gd name="T5" fmla="*/ 2147483646 h 800"/>
              <a:gd name="T6" fmla="*/ 2147483646 w 488"/>
              <a:gd name="T7" fmla="*/ 2147483646 h 800"/>
              <a:gd name="T8" fmla="*/ 2147483646 w 488"/>
              <a:gd name="T9" fmla="*/ 0 h 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88" h="800">
                <a:moveTo>
                  <a:pt x="488" y="0"/>
                </a:moveTo>
                <a:lnTo>
                  <a:pt x="0" y="240"/>
                </a:lnTo>
                <a:lnTo>
                  <a:pt x="0" y="562"/>
                </a:lnTo>
                <a:lnTo>
                  <a:pt x="488" y="800"/>
                </a:lnTo>
                <a:lnTo>
                  <a:pt x="488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38100" cmpd="sng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" name="Group 160"/>
          <p:cNvGrpSpPr/>
          <p:nvPr/>
        </p:nvGrpSpPr>
        <p:grpSpPr bwMode="auto">
          <a:xfrm>
            <a:off x="6516549" y="1707193"/>
            <a:ext cx="1049338" cy="3111500"/>
            <a:chOff x="611" y="965"/>
            <a:chExt cx="661" cy="1960"/>
          </a:xfrm>
        </p:grpSpPr>
        <p:sp>
          <p:nvSpPr>
            <p:cNvPr id="83" name="Line 11"/>
            <p:cNvSpPr>
              <a:spLocks noChangeShapeType="1"/>
            </p:cNvSpPr>
            <p:nvPr/>
          </p:nvSpPr>
          <p:spPr bwMode="auto">
            <a:xfrm>
              <a:off x="1272" y="965"/>
              <a:ext cx="0" cy="19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62"/>
            <p:cNvSpPr>
              <a:spLocks noChangeShapeType="1"/>
            </p:cNvSpPr>
            <p:nvPr/>
          </p:nvSpPr>
          <p:spPr bwMode="auto">
            <a:xfrm flipV="1">
              <a:off x="611" y="1285"/>
              <a:ext cx="0" cy="1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" name="Line 64"/>
          <p:cNvSpPr>
            <a:spLocks noChangeShapeType="1"/>
          </p:cNvSpPr>
          <p:nvPr/>
        </p:nvSpPr>
        <p:spPr bwMode="auto">
          <a:xfrm flipV="1">
            <a:off x="6502262" y="1686556"/>
            <a:ext cx="847725" cy="511175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Freeform 65"/>
          <p:cNvSpPr/>
          <p:nvPr/>
        </p:nvSpPr>
        <p:spPr bwMode="auto">
          <a:xfrm>
            <a:off x="9240699" y="1692906"/>
            <a:ext cx="1325563" cy="488950"/>
          </a:xfrm>
          <a:custGeom>
            <a:avLst/>
            <a:gdLst>
              <a:gd name="T0" fmla="*/ 0 w 808"/>
              <a:gd name="T1" fmla="*/ 0 h 304"/>
              <a:gd name="T2" fmla="*/ 2147483646 w 808"/>
              <a:gd name="T3" fmla="*/ 2147483646 h 304"/>
              <a:gd name="T4" fmla="*/ 2147483646 w 808"/>
              <a:gd name="T5" fmla="*/ 2147483646 h 304"/>
              <a:gd name="T6" fmla="*/ 2147483646 w 808"/>
              <a:gd name="T7" fmla="*/ 2147483646 h 304"/>
              <a:gd name="T8" fmla="*/ 2147483646 w 808"/>
              <a:gd name="T9" fmla="*/ 2147483646 h 304"/>
              <a:gd name="T10" fmla="*/ 0 w 808"/>
              <a:gd name="T11" fmla="*/ 0 h 3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08" h="304">
                <a:moveTo>
                  <a:pt x="0" y="0"/>
                </a:moveTo>
                <a:lnTo>
                  <a:pt x="232" y="301"/>
                </a:lnTo>
                <a:lnTo>
                  <a:pt x="568" y="304"/>
                </a:lnTo>
                <a:lnTo>
                  <a:pt x="808" y="16"/>
                </a:lnTo>
                <a:lnTo>
                  <a:pt x="32" y="16"/>
                </a:lnTo>
                <a:lnTo>
                  <a:pt x="0" y="0"/>
                </a:lnTo>
                <a:close/>
              </a:path>
            </a:pathLst>
          </a:custGeom>
          <a:solidFill>
            <a:srgbClr val="00CC66">
              <a:alpha val="50195"/>
            </a:srgbClr>
          </a:solidFill>
          <a:ln w="38100" cmpd="sng">
            <a:solidFill>
              <a:srgbClr val="000000"/>
            </a:solidFill>
            <a:round/>
          </a:ln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Rectangle 66"/>
          <p:cNvSpPr>
            <a:spLocks noChangeArrowheads="1"/>
          </p:cNvSpPr>
          <p:nvPr/>
        </p:nvSpPr>
        <p:spPr bwMode="auto">
          <a:xfrm>
            <a:off x="7040424" y="2354893"/>
            <a:ext cx="1579563" cy="396875"/>
          </a:xfrm>
          <a:prstGeom prst="rect">
            <a:avLst/>
          </a:prstGeom>
          <a:solidFill>
            <a:srgbClr val="FF7C80">
              <a:alpha val="50195"/>
            </a:srgbClr>
          </a:solidFill>
          <a:ln w="381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88" name="Group 167"/>
          <p:cNvGrpSpPr/>
          <p:nvPr/>
        </p:nvGrpSpPr>
        <p:grpSpPr bwMode="auto">
          <a:xfrm>
            <a:off x="9381987" y="2337431"/>
            <a:ext cx="1044575" cy="419100"/>
            <a:chOff x="2425" y="1362"/>
            <a:chExt cx="658" cy="264"/>
          </a:xfrm>
        </p:grpSpPr>
        <p:sp>
          <p:nvSpPr>
            <p:cNvPr id="89" name="Line 70"/>
            <p:cNvSpPr>
              <a:spLocks noChangeShapeType="1"/>
            </p:cNvSpPr>
            <p:nvPr/>
          </p:nvSpPr>
          <p:spPr bwMode="auto">
            <a:xfrm>
              <a:off x="3083" y="1362"/>
              <a:ext cx="0" cy="2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71"/>
            <p:cNvSpPr>
              <a:spLocks noChangeShapeType="1"/>
            </p:cNvSpPr>
            <p:nvPr/>
          </p:nvSpPr>
          <p:spPr bwMode="auto">
            <a:xfrm>
              <a:off x="2425" y="1368"/>
              <a:ext cx="0" cy="253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1" name="Rectangle 72"/>
          <p:cNvSpPr>
            <a:spLocks noChangeArrowheads="1"/>
          </p:cNvSpPr>
          <p:nvPr/>
        </p:nvSpPr>
        <p:spPr bwMode="auto">
          <a:xfrm>
            <a:off x="7576999" y="1711956"/>
            <a:ext cx="1041400" cy="641350"/>
          </a:xfrm>
          <a:prstGeom prst="rect">
            <a:avLst/>
          </a:prstGeom>
          <a:solidFill>
            <a:srgbClr val="FF9933">
              <a:alpha val="50195"/>
            </a:srgbClr>
          </a:solidFill>
          <a:ln w="38100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92" name="Group 169"/>
          <p:cNvGrpSpPr/>
          <p:nvPr/>
        </p:nvGrpSpPr>
        <p:grpSpPr bwMode="auto">
          <a:xfrm>
            <a:off x="7564299" y="2327906"/>
            <a:ext cx="1052513" cy="2513012"/>
            <a:chOff x="1271" y="1356"/>
            <a:chExt cx="663" cy="1583"/>
          </a:xfrm>
        </p:grpSpPr>
        <p:sp>
          <p:nvSpPr>
            <p:cNvPr id="93" name="Line 73"/>
            <p:cNvSpPr>
              <a:spLocks noChangeShapeType="1"/>
            </p:cNvSpPr>
            <p:nvPr/>
          </p:nvSpPr>
          <p:spPr bwMode="auto">
            <a:xfrm>
              <a:off x="1271" y="1356"/>
              <a:ext cx="0" cy="15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74"/>
            <p:cNvSpPr>
              <a:spLocks noChangeShapeType="1"/>
            </p:cNvSpPr>
            <p:nvPr/>
          </p:nvSpPr>
          <p:spPr bwMode="auto">
            <a:xfrm>
              <a:off x="1934" y="1378"/>
              <a:ext cx="0" cy="15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5" name="Group 177"/>
          <p:cNvGrpSpPr/>
          <p:nvPr/>
        </p:nvGrpSpPr>
        <p:grpSpPr bwMode="auto">
          <a:xfrm>
            <a:off x="9129574" y="1675443"/>
            <a:ext cx="1570038" cy="723900"/>
            <a:chOff x="2257" y="945"/>
            <a:chExt cx="989" cy="456"/>
          </a:xfrm>
        </p:grpSpPr>
        <p:sp>
          <p:nvSpPr>
            <p:cNvPr id="96" name="Line 77"/>
            <p:cNvSpPr>
              <a:spLocks noChangeShapeType="1"/>
            </p:cNvSpPr>
            <p:nvPr/>
          </p:nvSpPr>
          <p:spPr bwMode="auto">
            <a:xfrm>
              <a:off x="3245" y="945"/>
              <a:ext cx="1" cy="446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78"/>
            <p:cNvSpPr>
              <a:spLocks noChangeShapeType="1"/>
            </p:cNvSpPr>
            <p:nvPr/>
          </p:nvSpPr>
          <p:spPr bwMode="auto">
            <a:xfrm>
              <a:off x="2257" y="946"/>
              <a:ext cx="0" cy="455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" name="Group 156"/>
          <p:cNvGrpSpPr/>
          <p:nvPr/>
        </p:nvGrpSpPr>
        <p:grpSpPr bwMode="auto">
          <a:xfrm>
            <a:off x="6500674" y="3256593"/>
            <a:ext cx="1084263" cy="1555750"/>
            <a:chOff x="601" y="1941"/>
            <a:chExt cx="683" cy="980"/>
          </a:xfrm>
        </p:grpSpPr>
        <p:sp>
          <p:nvSpPr>
            <p:cNvPr id="99" name="Line 79"/>
            <p:cNvSpPr>
              <a:spLocks noChangeShapeType="1"/>
            </p:cNvSpPr>
            <p:nvPr/>
          </p:nvSpPr>
          <p:spPr bwMode="auto">
            <a:xfrm flipH="1">
              <a:off x="601" y="1941"/>
              <a:ext cx="683" cy="335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80"/>
            <p:cNvSpPr>
              <a:spLocks noChangeShapeType="1"/>
            </p:cNvSpPr>
            <p:nvPr/>
          </p:nvSpPr>
          <p:spPr bwMode="auto">
            <a:xfrm>
              <a:off x="614" y="2589"/>
              <a:ext cx="670" cy="332"/>
            </a:xfrm>
            <a:prstGeom prst="line">
              <a:avLst/>
            </a:prstGeom>
            <a:noFill/>
            <a:ln w="76200">
              <a:solidFill>
                <a:srgbClr val="3333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1" name="Group 183"/>
          <p:cNvGrpSpPr/>
          <p:nvPr/>
        </p:nvGrpSpPr>
        <p:grpSpPr bwMode="auto">
          <a:xfrm>
            <a:off x="7026137" y="2362831"/>
            <a:ext cx="3663950" cy="390525"/>
            <a:chOff x="932" y="1378"/>
            <a:chExt cx="2308" cy="246"/>
          </a:xfrm>
        </p:grpSpPr>
        <p:sp>
          <p:nvSpPr>
            <p:cNvPr id="102" name="Line 60"/>
            <p:cNvSpPr>
              <a:spLocks noChangeShapeType="1"/>
            </p:cNvSpPr>
            <p:nvPr/>
          </p:nvSpPr>
          <p:spPr bwMode="auto">
            <a:xfrm>
              <a:off x="953" y="1624"/>
              <a:ext cx="2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81"/>
            <p:cNvSpPr>
              <a:spLocks noChangeShapeType="1"/>
            </p:cNvSpPr>
            <p:nvPr/>
          </p:nvSpPr>
          <p:spPr bwMode="auto">
            <a:xfrm>
              <a:off x="932" y="1378"/>
              <a:ext cx="230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4" name="Text Box 90" descr="紫色网格"/>
          <p:cNvSpPr txBox="1">
            <a:spLocks noChangeArrowheads="1"/>
          </p:cNvSpPr>
          <p:nvPr/>
        </p:nvSpPr>
        <p:spPr bwMode="auto">
          <a:xfrm>
            <a:off x="1505298" y="5524937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想象物体形状</a:t>
            </a:r>
            <a:endParaRPr lang="zh-CN" altLang="en-US" sz="2400" b="1" dirty="0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5" name="Group 180"/>
          <p:cNvGrpSpPr/>
          <p:nvPr/>
        </p:nvGrpSpPr>
        <p:grpSpPr bwMode="auto">
          <a:xfrm>
            <a:off x="6527662" y="1699256"/>
            <a:ext cx="4149725" cy="493712"/>
            <a:chOff x="618" y="962"/>
            <a:chExt cx="2614" cy="311"/>
          </a:xfrm>
        </p:grpSpPr>
        <p:sp>
          <p:nvSpPr>
            <p:cNvPr id="106" name="Line 91"/>
            <p:cNvSpPr>
              <a:spLocks noChangeShapeType="1"/>
            </p:cNvSpPr>
            <p:nvPr/>
          </p:nvSpPr>
          <p:spPr bwMode="auto">
            <a:xfrm flipV="1">
              <a:off x="1113" y="962"/>
              <a:ext cx="21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92"/>
            <p:cNvSpPr>
              <a:spLocks noChangeShapeType="1"/>
            </p:cNvSpPr>
            <p:nvPr/>
          </p:nvSpPr>
          <p:spPr bwMode="auto">
            <a:xfrm flipV="1">
              <a:off x="618" y="1272"/>
              <a:ext cx="228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8" name="Group 165"/>
          <p:cNvGrpSpPr/>
          <p:nvPr/>
        </p:nvGrpSpPr>
        <p:grpSpPr bwMode="auto">
          <a:xfrm>
            <a:off x="7045187" y="2342193"/>
            <a:ext cx="1574800" cy="2246313"/>
            <a:chOff x="944" y="1365"/>
            <a:chExt cx="992" cy="1415"/>
          </a:xfrm>
        </p:grpSpPr>
        <p:sp>
          <p:nvSpPr>
            <p:cNvPr id="109" name="Line 67"/>
            <p:cNvSpPr>
              <a:spLocks noChangeShapeType="1"/>
            </p:cNvSpPr>
            <p:nvPr/>
          </p:nvSpPr>
          <p:spPr bwMode="auto">
            <a:xfrm>
              <a:off x="944" y="1365"/>
              <a:ext cx="0" cy="13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93"/>
            <p:cNvSpPr>
              <a:spLocks noChangeShapeType="1"/>
            </p:cNvSpPr>
            <p:nvPr/>
          </p:nvSpPr>
          <p:spPr bwMode="auto">
            <a:xfrm>
              <a:off x="1936" y="1380"/>
              <a:ext cx="0" cy="1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1" name="Group 181"/>
          <p:cNvGrpSpPr/>
          <p:nvPr/>
        </p:nvGrpSpPr>
        <p:grpSpPr bwMode="auto">
          <a:xfrm>
            <a:off x="7335699" y="1700843"/>
            <a:ext cx="3354388" cy="661988"/>
            <a:chOff x="1127" y="953"/>
            <a:chExt cx="2113" cy="417"/>
          </a:xfrm>
        </p:grpSpPr>
        <p:sp>
          <p:nvSpPr>
            <p:cNvPr id="112" name="Line 94"/>
            <p:cNvSpPr>
              <a:spLocks noChangeShapeType="1"/>
            </p:cNvSpPr>
            <p:nvPr/>
          </p:nvSpPr>
          <p:spPr bwMode="auto">
            <a:xfrm>
              <a:off x="1127" y="953"/>
              <a:ext cx="2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95"/>
            <p:cNvSpPr>
              <a:spLocks noChangeShapeType="1"/>
            </p:cNvSpPr>
            <p:nvPr/>
          </p:nvSpPr>
          <p:spPr bwMode="auto">
            <a:xfrm>
              <a:off x="1259" y="1369"/>
              <a:ext cx="197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4" name="Group 178"/>
          <p:cNvGrpSpPr/>
          <p:nvPr/>
        </p:nvGrpSpPr>
        <p:grpSpPr bwMode="auto">
          <a:xfrm>
            <a:off x="6521312" y="1699256"/>
            <a:ext cx="4175125" cy="1055687"/>
            <a:chOff x="614" y="960"/>
            <a:chExt cx="2630" cy="665"/>
          </a:xfrm>
        </p:grpSpPr>
        <p:sp>
          <p:nvSpPr>
            <p:cNvPr id="115" name="Line 13"/>
            <p:cNvSpPr>
              <a:spLocks noChangeShapeType="1"/>
            </p:cNvSpPr>
            <p:nvPr/>
          </p:nvSpPr>
          <p:spPr bwMode="auto">
            <a:xfrm>
              <a:off x="1117" y="960"/>
              <a:ext cx="2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96"/>
            <p:cNvSpPr>
              <a:spLocks noChangeShapeType="1"/>
            </p:cNvSpPr>
            <p:nvPr/>
          </p:nvSpPr>
          <p:spPr bwMode="auto">
            <a:xfrm flipH="1" flipV="1">
              <a:off x="938" y="1375"/>
              <a:ext cx="21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97"/>
            <p:cNvSpPr>
              <a:spLocks noChangeShapeType="1"/>
            </p:cNvSpPr>
            <p:nvPr/>
          </p:nvSpPr>
          <p:spPr bwMode="auto">
            <a:xfrm>
              <a:off x="614" y="1624"/>
              <a:ext cx="246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8" name="Group 184"/>
          <p:cNvGrpSpPr/>
          <p:nvPr/>
        </p:nvGrpSpPr>
        <p:grpSpPr bwMode="auto">
          <a:xfrm>
            <a:off x="7561124" y="3259768"/>
            <a:ext cx="1090613" cy="1552575"/>
            <a:chOff x="1269" y="1943"/>
            <a:chExt cx="687" cy="978"/>
          </a:xfrm>
        </p:grpSpPr>
        <p:sp>
          <p:nvSpPr>
            <p:cNvPr id="119" name="Line 75"/>
            <p:cNvSpPr>
              <a:spLocks noChangeShapeType="1"/>
            </p:cNvSpPr>
            <p:nvPr/>
          </p:nvSpPr>
          <p:spPr bwMode="auto">
            <a:xfrm flipV="1">
              <a:off x="1269" y="2920"/>
              <a:ext cx="682" cy="1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76"/>
            <p:cNvSpPr>
              <a:spLocks noChangeShapeType="1"/>
            </p:cNvSpPr>
            <p:nvPr/>
          </p:nvSpPr>
          <p:spPr bwMode="auto">
            <a:xfrm>
              <a:off x="1274" y="1943"/>
              <a:ext cx="682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1" name="Group 166"/>
          <p:cNvGrpSpPr/>
          <p:nvPr/>
        </p:nvGrpSpPr>
        <p:grpSpPr bwMode="auto">
          <a:xfrm>
            <a:off x="7105512" y="3505831"/>
            <a:ext cx="1535112" cy="1035050"/>
            <a:chOff x="982" y="2098"/>
            <a:chExt cx="967" cy="652"/>
          </a:xfrm>
        </p:grpSpPr>
        <p:sp>
          <p:nvSpPr>
            <p:cNvPr id="122" name="Line 146"/>
            <p:cNvSpPr>
              <a:spLocks noChangeShapeType="1"/>
            </p:cNvSpPr>
            <p:nvPr/>
          </p:nvSpPr>
          <p:spPr bwMode="auto">
            <a:xfrm>
              <a:off x="982" y="2750"/>
              <a:ext cx="96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147"/>
            <p:cNvSpPr>
              <a:spLocks noChangeShapeType="1"/>
            </p:cNvSpPr>
            <p:nvPr/>
          </p:nvSpPr>
          <p:spPr bwMode="auto">
            <a:xfrm>
              <a:off x="984" y="2098"/>
              <a:ext cx="95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4" name="Rectangle 153"/>
          <p:cNvSpPr>
            <a:spLocks noChangeArrowheads="1"/>
          </p:cNvSpPr>
          <p:nvPr/>
        </p:nvSpPr>
        <p:spPr bwMode="auto">
          <a:xfrm>
            <a:off x="835727" y="1926066"/>
            <a:ext cx="5012859" cy="1432500"/>
          </a:xfrm>
          <a:prstGeom prst="snip2Diag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根据“一般情况下，投影图中一个封闭线框代表空间一个面的投影”，可从封闭线框入手（面形分析）。</a:t>
            </a:r>
            <a:endParaRPr kumimoji="1" lang="zh-CN" altLang="en-US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5" name="Group 162"/>
          <p:cNvGrpSpPr/>
          <p:nvPr/>
        </p:nvGrpSpPr>
        <p:grpSpPr bwMode="auto">
          <a:xfrm>
            <a:off x="6511787" y="1699256"/>
            <a:ext cx="814387" cy="2954337"/>
            <a:chOff x="608" y="960"/>
            <a:chExt cx="513" cy="1861"/>
          </a:xfrm>
        </p:grpSpPr>
        <p:sp>
          <p:nvSpPr>
            <p:cNvPr id="126" name="Line 63"/>
            <p:cNvSpPr>
              <a:spLocks noChangeShapeType="1"/>
            </p:cNvSpPr>
            <p:nvPr/>
          </p:nvSpPr>
          <p:spPr bwMode="auto">
            <a:xfrm flipV="1">
              <a:off x="1121" y="960"/>
              <a:ext cx="0" cy="18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161"/>
            <p:cNvSpPr>
              <a:spLocks noChangeShapeType="1"/>
            </p:cNvSpPr>
            <p:nvPr/>
          </p:nvSpPr>
          <p:spPr bwMode="auto">
            <a:xfrm flipV="1">
              <a:off x="608" y="1272"/>
              <a:ext cx="0" cy="13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8" name="Group 174"/>
          <p:cNvGrpSpPr/>
          <p:nvPr/>
        </p:nvGrpSpPr>
        <p:grpSpPr bwMode="auto">
          <a:xfrm>
            <a:off x="7072174" y="3505831"/>
            <a:ext cx="1535113" cy="1035050"/>
            <a:chOff x="982" y="2098"/>
            <a:chExt cx="967" cy="652"/>
          </a:xfrm>
        </p:grpSpPr>
        <p:sp>
          <p:nvSpPr>
            <p:cNvPr id="129" name="Line 175"/>
            <p:cNvSpPr>
              <a:spLocks noChangeShapeType="1"/>
            </p:cNvSpPr>
            <p:nvPr/>
          </p:nvSpPr>
          <p:spPr bwMode="auto">
            <a:xfrm>
              <a:off x="982" y="2750"/>
              <a:ext cx="96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Line 176"/>
            <p:cNvSpPr>
              <a:spLocks noChangeShapeType="1"/>
            </p:cNvSpPr>
            <p:nvPr/>
          </p:nvSpPr>
          <p:spPr bwMode="auto">
            <a:xfrm>
              <a:off x="984" y="2098"/>
              <a:ext cx="957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31" name="图片 130"/>
          <p:cNvPicPr>
            <a:picLocks noChangeAspect="1"/>
          </p:cNvPicPr>
          <p:nvPr/>
        </p:nvPicPr>
        <p:blipFill>
          <a:blip r:embed="rId2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92344" y="3449613"/>
            <a:ext cx="2648515" cy="2442885"/>
          </a:xfrm>
          <a:prstGeom prst="rect">
            <a:avLst/>
          </a:prstGeom>
        </p:spPr>
      </p:pic>
      <p:sp>
        <p:nvSpPr>
          <p:cNvPr id="132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压块的读图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  <p:bldP spid="75" grpId="0"/>
      <p:bldP spid="76" grpId="0"/>
      <p:bldP spid="80" grpId="0" animBg="1"/>
      <p:bldP spid="81" grpId="0" animBg="1"/>
      <p:bldP spid="85" grpId="0" animBg="1"/>
      <p:bldP spid="86" grpId="0" animBg="1"/>
      <p:bldP spid="87" grpId="0" animBg="1"/>
      <p:bldP spid="91" grpId="0" animBg="1"/>
      <p:bldP spid="104" grpId="0"/>
      <p:bldP spid="1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4240103" y="1957404"/>
            <a:ext cx="5594585" cy="1765303"/>
            <a:chOff x="2679700" y="2089150"/>
            <a:chExt cx="5594585" cy="1765303"/>
          </a:xfrm>
        </p:grpSpPr>
        <p:grpSp>
          <p:nvGrpSpPr>
            <p:cNvPr id="3" name="Group 21"/>
            <p:cNvGrpSpPr/>
            <p:nvPr/>
          </p:nvGrpSpPr>
          <p:grpSpPr bwMode="auto">
            <a:xfrm>
              <a:off x="2734049" y="2158093"/>
              <a:ext cx="5472113" cy="1648707"/>
              <a:chOff x="317" y="989"/>
              <a:chExt cx="3447" cy="979"/>
            </a:xfrm>
          </p:grpSpPr>
          <p:sp>
            <p:nvSpPr>
              <p:cNvPr id="9" name="Freeform 22"/>
              <p:cNvSpPr/>
              <p:nvPr/>
            </p:nvSpPr>
            <p:spPr bwMode="auto">
              <a:xfrm>
                <a:off x="2755" y="989"/>
                <a:ext cx="1" cy="979"/>
              </a:xfrm>
              <a:custGeom>
                <a:avLst/>
                <a:gdLst>
                  <a:gd name="T0" fmla="*/ 0 w 1"/>
                  <a:gd name="T1" fmla="*/ 0 h 979"/>
                  <a:gd name="T2" fmla="*/ 0 w 1"/>
                  <a:gd name="T3" fmla="*/ 979 h 979"/>
                  <a:gd name="T4" fmla="*/ 0 60000 65536"/>
                  <a:gd name="T5" fmla="*/ 0 60000 65536"/>
                  <a:gd name="T6" fmla="*/ 0 w 1"/>
                  <a:gd name="T7" fmla="*/ 0 h 979"/>
                  <a:gd name="T8" fmla="*/ 1 w 1"/>
                  <a:gd name="T9" fmla="*/ 979 h 9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79">
                    <a:moveTo>
                      <a:pt x="0" y="0"/>
                    </a:moveTo>
                    <a:lnTo>
                      <a:pt x="0" y="97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Freeform 23"/>
              <p:cNvSpPr/>
              <p:nvPr/>
            </p:nvSpPr>
            <p:spPr bwMode="auto">
              <a:xfrm>
                <a:off x="2759" y="996"/>
                <a:ext cx="803" cy="2"/>
              </a:xfrm>
              <a:custGeom>
                <a:avLst/>
                <a:gdLst>
                  <a:gd name="T0" fmla="*/ 0 w 803"/>
                  <a:gd name="T1" fmla="*/ 0 h 2"/>
                  <a:gd name="T2" fmla="*/ 803 w 803"/>
                  <a:gd name="T3" fmla="*/ 2 h 2"/>
                  <a:gd name="T4" fmla="*/ 0 60000 65536"/>
                  <a:gd name="T5" fmla="*/ 0 60000 65536"/>
                  <a:gd name="T6" fmla="*/ 0 w 803"/>
                  <a:gd name="T7" fmla="*/ 0 h 2"/>
                  <a:gd name="T8" fmla="*/ 803 w 803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03" h="2">
                    <a:moveTo>
                      <a:pt x="0" y="0"/>
                    </a:moveTo>
                    <a:lnTo>
                      <a:pt x="803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Line 24"/>
              <p:cNvSpPr>
                <a:spLocks noChangeShapeType="1"/>
              </p:cNvSpPr>
              <p:nvPr/>
            </p:nvSpPr>
            <p:spPr bwMode="auto">
              <a:xfrm>
                <a:off x="2759" y="1956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Freeform 25"/>
              <p:cNvSpPr/>
              <p:nvPr/>
            </p:nvSpPr>
            <p:spPr bwMode="auto">
              <a:xfrm>
                <a:off x="3552" y="996"/>
                <a:ext cx="1" cy="252"/>
              </a:xfrm>
              <a:custGeom>
                <a:avLst/>
                <a:gdLst>
                  <a:gd name="T0" fmla="*/ 0 w 1"/>
                  <a:gd name="T1" fmla="*/ 0 h 252"/>
                  <a:gd name="T2" fmla="*/ 0 w 1"/>
                  <a:gd name="T3" fmla="*/ 252 h 252"/>
                  <a:gd name="T4" fmla="*/ 0 60000 65536"/>
                  <a:gd name="T5" fmla="*/ 0 60000 65536"/>
                  <a:gd name="T6" fmla="*/ 0 w 1"/>
                  <a:gd name="T7" fmla="*/ 0 h 252"/>
                  <a:gd name="T8" fmla="*/ 1 w 1"/>
                  <a:gd name="T9" fmla="*/ 252 h 25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2">
                    <a:moveTo>
                      <a:pt x="0" y="0"/>
                    </a:moveTo>
                    <a:lnTo>
                      <a:pt x="0" y="25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26"/>
              <p:cNvSpPr>
                <a:spLocks noChangeShapeType="1"/>
              </p:cNvSpPr>
              <p:nvPr/>
            </p:nvSpPr>
            <p:spPr bwMode="auto">
              <a:xfrm>
                <a:off x="3552" y="1236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27"/>
              <p:cNvSpPr/>
              <p:nvPr/>
            </p:nvSpPr>
            <p:spPr bwMode="auto">
              <a:xfrm>
                <a:off x="3763" y="1229"/>
                <a:ext cx="1" cy="499"/>
              </a:xfrm>
              <a:custGeom>
                <a:avLst/>
                <a:gdLst>
                  <a:gd name="T0" fmla="*/ 0 w 1"/>
                  <a:gd name="T1" fmla="*/ 0 h 499"/>
                  <a:gd name="T2" fmla="*/ 0 w 1"/>
                  <a:gd name="T3" fmla="*/ 499 h 499"/>
                  <a:gd name="T4" fmla="*/ 0 60000 65536"/>
                  <a:gd name="T5" fmla="*/ 0 60000 65536"/>
                  <a:gd name="T6" fmla="*/ 0 w 1"/>
                  <a:gd name="T7" fmla="*/ 0 h 499"/>
                  <a:gd name="T8" fmla="*/ 1 w 1"/>
                  <a:gd name="T9" fmla="*/ 499 h 49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99">
                    <a:moveTo>
                      <a:pt x="0" y="0"/>
                    </a:moveTo>
                    <a:lnTo>
                      <a:pt x="0" y="499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28"/>
              <p:cNvSpPr/>
              <p:nvPr/>
            </p:nvSpPr>
            <p:spPr bwMode="auto">
              <a:xfrm>
                <a:off x="3552" y="1716"/>
                <a:ext cx="1" cy="252"/>
              </a:xfrm>
              <a:custGeom>
                <a:avLst/>
                <a:gdLst>
                  <a:gd name="T0" fmla="*/ 0 w 1"/>
                  <a:gd name="T1" fmla="*/ 252 h 252"/>
                  <a:gd name="T2" fmla="*/ 1 w 1"/>
                  <a:gd name="T3" fmla="*/ 0 h 252"/>
                  <a:gd name="T4" fmla="*/ 0 60000 65536"/>
                  <a:gd name="T5" fmla="*/ 0 60000 65536"/>
                  <a:gd name="T6" fmla="*/ 0 w 1"/>
                  <a:gd name="T7" fmla="*/ 0 h 252"/>
                  <a:gd name="T8" fmla="*/ 1 w 1"/>
                  <a:gd name="T9" fmla="*/ 252 h 25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52">
                    <a:moveTo>
                      <a:pt x="0" y="252"/>
                    </a:moveTo>
                    <a:lnTo>
                      <a:pt x="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29"/>
              <p:cNvSpPr>
                <a:spLocks noChangeShapeType="1"/>
              </p:cNvSpPr>
              <p:nvPr/>
            </p:nvSpPr>
            <p:spPr bwMode="auto">
              <a:xfrm flipV="1">
                <a:off x="3552" y="1709"/>
                <a:ext cx="207" cy="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Oval 31"/>
              <p:cNvSpPr>
                <a:spLocks noChangeArrowheads="1"/>
              </p:cNvSpPr>
              <p:nvPr/>
            </p:nvSpPr>
            <p:spPr bwMode="auto">
              <a:xfrm>
                <a:off x="1421" y="996"/>
                <a:ext cx="1034" cy="96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Oval 35"/>
              <p:cNvSpPr>
                <a:spLocks noChangeArrowheads="1"/>
              </p:cNvSpPr>
              <p:nvPr/>
            </p:nvSpPr>
            <p:spPr bwMode="auto">
              <a:xfrm>
                <a:off x="1628" y="1202"/>
                <a:ext cx="620" cy="54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36"/>
              <p:cNvSpPr>
                <a:spLocks noChangeShapeType="1"/>
              </p:cNvSpPr>
              <p:nvPr/>
            </p:nvSpPr>
            <p:spPr bwMode="auto">
              <a:xfrm flipH="1">
                <a:off x="318" y="996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37"/>
              <p:cNvSpPr>
                <a:spLocks noChangeShapeType="1"/>
              </p:cNvSpPr>
              <p:nvPr/>
            </p:nvSpPr>
            <p:spPr bwMode="auto">
              <a:xfrm flipH="1">
                <a:off x="318" y="1956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38"/>
              <p:cNvSpPr>
                <a:spLocks noChangeShapeType="1"/>
              </p:cNvSpPr>
              <p:nvPr/>
            </p:nvSpPr>
            <p:spPr bwMode="auto">
              <a:xfrm>
                <a:off x="318" y="996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Freeform 39"/>
              <p:cNvSpPr/>
              <p:nvPr/>
            </p:nvSpPr>
            <p:spPr bwMode="auto">
              <a:xfrm>
                <a:off x="317" y="1123"/>
                <a:ext cx="998" cy="1"/>
              </a:xfrm>
              <a:custGeom>
                <a:avLst/>
                <a:gdLst>
                  <a:gd name="T0" fmla="*/ 0 w 998"/>
                  <a:gd name="T1" fmla="*/ 1 h 1"/>
                  <a:gd name="T2" fmla="*/ 998 w 998"/>
                  <a:gd name="T3" fmla="*/ 0 h 1"/>
                  <a:gd name="T4" fmla="*/ 0 60000 65536"/>
                  <a:gd name="T5" fmla="*/ 0 60000 65536"/>
                  <a:gd name="T6" fmla="*/ 0 w 998"/>
                  <a:gd name="T7" fmla="*/ 0 h 1"/>
                  <a:gd name="T8" fmla="*/ 998 w 99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98" h="1">
                    <a:moveTo>
                      <a:pt x="0" y="1"/>
                    </a:moveTo>
                    <a:lnTo>
                      <a:pt x="998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Freeform 40"/>
              <p:cNvSpPr/>
              <p:nvPr/>
            </p:nvSpPr>
            <p:spPr bwMode="auto">
              <a:xfrm>
                <a:off x="317" y="1814"/>
                <a:ext cx="989" cy="1"/>
              </a:xfrm>
              <a:custGeom>
                <a:avLst/>
                <a:gdLst>
                  <a:gd name="T0" fmla="*/ 0 w 989"/>
                  <a:gd name="T1" fmla="*/ 1 h 1"/>
                  <a:gd name="T2" fmla="*/ 989 w 989"/>
                  <a:gd name="T3" fmla="*/ 0 h 1"/>
                  <a:gd name="T4" fmla="*/ 0 60000 65536"/>
                  <a:gd name="T5" fmla="*/ 0 60000 65536"/>
                  <a:gd name="T6" fmla="*/ 0 w 989"/>
                  <a:gd name="T7" fmla="*/ 0 h 1"/>
                  <a:gd name="T8" fmla="*/ 989 w 98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89" h="1">
                    <a:moveTo>
                      <a:pt x="0" y="1"/>
                    </a:moveTo>
                    <a:lnTo>
                      <a:pt x="98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Freeform 41"/>
              <p:cNvSpPr/>
              <p:nvPr/>
            </p:nvSpPr>
            <p:spPr bwMode="auto">
              <a:xfrm>
                <a:off x="1306" y="1124"/>
                <a:ext cx="1" cy="700"/>
              </a:xfrm>
              <a:custGeom>
                <a:avLst/>
                <a:gdLst>
                  <a:gd name="T0" fmla="*/ 1 w 1"/>
                  <a:gd name="T1" fmla="*/ 0 h 700"/>
                  <a:gd name="T2" fmla="*/ 0 w 1"/>
                  <a:gd name="T3" fmla="*/ 700 h 700"/>
                  <a:gd name="T4" fmla="*/ 0 60000 65536"/>
                  <a:gd name="T5" fmla="*/ 0 60000 65536"/>
                  <a:gd name="T6" fmla="*/ 0 w 1"/>
                  <a:gd name="T7" fmla="*/ 0 h 700"/>
                  <a:gd name="T8" fmla="*/ 1 w 1"/>
                  <a:gd name="T9" fmla="*/ 700 h 70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00">
                    <a:moveTo>
                      <a:pt x="1" y="0"/>
                    </a:moveTo>
                    <a:lnTo>
                      <a:pt x="0" y="70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Freeform 42"/>
              <p:cNvSpPr/>
              <p:nvPr/>
            </p:nvSpPr>
            <p:spPr bwMode="auto">
              <a:xfrm>
                <a:off x="1490" y="1229"/>
                <a:ext cx="315" cy="7"/>
              </a:xfrm>
              <a:custGeom>
                <a:avLst/>
                <a:gdLst>
                  <a:gd name="T0" fmla="*/ 0 w 315"/>
                  <a:gd name="T1" fmla="*/ 7 h 7"/>
                  <a:gd name="T2" fmla="*/ 315 w 315"/>
                  <a:gd name="T3" fmla="*/ 0 h 7"/>
                  <a:gd name="T4" fmla="*/ 0 60000 65536"/>
                  <a:gd name="T5" fmla="*/ 0 60000 65536"/>
                  <a:gd name="T6" fmla="*/ 0 w 315"/>
                  <a:gd name="T7" fmla="*/ 0 h 7"/>
                  <a:gd name="T8" fmla="*/ 315 w 315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15" h="7">
                    <a:moveTo>
                      <a:pt x="0" y="7"/>
                    </a:moveTo>
                    <a:lnTo>
                      <a:pt x="31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43"/>
              <p:cNvSpPr>
                <a:spLocks noChangeShapeType="1"/>
              </p:cNvSpPr>
              <p:nvPr/>
            </p:nvSpPr>
            <p:spPr bwMode="auto">
              <a:xfrm>
                <a:off x="2110" y="123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44"/>
              <p:cNvSpPr>
                <a:spLocks noChangeShapeType="1"/>
              </p:cNvSpPr>
              <p:nvPr/>
            </p:nvSpPr>
            <p:spPr bwMode="auto">
              <a:xfrm>
                <a:off x="1490" y="171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45"/>
              <p:cNvSpPr>
                <a:spLocks noChangeShapeType="1"/>
              </p:cNvSpPr>
              <p:nvPr/>
            </p:nvSpPr>
            <p:spPr bwMode="auto">
              <a:xfrm>
                <a:off x="2110" y="1716"/>
                <a:ext cx="27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0" name="Group 47"/>
              <p:cNvGrpSpPr/>
              <p:nvPr/>
            </p:nvGrpSpPr>
            <p:grpSpPr bwMode="auto">
              <a:xfrm>
                <a:off x="399" y="1313"/>
                <a:ext cx="823" cy="348"/>
                <a:chOff x="372" y="1200"/>
                <a:chExt cx="823" cy="348"/>
              </a:xfrm>
            </p:grpSpPr>
            <p:sp>
              <p:nvSpPr>
                <p:cNvPr id="41" name="Oval 48"/>
                <p:cNvSpPr>
                  <a:spLocks noChangeArrowheads="1"/>
                </p:cNvSpPr>
                <p:nvPr/>
              </p:nvSpPr>
              <p:spPr bwMode="auto">
                <a:xfrm>
                  <a:off x="372" y="1205"/>
                  <a:ext cx="379" cy="343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Oval 49"/>
                <p:cNvSpPr>
                  <a:spLocks noChangeArrowheads="1"/>
                </p:cNvSpPr>
                <p:nvPr/>
              </p:nvSpPr>
              <p:spPr bwMode="auto">
                <a:xfrm>
                  <a:off x="816" y="1200"/>
                  <a:ext cx="379" cy="343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1" name="Line 50"/>
              <p:cNvSpPr>
                <a:spLocks noChangeShapeType="1"/>
              </p:cNvSpPr>
              <p:nvPr/>
            </p:nvSpPr>
            <p:spPr bwMode="auto">
              <a:xfrm>
                <a:off x="3317" y="996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51"/>
              <p:cNvSpPr>
                <a:spLocks noChangeShapeType="1"/>
              </p:cNvSpPr>
              <p:nvPr/>
            </p:nvSpPr>
            <p:spPr bwMode="auto">
              <a:xfrm>
                <a:off x="2765" y="1202"/>
                <a:ext cx="7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52"/>
              <p:cNvSpPr>
                <a:spLocks noChangeShapeType="1"/>
              </p:cNvSpPr>
              <p:nvPr/>
            </p:nvSpPr>
            <p:spPr bwMode="auto">
              <a:xfrm>
                <a:off x="2765" y="1750"/>
                <a:ext cx="7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53"/>
              <p:cNvSpPr>
                <a:spLocks noChangeShapeType="1"/>
              </p:cNvSpPr>
              <p:nvPr/>
            </p:nvSpPr>
            <p:spPr bwMode="auto">
              <a:xfrm flipH="1">
                <a:off x="3120" y="1119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54"/>
              <p:cNvSpPr>
                <a:spLocks noChangeShapeType="1"/>
              </p:cNvSpPr>
              <p:nvPr/>
            </p:nvSpPr>
            <p:spPr bwMode="auto">
              <a:xfrm flipH="1">
                <a:off x="3120" y="1805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55"/>
              <p:cNvSpPr/>
              <p:nvPr/>
            </p:nvSpPr>
            <p:spPr bwMode="auto">
              <a:xfrm>
                <a:off x="3120" y="1119"/>
                <a:ext cx="1" cy="695"/>
              </a:xfrm>
              <a:custGeom>
                <a:avLst/>
                <a:gdLst>
                  <a:gd name="T0" fmla="*/ 0 w 1"/>
                  <a:gd name="T1" fmla="*/ 0 h 695"/>
                  <a:gd name="T2" fmla="*/ 0 w 1"/>
                  <a:gd name="T3" fmla="*/ 695 h 695"/>
                  <a:gd name="T4" fmla="*/ 0 60000 65536"/>
                  <a:gd name="T5" fmla="*/ 0 60000 65536"/>
                  <a:gd name="T6" fmla="*/ 0 w 1"/>
                  <a:gd name="T7" fmla="*/ 0 h 695"/>
                  <a:gd name="T8" fmla="*/ 1 w 1"/>
                  <a:gd name="T9" fmla="*/ 695 h 6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95">
                    <a:moveTo>
                      <a:pt x="0" y="0"/>
                    </a:moveTo>
                    <a:lnTo>
                      <a:pt x="0" y="69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8" name="Group 56"/>
              <p:cNvGrpSpPr/>
              <p:nvPr/>
            </p:nvGrpSpPr>
            <p:grpSpPr bwMode="auto">
              <a:xfrm>
                <a:off x="2765" y="1318"/>
                <a:ext cx="345" cy="343"/>
                <a:chOff x="2750" y="1227"/>
                <a:chExt cx="345" cy="343"/>
              </a:xfrm>
            </p:grpSpPr>
            <p:sp>
              <p:nvSpPr>
                <p:cNvPr id="39" name="Line 57"/>
                <p:cNvSpPr>
                  <a:spLocks noChangeShapeType="1"/>
                </p:cNvSpPr>
                <p:nvPr/>
              </p:nvSpPr>
              <p:spPr bwMode="auto">
                <a:xfrm>
                  <a:off x="2750" y="1227"/>
                  <a:ext cx="3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Line 58"/>
                <p:cNvSpPr>
                  <a:spLocks noChangeShapeType="1"/>
                </p:cNvSpPr>
                <p:nvPr/>
              </p:nvSpPr>
              <p:spPr bwMode="auto">
                <a:xfrm>
                  <a:off x="2750" y="1570"/>
                  <a:ext cx="34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047" t="33275" r="33728" b="19771"/>
            <a:stretch>
              <a:fillRect/>
            </a:stretch>
          </p:blipFill>
          <p:spPr>
            <a:xfrm rot="5400000">
              <a:off x="4416422" y="2892427"/>
              <a:ext cx="1765303" cy="1587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33" t="33891" r="37373" b="17279"/>
            <a:stretch>
              <a:fillRect/>
            </a:stretch>
          </p:blipFill>
          <p:spPr>
            <a:xfrm rot="5400000">
              <a:off x="3489939" y="2917217"/>
              <a:ext cx="741722" cy="1651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701" t="32915" r="29263" b="11903"/>
            <a:stretch>
              <a:fillRect/>
            </a:stretch>
          </p:blipFill>
          <p:spPr>
            <a:xfrm>
              <a:off x="6527801" y="2895600"/>
              <a:ext cx="1746484" cy="18657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36" t="29161" r="9714" b="6986"/>
            <a:stretch>
              <a:fillRect/>
            </a:stretch>
          </p:blipFill>
          <p:spPr>
            <a:xfrm>
              <a:off x="2679700" y="2882900"/>
              <a:ext cx="3488112" cy="21590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433" t="33891" r="37373" b="17279"/>
            <a:stretch>
              <a:fillRect/>
            </a:stretch>
          </p:blipFill>
          <p:spPr>
            <a:xfrm rot="5400000">
              <a:off x="2786006" y="2917217"/>
              <a:ext cx="741722" cy="165100"/>
            </a:xfrm>
            <a:prstGeom prst="rect">
              <a:avLst/>
            </a:prstGeom>
          </p:spPr>
        </p:pic>
      </p:grpSp>
      <p:grpSp>
        <p:nvGrpSpPr>
          <p:cNvPr id="43" name="Group 2"/>
          <p:cNvGrpSpPr/>
          <p:nvPr/>
        </p:nvGrpSpPr>
        <p:grpSpPr bwMode="auto">
          <a:xfrm>
            <a:off x="5366015" y="3912551"/>
            <a:ext cx="2894012" cy="1858962"/>
            <a:chOff x="1252" y="2638"/>
            <a:chExt cx="1823" cy="1171"/>
          </a:xfrm>
        </p:grpSpPr>
        <p:grpSp>
          <p:nvGrpSpPr>
            <p:cNvPr id="44" name="Group 3"/>
            <p:cNvGrpSpPr/>
            <p:nvPr/>
          </p:nvGrpSpPr>
          <p:grpSpPr bwMode="auto">
            <a:xfrm>
              <a:off x="1255" y="2638"/>
              <a:ext cx="1803" cy="1171"/>
              <a:chOff x="1255" y="2638"/>
              <a:chExt cx="1803" cy="1171"/>
            </a:xfrm>
          </p:grpSpPr>
          <p:sp>
            <p:nvSpPr>
              <p:cNvPr id="56" name="Freeform 4"/>
              <p:cNvSpPr/>
              <p:nvPr/>
            </p:nvSpPr>
            <p:spPr bwMode="auto">
              <a:xfrm>
                <a:off x="1255" y="2638"/>
                <a:ext cx="1803" cy="1171"/>
              </a:xfrm>
              <a:custGeom>
                <a:avLst/>
                <a:gdLst>
                  <a:gd name="T0" fmla="*/ 1803 w 1803"/>
                  <a:gd name="T1" fmla="*/ 0 h 1171"/>
                  <a:gd name="T2" fmla="*/ 189 w 1803"/>
                  <a:gd name="T3" fmla="*/ 0 h 1171"/>
                  <a:gd name="T4" fmla="*/ 0 w 1803"/>
                  <a:gd name="T5" fmla="*/ 189 h 1171"/>
                  <a:gd name="T6" fmla="*/ 0 w 1803"/>
                  <a:gd name="T7" fmla="*/ 1171 h 1171"/>
                  <a:gd name="T8" fmla="*/ 1607 w 1803"/>
                  <a:gd name="T9" fmla="*/ 1171 h 1171"/>
                  <a:gd name="T10" fmla="*/ 1454 w 1803"/>
                  <a:gd name="T11" fmla="*/ 1120 h 1171"/>
                  <a:gd name="T12" fmla="*/ 1309 w 1803"/>
                  <a:gd name="T13" fmla="*/ 1069 h 1171"/>
                  <a:gd name="T14" fmla="*/ 1200 w 1803"/>
                  <a:gd name="T15" fmla="*/ 982 h 1171"/>
                  <a:gd name="T16" fmla="*/ 1149 w 1803"/>
                  <a:gd name="T17" fmla="*/ 909 h 1171"/>
                  <a:gd name="T18" fmla="*/ 1098 w 1803"/>
                  <a:gd name="T19" fmla="*/ 815 h 1171"/>
                  <a:gd name="T20" fmla="*/ 1083 w 1803"/>
                  <a:gd name="T21" fmla="*/ 677 h 1171"/>
                  <a:gd name="T22" fmla="*/ 1105 w 1803"/>
                  <a:gd name="T23" fmla="*/ 538 h 1171"/>
                  <a:gd name="T24" fmla="*/ 1171 w 1803"/>
                  <a:gd name="T25" fmla="*/ 393 h 1171"/>
                  <a:gd name="T26" fmla="*/ 1280 w 1803"/>
                  <a:gd name="T27" fmla="*/ 320 h 1171"/>
                  <a:gd name="T28" fmla="*/ 1389 w 1803"/>
                  <a:gd name="T29" fmla="*/ 240 h 1171"/>
                  <a:gd name="T30" fmla="*/ 1483 w 1803"/>
                  <a:gd name="T31" fmla="*/ 218 h 1171"/>
                  <a:gd name="T32" fmla="*/ 1614 w 1803"/>
                  <a:gd name="T33" fmla="*/ 204 h 1171"/>
                  <a:gd name="T34" fmla="*/ 1803 w 1803"/>
                  <a:gd name="T35" fmla="*/ 0 h 117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03"/>
                  <a:gd name="T55" fmla="*/ 0 h 1171"/>
                  <a:gd name="T56" fmla="*/ 1803 w 1803"/>
                  <a:gd name="T57" fmla="*/ 1171 h 117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03" h="1171">
                    <a:moveTo>
                      <a:pt x="1803" y="0"/>
                    </a:moveTo>
                    <a:lnTo>
                      <a:pt x="189" y="0"/>
                    </a:lnTo>
                    <a:lnTo>
                      <a:pt x="0" y="189"/>
                    </a:lnTo>
                    <a:lnTo>
                      <a:pt x="0" y="1171"/>
                    </a:lnTo>
                    <a:lnTo>
                      <a:pt x="1607" y="1171"/>
                    </a:lnTo>
                    <a:lnTo>
                      <a:pt x="1454" y="1120"/>
                    </a:lnTo>
                    <a:lnTo>
                      <a:pt x="1309" y="1069"/>
                    </a:lnTo>
                    <a:lnTo>
                      <a:pt x="1200" y="982"/>
                    </a:lnTo>
                    <a:lnTo>
                      <a:pt x="1149" y="909"/>
                    </a:lnTo>
                    <a:lnTo>
                      <a:pt x="1098" y="815"/>
                    </a:lnTo>
                    <a:lnTo>
                      <a:pt x="1083" y="677"/>
                    </a:lnTo>
                    <a:lnTo>
                      <a:pt x="1105" y="538"/>
                    </a:lnTo>
                    <a:lnTo>
                      <a:pt x="1171" y="393"/>
                    </a:lnTo>
                    <a:lnTo>
                      <a:pt x="1280" y="320"/>
                    </a:lnTo>
                    <a:lnTo>
                      <a:pt x="1389" y="240"/>
                    </a:lnTo>
                    <a:lnTo>
                      <a:pt x="1483" y="218"/>
                    </a:lnTo>
                    <a:lnTo>
                      <a:pt x="1614" y="204"/>
                    </a:lnTo>
                    <a:lnTo>
                      <a:pt x="1803" y="0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Freeform 5"/>
              <p:cNvSpPr/>
              <p:nvPr/>
            </p:nvSpPr>
            <p:spPr bwMode="auto">
              <a:xfrm>
                <a:off x="2331" y="2895"/>
                <a:ext cx="727" cy="900"/>
              </a:xfrm>
              <a:custGeom>
                <a:avLst/>
                <a:gdLst>
                  <a:gd name="T0" fmla="*/ 265 w 727"/>
                  <a:gd name="T1" fmla="*/ 0 h 900"/>
                  <a:gd name="T2" fmla="*/ 146 w 727"/>
                  <a:gd name="T3" fmla="*/ 92 h 900"/>
                  <a:gd name="T4" fmla="*/ 80 w 727"/>
                  <a:gd name="T5" fmla="*/ 158 h 900"/>
                  <a:gd name="T6" fmla="*/ 44 w 727"/>
                  <a:gd name="T7" fmla="*/ 221 h 900"/>
                  <a:gd name="T8" fmla="*/ 0 w 727"/>
                  <a:gd name="T9" fmla="*/ 383 h 900"/>
                  <a:gd name="T10" fmla="*/ 7 w 727"/>
                  <a:gd name="T11" fmla="*/ 492 h 900"/>
                  <a:gd name="T12" fmla="*/ 29 w 727"/>
                  <a:gd name="T13" fmla="*/ 609 h 900"/>
                  <a:gd name="T14" fmla="*/ 80 w 727"/>
                  <a:gd name="T15" fmla="*/ 667 h 900"/>
                  <a:gd name="T16" fmla="*/ 153 w 727"/>
                  <a:gd name="T17" fmla="*/ 740 h 900"/>
                  <a:gd name="T18" fmla="*/ 218 w 727"/>
                  <a:gd name="T19" fmla="*/ 805 h 900"/>
                  <a:gd name="T20" fmla="*/ 320 w 727"/>
                  <a:gd name="T21" fmla="*/ 849 h 900"/>
                  <a:gd name="T22" fmla="*/ 437 w 727"/>
                  <a:gd name="T23" fmla="*/ 885 h 900"/>
                  <a:gd name="T24" fmla="*/ 531 w 727"/>
                  <a:gd name="T25" fmla="*/ 900 h 900"/>
                  <a:gd name="T26" fmla="*/ 727 w 727"/>
                  <a:gd name="T27" fmla="*/ 704 h 900"/>
                  <a:gd name="T28" fmla="*/ 626 w 727"/>
                  <a:gd name="T29" fmla="*/ 689 h 900"/>
                  <a:gd name="T30" fmla="*/ 546 w 727"/>
                  <a:gd name="T31" fmla="*/ 667 h 900"/>
                  <a:gd name="T32" fmla="*/ 451 w 727"/>
                  <a:gd name="T33" fmla="*/ 638 h 900"/>
                  <a:gd name="T34" fmla="*/ 393 w 727"/>
                  <a:gd name="T35" fmla="*/ 587 h 900"/>
                  <a:gd name="T36" fmla="*/ 306 w 727"/>
                  <a:gd name="T37" fmla="*/ 521 h 900"/>
                  <a:gd name="T38" fmla="*/ 277 w 727"/>
                  <a:gd name="T39" fmla="*/ 471 h 900"/>
                  <a:gd name="T40" fmla="*/ 236 w 727"/>
                  <a:gd name="T41" fmla="*/ 385 h 900"/>
                  <a:gd name="T42" fmla="*/ 207 w 727"/>
                  <a:gd name="T43" fmla="*/ 312 h 900"/>
                  <a:gd name="T44" fmla="*/ 207 w 727"/>
                  <a:gd name="T45" fmla="*/ 211 h 900"/>
                  <a:gd name="T46" fmla="*/ 218 w 727"/>
                  <a:gd name="T47" fmla="*/ 107 h 900"/>
                  <a:gd name="T48" fmla="*/ 265 w 727"/>
                  <a:gd name="T49" fmla="*/ 0 h 9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27"/>
                  <a:gd name="T76" fmla="*/ 0 h 900"/>
                  <a:gd name="T77" fmla="*/ 727 w 727"/>
                  <a:gd name="T78" fmla="*/ 900 h 9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27" h="900">
                    <a:moveTo>
                      <a:pt x="265" y="0"/>
                    </a:moveTo>
                    <a:lnTo>
                      <a:pt x="146" y="92"/>
                    </a:lnTo>
                    <a:lnTo>
                      <a:pt x="80" y="158"/>
                    </a:lnTo>
                    <a:lnTo>
                      <a:pt x="44" y="221"/>
                    </a:lnTo>
                    <a:lnTo>
                      <a:pt x="0" y="383"/>
                    </a:lnTo>
                    <a:lnTo>
                      <a:pt x="7" y="492"/>
                    </a:lnTo>
                    <a:lnTo>
                      <a:pt x="29" y="609"/>
                    </a:lnTo>
                    <a:lnTo>
                      <a:pt x="80" y="667"/>
                    </a:lnTo>
                    <a:lnTo>
                      <a:pt x="153" y="740"/>
                    </a:lnTo>
                    <a:lnTo>
                      <a:pt x="218" y="805"/>
                    </a:lnTo>
                    <a:lnTo>
                      <a:pt x="320" y="849"/>
                    </a:lnTo>
                    <a:lnTo>
                      <a:pt x="437" y="885"/>
                    </a:lnTo>
                    <a:lnTo>
                      <a:pt x="531" y="900"/>
                    </a:lnTo>
                    <a:lnTo>
                      <a:pt x="727" y="704"/>
                    </a:lnTo>
                    <a:lnTo>
                      <a:pt x="626" y="689"/>
                    </a:lnTo>
                    <a:lnTo>
                      <a:pt x="546" y="667"/>
                    </a:lnTo>
                    <a:lnTo>
                      <a:pt x="451" y="638"/>
                    </a:lnTo>
                    <a:lnTo>
                      <a:pt x="393" y="587"/>
                    </a:lnTo>
                    <a:lnTo>
                      <a:pt x="306" y="521"/>
                    </a:lnTo>
                    <a:lnTo>
                      <a:pt x="277" y="471"/>
                    </a:lnTo>
                    <a:lnTo>
                      <a:pt x="236" y="385"/>
                    </a:lnTo>
                    <a:lnTo>
                      <a:pt x="207" y="312"/>
                    </a:lnTo>
                    <a:lnTo>
                      <a:pt x="207" y="211"/>
                    </a:lnTo>
                    <a:lnTo>
                      <a:pt x="218" y="107"/>
                    </a:lnTo>
                    <a:lnTo>
                      <a:pt x="26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2F76"/>
                  </a:gs>
                  <a:gs pos="100000">
                    <a:srgbClr val="3366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5" name="Group 6"/>
            <p:cNvGrpSpPr/>
            <p:nvPr/>
          </p:nvGrpSpPr>
          <p:grpSpPr bwMode="auto">
            <a:xfrm>
              <a:off x="1252" y="2638"/>
              <a:ext cx="1823" cy="1160"/>
              <a:chOff x="1252" y="2638"/>
              <a:chExt cx="1823" cy="1160"/>
            </a:xfrm>
          </p:grpSpPr>
          <p:grpSp>
            <p:nvGrpSpPr>
              <p:cNvPr id="46" name="Group 7"/>
              <p:cNvGrpSpPr/>
              <p:nvPr/>
            </p:nvGrpSpPr>
            <p:grpSpPr bwMode="auto">
              <a:xfrm>
                <a:off x="1252" y="2838"/>
                <a:ext cx="1620" cy="960"/>
                <a:chOff x="3104" y="1829"/>
                <a:chExt cx="1620" cy="960"/>
              </a:xfrm>
            </p:grpSpPr>
            <p:sp>
              <p:nvSpPr>
                <p:cNvPr id="53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3104" y="1829"/>
                  <a:ext cx="16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3104" y="2789"/>
                  <a:ext cx="1620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Line 10"/>
                <p:cNvSpPr>
                  <a:spLocks noChangeShapeType="1"/>
                </p:cNvSpPr>
                <p:nvPr/>
              </p:nvSpPr>
              <p:spPr bwMode="auto">
                <a:xfrm>
                  <a:off x="3104" y="1829"/>
                  <a:ext cx="0" cy="96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7" name="Line 11"/>
              <p:cNvSpPr>
                <a:spLocks noChangeShapeType="1"/>
              </p:cNvSpPr>
              <p:nvPr/>
            </p:nvSpPr>
            <p:spPr bwMode="auto">
              <a:xfrm flipH="1">
                <a:off x="1445" y="2638"/>
                <a:ext cx="163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12"/>
              <p:cNvSpPr>
                <a:spLocks noChangeShapeType="1"/>
              </p:cNvSpPr>
              <p:nvPr/>
            </p:nvSpPr>
            <p:spPr bwMode="auto">
              <a:xfrm flipH="1">
                <a:off x="1254" y="2638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13"/>
              <p:cNvSpPr>
                <a:spLocks noChangeShapeType="1"/>
              </p:cNvSpPr>
              <p:nvPr/>
            </p:nvSpPr>
            <p:spPr bwMode="auto">
              <a:xfrm flipH="1">
                <a:off x="2862" y="2647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14"/>
              <p:cNvSpPr/>
              <p:nvPr/>
            </p:nvSpPr>
            <p:spPr bwMode="auto">
              <a:xfrm>
                <a:off x="2864" y="3605"/>
                <a:ext cx="194" cy="193"/>
              </a:xfrm>
              <a:custGeom>
                <a:avLst/>
                <a:gdLst>
                  <a:gd name="T0" fmla="*/ 194 w 194"/>
                  <a:gd name="T1" fmla="*/ 0 h 193"/>
                  <a:gd name="T2" fmla="*/ 0 w 194"/>
                  <a:gd name="T3" fmla="*/ 193 h 193"/>
                  <a:gd name="T4" fmla="*/ 0 60000 65536"/>
                  <a:gd name="T5" fmla="*/ 0 60000 65536"/>
                  <a:gd name="T6" fmla="*/ 0 w 194"/>
                  <a:gd name="T7" fmla="*/ 0 h 193"/>
                  <a:gd name="T8" fmla="*/ 194 w 194"/>
                  <a:gd name="T9" fmla="*/ 193 h 1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4" h="193">
                    <a:moveTo>
                      <a:pt x="194" y="0"/>
                    </a:moveTo>
                    <a:lnTo>
                      <a:pt x="0" y="19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Arc 15"/>
              <p:cNvSpPr/>
              <p:nvPr/>
            </p:nvSpPr>
            <p:spPr bwMode="auto">
              <a:xfrm flipH="1">
                <a:off x="2332" y="2836"/>
                <a:ext cx="547" cy="956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16"/>
              <p:cNvSpPr/>
              <p:nvPr/>
            </p:nvSpPr>
            <p:spPr bwMode="auto">
              <a:xfrm>
                <a:off x="2525" y="2902"/>
                <a:ext cx="540" cy="696"/>
              </a:xfrm>
              <a:custGeom>
                <a:avLst/>
                <a:gdLst>
                  <a:gd name="T0" fmla="*/ 86 w 540"/>
                  <a:gd name="T1" fmla="*/ 0 h 696"/>
                  <a:gd name="T2" fmla="*/ 13 w 540"/>
                  <a:gd name="T3" fmla="*/ 109 h 696"/>
                  <a:gd name="T4" fmla="*/ 6 w 540"/>
                  <a:gd name="T5" fmla="*/ 211 h 696"/>
                  <a:gd name="T6" fmla="*/ 24 w 540"/>
                  <a:gd name="T7" fmla="*/ 332 h 696"/>
                  <a:gd name="T8" fmla="*/ 53 w 540"/>
                  <a:gd name="T9" fmla="*/ 420 h 696"/>
                  <a:gd name="T10" fmla="*/ 97 w 540"/>
                  <a:gd name="T11" fmla="*/ 492 h 696"/>
                  <a:gd name="T12" fmla="*/ 148 w 540"/>
                  <a:gd name="T13" fmla="*/ 550 h 696"/>
                  <a:gd name="T14" fmla="*/ 206 w 540"/>
                  <a:gd name="T15" fmla="*/ 587 h 696"/>
                  <a:gd name="T16" fmla="*/ 264 w 540"/>
                  <a:gd name="T17" fmla="*/ 630 h 696"/>
                  <a:gd name="T18" fmla="*/ 344 w 540"/>
                  <a:gd name="T19" fmla="*/ 660 h 696"/>
                  <a:gd name="T20" fmla="*/ 446 w 540"/>
                  <a:gd name="T21" fmla="*/ 681 h 696"/>
                  <a:gd name="T22" fmla="*/ 540 w 540"/>
                  <a:gd name="T23" fmla="*/ 696 h 6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0"/>
                  <a:gd name="T37" fmla="*/ 0 h 696"/>
                  <a:gd name="T38" fmla="*/ 540 w 540"/>
                  <a:gd name="T39" fmla="*/ 696 h 6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0" h="696">
                    <a:moveTo>
                      <a:pt x="86" y="0"/>
                    </a:moveTo>
                    <a:cubicBezTo>
                      <a:pt x="75" y="19"/>
                      <a:pt x="26" y="74"/>
                      <a:pt x="13" y="109"/>
                    </a:cubicBezTo>
                    <a:cubicBezTo>
                      <a:pt x="0" y="144"/>
                      <a:pt x="4" y="174"/>
                      <a:pt x="6" y="211"/>
                    </a:cubicBezTo>
                    <a:cubicBezTo>
                      <a:pt x="8" y="248"/>
                      <a:pt x="16" y="297"/>
                      <a:pt x="24" y="332"/>
                    </a:cubicBezTo>
                    <a:cubicBezTo>
                      <a:pt x="32" y="367"/>
                      <a:pt x="41" y="393"/>
                      <a:pt x="53" y="420"/>
                    </a:cubicBezTo>
                    <a:cubicBezTo>
                      <a:pt x="65" y="447"/>
                      <a:pt x="81" y="470"/>
                      <a:pt x="97" y="492"/>
                    </a:cubicBezTo>
                    <a:cubicBezTo>
                      <a:pt x="113" y="514"/>
                      <a:pt x="130" y="534"/>
                      <a:pt x="148" y="550"/>
                    </a:cubicBezTo>
                    <a:cubicBezTo>
                      <a:pt x="166" y="566"/>
                      <a:pt x="187" y="574"/>
                      <a:pt x="206" y="587"/>
                    </a:cubicBezTo>
                    <a:cubicBezTo>
                      <a:pt x="225" y="600"/>
                      <a:pt x="241" y="618"/>
                      <a:pt x="264" y="630"/>
                    </a:cubicBezTo>
                    <a:cubicBezTo>
                      <a:pt x="287" y="642"/>
                      <a:pt x="314" y="652"/>
                      <a:pt x="344" y="660"/>
                    </a:cubicBezTo>
                    <a:cubicBezTo>
                      <a:pt x="374" y="668"/>
                      <a:pt x="413" y="675"/>
                      <a:pt x="446" y="681"/>
                    </a:cubicBezTo>
                    <a:cubicBezTo>
                      <a:pt x="479" y="687"/>
                      <a:pt x="524" y="694"/>
                      <a:pt x="540" y="69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9" name="Group 59"/>
          <p:cNvGrpSpPr/>
          <p:nvPr/>
        </p:nvGrpSpPr>
        <p:grpSpPr bwMode="auto">
          <a:xfrm>
            <a:off x="4297627" y="2042476"/>
            <a:ext cx="2571750" cy="1616075"/>
            <a:chOff x="300" y="912"/>
            <a:chExt cx="1620" cy="960"/>
          </a:xfrm>
        </p:grpSpPr>
        <p:sp>
          <p:nvSpPr>
            <p:cNvPr id="60" name="Line 60"/>
            <p:cNvSpPr>
              <a:spLocks noChangeShapeType="1"/>
            </p:cNvSpPr>
            <p:nvPr/>
          </p:nvSpPr>
          <p:spPr bwMode="auto">
            <a:xfrm flipH="1">
              <a:off x="300" y="912"/>
              <a:ext cx="1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61"/>
            <p:cNvSpPr>
              <a:spLocks noChangeShapeType="1"/>
            </p:cNvSpPr>
            <p:nvPr/>
          </p:nvSpPr>
          <p:spPr bwMode="auto">
            <a:xfrm flipH="1">
              <a:off x="300" y="1872"/>
              <a:ext cx="1620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62"/>
            <p:cNvSpPr>
              <a:spLocks noChangeShapeType="1"/>
            </p:cNvSpPr>
            <p:nvPr/>
          </p:nvSpPr>
          <p:spPr bwMode="auto">
            <a:xfrm>
              <a:off x="300" y="912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" name="Group 64"/>
          <p:cNvGrpSpPr/>
          <p:nvPr/>
        </p:nvGrpSpPr>
        <p:grpSpPr bwMode="auto">
          <a:xfrm>
            <a:off x="4426215" y="2563176"/>
            <a:ext cx="1306512" cy="585787"/>
            <a:chOff x="372" y="1200"/>
            <a:chExt cx="823" cy="348"/>
          </a:xfrm>
        </p:grpSpPr>
        <p:sp>
          <p:nvSpPr>
            <p:cNvPr id="64" name="Oval 65"/>
            <p:cNvSpPr>
              <a:spLocks noChangeArrowheads="1"/>
            </p:cNvSpPr>
            <p:nvPr/>
          </p:nvSpPr>
          <p:spPr bwMode="auto">
            <a:xfrm>
              <a:off x="372" y="1205"/>
              <a:ext cx="379" cy="343"/>
            </a:xfrm>
            <a:prstGeom prst="ellipse">
              <a:avLst/>
            </a:prstGeom>
            <a:noFill/>
            <a:ln w="38100">
              <a:solidFill>
                <a:srgbClr val="CC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Oval 66"/>
            <p:cNvSpPr>
              <a:spLocks noChangeArrowheads="1"/>
            </p:cNvSpPr>
            <p:nvPr/>
          </p:nvSpPr>
          <p:spPr bwMode="auto">
            <a:xfrm>
              <a:off x="816" y="1200"/>
              <a:ext cx="379" cy="343"/>
            </a:xfrm>
            <a:prstGeom prst="ellipse">
              <a:avLst/>
            </a:prstGeom>
            <a:noFill/>
            <a:ln w="38100">
              <a:solidFill>
                <a:srgbClr val="CC00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Group 67"/>
          <p:cNvGrpSpPr/>
          <p:nvPr/>
        </p:nvGrpSpPr>
        <p:grpSpPr bwMode="auto">
          <a:xfrm>
            <a:off x="4308740" y="2247263"/>
            <a:ext cx="1547812" cy="1162050"/>
            <a:chOff x="303" y="1056"/>
            <a:chExt cx="965" cy="686"/>
          </a:xfrm>
        </p:grpSpPr>
        <p:sp>
          <p:nvSpPr>
            <p:cNvPr id="67" name="Line 68"/>
            <p:cNvSpPr>
              <a:spLocks noChangeShapeType="1"/>
            </p:cNvSpPr>
            <p:nvPr/>
          </p:nvSpPr>
          <p:spPr bwMode="auto">
            <a:xfrm>
              <a:off x="303" y="1056"/>
              <a:ext cx="965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69"/>
            <p:cNvSpPr>
              <a:spLocks noChangeShapeType="1"/>
            </p:cNvSpPr>
            <p:nvPr/>
          </p:nvSpPr>
          <p:spPr bwMode="auto">
            <a:xfrm>
              <a:off x="303" y="1742"/>
              <a:ext cx="965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70"/>
            <p:cNvSpPr>
              <a:spLocks noChangeShapeType="1"/>
            </p:cNvSpPr>
            <p:nvPr/>
          </p:nvSpPr>
          <p:spPr bwMode="auto">
            <a:xfrm>
              <a:off x="1268" y="1056"/>
              <a:ext cx="0" cy="686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Group 71"/>
          <p:cNvGrpSpPr/>
          <p:nvPr/>
        </p:nvGrpSpPr>
        <p:grpSpPr bwMode="auto">
          <a:xfrm>
            <a:off x="8750565" y="2239326"/>
            <a:ext cx="328612" cy="1155700"/>
            <a:chOff x="3095" y="1056"/>
            <a:chExt cx="207" cy="686"/>
          </a:xfrm>
        </p:grpSpPr>
        <p:sp>
          <p:nvSpPr>
            <p:cNvPr id="71" name="Line 72"/>
            <p:cNvSpPr>
              <a:spLocks noChangeShapeType="1"/>
            </p:cNvSpPr>
            <p:nvPr/>
          </p:nvSpPr>
          <p:spPr bwMode="auto">
            <a:xfrm flipH="1">
              <a:off x="3095" y="1056"/>
              <a:ext cx="207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73"/>
            <p:cNvSpPr>
              <a:spLocks noChangeShapeType="1"/>
            </p:cNvSpPr>
            <p:nvPr/>
          </p:nvSpPr>
          <p:spPr bwMode="auto">
            <a:xfrm flipH="1">
              <a:off x="3095" y="1742"/>
              <a:ext cx="207" cy="0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74"/>
            <p:cNvSpPr>
              <a:spLocks noChangeShapeType="1"/>
            </p:cNvSpPr>
            <p:nvPr/>
          </p:nvSpPr>
          <p:spPr bwMode="auto">
            <a:xfrm>
              <a:off x="3095" y="1056"/>
              <a:ext cx="0" cy="686"/>
            </a:xfrm>
            <a:prstGeom prst="line">
              <a:avLst/>
            </a:prstGeom>
            <a:noFill/>
            <a:ln w="38100">
              <a:solidFill>
                <a:srgbClr val="CC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4" name="Group 89"/>
          <p:cNvGrpSpPr/>
          <p:nvPr/>
        </p:nvGrpSpPr>
        <p:grpSpPr bwMode="auto">
          <a:xfrm>
            <a:off x="8164777" y="2586988"/>
            <a:ext cx="547688" cy="577850"/>
            <a:chOff x="2750" y="1227"/>
            <a:chExt cx="345" cy="343"/>
          </a:xfrm>
        </p:grpSpPr>
        <p:sp>
          <p:nvSpPr>
            <p:cNvPr id="75" name="Line 90"/>
            <p:cNvSpPr>
              <a:spLocks noChangeShapeType="1"/>
            </p:cNvSpPr>
            <p:nvPr/>
          </p:nvSpPr>
          <p:spPr bwMode="auto">
            <a:xfrm>
              <a:off x="2750" y="1227"/>
              <a:ext cx="345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91"/>
            <p:cNvSpPr>
              <a:spLocks noChangeShapeType="1"/>
            </p:cNvSpPr>
            <p:nvPr/>
          </p:nvSpPr>
          <p:spPr bwMode="auto">
            <a:xfrm>
              <a:off x="2750" y="1570"/>
              <a:ext cx="345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7" name="Group 93"/>
          <p:cNvGrpSpPr/>
          <p:nvPr/>
        </p:nvGrpSpPr>
        <p:grpSpPr bwMode="auto">
          <a:xfrm>
            <a:off x="6839215" y="2017076"/>
            <a:ext cx="1341437" cy="1627187"/>
            <a:chOff x="1920" y="989"/>
            <a:chExt cx="845" cy="966"/>
          </a:xfrm>
        </p:grpSpPr>
        <p:sp>
          <p:nvSpPr>
            <p:cNvPr id="78" name="Line 94"/>
            <p:cNvSpPr>
              <a:spLocks noChangeShapeType="1"/>
            </p:cNvSpPr>
            <p:nvPr/>
          </p:nvSpPr>
          <p:spPr bwMode="auto">
            <a:xfrm>
              <a:off x="1920" y="989"/>
              <a:ext cx="840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95"/>
            <p:cNvSpPr>
              <a:spLocks noChangeShapeType="1"/>
            </p:cNvSpPr>
            <p:nvPr/>
          </p:nvSpPr>
          <p:spPr bwMode="auto">
            <a:xfrm>
              <a:off x="1938" y="1955"/>
              <a:ext cx="827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" name="Group 96"/>
          <p:cNvGrpSpPr/>
          <p:nvPr/>
        </p:nvGrpSpPr>
        <p:grpSpPr bwMode="auto">
          <a:xfrm>
            <a:off x="5856552" y="2244088"/>
            <a:ext cx="2987675" cy="1163638"/>
            <a:chOff x="1301" y="1114"/>
            <a:chExt cx="1882" cy="691"/>
          </a:xfrm>
        </p:grpSpPr>
        <p:sp>
          <p:nvSpPr>
            <p:cNvPr id="81" name="Line 97"/>
            <p:cNvSpPr>
              <a:spLocks noChangeShapeType="1"/>
            </p:cNvSpPr>
            <p:nvPr/>
          </p:nvSpPr>
          <p:spPr bwMode="auto">
            <a:xfrm>
              <a:off x="1301" y="1114"/>
              <a:ext cx="1882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98"/>
            <p:cNvSpPr>
              <a:spLocks noChangeShapeType="1"/>
            </p:cNvSpPr>
            <p:nvPr/>
          </p:nvSpPr>
          <p:spPr bwMode="auto">
            <a:xfrm>
              <a:off x="1301" y="1805"/>
              <a:ext cx="1882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" name="Group 99"/>
          <p:cNvGrpSpPr/>
          <p:nvPr/>
        </p:nvGrpSpPr>
        <p:grpSpPr bwMode="auto">
          <a:xfrm>
            <a:off x="5410465" y="2560001"/>
            <a:ext cx="2762250" cy="593725"/>
            <a:chOff x="1020" y="1313"/>
            <a:chExt cx="1740" cy="353"/>
          </a:xfrm>
        </p:grpSpPr>
        <p:sp>
          <p:nvSpPr>
            <p:cNvPr id="84" name="Line 100"/>
            <p:cNvSpPr>
              <a:spLocks noChangeShapeType="1"/>
            </p:cNvSpPr>
            <p:nvPr/>
          </p:nvSpPr>
          <p:spPr bwMode="auto">
            <a:xfrm>
              <a:off x="1020" y="1313"/>
              <a:ext cx="1740" cy="0"/>
            </a:xfrm>
            <a:prstGeom prst="line">
              <a:avLst/>
            </a:pr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101"/>
            <p:cNvSpPr/>
            <p:nvPr/>
          </p:nvSpPr>
          <p:spPr bwMode="auto">
            <a:xfrm>
              <a:off x="1035" y="1665"/>
              <a:ext cx="1710" cy="1"/>
            </a:xfrm>
            <a:custGeom>
              <a:avLst/>
              <a:gdLst>
                <a:gd name="T0" fmla="*/ 0 w 1710"/>
                <a:gd name="T1" fmla="*/ 0 h 1"/>
                <a:gd name="T2" fmla="*/ 1710 w 1710"/>
                <a:gd name="T3" fmla="*/ 0 h 1"/>
                <a:gd name="T4" fmla="*/ 0 60000 65536"/>
                <a:gd name="T5" fmla="*/ 0 60000 65536"/>
                <a:gd name="T6" fmla="*/ 0 w 1710"/>
                <a:gd name="T7" fmla="*/ 0 h 1"/>
                <a:gd name="T8" fmla="*/ 1710 w 171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10" h="1">
                  <a:moveTo>
                    <a:pt x="0" y="0"/>
                  </a:moveTo>
                  <a:lnTo>
                    <a:pt x="1710" y="0"/>
                  </a:lnTo>
                </a:path>
              </a:pathLst>
            </a:custGeom>
            <a:noFill/>
            <a:ln w="9525">
              <a:solidFill>
                <a:srgbClr val="6600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Group 102"/>
          <p:cNvGrpSpPr/>
          <p:nvPr/>
        </p:nvGrpSpPr>
        <p:grpSpPr bwMode="auto">
          <a:xfrm>
            <a:off x="5185040" y="4423726"/>
            <a:ext cx="1708150" cy="1128712"/>
            <a:chOff x="1112" y="2271"/>
            <a:chExt cx="1076" cy="711"/>
          </a:xfrm>
        </p:grpSpPr>
        <p:sp>
          <p:nvSpPr>
            <p:cNvPr id="87" name="Freeform 103"/>
            <p:cNvSpPr/>
            <p:nvPr/>
          </p:nvSpPr>
          <p:spPr bwMode="auto">
            <a:xfrm>
              <a:off x="1235" y="2866"/>
              <a:ext cx="946" cy="102"/>
            </a:xfrm>
            <a:custGeom>
              <a:avLst/>
              <a:gdLst>
                <a:gd name="T0" fmla="*/ 102 w 946"/>
                <a:gd name="T1" fmla="*/ 0 h 102"/>
                <a:gd name="T2" fmla="*/ 0 w 946"/>
                <a:gd name="T3" fmla="*/ 102 h 102"/>
                <a:gd name="T4" fmla="*/ 946 w 946"/>
                <a:gd name="T5" fmla="*/ 102 h 102"/>
                <a:gd name="T6" fmla="*/ 946 w 946"/>
                <a:gd name="T7" fmla="*/ 0 h 102"/>
                <a:gd name="T8" fmla="*/ 102 w 946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46"/>
                <a:gd name="T16" fmla="*/ 0 h 102"/>
                <a:gd name="T17" fmla="*/ 946 w 946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46" h="102">
                  <a:moveTo>
                    <a:pt x="102" y="0"/>
                  </a:moveTo>
                  <a:lnTo>
                    <a:pt x="0" y="102"/>
                  </a:lnTo>
                  <a:lnTo>
                    <a:pt x="946" y="102"/>
                  </a:lnTo>
                  <a:lnTo>
                    <a:pt x="946" y="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Rectangle 104"/>
            <p:cNvSpPr>
              <a:spLocks noChangeArrowheads="1"/>
            </p:cNvSpPr>
            <p:nvPr/>
          </p:nvSpPr>
          <p:spPr bwMode="auto">
            <a:xfrm>
              <a:off x="1345" y="2277"/>
              <a:ext cx="836" cy="582"/>
            </a:xfrm>
            <a:prstGeom prst="rect">
              <a:avLst/>
            </a:prstGeom>
            <a:gradFill rotWithShape="0">
              <a:gsLst>
                <a:gs pos="0">
                  <a:srgbClr val="767600"/>
                </a:gs>
                <a:gs pos="100000">
                  <a:srgbClr val="FFFF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9" name="Group 105"/>
            <p:cNvGrpSpPr/>
            <p:nvPr/>
          </p:nvGrpSpPr>
          <p:grpSpPr bwMode="auto">
            <a:xfrm>
              <a:off x="1112" y="2271"/>
              <a:ext cx="1076" cy="711"/>
              <a:chOff x="1112" y="2271"/>
              <a:chExt cx="1076" cy="711"/>
            </a:xfrm>
          </p:grpSpPr>
          <p:sp>
            <p:nvSpPr>
              <p:cNvPr id="91" name="Line 106"/>
              <p:cNvSpPr>
                <a:spLocks noChangeShapeType="1"/>
              </p:cNvSpPr>
              <p:nvPr/>
            </p:nvSpPr>
            <p:spPr bwMode="auto">
              <a:xfrm>
                <a:off x="1242" y="2969"/>
                <a:ext cx="93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Line 107"/>
              <p:cNvSpPr>
                <a:spLocks noChangeShapeType="1"/>
              </p:cNvSpPr>
              <p:nvPr/>
            </p:nvSpPr>
            <p:spPr bwMode="auto">
              <a:xfrm>
                <a:off x="2181" y="2271"/>
                <a:ext cx="0" cy="7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Line 108"/>
              <p:cNvSpPr>
                <a:spLocks noChangeShapeType="1"/>
              </p:cNvSpPr>
              <p:nvPr/>
            </p:nvSpPr>
            <p:spPr bwMode="auto">
              <a:xfrm>
                <a:off x="1345" y="2867"/>
                <a:ext cx="84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Freeform 109"/>
              <p:cNvSpPr/>
              <p:nvPr/>
            </p:nvSpPr>
            <p:spPr bwMode="auto">
              <a:xfrm>
                <a:off x="1112" y="2285"/>
                <a:ext cx="218" cy="683"/>
              </a:xfrm>
              <a:custGeom>
                <a:avLst/>
                <a:gdLst>
                  <a:gd name="T0" fmla="*/ 65 w 218"/>
                  <a:gd name="T1" fmla="*/ 0 h 683"/>
                  <a:gd name="T2" fmla="*/ 218 w 218"/>
                  <a:gd name="T3" fmla="*/ 0 h 683"/>
                  <a:gd name="T4" fmla="*/ 218 w 218"/>
                  <a:gd name="T5" fmla="*/ 574 h 683"/>
                  <a:gd name="T6" fmla="*/ 109 w 218"/>
                  <a:gd name="T7" fmla="*/ 683 h 683"/>
                  <a:gd name="T8" fmla="*/ 0 w 218"/>
                  <a:gd name="T9" fmla="*/ 683 h 683"/>
                  <a:gd name="T10" fmla="*/ 0 w 218"/>
                  <a:gd name="T11" fmla="*/ 0 h 683"/>
                  <a:gd name="T12" fmla="*/ 109 w 218"/>
                  <a:gd name="T13" fmla="*/ 0 h 683"/>
                  <a:gd name="T14" fmla="*/ 65 w 218"/>
                  <a:gd name="T15" fmla="*/ 0 h 68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18"/>
                  <a:gd name="T25" fmla="*/ 0 h 683"/>
                  <a:gd name="T26" fmla="*/ 218 w 218"/>
                  <a:gd name="T27" fmla="*/ 683 h 68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8" h="683">
                    <a:moveTo>
                      <a:pt x="65" y="0"/>
                    </a:moveTo>
                    <a:lnTo>
                      <a:pt x="218" y="0"/>
                    </a:lnTo>
                    <a:lnTo>
                      <a:pt x="218" y="574"/>
                    </a:lnTo>
                    <a:lnTo>
                      <a:pt x="109" y="683"/>
                    </a:lnTo>
                    <a:lnTo>
                      <a:pt x="0" y="683"/>
                    </a:lnTo>
                    <a:lnTo>
                      <a:pt x="0" y="0"/>
                    </a:lnTo>
                    <a:lnTo>
                      <a:pt x="109" y="0"/>
                    </a:lnTo>
                    <a:lnTo>
                      <a:pt x="65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noFill/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Line 110"/>
              <p:cNvSpPr>
                <a:spLocks noChangeShapeType="1"/>
              </p:cNvSpPr>
              <p:nvPr/>
            </p:nvSpPr>
            <p:spPr bwMode="auto">
              <a:xfrm flipV="1">
                <a:off x="1337" y="2278"/>
                <a:ext cx="0" cy="58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Line 111"/>
              <p:cNvSpPr>
                <a:spLocks noChangeShapeType="1"/>
              </p:cNvSpPr>
              <p:nvPr/>
            </p:nvSpPr>
            <p:spPr bwMode="auto">
              <a:xfrm>
                <a:off x="1220" y="2279"/>
                <a:ext cx="9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0" name="Freeform 112"/>
            <p:cNvSpPr/>
            <p:nvPr/>
          </p:nvSpPr>
          <p:spPr bwMode="auto">
            <a:xfrm>
              <a:off x="1235" y="2859"/>
              <a:ext cx="117" cy="118"/>
            </a:xfrm>
            <a:custGeom>
              <a:avLst/>
              <a:gdLst>
                <a:gd name="T0" fmla="*/ 0 w 117"/>
                <a:gd name="T1" fmla="*/ 118 h 118"/>
                <a:gd name="T2" fmla="*/ 117 w 117"/>
                <a:gd name="T3" fmla="*/ 0 h 118"/>
                <a:gd name="T4" fmla="*/ 0 60000 65536"/>
                <a:gd name="T5" fmla="*/ 0 60000 65536"/>
                <a:gd name="T6" fmla="*/ 0 w 117"/>
                <a:gd name="T7" fmla="*/ 0 h 118"/>
                <a:gd name="T8" fmla="*/ 117 w 117"/>
                <a:gd name="T9" fmla="*/ 118 h 1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7" h="118">
                  <a:moveTo>
                    <a:pt x="0" y="118"/>
                  </a:moveTo>
                  <a:lnTo>
                    <a:pt x="117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7" name="Group 113"/>
          <p:cNvGrpSpPr/>
          <p:nvPr/>
        </p:nvGrpSpPr>
        <p:grpSpPr bwMode="auto">
          <a:xfrm>
            <a:off x="5659702" y="4571363"/>
            <a:ext cx="1225550" cy="511175"/>
            <a:chOff x="1437" y="3053"/>
            <a:chExt cx="772" cy="322"/>
          </a:xfrm>
        </p:grpSpPr>
        <p:grpSp>
          <p:nvGrpSpPr>
            <p:cNvPr id="98" name="Group 114"/>
            <p:cNvGrpSpPr/>
            <p:nvPr/>
          </p:nvGrpSpPr>
          <p:grpSpPr bwMode="auto">
            <a:xfrm>
              <a:off x="1437" y="3053"/>
              <a:ext cx="364" cy="322"/>
              <a:chOff x="2916" y="2422"/>
              <a:chExt cx="364" cy="322"/>
            </a:xfrm>
          </p:grpSpPr>
          <p:sp>
            <p:nvSpPr>
              <p:cNvPr id="105" name="Freeform 115"/>
              <p:cNvSpPr/>
              <p:nvPr/>
            </p:nvSpPr>
            <p:spPr bwMode="auto">
              <a:xfrm>
                <a:off x="3032" y="2422"/>
                <a:ext cx="248" cy="225"/>
              </a:xfrm>
              <a:custGeom>
                <a:avLst/>
                <a:gdLst>
                  <a:gd name="T0" fmla="*/ 0 w 248"/>
                  <a:gd name="T1" fmla="*/ 22 h 225"/>
                  <a:gd name="T2" fmla="*/ 8 w 248"/>
                  <a:gd name="T3" fmla="*/ 95 h 225"/>
                  <a:gd name="T4" fmla="*/ 37 w 248"/>
                  <a:gd name="T5" fmla="*/ 138 h 225"/>
                  <a:gd name="T6" fmla="*/ 59 w 248"/>
                  <a:gd name="T7" fmla="*/ 182 h 225"/>
                  <a:gd name="T8" fmla="*/ 102 w 248"/>
                  <a:gd name="T9" fmla="*/ 211 h 225"/>
                  <a:gd name="T10" fmla="*/ 168 w 248"/>
                  <a:gd name="T11" fmla="*/ 218 h 225"/>
                  <a:gd name="T12" fmla="*/ 226 w 248"/>
                  <a:gd name="T13" fmla="*/ 225 h 225"/>
                  <a:gd name="T14" fmla="*/ 248 w 248"/>
                  <a:gd name="T15" fmla="*/ 175 h 225"/>
                  <a:gd name="T16" fmla="*/ 226 w 248"/>
                  <a:gd name="T17" fmla="*/ 87 h 225"/>
                  <a:gd name="T18" fmla="*/ 168 w 248"/>
                  <a:gd name="T19" fmla="*/ 29 h 225"/>
                  <a:gd name="T20" fmla="*/ 109 w 248"/>
                  <a:gd name="T21" fmla="*/ 7 h 225"/>
                  <a:gd name="T22" fmla="*/ 66 w 248"/>
                  <a:gd name="T23" fmla="*/ 0 h 225"/>
                  <a:gd name="T24" fmla="*/ 0 w 248"/>
                  <a:gd name="T25" fmla="*/ 22 h 2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8"/>
                  <a:gd name="T40" fmla="*/ 0 h 225"/>
                  <a:gd name="T41" fmla="*/ 248 w 248"/>
                  <a:gd name="T42" fmla="*/ 225 h 2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8" h="225">
                    <a:moveTo>
                      <a:pt x="0" y="22"/>
                    </a:moveTo>
                    <a:lnTo>
                      <a:pt x="8" y="95"/>
                    </a:lnTo>
                    <a:lnTo>
                      <a:pt x="37" y="138"/>
                    </a:lnTo>
                    <a:lnTo>
                      <a:pt x="59" y="182"/>
                    </a:lnTo>
                    <a:lnTo>
                      <a:pt x="102" y="211"/>
                    </a:lnTo>
                    <a:lnTo>
                      <a:pt x="168" y="218"/>
                    </a:lnTo>
                    <a:lnTo>
                      <a:pt x="226" y="225"/>
                    </a:lnTo>
                    <a:lnTo>
                      <a:pt x="248" y="175"/>
                    </a:lnTo>
                    <a:lnTo>
                      <a:pt x="226" y="87"/>
                    </a:lnTo>
                    <a:lnTo>
                      <a:pt x="168" y="29"/>
                    </a:lnTo>
                    <a:lnTo>
                      <a:pt x="109" y="7"/>
                    </a:lnTo>
                    <a:lnTo>
                      <a:pt x="66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Freeform 116"/>
              <p:cNvSpPr/>
              <p:nvPr/>
            </p:nvSpPr>
            <p:spPr bwMode="auto">
              <a:xfrm>
                <a:off x="2916" y="2437"/>
                <a:ext cx="349" cy="305"/>
              </a:xfrm>
              <a:custGeom>
                <a:avLst/>
                <a:gdLst>
                  <a:gd name="T0" fmla="*/ 116 w 349"/>
                  <a:gd name="T1" fmla="*/ 0 h 305"/>
                  <a:gd name="T2" fmla="*/ 44 w 349"/>
                  <a:gd name="T3" fmla="*/ 36 h 305"/>
                  <a:gd name="T4" fmla="*/ 15 w 349"/>
                  <a:gd name="T5" fmla="*/ 102 h 305"/>
                  <a:gd name="T6" fmla="*/ 0 w 349"/>
                  <a:gd name="T7" fmla="*/ 167 h 305"/>
                  <a:gd name="T8" fmla="*/ 22 w 349"/>
                  <a:gd name="T9" fmla="*/ 233 h 305"/>
                  <a:gd name="T10" fmla="*/ 58 w 349"/>
                  <a:gd name="T11" fmla="*/ 276 h 305"/>
                  <a:gd name="T12" fmla="*/ 116 w 349"/>
                  <a:gd name="T13" fmla="*/ 298 h 305"/>
                  <a:gd name="T14" fmla="*/ 204 w 349"/>
                  <a:gd name="T15" fmla="*/ 305 h 305"/>
                  <a:gd name="T16" fmla="*/ 284 w 349"/>
                  <a:gd name="T17" fmla="*/ 291 h 305"/>
                  <a:gd name="T18" fmla="*/ 327 w 349"/>
                  <a:gd name="T19" fmla="*/ 254 h 305"/>
                  <a:gd name="T20" fmla="*/ 349 w 349"/>
                  <a:gd name="T21" fmla="*/ 211 h 305"/>
                  <a:gd name="T22" fmla="*/ 291 w 349"/>
                  <a:gd name="T23" fmla="*/ 211 h 305"/>
                  <a:gd name="T24" fmla="*/ 211 w 349"/>
                  <a:gd name="T25" fmla="*/ 196 h 305"/>
                  <a:gd name="T26" fmla="*/ 153 w 349"/>
                  <a:gd name="T27" fmla="*/ 131 h 305"/>
                  <a:gd name="T28" fmla="*/ 131 w 349"/>
                  <a:gd name="T29" fmla="*/ 80 h 305"/>
                  <a:gd name="T30" fmla="*/ 116 w 349"/>
                  <a:gd name="T31" fmla="*/ 0 h 30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49"/>
                  <a:gd name="T49" fmla="*/ 0 h 305"/>
                  <a:gd name="T50" fmla="*/ 349 w 349"/>
                  <a:gd name="T51" fmla="*/ 305 h 30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49" h="305">
                    <a:moveTo>
                      <a:pt x="116" y="0"/>
                    </a:moveTo>
                    <a:lnTo>
                      <a:pt x="44" y="36"/>
                    </a:lnTo>
                    <a:lnTo>
                      <a:pt x="15" y="102"/>
                    </a:lnTo>
                    <a:lnTo>
                      <a:pt x="0" y="167"/>
                    </a:lnTo>
                    <a:lnTo>
                      <a:pt x="22" y="233"/>
                    </a:lnTo>
                    <a:lnTo>
                      <a:pt x="58" y="276"/>
                    </a:lnTo>
                    <a:lnTo>
                      <a:pt x="116" y="298"/>
                    </a:lnTo>
                    <a:lnTo>
                      <a:pt x="204" y="305"/>
                    </a:lnTo>
                    <a:lnTo>
                      <a:pt x="284" y="291"/>
                    </a:lnTo>
                    <a:lnTo>
                      <a:pt x="327" y="254"/>
                    </a:lnTo>
                    <a:lnTo>
                      <a:pt x="349" y="211"/>
                    </a:lnTo>
                    <a:lnTo>
                      <a:pt x="291" y="211"/>
                    </a:lnTo>
                    <a:lnTo>
                      <a:pt x="211" y="196"/>
                    </a:lnTo>
                    <a:lnTo>
                      <a:pt x="153" y="131"/>
                    </a:lnTo>
                    <a:lnTo>
                      <a:pt x="131" y="80"/>
                    </a:lnTo>
                    <a:lnTo>
                      <a:pt x="1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7" name="Group 117"/>
              <p:cNvGrpSpPr/>
              <p:nvPr/>
            </p:nvGrpSpPr>
            <p:grpSpPr bwMode="auto">
              <a:xfrm>
                <a:off x="2923" y="2422"/>
                <a:ext cx="350" cy="322"/>
                <a:chOff x="1425" y="2378"/>
                <a:chExt cx="350" cy="322"/>
              </a:xfrm>
            </p:grpSpPr>
            <p:sp>
              <p:nvSpPr>
                <p:cNvPr id="108" name="Oval 118"/>
                <p:cNvSpPr>
                  <a:spLocks noChangeArrowheads="1"/>
                </p:cNvSpPr>
                <p:nvPr/>
              </p:nvSpPr>
              <p:spPr bwMode="auto">
                <a:xfrm>
                  <a:off x="1425" y="2378"/>
                  <a:ext cx="350" cy="322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9" name="Freeform 119"/>
                <p:cNvSpPr/>
                <p:nvPr/>
              </p:nvSpPr>
              <p:spPr bwMode="auto">
                <a:xfrm>
                  <a:off x="1542" y="2386"/>
                  <a:ext cx="218" cy="218"/>
                </a:xfrm>
                <a:custGeom>
                  <a:avLst/>
                  <a:gdLst>
                    <a:gd name="T0" fmla="*/ 0 w 218"/>
                    <a:gd name="T1" fmla="*/ 0 h 218"/>
                    <a:gd name="T2" fmla="*/ 7 w 218"/>
                    <a:gd name="T3" fmla="*/ 65 h 218"/>
                    <a:gd name="T4" fmla="*/ 29 w 218"/>
                    <a:gd name="T5" fmla="*/ 131 h 218"/>
                    <a:gd name="T6" fmla="*/ 65 w 218"/>
                    <a:gd name="T7" fmla="*/ 181 h 218"/>
                    <a:gd name="T8" fmla="*/ 138 w 218"/>
                    <a:gd name="T9" fmla="*/ 211 h 218"/>
                    <a:gd name="T10" fmla="*/ 218 w 218"/>
                    <a:gd name="T11" fmla="*/ 218 h 2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8"/>
                    <a:gd name="T19" fmla="*/ 0 h 218"/>
                    <a:gd name="T20" fmla="*/ 218 w 218"/>
                    <a:gd name="T21" fmla="*/ 218 h 2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8" h="218">
                      <a:moveTo>
                        <a:pt x="0" y="0"/>
                      </a:moveTo>
                      <a:cubicBezTo>
                        <a:pt x="1" y="11"/>
                        <a:pt x="2" y="43"/>
                        <a:pt x="7" y="65"/>
                      </a:cubicBezTo>
                      <a:cubicBezTo>
                        <a:pt x="12" y="87"/>
                        <a:pt x="19" y="112"/>
                        <a:pt x="29" y="131"/>
                      </a:cubicBezTo>
                      <a:cubicBezTo>
                        <a:pt x="39" y="150"/>
                        <a:pt x="47" y="168"/>
                        <a:pt x="65" y="181"/>
                      </a:cubicBezTo>
                      <a:cubicBezTo>
                        <a:pt x="83" y="194"/>
                        <a:pt x="113" y="205"/>
                        <a:pt x="138" y="211"/>
                      </a:cubicBezTo>
                      <a:cubicBezTo>
                        <a:pt x="163" y="217"/>
                        <a:pt x="201" y="217"/>
                        <a:pt x="218" y="218"/>
                      </a:cubicBezTo>
                    </a:path>
                  </a:pathLst>
                </a:cu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99" name="Group 120"/>
            <p:cNvGrpSpPr/>
            <p:nvPr/>
          </p:nvGrpSpPr>
          <p:grpSpPr bwMode="auto">
            <a:xfrm>
              <a:off x="1845" y="3053"/>
              <a:ext cx="364" cy="322"/>
              <a:chOff x="2916" y="2422"/>
              <a:chExt cx="364" cy="322"/>
            </a:xfrm>
          </p:grpSpPr>
          <p:sp>
            <p:nvSpPr>
              <p:cNvPr id="100" name="Freeform 121"/>
              <p:cNvSpPr/>
              <p:nvPr/>
            </p:nvSpPr>
            <p:spPr bwMode="auto">
              <a:xfrm>
                <a:off x="3032" y="2422"/>
                <a:ext cx="248" cy="225"/>
              </a:xfrm>
              <a:custGeom>
                <a:avLst/>
                <a:gdLst>
                  <a:gd name="T0" fmla="*/ 0 w 248"/>
                  <a:gd name="T1" fmla="*/ 22 h 225"/>
                  <a:gd name="T2" fmla="*/ 8 w 248"/>
                  <a:gd name="T3" fmla="*/ 95 h 225"/>
                  <a:gd name="T4" fmla="*/ 37 w 248"/>
                  <a:gd name="T5" fmla="*/ 138 h 225"/>
                  <a:gd name="T6" fmla="*/ 59 w 248"/>
                  <a:gd name="T7" fmla="*/ 182 h 225"/>
                  <a:gd name="T8" fmla="*/ 102 w 248"/>
                  <a:gd name="T9" fmla="*/ 211 h 225"/>
                  <a:gd name="T10" fmla="*/ 168 w 248"/>
                  <a:gd name="T11" fmla="*/ 218 h 225"/>
                  <a:gd name="T12" fmla="*/ 226 w 248"/>
                  <a:gd name="T13" fmla="*/ 225 h 225"/>
                  <a:gd name="T14" fmla="*/ 248 w 248"/>
                  <a:gd name="T15" fmla="*/ 175 h 225"/>
                  <a:gd name="T16" fmla="*/ 226 w 248"/>
                  <a:gd name="T17" fmla="*/ 87 h 225"/>
                  <a:gd name="T18" fmla="*/ 168 w 248"/>
                  <a:gd name="T19" fmla="*/ 29 h 225"/>
                  <a:gd name="T20" fmla="*/ 109 w 248"/>
                  <a:gd name="T21" fmla="*/ 7 h 225"/>
                  <a:gd name="T22" fmla="*/ 66 w 248"/>
                  <a:gd name="T23" fmla="*/ 0 h 225"/>
                  <a:gd name="T24" fmla="*/ 0 w 248"/>
                  <a:gd name="T25" fmla="*/ 22 h 2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8"/>
                  <a:gd name="T40" fmla="*/ 0 h 225"/>
                  <a:gd name="T41" fmla="*/ 248 w 248"/>
                  <a:gd name="T42" fmla="*/ 225 h 2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8" h="225">
                    <a:moveTo>
                      <a:pt x="0" y="22"/>
                    </a:moveTo>
                    <a:lnTo>
                      <a:pt x="8" y="95"/>
                    </a:lnTo>
                    <a:lnTo>
                      <a:pt x="37" y="138"/>
                    </a:lnTo>
                    <a:lnTo>
                      <a:pt x="59" y="182"/>
                    </a:lnTo>
                    <a:lnTo>
                      <a:pt x="102" y="211"/>
                    </a:lnTo>
                    <a:lnTo>
                      <a:pt x="168" y="218"/>
                    </a:lnTo>
                    <a:lnTo>
                      <a:pt x="226" y="225"/>
                    </a:lnTo>
                    <a:lnTo>
                      <a:pt x="248" y="175"/>
                    </a:lnTo>
                    <a:lnTo>
                      <a:pt x="226" y="87"/>
                    </a:lnTo>
                    <a:lnTo>
                      <a:pt x="168" y="29"/>
                    </a:lnTo>
                    <a:lnTo>
                      <a:pt x="109" y="7"/>
                    </a:lnTo>
                    <a:lnTo>
                      <a:pt x="66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Freeform 122"/>
              <p:cNvSpPr/>
              <p:nvPr/>
            </p:nvSpPr>
            <p:spPr bwMode="auto">
              <a:xfrm>
                <a:off x="2916" y="2437"/>
                <a:ext cx="349" cy="305"/>
              </a:xfrm>
              <a:custGeom>
                <a:avLst/>
                <a:gdLst>
                  <a:gd name="T0" fmla="*/ 116 w 349"/>
                  <a:gd name="T1" fmla="*/ 0 h 305"/>
                  <a:gd name="T2" fmla="*/ 44 w 349"/>
                  <a:gd name="T3" fmla="*/ 36 h 305"/>
                  <a:gd name="T4" fmla="*/ 15 w 349"/>
                  <a:gd name="T5" fmla="*/ 102 h 305"/>
                  <a:gd name="T6" fmla="*/ 0 w 349"/>
                  <a:gd name="T7" fmla="*/ 167 h 305"/>
                  <a:gd name="T8" fmla="*/ 22 w 349"/>
                  <a:gd name="T9" fmla="*/ 233 h 305"/>
                  <a:gd name="T10" fmla="*/ 58 w 349"/>
                  <a:gd name="T11" fmla="*/ 276 h 305"/>
                  <a:gd name="T12" fmla="*/ 116 w 349"/>
                  <a:gd name="T13" fmla="*/ 298 h 305"/>
                  <a:gd name="T14" fmla="*/ 204 w 349"/>
                  <a:gd name="T15" fmla="*/ 305 h 305"/>
                  <a:gd name="T16" fmla="*/ 284 w 349"/>
                  <a:gd name="T17" fmla="*/ 291 h 305"/>
                  <a:gd name="T18" fmla="*/ 327 w 349"/>
                  <a:gd name="T19" fmla="*/ 254 h 305"/>
                  <a:gd name="T20" fmla="*/ 349 w 349"/>
                  <a:gd name="T21" fmla="*/ 211 h 305"/>
                  <a:gd name="T22" fmla="*/ 291 w 349"/>
                  <a:gd name="T23" fmla="*/ 211 h 305"/>
                  <a:gd name="T24" fmla="*/ 211 w 349"/>
                  <a:gd name="T25" fmla="*/ 196 h 305"/>
                  <a:gd name="T26" fmla="*/ 153 w 349"/>
                  <a:gd name="T27" fmla="*/ 131 h 305"/>
                  <a:gd name="T28" fmla="*/ 131 w 349"/>
                  <a:gd name="T29" fmla="*/ 80 h 305"/>
                  <a:gd name="T30" fmla="*/ 116 w 349"/>
                  <a:gd name="T31" fmla="*/ 0 h 30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49"/>
                  <a:gd name="T49" fmla="*/ 0 h 305"/>
                  <a:gd name="T50" fmla="*/ 349 w 349"/>
                  <a:gd name="T51" fmla="*/ 305 h 30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49" h="305">
                    <a:moveTo>
                      <a:pt x="116" y="0"/>
                    </a:moveTo>
                    <a:lnTo>
                      <a:pt x="44" y="36"/>
                    </a:lnTo>
                    <a:lnTo>
                      <a:pt x="15" y="102"/>
                    </a:lnTo>
                    <a:lnTo>
                      <a:pt x="0" y="167"/>
                    </a:lnTo>
                    <a:lnTo>
                      <a:pt x="22" y="233"/>
                    </a:lnTo>
                    <a:lnTo>
                      <a:pt x="58" y="276"/>
                    </a:lnTo>
                    <a:lnTo>
                      <a:pt x="116" y="298"/>
                    </a:lnTo>
                    <a:lnTo>
                      <a:pt x="204" y="305"/>
                    </a:lnTo>
                    <a:lnTo>
                      <a:pt x="284" y="291"/>
                    </a:lnTo>
                    <a:lnTo>
                      <a:pt x="327" y="254"/>
                    </a:lnTo>
                    <a:lnTo>
                      <a:pt x="349" y="211"/>
                    </a:lnTo>
                    <a:lnTo>
                      <a:pt x="291" y="211"/>
                    </a:lnTo>
                    <a:lnTo>
                      <a:pt x="211" y="196"/>
                    </a:lnTo>
                    <a:lnTo>
                      <a:pt x="153" y="131"/>
                    </a:lnTo>
                    <a:lnTo>
                      <a:pt x="131" y="80"/>
                    </a:lnTo>
                    <a:lnTo>
                      <a:pt x="1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4700"/>
                  </a:gs>
                  <a:gs pos="50000">
                    <a:srgbClr val="FF9900"/>
                  </a:gs>
                  <a:gs pos="100000">
                    <a:srgbClr val="7647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" name="Group 123"/>
              <p:cNvGrpSpPr/>
              <p:nvPr/>
            </p:nvGrpSpPr>
            <p:grpSpPr bwMode="auto">
              <a:xfrm>
                <a:off x="2923" y="2422"/>
                <a:ext cx="350" cy="322"/>
                <a:chOff x="1425" y="2378"/>
                <a:chExt cx="350" cy="322"/>
              </a:xfrm>
            </p:grpSpPr>
            <p:sp>
              <p:nvSpPr>
                <p:cNvPr id="103" name="Oval 124"/>
                <p:cNvSpPr>
                  <a:spLocks noChangeArrowheads="1"/>
                </p:cNvSpPr>
                <p:nvPr/>
              </p:nvSpPr>
              <p:spPr bwMode="auto">
                <a:xfrm>
                  <a:off x="1425" y="2378"/>
                  <a:ext cx="350" cy="322"/>
                </a:xfrm>
                <a:prstGeom prst="ellipse">
                  <a:avLst/>
                </a:pr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4" name="Freeform 125"/>
                <p:cNvSpPr/>
                <p:nvPr/>
              </p:nvSpPr>
              <p:spPr bwMode="auto">
                <a:xfrm>
                  <a:off x="1542" y="2386"/>
                  <a:ext cx="218" cy="218"/>
                </a:xfrm>
                <a:custGeom>
                  <a:avLst/>
                  <a:gdLst>
                    <a:gd name="T0" fmla="*/ 0 w 218"/>
                    <a:gd name="T1" fmla="*/ 0 h 218"/>
                    <a:gd name="T2" fmla="*/ 7 w 218"/>
                    <a:gd name="T3" fmla="*/ 65 h 218"/>
                    <a:gd name="T4" fmla="*/ 29 w 218"/>
                    <a:gd name="T5" fmla="*/ 131 h 218"/>
                    <a:gd name="T6" fmla="*/ 65 w 218"/>
                    <a:gd name="T7" fmla="*/ 181 h 218"/>
                    <a:gd name="T8" fmla="*/ 138 w 218"/>
                    <a:gd name="T9" fmla="*/ 211 h 218"/>
                    <a:gd name="T10" fmla="*/ 218 w 218"/>
                    <a:gd name="T11" fmla="*/ 218 h 2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18"/>
                    <a:gd name="T19" fmla="*/ 0 h 218"/>
                    <a:gd name="T20" fmla="*/ 218 w 218"/>
                    <a:gd name="T21" fmla="*/ 218 h 2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18" h="218">
                      <a:moveTo>
                        <a:pt x="0" y="0"/>
                      </a:moveTo>
                      <a:cubicBezTo>
                        <a:pt x="1" y="11"/>
                        <a:pt x="2" y="43"/>
                        <a:pt x="7" y="65"/>
                      </a:cubicBezTo>
                      <a:cubicBezTo>
                        <a:pt x="12" y="87"/>
                        <a:pt x="19" y="112"/>
                        <a:pt x="29" y="131"/>
                      </a:cubicBezTo>
                      <a:cubicBezTo>
                        <a:pt x="39" y="150"/>
                        <a:pt x="47" y="168"/>
                        <a:pt x="65" y="181"/>
                      </a:cubicBezTo>
                      <a:cubicBezTo>
                        <a:pt x="83" y="194"/>
                        <a:pt x="113" y="205"/>
                        <a:pt x="138" y="211"/>
                      </a:cubicBezTo>
                      <a:cubicBezTo>
                        <a:pt x="163" y="217"/>
                        <a:pt x="201" y="217"/>
                        <a:pt x="218" y="218"/>
                      </a:cubicBezTo>
                    </a:path>
                  </a:pathLst>
                </a:custGeom>
                <a:noFill/>
                <a:ln w="38100">
                  <a:solidFill>
                    <a:srgbClr val="333399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110" name="Group 126"/>
          <p:cNvGrpSpPr/>
          <p:nvPr/>
        </p:nvGrpSpPr>
        <p:grpSpPr bwMode="auto">
          <a:xfrm>
            <a:off x="8793427" y="3771263"/>
            <a:ext cx="2324100" cy="2011363"/>
            <a:chOff x="3411" y="2549"/>
            <a:chExt cx="1464" cy="1267"/>
          </a:xfrm>
        </p:grpSpPr>
        <p:sp>
          <p:nvSpPr>
            <p:cNvPr id="111" name="Freeform 127"/>
            <p:cNvSpPr/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Freeform 128"/>
            <p:cNvSpPr/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Freeform 129"/>
            <p:cNvSpPr/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Freeform 130"/>
            <p:cNvSpPr/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" name="Freeform 131"/>
            <p:cNvSpPr/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Freeform 132"/>
            <p:cNvSpPr/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Freeform 133"/>
            <p:cNvSpPr/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18" name="Group 134"/>
            <p:cNvGrpSpPr/>
            <p:nvPr/>
          </p:nvGrpSpPr>
          <p:grpSpPr bwMode="auto">
            <a:xfrm>
              <a:off x="3412" y="2549"/>
              <a:ext cx="1463" cy="1267"/>
              <a:chOff x="3412" y="2549"/>
              <a:chExt cx="1463" cy="1267"/>
            </a:xfrm>
          </p:grpSpPr>
          <p:sp>
            <p:nvSpPr>
              <p:cNvPr id="119" name="Line 135"/>
              <p:cNvSpPr>
                <a:spLocks noChangeShapeType="1"/>
              </p:cNvSpPr>
              <p:nvPr/>
            </p:nvSpPr>
            <p:spPr bwMode="auto">
              <a:xfrm>
                <a:off x="3485" y="3226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Line 136"/>
              <p:cNvSpPr>
                <a:spLocks noChangeShapeType="1"/>
              </p:cNvSpPr>
              <p:nvPr/>
            </p:nvSpPr>
            <p:spPr bwMode="auto">
              <a:xfrm flipH="1">
                <a:off x="4376" y="3567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Freeform 137"/>
              <p:cNvSpPr/>
              <p:nvPr/>
            </p:nvSpPr>
            <p:spPr bwMode="auto">
              <a:xfrm>
                <a:off x="3750" y="2552"/>
                <a:ext cx="1120" cy="1107"/>
              </a:xfrm>
              <a:custGeom>
                <a:avLst/>
                <a:gdLst>
                  <a:gd name="T0" fmla="*/ 0 w 1120"/>
                  <a:gd name="T1" fmla="*/ 409 h 1107"/>
                  <a:gd name="T2" fmla="*/ 269 w 1120"/>
                  <a:gd name="T3" fmla="*/ 140 h 1107"/>
                  <a:gd name="T4" fmla="*/ 327 w 1120"/>
                  <a:gd name="T5" fmla="*/ 76 h 1107"/>
                  <a:gd name="T6" fmla="*/ 403 w 1120"/>
                  <a:gd name="T7" fmla="*/ 38 h 1107"/>
                  <a:gd name="T8" fmla="*/ 499 w 1120"/>
                  <a:gd name="T9" fmla="*/ 12 h 1107"/>
                  <a:gd name="T10" fmla="*/ 595 w 1120"/>
                  <a:gd name="T11" fmla="*/ 0 h 1107"/>
                  <a:gd name="T12" fmla="*/ 704 w 1120"/>
                  <a:gd name="T13" fmla="*/ 6 h 1107"/>
                  <a:gd name="T14" fmla="*/ 807 w 1120"/>
                  <a:gd name="T15" fmla="*/ 38 h 1107"/>
                  <a:gd name="T16" fmla="*/ 890 w 1120"/>
                  <a:gd name="T17" fmla="*/ 83 h 1107"/>
                  <a:gd name="T18" fmla="*/ 973 w 1120"/>
                  <a:gd name="T19" fmla="*/ 128 h 1107"/>
                  <a:gd name="T20" fmla="*/ 1005 w 1120"/>
                  <a:gd name="T21" fmla="*/ 166 h 1107"/>
                  <a:gd name="T22" fmla="*/ 1043 w 1120"/>
                  <a:gd name="T23" fmla="*/ 224 h 1107"/>
                  <a:gd name="T24" fmla="*/ 1082 w 1120"/>
                  <a:gd name="T25" fmla="*/ 288 h 1107"/>
                  <a:gd name="T26" fmla="*/ 1114 w 1120"/>
                  <a:gd name="T27" fmla="*/ 364 h 1107"/>
                  <a:gd name="T28" fmla="*/ 1120 w 1120"/>
                  <a:gd name="T29" fmla="*/ 460 h 1107"/>
                  <a:gd name="T30" fmla="*/ 1120 w 1120"/>
                  <a:gd name="T31" fmla="*/ 544 h 1107"/>
                  <a:gd name="T32" fmla="*/ 1101 w 1120"/>
                  <a:gd name="T33" fmla="*/ 608 h 1107"/>
                  <a:gd name="T34" fmla="*/ 1075 w 1120"/>
                  <a:gd name="T35" fmla="*/ 665 h 1107"/>
                  <a:gd name="T36" fmla="*/ 1056 w 1120"/>
                  <a:gd name="T37" fmla="*/ 716 h 1107"/>
                  <a:gd name="T38" fmla="*/ 1018 w 1120"/>
                  <a:gd name="T39" fmla="*/ 761 h 1107"/>
                  <a:gd name="T40" fmla="*/ 986 w 1120"/>
                  <a:gd name="T41" fmla="*/ 800 h 1107"/>
                  <a:gd name="T42" fmla="*/ 711 w 1120"/>
                  <a:gd name="T43" fmla="*/ 1075 h 1107"/>
                  <a:gd name="T44" fmla="*/ 736 w 1120"/>
                  <a:gd name="T45" fmla="*/ 1017 h 1107"/>
                  <a:gd name="T46" fmla="*/ 646 w 1120"/>
                  <a:gd name="T47" fmla="*/ 1107 h 1107"/>
                  <a:gd name="T48" fmla="*/ 672 w 1120"/>
                  <a:gd name="T49" fmla="*/ 1004 h 1107"/>
                  <a:gd name="T50" fmla="*/ 711 w 1120"/>
                  <a:gd name="T51" fmla="*/ 908 h 1107"/>
                  <a:gd name="T52" fmla="*/ 685 w 1120"/>
                  <a:gd name="T53" fmla="*/ 793 h 1107"/>
                  <a:gd name="T54" fmla="*/ 666 w 1120"/>
                  <a:gd name="T55" fmla="*/ 716 h 1107"/>
                  <a:gd name="T56" fmla="*/ 640 w 1120"/>
                  <a:gd name="T57" fmla="*/ 665 h 1107"/>
                  <a:gd name="T58" fmla="*/ 743 w 1120"/>
                  <a:gd name="T59" fmla="*/ 562 h 1107"/>
                  <a:gd name="T60" fmla="*/ 708 w 1120"/>
                  <a:gd name="T61" fmla="*/ 481 h 1107"/>
                  <a:gd name="T62" fmla="*/ 635 w 1120"/>
                  <a:gd name="T63" fmla="*/ 423 h 1107"/>
                  <a:gd name="T64" fmla="*/ 576 w 1120"/>
                  <a:gd name="T65" fmla="*/ 364 h 1107"/>
                  <a:gd name="T66" fmla="*/ 487 w 1120"/>
                  <a:gd name="T67" fmla="*/ 313 h 1107"/>
                  <a:gd name="T68" fmla="*/ 359 w 1120"/>
                  <a:gd name="T69" fmla="*/ 299 h 1107"/>
                  <a:gd name="T70" fmla="*/ 271 w 1120"/>
                  <a:gd name="T71" fmla="*/ 299 h 1107"/>
                  <a:gd name="T72" fmla="*/ 162 w 1120"/>
                  <a:gd name="T73" fmla="*/ 321 h 1107"/>
                  <a:gd name="T74" fmla="*/ 83 w 1120"/>
                  <a:gd name="T75" fmla="*/ 352 h 1107"/>
                  <a:gd name="T76" fmla="*/ 0 w 1120"/>
                  <a:gd name="T77" fmla="*/ 409 h 110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20"/>
                  <a:gd name="T118" fmla="*/ 0 h 1107"/>
                  <a:gd name="T119" fmla="*/ 1120 w 1120"/>
                  <a:gd name="T120" fmla="*/ 1107 h 110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20" h="1107">
                    <a:moveTo>
                      <a:pt x="0" y="409"/>
                    </a:moveTo>
                    <a:lnTo>
                      <a:pt x="269" y="140"/>
                    </a:lnTo>
                    <a:lnTo>
                      <a:pt x="327" y="76"/>
                    </a:lnTo>
                    <a:lnTo>
                      <a:pt x="403" y="38"/>
                    </a:lnTo>
                    <a:lnTo>
                      <a:pt x="499" y="12"/>
                    </a:lnTo>
                    <a:lnTo>
                      <a:pt x="595" y="0"/>
                    </a:lnTo>
                    <a:lnTo>
                      <a:pt x="704" y="6"/>
                    </a:lnTo>
                    <a:lnTo>
                      <a:pt x="807" y="38"/>
                    </a:lnTo>
                    <a:lnTo>
                      <a:pt x="890" y="83"/>
                    </a:lnTo>
                    <a:lnTo>
                      <a:pt x="973" y="128"/>
                    </a:lnTo>
                    <a:lnTo>
                      <a:pt x="1005" y="166"/>
                    </a:lnTo>
                    <a:lnTo>
                      <a:pt x="1043" y="224"/>
                    </a:lnTo>
                    <a:lnTo>
                      <a:pt x="1082" y="288"/>
                    </a:lnTo>
                    <a:lnTo>
                      <a:pt x="1114" y="364"/>
                    </a:lnTo>
                    <a:lnTo>
                      <a:pt x="1120" y="460"/>
                    </a:lnTo>
                    <a:lnTo>
                      <a:pt x="1120" y="544"/>
                    </a:lnTo>
                    <a:lnTo>
                      <a:pt x="1101" y="608"/>
                    </a:lnTo>
                    <a:lnTo>
                      <a:pt x="1075" y="665"/>
                    </a:lnTo>
                    <a:lnTo>
                      <a:pt x="1056" y="716"/>
                    </a:lnTo>
                    <a:lnTo>
                      <a:pt x="1018" y="761"/>
                    </a:lnTo>
                    <a:lnTo>
                      <a:pt x="986" y="800"/>
                    </a:lnTo>
                    <a:lnTo>
                      <a:pt x="711" y="1075"/>
                    </a:lnTo>
                    <a:lnTo>
                      <a:pt x="736" y="1017"/>
                    </a:lnTo>
                    <a:lnTo>
                      <a:pt x="646" y="1107"/>
                    </a:lnTo>
                    <a:lnTo>
                      <a:pt x="672" y="1004"/>
                    </a:lnTo>
                    <a:lnTo>
                      <a:pt x="711" y="908"/>
                    </a:lnTo>
                    <a:lnTo>
                      <a:pt x="685" y="793"/>
                    </a:lnTo>
                    <a:lnTo>
                      <a:pt x="666" y="716"/>
                    </a:lnTo>
                    <a:lnTo>
                      <a:pt x="640" y="665"/>
                    </a:lnTo>
                    <a:lnTo>
                      <a:pt x="743" y="562"/>
                    </a:lnTo>
                    <a:lnTo>
                      <a:pt x="708" y="481"/>
                    </a:lnTo>
                    <a:lnTo>
                      <a:pt x="635" y="423"/>
                    </a:lnTo>
                    <a:lnTo>
                      <a:pt x="576" y="364"/>
                    </a:lnTo>
                    <a:lnTo>
                      <a:pt x="487" y="313"/>
                    </a:lnTo>
                    <a:lnTo>
                      <a:pt x="359" y="299"/>
                    </a:lnTo>
                    <a:lnTo>
                      <a:pt x="271" y="299"/>
                    </a:lnTo>
                    <a:lnTo>
                      <a:pt x="162" y="321"/>
                    </a:lnTo>
                    <a:lnTo>
                      <a:pt x="83" y="352"/>
                    </a:lnTo>
                    <a:lnTo>
                      <a:pt x="0" y="40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Freeform 138"/>
              <p:cNvSpPr/>
              <p:nvPr/>
            </p:nvSpPr>
            <p:spPr bwMode="auto">
              <a:xfrm>
                <a:off x="4372" y="3357"/>
                <a:ext cx="356" cy="356"/>
              </a:xfrm>
              <a:custGeom>
                <a:avLst/>
                <a:gdLst>
                  <a:gd name="T0" fmla="*/ 356 w 356"/>
                  <a:gd name="T1" fmla="*/ 0 h 356"/>
                  <a:gd name="T2" fmla="*/ 0 w 356"/>
                  <a:gd name="T3" fmla="*/ 356 h 356"/>
                  <a:gd name="T4" fmla="*/ 0 60000 65536"/>
                  <a:gd name="T5" fmla="*/ 0 60000 65536"/>
                  <a:gd name="T6" fmla="*/ 0 w 356"/>
                  <a:gd name="T7" fmla="*/ 0 h 356"/>
                  <a:gd name="T8" fmla="*/ 356 w 356"/>
                  <a:gd name="T9" fmla="*/ 356 h 3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6" h="356">
                    <a:moveTo>
                      <a:pt x="356" y="0"/>
                    </a:moveTo>
                    <a:lnTo>
                      <a:pt x="0" y="35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139"/>
              <p:cNvSpPr>
                <a:spLocks noChangeShapeType="1"/>
              </p:cNvSpPr>
              <p:nvPr/>
            </p:nvSpPr>
            <p:spPr bwMode="auto">
              <a:xfrm>
                <a:off x="3485" y="3677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140"/>
              <p:cNvSpPr>
                <a:spLocks noChangeShapeType="1"/>
              </p:cNvSpPr>
              <p:nvPr/>
            </p:nvSpPr>
            <p:spPr bwMode="auto">
              <a:xfrm>
                <a:off x="4127" y="3224"/>
                <a:ext cx="26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Freeform 141"/>
              <p:cNvSpPr/>
              <p:nvPr/>
            </p:nvSpPr>
            <p:spPr bwMode="auto">
              <a:xfrm>
                <a:off x="4134" y="3675"/>
                <a:ext cx="267" cy="2"/>
              </a:xfrm>
              <a:custGeom>
                <a:avLst/>
                <a:gdLst>
                  <a:gd name="T0" fmla="*/ 0 w 267"/>
                  <a:gd name="T1" fmla="*/ 0 h 2"/>
                  <a:gd name="T2" fmla="*/ 267 w 267"/>
                  <a:gd name="T3" fmla="*/ 2 h 2"/>
                  <a:gd name="T4" fmla="*/ 0 60000 65536"/>
                  <a:gd name="T5" fmla="*/ 0 60000 65536"/>
                  <a:gd name="T6" fmla="*/ 0 w 267"/>
                  <a:gd name="T7" fmla="*/ 0 h 2"/>
                  <a:gd name="T8" fmla="*/ 267 w 26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7" h="2">
                    <a:moveTo>
                      <a:pt x="0" y="0"/>
                    </a:moveTo>
                    <a:lnTo>
                      <a:pt x="267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Freeform 142"/>
              <p:cNvSpPr/>
              <p:nvPr/>
            </p:nvSpPr>
            <p:spPr bwMode="auto">
              <a:xfrm>
                <a:off x="3609" y="3108"/>
                <a:ext cx="247" cy="1"/>
              </a:xfrm>
              <a:custGeom>
                <a:avLst/>
                <a:gdLst>
                  <a:gd name="T0" fmla="*/ 0 w 247"/>
                  <a:gd name="T1" fmla="*/ 0 h 1"/>
                  <a:gd name="T2" fmla="*/ 247 w 247"/>
                  <a:gd name="T3" fmla="*/ 1 h 1"/>
                  <a:gd name="T4" fmla="*/ 0 60000 65536"/>
                  <a:gd name="T5" fmla="*/ 0 60000 65536"/>
                  <a:gd name="T6" fmla="*/ 0 w 247"/>
                  <a:gd name="T7" fmla="*/ 0 h 1"/>
                  <a:gd name="T8" fmla="*/ 247 w 24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1">
                    <a:moveTo>
                      <a:pt x="0" y="0"/>
                    </a:moveTo>
                    <a:lnTo>
                      <a:pt x="247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Line 143"/>
              <p:cNvSpPr>
                <a:spLocks noChangeShapeType="1"/>
              </p:cNvSpPr>
              <p:nvPr/>
            </p:nvSpPr>
            <p:spPr bwMode="auto">
              <a:xfrm flipV="1">
                <a:off x="3739" y="3546"/>
                <a:ext cx="124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Freeform 144"/>
              <p:cNvSpPr/>
              <p:nvPr/>
            </p:nvSpPr>
            <p:spPr bwMode="auto">
              <a:xfrm>
                <a:off x="3728" y="3095"/>
                <a:ext cx="135" cy="135"/>
              </a:xfrm>
              <a:custGeom>
                <a:avLst/>
                <a:gdLst>
                  <a:gd name="T0" fmla="*/ 135 w 135"/>
                  <a:gd name="T1" fmla="*/ 0 h 135"/>
                  <a:gd name="T2" fmla="*/ 0 w 135"/>
                  <a:gd name="T3" fmla="*/ 135 h 135"/>
                  <a:gd name="T4" fmla="*/ 0 60000 65536"/>
                  <a:gd name="T5" fmla="*/ 0 60000 65536"/>
                  <a:gd name="T6" fmla="*/ 0 w 135"/>
                  <a:gd name="T7" fmla="*/ 0 h 135"/>
                  <a:gd name="T8" fmla="*/ 135 w 135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35">
                    <a:moveTo>
                      <a:pt x="135" y="0"/>
                    </a:moveTo>
                    <a:lnTo>
                      <a:pt x="0" y="13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" name="Line 145"/>
              <p:cNvSpPr>
                <a:spLocks noChangeShapeType="1"/>
              </p:cNvSpPr>
              <p:nvPr/>
            </p:nvSpPr>
            <p:spPr bwMode="auto">
              <a:xfrm flipH="1">
                <a:off x="3495" y="3109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0" name="Freeform 146"/>
              <p:cNvSpPr/>
              <p:nvPr/>
            </p:nvSpPr>
            <p:spPr bwMode="auto">
              <a:xfrm>
                <a:off x="4125" y="3102"/>
                <a:ext cx="120" cy="124"/>
              </a:xfrm>
              <a:custGeom>
                <a:avLst/>
                <a:gdLst>
                  <a:gd name="T0" fmla="*/ 120 w 120"/>
                  <a:gd name="T1" fmla="*/ 0 h 124"/>
                  <a:gd name="T2" fmla="*/ 0 w 120"/>
                  <a:gd name="T3" fmla="*/ 124 h 124"/>
                  <a:gd name="T4" fmla="*/ 0 60000 65536"/>
                  <a:gd name="T5" fmla="*/ 0 60000 65536"/>
                  <a:gd name="T6" fmla="*/ 0 w 120"/>
                  <a:gd name="T7" fmla="*/ 0 h 124"/>
                  <a:gd name="T8" fmla="*/ 120 w 120"/>
                  <a:gd name="T9" fmla="*/ 124 h 1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24">
                    <a:moveTo>
                      <a:pt x="120" y="0"/>
                    </a:moveTo>
                    <a:lnTo>
                      <a:pt x="0" y="12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1" name="Line 147"/>
              <p:cNvSpPr>
                <a:spLocks noChangeShapeType="1"/>
              </p:cNvSpPr>
              <p:nvPr/>
            </p:nvSpPr>
            <p:spPr bwMode="auto">
              <a:xfrm flipH="1">
                <a:off x="4383" y="3101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Line 148"/>
              <p:cNvSpPr>
                <a:spLocks noChangeShapeType="1"/>
              </p:cNvSpPr>
              <p:nvPr/>
            </p:nvSpPr>
            <p:spPr bwMode="auto">
              <a:xfrm>
                <a:off x="4234" y="3102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3" name="Freeform 149"/>
              <p:cNvSpPr/>
              <p:nvPr/>
            </p:nvSpPr>
            <p:spPr bwMode="auto">
              <a:xfrm>
                <a:off x="3616" y="2846"/>
                <a:ext cx="880" cy="256"/>
              </a:xfrm>
              <a:custGeom>
                <a:avLst/>
                <a:gdLst>
                  <a:gd name="T0" fmla="*/ 0 w 880"/>
                  <a:gd name="T1" fmla="*/ 256 h 256"/>
                  <a:gd name="T2" fmla="*/ 43 w 880"/>
                  <a:gd name="T3" fmla="*/ 198 h 256"/>
                  <a:gd name="T4" fmla="*/ 116 w 880"/>
                  <a:gd name="T5" fmla="*/ 132 h 256"/>
                  <a:gd name="T6" fmla="*/ 174 w 880"/>
                  <a:gd name="T7" fmla="*/ 89 h 256"/>
                  <a:gd name="T8" fmla="*/ 247 w 880"/>
                  <a:gd name="T9" fmla="*/ 45 h 256"/>
                  <a:gd name="T10" fmla="*/ 320 w 880"/>
                  <a:gd name="T11" fmla="*/ 16 h 256"/>
                  <a:gd name="T12" fmla="*/ 385 w 880"/>
                  <a:gd name="T13" fmla="*/ 2 h 256"/>
                  <a:gd name="T14" fmla="*/ 458 w 880"/>
                  <a:gd name="T15" fmla="*/ 2 h 256"/>
                  <a:gd name="T16" fmla="*/ 545 w 880"/>
                  <a:gd name="T17" fmla="*/ 9 h 256"/>
                  <a:gd name="T18" fmla="*/ 627 w 880"/>
                  <a:gd name="T19" fmla="*/ 26 h 256"/>
                  <a:gd name="T20" fmla="*/ 712 w 880"/>
                  <a:gd name="T21" fmla="*/ 67 h 256"/>
                  <a:gd name="T22" fmla="*/ 763 w 880"/>
                  <a:gd name="T23" fmla="*/ 111 h 256"/>
                  <a:gd name="T24" fmla="*/ 807 w 880"/>
                  <a:gd name="T25" fmla="*/ 147 h 256"/>
                  <a:gd name="T26" fmla="*/ 851 w 880"/>
                  <a:gd name="T27" fmla="*/ 205 h 256"/>
                  <a:gd name="T28" fmla="*/ 880 w 880"/>
                  <a:gd name="T29" fmla="*/ 249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80"/>
                  <a:gd name="T46" fmla="*/ 0 h 256"/>
                  <a:gd name="T47" fmla="*/ 880 w 880"/>
                  <a:gd name="T48" fmla="*/ 256 h 2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80" h="256">
                    <a:moveTo>
                      <a:pt x="0" y="256"/>
                    </a:moveTo>
                    <a:cubicBezTo>
                      <a:pt x="7" y="246"/>
                      <a:pt x="24" y="219"/>
                      <a:pt x="43" y="198"/>
                    </a:cubicBezTo>
                    <a:cubicBezTo>
                      <a:pt x="62" y="177"/>
                      <a:pt x="94" y="150"/>
                      <a:pt x="116" y="132"/>
                    </a:cubicBezTo>
                    <a:cubicBezTo>
                      <a:pt x="138" y="114"/>
                      <a:pt x="152" y="104"/>
                      <a:pt x="174" y="89"/>
                    </a:cubicBezTo>
                    <a:cubicBezTo>
                      <a:pt x="196" y="74"/>
                      <a:pt x="223" y="57"/>
                      <a:pt x="247" y="45"/>
                    </a:cubicBezTo>
                    <a:cubicBezTo>
                      <a:pt x="271" y="33"/>
                      <a:pt x="297" y="23"/>
                      <a:pt x="320" y="16"/>
                    </a:cubicBezTo>
                    <a:cubicBezTo>
                      <a:pt x="343" y="9"/>
                      <a:pt x="362" y="4"/>
                      <a:pt x="385" y="2"/>
                    </a:cubicBezTo>
                    <a:cubicBezTo>
                      <a:pt x="408" y="0"/>
                      <a:pt x="431" y="1"/>
                      <a:pt x="458" y="2"/>
                    </a:cubicBezTo>
                    <a:cubicBezTo>
                      <a:pt x="485" y="3"/>
                      <a:pt x="517" y="5"/>
                      <a:pt x="545" y="9"/>
                    </a:cubicBezTo>
                    <a:cubicBezTo>
                      <a:pt x="573" y="13"/>
                      <a:pt x="599" y="16"/>
                      <a:pt x="627" y="26"/>
                    </a:cubicBezTo>
                    <a:cubicBezTo>
                      <a:pt x="655" y="36"/>
                      <a:pt x="689" y="53"/>
                      <a:pt x="712" y="67"/>
                    </a:cubicBezTo>
                    <a:cubicBezTo>
                      <a:pt x="735" y="81"/>
                      <a:pt x="747" y="98"/>
                      <a:pt x="763" y="111"/>
                    </a:cubicBezTo>
                    <a:cubicBezTo>
                      <a:pt x="779" y="124"/>
                      <a:pt x="793" y="132"/>
                      <a:pt x="807" y="147"/>
                    </a:cubicBezTo>
                    <a:cubicBezTo>
                      <a:pt x="821" y="162"/>
                      <a:pt x="839" y="188"/>
                      <a:pt x="851" y="205"/>
                    </a:cubicBezTo>
                    <a:cubicBezTo>
                      <a:pt x="863" y="222"/>
                      <a:pt x="875" y="242"/>
                      <a:pt x="880" y="24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4" name="Freeform 150"/>
              <p:cNvSpPr/>
              <p:nvPr/>
            </p:nvSpPr>
            <p:spPr bwMode="auto">
              <a:xfrm>
                <a:off x="3703" y="3575"/>
                <a:ext cx="785" cy="241"/>
              </a:xfrm>
              <a:custGeom>
                <a:avLst/>
                <a:gdLst>
                  <a:gd name="T0" fmla="*/ 0 w 785"/>
                  <a:gd name="T1" fmla="*/ 102 h 241"/>
                  <a:gd name="T2" fmla="*/ 58 w 785"/>
                  <a:gd name="T3" fmla="*/ 145 h 241"/>
                  <a:gd name="T4" fmla="*/ 102 w 785"/>
                  <a:gd name="T5" fmla="*/ 167 h 241"/>
                  <a:gd name="T6" fmla="*/ 167 w 785"/>
                  <a:gd name="T7" fmla="*/ 204 h 241"/>
                  <a:gd name="T8" fmla="*/ 269 w 785"/>
                  <a:gd name="T9" fmla="*/ 225 h 241"/>
                  <a:gd name="T10" fmla="*/ 342 w 785"/>
                  <a:gd name="T11" fmla="*/ 240 h 241"/>
                  <a:gd name="T12" fmla="*/ 429 w 785"/>
                  <a:gd name="T13" fmla="*/ 233 h 241"/>
                  <a:gd name="T14" fmla="*/ 509 w 785"/>
                  <a:gd name="T15" fmla="*/ 218 h 241"/>
                  <a:gd name="T16" fmla="*/ 553 w 785"/>
                  <a:gd name="T17" fmla="*/ 196 h 241"/>
                  <a:gd name="T18" fmla="*/ 647 w 785"/>
                  <a:gd name="T19" fmla="*/ 160 h 241"/>
                  <a:gd name="T20" fmla="*/ 691 w 785"/>
                  <a:gd name="T21" fmla="*/ 124 h 241"/>
                  <a:gd name="T22" fmla="*/ 742 w 785"/>
                  <a:gd name="T23" fmla="*/ 73 h 241"/>
                  <a:gd name="T24" fmla="*/ 785 w 785"/>
                  <a:gd name="T25" fmla="*/ 0 h 2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85"/>
                  <a:gd name="T40" fmla="*/ 0 h 241"/>
                  <a:gd name="T41" fmla="*/ 785 w 785"/>
                  <a:gd name="T42" fmla="*/ 241 h 24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85" h="241">
                    <a:moveTo>
                      <a:pt x="0" y="102"/>
                    </a:moveTo>
                    <a:cubicBezTo>
                      <a:pt x="20" y="118"/>
                      <a:pt x="41" y="134"/>
                      <a:pt x="58" y="145"/>
                    </a:cubicBezTo>
                    <a:cubicBezTo>
                      <a:pt x="75" y="156"/>
                      <a:pt x="84" y="157"/>
                      <a:pt x="102" y="167"/>
                    </a:cubicBezTo>
                    <a:cubicBezTo>
                      <a:pt x="120" y="177"/>
                      <a:pt x="139" y="194"/>
                      <a:pt x="167" y="204"/>
                    </a:cubicBezTo>
                    <a:cubicBezTo>
                      <a:pt x="195" y="214"/>
                      <a:pt x="240" y="219"/>
                      <a:pt x="269" y="225"/>
                    </a:cubicBezTo>
                    <a:cubicBezTo>
                      <a:pt x="298" y="231"/>
                      <a:pt x="315" y="239"/>
                      <a:pt x="342" y="240"/>
                    </a:cubicBezTo>
                    <a:cubicBezTo>
                      <a:pt x="369" y="241"/>
                      <a:pt x="401" y="237"/>
                      <a:pt x="429" y="233"/>
                    </a:cubicBezTo>
                    <a:cubicBezTo>
                      <a:pt x="457" y="229"/>
                      <a:pt x="488" y="224"/>
                      <a:pt x="509" y="218"/>
                    </a:cubicBezTo>
                    <a:cubicBezTo>
                      <a:pt x="530" y="212"/>
                      <a:pt x="530" y="206"/>
                      <a:pt x="553" y="196"/>
                    </a:cubicBezTo>
                    <a:cubicBezTo>
                      <a:pt x="576" y="186"/>
                      <a:pt x="624" y="172"/>
                      <a:pt x="647" y="160"/>
                    </a:cubicBezTo>
                    <a:cubicBezTo>
                      <a:pt x="670" y="148"/>
                      <a:pt x="675" y="138"/>
                      <a:pt x="691" y="124"/>
                    </a:cubicBezTo>
                    <a:cubicBezTo>
                      <a:pt x="707" y="110"/>
                      <a:pt x="726" y="94"/>
                      <a:pt x="742" y="73"/>
                    </a:cubicBezTo>
                    <a:cubicBezTo>
                      <a:pt x="758" y="52"/>
                      <a:pt x="772" y="26"/>
                      <a:pt x="785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Freeform 151"/>
              <p:cNvSpPr/>
              <p:nvPr/>
            </p:nvSpPr>
            <p:spPr bwMode="auto">
              <a:xfrm>
                <a:off x="3609" y="3226"/>
                <a:ext cx="130" cy="436"/>
              </a:xfrm>
              <a:custGeom>
                <a:avLst/>
                <a:gdLst>
                  <a:gd name="T0" fmla="*/ 130 w 130"/>
                  <a:gd name="T1" fmla="*/ 0 h 436"/>
                  <a:gd name="T2" fmla="*/ 87 w 130"/>
                  <a:gd name="T3" fmla="*/ 29 h 436"/>
                  <a:gd name="T4" fmla="*/ 36 w 130"/>
                  <a:gd name="T5" fmla="*/ 80 h 436"/>
                  <a:gd name="T6" fmla="*/ 14 w 130"/>
                  <a:gd name="T7" fmla="*/ 145 h 436"/>
                  <a:gd name="T8" fmla="*/ 0 w 130"/>
                  <a:gd name="T9" fmla="*/ 234 h 436"/>
                  <a:gd name="T10" fmla="*/ 14 w 130"/>
                  <a:gd name="T11" fmla="*/ 298 h 436"/>
                  <a:gd name="T12" fmla="*/ 58 w 130"/>
                  <a:gd name="T13" fmla="*/ 363 h 436"/>
                  <a:gd name="T14" fmla="*/ 79 w 130"/>
                  <a:gd name="T15" fmla="*/ 407 h 436"/>
                  <a:gd name="T16" fmla="*/ 116 w 130"/>
                  <a:gd name="T17" fmla="*/ 436 h 4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0"/>
                  <a:gd name="T28" fmla="*/ 0 h 436"/>
                  <a:gd name="T29" fmla="*/ 130 w 130"/>
                  <a:gd name="T30" fmla="*/ 436 h 4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0" h="436">
                    <a:moveTo>
                      <a:pt x="130" y="0"/>
                    </a:moveTo>
                    <a:cubicBezTo>
                      <a:pt x="116" y="8"/>
                      <a:pt x="103" y="16"/>
                      <a:pt x="87" y="29"/>
                    </a:cubicBezTo>
                    <a:cubicBezTo>
                      <a:pt x="71" y="42"/>
                      <a:pt x="48" y="61"/>
                      <a:pt x="36" y="80"/>
                    </a:cubicBezTo>
                    <a:cubicBezTo>
                      <a:pt x="24" y="99"/>
                      <a:pt x="20" y="119"/>
                      <a:pt x="14" y="145"/>
                    </a:cubicBezTo>
                    <a:cubicBezTo>
                      <a:pt x="8" y="171"/>
                      <a:pt x="0" y="209"/>
                      <a:pt x="0" y="234"/>
                    </a:cubicBezTo>
                    <a:cubicBezTo>
                      <a:pt x="0" y="259"/>
                      <a:pt x="4" y="276"/>
                      <a:pt x="14" y="298"/>
                    </a:cubicBezTo>
                    <a:cubicBezTo>
                      <a:pt x="24" y="320"/>
                      <a:pt x="47" y="345"/>
                      <a:pt x="58" y="363"/>
                    </a:cubicBezTo>
                    <a:cubicBezTo>
                      <a:pt x="69" y="381"/>
                      <a:pt x="69" y="395"/>
                      <a:pt x="79" y="407"/>
                    </a:cubicBezTo>
                    <a:cubicBezTo>
                      <a:pt x="89" y="419"/>
                      <a:pt x="106" y="430"/>
                      <a:pt x="116" y="43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6" name="Freeform 152"/>
              <p:cNvSpPr/>
              <p:nvPr/>
            </p:nvSpPr>
            <p:spPr bwMode="auto">
              <a:xfrm>
                <a:off x="3412" y="3226"/>
                <a:ext cx="73" cy="451"/>
              </a:xfrm>
              <a:custGeom>
                <a:avLst/>
                <a:gdLst>
                  <a:gd name="T0" fmla="*/ 73 w 73"/>
                  <a:gd name="T1" fmla="*/ 0 h 451"/>
                  <a:gd name="T2" fmla="*/ 36 w 73"/>
                  <a:gd name="T3" fmla="*/ 73 h 451"/>
                  <a:gd name="T4" fmla="*/ 7 w 73"/>
                  <a:gd name="T5" fmla="*/ 145 h 451"/>
                  <a:gd name="T6" fmla="*/ 0 w 73"/>
                  <a:gd name="T7" fmla="*/ 211 h 451"/>
                  <a:gd name="T8" fmla="*/ 7 w 73"/>
                  <a:gd name="T9" fmla="*/ 269 h 451"/>
                  <a:gd name="T10" fmla="*/ 22 w 73"/>
                  <a:gd name="T11" fmla="*/ 342 h 451"/>
                  <a:gd name="T12" fmla="*/ 44 w 73"/>
                  <a:gd name="T13" fmla="*/ 393 h 451"/>
                  <a:gd name="T14" fmla="*/ 73 w 73"/>
                  <a:gd name="T15" fmla="*/ 451 h 4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51"/>
                  <a:gd name="T26" fmla="*/ 73 w 73"/>
                  <a:gd name="T27" fmla="*/ 451 h 4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51">
                    <a:moveTo>
                      <a:pt x="73" y="0"/>
                    </a:moveTo>
                    <a:cubicBezTo>
                      <a:pt x="59" y="25"/>
                      <a:pt x="47" y="49"/>
                      <a:pt x="36" y="73"/>
                    </a:cubicBezTo>
                    <a:cubicBezTo>
                      <a:pt x="25" y="97"/>
                      <a:pt x="13" y="122"/>
                      <a:pt x="7" y="145"/>
                    </a:cubicBezTo>
                    <a:cubicBezTo>
                      <a:pt x="1" y="168"/>
                      <a:pt x="0" y="190"/>
                      <a:pt x="0" y="211"/>
                    </a:cubicBezTo>
                    <a:cubicBezTo>
                      <a:pt x="0" y="232"/>
                      <a:pt x="3" y="247"/>
                      <a:pt x="7" y="269"/>
                    </a:cubicBezTo>
                    <a:cubicBezTo>
                      <a:pt x="11" y="291"/>
                      <a:pt x="16" y="321"/>
                      <a:pt x="22" y="342"/>
                    </a:cubicBezTo>
                    <a:cubicBezTo>
                      <a:pt x="28" y="363"/>
                      <a:pt x="35" y="375"/>
                      <a:pt x="44" y="393"/>
                    </a:cubicBezTo>
                    <a:cubicBezTo>
                      <a:pt x="53" y="411"/>
                      <a:pt x="62" y="431"/>
                      <a:pt x="73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Freeform 153"/>
              <p:cNvSpPr/>
              <p:nvPr/>
            </p:nvSpPr>
            <p:spPr bwMode="auto">
              <a:xfrm>
                <a:off x="4132" y="3218"/>
                <a:ext cx="128" cy="451"/>
              </a:xfrm>
              <a:custGeom>
                <a:avLst/>
                <a:gdLst>
                  <a:gd name="T0" fmla="*/ 0 w 128"/>
                  <a:gd name="T1" fmla="*/ 0 h 451"/>
                  <a:gd name="T2" fmla="*/ 29 w 128"/>
                  <a:gd name="T3" fmla="*/ 37 h 451"/>
                  <a:gd name="T4" fmla="*/ 80 w 128"/>
                  <a:gd name="T5" fmla="*/ 81 h 451"/>
                  <a:gd name="T6" fmla="*/ 102 w 128"/>
                  <a:gd name="T7" fmla="*/ 124 h 451"/>
                  <a:gd name="T8" fmla="*/ 124 w 128"/>
                  <a:gd name="T9" fmla="*/ 190 h 451"/>
                  <a:gd name="T10" fmla="*/ 124 w 128"/>
                  <a:gd name="T11" fmla="*/ 233 h 451"/>
                  <a:gd name="T12" fmla="*/ 124 w 128"/>
                  <a:gd name="T13" fmla="*/ 284 h 451"/>
                  <a:gd name="T14" fmla="*/ 102 w 128"/>
                  <a:gd name="T15" fmla="*/ 335 h 451"/>
                  <a:gd name="T16" fmla="*/ 80 w 128"/>
                  <a:gd name="T17" fmla="*/ 379 h 451"/>
                  <a:gd name="T18" fmla="*/ 51 w 128"/>
                  <a:gd name="T19" fmla="*/ 415 h 451"/>
                  <a:gd name="T20" fmla="*/ 7 w 128"/>
                  <a:gd name="T21" fmla="*/ 451 h 4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51"/>
                  <a:gd name="T35" fmla="*/ 128 w 128"/>
                  <a:gd name="T36" fmla="*/ 451 h 4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51">
                    <a:moveTo>
                      <a:pt x="0" y="0"/>
                    </a:moveTo>
                    <a:cubicBezTo>
                      <a:pt x="8" y="12"/>
                      <a:pt x="16" y="24"/>
                      <a:pt x="29" y="37"/>
                    </a:cubicBezTo>
                    <a:cubicBezTo>
                      <a:pt x="42" y="50"/>
                      <a:pt x="68" y="66"/>
                      <a:pt x="80" y="81"/>
                    </a:cubicBezTo>
                    <a:cubicBezTo>
                      <a:pt x="92" y="96"/>
                      <a:pt x="95" y="106"/>
                      <a:pt x="102" y="124"/>
                    </a:cubicBezTo>
                    <a:cubicBezTo>
                      <a:pt x="109" y="142"/>
                      <a:pt x="120" y="172"/>
                      <a:pt x="124" y="190"/>
                    </a:cubicBezTo>
                    <a:cubicBezTo>
                      <a:pt x="128" y="208"/>
                      <a:pt x="124" y="217"/>
                      <a:pt x="124" y="233"/>
                    </a:cubicBezTo>
                    <a:cubicBezTo>
                      <a:pt x="124" y="249"/>
                      <a:pt x="128" y="267"/>
                      <a:pt x="124" y="284"/>
                    </a:cubicBezTo>
                    <a:cubicBezTo>
                      <a:pt x="120" y="301"/>
                      <a:pt x="109" y="319"/>
                      <a:pt x="102" y="335"/>
                    </a:cubicBezTo>
                    <a:cubicBezTo>
                      <a:pt x="95" y="351"/>
                      <a:pt x="88" y="366"/>
                      <a:pt x="80" y="379"/>
                    </a:cubicBezTo>
                    <a:cubicBezTo>
                      <a:pt x="72" y="392"/>
                      <a:pt x="63" y="403"/>
                      <a:pt x="51" y="415"/>
                    </a:cubicBezTo>
                    <a:cubicBezTo>
                      <a:pt x="39" y="427"/>
                      <a:pt x="23" y="439"/>
                      <a:pt x="7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Freeform 154"/>
              <p:cNvSpPr/>
              <p:nvPr/>
            </p:nvSpPr>
            <p:spPr bwMode="auto">
              <a:xfrm>
                <a:off x="4387" y="3218"/>
                <a:ext cx="65" cy="451"/>
              </a:xfrm>
              <a:custGeom>
                <a:avLst/>
                <a:gdLst>
                  <a:gd name="T0" fmla="*/ 0 w 65"/>
                  <a:gd name="T1" fmla="*/ 0 h 451"/>
                  <a:gd name="T2" fmla="*/ 21 w 65"/>
                  <a:gd name="T3" fmla="*/ 44 h 451"/>
                  <a:gd name="T4" fmla="*/ 43 w 65"/>
                  <a:gd name="T5" fmla="*/ 95 h 451"/>
                  <a:gd name="T6" fmla="*/ 58 w 65"/>
                  <a:gd name="T7" fmla="*/ 161 h 451"/>
                  <a:gd name="T8" fmla="*/ 65 w 65"/>
                  <a:gd name="T9" fmla="*/ 233 h 451"/>
                  <a:gd name="T10" fmla="*/ 58 w 65"/>
                  <a:gd name="T11" fmla="*/ 284 h 451"/>
                  <a:gd name="T12" fmla="*/ 43 w 65"/>
                  <a:gd name="T13" fmla="*/ 335 h 451"/>
                  <a:gd name="T14" fmla="*/ 29 w 65"/>
                  <a:gd name="T15" fmla="*/ 393 h 451"/>
                  <a:gd name="T16" fmla="*/ 0 w 65"/>
                  <a:gd name="T17" fmla="*/ 451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51"/>
                  <a:gd name="T29" fmla="*/ 65 w 65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51">
                    <a:moveTo>
                      <a:pt x="0" y="0"/>
                    </a:moveTo>
                    <a:cubicBezTo>
                      <a:pt x="6" y="13"/>
                      <a:pt x="14" y="28"/>
                      <a:pt x="21" y="44"/>
                    </a:cubicBezTo>
                    <a:cubicBezTo>
                      <a:pt x="28" y="60"/>
                      <a:pt x="37" y="76"/>
                      <a:pt x="43" y="95"/>
                    </a:cubicBezTo>
                    <a:cubicBezTo>
                      <a:pt x="49" y="114"/>
                      <a:pt x="54" y="138"/>
                      <a:pt x="58" y="161"/>
                    </a:cubicBezTo>
                    <a:cubicBezTo>
                      <a:pt x="62" y="184"/>
                      <a:pt x="65" y="213"/>
                      <a:pt x="65" y="233"/>
                    </a:cubicBezTo>
                    <a:cubicBezTo>
                      <a:pt x="65" y="253"/>
                      <a:pt x="62" y="267"/>
                      <a:pt x="58" y="284"/>
                    </a:cubicBezTo>
                    <a:cubicBezTo>
                      <a:pt x="54" y="301"/>
                      <a:pt x="48" y="317"/>
                      <a:pt x="43" y="335"/>
                    </a:cubicBezTo>
                    <a:cubicBezTo>
                      <a:pt x="38" y="353"/>
                      <a:pt x="36" y="374"/>
                      <a:pt x="29" y="393"/>
                    </a:cubicBezTo>
                    <a:cubicBezTo>
                      <a:pt x="22" y="412"/>
                      <a:pt x="11" y="431"/>
                      <a:pt x="0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Freeform 155"/>
              <p:cNvSpPr/>
              <p:nvPr/>
            </p:nvSpPr>
            <p:spPr bwMode="auto">
              <a:xfrm>
                <a:off x="3856" y="3042"/>
                <a:ext cx="392" cy="67"/>
              </a:xfrm>
              <a:custGeom>
                <a:avLst/>
                <a:gdLst>
                  <a:gd name="T0" fmla="*/ 0 w 392"/>
                  <a:gd name="T1" fmla="*/ 67 h 67"/>
                  <a:gd name="T2" fmla="*/ 43 w 392"/>
                  <a:gd name="T3" fmla="*/ 31 h 67"/>
                  <a:gd name="T4" fmla="*/ 101 w 392"/>
                  <a:gd name="T5" fmla="*/ 9 h 67"/>
                  <a:gd name="T6" fmla="*/ 160 w 392"/>
                  <a:gd name="T7" fmla="*/ 2 h 67"/>
                  <a:gd name="T8" fmla="*/ 225 w 392"/>
                  <a:gd name="T9" fmla="*/ 2 h 67"/>
                  <a:gd name="T10" fmla="*/ 283 w 392"/>
                  <a:gd name="T11" fmla="*/ 16 h 67"/>
                  <a:gd name="T12" fmla="*/ 341 w 392"/>
                  <a:gd name="T13" fmla="*/ 38 h 67"/>
                  <a:gd name="T14" fmla="*/ 392 w 392"/>
                  <a:gd name="T15" fmla="*/ 60 h 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2"/>
                  <a:gd name="T25" fmla="*/ 0 h 67"/>
                  <a:gd name="T26" fmla="*/ 392 w 392"/>
                  <a:gd name="T27" fmla="*/ 67 h 6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2" h="67">
                    <a:moveTo>
                      <a:pt x="0" y="67"/>
                    </a:moveTo>
                    <a:cubicBezTo>
                      <a:pt x="7" y="62"/>
                      <a:pt x="26" y="41"/>
                      <a:pt x="43" y="31"/>
                    </a:cubicBezTo>
                    <a:cubicBezTo>
                      <a:pt x="60" y="21"/>
                      <a:pt x="82" y="14"/>
                      <a:pt x="101" y="9"/>
                    </a:cubicBezTo>
                    <a:cubicBezTo>
                      <a:pt x="120" y="4"/>
                      <a:pt x="139" y="3"/>
                      <a:pt x="160" y="2"/>
                    </a:cubicBezTo>
                    <a:cubicBezTo>
                      <a:pt x="181" y="1"/>
                      <a:pt x="205" y="0"/>
                      <a:pt x="225" y="2"/>
                    </a:cubicBezTo>
                    <a:cubicBezTo>
                      <a:pt x="245" y="4"/>
                      <a:pt x="264" y="10"/>
                      <a:pt x="283" y="16"/>
                    </a:cubicBezTo>
                    <a:cubicBezTo>
                      <a:pt x="302" y="22"/>
                      <a:pt x="323" y="31"/>
                      <a:pt x="341" y="38"/>
                    </a:cubicBezTo>
                    <a:cubicBezTo>
                      <a:pt x="359" y="45"/>
                      <a:pt x="381" y="56"/>
                      <a:pt x="392" y="6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Freeform 156"/>
              <p:cNvSpPr/>
              <p:nvPr/>
            </p:nvSpPr>
            <p:spPr bwMode="auto">
              <a:xfrm>
                <a:off x="3856" y="3546"/>
                <a:ext cx="385" cy="66"/>
              </a:xfrm>
              <a:custGeom>
                <a:avLst/>
                <a:gdLst>
                  <a:gd name="T0" fmla="*/ 0 w 385"/>
                  <a:gd name="T1" fmla="*/ 0 h 66"/>
                  <a:gd name="T2" fmla="*/ 51 w 385"/>
                  <a:gd name="T3" fmla="*/ 22 h 66"/>
                  <a:gd name="T4" fmla="*/ 94 w 385"/>
                  <a:gd name="T5" fmla="*/ 43 h 66"/>
                  <a:gd name="T6" fmla="*/ 138 w 385"/>
                  <a:gd name="T7" fmla="*/ 58 h 66"/>
                  <a:gd name="T8" fmla="*/ 211 w 385"/>
                  <a:gd name="T9" fmla="*/ 65 h 66"/>
                  <a:gd name="T10" fmla="*/ 278 w 385"/>
                  <a:gd name="T11" fmla="*/ 62 h 66"/>
                  <a:gd name="T12" fmla="*/ 336 w 385"/>
                  <a:gd name="T13" fmla="*/ 42 h 66"/>
                  <a:gd name="T14" fmla="*/ 385 w 385"/>
                  <a:gd name="T15" fmla="*/ 14 h 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85"/>
                  <a:gd name="T25" fmla="*/ 0 h 66"/>
                  <a:gd name="T26" fmla="*/ 385 w 385"/>
                  <a:gd name="T27" fmla="*/ 66 h 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85" h="66">
                    <a:moveTo>
                      <a:pt x="0" y="0"/>
                    </a:moveTo>
                    <a:cubicBezTo>
                      <a:pt x="17" y="7"/>
                      <a:pt x="35" y="15"/>
                      <a:pt x="51" y="22"/>
                    </a:cubicBezTo>
                    <a:cubicBezTo>
                      <a:pt x="67" y="29"/>
                      <a:pt x="80" y="37"/>
                      <a:pt x="94" y="43"/>
                    </a:cubicBezTo>
                    <a:cubicBezTo>
                      <a:pt x="108" y="49"/>
                      <a:pt x="119" y="54"/>
                      <a:pt x="138" y="58"/>
                    </a:cubicBezTo>
                    <a:cubicBezTo>
                      <a:pt x="157" y="62"/>
                      <a:pt x="188" y="64"/>
                      <a:pt x="211" y="65"/>
                    </a:cubicBezTo>
                    <a:cubicBezTo>
                      <a:pt x="234" y="66"/>
                      <a:pt x="257" y="66"/>
                      <a:pt x="278" y="62"/>
                    </a:cubicBezTo>
                    <a:cubicBezTo>
                      <a:pt x="299" y="58"/>
                      <a:pt x="318" y="50"/>
                      <a:pt x="336" y="42"/>
                    </a:cubicBezTo>
                    <a:cubicBezTo>
                      <a:pt x="354" y="34"/>
                      <a:pt x="375" y="20"/>
                      <a:pt x="385" y="1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Freeform 157"/>
              <p:cNvSpPr/>
              <p:nvPr/>
            </p:nvSpPr>
            <p:spPr bwMode="auto">
              <a:xfrm>
                <a:off x="4016" y="2549"/>
                <a:ext cx="859" cy="830"/>
              </a:xfrm>
              <a:custGeom>
                <a:avLst/>
                <a:gdLst>
                  <a:gd name="T0" fmla="*/ 0 w 859"/>
                  <a:gd name="T1" fmla="*/ 131 h 830"/>
                  <a:gd name="T2" fmla="*/ 43 w 859"/>
                  <a:gd name="T3" fmla="*/ 102 h 830"/>
                  <a:gd name="T4" fmla="*/ 87 w 859"/>
                  <a:gd name="T5" fmla="*/ 66 h 830"/>
                  <a:gd name="T6" fmla="*/ 145 w 859"/>
                  <a:gd name="T7" fmla="*/ 37 h 830"/>
                  <a:gd name="T8" fmla="*/ 196 w 859"/>
                  <a:gd name="T9" fmla="*/ 22 h 830"/>
                  <a:gd name="T10" fmla="*/ 269 w 859"/>
                  <a:gd name="T11" fmla="*/ 8 h 830"/>
                  <a:gd name="T12" fmla="*/ 341 w 859"/>
                  <a:gd name="T13" fmla="*/ 0 h 830"/>
                  <a:gd name="T14" fmla="*/ 414 w 859"/>
                  <a:gd name="T15" fmla="*/ 8 h 830"/>
                  <a:gd name="T16" fmla="*/ 480 w 859"/>
                  <a:gd name="T17" fmla="*/ 22 h 830"/>
                  <a:gd name="T18" fmla="*/ 545 w 859"/>
                  <a:gd name="T19" fmla="*/ 44 h 830"/>
                  <a:gd name="T20" fmla="*/ 603 w 859"/>
                  <a:gd name="T21" fmla="*/ 73 h 830"/>
                  <a:gd name="T22" fmla="*/ 654 w 859"/>
                  <a:gd name="T23" fmla="*/ 102 h 830"/>
                  <a:gd name="T24" fmla="*/ 720 w 859"/>
                  <a:gd name="T25" fmla="*/ 146 h 830"/>
                  <a:gd name="T26" fmla="*/ 763 w 859"/>
                  <a:gd name="T27" fmla="*/ 204 h 830"/>
                  <a:gd name="T28" fmla="*/ 792 w 859"/>
                  <a:gd name="T29" fmla="*/ 255 h 830"/>
                  <a:gd name="T30" fmla="*/ 829 w 859"/>
                  <a:gd name="T31" fmla="*/ 320 h 830"/>
                  <a:gd name="T32" fmla="*/ 843 w 859"/>
                  <a:gd name="T33" fmla="*/ 386 h 830"/>
                  <a:gd name="T34" fmla="*/ 858 w 859"/>
                  <a:gd name="T35" fmla="*/ 473 h 830"/>
                  <a:gd name="T36" fmla="*/ 850 w 859"/>
                  <a:gd name="T37" fmla="*/ 517 h 830"/>
                  <a:gd name="T38" fmla="*/ 836 w 859"/>
                  <a:gd name="T39" fmla="*/ 604 h 830"/>
                  <a:gd name="T40" fmla="*/ 814 w 859"/>
                  <a:gd name="T41" fmla="*/ 662 h 830"/>
                  <a:gd name="T42" fmla="*/ 785 w 859"/>
                  <a:gd name="T43" fmla="*/ 720 h 830"/>
                  <a:gd name="T44" fmla="*/ 741 w 859"/>
                  <a:gd name="T45" fmla="*/ 771 h 830"/>
                  <a:gd name="T46" fmla="*/ 691 w 859"/>
                  <a:gd name="T47" fmla="*/ 830 h 8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59"/>
                  <a:gd name="T73" fmla="*/ 0 h 830"/>
                  <a:gd name="T74" fmla="*/ 859 w 859"/>
                  <a:gd name="T75" fmla="*/ 830 h 83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59" h="830">
                    <a:moveTo>
                      <a:pt x="0" y="131"/>
                    </a:moveTo>
                    <a:cubicBezTo>
                      <a:pt x="14" y="122"/>
                      <a:pt x="29" y="113"/>
                      <a:pt x="43" y="102"/>
                    </a:cubicBezTo>
                    <a:cubicBezTo>
                      <a:pt x="57" y="91"/>
                      <a:pt x="70" y="77"/>
                      <a:pt x="87" y="66"/>
                    </a:cubicBezTo>
                    <a:cubicBezTo>
                      <a:pt x="104" y="55"/>
                      <a:pt x="127" y="44"/>
                      <a:pt x="145" y="37"/>
                    </a:cubicBezTo>
                    <a:cubicBezTo>
                      <a:pt x="163" y="30"/>
                      <a:pt x="175" y="27"/>
                      <a:pt x="196" y="22"/>
                    </a:cubicBezTo>
                    <a:cubicBezTo>
                      <a:pt x="217" y="17"/>
                      <a:pt x="245" y="12"/>
                      <a:pt x="269" y="8"/>
                    </a:cubicBezTo>
                    <a:cubicBezTo>
                      <a:pt x="293" y="4"/>
                      <a:pt x="317" y="0"/>
                      <a:pt x="341" y="0"/>
                    </a:cubicBezTo>
                    <a:cubicBezTo>
                      <a:pt x="365" y="0"/>
                      <a:pt x="391" y="4"/>
                      <a:pt x="414" y="8"/>
                    </a:cubicBezTo>
                    <a:cubicBezTo>
                      <a:pt x="437" y="12"/>
                      <a:pt x="458" y="16"/>
                      <a:pt x="480" y="22"/>
                    </a:cubicBezTo>
                    <a:cubicBezTo>
                      <a:pt x="502" y="28"/>
                      <a:pt x="524" y="35"/>
                      <a:pt x="545" y="44"/>
                    </a:cubicBezTo>
                    <a:cubicBezTo>
                      <a:pt x="566" y="53"/>
                      <a:pt x="585" y="63"/>
                      <a:pt x="603" y="73"/>
                    </a:cubicBezTo>
                    <a:cubicBezTo>
                      <a:pt x="621" y="83"/>
                      <a:pt x="635" y="90"/>
                      <a:pt x="654" y="102"/>
                    </a:cubicBezTo>
                    <a:cubicBezTo>
                      <a:pt x="673" y="114"/>
                      <a:pt x="702" y="129"/>
                      <a:pt x="720" y="146"/>
                    </a:cubicBezTo>
                    <a:cubicBezTo>
                      <a:pt x="738" y="163"/>
                      <a:pt x="751" y="186"/>
                      <a:pt x="763" y="204"/>
                    </a:cubicBezTo>
                    <a:cubicBezTo>
                      <a:pt x="775" y="222"/>
                      <a:pt x="781" y="236"/>
                      <a:pt x="792" y="255"/>
                    </a:cubicBezTo>
                    <a:cubicBezTo>
                      <a:pt x="803" y="274"/>
                      <a:pt x="821" y="298"/>
                      <a:pt x="829" y="320"/>
                    </a:cubicBezTo>
                    <a:cubicBezTo>
                      <a:pt x="837" y="342"/>
                      <a:pt x="838" y="361"/>
                      <a:pt x="843" y="386"/>
                    </a:cubicBezTo>
                    <a:cubicBezTo>
                      <a:pt x="848" y="411"/>
                      <a:pt x="857" y="451"/>
                      <a:pt x="858" y="473"/>
                    </a:cubicBezTo>
                    <a:cubicBezTo>
                      <a:pt x="859" y="495"/>
                      <a:pt x="854" y="495"/>
                      <a:pt x="850" y="517"/>
                    </a:cubicBezTo>
                    <a:cubicBezTo>
                      <a:pt x="846" y="539"/>
                      <a:pt x="842" y="580"/>
                      <a:pt x="836" y="604"/>
                    </a:cubicBezTo>
                    <a:cubicBezTo>
                      <a:pt x="830" y="628"/>
                      <a:pt x="822" y="643"/>
                      <a:pt x="814" y="662"/>
                    </a:cubicBezTo>
                    <a:cubicBezTo>
                      <a:pt x="806" y="681"/>
                      <a:pt x="797" y="702"/>
                      <a:pt x="785" y="720"/>
                    </a:cubicBezTo>
                    <a:cubicBezTo>
                      <a:pt x="773" y="738"/>
                      <a:pt x="757" y="753"/>
                      <a:pt x="741" y="771"/>
                    </a:cubicBezTo>
                    <a:cubicBezTo>
                      <a:pt x="725" y="789"/>
                      <a:pt x="701" y="818"/>
                      <a:pt x="691" y="8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Freeform 158"/>
              <p:cNvSpPr/>
              <p:nvPr/>
            </p:nvSpPr>
            <p:spPr bwMode="auto">
              <a:xfrm>
                <a:off x="3710" y="2655"/>
                <a:ext cx="340" cy="338"/>
              </a:xfrm>
              <a:custGeom>
                <a:avLst/>
                <a:gdLst>
                  <a:gd name="T0" fmla="*/ 340 w 340"/>
                  <a:gd name="T1" fmla="*/ 0 h 338"/>
                  <a:gd name="T2" fmla="*/ 0 w 340"/>
                  <a:gd name="T3" fmla="*/ 338 h 338"/>
                  <a:gd name="T4" fmla="*/ 0 60000 65536"/>
                  <a:gd name="T5" fmla="*/ 0 60000 65536"/>
                  <a:gd name="T6" fmla="*/ 0 w 340"/>
                  <a:gd name="T7" fmla="*/ 0 h 338"/>
                  <a:gd name="T8" fmla="*/ 340 w 34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0" h="338">
                    <a:moveTo>
                      <a:pt x="340" y="0"/>
                    </a:moveTo>
                    <a:lnTo>
                      <a:pt x="0" y="33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43" name="Group 159"/>
          <p:cNvGrpSpPr/>
          <p:nvPr/>
        </p:nvGrpSpPr>
        <p:grpSpPr bwMode="auto">
          <a:xfrm>
            <a:off x="4007768" y="3666349"/>
            <a:ext cx="7578725" cy="2389187"/>
            <a:chOff x="597" y="2414"/>
            <a:chExt cx="4774" cy="1505"/>
          </a:xfrm>
        </p:grpSpPr>
        <p:sp>
          <p:nvSpPr>
            <p:cNvPr id="144" name="Rectangle 160"/>
            <p:cNvSpPr>
              <a:spLocks noChangeArrowheads="1"/>
            </p:cNvSpPr>
            <p:nvPr/>
          </p:nvSpPr>
          <p:spPr bwMode="auto">
            <a:xfrm>
              <a:off x="597" y="2414"/>
              <a:ext cx="4774" cy="1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45" name="Group 161"/>
            <p:cNvGrpSpPr/>
            <p:nvPr/>
          </p:nvGrpSpPr>
          <p:grpSpPr bwMode="auto">
            <a:xfrm>
              <a:off x="2490" y="2538"/>
              <a:ext cx="2385" cy="1279"/>
              <a:chOff x="2490" y="2538"/>
              <a:chExt cx="2385" cy="1279"/>
            </a:xfrm>
          </p:grpSpPr>
          <p:sp>
            <p:nvSpPr>
              <p:cNvPr id="146" name="Freeform 162"/>
              <p:cNvSpPr/>
              <p:nvPr/>
            </p:nvSpPr>
            <p:spPr bwMode="auto">
              <a:xfrm>
                <a:off x="2611" y="2757"/>
                <a:ext cx="1330" cy="421"/>
              </a:xfrm>
              <a:custGeom>
                <a:avLst/>
                <a:gdLst>
                  <a:gd name="T0" fmla="*/ 0 w 1330"/>
                  <a:gd name="T1" fmla="*/ 7 h 421"/>
                  <a:gd name="T2" fmla="*/ 1330 w 1330"/>
                  <a:gd name="T3" fmla="*/ 0 h 421"/>
                  <a:gd name="T4" fmla="*/ 1105 w 1330"/>
                  <a:gd name="T5" fmla="*/ 225 h 421"/>
                  <a:gd name="T6" fmla="*/ 1069 w 1330"/>
                  <a:gd name="T7" fmla="*/ 261 h 421"/>
                  <a:gd name="T8" fmla="*/ 1018 w 1330"/>
                  <a:gd name="T9" fmla="*/ 341 h 421"/>
                  <a:gd name="T10" fmla="*/ 930 w 1330"/>
                  <a:gd name="T11" fmla="*/ 421 h 421"/>
                  <a:gd name="T12" fmla="*/ 923 w 1330"/>
                  <a:gd name="T13" fmla="*/ 130 h 421"/>
                  <a:gd name="T14" fmla="*/ 0 w 1330"/>
                  <a:gd name="T15" fmla="*/ 138 h 421"/>
                  <a:gd name="T16" fmla="*/ 0 w 1330"/>
                  <a:gd name="T17" fmla="*/ 7 h 4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30"/>
                  <a:gd name="T28" fmla="*/ 0 h 421"/>
                  <a:gd name="T29" fmla="*/ 1330 w 1330"/>
                  <a:gd name="T30" fmla="*/ 421 h 4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30" h="421">
                    <a:moveTo>
                      <a:pt x="0" y="7"/>
                    </a:moveTo>
                    <a:lnTo>
                      <a:pt x="1330" y="0"/>
                    </a:lnTo>
                    <a:lnTo>
                      <a:pt x="1105" y="225"/>
                    </a:lnTo>
                    <a:lnTo>
                      <a:pt x="1069" y="261"/>
                    </a:lnTo>
                    <a:lnTo>
                      <a:pt x="1018" y="341"/>
                    </a:lnTo>
                    <a:lnTo>
                      <a:pt x="930" y="421"/>
                    </a:lnTo>
                    <a:lnTo>
                      <a:pt x="923" y="130"/>
                    </a:lnTo>
                    <a:lnTo>
                      <a:pt x="0" y="138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Line 163"/>
              <p:cNvSpPr>
                <a:spLocks noChangeShapeType="1"/>
              </p:cNvSpPr>
              <p:nvPr/>
            </p:nvSpPr>
            <p:spPr bwMode="auto">
              <a:xfrm>
                <a:off x="2603" y="276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Freeform 164"/>
              <p:cNvSpPr/>
              <p:nvPr/>
            </p:nvSpPr>
            <p:spPr bwMode="auto">
              <a:xfrm>
                <a:off x="2618" y="3578"/>
                <a:ext cx="1142" cy="146"/>
              </a:xfrm>
              <a:custGeom>
                <a:avLst/>
                <a:gdLst>
                  <a:gd name="T0" fmla="*/ 0 w 1142"/>
                  <a:gd name="T1" fmla="*/ 8 h 146"/>
                  <a:gd name="T2" fmla="*/ 0 w 1142"/>
                  <a:gd name="T3" fmla="*/ 146 h 146"/>
                  <a:gd name="T4" fmla="*/ 1142 w 1142"/>
                  <a:gd name="T5" fmla="*/ 146 h 146"/>
                  <a:gd name="T6" fmla="*/ 1098 w 1142"/>
                  <a:gd name="T7" fmla="*/ 110 h 146"/>
                  <a:gd name="T8" fmla="*/ 865 w 1142"/>
                  <a:gd name="T9" fmla="*/ 110 h 146"/>
                  <a:gd name="T10" fmla="*/ 843 w 1142"/>
                  <a:gd name="T11" fmla="*/ 66 h 146"/>
                  <a:gd name="T12" fmla="*/ 814 w 1142"/>
                  <a:gd name="T13" fmla="*/ 0 h 146"/>
                  <a:gd name="T14" fmla="*/ 0 w 1142"/>
                  <a:gd name="T15" fmla="*/ 8 h 1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42"/>
                  <a:gd name="T25" fmla="*/ 0 h 146"/>
                  <a:gd name="T26" fmla="*/ 1142 w 1142"/>
                  <a:gd name="T27" fmla="*/ 146 h 1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42" h="146">
                    <a:moveTo>
                      <a:pt x="0" y="8"/>
                    </a:moveTo>
                    <a:lnTo>
                      <a:pt x="0" y="146"/>
                    </a:lnTo>
                    <a:lnTo>
                      <a:pt x="1142" y="146"/>
                    </a:lnTo>
                    <a:lnTo>
                      <a:pt x="1098" y="110"/>
                    </a:lnTo>
                    <a:lnTo>
                      <a:pt x="865" y="110"/>
                    </a:lnTo>
                    <a:lnTo>
                      <a:pt x="843" y="66"/>
                    </a:lnTo>
                    <a:lnTo>
                      <a:pt x="814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Freeform 165"/>
              <p:cNvSpPr/>
              <p:nvPr/>
            </p:nvSpPr>
            <p:spPr bwMode="auto">
              <a:xfrm>
                <a:off x="3654" y="2817"/>
                <a:ext cx="727" cy="900"/>
              </a:xfrm>
              <a:custGeom>
                <a:avLst/>
                <a:gdLst>
                  <a:gd name="T0" fmla="*/ 265 w 727"/>
                  <a:gd name="T1" fmla="*/ 0 h 900"/>
                  <a:gd name="T2" fmla="*/ 146 w 727"/>
                  <a:gd name="T3" fmla="*/ 92 h 900"/>
                  <a:gd name="T4" fmla="*/ 80 w 727"/>
                  <a:gd name="T5" fmla="*/ 158 h 900"/>
                  <a:gd name="T6" fmla="*/ 44 w 727"/>
                  <a:gd name="T7" fmla="*/ 221 h 900"/>
                  <a:gd name="T8" fmla="*/ 0 w 727"/>
                  <a:gd name="T9" fmla="*/ 383 h 900"/>
                  <a:gd name="T10" fmla="*/ 7 w 727"/>
                  <a:gd name="T11" fmla="*/ 492 h 900"/>
                  <a:gd name="T12" fmla="*/ 29 w 727"/>
                  <a:gd name="T13" fmla="*/ 609 h 900"/>
                  <a:gd name="T14" fmla="*/ 80 w 727"/>
                  <a:gd name="T15" fmla="*/ 667 h 900"/>
                  <a:gd name="T16" fmla="*/ 153 w 727"/>
                  <a:gd name="T17" fmla="*/ 740 h 900"/>
                  <a:gd name="T18" fmla="*/ 218 w 727"/>
                  <a:gd name="T19" fmla="*/ 805 h 900"/>
                  <a:gd name="T20" fmla="*/ 320 w 727"/>
                  <a:gd name="T21" fmla="*/ 849 h 900"/>
                  <a:gd name="T22" fmla="*/ 437 w 727"/>
                  <a:gd name="T23" fmla="*/ 885 h 900"/>
                  <a:gd name="T24" fmla="*/ 531 w 727"/>
                  <a:gd name="T25" fmla="*/ 900 h 900"/>
                  <a:gd name="T26" fmla="*/ 727 w 727"/>
                  <a:gd name="T27" fmla="*/ 704 h 900"/>
                  <a:gd name="T28" fmla="*/ 626 w 727"/>
                  <a:gd name="T29" fmla="*/ 689 h 900"/>
                  <a:gd name="T30" fmla="*/ 546 w 727"/>
                  <a:gd name="T31" fmla="*/ 667 h 900"/>
                  <a:gd name="T32" fmla="*/ 451 w 727"/>
                  <a:gd name="T33" fmla="*/ 638 h 900"/>
                  <a:gd name="T34" fmla="*/ 393 w 727"/>
                  <a:gd name="T35" fmla="*/ 587 h 900"/>
                  <a:gd name="T36" fmla="*/ 306 w 727"/>
                  <a:gd name="T37" fmla="*/ 521 h 900"/>
                  <a:gd name="T38" fmla="*/ 277 w 727"/>
                  <a:gd name="T39" fmla="*/ 471 h 900"/>
                  <a:gd name="T40" fmla="*/ 236 w 727"/>
                  <a:gd name="T41" fmla="*/ 385 h 900"/>
                  <a:gd name="T42" fmla="*/ 207 w 727"/>
                  <a:gd name="T43" fmla="*/ 312 h 900"/>
                  <a:gd name="T44" fmla="*/ 207 w 727"/>
                  <a:gd name="T45" fmla="*/ 211 h 900"/>
                  <a:gd name="T46" fmla="*/ 218 w 727"/>
                  <a:gd name="T47" fmla="*/ 107 h 900"/>
                  <a:gd name="T48" fmla="*/ 265 w 727"/>
                  <a:gd name="T49" fmla="*/ 0 h 90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27"/>
                  <a:gd name="T76" fmla="*/ 0 h 900"/>
                  <a:gd name="T77" fmla="*/ 727 w 727"/>
                  <a:gd name="T78" fmla="*/ 900 h 90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27" h="900">
                    <a:moveTo>
                      <a:pt x="265" y="0"/>
                    </a:moveTo>
                    <a:lnTo>
                      <a:pt x="146" y="92"/>
                    </a:lnTo>
                    <a:lnTo>
                      <a:pt x="80" y="158"/>
                    </a:lnTo>
                    <a:lnTo>
                      <a:pt x="44" y="221"/>
                    </a:lnTo>
                    <a:lnTo>
                      <a:pt x="0" y="383"/>
                    </a:lnTo>
                    <a:lnTo>
                      <a:pt x="7" y="492"/>
                    </a:lnTo>
                    <a:lnTo>
                      <a:pt x="29" y="609"/>
                    </a:lnTo>
                    <a:lnTo>
                      <a:pt x="80" y="667"/>
                    </a:lnTo>
                    <a:lnTo>
                      <a:pt x="153" y="740"/>
                    </a:lnTo>
                    <a:lnTo>
                      <a:pt x="218" y="805"/>
                    </a:lnTo>
                    <a:lnTo>
                      <a:pt x="320" y="849"/>
                    </a:lnTo>
                    <a:lnTo>
                      <a:pt x="437" y="885"/>
                    </a:lnTo>
                    <a:lnTo>
                      <a:pt x="531" y="900"/>
                    </a:lnTo>
                    <a:lnTo>
                      <a:pt x="727" y="704"/>
                    </a:lnTo>
                    <a:lnTo>
                      <a:pt x="626" y="689"/>
                    </a:lnTo>
                    <a:lnTo>
                      <a:pt x="546" y="667"/>
                    </a:lnTo>
                    <a:lnTo>
                      <a:pt x="451" y="638"/>
                    </a:lnTo>
                    <a:lnTo>
                      <a:pt x="393" y="587"/>
                    </a:lnTo>
                    <a:lnTo>
                      <a:pt x="306" y="521"/>
                    </a:lnTo>
                    <a:lnTo>
                      <a:pt x="277" y="471"/>
                    </a:lnTo>
                    <a:lnTo>
                      <a:pt x="236" y="385"/>
                    </a:lnTo>
                    <a:lnTo>
                      <a:pt x="207" y="312"/>
                    </a:lnTo>
                    <a:lnTo>
                      <a:pt x="207" y="211"/>
                    </a:lnTo>
                    <a:lnTo>
                      <a:pt x="218" y="107"/>
                    </a:lnTo>
                    <a:lnTo>
                      <a:pt x="265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82F76"/>
                  </a:gs>
                  <a:gs pos="100000">
                    <a:srgbClr val="3366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Line 166"/>
              <p:cNvSpPr>
                <a:spLocks noChangeShapeType="1"/>
              </p:cNvSpPr>
              <p:nvPr/>
            </p:nvSpPr>
            <p:spPr bwMode="auto">
              <a:xfrm flipH="1">
                <a:off x="4185" y="2569"/>
                <a:ext cx="20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Freeform 167"/>
              <p:cNvSpPr/>
              <p:nvPr/>
            </p:nvSpPr>
            <p:spPr bwMode="auto">
              <a:xfrm>
                <a:off x="4187" y="3527"/>
                <a:ext cx="194" cy="193"/>
              </a:xfrm>
              <a:custGeom>
                <a:avLst/>
                <a:gdLst>
                  <a:gd name="T0" fmla="*/ 194 w 194"/>
                  <a:gd name="T1" fmla="*/ 0 h 193"/>
                  <a:gd name="T2" fmla="*/ 0 w 194"/>
                  <a:gd name="T3" fmla="*/ 193 h 193"/>
                  <a:gd name="T4" fmla="*/ 0 60000 65536"/>
                  <a:gd name="T5" fmla="*/ 0 60000 65536"/>
                  <a:gd name="T6" fmla="*/ 0 w 194"/>
                  <a:gd name="T7" fmla="*/ 0 h 193"/>
                  <a:gd name="T8" fmla="*/ 194 w 194"/>
                  <a:gd name="T9" fmla="*/ 193 h 1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4" h="193">
                    <a:moveTo>
                      <a:pt x="194" y="0"/>
                    </a:moveTo>
                    <a:lnTo>
                      <a:pt x="0" y="193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Arc 168"/>
              <p:cNvSpPr/>
              <p:nvPr/>
            </p:nvSpPr>
            <p:spPr bwMode="auto">
              <a:xfrm flipH="1">
                <a:off x="3655" y="2758"/>
                <a:ext cx="547" cy="956"/>
              </a:xfrm>
              <a:custGeom>
                <a:avLst/>
                <a:gdLst>
                  <a:gd name="T0" fmla="*/ 0 w 21600"/>
                  <a:gd name="T1" fmla="*/ 0 h 43199"/>
                  <a:gd name="T2" fmla="*/ 0 w 21600"/>
                  <a:gd name="T3" fmla="*/ 0 h 43199"/>
                  <a:gd name="T4" fmla="*/ 0 w 21600"/>
                  <a:gd name="T5" fmla="*/ 0 h 431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99"/>
                  <a:gd name="T11" fmla="*/ 21600 w 21600"/>
                  <a:gd name="T12" fmla="*/ 43199 h 431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99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</a:path>
                  <a:path w="21600" h="43199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462"/>
                      <a:pt x="12033" y="43104"/>
                      <a:pt x="172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Freeform 169"/>
              <p:cNvSpPr/>
              <p:nvPr/>
            </p:nvSpPr>
            <p:spPr bwMode="auto">
              <a:xfrm>
                <a:off x="3848" y="2824"/>
                <a:ext cx="540" cy="696"/>
              </a:xfrm>
              <a:custGeom>
                <a:avLst/>
                <a:gdLst>
                  <a:gd name="T0" fmla="*/ 86 w 540"/>
                  <a:gd name="T1" fmla="*/ 0 h 696"/>
                  <a:gd name="T2" fmla="*/ 13 w 540"/>
                  <a:gd name="T3" fmla="*/ 109 h 696"/>
                  <a:gd name="T4" fmla="*/ 6 w 540"/>
                  <a:gd name="T5" fmla="*/ 211 h 696"/>
                  <a:gd name="T6" fmla="*/ 24 w 540"/>
                  <a:gd name="T7" fmla="*/ 332 h 696"/>
                  <a:gd name="T8" fmla="*/ 53 w 540"/>
                  <a:gd name="T9" fmla="*/ 420 h 696"/>
                  <a:gd name="T10" fmla="*/ 97 w 540"/>
                  <a:gd name="T11" fmla="*/ 492 h 696"/>
                  <a:gd name="T12" fmla="*/ 148 w 540"/>
                  <a:gd name="T13" fmla="*/ 550 h 696"/>
                  <a:gd name="T14" fmla="*/ 206 w 540"/>
                  <a:gd name="T15" fmla="*/ 587 h 696"/>
                  <a:gd name="T16" fmla="*/ 264 w 540"/>
                  <a:gd name="T17" fmla="*/ 630 h 696"/>
                  <a:gd name="T18" fmla="*/ 344 w 540"/>
                  <a:gd name="T19" fmla="*/ 660 h 696"/>
                  <a:gd name="T20" fmla="*/ 446 w 540"/>
                  <a:gd name="T21" fmla="*/ 681 h 696"/>
                  <a:gd name="T22" fmla="*/ 540 w 540"/>
                  <a:gd name="T23" fmla="*/ 696 h 69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40"/>
                  <a:gd name="T37" fmla="*/ 0 h 696"/>
                  <a:gd name="T38" fmla="*/ 540 w 540"/>
                  <a:gd name="T39" fmla="*/ 696 h 69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40" h="696">
                    <a:moveTo>
                      <a:pt x="86" y="0"/>
                    </a:moveTo>
                    <a:cubicBezTo>
                      <a:pt x="75" y="19"/>
                      <a:pt x="26" y="74"/>
                      <a:pt x="13" y="109"/>
                    </a:cubicBezTo>
                    <a:cubicBezTo>
                      <a:pt x="0" y="144"/>
                      <a:pt x="4" y="174"/>
                      <a:pt x="6" y="211"/>
                    </a:cubicBezTo>
                    <a:cubicBezTo>
                      <a:pt x="8" y="248"/>
                      <a:pt x="16" y="297"/>
                      <a:pt x="24" y="332"/>
                    </a:cubicBezTo>
                    <a:cubicBezTo>
                      <a:pt x="32" y="367"/>
                      <a:pt x="41" y="393"/>
                      <a:pt x="53" y="420"/>
                    </a:cubicBezTo>
                    <a:cubicBezTo>
                      <a:pt x="65" y="447"/>
                      <a:pt x="81" y="470"/>
                      <a:pt x="97" y="492"/>
                    </a:cubicBezTo>
                    <a:cubicBezTo>
                      <a:pt x="113" y="514"/>
                      <a:pt x="130" y="534"/>
                      <a:pt x="148" y="550"/>
                    </a:cubicBezTo>
                    <a:cubicBezTo>
                      <a:pt x="166" y="566"/>
                      <a:pt x="187" y="574"/>
                      <a:pt x="206" y="587"/>
                    </a:cubicBezTo>
                    <a:cubicBezTo>
                      <a:pt x="225" y="600"/>
                      <a:pt x="241" y="618"/>
                      <a:pt x="264" y="630"/>
                    </a:cubicBezTo>
                    <a:cubicBezTo>
                      <a:pt x="287" y="642"/>
                      <a:pt x="314" y="652"/>
                      <a:pt x="344" y="660"/>
                    </a:cubicBezTo>
                    <a:cubicBezTo>
                      <a:pt x="374" y="668"/>
                      <a:pt x="413" y="675"/>
                      <a:pt x="446" y="681"/>
                    </a:cubicBezTo>
                    <a:cubicBezTo>
                      <a:pt x="479" y="687"/>
                      <a:pt x="524" y="694"/>
                      <a:pt x="540" y="69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54" name="Group 170"/>
              <p:cNvGrpSpPr/>
              <p:nvPr/>
            </p:nvGrpSpPr>
            <p:grpSpPr bwMode="auto">
              <a:xfrm>
                <a:off x="2490" y="2882"/>
                <a:ext cx="1076" cy="711"/>
                <a:chOff x="1112" y="2271"/>
                <a:chExt cx="1076" cy="711"/>
              </a:xfrm>
            </p:grpSpPr>
            <p:sp>
              <p:nvSpPr>
                <p:cNvPr id="204" name="Freeform 171"/>
                <p:cNvSpPr/>
                <p:nvPr/>
              </p:nvSpPr>
              <p:spPr bwMode="auto">
                <a:xfrm>
                  <a:off x="1235" y="2866"/>
                  <a:ext cx="946" cy="102"/>
                </a:xfrm>
                <a:custGeom>
                  <a:avLst/>
                  <a:gdLst>
                    <a:gd name="T0" fmla="*/ 102 w 946"/>
                    <a:gd name="T1" fmla="*/ 0 h 102"/>
                    <a:gd name="T2" fmla="*/ 0 w 946"/>
                    <a:gd name="T3" fmla="*/ 102 h 102"/>
                    <a:gd name="T4" fmla="*/ 946 w 946"/>
                    <a:gd name="T5" fmla="*/ 102 h 102"/>
                    <a:gd name="T6" fmla="*/ 946 w 946"/>
                    <a:gd name="T7" fmla="*/ 0 h 102"/>
                    <a:gd name="T8" fmla="*/ 102 w 946"/>
                    <a:gd name="T9" fmla="*/ 0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46"/>
                    <a:gd name="T16" fmla="*/ 0 h 102"/>
                    <a:gd name="T17" fmla="*/ 946 w 946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46" h="102">
                      <a:moveTo>
                        <a:pt x="102" y="0"/>
                      </a:moveTo>
                      <a:lnTo>
                        <a:pt x="0" y="102"/>
                      </a:lnTo>
                      <a:lnTo>
                        <a:pt x="946" y="102"/>
                      </a:lnTo>
                      <a:lnTo>
                        <a:pt x="946" y="0"/>
                      </a:ln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5" name="Rectangle 172"/>
                <p:cNvSpPr>
                  <a:spLocks noChangeArrowheads="1"/>
                </p:cNvSpPr>
                <p:nvPr/>
              </p:nvSpPr>
              <p:spPr bwMode="auto">
                <a:xfrm>
                  <a:off x="1345" y="2277"/>
                  <a:ext cx="836" cy="582"/>
                </a:xfrm>
                <a:prstGeom prst="rect">
                  <a:avLst/>
                </a:prstGeom>
                <a:gradFill rotWithShape="0">
                  <a:gsLst>
                    <a:gs pos="0">
                      <a:srgbClr val="767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206" name="Group 173"/>
                <p:cNvGrpSpPr/>
                <p:nvPr/>
              </p:nvGrpSpPr>
              <p:grpSpPr bwMode="auto">
                <a:xfrm>
                  <a:off x="1112" y="2271"/>
                  <a:ext cx="1076" cy="711"/>
                  <a:chOff x="1112" y="2271"/>
                  <a:chExt cx="1076" cy="711"/>
                </a:xfrm>
              </p:grpSpPr>
              <p:sp>
                <p:nvSpPr>
                  <p:cNvPr id="208" name="Line 174"/>
                  <p:cNvSpPr>
                    <a:spLocks noChangeShapeType="1"/>
                  </p:cNvSpPr>
                  <p:nvPr/>
                </p:nvSpPr>
                <p:spPr bwMode="auto">
                  <a:xfrm>
                    <a:off x="1242" y="2969"/>
                    <a:ext cx="939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9" name="Line 175"/>
                  <p:cNvSpPr>
                    <a:spLocks noChangeShapeType="1"/>
                  </p:cNvSpPr>
                  <p:nvPr/>
                </p:nvSpPr>
                <p:spPr bwMode="auto">
                  <a:xfrm>
                    <a:off x="2181" y="2271"/>
                    <a:ext cx="0" cy="711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0" name="Line 176"/>
                  <p:cNvSpPr>
                    <a:spLocks noChangeShapeType="1"/>
                  </p:cNvSpPr>
                  <p:nvPr/>
                </p:nvSpPr>
                <p:spPr bwMode="auto">
                  <a:xfrm>
                    <a:off x="1345" y="2867"/>
                    <a:ext cx="84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1" name="Freeform 177"/>
                  <p:cNvSpPr/>
                  <p:nvPr/>
                </p:nvSpPr>
                <p:spPr bwMode="auto">
                  <a:xfrm>
                    <a:off x="1112" y="2285"/>
                    <a:ext cx="218" cy="683"/>
                  </a:xfrm>
                  <a:custGeom>
                    <a:avLst/>
                    <a:gdLst>
                      <a:gd name="T0" fmla="*/ 65 w 218"/>
                      <a:gd name="T1" fmla="*/ 0 h 683"/>
                      <a:gd name="T2" fmla="*/ 218 w 218"/>
                      <a:gd name="T3" fmla="*/ 0 h 683"/>
                      <a:gd name="T4" fmla="*/ 218 w 218"/>
                      <a:gd name="T5" fmla="*/ 574 h 683"/>
                      <a:gd name="T6" fmla="*/ 109 w 218"/>
                      <a:gd name="T7" fmla="*/ 683 h 683"/>
                      <a:gd name="T8" fmla="*/ 0 w 218"/>
                      <a:gd name="T9" fmla="*/ 683 h 683"/>
                      <a:gd name="T10" fmla="*/ 0 w 218"/>
                      <a:gd name="T11" fmla="*/ 0 h 683"/>
                      <a:gd name="T12" fmla="*/ 109 w 218"/>
                      <a:gd name="T13" fmla="*/ 0 h 683"/>
                      <a:gd name="T14" fmla="*/ 65 w 218"/>
                      <a:gd name="T15" fmla="*/ 0 h 683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218"/>
                      <a:gd name="T25" fmla="*/ 0 h 683"/>
                      <a:gd name="T26" fmla="*/ 218 w 218"/>
                      <a:gd name="T27" fmla="*/ 683 h 683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218" h="683">
                        <a:moveTo>
                          <a:pt x="65" y="0"/>
                        </a:moveTo>
                        <a:lnTo>
                          <a:pt x="218" y="0"/>
                        </a:lnTo>
                        <a:lnTo>
                          <a:pt x="218" y="574"/>
                        </a:lnTo>
                        <a:lnTo>
                          <a:pt x="109" y="683"/>
                        </a:lnTo>
                        <a:lnTo>
                          <a:pt x="0" y="683"/>
                        </a:lnTo>
                        <a:lnTo>
                          <a:pt x="0" y="0"/>
                        </a:lnTo>
                        <a:lnTo>
                          <a:pt x="109" y="0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>
                    <a:noFill/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2" name="Line 17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37" y="2278"/>
                    <a:ext cx="0" cy="589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13" name="Line 179"/>
                  <p:cNvSpPr>
                    <a:spLocks noChangeShapeType="1"/>
                  </p:cNvSpPr>
                  <p:nvPr/>
                </p:nvSpPr>
                <p:spPr bwMode="auto">
                  <a:xfrm>
                    <a:off x="1220" y="2279"/>
                    <a:ext cx="96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207" name="Freeform 180"/>
                <p:cNvSpPr/>
                <p:nvPr/>
              </p:nvSpPr>
              <p:spPr bwMode="auto">
                <a:xfrm>
                  <a:off x="1235" y="2859"/>
                  <a:ext cx="117" cy="118"/>
                </a:xfrm>
                <a:custGeom>
                  <a:avLst/>
                  <a:gdLst>
                    <a:gd name="T0" fmla="*/ 0 w 117"/>
                    <a:gd name="T1" fmla="*/ 118 h 118"/>
                    <a:gd name="T2" fmla="*/ 117 w 117"/>
                    <a:gd name="T3" fmla="*/ 0 h 118"/>
                    <a:gd name="T4" fmla="*/ 0 60000 65536"/>
                    <a:gd name="T5" fmla="*/ 0 60000 65536"/>
                    <a:gd name="T6" fmla="*/ 0 w 117"/>
                    <a:gd name="T7" fmla="*/ 0 h 118"/>
                    <a:gd name="T8" fmla="*/ 117 w 117"/>
                    <a:gd name="T9" fmla="*/ 118 h 11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17" h="118">
                      <a:moveTo>
                        <a:pt x="0" y="118"/>
                      </a:moveTo>
                      <a:lnTo>
                        <a:pt x="117" y="0"/>
                      </a:lnTo>
                    </a:path>
                  </a:pathLst>
                </a:cu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5" name="Group 181"/>
              <p:cNvGrpSpPr/>
              <p:nvPr/>
            </p:nvGrpSpPr>
            <p:grpSpPr bwMode="auto">
              <a:xfrm>
                <a:off x="2760" y="3002"/>
                <a:ext cx="772" cy="322"/>
                <a:chOff x="1437" y="3053"/>
                <a:chExt cx="772" cy="322"/>
              </a:xfrm>
            </p:grpSpPr>
            <p:grpSp>
              <p:nvGrpSpPr>
                <p:cNvPr id="192" name="Group 182"/>
                <p:cNvGrpSpPr/>
                <p:nvPr/>
              </p:nvGrpSpPr>
              <p:grpSpPr bwMode="auto">
                <a:xfrm>
                  <a:off x="1437" y="3053"/>
                  <a:ext cx="364" cy="322"/>
                  <a:chOff x="2916" y="2422"/>
                  <a:chExt cx="364" cy="322"/>
                </a:xfrm>
              </p:grpSpPr>
              <p:sp>
                <p:nvSpPr>
                  <p:cNvPr id="199" name="Freeform 183"/>
                  <p:cNvSpPr/>
                  <p:nvPr/>
                </p:nvSpPr>
                <p:spPr bwMode="auto">
                  <a:xfrm>
                    <a:off x="3032" y="2422"/>
                    <a:ext cx="248" cy="225"/>
                  </a:xfrm>
                  <a:custGeom>
                    <a:avLst/>
                    <a:gdLst>
                      <a:gd name="T0" fmla="*/ 0 w 248"/>
                      <a:gd name="T1" fmla="*/ 22 h 225"/>
                      <a:gd name="T2" fmla="*/ 8 w 248"/>
                      <a:gd name="T3" fmla="*/ 95 h 225"/>
                      <a:gd name="T4" fmla="*/ 37 w 248"/>
                      <a:gd name="T5" fmla="*/ 138 h 225"/>
                      <a:gd name="T6" fmla="*/ 59 w 248"/>
                      <a:gd name="T7" fmla="*/ 182 h 225"/>
                      <a:gd name="T8" fmla="*/ 102 w 248"/>
                      <a:gd name="T9" fmla="*/ 211 h 225"/>
                      <a:gd name="T10" fmla="*/ 168 w 248"/>
                      <a:gd name="T11" fmla="*/ 218 h 225"/>
                      <a:gd name="T12" fmla="*/ 226 w 248"/>
                      <a:gd name="T13" fmla="*/ 225 h 225"/>
                      <a:gd name="T14" fmla="*/ 248 w 248"/>
                      <a:gd name="T15" fmla="*/ 175 h 225"/>
                      <a:gd name="T16" fmla="*/ 226 w 248"/>
                      <a:gd name="T17" fmla="*/ 87 h 225"/>
                      <a:gd name="T18" fmla="*/ 168 w 248"/>
                      <a:gd name="T19" fmla="*/ 29 h 225"/>
                      <a:gd name="T20" fmla="*/ 109 w 248"/>
                      <a:gd name="T21" fmla="*/ 7 h 225"/>
                      <a:gd name="T22" fmla="*/ 66 w 248"/>
                      <a:gd name="T23" fmla="*/ 0 h 225"/>
                      <a:gd name="T24" fmla="*/ 0 w 248"/>
                      <a:gd name="T25" fmla="*/ 22 h 22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8"/>
                      <a:gd name="T40" fmla="*/ 0 h 225"/>
                      <a:gd name="T41" fmla="*/ 248 w 248"/>
                      <a:gd name="T42" fmla="*/ 225 h 225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8" h="225">
                        <a:moveTo>
                          <a:pt x="0" y="22"/>
                        </a:moveTo>
                        <a:lnTo>
                          <a:pt x="8" y="95"/>
                        </a:lnTo>
                        <a:lnTo>
                          <a:pt x="37" y="138"/>
                        </a:lnTo>
                        <a:lnTo>
                          <a:pt x="59" y="182"/>
                        </a:lnTo>
                        <a:lnTo>
                          <a:pt x="102" y="211"/>
                        </a:lnTo>
                        <a:lnTo>
                          <a:pt x="168" y="218"/>
                        </a:lnTo>
                        <a:lnTo>
                          <a:pt x="226" y="225"/>
                        </a:lnTo>
                        <a:lnTo>
                          <a:pt x="248" y="175"/>
                        </a:lnTo>
                        <a:lnTo>
                          <a:pt x="226" y="87"/>
                        </a:lnTo>
                        <a:lnTo>
                          <a:pt x="168" y="29"/>
                        </a:lnTo>
                        <a:lnTo>
                          <a:pt x="109" y="7"/>
                        </a:lnTo>
                        <a:lnTo>
                          <a:pt x="66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00" name="Freeform 184"/>
                  <p:cNvSpPr/>
                  <p:nvPr/>
                </p:nvSpPr>
                <p:spPr bwMode="auto">
                  <a:xfrm>
                    <a:off x="2916" y="2437"/>
                    <a:ext cx="349" cy="305"/>
                  </a:xfrm>
                  <a:custGeom>
                    <a:avLst/>
                    <a:gdLst>
                      <a:gd name="T0" fmla="*/ 116 w 349"/>
                      <a:gd name="T1" fmla="*/ 0 h 305"/>
                      <a:gd name="T2" fmla="*/ 44 w 349"/>
                      <a:gd name="T3" fmla="*/ 36 h 305"/>
                      <a:gd name="T4" fmla="*/ 15 w 349"/>
                      <a:gd name="T5" fmla="*/ 102 h 305"/>
                      <a:gd name="T6" fmla="*/ 0 w 349"/>
                      <a:gd name="T7" fmla="*/ 167 h 305"/>
                      <a:gd name="T8" fmla="*/ 22 w 349"/>
                      <a:gd name="T9" fmla="*/ 233 h 305"/>
                      <a:gd name="T10" fmla="*/ 58 w 349"/>
                      <a:gd name="T11" fmla="*/ 276 h 305"/>
                      <a:gd name="T12" fmla="*/ 116 w 349"/>
                      <a:gd name="T13" fmla="*/ 298 h 305"/>
                      <a:gd name="T14" fmla="*/ 204 w 349"/>
                      <a:gd name="T15" fmla="*/ 305 h 305"/>
                      <a:gd name="T16" fmla="*/ 284 w 349"/>
                      <a:gd name="T17" fmla="*/ 291 h 305"/>
                      <a:gd name="T18" fmla="*/ 327 w 349"/>
                      <a:gd name="T19" fmla="*/ 254 h 305"/>
                      <a:gd name="T20" fmla="*/ 349 w 349"/>
                      <a:gd name="T21" fmla="*/ 211 h 305"/>
                      <a:gd name="T22" fmla="*/ 291 w 349"/>
                      <a:gd name="T23" fmla="*/ 211 h 305"/>
                      <a:gd name="T24" fmla="*/ 211 w 349"/>
                      <a:gd name="T25" fmla="*/ 196 h 305"/>
                      <a:gd name="T26" fmla="*/ 153 w 349"/>
                      <a:gd name="T27" fmla="*/ 131 h 305"/>
                      <a:gd name="T28" fmla="*/ 131 w 349"/>
                      <a:gd name="T29" fmla="*/ 80 h 305"/>
                      <a:gd name="T30" fmla="*/ 116 w 349"/>
                      <a:gd name="T31" fmla="*/ 0 h 305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349"/>
                      <a:gd name="T49" fmla="*/ 0 h 305"/>
                      <a:gd name="T50" fmla="*/ 349 w 349"/>
                      <a:gd name="T51" fmla="*/ 305 h 30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349" h="305">
                        <a:moveTo>
                          <a:pt x="116" y="0"/>
                        </a:moveTo>
                        <a:lnTo>
                          <a:pt x="44" y="36"/>
                        </a:lnTo>
                        <a:lnTo>
                          <a:pt x="15" y="102"/>
                        </a:lnTo>
                        <a:lnTo>
                          <a:pt x="0" y="167"/>
                        </a:lnTo>
                        <a:lnTo>
                          <a:pt x="22" y="233"/>
                        </a:lnTo>
                        <a:lnTo>
                          <a:pt x="58" y="276"/>
                        </a:lnTo>
                        <a:lnTo>
                          <a:pt x="116" y="298"/>
                        </a:lnTo>
                        <a:lnTo>
                          <a:pt x="204" y="305"/>
                        </a:lnTo>
                        <a:lnTo>
                          <a:pt x="284" y="291"/>
                        </a:lnTo>
                        <a:lnTo>
                          <a:pt x="327" y="254"/>
                        </a:lnTo>
                        <a:lnTo>
                          <a:pt x="349" y="211"/>
                        </a:lnTo>
                        <a:lnTo>
                          <a:pt x="291" y="211"/>
                        </a:lnTo>
                        <a:lnTo>
                          <a:pt x="211" y="196"/>
                        </a:lnTo>
                        <a:lnTo>
                          <a:pt x="153" y="131"/>
                        </a:lnTo>
                        <a:lnTo>
                          <a:pt x="131" y="8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4700"/>
                      </a:gs>
                      <a:gs pos="50000">
                        <a:srgbClr val="FF9900"/>
                      </a:gs>
                      <a:gs pos="100000">
                        <a:srgbClr val="764700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201" name="Group 185"/>
                  <p:cNvGrpSpPr/>
                  <p:nvPr/>
                </p:nvGrpSpPr>
                <p:grpSpPr bwMode="auto">
                  <a:xfrm>
                    <a:off x="2923" y="2422"/>
                    <a:ext cx="350" cy="322"/>
                    <a:chOff x="1425" y="2378"/>
                    <a:chExt cx="350" cy="322"/>
                  </a:xfrm>
                </p:grpSpPr>
                <p:sp>
                  <p:nvSpPr>
                    <p:cNvPr id="202" name="Oval 1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25" y="2378"/>
                      <a:ext cx="350" cy="322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333399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203" name="Freeform 187"/>
                    <p:cNvSpPr/>
                    <p:nvPr/>
                  </p:nvSpPr>
                  <p:spPr bwMode="auto">
                    <a:xfrm>
                      <a:off x="1542" y="2386"/>
                      <a:ext cx="218" cy="218"/>
                    </a:xfrm>
                    <a:custGeom>
                      <a:avLst/>
                      <a:gdLst>
                        <a:gd name="T0" fmla="*/ 0 w 218"/>
                        <a:gd name="T1" fmla="*/ 0 h 218"/>
                        <a:gd name="T2" fmla="*/ 7 w 218"/>
                        <a:gd name="T3" fmla="*/ 65 h 218"/>
                        <a:gd name="T4" fmla="*/ 29 w 218"/>
                        <a:gd name="T5" fmla="*/ 131 h 218"/>
                        <a:gd name="T6" fmla="*/ 65 w 218"/>
                        <a:gd name="T7" fmla="*/ 181 h 218"/>
                        <a:gd name="T8" fmla="*/ 138 w 218"/>
                        <a:gd name="T9" fmla="*/ 211 h 218"/>
                        <a:gd name="T10" fmla="*/ 218 w 218"/>
                        <a:gd name="T11" fmla="*/ 218 h 218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18"/>
                        <a:gd name="T19" fmla="*/ 0 h 218"/>
                        <a:gd name="T20" fmla="*/ 218 w 218"/>
                        <a:gd name="T21" fmla="*/ 218 h 218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8" h="218">
                          <a:moveTo>
                            <a:pt x="0" y="0"/>
                          </a:moveTo>
                          <a:cubicBezTo>
                            <a:pt x="1" y="11"/>
                            <a:pt x="2" y="43"/>
                            <a:pt x="7" y="65"/>
                          </a:cubicBezTo>
                          <a:cubicBezTo>
                            <a:pt x="12" y="87"/>
                            <a:pt x="19" y="112"/>
                            <a:pt x="29" y="131"/>
                          </a:cubicBezTo>
                          <a:cubicBezTo>
                            <a:pt x="39" y="150"/>
                            <a:pt x="47" y="168"/>
                            <a:pt x="65" y="181"/>
                          </a:cubicBezTo>
                          <a:cubicBezTo>
                            <a:pt x="83" y="194"/>
                            <a:pt x="113" y="205"/>
                            <a:pt x="138" y="211"/>
                          </a:cubicBezTo>
                          <a:cubicBezTo>
                            <a:pt x="163" y="217"/>
                            <a:pt x="201" y="217"/>
                            <a:pt x="218" y="218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333399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  <p:grpSp>
              <p:nvGrpSpPr>
                <p:cNvPr id="193" name="Group 188"/>
                <p:cNvGrpSpPr/>
                <p:nvPr/>
              </p:nvGrpSpPr>
              <p:grpSpPr bwMode="auto">
                <a:xfrm>
                  <a:off x="1845" y="3053"/>
                  <a:ext cx="364" cy="322"/>
                  <a:chOff x="2916" y="2422"/>
                  <a:chExt cx="364" cy="322"/>
                </a:xfrm>
              </p:grpSpPr>
              <p:sp>
                <p:nvSpPr>
                  <p:cNvPr id="194" name="Freeform 189"/>
                  <p:cNvSpPr/>
                  <p:nvPr/>
                </p:nvSpPr>
                <p:spPr bwMode="auto">
                  <a:xfrm>
                    <a:off x="3032" y="2422"/>
                    <a:ext cx="248" cy="225"/>
                  </a:xfrm>
                  <a:custGeom>
                    <a:avLst/>
                    <a:gdLst>
                      <a:gd name="T0" fmla="*/ 0 w 248"/>
                      <a:gd name="T1" fmla="*/ 22 h 225"/>
                      <a:gd name="T2" fmla="*/ 8 w 248"/>
                      <a:gd name="T3" fmla="*/ 95 h 225"/>
                      <a:gd name="T4" fmla="*/ 37 w 248"/>
                      <a:gd name="T5" fmla="*/ 138 h 225"/>
                      <a:gd name="T6" fmla="*/ 59 w 248"/>
                      <a:gd name="T7" fmla="*/ 182 h 225"/>
                      <a:gd name="T8" fmla="*/ 102 w 248"/>
                      <a:gd name="T9" fmla="*/ 211 h 225"/>
                      <a:gd name="T10" fmla="*/ 168 w 248"/>
                      <a:gd name="T11" fmla="*/ 218 h 225"/>
                      <a:gd name="T12" fmla="*/ 226 w 248"/>
                      <a:gd name="T13" fmla="*/ 225 h 225"/>
                      <a:gd name="T14" fmla="*/ 248 w 248"/>
                      <a:gd name="T15" fmla="*/ 175 h 225"/>
                      <a:gd name="T16" fmla="*/ 226 w 248"/>
                      <a:gd name="T17" fmla="*/ 87 h 225"/>
                      <a:gd name="T18" fmla="*/ 168 w 248"/>
                      <a:gd name="T19" fmla="*/ 29 h 225"/>
                      <a:gd name="T20" fmla="*/ 109 w 248"/>
                      <a:gd name="T21" fmla="*/ 7 h 225"/>
                      <a:gd name="T22" fmla="*/ 66 w 248"/>
                      <a:gd name="T23" fmla="*/ 0 h 225"/>
                      <a:gd name="T24" fmla="*/ 0 w 248"/>
                      <a:gd name="T25" fmla="*/ 22 h 225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248"/>
                      <a:gd name="T40" fmla="*/ 0 h 225"/>
                      <a:gd name="T41" fmla="*/ 248 w 248"/>
                      <a:gd name="T42" fmla="*/ 225 h 225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248" h="225">
                        <a:moveTo>
                          <a:pt x="0" y="22"/>
                        </a:moveTo>
                        <a:lnTo>
                          <a:pt x="8" y="95"/>
                        </a:lnTo>
                        <a:lnTo>
                          <a:pt x="37" y="138"/>
                        </a:lnTo>
                        <a:lnTo>
                          <a:pt x="59" y="182"/>
                        </a:lnTo>
                        <a:lnTo>
                          <a:pt x="102" y="211"/>
                        </a:lnTo>
                        <a:lnTo>
                          <a:pt x="168" y="218"/>
                        </a:lnTo>
                        <a:lnTo>
                          <a:pt x="226" y="225"/>
                        </a:lnTo>
                        <a:lnTo>
                          <a:pt x="248" y="175"/>
                        </a:lnTo>
                        <a:lnTo>
                          <a:pt x="226" y="87"/>
                        </a:lnTo>
                        <a:lnTo>
                          <a:pt x="168" y="29"/>
                        </a:lnTo>
                        <a:lnTo>
                          <a:pt x="109" y="7"/>
                        </a:lnTo>
                        <a:lnTo>
                          <a:pt x="66" y="0"/>
                        </a:lnTo>
                        <a:lnTo>
                          <a:pt x="0" y="22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12700">
                    <a:solidFill>
                      <a:srgbClr val="000000"/>
                    </a:solidFill>
                    <a:round/>
                  </a:ln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95" name="Freeform 190"/>
                  <p:cNvSpPr/>
                  <p:nvPr/>
                </p:nvSpPr>
                <p:spPr bwMode="auto">
                  <a:xfrm>
                    <a:off x="2916" y="2437"/>
                    <a:ext cx="349" cy="305"/>
                  </a:xfrm>
                  <a:custGeom>
                    <a:avLst/>
                    <a:gdLst>
                      <a:gd name="T0" fmla="*/ 116 w 349"/>
                      <a:gd name="T1" fmla="*/ 0 h 305"/>
                      <a:gd name="T2" fmla="*/ 44 w 349"/>
                      <a:gd name="T3" fmla="*/ 36 h 305"/>
                      <a:gd name="T4" fmla="*/ 15 w 349"/>
                      <a:gd name="T5" fmla="*/ 102 h 305"/>
                      <a:gd name="T6" fmla="*/ 0 w 349"/>
                      <a:gd name="T7" fmla="*/ 167 h 305"/>
                      <a:gd name="T8" fmla="*/ 22 w 349"/>
                      <a:gd name="T9" fmla="*/ 233 h 305"/>
                      <a:gd name="T10" fmla="*/ 58 w 349"/>
                      <a:gd name="T11" fmla="*/ 276 h 305"/>
                      <a:gd name="T12" fmla="*/ 116 w 349"/>
                      <a:gd name="T13" fmla="*/ 298 h 305"/>
                      <a:gd name="T14" fmla="*/ 204 w 349"/>
                      <a:gd name="T15" fmla="*/ 305 h 305"/>
                      <a:gd name="T16" fmla="*/ 284 w 349"/>
                      <a:gd name="T17" fmla="*/ 291 h 305"/>
                      <a:gd name="T18" fmla="*/ 327 w 349"/>
                      <a:gd name="T19" fmla="*/ 254 h 305"/>
                      <a:gd name="T20" fmla="*/ 349 w 349"/>
                      <a:gd name="T21" fmla="*/ 211 h 305"/>
                      <a:gd name="T22" fmla="*/ 291 w 349"/>
                      <a:gd name="T23" fmla="*/ 211 h 305"/>
                      <a:gd name="T24" fmla="*/ 211 w 349"/>
                      <a:gd name="T25" fmla="*/ 196 h 305"/>
                      <a:gd name="T26" fmla="*/ 153 w 349"/>
                      <a:gd name="T27" fmla="*/ 131 h 305"/>
                      <a:gd name="T28" fmla="*/ 131 w 349"/>
                      <a:gd name="T29" fmla="*/ 80 h 305"/>
                      <a:gd name="T30" fmla="*/ 116 w 349"/>
                      <a:gd name="T31" fmla="*/ 0 h 305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349"/>
                      <a:gd name="T49" fmla="*/ 0 h 305"/>
                      <a:gd name="T50" fmla="*/ 349 w 349"/>
                      <a:gd name="T51" fmla="*/ 305 h 305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349" h="305">
                        <a:moveTo>
                          <a:pt x="116" y="0"/>
                        </a:moveTo>
                        <a:lnTo>
                          <a:pt x="44" y="36"/>
                        </a:lnTo>
                        <a:lnTo>
                          <a:pt x="15" y="102"/>
                        </a:lnTo>
                        <a:lnTo>
                          <a:pt x="0" y="167"/>
                        </a:lnTo>
                        <a:lnTo>
                          <a:pt x="22" y="233"/>
                        </a:lnTo>
                        <a:lnTo>
                          <a:pt x="58" y="276"/>
                        </a:lnTo>
                        <a:lnTo>
                          <a:pt x="116" y="298"/>
                        </a:lnTo>
                        <a:lnTo>
                          <a:pt x="204" y="305"/>
                        </a:lnTo>
                        <a:lnTo>
                          <a:pt x="284" y="291"/>
                        </a:lnTo>
                        <a:lnTo>
                          <a:pt x="327" y="254"/>
                        </a:lnTo>
                        <a:lnTo>
                          <a:pt x="349" y="211"/>
                        </a:lnTo>
                        <a:lnTo>
                          <a:pt x="291" y="211"/>
                        </a:lnTo>
                        <a:lnTo>
                          <a:pt x="211" y="196"/>
                        </a:lnTo>
                        <a:lnTo>
                          <a:pt x="153" y="131"/>
                        </a:lnTo>
                        <a:lnTo>
                          <a:pt x="131" y="80"/>
                        </a:lnTo>
                        <a:lnTo>
                          <a:pt x="116" y="0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764700"/>
                      </a:gs>
                      <a:gs pos="50000">
                        <a:srgbClr val="FF9900"/>
                      </a:gs>
                      <a:gs pos="100000">
                        <a:srgbClr val="764700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196" name="Group 191"/>
                  <p:cNvGrpSpPr/>
                  <p:nvPr/>
                </p:nvGrpSpPr>
                <p:grpSpPr bwMode="auto">
                  <a:xfrm>
                    <a:off x="2923" y="2422"/>
                    <a:ext cx="350" cy="322"/>
                    <a:chOff x="1425" y="2378"/>
                    <a:chExt cx="350" cy="322"/>
                  </a:xfrm>
                </p:grpSpPr>
                <p:sp>
                  <p:nvSpPr>
                    <p:cNvPr id="197" name="Oval 1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425" y="2378"/>
                      <a:ext cx="350" cy="322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rgbClr val="333399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198" name="Freeform 193"/>
                    <p:cNvSpPr/>
                    <p:nvPr/>
                  </p:nvSpPr>
                  <p:spPr bwMode="auto">
                    <a:xfrm>
                      <a:off x="1542" y="2386"/>
                      <a:ext cx="218" cy="218"/>
                    </a:xfrm>
                    <a:custGeom>
                      <a:avLst/>
                      <a:gdLst>
                        <a:gd name="T0" fmla="*/ 0 w 218"/>
                        <a:gd name="T1" fmla="*/ 0 h 218"/>
                        <a:gd name="T2" fmla="*/ 7 w 218"/>
                        <a:gd name="T3" fmla="*/ 65 h 218"/>
                        <a:gd name="T4" fmla="*/ 29 w 218"/>
                        <a:gd name="T5" fmla="*/ 131 h 218"/>
                        <a:gd name="T6" fmla="*/ 65 w 218"/>
                        <a:gd name="T7" fmla="*/ 181 h 218"/>
                        <a:gd name="T8" fmla="*/ 138 w 218"/>
                        <a:gd name="T9" fmla="*/ 211 h 218"/>
                        <a:gd name="T10" fmla="*/ 218 w 218"/>
                        <a:gd name="T11" fmla="*/ 218 h 218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18"/>
                        <a:gd name="T19" fmla="*/ 0 h 218"/>
                        <a:gd name="T20" fmla="*/ 218 w 218"/>
                        <a:gd name="T21" fmla="*/ 218 h 218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18" h="218">
                          <a:moveTo>
                            <a:pt x="0" y="0"/>
                          </a:moveTo>
                          <a:cubicBezTo>
                            <a:pt x="1" y="11"/>
                            <a:pt x="2" y="43"/>
                            <a:pt x="7" y="65"/>
                          </a:cubicBezTo>
                          <a:cubicBezTo>
                            <a:pt x="12" y="87"/>
                            <a:pt x="19" y="112"/>
                            <a:pt x="29" y="131"/>
                          </a:cubicBezTo>
                          <a:cubicBezTo>
                            <a:pt x="39" y="150"/>
                            <a:pt x="47" y="168"/>
                            <a:pt x="65" y="181"/>
                          </a:cubicBezTo>
                          <a:cubicBezTo>
                            <a:pt x="83" y="194"/>
                            <a:pt x="113" y="205"/>
                            <a:pt x="138" y="211"/>
                          </a:cubicBezTo>
                          <a:cubicBezTo>
                            <a:pt x="163" y="217"/>
                            <a:pt x="201" y="217"/>
                            <a:pt x="218" y="218"/>
                          </a:cubicBezTo>
                        </a:path>
                      </a:pathLst>
                    </a:custGeom>
                    <a:noFill/>
                    <a:ln w="38100">
                      <a:solidFill>
                        <a:srgbClr val="333399"/>
                      </a:solidFill>
                      <a:rou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defTabSz="91440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  <p:sp>
            <p:nvSpPr>
              <p:cNvPr id="156" name="Freeform 194"/>
              <p:cNvSpPr/>
              <p:nvPr/>
            </p:nvSpPr>
            <p:spPr bwMode="auto">
              <a:xfrm>
                <a:off x="3718" y="3556"/>
                <a:ext cx="698" cy="255"/>
              </a:xfrm>
              <a:custGeom>
                <a:avLst/>
                <a:gdLst>
                  <a:gd name="T0" fmla="*/ 147 w 698"/>
                  <a:gd name="T1" fmla="*/ 0 h 255"/>
                  <a:gd name="T2" fmla="*/ 205 w 698"/>
                  <a:gd name="T3" fmla="*/ 20 h 255"/>
                  <a:gd name="T4" fmla="*/ 275 w 698"/>
                  <a:gd name="T5" fmla="*/ 39 h 255"/>
                  <a:gd name="T6" fmla="*/ 339 w 698"/>
                  <a:gd name="T7" fmla="*/ 58 h 255"/>
                  <a:gd name="T8" fmla="*/ 416 w 698"/>
                  <a:gd name="T9" fmla="*/ 58 h 255"/>
                  <a:gd name="T10" fmla="*/ 463 w 698"/>
                  <a:gd name="T11" fmla="*/ 52 h 255"/>
                  <a:gd name="T12" fmla="*/ 512 w 698"/>
                  <a:gd name="T13" fmla="*/ 20 h 255"/>
                  <a:gd name="T14" fmla="*/ 480 w 698"/>
                  <a:gd name="T15" fmla="*/ 71 h 255"/>
                  <a:gd name="T16" fmla="*/ 416 w 698"/>
                  <a:gd name="T17" fmla="*/ 122 h 255"/>
                  <a:gd name="T18" fmla="*/ 698 w 698"/>
                  <a:gd name="T19" fmla="*/ 122 h 255"/>
                  <a:gd name="T20" fmla="*/ 659 w 698"/>
                  <a:gd name="T21" fmla="*/ 160 h 255"/>
                  <a:gd name="T22" fmla="*/ 595 w 698"/>
                  <a:gd name="T23" fmla="*/ 199 h 255"/>
                  <a:gd name="T24" fmla="*/ 499 w 698"/>
                  <a:gd name="T25" fmla="*/ 237 h 255"/>
                  <a:gd name="T26" fmla="*/ 391 w 698"/>
                  <a:gd name="T27" fmla="*/ 248 h 255"/>
                  <a:gd name="T28" fmla="*/ 282 w 698"/>
                  <a:gd name="T29" fmla="*/ 255 h 255"/>
                  <a:gd name="T30" fmla="*/ 199 w 698"/>
                  <a:gd name="T31" fmla="*/ 237 h 255"/>
                  <a:gd name="T32" fmla="*/ 135 w 698"/>
                  <a:gd name="T33" fmla="*/ 212 h 255"/>
                  <a:gd name="T34" fmla="*/ 64 w 698"/>
                  <a:gd name="T35" fmla="*/ 180 h 255"/>
                  <a:gd name="T36" fmla="*/ 0 w 698"/>
                  <a:gd name="T37" fmla="*/ 148 h 255"/>
                  <a:gd name="T38" fmla="*/ 147 w 698"/>
                  <a:gd name="T39" fmla="*/ 0 h 25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698"/>
                  <a:gd name="T61" fmla="*/ 0 h 255"/>
                  <a:gd name="T62" fmla="*/ 698 w 698"/>
                  <a:gd name="T63" fmla="*/ 255 h 255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698" h="255">
                    <a:moveTo>
                      <a:pt x="147" y="0"/>
                    </a:moveTo>
                    <a:lnTo>
                      <a:pt x="205" y="20"/>
                    </a:lnTo>
                    <a:lnTo>
                      <a:pt x="275" y="39"/>
                    </a:lnTo>
                    <a:lnTo>
                      <a:pt x="339" y="58"/>
                    </a:lnTo>
                    <a:lnTo>
                      <a:pt x="416" y="58"/>
                    </a:lnTo>
                    <a:lnTo>
                      <a:pt x="463" y="52"/>
                    </a:lnTo>
                    <a:lnTo>
                      <a:pt x="512" y="20"/>
                    </a:lnTo>
                    <a:lnTo>
                      <a:pt x="480" y="71"/>
                    </a:lnTo>
                    <a:lnTo>
                      <a:pt x="416" y="122"/>
                    </a:lnTo>
                    <a:lnTo>
                      <a:pt x="698" y="122"/>
                    </a:lnTo>
                    <a:lnTo>
                      <a:pt x="659" y="160"/>
                    </a:lnTo>
                    <a:lnTo>
                      <a:pt x="595" y="199"/>
                    </a:lnTo>
                    <a:lnTo>
                      <a:pt x="499" y="237"/>
                    </a:lnTo>
                    <a:lnTo>
                      <a:pt x="391" y="248"/>
                    </a:lnTo>
                    <a:lnTo>
                      <a:pt x="282" y="255"/>
                    </a:lnTo>
                    <a:lnTo>
                      <a:pt x="199" y="237"/>
                    </a:lnTo>
                    <a:lnTo>
                      <a:pt x="135" y="212"/>
                    </a:lnTo>
                    <a:lnTo>
                      <a:pt x="64" y="180"/>
                    </a:lnTo>
                    <a:lnTo>
                      <a:pt x="0" y="148"/>
                    </a:lnTo>
                    <a:lnTo>
                      <a:pt x="147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3300"/>
                  </a:gs>
                  <a:gs pos="100000">
                    <a:srgbClr val="76180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Freeform 195"/>
              <p:cNvSpPr/>
              <p:nvPr/>
            </p:nvSpPr>
            <p:spPr bwMode="auto">
              <a:xfrm>
                <a:off x="4134" y="3217"/>
                <a:ext cx="320" cy="461"/>
              </a:xfrm>
              <a:custGeom>
                <a:avLst/>
                <a:gdLst>
                  <a:gd name="T0" fmla="*/ 0 w 320"/>
                  <a:gd name="T1" fmla="*/ 0 h 461"/>
                  <a:gd name="T2" fmla="*/ 250 w 320"/>
                  <a:gd name="T3" fmla="*/ 0 h 461"/>
                  <a:gd name="T4" fmla="*/ 275 w 320"/>
                  <a:gd name="T5" fmla="*/ 64 h 461"/>
                  <a:gd name="T6" fmla="*/ 301 w 320"/>
                  <a:gd name="T7" fmla="*/ 135 h 461"/>
                  <a:gd name="T8" fmla="*/ 320 w 320"/>
                  <a:gd name="T9" fmla="*/ 237 h 461"/>
                  <a:gd name="T10" fmla="*/ 301 w 320"/>
                  <a:gd name="T11" fmla="*/ 327 h 461"/>
                  <a:gd name="T12" fmla="*/ 275 w 320"/>
                  <a:gd name="T13" fmla="*/ 397 h 461"/>
                  <a:gd name="T14" fmla="*/ 256 w 320"/>
                  <a:gd name="T15" fmla="*/ 461 h 461"/>
                  <a:gd name="T16" fmla="*/ 7 w 320"/>
                  <a:gd name="T17" fmla="*/ 461 h 461"/>
                  <a:gd name="T18" fmla="*/ 51 w 320"/>
                  <a:gd name="T19" fmla="*/ 416 h 461"/>
                  <a:gd name="T20" fmla="*/ 83 w 320"/>
                  <a:gd name="T21" fmla="*/ 365 h 461"/>
                  <a:gd name="T22" fmla="*/ 128 w 320"/>
                  <a:gd name="T23" fmla="*/ 295 h 461"/>
                  <a:gd name="T24" fmla="*/ 128 w 320"/>
                  <a:gd name="T25" fmla="*/ 224 h 461"/>
                  <a:gd name="T26" fmla="*/ 122 w 320"/>
                  <a:gd name="T27" fmla="*/ 154 h 461"/>
                  <a:gd name="T28" fmla="*/ 90 w 320"/>
                  <a:gd name="T29" fmla="*/ 90 h 461"/>
                  <a:gd name="T30" fmla="*/ 32 w 320"/>
                  <a:gd name="T31" fmla="*/ 39 h 461"/>
                  <a:gd name="T32" fmla="*/ 0 w 320"/>
                  <a:gd name="T33" fmla="*/ 0 h 46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320"/>
                  <a:gd name="T52" fmla="*/ 0 h 461"/>
                  <a:gd name="T53" fmla="*/ 320 w 320"/>
                  <a:gd name="T54" fmla="*/ 461 h 461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320" h="461">
                    <a:moveTo>
                      <a:pt x="0" y="0"/>
                    </a:moveTo>
                    <a:lnTo>
                      <a:pt x="250" y="0"/>
                    </a:lnTo>
                    <a:lnTo>
                      <a:pt x="275" y="64"/>
                    </a:lnTo>
                    <a:lnTo>
                      <a:pt x="301" y="135"/>
                    </a:lnTo>
                    <a:lnTo>
                      <a:pt x="320" y="237"/>
                    </a:lnTo>
                    <a:lnTo>
                      <a:pt x="301" y="327"/>
                    </a:lnTo>
                    <a:lnTo>
                      <a:pt x="275" y="397"/>
                    </a:lnTo>
                    <a:lnTo>
                      <a:pt x="256" y="461"/>
                    </a:lnTo>
                    <a:lnTo>
                      <a:pt x="7" y="461"/>
                    </a:lnTo>
                    <a:lnTo>
                      <a:pt x="51" y="416"/>
                    </a:lnTo>
                    <a:lnTo>
                      <a:pt x="83" y="365"/>
                    </a:lnTo>
                    <a:lnTo>
                      <a:pt x="128" y="295"/>
                    </a:lnTo>
                    <a:lnTo>
                      <a:pt x="128" y="224"/>
                    </a:lnTo>
                    <a:lnTo>
                      <a:pt x="122" y="154"/>
                    </a:lnTo>
                    <a:lnTo>
                      <a:pt x="90" y="90"/>
                    </a:lnTo>
                    <a:lnTo>
                      <a:pt x="32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Freeform 196"/>
              <p:cNvSpPr/>
              <p:nvPr/>
            </p:nvSpPr>
            <p:spPr bwMode="auto">
              <a:xfrm>
                <a:off x="3411" y="3224"/>
                <a:ext cx="326" cy="455"/>
              </a:xfrm>
              <a:custGeom>
                <a:avLst/>
                <a:gdLst>
                  <a:gd name="T0" fmla="*/ 70 w 326"/>
                  <a:gd name="T1" fmla="*/ 0 h 455"/>
                  <a:gd name="T2" fmla="*/ 326 w 326"/>
                  <a:gd name="T3" fmla="*/ 0 h 455"/>
                  <a:gd name="T4" fmla="*/ 250 w 326"/>
                  <a:gd name="T5" fmla="*/ 51 h 455"/>
                  <a:gd name="T6" fmla="*/ 211 w 326"/>
                  <a:gd name="T7" fmla="*/ 121 h 455"/>
                  <a:gd name="T8" fmla="*/ 192 w 326"/>
                  <a:gd name="T9" fmla="*/ 211 h 455"/>
                  <a:gd name="T10" fmla="*/ 198 w 326"/>
                  <a:gd name="T11" fmla="*/ 281 h 455"/>
                  <a:gd name="T12" fmla="*/ 230 w 326"/>
                  <a:gd name="T13" fmla="*/ 332 h 455"/>
                  <a:gd name="T14" fmla="*/ 262 w 326"/>
                  <a:gd name="T15" fmla="*/ 377 h 455"/>
                  <a:gd name="T16" fmla="*/ 307 w 326"/>
                  <a:gd name="T17" fmla="*/ 455 h 455"/>
                  <a:gd name="T18" fmla="*/ 205 w 326"/>
                  <a:gd name="T19" fmla="*/ 454 h 455"/>
                  <a:gd name="T20" fmla="*/ 77 w 326"/>
                  <a:gd name="T21" fmla="*/ 448 h 455"/>
                  <a:gd name="T22" fmla="*/ 51 w 326"/>
                  <a:gd name="T23" fmla="*/ 403 h 455"/>
                  <a:gd name="T24" fmla="*/ 19 w 326"/>
                  <a:gd name="T25" fmla="*/ 348 h 455"/>
                  <a:gd name="T26" fmla="*/ 0 w 326"/>
                  <a:gd name="T27" fmla="*/ 278 h 455"/>
                  <a:gd name="T28" fmla="*/ 0 w 326"/>
                  <a:gd name="T29" fmla="*/ 160 h 455"/>
                  <a:gd name="T30" fmla="*/ 26 w 326"/>
                  <a:gd name="T31" fmla="*/ 115 h 455"/>
                  <a:gd name="T32" fmla="*/ 45 w 326"/>
                  <a:gd name="T33" fmla="*/ 82 h 455"/>
                  <a:gd name="T34" fmla="*/ 70 w 326"/>
                  <a:gd name="T35" fmla="*/ 0 h 4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26"/>
                  <a:gd name="T55" fmla="*/ 0 h 455"/>
                  <a:gd name="T56" fmla="*/ 326 w 326"/>
                  <a:gd name="T57" fmla="*/ 455 h 45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26" h="455">
                    <a:moveTo>
                      <a:pt x="70" y="0"/>
                    </a:moveTo>
                    <a:lnTo>
                      <a:pt x="326" y="0"/>
                    </a:lnTo>
                    <a:lnTo>
                      <a:pt x="250" y="51"/>
                    </a:lnTo>
                    <a:lnTo>
                      <a:pt x="211" y="121"/>
                    </a:lnTo>
                    <a:lnTo>
                      <a:pt x="192" y="211"/>
                    </a:lnTo>
                    <a:lnTo>
                      <a:pt x="198" y="281"/>
                    </a:lnTo>
                    <a:lnTo>
                      <a:pt x="230" y="332"/>
                    </a:lnTo>
                    <a:lnTo>
                      <a:pt x="262" y="377"/>
                    </a:lnTo>
                    <a:lnTo>
                      <a:pt x="307" y="455"/>
                    </a:lnTo>
                    <a:lnTo>
                      <a:pt x="205" y="454"/>
                    </a:lnTo>
                    <a:lnTo>
                      <a:pt x="77" y="448"/>
                    </a:lnTo>
                    <a:lnTo>
                      <a:pt x="51" y="403"/>
                    </a:lnTo>
                    <a:lnTo>
                      <a:pt x="19" y="348"/>
                    </a:lnTo>
                    <a:lnTo>
                      <a:pt x="0" y="278"/>
                    </a:lnTo>
                    <a:lnTo>
                      <a:pt x="0" y="160"/>
                    </a:lnTo>
                    <a:lnTo>
                      <a:pt x="26" y="115"/>
                    </a:lnTo>
                    <a:lnTo>
                      <a:pt x="45" y="82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Freeform 197"/>
              <p:cNvSpPr/>
              <p:nvPr/>
            </p:nvSpPr>
            <p:spPr bwMode="auto">
              <a:xfrm>
                <a:off x="3603" y="3032"/>
                <a:ext cx="646" cy="652"/>
              </a:xfrm>
              <a:custGeom>
                <a:avLst/>
                <a:gdLst>
                  <a:gd name="T0" fmla="*/ 134 w 646"/>
                  <a:gd name="T1" fmla="*/ 192 h 652"/>
                  <a:gd name="T2" fmla="*/ 45 w 646"/>
                  <a:gd name="T3" fmla="*/ 249 h 652"/>
                  <a:gd name="T4" fmla="*/ 19 w 646"/>
                  <a:gd name="T5" fmla="*/ 339 h 652"/>
                  <a:gd name="T6" fmla="*/ 0 w 646"/>
                  <a:gd name="T7" fmla="*/ 422 h 652"/>
                  <a:gd name="T8" fmla="*/ 26 w 646"/>
                  <a:gd name="T9" fmla="*/ 518 h 652"/>
                  <a:gd name="T10" fmla="*/ 77 w 646"/>
                  <a:gd name="T11" fmla="*/ 563 h 652"/>
                  <a:gd name="T12" fmla="*/ 115 w 646"/>
                  <a:gd name="T13" fmla="*/ 652 h 652"/>
                  <a:gd name="T14" fmla="*/ 249 w 646"/>
                  <a:gd name="T15" fmla="*/ 518 h 652"/>
                  <a:gd name="T16" fmla="*/ 320 w 646"/>
                  <a:gd name="T17" fmla="*/ 544 h 652"/>
                  <a:gd name="T18" fmla="*/ 390 w 646"/>
                  <a:gd name="T19" fmla="*/ 569 h 652"/>
                  <a:gd name="T20" fmla="*/ 486 w 646"/>
                  <a:gd name="T21" fmla="*/ 588 h 652"/>
                  <a:gd name="T22" fmla="*/ 564 w 646"/>
                  <a:gd name="T23" fmla="*/ 583 h 652"/>
                  <a:gd name="T24" fmla="*/ 614 w 646"/>
                  <a:gd name="T25" fmla="*/ 537 h 652"/>
                  <a:gd name="T26" fmla="*/ 646 w 646"/>
                  <a:gd name="T27" fmla="*/ 480 h 652"/>
                  <a:gd name="T28" fmla="*/ 646 w 646"/>
                  <a:gd name="T29" fmla="*/ 377 h 652"/>
                  <a:gd name="T30" fmla="*/ 634 w 646"/>
                  <a:gd name="T31" fmla="*/ 300 h 652"/>
                  <a:gd name="T32" fmla="*/ 576 w 646"/>
                  <a:gd name="T33" fmla="*/ 236 h 652"/>
                  <a:gd name="T34" fmla="*/ 525 w 646"/>
                  <a:gd name="T35" fmla="*/ 192 h 652"/>
                  <a:gd name="T36" fmla="*/ 646 w 646"/>
                  <a:gd name="T37" fmla="*/ 71 h 652"/>
                  <a:gd name="T38" fmla="*/ 602 w 646"/>
                  <a:gd name="T39" fmla="*/ 51 h 652"/>
                  <a:gd name="T40" fmla="*/ 544 w 646"/>
                  <a:gd name="T41" fmla="*/ 25 h 652"/>
                  <a:gd name="T42" fmla="*/ 493 w 646"/>
                  <a:gd name="T43" fmla="*/ 6 h 652"/>
                  <a:gd name="T44" fmla="*/ 403 w 646"/>
                  <a:gd name="T45" fmla="*/ 0 h 652"/>
                  <a:gd name="T46" fmla="*/ 339 w 646"/>
                  <a:gd name="T47" fmla="*/ 12 h 652"/>
                  <a:gd name="T48" fmla="*/ 294 w 646"/>
                  <a:gd name="T49" fmla="*/ 25 h 652"/>
                  <a:gd name="T50" fmla="*/ 256 w 646"/>
                  <a:gd name="T51" fmla="*/ 70 h 652"/>
                  <a:gd name="T52" fmla="*/ 134 w 646"/>
                  <a:gd name="T53" fmla="*/ 192 h 6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646"/>
                  <a:gd name="T82" fmla="*/ 0 h 652"/>
                  <a:gd name="T83" fmla="*/ 646 w 646"/>
                  <a:gd name="T84" fmla="*/ 652 h 652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646" h="652">
                    <a:moveTo>
                      <a:pt x="134" y="192"/>
                    </a:moveTo>
                    <a:lnTo>
                      <a:pt x="45" y="249"/>
                    </a:lnTo>
                    <a:lnTo>
                      <a:pt x="19" y="339"/>
                    </a:lnTo>
                    <a:lnTo>
                      <a:pt x="0" y="422"/>
                    </a:lnTo>
                    <a:lnTo>
                      <a:pt x="26" y="518"/>
                    </a:lnTo>
                    <a:lnTo>
                      <a:pt x="77" y="563"/>
                    </a:lnTo>
                    <a:lnTo>
                      <a:pt x="115" y="652"/>
                    </a:lnTo>
                    <a:lnTo>
                      <a:pt x="249" y="518"/>
                    </a:lnTo>
                    <a:lnTo>
                      <a:pt x="320" y="544"/>
                    </a:lnTo>
                    <a:lnTo>
                      <a:pt x="390" y="569"/>
                    </a:lnTo>
                    <a:lnTo>
                      <a:pt x="486" y="588"/>
                    </a:lnTo>
                    <a:lnTo>
                      <a:pt x="564" y="583"/>
                    </a:lnTo>
                    <a:lnTo>
                      <a:pt x="614" y="537"/>
                    </a:lnTo>
                    <a:lnTo>
                      <a:pt x="646" y="480"/>
                    </a:lnTo>
                    <a:lnTo>
                      <a:pt x="646" y="377"/>
                    </a:lnTo>
                    <a:lnTo>
                      <a:pt x="634" y="300"/>
                    </a:lnTo>
                    <a:lnTo>
                      <a:pt x="576" y="236"/>
                    </a:lnTo>
                    <a:lnTo>
                      <a:pt x="525" y="192"/>
                    </a:lnTo>
                    <a:lnTo>
                      <a:pt x="646" y="71"/>
                    </a:lnTo>
                    <a:lnTo>
                      <a:pt x="602" y="51"/>
                    </a:lnTo>
                    <a:lnTo>
                      <a:pt x="544" y="25"/>
                    </a:lnTo>
                    <a:lnTo>
                      <a:pt x="493" y="6"/>
                    </a:lnTo>
                    <a:lnTo>
                      <a:pt x="403" y="0"/>
                    </a:lnTo>
                    <a:lnTo>
                      <a:pt x="339" y="12"/>
                    </a:lnTo>
                    <a:lnTo>
                      <a:pt x="294" y="25"/>
                    </a:lnTo>
                    <a:lnTo>
                      <a:pt x="256" y="70"/>
                    </a:lnTo>
                    <a:lnTo>
                      <a:pt x="134" y="1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Freeform 198"/>
              <p:cNvSpPr/>
              <p:nvPr/>
            </p:nvSpPr>
            <p:spPr bwMode="auto">
              <a:xfrm>
                <a:off x="4134" y="3102"/>
                <a:ext cx="371" cy="122"/>
              </a:xfrm>
              <a:custGeom>
                <a:avLst/>
                <a:gdLst>
                  <a:gd name="T0" fmla="*/ 115 w 371"/>
                  <a:gd name="T1" fmla="*/ 0 h 122"/>
                  <a:gd name="T2" fmla="*/ 371 w 371"/>
                  <a:gd name="T3" fmla="*/ 0 h 122"/>
                  <a:gd name="T4" fmla="*/ 249 w 371"/>
                  <a:gd name="T5" fmla="*/ 122 h 122"/>
                  <a:gd name="T6" fmla="*/ 0 w 371"/>
                  <a:gd name="T7" fmla="*/ 122 h 122"/>
                  <a:gd name="T8" fmla="*/ 115 w 371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1"/>
                  <a:gd name="T16" fmla="*/ 0 h 122"/>
                  <a:gd name="T17" fmla="*/ 371 w 371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1" h="122">
                    <a:moveTo>
                      <a:pt x="115" y="0"/>
                    </a:moveTo>
                    <a:lnTo>
                      <a:pt x="371" y="0"/>
                    </a:lnTo>
                    <a:lnTo>
                      <a:pt x="249" y="122"/>
                    </a:lnTo>
                    <a:lnTo>
                      <a:pt x="0" y="12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Freeform 199"/>
              <p:cNvSpPr/>
              <p:nvPr/>
            </p:nvSpPr>
            <p:spPr bwMode="auto">
              <a:xfrm>
                <a:off x="3494" y="3102"/>
                <a:ext cx="371" cy="122"/>
              </a:xfrm>
              <a:custGeom>
                <a:avLst/>
                <a:gdLst>
                  <a:gd name="T0" fmla="*/ 115 w 371"/>
                  <a:gd name="T1" fmla="*/ 0 h 122"/>
                  <a:gd name="T2" fmla="*/ 371 w 371"/>
                  <a:gd name="T3" fmla="*/ 0 h 122"/>
                  <a:gd name="T4" fmla="*/ 249 w 371"/>
                  <a:gd name="T5" fmla="*/ 122 h 122"/>
                  <a:gd name="T6" fmla="*/ 0 w 371"/>
                  <a:gd name="T7" fmla="*/ 122 h 122"/>
                  <a:gd name="T8" fmla="*/ 115 w 371"/>
                  <a:gd name="T9" fmla="*/ 0 h 1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71"/>
                  <a:gd name="T16" fmla="*/ 0 h 122"/>
                  <a:gd name="T17" fmla="*/ 371 w 371"/>
                  <a:gd name="T18" fmla="*/ 122 h 12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71" h="122">
                    <a:moveTo>
                      <a:pt x="115" y="0"/>
                    </a:moveTo>
                    <a:lnTo>
                      <a:pt x="371" y="0"/>
                    </a:lnTo>
                    <a:lnTo>
                      <a:pt x="249" y="122"/>
                    </a:lnTo>
                    <a:lnTo>
                      <a:pt x="0" y="122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Freeform 200"/>
              <p:cNvSpPr/>
              <p:nvPr/>
            </p:nvSpPr>
            <p:spPr bwMode="auto">
              <a:xfrm>
                <a:off x="3616" y="2840"/>
                <a:ext cx="877" cy="268"/>
              </a:xfrm>
              <a:custGeom>
                <a:avLst/>
                <a:gdLst>
                  <a:gd name="T0" fmla="*/ 0 w 877"/>
                  <a:gd name="T1" fmla="*/ 268 h 268"/>
                  <a:gd name="T2" fmla="*/ 45 w 877"/>
                  <a:gd name="T3" fmla="*/ 211 h 268"/>
                  <a:gd name="T4" fmla="*/ 121 w 877"/>
                  <a:gd name="T5" fmla="*/ 128 h 268"/>
                  <a:gd name="T6" fmla="*/ 224 w 877"/>
                  <a:gd name="T7" fmla="*/ 64 h 268"/>
                  <a:gd name="T8" fmla="*/ 281 w 877"/>
                  <a:gd name="T9" fmla="*/ 38 h 268"/>
                  <a:gd name="T10" fmla="*/ 371 w 877"/>
                  <a:gd name="T11" fmla="*/ 12 h 268"/>
                  <a:gd name="T12" fmla="*/ 448 w 877"/>
                  <a:gd name="T13" fmla="*/ 0 h 268"/>
                  <a:gd name="T14" fmla="*/ 537 w 877"/>
                  <a:gd name="T15" fmla="*/ 6 h 268"/>
                  <a:gd name="T16" fmla="*/ 633 w 877"/>
                  <a:gd name="T17" fmla="*/ 25 h 268"/>
                  <a:gd name="T18" fmla="*/ 685 w 877"/>
                  <a:gd name="T19" fmla="*/ 57 h 268"/>
                  <a:gd name="T20" fmla="*/ 761 w 877"/>
                  <a:gd name="T21" fmla="*/ 102 h 268"/>
                  <a:gd name="T22" fmla="*/ 819 w 877"/>
                  <a:gd name="T23" fmla="*/ 160 h 268"/>
                  <a:gd name="T24" fmla="*/ 877 w 877"/>
                  <a:gd name="T25" fmla="*/ 262 h 268"/>
                  <a:gd name="T26" fmla="*/ 614 w 877"/>
                  <a:gd name="T27" fmla="*/ 262 h 268"/>
                  <a:gd name="T28" fmla="*/ 557 w 877"/>
                  <a:gd name="T29" fmla="*/ 230 h 268"/>
                  <a:gd name="T30" fmla="*/ 454 w 877"/>
                  <a:gd name="T31" fmla="*/ 204 h 268"/>
                  <a:gd name="T32" fmla="*/ 377 w 877"/>
                  <a:gd name="T33" fmla="*/ 204 h 268"/>
                  <a:gd name="T34" fmla="*/ 301 w 877"/>
                  <a:gd name="T35" fmla="*/ 230 h 268"/>
                  <a:gd name="T36" fmla="*/ 237 w 877"/>
                  <a:gd name="T37" fmla="*/ 268 h 268"/>
                  <a:gd name="T38" fmla="*/ 0 w 877"/>
                  <a:gd name="T39" fmla="*/ 268 h 2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877"/>
                  <a:gd name="T61" fmla="*/ 0 h 268"/>
                  <a:gd name="T62" fmla="*/ 877 w 877"/>
                  <a:gd name="T63" fmla="*/ 268 h 26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877" h="268">
                    <a:moveTo>
                      <a:pt x="0" y="268"/>
                    </a:moveTo>
                    <a:lnTo>
                      <a:pt x="45" y="211"/>
                    </a:lnTo>
                    <a:lnTo>
                      <a:pt x="121" y="128"/>
                    </a:lnTo>
                    <a:lnTo>
                      <a:pt x="224" y="64"/>
                    </a:lnTo>
                    <a:lnTo>
                      <a:pt x="281" y="38"/>
                    </a:lnTo>
                    <a:lnTo>
                      <a:pt x="371" y="12"/>
                    </a:lnTo>
                    <a:lnTo>
                      <a:pt x="448" y="0"/>
                    </a:lnTo>
                    <a:lnTo>
                      <a:pt x="537" y="6"/>
                    </a:lnTo>
                    <a:lnTo>
                      <a:pt x="633" y="25"/>
                    </a:lnTo>
                    <a:lnTo>
                      <a:pt x="685" y="57"/>
                    </a:lnTo>
                    <a:lnTo>
                      <a:pt x="761" y="102"/>
                    </a:lnTo>
                    <a:lnTo>
                      <a:pt x="819" y="160"/>
                    </a:lnTo>
                    <a:lnTo>
                      <a:pt x="877" y="262"/>
                    </a:lnTo>
                    <a:lnTo>
                      <a:pt x="614" y="262"/>
                    </a:lnTo>
                    <a:lnTo>
                      <a:pt x="557" y="230"/>
                    </a:lnTo>
                    <a:lnTo>
                      <a:pt x="454" y="204"/>
                    </a:lnTo>
                    <a:lnTo>
                      <a:pt x="377" y="204"/>
                    </a:lnTo>
                    <a:lnTo>
                      <a:pt x="301" y="230"/>
                    </a:lnTo>
                    <a:lnTo>
                      <a:pt x="237" y="268"/>
                    </a:lnTo>
                    <a:lnTo>
                      <a:pt x="0" y="268"/>
                    </a:lnTo>
                    <a:close/>
                  </a:path>
                </a:pathLst>
              </a:custGeom>
              <a:solidFill>
                <a:srgbClr val="FF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Line 201"/>
              <p:cNvSpPr>
                <a:spLocks noChangeShapeType="1"/>
              </p:cNvSpPr>
              <p:nvPr/>
            </p:nvSpPr>
            <p:spPr bwMode="auto">
              <a:xfrm>
                <a:off x="3485" y="3226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Line 202"/>
              <p:cNvSpPr>
                <a:spLocks noChangeShapeType="1"/>
              </p:cNvSpPr>
              <p:nvPr/>
            </p:nvSpPr>
            <p:spPr bwMode="auto">
              <a:xfrm flipH="1">
                <a:off x="4376" y="3567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Freeform 203"/>
              <p:cNvSpPr/>
              <p:nvPr/>
            </p:nvSpPr>
            <p:spPr bwMode="auto">
              <a:xfrm>
                <a:off x="3750" y="2552"/>
                <a:ext cx="1120" cy="1107"/>
              </a:xfrm>
              <a:custGeom>
                <a:avLst/>
                <a:gdLst>
                  <a:gd name="T0" fmla="*/ 0 w 1120"/>
                  <a:gd name="T1" fmla="*/ 409 h 1107"/>
                  <a:gd name="T2" fmla="*/ 269 w 1120"/>
                  <a:gd name="T3" fmla="*/ 140 h 1107"/>
                  <a:gd name="T4" fmla="*/ 327 w 1120"/>
                  <a:gd name="T5" fmla="*/ 76 h 1107"/>
                  <a:gd name="T6" fmla="*/ 403 w 1120"/>
                  <a:gd name="T7" fmla="*/ 38 h 1107"/>
                  <a:gd name="T8" fmla="*/ 499 w 1120"/>
                  <a:gd name="T9" fmla="*/ 12 h 1107"/>
                  <a:gd name="T10" fmla="*/ 595 w 1120"/>
                  <a:gd name="T11" fmla="*/ 0 h 1107"/>
                  <a:gd name="T12" fmla="*/ 704 w 1120"/>
                  <a:gd name="T13" fmla="*/ 6 h 1107"/>
                  <a:gd name="T14" fmla="*/ 807 w 1120"/>
                  <a:gd name="T15" fmla="*/ 38 h 1107"/>
                  <a:gd name="T16" fmla="*/ 890 w 1120"/>
                  <a:gd name="T17" fmla="*/ 83 h 1107"/>
                  <a:gd name="T18" fmla="*/ 973 w 1120"/>
                  <a:gd name="T19" fmla="*/ 128 h 1107"/>
                  <a:gd name="T20" fmla="*/ 1005 w 1120"/>
                  <a:gd name="T21" fmla="*/ 166 h 1107"/>
                  <a:gd name="T22" fmla="*/ 1043 w 1120"/>
                  <a:gd name="T23" fmla="*/ 224 h 1107"/>
                  <a:gd name="T24" fmla="*/ 1082 w 1120"/>
                  <a:gd name="T25" fmla="*/ 288 h 1107"/>
                  <a:gd name="T26" fmla="*/ 1114 w 1120"/>
                  <a:gd name="T27" fmla="*/ 364 h 1107"/>
                  <a:gd name="T28" fmla="*/ 1120 w 1120"/>
                  <a:gd name="T29" fmla="*/ 460 h 1107"/>
                  <a:gd name="T30" fmla="*/ 1120 w 1120"/>
                  <a:gd name="T31" fmla="*/ 544 h 1107"/>
                  <a:gd name="T32" fmla="*/ 1101 w 1120"/>
                  <a:gd name="T33" fmla="*/ 608 h 1107"/>
                  <a:gd name="T34" fmla="*/ 1075 w 1120"/>
                  <a:gd name="T35" fmla="*/ 665 h 1107"/>
                  <a:gd name="T36" fmla="*/ 1056 w 1120"/>
                  <a:gd name="T37" fmla="*/ 716 h 1107"/>
                  <a:gd name="T38" fmla="*/ 1018 w 1120"/>
                  <a:gd name="T39" fmla="*/ 761 h 1107"/>
                  <a:gd name="T40" fmla="*/ 986 w 1120"/>
                  <a:gd name="T41" fmla="*/ 800 h 1107"/>
                  <a:gd name="T42" fmla="*/ 711 w 1120"/>
                  <a:gd name="T43" fmla="*/ 1075 h 1107"/>
                  <a:gd name="T44" fmla="*/ 736 w 1120"/>
                  <a:gd name="T45" fmla="*/ 1017 h 1107"/>
                  <a:gd name="T46" fmla="*/ 646 w 1120"/>
                  <a:gd name="T47" fmla="*/ 1107 h 1107"/>
                  <a:gd name="T48" fmla="*/ 672 w 1120"/>
                  <a:gd name="T49" fmla="*/ 1004 h 1107"/>
                  <a:gd name="T50" fmla="*/ 711 w 1120"/>
                  <a:gd name="T51" fmla="*/ 908 h 1107"/>
                  <a:gd name="T52" fmla="*/ 685 w 1120"/>
                  <a:gd name="T53" fmla="*/ 793 h 1107"/>
                  <a:gd name="T54" fmla="*/ 666 w 1120"/>
                  <a:gd name="T55" fmla="*/ 716 h 1107"/>
                  <a:gd name="T56" fmla="*/ 640 w 1120"/>
                  <a:gd name="T57" fmla="*/ 665 h 1107"/>
                  <a:gd name="T58" fmla="*/ 743 w 1120"/>
                  <a:gd name="T59" fmla="*/ 562 h 1107"/>
                  <a:gd name="T60" fmla="*/ 708 w 1120"/>
                  <a:gd name="T61" fmla="*/ 481 h 1107"/>
                  <a:gd name="T62" fmla="*/ 635 w 1120"/>
                  <a:gd name="T63" fmla="*/ 423 h 1107"/>
                  <a:gd name="T64" fmla="*/ 576 w 1120"/>
                  <a:gd name="T65" fmla="*/ 364 h 1107"/>
                  <a:gd name="T66" fmla="*/ 487 w 1120"/>
                  <a:gd name="T67" fmla="*/ 313 h 1107"/>
                  <a:gd name="T68" fmla="*/ 359 w 1120"/>
                  <a:gd name="T69" fmla="*/ 299 h 1107"/>
                  <a:gd name="T70" fmla="*/ 271 w 1120"/>
                  <a:gd name="T71" fmla="*/ 299 h 1107"/>
                  <a:gd name="T72" fmla="*/ 162 w 1120"/>
                  <a:gd name="T73" fmla="*/ 321 h 1107"/>
                  <a:gd name="T74" fmla="*/ 83 w 1120"/>
                  <a:gd name="T75" fmla="*/ 352 h 1107"/>
                  <a:gd name="T76" fmla="*/ 0 w 1120"/>
                  <a:gd name="T77" fmla="*/ 409 h 110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20"/>
                  <a:gd name="T118" fmla="*/ 0 h 1107"/>
                  <a:gd name="T119" fmla="*/ 1120 w 1120"/>
                  <a:gd name="T120" fmla="*/ 1107 h 110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20" h="1107">
                    <a:moveTo>
                      <a:pt x="0" y="409"/>
                    </a:moveTo>
                    <a:lnTo>
                      <a:pt x="269" y="140"/>
                    </a:lnTo>
                    <a:lnTo>
                      <a:pt x="327" y="76"/>
                    </a:lnTo>
                    <a:lnTo>
                      <a:pt x="403" y="38"/>
                    </a:lnTo>
                    <a:lnTo>
                      <a:pt x="499" y="12"/>
                    </a:lnTo>
                    <a:lnTo>
                      <a:pt x="595" y="0"/>
                    </a:lnTo>
                    <a:lnTo>
                      <a:pt x="704" y="6"/>
                    </a:lnTo>
                    <a:lnTo>
                      <a:pt x="807" y="38"/>
                    </a:lnTo>
                    <a:lnTo>
                      <a:pt x="890" y="83"/>
                    </a:lnTo>
                    <a:lnTo>
                      <a:pt x="973" y="128"/>
                    </a:lnTo>
                    <a:lnTo>
                      <a:pt x="1005" y="166"/>
                    </a:lnTo>
                    <a:lnTo>
                      <a:pt x="1043" y="224"/>
                    </a:lnTo>
                    <a:lnTo>
                      <a:pt x="1082" y="288"/>
                    </a:lnTo>
                    <a:lnTo>
                      <a:pt x="1114" y="364"/>
                    </a:lnTo>
                    <a:lnTo>
                      <a:pt x="1120" y="460"/>
                    </a:lnTo>
                    <a:lnTo>
                      <a:pt x="1120" y="544"/>
                    </a:lnTo>
                    <a:lnTo>
                      <a:pt x="1101" y="608"/>
                    </a:lnTo>
                    <a:lnTo>
                      <a:pt x="1075" y="665"/>
                    </a:lnTo>
                    <a:lnTo>
                      <a:pt x="1056" y="716"/>
                    </a:lnTo>
                    <a:lnTo>
                      <a:pt x="1018" y="761"/>
                    </a:lnTo>
                    <a:lnTo>
                      <a:pt x="986" y="800"/>
                    </a:lnTo>
                    <a:lnTo>
                      <a:pt x="711" y="1075"/>
                    </a:lnTo>
                    <a:lnTo>
                      <a:pt x="736" y="1017"/>
                    </a:lnTo>
                    <a:lnTo>
                      <a:pt x="646" y="1107"/>
                    </a:lnTo>
                    <a:lnTo>
                      <a:pt x="672" y="1004"/>
                    </a:lnTo>
                    <a:lnTo>
                      <a:pt x="711" y="908"/>
                    </a:lnTo>
                    <a:lnTo>
                      <a:pt x="685" y="793"/>
                    </a:lnTo>
                    <a:lnTo>
                      <a:pt x="666" y="716"/>
                    </a:lnTo>
                    <a:lnTo>
                      <a:pt x="640" y="665"/>
                    </a:lnTo>
                    <a:lnTo>
                      <a:pt x="743" y="562"/>
                    </a:lnTo>
                    <a:lnTo>
                      <a:pt x="708" y="481"/>
                    </a:lnTo>
                    <a:lnTo>
                      <a:pt x="635" y="423"/>
                    </a:lnTo>
                    <a:lnTo>
                      <a:pt x="576" y="364"/>
                    </a:lnTo>
                    <a:lnTo>
                      <a:pt x="487" y="313"/>
                    </a:lnTo>
                    <a:lnTo>
                      <a:pt x="359" y="299"/>
                    </a:lnTo>
                    <a:lnTo>
                      <a:pt x="271" y="299"/>
                    </a:lnTo>
                    <a:lnTo>
                      <a:pt x="162" y="321"/>
                    </a:lnTo>
                    <a:lnTo>
                      <a:pt x="83" y="352"/>
                    </a:lnTo>
                    <a:lnTo>
                      <a:pt x="0" y="409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Freeform 204"/>
              <p:cNvSpPr/>
              <p:nvPr/>
            </p:nvSpPr>
            <p:spPr bwMode="auto">
              <a:xfrm>
                <a:off x="4372" y="3357"/>
                <a:ext cx="356" cy="356"/>
              </a:xfrm>
              <a:custGeom>
                <a:avLst/>
                <a:gdLst>
                  <a:gd name="T0" fmla="*/ 356 w 356"/>
                  <a:gd name="T1" fmla="*/ 0 h 356"/>
                  <a:gd name="T2" fmla="*/ 0 w 356"/>
                  <a:gd name="T3" fmla="*/ 356 h 356"/>
                  <a:gd name="T4" fmla="*/ 0 60000 65536"/>
                  <a:gd name="T5" fmla="*/ 0 60000 65536"/>
                  <a:gd name="T6" fmla="*/ 0 w 356"/>
                  <a:gd name="T7" fmla="*/ 0 h 356"/>
                  <a:gd name="T8" fmla="*/ 356 w 356"/>
                  <a:gd name="T9" fmla="*/ 356 h 3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6" h="356">
                    <a:moveTo>
                      <a:pt x="356" y="0"/>
                    </a:moveTo>
                    <a:lnTo>
                      <a:pt x="0" y="356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Line 205"/>
              <p:cNvSpPr>
                <a:spLocks noChangeShapeType="1"/>
              </p:cNvSpPr>
              <p:nvPr/>
            </p:nvSpPr>
            <p:spPr bwMode="auto">
              <a:xfrm>
                <a:off x="3485" y="3677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Line 206"/>
              <p:cNvSpPr>
                <a:spLocks noChangeShapeType="1"/>
              </p:cNvSpPr>
              <p:nvPr/>
            </p:nvSpPr>
            <p:spPr bwMode="auto">
              <a:xfrm>
                <a:off x="4127" y="3224"/>
                <a:ext cx="26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Freeform 207"/>
              <p:cNvSpPr/>
              <p:nvPr/>
            </p:nvSpPr>
            <p:spPr bwMode="auto">
              <a:xfrm>
                <a:off x="4134" y="3675"/>
                <a:ext cx="267" cy="2"/>
              </a:xfrm>
              <a:custGeom>
                <a:avLst/>
                <a:gdLst>
                  <a:gd name="T0" fmla="*/ 0 w 267"/>
                  <a:gd name="T1" fmla="*/ 0 h 2"/>
                  <a:gd name="T2" fmla="*/ 267 w 267"/>
                  <a:gd name="T3" fmla="*/ 2 h 2"/>
                  <a:gd name="T4" fmla="*/ 0 60000 65536"/>
                  <a:gd name="T5" fmla="*/ 0 60000 65536"/>
                  <a:gd name="T6" fmla="*/ 0 w 267"/>
                  <a:gd name="T7" fmla="*/ 0 h 2"/>
                  <a:gd name="T8" fmla="*/ 267 w 26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7" h="2">
                    <a:moveTo>
                      <a:pt x="0" y="0"/>
                    </a:moveTo>
                    <a:lnTo>
                      <a:pt x="267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Freeform 208"/>
              <p:cNvSpPr/>
              <p:nvPr/>
            </p:nvSpPr>
            <p:spPr bwMode="auto">
              <a:xfrm>
                <a:off x="3609" y="3108"/>
                <a:ext cx="247" cy="1"/>
              </a:xfrm>
              <a:custGeom>
                <a:avLst/>
                <a:gdLst>
                  <a:gd name="T0" fmla="*/ 0 w 247"/>
                  <a:gd name="T1" fmla="*/ 0 h 1"/>
                  <a:gd name="T2" fmla="*/ 247 w 247"/>
                  <a:gd name="T3" fmla="*/ 1 h 1"/>
                  <a:gd name="T4" fmla="*/ 0 60000 65536"/>
                  <a:gd name="T5" fmla="*/ 0 60000 65536"/>
                  <a:gd name="T6" fmla="*/ 0 w 247"/>
                  <a:gd name="T7" fmla="*/ 0 h 1"/>
                  <a:gd name="T8" fmla="*/ 247 w 24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1">
                    <a:moveTo>
                      <a:pt x="0" y="0"/>
                    </a:moveTo>
                    <a:lnTo>
                      <a:pt x="247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1" name="Line 209"/>
              <p:cNvSpPr>
                <a:spLocks noChangeShapeType="1"/>
              </p:cNvSpPr>
              <p:nvPr/>
            </p:nvSpPr>
            <p:spPr bwMode="auto">
              <a:xfrm flipV="1">
                <a:off x="3739" y="3546"/>
                <a:ext cx="124" cy="1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2" name="Freeform 210"/>
              <p:cNvSpPr/>
              <p:nvPr/>
            </p:nvSpPr>
            <p:spPr bwMode="auto">
              <a:xfrm>
                <a:off x="3728" y="3095"/>
                <a:ext cx="135" cy="135"/>
              </a:xfrm>
              <a:custGeom>
                <a:avLst/>
                <a:gdLst>
                  <a:gd name="T0" fmla="*/ 135 w 135"/>
                  <a:gd name="T1" fmla="*/ 0 h 135"/>
                  <a:gd name="T2" fmla="*/ 0 w 135"/>
                  <a:gd name="T3" fmla="*/ 135 h 135"/>
                  <a:gd name="T4" fmla="*/ 0 60000 65536"/>
                  <a:gd name="T5" fmla="*/ 0 60000 65536"/>
                  <a:gd name="T6" fmla="*/ 0 w 135"/>
                  <a:gd name="T7" fmla="*/ 0 h 135"/>
                  <a:gd name="T8" fmla="*/ 135 w 135"/>
                  <a:gd name="T9" fmla="*/ 135 h 1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5" h="135">
                    <a:moveTo>
                      <a:pt x="135" y="0"/>
                    </a:moveTo>
                    <a:lnTo>
                      <a:pt x="0" y="135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3" name="Line 211"/>
              <p:cNvSpPr>
                <a:spLocks noChangeShapeType="1"/>
              </p:cNvSpPr>
              <p:nvPr/>
            </p:nvSpPr>
            <p:spPr bwMode="auto">
              <a:xfrm flipH="1">
                <a:off x="3495" y="3109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212"/>
              <p:cNvSpPr/>
              <p:nvPr/>
            </p:nvSpPr>
            <p:spPr bwMode="auto">
              <a:xfrm>
                <a:off x="4125" y="3102"/>
                <a:ext cx="120" cy="124"/>
              </a:xfrm>
              <a:custGeom>
                <a:avLst/>
                <a:gdLst>
                  <a:gd name="T0" fmla="*/ 120 w 120"/>
                  <a:gd name="T1" fmla="*/ 0 h 124"/>
                  <a:gd name="T2" fmla="*/ 0 w 120"/>
                  <a:gd name="T3" fmla="*/ 124 h 124"/>
                  <a:gd name="T4" fmla="*/ 0 60000 65536"/>
                  <a:gd name="T5" fmla="*/ 0 60000 65536"/>
                  <a:gd name="T6" fmla="*/ 0 w 120"/>
                  <a:gd name="T7" fmla="*/ 0 h 124"/>
                  <a:gd name="T8" fmla="*/ 120 w 120"/>
                  <a:gd name="T9" fmla="*/ 124 h 1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0" h="124">
                    <a:moveTo>
                      <a:pt x="120" y="0"/>
                    </a:moveTo>
                    <a:lnTo>
                      <a:pt x="0" y="124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Line 213"/>
              <p:cNvSpPr>
                <a:spLocks noChangeShapeType="1"/>
              </p:cNvSpPr>
              <p:nvPr/>
            </p:nvSpPr>
            <p:spPr bwMode="auto">
              <a:xfrm flipH="1">
                <a:off x="4383" y="3101"/>
                <a:ext cx="116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Line 214"/>
              <p:cNvSpPr>
                <a:spLocks noChangeShapeType="1"/>
              </p:cNvSpPr>
              <p:nvPr/>
            </p:nvSpPr>
            <p:spPr bwMode="auto">
              <a:xfrm>
                <a:off x="4234" y="3102"/>
                <a:ext cx="26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215"/>
              <p:cNvSpPr/>
              <p:nvPr/>
            </p:nvSpPr>
            <p:spPr bwMode="auto">
              <a:xfrm>
                <a:off x="3616" y="2846"/>
                <a:ext cx="880" cy="256"/>
              </a:xfrm>
              <a:custGeom>
                <a:avLst/>
                <a:gdLst>
                  <a:gd name="T0" fmla="*/ 0 w 880"/>
                  <a:gd name="T1" fmla="*/ 256 h 256"/>
                  <a:gd name="T2" fmla="*/ 43 w 880"/>
                  <a:gd name="T3" fmla="*/ 198 h 256"/>
                  <a:gd name="T4" fmla="*/ 116 w 880"/>
                  <a:gd name="T5" fmla="*/ 132 h 256"/>
                  <a:gd name="T6" fmla="*/ 174 w 880"/>
                  <a:gd name="T7" fmla="*/ 89 h 256"/>
                  <a:gd name="T8" fmla="*/ 247 w 880"/>
                  <a:gd name="T9" fmla="*/ 45 h 256"/>
                  <a:gd name="T10" fmla="*/ 320 w 880"/>
                  <a:gd name="T11" fmla="*/ 16 h 256"/>
                  <a:gd name="T12" fmla="*/ 385 w 880"/>
                  <a:gd name="T13" fmla="*/ 2 h 256"/>
                  <a:gd name="T14" fmla="*/ 458 w 880"/>
                  <a:gd name="T15" fmla="*/ 2 h 256"/>
                  <a:gd name="T16" fmla="*/ 545 w 880"/>
                  <a:gd name="T17" fmla="*/ 9 h 256"/>
                  <a:gd name="T18" fmla="*/ 627 w 880"/>
                  <a:gd name="T19" fmla="*/ 26 h 256"/>
                  <a:gd name="T20" fmla="*/ 712 w 880"/>
                  <a:gd name="T21" fmla="*/ 67 h 256"/>
                  <a:gd name="T22" fmla="*/ 763 w 880"/>
                  <a:gd name="T23" fmla="*/ 111 h 256"/>
                  <a:gd name="T24" fmla="*/ 807 w 880"/>
                  <a:gd name="T25" fmla="*/ 147 h 256"/>
                  <a:gd name="T26" fmla="*/ 851 w 880"/>
                  <a:gd name="T27" fmla="*/ 205 h 256"/>
                  <a:gd name="T28" fmla="*/ 880 w 880"/>
                  <a:gd name="T29" fmla="*/ 249 h 25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880"/>
                  <a:gd name="T46" fmla="*/ 0 h 256"/>
                  <a:gd name="T47" fmla="*/ 880 w 880"/>
                  <a:gd name="T48" fmla="*/ 256 h 25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880" h="256">
                    <a:moveTo>
                      <a:pt x="0" y="256"/>
                    </a:moveTo>
                    <a:cubicBezTo>
                      <a:pt x="7" y="246"/>
                      <a:pt x="24" y="219"/>
                      <a:pt x="43" y="198"/>
                    </a:cubicBezTo>
                    <a:cubicBezTo>
                      <a:pt x="62" y="177"/>
                      <a:pt x="94" y="150"/>
                      <a:pt x="116" y="132"/>
                    </a:cubicBezTo>
                    <a:cubicBezTo>
                      <a:pt x="138" y="114"/>
                      <a:pt x="152" y="104"/>
                      <a:pt x="174" y="89"/>
                    </a:cubicBezTo>
                    <a:cubicBezTo>
                      <a:pt x="196" y="74"/>
                      <a:pt x="223" y="57"/>
                      <a:pt x="247" y="45"/>
                    </a:cubicBezTo>
                    <a:cubicBezTo>
                      <a:pt x="271" y="33"/>
                      <a:pt x="297" y="23"/>
                      <a:pt x="320" y="16"/>
                    </a:cubicBezTo>
                    <a:cubicBezTo>
                      <a:pt x="343" y="9"/>
                      <a:pt x="362" y="4"/>
                      <a:pt x="385" y="2"/>
                    </a:cubicBezTo>
                    <a:cubicBezTo>
                      <a:pt x="408" y="0"/>
                      <a:pt x="431" y="1"/>
                      <a:pt x="458" y="2"/>
                    </a:cubicBezTo>
                    <a:cubicBezTo>
                      <a:pt x="485" y="3"/>
                      <a:pt x="517" y="5"/>
                      <a:pt x="545" y="9"/>
                    </a:cubicBezTo>
                    <a:cubicBezTo>
                      <a:pt x="573" y="13"/>
                      <a:pt x="599" y="16"/>
                      <a:pt x="627" y="26"/>
                    </a:cubicBezTo>
                    <a:cubicBezTo>
                      <a:pt x="655" y="36"/>
                      <a:pt x="689" y="53"/>
                      <a:pt x="712" y="67"/>
                    </a:cubicBezTo>
                    <a:cubicBezTo>
                      <a:pt x="735" y="81"/>
                      <a:pt x="747" y="98"/>
                      <a:pt x="763" y="111"/>
                    </a:cubicBezTo>
                    <a:cubicBezTo>
                      <a:pt x="779" y="124"/>
                      <a:pt x="793" y="132"/>
                      <a:pt x="807" y="147"/>
                    </a:cubicBezTo>
                    <a:cubicBezTo>
                      <a:pt x="821" y="162"/>
                      <a:pt x="839" y="188"/>
                      <a:pt x="851" y="205"/>
                    </a:cubicBezTo>
                    <a:cubicBezTo>
                      <a:pt x="863" y="222"/>
                      <a:pt x="875" y="242"/>
                      <a:pt x="880" y="249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216"/>
              <p:cNvSpPr/>
              <p:nvPr/>
            </p:nvSpPr>
            <p:spPr bwMode="auto">
              <a:xfrm>
                <a:off x="3703" y="3575"/>
                <a:ext cx="785" cy="242"/>
              </a:xfrm>
              <a:custGeom>
                <a:avLst/>
                <a:gdLst>
                  <a:gd name="T0" fmla="*/ 0 w 785"/>
                  <a:gd name="T1" fmla="*/ 102 h 242"/>
                  <a:gd name="T2" fmla="*/ 58 w 785"/>
                  <a:gd name="T3" fmla="*/ 145 h 242"/>
                  <a:gd name="T4" fmla="*/ 102 w 785"/>
                  <a:gd name="T5" fmla="*/ 167 h 242"/>
                  <a:gd name="T6" fmla="*/ 167 w 785"/>
                  <a:gd name="T7" fmla="*/ 204 h 242"/>
                  <a:gd name="T8" fmla="*/ 246 w 785"/>
                  <a:gd name="T9" fmla="*/ 236 h 242"/>
                  <a:gd name="T10" fmla="*/ 342 w 785"/>
                  <a:gd name="T11" fmla="*/ 240 h 242"/>
                  <a:gd name="T12" fmla="*/ 429 w 785"/>
                  <a:gd name="T13" fmla="*/ 233 h 242"/>
                  <a:gd name="T14" fmla="*/ 509 w 785"/>
                  <a:gd name="T15" fmla="*/ 218 h 242"/>
                  <a:gd name="T16" fmla="*/ 580 w 785"/>
                  <a:gd name="T17" fmla="*/ 193 h 242"/>
                  <a:gd name="T18" fmla="*/ 647 w 785"/>
                  <a:gd name="T19" fmla="*/ 160 h 242"/>
                  <a:gd name="T20" fmla="*/ 691 w 785"/>
                  <a:gd name="T21" fmla="*/ 124 h 242"/>
                  <a:gd name="T22" fmla="*/ 742 w 785"/>
                  <a:gd name="T23" fmla="*/ 73 h 242"/>
                  <a:gd name="T24" fmla="*/ 785 w 785"/>
                  <a:gd name="T25" fmla="*/ 0 h 24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785"/>
                  <a:gd name="T40" fmla="*/ 0 h 242"/>
                  <a:gd name="T41" fmla="*/ 785 w 785"/>
                  <a:gd name="T42" fmla="*/ 242 h 24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785" h="242">
                    <a:moveTo>
                      <a:pt x="0" y="102"/>
                    </a:moveTo>
                    <a:cubicBezTo>
                      <a:pt x="20" y="118"/>
                      <a:pt x="41" y="134"/>
                      <a:pt x="58" y="145"/>
                    </a:cubicBezTo>
                    <a:cubicBezTo>
                      <a:pt x="75" y="156"/>
                      <a:pt x="84" y="157"/>
                      <a:pt x="102" y="167"/>
                    </a:cubicBezTo>
                    <a:cubicBezTo>
                      <a:pt x="120" y="177"/>
                      <a:pt x="143" y="192"/>
                      <a:pt x="167" y="204"/>
                    </a:cubicBezTo>
                    <a:cubicBezTo>
                      <a:pt x="191" y="216"/>
                      <a:pt x="217" y="230"/>
                      <a:pt x="246" y="236"/>
                    </a:cubicBezTo>
                    <a:cubicBezTo>
                      <a:pt x="275" y="242"/>
                      <a:pt x="312" y="240"/>
                      <a:pt x="342" y="240"/>
                    </a:cubicBezTo>
                    <a:cubicBezTo>
                      <a:pt x="372" y="240"/>
                      <a:pt x="401" y="237"/>
                      <a:pt x="429" y="233"/>
                    </a:cubicBezTo>
                    <a:cubicBezTo>
                      <a:pt x="457" y="229"/>
                      <a:pt x="484" y="225"/>
                      <a:pt x="509" y="218"/>
                    </a:cubicBezTo>
                    <a:cubicBezTo>
                      <a:pt x="534" y="211"/>
                      <a:pt x="557" y="203"/>
                      <a:pt x="580" y="193"/>
                    </a:cubicBezTo>
                    <a:cubicBezTo>
                      <a:pt x="603" y="183"/>
                      <a:pt x="629" y="171"/>
                      <a:pt x="647" y="160"/>
                    </a:cubicBezTo>
                    <a:cubicBezTo>
                      <a:pt x="665" y="149"/>
                      <a:pt x="675" y="138"/>
                      <a:pt x="691" y="124"/>
                    </a:cubicBezTo>
                    <a:cubicBezTo>
                      <a:pt x="707" y="110"/>
                      <a:pt x="726" y="94"/>
                      <a:pt x="742" y="73"/>
                    </a:cubicBezTo>
                    <a:cubicBezTo>
                      <a:pt x="758" y="52"/>
                      <a:pt x="772" y="26"/>
                      <a:pt x="785" y="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217"/>
              <p:cNvSpPr/>
              <p:nvPr/>
            </p:nvSpPr>
            <p:spPr bwMode="auto">
              <a:xfrm>
                <a:off x="3609" y="3226"/>
                <a:ext cx="130" cy="436"/>
              </a:xfrm>
              <a:custGeom>
                <a:avLst/>
                <a:gdLst>
                  <a:gd name="T0" fmla="*/ 130 w 130"/>
                  <a:gd name="T1" fmla="*/ 0 h 436"/>
                  <a:gd name="T2" fmla="*/ 87 w 130"/>
                  <a:gd name="T3" fmla="*/ 29 h 436"/>
                  <a:gd name="T4" fmla="*/ 36 w 130"/>
                  <a:gd name="T5" fmla="*/ 80 h 436"/>
                  <a:gd name="T6" fmla="*/ 14 w 130"/>
                  <a:gd name="T7" fmla="*/ 145 h 436"/>
                  <a:gd name="T8" fmla="*/ 0 w 130"/>
                  <a:gd name="T9" fmla="*/ 234 h 436"/>
                  <a:gd name="T10" fmla="*/ 14 w 130"/>
                  <a:gd name="T11" fmla="*/ 298 h 436"/>
                  <a:gd name="T12" fmla="*/ 58 w 130"/>
                  <a:gd name="T13" fmla="*/ 363 h 436"/>
                  <a:gd name="T14" fmla="*/ 79 w 130"/>
                  <a:gd name="T15" fmla="*/ 407 h 436"/>
                  <a:gd name="T16" fmla="*/ 116 w 130"/>
                  <a:gd name="T17" fmla="*/ 436 h 4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0"/>
                  <a:gd name="T28" fmla="*/ 0 h 436"/>
                  <a:gd name="T29" fmla="*/ 130 w 130"/>
                  <a:gd name="T30" fmla="*/ 436 h 4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0" h="436">
                    <a:moveTo>
                      <a:pt x="130" y="0"/>
                    </a:moveTo>
                    <a:cubicBezTo>
                      <a:pt x="116" y="8"/>
                      <a:pt x="103" y="16"/>
                      <a:pt x="87" y="29"/>
                    </a:cubicBezTo>
                    <a:cubicBezTo>
                      <a:pt x="71" y="42"/>
                      <a:pt x="48" y="61"/>
                      <a:pt x="36" y="80"/>
                    </a:cubicBezTo>
                    <a:cubicBezTo>
                      <a:pt x="24" y="99"/>
                      <a:pt x="20" y="119"/>
                      <a:pt x="14" y="145"/>
                    </a:cubicBezTo>
                    <a:cubicBezTo>
                      <a:pt x="8" y="171"/>
                      <a:pt x="0" y="209"/>
                      <a:pt x="0" y="234"/>
                    </a:cubicBezTo>
                    <a:cubicBezTo>
                      <a:pt x="0" y="259"/>
                      <a:pt x="4" y="276"/>
                      <a:pt x="14" y="298"/>
                    </a:cubicBezTo>
                    <a:cubicBezTo>
                      <a:pt x="24" y="320"/>
                      <a:pt x="47" y="345"/>
                      <a:pt x="58" y="363"/>
                    </a:cubicBezTo>
                    <a:cubicBezTo>
                      <a:pt x="69" y="381"/>
                      <a:pt x="69" y="395"/>
                      <a:pt x="79" y="407"/>
                    </a:cubicBezTo>
                    <a:cubicBezTo>
                      <a:pt x="89" y="419"/>
                      <a:pt x="106" y="430"/>
                      <a:pt x="116" y="436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Freeform 218"/>
              <p:cNvSpPr/>
              <p:nvPr/>
            </p:nvSpPr>
            <p:spPr bwMode="auto">
              <a:xfrm>
                <a:off x="3412" y="3226"/>
                <a:ext cx="73" cy="451"/>
              </a:xfrm>
              <a:custGeom>
                <a:avLst/>
                <a:gdLst>
                  <a:gd name="T0" fmla="*/ 73 w 73"/>
                  <a:gd name="T1" fmla="*/ 0 h 451"/>
                  <a:gd name="T2" fmla="*/ 36 w 73"/>
                  <a:gd name="T3" fmla="*/ 73 h 451"/>
                  <a:gd name="T4" fmla="*/ 7 w 73"/>
                  <a:gd name="T5" fmla="*/ 145 h 451"/>
                  <a:gd name="T6" fmla="*/ 0 w 73"/>
                  <a:gd name="T7" fmla="*/ 211 h 451"/>
                  <a:gd name="T8" fmla="*/ 7 w 73"/>
                  <a:gd name="T9" fmla="*/ 269 h 451"/>
                  <a:gd name="T10" fmla="*/ 22 w 73"/>
                  <a:gd name="T11" fmla="*/ 342 h 451"/>
                  <a:gd name="T12" fmla="*/ 44 w 73"/>
                  <a:gd name="T13" fmla="*/ 393 h 451"/>
                  <a:gd name="T14" fmla="*/ 73 w 73"/>
                  <a:gd name="T15" fmla="*/ 451 h 4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51"/>
                  <a:gd name="T26" fmla="*/ 73 w 73"/>
                  <a:gd name="T27" fmla="*/ 451 h 45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51">
                    <a:moveTo>
                      <a:pt x="73" y="0"/>
                    </a:moveTo>
                    <a:cubicBezTo>
                      <a:pt x="59" y="25"/>
                      <a:pt x="47" y="49"/>
                      <a:pt x="36" y="73"/>
                    </a:cubicBezTo>
                    <a:cubicBezTo>
                      <a:pt x="25" y="97"/>
                      <a:pt x="13" y="122"/>
                      <a:pt x="7" y="145"/>
                    </a:cubicBezTo>
                    <a:cubicBezTo>
                      <a:pt x="1" y="168"/>
                      <a:pt x="0" y="190"/>
                      <a:pt x="0" y="211"/>
                    </a:cubicBezTo>
                    <a:cubicBezTo>
                      <a:pt x="0" y="232"/>
                      <a:pt x="3" y="247"/>
                      <a:pt x="7" y="269"/>
                    </a:cubicBezTo>
                    <a:cubicBezTo>
                      <a:pt x="11" y="291"/>
                      <a:pt x="16" y="321"/>
                      <a:pt x="22" y="342"/>
                    </a:cubicBezTo>
                    <a:cubicBezTo>
                      <a:pt x="28" y="363"/>
                      <a:pt x="35" y="375"/>
                      <a:pt x="44" y="393"/>
                    </a:cubicBezTo>
                    <a:cubicBezTo>
                      <a:pt x="53" y="411"/>
                      <a:pt x="62" y="431"/>
                      <a:pt x="73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Freeform 219"/>
              <p:cNvSpPr/>
              <p:nvPr/>
            </p:nvSpPr>
            <p:spPr bwMode="auto">
              <a:xfrm>
                <a:off x="4132" y="3218"/>
                <a:ext cx="128" cy="451"/>
              </a:xfrm>
              <a:custGeom>
                <a:avLst/>
                <a:gdLst>
                  <a:gd name="T0" fmla="*/ 0 w 128"/>
                  <a:gd name="T1" fmla="*/ 0 h 451"/>
                  <a:gd name="T2" fmla="*/ 29 w 128"/>
                  <a:gd name="T3" fmla="*/ 37 h 451"/>
                  <a:gd name="T4" fmla="*/ 80 w 128"/>
                  <a:gd name="T5" fmla="*/ 81 h 451"/>
                  <a:gd name="T6" fmla="*/ 102 w 128"/>
                  <a:gd name="T7" fmla="*/ 124 h 451"/>
                  <a:gd name="T8" fmla="*/ 124 w 128"/>
                  <a:gd name="T9" fmla="*/ 190 h 451"/>
                  <a:gd name="T10" fmla="*/ 124 w 128"/>
                  <a:gd name="T11" fmla="*/ 233 h 451"/>
                  <a:gd name="T12" fmla="*/ 124 w 128"/>
                  <a:gd name="T13" fmla="*/ 284 h 451"/>
                  <a:gd name="T14" fmla="*/ 102 w 128"/>
                  <a:gd name="T15" fmla="*/ 335 h 451"/>
                  <a:gd name="T16" fmla="*/ 80 w 128"/>
                  <a:gd name="T17" fmla="*/ 379 h 451"/>
                  <a:gd name="T18" fmla="*/ 51 w 128"/>
                  <a:gd name="T19" fmla="*/ 415 h 451"/>
                  <a:gd name="T20" fmla="*/ 7 w 128"/>
                  <a:gd name="T21" fmla="*/ 451 h 4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28"/>
                  <a:gd name="T34" fmla="*/ 0 h 451"/>
                  <a:gd name="T35" fmla="*/ 128 w 128"/>
                  <a:gd name="T36" fmla="*/ 451 h 451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28" h="451">
                    <a:moveTo>
                      <a:pt x="0" y="0"/>
                    </a:moveTo>
                    <a:cubicBezTo>
                      <a:pt x="8" y="12"/>
                      <a:pt x="16" y="24"/>
                      <a:pt x="29" y="37"/>
                    </a:cubicBezTo>
                    <a:cubicBezTo>
                      <a:pt x="42" y="50"/>
                      <a:pt x="68" y="66"/>
                      <a:pt x="80" y="81"/>
                    </a:cubicBezTo>
                    <a:cubicBezTo>
                      <a:pt x="92" y="96"/>
                      <a:pt x="95" y="106"/>
                      <a:pt x="102" y="124"/>
                    </a:cubicBezTo>
                    <a:cubicBezTo>
                      <a:pt x="109" y="142"/>
                      <a:pt x="120" y="172"/>
                      <a:pt x="124" y="190"/>
                    </a:cubicBezTo>
                    <a:cubicBezTo>
                      <a:pt x="128" y="208"/>
                      <a:pt x="124" y="217"/>
                      <a:pt x="124" y="233"/>
                    </a:cubicBezTo>
                    <a:cubicBezTo>
                      <a:pt x="124" y="249"/>
                      <a:pt x="128" y="267"/>
                      <a:pt x="124" y="284"/>
                    </a:cubicBezTo>
                    <a:cubicBezTo>
                      <a:pt x="120" y="301"/>
                      <a:pt x="109" y="319"/>
                      <a:pt x="102" y="335"/>
                    </a:cubicBezTo>
                    <a:cubicBezTo>
                      <a:pt x="95" y="351"/>
                      <a:pt x="88" y="366"/>
                      <a:pt x="80" y="379"/>
                    </a:cubicBezTo>
                    <a:cubicBezTo>
                      <a:pt x="72" y="392"/>
                      <a:pt x="63" y="403"/>
                      <a:pt x="51" y="415"/>
                    </a:cubicBezTo>
                    <a:cubicBezTo>
                      <a:pt x="39" y="427"/>
                      <a:pt x="23" y="439"/>
                      <a:pt x="7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Freeform 220"/>
              <p:cNvSpPr/>
              <p:nvPr/>
            </p:nvSpPr>
            <p:spPr bwMode="auto">
              <a:xfrm>
                <a:off x="4387" y="3218"/>
                <a:ext cx="65" cy="451"/>
              </a:xfrm>
              <a:custGeom>
                <a:avLst/>
                <a:gdLst>
                  <a:gd name="T0" fmla="*/ 0 w 65"/>
                  <a:gd name="T1" fmla="*/ 0 h 451"/>
                  <a:gd name="T2" fmla="*/ 21 w 65"/>
                  <a:gd name="T3" fmla="*/ 44 h 451"/>
                  <a:gd name="T4" fmla="*/ 43 w 65"/>
                  <a:gd name="T5" fmla="*/ 95 h 451"/>
                  <a:gd name="T6" fmla="*/ 58 w 65"/>
                  <a:gd name="T7" fmla="*/ 161 h 451"/>
                  <a:gd name="T8" fmla="*/ 65 w 65"/>
                  <a:gd name="T9" fmla="*/ 233 h 451"/>
                  <a:gd name="T10" fmla="*/ 58 w 65"/>
                  <a:gd name="T11" fmla="*/ 284 h 451"/>
                  <a:gd name="T12" fmla="*/ 43 w 65"/>
                  <a:gd name="T13" fmla="*/ 335 h 451"/>
                  <a:gd name="T14" fmla="*/ 29 w 65"/>
                  <a:gd name="T15" fmla="*/ 393 h 451"/>
                  <a:gd name="T16" fmla="*/ 0 w 65"/>
                  <a:gd name="T17" fmla="*/ 451 h 4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51"/>
                  <a:gd name="T29" fmla="*/ 65 w 65"/>
                  <a:gd name="T30" fmla="*/ 451 h 45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51">
                    <a:moveTo>
                      <a:pt x="0" y="0"/>
                    </a:moveTo>
                    <a:cubicBezTo>
                      <a:pt x="6" y="13"/>
                      <a:pt x="14" y="28"/>
                      <a:pt x="21" y="44"/>
                    </a:cubicBezTo>
                    <a:cubicBezTo>
                      <a:pt x="28" y="60"/>
                      <a:pt x="37" y="76"/>
                      <a:pt x="43" y="95"/>
                    </a:cubicBezTo>
                    <a:cubicBezTo>
                      <a:pt x="49" y="114"/>
                      <a:pt x="54" y="138"/>
                      <a:pt x="58" y="161"/>
                    </a:cubicBezTo>
                    <a:cubicBezTo>
                      <a:pt x="62" y="184"/>
                      <a:pt x="65" y="213"/>
                      <a:pt x="65" y="233"/>
                    </a:cubicBezTo>
                    <a:cubicBezTo>
                      <a:pt x="65" y="253"/>
                      <a:pt x="62" y="267"/>
                      <a:pt x="58" y="284"/>
                    </a:cubicBezTo>
                    <a:cubicBezTo>
                      <a:pt x="54" y="301"/>
                      <a:pt x="48" y="317"/>
                      <a:pt x="43" y="335"/>
                    </a:cubicBezTo>
                    <a:cubicBezTo>
                      <a:pt x="38" y="353"/>
                      <a:pt x="36" y="374"/>
                      <a:pt x="29" y="393"/>
                    </a:cubicBezTo>
                    <a:cubicBezTo>
                      <a:pt x="22" y="412"/>
                      <a:pt x="11" y="431"/>
                      <a:pt x="0" y="451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Freeform 221"/>
              <p:cNvSpPr/>
              <p:nvPr/>
            </p:nvSpPr>
            <p:spPr bwMode="auto">
              <a:xfrm>
                <a:off x="3856" y="3042"/>
                <a:ext cx="392" cy="67"/>
              </a:xfrm>
              <a:custGeom>
                <a:avLst/>
                <a:gdLst>
                  <a:gd name="T0" fmla="*/ 0 w 392"/>
                  <a:gd name="T1" fmla="*/ 67 h 67"/>
                  <a:gd name="T2" fmla="*/ 43 w 392"/>
                  <a:gd name="T3" fmla="*/ 31 h 67"/>
                  <a:gd name="T4" fmla="*/ 101 w 392"/>
                  <a:gd name="T5" fmla="*/ 9 h 67"/>
                  <a:gd name="T6" fmla="*/ 160 w 392"/>
                  <a:gd name="T7" fmla="*/ 2 h 67"/>
                  <a:gd name="T8" fmla="*/ 225 w 392"/>
                  <a:gd name="T9" fmla="*/ 2 h 67"/>
                  <a:gd name="T10" fmla="*/ 283 w 392"/>
                  <a:gd name="T11" fmla="*/ 16 h 67"/>
                  <a:gd name="T12" fmla="*/ 341 w 392"/>
                  <a:gd name="T13" fmla="*/ 38 h 67"/>
                  <a:gd name="T14" fmla="*/ 392 w 392"/>
                  <a:gd name="T15" fmla="*/ 60 h 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92"/>
                  <a:gd name="T25" fmla="*/ 0 h 67"/>
                  <a:gd name="T26" fmla="*/ 392 w 392"/>
                  <a:gd name="T27" fmla="*/ 67 h 6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92" h="67">
                    <a:moveTo>
                      <a:pt x="0" y="67"/>
                    </a:moveTo>
                    <a:cubicBezTo>
                      <a:pt x="7" y="62"/>
                      <a:pt x="26" y="41"/>
                      <a:pt x="43" y="31"/>
                    </a:cubicBezTo>
                    <a:cubicBezTo>
                      <a:pt x="60" y="21"/>
                      <a:pt x="82" y="14"/>
                      <a:pt x="101" y="9"/>
                    </a:cubicBezTo>
                    <a:cubicBezTo>
                      <a:pt x="120" y="4"/>
                      <a:pt x="139" y="3"/>
                      <a:pt x="160" y="2"/>
                    </a:cubicBezTo>
                    <a:cubicBezTo>
                      <a:pt x="181" y="1"/>
                      <a:pt x="205" y="0"/>
                      <a:pt x="225" y="2"/>
                    </a:cubicBezTo>
                    <a:cubicBezTo>
                      <a:pt x="245" y="4"/>
                      <a:pt x="264" y="10"/>
                      <a:pt x="283" y="16"/>
                    </a:cubicBezTo>
                    <a:cubicBezTo>
                      <a:pt x="302" y="22"/>
                      <a:pt x="323" y="31"/>
                      <a:pt x="341" y="38"/>
                    </a:cubicBezTo>
                    <a:cubicBezTo>
                      <a:pt x="359" y="45"/>
                      <a:pt x="381" y="56"/>
                      <a:pt x="392" y="6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222"/>
              <p:cNvSpPr/>
              <p:nvPr/>
            </p:nvSpPr>
            <p:spPr bwMode="auto">
              <a:xfrm>
                <a:off x="3856" y="3546"/>
                <a:ext cx="385" cy="66"/>
              </a:xfrm>
              <a:custGeom>
                <a:avLst/>
                <a:gdLst>
                  <a:gd name="T0" fmla="*/ 0 w 385"/>
                  <a:gd name="T1" fmla="*/ 0 h 66"/>
                  <a:gd name="T2" fmla="*/ 51 w 385"/>
                  <a:gd name="T3" fmla="*/ 22 h 66"/>
                  <a:gd name="T4" fmla="*/ 94 w 385"/>
                  <a:gd name="T5" fmla="*/ 43 h 66"/>
                  <a:gd name="T6" fmla="*/ 138 w 385"/>
                  <a:gd name="T7" fmla="*/ 58 h 66"/>
                  <a:gd name="T8" fmla="*/ 211 w 385"/>
                  <a:gd name="T9" fmla="*/ 65 h 66"/>
                  <a:gd name="T10" fmla="*/ 278 w 385"/>
                  <a:gd name="T11" fmla="*/ 62 h 66"/>
                  <a:gd name="T12" fmla="*/ 336 w 385"/>
                  <a:gd name="T13" fmla="*/ 42 h 66"/>
                  <a:gd name="T14" fmla="*/ 385 w 385"/>
                  <a:gd name="T15" fmla="*/ 14 h 6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85"/>
                  <a:gd name="T25" fmla="*/ 0 h 66"/>
                  <a:gd name="T26" fmla="*/ 385 w 385"/>
                  <a:gd name="T27" fmla="*/ 66 h 6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85" h="66">
                    <a:moveTo>
                      <a:pt x="0" y="0"/>
                    </a:moveTo>
                    <a:cubicBezTo>
                      <a:pt x="17" y="7"/>
                      <a:pt x="35" y="15"/>
                      <a:pt x="51" y="22"/>
                    </a:cubicBezTo>
                    <a:cubicBezTo>
                      <a:pt x="67" y="29"/>
                      <a:pt x="80" y="37"/>
                      <a:pt x="94" y="43"/>
                    </a:cubicBezTo>
                    <a:cubicBezTo>
                      <a:pt x="108" y="49"/>
                      <a:pt x="119" y="54"/>
                      <a:pt x="138" y="58"/>
                    </a:cubicBezTo>
                    <a:cubicBezTo>
                      <a:pt x="157" y="62"/>
                      <a:pt x="188" y="64"/>
                      <a:pt x="211" y="65"/>
                    </a:cubicBezTo>
                    <a:cubicBezTo>
                      <a:pt x="234" y="66"/>
                      <a:pt x="257" y="66"/>
                      <a:pt x="278" y="62"/>
                    </a:cubicBezTo>
                    <a:cubicBezTo>
                      <a:pt x="299" y="58"/>
                      <a:pt x="318" y="50"/>
                      <a:pt x="336" y="42"/>
                    </a:cubicBezTo>
                    <a:cubicBezTo>
                      <a:pt x="354" y="34"/>
                      <a:pt x="375" y="20"/>
                      <a:pt x="385" y="14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223"/>
              <p:cNvSpPr/>
              <p:nvPr/>
            </p:nvSpPr>
            <p:spPr bwMode="auto">
              <a:xfrm>
                <a:off x="4016" y="2549"/>
                <a:ext cx="859" cy="830"/>
              </a:xfrm>
              <a:custGeom>
                <a:avLst/>
                <a:gdLst>
                  <a:gd name="T0" fmla="*/ 0 w 859"/>
                  <a:gd name="T1" fmla="*/ 131 h 830"/>
                  <a:gd name="T2" fmla="*/ 43 w 859"/>
                  <a:gd name="T3" fmla="*/ 102 h 830"/>
                  <a:gd name="T4" fmla="*/ 87 w 859"/>
                  <a:gd name="T5" fmla="*/ 66 h 830"/>
                  <a:gd name="T6" fmla="*/ 145 w 859"/>
                  <a:gd name="T7" fmla="*/ 37 h 830"/>
                  <a:gd name="T8" fmla="*/ 196 w 859"/>
                  <a:gd name="T9" fmla="*/ 22 h 830"/>
                  <a:gd name="T10" fmla="*/ 269 w 859"/>
                  <a:gd name="T11" fmla="*/ 8 h 830"/>
                  <a:gd name="T12" fmla="*/ 341 w 859"/>
                  <a:gd name="T13" fmla="*/ 0 h 830"/>
                  <a:gd name="T14" fmla="*/ 414 w 859"/>
                  <a:gd name="T15" fmla="*/ 8 h 830"/>
                  <a:gd name="T16" fmla="*/ 480 w 859"/>
                  <a:gd name="T17" fmla="*/ 22 h 830"/>
                  <a:gd name="T18" fmla="*/ 545 w 859"/>
                  <a:gd name="T19" fmla="*/ 44 h 830"/>
                  <a:gd name="T20" fmla="*/ 603 w 859"/>
                  <a:gd name="T21" fmla="*/ 73 h 830"/>
                  <a:gd name="T22" fmla="*/ 654 w 859"/>
                  <a:gd name="T23" fmla="*/ 102 h 830"/>
                  <a:gd name="T24" fmla="*/ 720 w 859"/>
                  <a:gd name="T25" fmla="*/ 146 h 830"/>
                  <a:gd name="T26" fmla="*/ 763 w 859"/>
                  <a:gd name="T27" fmla="*/ 204 h 830"/>
                  <a:gd name="T28" fmla="*/ 792 w 859"/>
                  <a:gd name="T29" fmla="*/ 255 h 830"/>
                  <a:gd name="T30" fmla="*/ 829 w 859"/>
                  <a:gd name="T31" fmla="*/ 320 h 830"/>
                  <a:gd name="T32" fmla="*/ 843 w 859"/>
                  <a:gd name="T33" fmla="*/ 386 h 830"/>
                  <a:gd name="T34" fmla="*/ 858 w 859"/>
                  <a:gd name="T35" fmla="*/ 473 h 830"/>
                  <a:gd name="T36" fmla="*/ 850 w 859"/>
                  <a:gd name="T37" fmla="*/ 517 h 830"/>
                  <a:gd name="T38" fmla="*/ 836 w 859"/>
                  <a:gd name="T39" fmla="*/ 604 h 830"/>
                  <a:gd name="T40" fmla="*/ 814 w 859"/>
                  <a:gd name="T41" fmla="*/ 662 h 830"/>
                  <a:gd name="T42" fmla="*/ 785 w 859"/>
                  <a:gd name="T43" fmla="*/ 720 h 830"/>
                  <a:gd name="T44" fmla="*/ 741 w 859"/>
                  <a:gd name="T45" fmla="*/ 771 h 830"/>
                  <a:gd name="T46" fmla="*/ 691 w 859"/>
                  <a:gd name="T47" fmla="*/ 830 h 8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859"/>
                  <a:gd name="T73" fmla="*/ 0 h 830"/>
                  <a:gd name="T74" fmla="*/ 859 w 859"/>
                  <a:gd name="T75" fmla="*/ 830 h 830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859" h="830">
                    <a:moveTo>
                      <a:pt x="0" y="131"/>
                    </a:moveTo>
                    <a:cubicBezTo>
                      <a:pt x="14" y="122"/>
                      <a:pt x="29" y="113"/>
                      <a:pt x="43" y="102"/>
                    </a:cubicBezTo>
                    <a:cubicBezTo>
                      <a:pt x="57" y="91"/>
                      <a:pt x="70" y="77"/>
                      <a:pt x="87" y="66"/>
                    </a:cubicBezTo>
                    <a:cubicBezTo>
                      <a:pt x="104" y="55"/>
                      <a:pt x="127" y="44"/>
                      <a:pt x="145" y="37"/>
                    </a:cubicBezTo>
                    <a:cubicBezTo>
                      <a:pt x="163" y="30"/>
                      <a:pt x="175" y="27"/>
                      <a:pt x="196" y="22"/>
                    </a:cubicBezTo>
                    <a:cubicBezTo>
                      <a:pt x="217" y="17"/>
                      <a:pt x="245" y="12"/>
                      <a:pt x="269" y="8"/>
                    </a:cubicBezTo>
                    <a:cubicBezTo>
                      <a:pt x="293" y="4"/>
                      <a:pt x="317" y="0"/>
                      <a:pt x="341" y="0"/>
                    </a:cubicBezTo>
                    <a:cubicBezTo>
                      <a:pt x="365" y="0"/>
                      <a:pt x="391" y="4"/>
                      <a:pt x="414" y="8"/>
                    </a:cubicBezTo>
                    <a:cubicBezTo>
                      <a:pt x="437" y="12"/>
                      <a:pt x="458" y="16"/>
                      <a:pt x="480" y="22"/>
                    </a:cubicBezTo>
                    <a:cubicBezTo>
                      <a:pt x="502" y="28"/>
                      <a:pt x="524" y="35"/>
                      <a:pt x="545" y="44"/>
                    </a:cubicBezTo>
                    <a:cubicBezTo>
                      <a:pt x="566" y="53"/>
                      <a:pt x="585" y="63"/>
                      <a:pt x="603" y="73"/>
                    </a:cubicBezTo>
                    <a:cubicBezTo>
                      <a:pt x="621" y="83"/>
                      <a:pt x="635" y="90"/>
                      <a:pt x="654" y="102"/>
                    </a:cubicBezTo>
                    <a:cubicBezTo>
                      <a:pt x="673" y="114"/>
                      <a:pt x="702" y="129"/>
                      <a:pt x="720" y="146"/>
                    </a:cubicBezTo>
                    <a:cubicBezTo>
                      <a:pt x="738" y="163"/>
                      <a:pt x="751" y="186"/>
                      <a:pt x="763" y="204"/>
                    </a:cubicBezTo>
                    <a:cubicBezTo>
                      <a:pt x="775" y="222"/>
                      <a:pt x="781" y="236"/>
                      <a:pt x="792" y="255"/>
                    </a:cubicBezTo>
                    <a:cubicBezTo>
                      <a:pt x="803" y="274"/>
                      <a:pt x="821" y="298"/>
                      <a:pt x="829" y="320"/>
                    </a:cubicBezTo>
                    <a:cubicBezTo>
                      <a:pt x="837" y="342"/>
                      <a:pt x="838" y="361"/>
                      <a:pt x="843" y="386"/>
                    </a:cubicBezTo>
                    <a:cubicBezTo>
                      <a:pt x="848" y="411"/>
                      <a:pt x="857" y="451"/>
                      <a:pt x="858" y="473"/>
                    </a:cubicBezTo>
                    <a:cubicBezTo>
                      <a:pt x="859" y="495"/>
                      <a:pt x="854" y="495"/>
                      <a:pt x="850" y="517"/>
                    </a:cubicBezTo>
                    <a:cubicBezTo>
                      <a:pt x="846" y="539"/>
                      <a:pt x="842" y="580"/>
                      <a:pt x="836" y="604"/>
                    </a:cubicBezTo>
                    <a:cubicBezTo>
                      <a:pt x="830" y="628"/>
                      <a:pt x="822" y="643"/>
                      <a:pt x="814" y="662"/>
                    </a:cubicBezTo>
                    <a:cubicBezTo>
                      <a:pt x="806" y="681"/>
                      <a:pt x="797" y="702"/>
                      <a:pt x="785" y="720"/>
                    </a:cubicBezTo>
                    <a:cubicBezTo>
                      <a:pt x="773" y="738"/>
                      <a:pt x="757" y="753"/>
                      <a:pt x="741" y="771"/>
                    </a:cubicBezTo>
                    <a:cubicBezTo>
                      <a:pt x="725" y="789"/>
                      <a:pt x="701" y="818"/>
                      <a:pt x="691" y="830"/>
                    </a:cubicBez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Freeform 224"/>
              <p:cNvSpPr/>
              <p:nvPr/>
            </p:nvSpPr>
            <p:spPr bwMode="auto">
              <a:xfrm>
                <a:off x="3710" y="2655"/>
                <a:ext cx="340" cy="338"/>
              </a:xfrm>
              <a:custGeom>
                <a:avLst/>
                <a:gdLst>
                  <a:gd name="T0" fmla="*/ 340 w 340"/>
                  <a:gd name="T1" fmla="*/ 0 h 338"/>
                  <a:gd name="T2" fmla="*/ 0 w 340"/>
                  <a:gd name="T3" fmla="*/ 338 h 338"/>
                  <a:gd name="T4" fmla="*/ 0 60000 65536"/>
                  <a:gd name="T5" fmla="*/ 0 60000 65536"/>
                  <a:gd name="T6" fmla="*/ 0 w 340"/>
                  <a:gd name="T7" fmla="*/ 0 h 338"/>
                  <a:gd name="T8" fmla="*/ 340 w 340"/>
                  <a:gd name="T9" fmla="*/ 338 h 3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0" h="338">
                    <a:moveTo>
                      <a:pt x="340" y="0"/>
                    </a:moveTo>
                    <a:lnTo>
                      <a:pt x="0" y="33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Freeform 225"/>
              <p:cNvSpPr/>
              <p:nvPr/>
            </p:nvSpPr>
            <p:spPr bwMode="auto">
              <a:xfrm>
                <a:off x="2588" y="2538"/>
                <a:ext cx="1862" cy="226"/>
              </a:xfrm>
              <a:custGeom>
                <a:avLst/>
                <a:gdLst>
                  <a:gd name="T0" fmla="*/ 211 w 1862"/>
                  <a:gd name="T1" fmla="*/ 7 h 226"/>
                  <a:gd name="T2" fmla="*/ 1862 w 1862"/>
                  <a:gd name="T3" fmla="*/ 0 h 226"/>
                  <a:gd name="T4" fmla="*/ 1637 w 1862"/>
                  <a:gd name="T5" fmla="*/ 226 h 226"/>
                  <a:gd name="T6" fmla="*/ 0 w 1862"/>
                  <a:gd name="T7" fmla="*/ 225 h 226"/>
                  <a:gd name="T8" fmla="*/ 211 w 1862"/>
                  <a:gd name="T9" fmla="*/ 7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62"/>
                  <a:gd name="T16" fmla="*/ 0 h 226"/>
                  <a:gd name="T17" fmla="*/ 1862 w 1862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62" h="226">
                    <a:moveTo>
                      <a:pt x="211" y="7"/>
                    </a:moveTo>
                    <a:lnTo>
                      <a:pt x="1862" y="0"/>
                    </a:lnTo>
                    <a:lnTo>
                      <a:pt x="1637" y="226"/>
                    </a:lnTo>
                    <a:lnTo>
                      <a:pt x="0" y="225"/>
                    </a:lnTo>
                    <a:lnTo>
                      <a:pt x="211" y="7"/>
                    </a:lnTo>
                    <a:close/>
                  </a:path>
                </a:pathLst>
              </a:custGeom>
              <a:solidFill>
                <a:srgbClr val="33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226"/>
              <p:cNvSpPr/>
              <p:nvPr/>
            </p:nvSpPr>
            <p:spPr bwMode="auto">
              <a:xfrm>
                <a:off x="2814" y="2553"/>
                <a:ext cx="1615" cy="1"/>
              </a:xfrm>
              <a:custGeom>
                <a:avLst/>
                <a:gdLst>
                  <a:gd name="T0" fmla="*/ 1615 w 1615"/>
                  <a:gd name="T1" fmla="*/ 0 h 1"/>
                  <a:gd name="T2" fmla="*/ 0 w 1615"/>
                  <a:gd name="T3" fmla="*/ 0 h 1"/>
                  <a:gd name="T4" fmla="*/ 0 60000 65536"/>
                  <a:gd name="T5" fmla="*/ 0 60000 65536"/>
                  <a:gd name="T6" fmla="*/ 0 w 1615"/>
                  <a:gd name="T7" fmla="*/ 0 h 1"/>
                  <a:gd name="T8" fmla="*/ 1615 w 1615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15" h="1">
                    <a:moveTo>
                      <a:pt x="1615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Line 227"/>
              <p:cNvSpPr>
                <a:spLocks noChangeShapeType="1"/>
              </p:cNvSpPr>
              <p:nvPr/>
            </p:nvSpPr>
            <p:spPr bwMode="auto">
              <a:xfrm flipH="1">
                <a:off x="2598" y="2546"/>
                <a:ext cx="219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Line 228"/>
              <p:cNvSpPr>
                <a:spLocks noChangeShapeType="1"/>
              </p:cNvSpPr>
              <p:nvPr/>
            </p:nvSpPr>
            <p:spPr bwMode="auto">
              <a:xfrm flipH="1">
                <a:off x="2596" y="3720"/>
                <a:ext cx="11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Line 229"/>
              <p:cNvSpPr>
                <a:spLocks noChangeShapeType="1"/>
              </p:cNvSpPr>
              <p:nvPr/>
            </p:nvSpPr>
            <p:spPr bwMode="auto">
              <a:xfrm flipH="1">
                <a:off x="2617" y="2760"/>
                <a:ext cx="162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14" name="Group 238"/>
          <p:cNvGrpSpPr/>
          <p:nvPr/>
        </p:nvGrpSpPr>
        <p:grpSpPr bwMode="auto">
          <a:xfrm>
            <a:off x="6040702" y="2042092"/>
            <a:ext cx="1655763" cy="1617662"/>
            <a:chOff x="1594" y="1767"/>
            <a:chExt cx="1043" cy="961"/>
          </a:xfrm>
        </p:grpSpPr>
        <p:sp>
          <p:nvSpPr>
            <p:cNvPr id="215" name="Oval 63"/>
            <p:cNvSpPr>
              <a:spLocks noChangeArrowheads="1"/>
            </p:cNvSpPr>
            <p:nvPr/>
          </p:nvSpPr>
          <p:spPr bwMode="auto">
            <a:xfrm>
              <a:off x="1594" y="1767"/>
              <a:ext cx="1043" cy="96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6" name="Oval 231"/>
            <p:cNvSpPr>
              <a:spLocks noChangeArrowheads="1"/>
            </p:cNvSpPr>
            <p:nvPr/>
          </p:nvSpPr>
          <p:spPr bwMode="auto">
            <a:xfrm>
              <a:off x="1805" y="1969"/>
              <a:ext cx="619" cy="551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7" name="Line 232"/>
            <p:cNvSpPr>
              <a:spLocks noChangeShapeType="1"/>
            </p:cNvSpPr>
            <p:nvPr/>
          </p:nvSpPr>
          <p:spPr bwMode="auto">
            <a:xfrm flipV="1">
              <a:off x="1667" y="2002"/>
              <a:ext cx="301" cy="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8" name="Line 233"/>
            <p:cNvSpPr>
              <a:spLocks noChangeShapeType="1"/>
            </p:cNvSpPr>
            <p:nvPr/>
          </p:nvSpPr>
          <p:spPr bwMode="auto">
            <a:xfrm>
              <a:off x="2268" y="2008"/>
              <a:ext cx="31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9" name="Line 234"/>
            <p:cNvSpPr>
              <a:spLocks noChangeShapeType="1"/>
            </p:cNvSpPr>
            <p:nvPr/>
          </p:nvSpPr>
          <p:spPr bwMode="auto">
            <a:xfrm>
              <a:off x="1659" y="2487"/>
              <a:ext cx="31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0" name="Line 235"/>
            <p:cNvSpPr>
              <a:spLocks noChangeShapeType="1"/>
            </p:cNvSpPr>
            <p:nvPr/>
          </p:nvSpPr>
          <p:spPr bwMode="auto">
            <a:xfrm>
              <a:off x="2267" y="2486"/>
              <a:ext cx="29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1" name="Group 239"/>
          <p:cNvGrpSpPr/>
          <p:nvPr/>
        </p:nvGrpSpPr>
        <p:grpSpPr bwMode="auto">
          <a:xfrm>
            <a:off x="8148902" y="2040888"/>
            <a:ext cx="1617663" cy="1616075"/>
            <a:chOff x="2922" y="1770"/>
            <a:chExt cx="1019" cy="960"/>
          </a:xfrm>
        </p:grpSpPr>
        <p:grpSp>
          <p:nvGrpSpPr>
            <p:cNvPr id="222" name="Group 75"/>
            <p:cNvGrpSpPr/>
            <p:nvPr/>
          </p:nvGrpSpPr>
          <p:grpSpPr bwMode="auto">
            <a:xfrm>
              <a:off x="2922" y="1770"/>
              <a:ext cx="1019" cy="960"/>
              <a:chOff x="2744" y="480"/>
              <a:chExt cx="1000" cy="960"/>
            </a:xfrm>
          </p:grpSpPr>
          <p:sp>
            <p:nvSpPr>
              <p:cNvPr id="225" name="Line 76"/>
              <p:cNvSpPr>
                <a:spLocks noChangeShapeType="1"/>
              </p:cNvSpPr>
              <p:nvPr/>
            </p:nvSpPr>
            <p:spPr bwMode="auto">
              <a:xfrm>
                <a:off x="2752" y="480"/>
                <a:ext cx="0" cy="96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" name="Line 77"/>
              <p:cNvSpPr>
                <a:spLocks noChangeShapeType="1"/>
              </p:cNvSpPr>
              <p:nvPr/>
            </p:nvSpPr>
            <p:spPr bwMode="auto">
              <a:xfrm>
                <a:off x="2744" y="480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7" name="Line 78"/>
              <p:cNvSpPr>
                <a:spLocks noChangeShapeType="1"/>
              </p:cNvSpPr>
              <p:nvPr/>
            </p:nvSpPr>
            <p:spPr bwMode="auto">
              <a:xfrm>
                <a:off x="2744" y="1440"/>
                <a:ext cx="793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Line 79"/>
              <p:cNvSpPr>
                <a:spLocks noChangeShapeType="1"/>
              </p:cNvSpPr>
              <p:nvPr/>
            </p:nvSpPr>
            <p:spPr bwMode="auto">
              <a:xfrm>
                <a:off x="3537" y="48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9" name="Line 80"/>
              <p:cNvSpPr>
                <a:spLocks noChangeShapeType="1"/>
              </p:cNvSpPr>
              <p:nvPr/>
            </p:nvSpPr>
            <p:spPr bwMode="auto">
              <a:xfrm>
                <a:off x="3537" y="720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0" name="Line 81"/>
              <p:cNvSpPr>
                <a:spLocks noChangeShapeType="1"/>
              </p:cNvSpPr>
              <p:nvPr/>
            </p:nvSpPr>
            <p:spPr bwMode="auto">
              <a:xfrm>
                <a:off x="3744" y="720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1" name="Line 82"/>
              <p:cNvSpPr>
                <a:spLocks noChangeShapeType="1"/>
              </p:cNvSpPr>
              <p:nvPr/>
            </p:nvSpPr>
            <p:spPr bwMode="auto">
              <a:xfrm flipV="1">
                <a:off x="3537" y="120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2" name="Line 83"/>
              <p:cNvSpPr>
                <a:spLocks noChangeShapeType="1"/>
              </p:cNvSpPr>
              <p:nvPr/>
            </p:nvSpPr>
            <p:spPr bwMode="auto">
              <a:xfrm>
                <a:off x="3537" y="1200"/>
                <a:ext cx="207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23" name="Line 236"/>
            <p:cNvSpPr>
              <a:spLocks noChangeShapeType="1"/>
            </p:cNvSpPr>
            <p:nvPr/>
          </p:nvSpPr>
          <p:spPr bwMode="auto">
            <a:xfrm>
              <a:off x="2923" y="1974"/>
              <a:ext cx="80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4" name="Line 237"/>
            <p:cNvSpPr>
              <a:spLocks noChangeShapeType="1"/>
            </p:cNvSpPr>
            <p:nvPr/>
          </p:nvSpPr>
          <p:spPr bwMode="auto">
            <a:xfrm>
              <a:off x="2933" y="2524"/>
              <a:ext cx="79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33" name="Group 84"/>
          <p:cNvGrpSpPr/>
          <p:nvPr/>
        </p:nvGrpSpPr>
        <p:grpSpPr bwMode="auto">
          <a:xfrm>
            <a:off x="8150490" y="2031363"/>
            <a:ext cx="928687" cy="1628775"/>
            <a:chOff x="2736" y="912"/>
            <a:chExt cx="576" cy="967"/>
          </a:xfrm>
        </p:grpSpPr>
        <p:sp>
          <p:nvSpPr>
            <p:cNvPr id="234" name="Line 85"/>
            <p:cNvSpPr>
              <a:spLocks noChangeShapeType="1"/>
            </p:cNvSpPr>
            <p:nvPr/>
          </p:nvSpPr>
          <p:spPr bwMode="auto">
            <a:xfrm>
              <a:off x="2742" y="919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" name="Line 86"/>
            <p:cNvSpPr>
              <a:spLocks noChangeShapeType="1"/>
            </p:cNvSpPr>
            <p:nvPr/>
          </p:nvSpPr>
          <p:spPr bwMode="auto">
            <a:xfrm>
              <a:off x="2736" y="912"/>
              <a:ext cx="5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" name="Line 87"/>
            <p:cNvSpPr>
              <a:spLocks noChangeShapeType="1"/>
            </p:cNvSpPr>
            <p:nvPr/>
          </p:nvSpPr>
          <p:spPr bwMode="auto">
            <a:xfrm>
              <a:off x="2736" y="1872"/>
              <a:ext cx="576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Line 88"/>
            <p:cNvSpPr>
              <a:spLocks noChangeShapeType="1"/>
            </p:cNvSpPr>
            <p:nvPr/>
          </p:nvSpPr>
          <p:spPr bwMode="auto">
            <a:xfrm>
              <a:off x="3302" y="919"/>
              <a:ext cx="0" cy="96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3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已知两视图，求第三视图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Text Box 87"/>
          <p:cNvSpPr txBox="1">
            <a:spLocks noChangeArrowheads="1"/>
          </p:cNvSpPr>
          <p:nvPr/>
        </p:nvSpPr>
        <p:spPr bwMode="auto">
          <a:xfrm>
            <a:off x="317577" y="190777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求作俯视图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0866" b="23394"/>
          <a:stretch>
            <a:fillRect/>
          </a:stretch>
        </p:blipFill>
        <p:spPr>
          <a:xfrm rot="5400000">
            <a:off x="4554290" y="2306414"/>
            <a:ext cx="2371724" cy="152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3192215" y="2239737"/>
            <a:ext cx="1019173" cy="304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32916" r="17294" b="5079"/>
          <a:stretch>
            <a:fillRect/>
          </a:stretch>
        </p:blipFill>
        <p:spPr>
          <a:xfrm>
            <a:off x="7391378" y="2301551"/>
            <a:ext cx="2473099" cy="20964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9" t="16042" r="9705" b="10715"/>
          <a:stretch>
            <a:fillRect/>
          </a:stretch>
        </p:blipFill>
        <p:spPr>
          <a:xfrm>
            <a:off x="2025402" y="2244497"/>
            <a:ext cx="4857750" cy="247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2200253" y="2239738"/>
            <a:ext cx="1019173" cy="304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3192215" y="4338753"/>
            <a:ext cx="1019173" cy="304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2200253" y="4338754"/>
            <a:ext cx="1019173" cy="304800"/>
          </a:xfrm>
          <a:prstGeom prst="rect">
            <a:avLst/>
          </a:prstGeom>
        </p:spPr>
      </p:pic>
      <p:grpSp>
        <p:nvGrpSpPr>
          <p:cNvPr id="9" name="Group 2"/>
          <p:cNvGrpSpPr/>
          <p:nvPr/>
        </p:nvGrpSpPr>
        <p:grpSpPr bwMode="auto">
          <a:xfrm>
            <a:off x="7328574" y="4136756"/>
            <a:ext cx="2944812" cy="1808162"/>
            <a:chOff x="2490" y="2538"/>
            <a:chExt cx="2385" cy="1279"/>
          </a:xfrm>
        </p:grpSpPr>
        <p:sp>
          <p:nvSpPr>
            <p:cNvPr id="10" name="Freeform 3"/>
            <p:cNvSpPr/>
            <p:nvPr/>
          </p:nvSpPr>
          <p:spPr bwMode="auto">
            <a:xfrm>
              <a:off x="2611" y="2757"/>
              <a:ext cx="1330" cy="421"/>
            </a:xfrm>
            <a:custGeom>
              <a:avLst/>
              <a:gdLst>
                <a:gd name="T0" fmla="*/ 0 w 1330"/>
                <a:gd name="T1" fmla="*/ 7 h 421"/>
                <a:gd name="T2" fmla="*/ 1330 w 1330"/>
                <a:gd name="T3" fmla="*/ 0 h 421"/>
                <a:gd name="T4" fmla="*/ 1105 w 1330"/>
                <a:gd name="T5" fmla="*/ 225 h 421"/>
                <a:gd name="T6" fmla="*/ 1069 w 1330"/>
                <a:gd name="T7" fmla="*/ 261 h 421"/>
                <a:gd name="T8" fmla="*/ 1018 w 1330"/>
                <a:gd name="T9" fmla="*/ 341 h 421"/>
                <a:gd name="T10" fmla="*/ 930 w 1330"/>
                <a:gd name="T11" fmla="*/ 421 h 421"/>
                <a:gd name="T12" fmla="*/ 923 w 1330"/>
                <a:gd name="T13" fmla="*/ 130 h 421"/>
                <a:gd name="T14" fmla="*/ 0 w 1330"/>
                <a:gd name="T15" fmla="*/ 138 h 421"/>
                <a:gd name="T16" fmla="*/ 0 w 1330"/>
                <a:gd name="T17" fmla="*/ 7 h 4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0"/>
                <a:gd name="T28" fmla="*/ 0 h 421"/>
                <a:gd name="T29" fmla="*/ 1330 w 1330"/>
                <a:gd name="T30" fmla="*/ 421 h 4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0" h="421">
                  <a:moveTo>
                    <a:pt x="0" y="7"/>
                  </a:moveTo>
                  <a:lnTo>
                    <a:pt x="1330" y="0"/>
                  </a:lnTo>
                  <a:lnTo>
                    <a:pt x="1105" y="225"/>
                  </a:lnTo>
                  <a:lnTo>
                    <a:pt x="1069" y="261"/>
                  </a:lnTo>
                  <a:lnTo>
                    <a:pt x="1018" y="341"/>
                  </a:lnTo>
                  <a:lnTo>
                    <a:pt x="930" y="421"/>
                  </a:lnTo>
                  <a:lnTo>
                    <a:pt x="923" y="130"/>
                  </a:lnTo>
                  <a:lnTo>
                    <a:pt x="0" y="13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4"/>
            <p:cNvSpPr>
              <a:spLocks noChangeShapeType="1"/>
            </p:cNvSpPr>
            <p:nvPr/>
          </p:nvSpPr>
          <p:spPr bwMode="auto">
            <a:xfrm>
              <a:off x="2603" y="2760"/>
              <a:ext cx="0" cy="9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Freeform 5"/>
            <p:cNvSpPr/>
            <p:nvPr/>
          </p:nvSpPr>
          <p:spPr bwMode="auto">
            <a:xfrm>
              <a:off x="2618" y="3578"/>
              <a:ext cx="1142" cy="146"/>
            </a:xfrm>
            <a:custGeom>
              <a:avLst/>
              <a:gdLst>
                <a:gd name="T0" fmla="*/ 0 w 1142"/>
                <a:gd name="T1" fmla="*/ 8 h 146"/>
                <a:gd name="T2" fmla="*/ 0 w 1142"/>
                <a:gd name="T3" fmla="*/ 146 h 146"/>
                <a:gd name="T4" fmla="*/ 1142 w 1142"/>
                <a:gd name="T5" fmla="*/ 146 h 146"/>
                <a:gd name="T6" fmla="*/ 1098 w 1142"/>
                <a:gd name="T7" fmla="*/ 110 h 146"/>
                <a:gd name="T8" fmla="*/ 865 w 1142"/>
                <a:gd name="T9" fmla="*/ 110 h 146"/>
                <a:gd name="T10" fmla="*/ 843 w 1142"/>
                <a:gd name="T11" fmla="*/ 66 h 146"/>
                <a:gd name="T12" fmla="*/ 814 w 1142"/>
                <a:gd name="T13" fmla="*/ 0 h 146"/>
                <a:gd name="T14" fmla="*/ 0 w 1142"/>
                <a:gd name="T15" fmla="*/ 8 h 1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42"/>
                <a:gd name="T25" fmla="*/ 0 h 146"/>
                <a:gd name="T26" fmla="*/ 1142 w 1142"/>
                <a:gd name="T27" fmla="*/ 146 h 1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42" h="146">
                  <a:moveTo>
                    <a:pt x="0" y="8"/>
                  </a:moveTo>
                  <a:lnTo>
                    <a:pt x="0" y="146"/>
                  </a:lnTo>
                  <a:lnTo>
                    <a:pt x="1142" y="146"/>
                  </a:lnTo>
                  <a:lnTo>
                    <a:pt x="1098" y="110"/>
                  </a:lnTo>
                  <a:lnTo>
                    <a:pt x="865" y="110"/>
                  </a:lnTo>
                  <a:lnTo>
                    <a:pt x="843" y="66"/>
                  </a:lnTo>
                  <a:lnTo>
                    <a:pt x="81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Freeform 6"/>
            <p:cNvSpPr/>
            <p:nvPr/>
          </p:nvSpPr>
          <p:spPr bwMode="auto">
            <a:xfrm>
              <a:off x="3654" y="2817"/>
              <a:ext cx="727" cy="900"/>
            </a:xfrm>
            <a:custGeom>
              <a:avLst/>
              <a:gdLst>
                <a:gd name="T0" fmla="*/ 265 w 727"/>
                <a:gd name="T1" fmla="*/ 0 h 900"/>
                <a:gd name="T2" fmla="*/ 146 w 727"/>
                <a:gd name="T3" fmla="*/ 92 h 900"/>
                <a:gd name="T4" fmla="*/ 80 w 727"/>
                <a:gd name="T5" fmla="*/ 158 h 900"/>
                <a:gd name="T6" fmla="*/ 44 w 727"/>
                <a:gd name="T7" fmla="*/ 221 h 900"/>
                <a:gd name="T8" fmla="*/ 0 w 727"/>
                <a:gd name="T9" fmla="*/ 383 h 900"/>
                <a:gd name="T10" fmla="*/ 7 w 727"/>
                <a:gd name="T11" fmla="*/ 492 h 900"/>
                <a:gd name="T12" fmla="*/ 29 w 727"/>
                <a:gd name="T13" fmla="*/ 609 h 900"/>
                <a:gd name="T14" fmla="*/ 80 w 727"/>
                <a:gd name="T15" fmla="*/ 667 h 900"/>
                <a:gd name="T16" fmla="*/ 153 w 727"/>
                <a:gd name="T17" fmla="*/ 740 h 900"/>
                <a:gd name="T18" fmla="*/ 218 w 727"/>
                <a:gd name="T19" fmla="*/ 805 h 900"/>
                <a:gd name="T20" fmla="*/ 320 w 727"/>
                <a:gd name="T21" fmla="*/ 849 h 900"/>
                <a:gd name="T22" fmla="*/ 437 w 727"/>
                <a:gd name="T23" fmla="*/ 885 h 900"/>
                <a:gd name="T24" fmla="*/ 531 w 727"/>
                <a:gd name="T25" fmla="*/ 900 h 900"/>
                <a:gd name="T26" fmla="*/ 727 w 727"/>
                <a:gd name="T27" fmla="*/ 704 h 900"/>
                <a:gd name="T28" fmla="*/ 626 w 727"/>
                <a:gd name="T29" fmla="*/ 689 h 900"/>
                <a:gd name="T30" fmla="*/ 546 w 727"/>
                <a:gd name="T31" fmla="*/ 667 h 900"/>
                <a:gd name="T32" fmla="*/ 451 w 727"/>
                <a:gd name="T33" fmla="*/ 638 h 900"/>
                <a:gd name="T34" fmla="*/ 393 w 727"/>
                <a:gd name="T35" fmla="*/ 587 h 900"/>
                <a:gd name="T36" fmla="*/ 306 w 727"/>
                <a:gd name="T37" fmla="*/ 521 h 900"/>
                <a:gd name="T38" fmla="*/ 277 w 727"/>
                <a:gd name="T39" fmla="*/ 471 h 900"/>
                <a:gd name="T40" fmla="*/ 236 w 727"/>
                <a:gd name="T41" fmla="*/ 385 h 900"/>
                <a:gd name="T42" fmla="*/ 207 w 727"/>
                <a:gd name="T43" fmla="*/ 312 h 900"/>
                <a:gd name="T44" fmla="*/ 207 w 727"/>
                <a:gd name="T45" fmla="*/ 211 h 900"/>
                <a:gd name="T46" fmla="*/ 218 w 727"/>
                <a:gd name="T47" fmla="*/ 107 h 900"/>
                <a:gd name="T48" fmla="*/ 265 w 727"/>
                <a:gd name="T49" fmla="*/ 0 h 9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27"/>
                <a:gd name="T76" fmla="*/ 0 h 900"/>
                <a:gd name="T77" fmla="*/ 727 w 727"/>
                <a:gd name="T78" fmla="*/ 900 h 90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27" h="900">
                  <a:moveTo>
                    <a:pt x="265" y="0"/>
                  </a:moveTo>
                  <a:lnTo>
                    <a:pt x="146" y="92"/>
                  </a:lnTo>
                  <a:lnTo>
                    <a:pt x="80" y="158"/>
                  </a:lnTo>
                  <a:lnTo>
                    <a:pt x="44" y="221"/>
                  </a:lnTo>
                  <a:lnTo>
                    <a:pt x="0" y="383"/>
                  </a:lnTo>
                  <a:lnTo>
                    <a:pt x="7" y="492"/>
                  </a:lnTo>
                  <a:lnTo>
                    <a:pt x="29" y="609"/>
                  </a:lnTo>
                  <a:lnTo>
                    <a:pt x="80" y="667"/>
                  </a:lnTo>
                  <a:lnTo>
                    <a:pt x="153" y="740"/>
                  </a:lnTo>
                  <a:lnTo>
                    <a:pt x="218" y="805"/>
                  </a:lnTo>
                  <a:lnTo>
                    <a:pt x="320" y="849"/>
                  </a:lnTo>
                  <a:lnTo>
                    <a:pt x="437" y="885"/>
                  </a:lnTo>
                  <a:lnTo>
                    <a:pt x="531" y="900"/>
                  </a:lnTo>
                  <a:lnTo>
                    <a:pt x="727" y="704"/>
                  </a:lnTo>
                  <a:lnTo>
                    <a:pt x="626" y="689"/>
                  </a:lnTo>
                  <a:lnTo>
                    <a:pt x="546" y="667"/>
                  </a:lnTo>
                  <a:lnTo>
                    <a:pt x="451" y="638"/>
                  </a:lnTo>
                  <a:lnTo>
                    <a:pt x="393" y="587"/>
                  </a:lnTo>
                  <a:lnTo>
                    <a:pt x="306" y="521"/>
                  </a:lnTo>
                  <a:lnTo>
                    <a:pt x="277" y="471"/>
                  </a:lnTo>
                  <a:lnTo>
                    <a:pt x="236" y="385"/>
                  </a:lnTo>
                  <a:lnTo>
                    <a:pt x="207" y="312"/>
                  </a:lnTo>
                  <a:lnTo>
                    <a:pt x="207" y="211"/>
                  </a:lnTo>
                  <a:lnTo>
                    <a:pt x="218" y="107"/>
                  </a:lnTo>
                  <a:lnTo>
                    <a:pt x="265" y="0"/>
                  </a:lnTo>
                  <a:close/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rgbClr val="3366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 flipH="1">
              <a:off x="4185" y="2569"/>
              <a:ext cx="204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Freeform 8"/>
            <p:cNvSpPr/>
            <p:nvPr/>
          </p:nvSpPr>
          <p:spPr bwMode="auto">
            <a:xfrm>
              <a:off x="4187" y="3527"/>
              <a:ext cx="194" cy="193"/>
            </a:xfrm>
            <a:custGeom>
              <a:avLst/>
              <a:gdLst>
                <a:gd name="T0" fmla="*/ 194 w 194"/>
                <a:gd name="T1" fmla="*/ 0 h 193"/>
                <a:gd name="T2" fmla="*/ 0 w 194"/>
                <a:gd name="T3" fmla="*/ 193 h 193"/>
                <a:gd name="T4" fmla="*/ 0 60000 65536"/>
                <a:gd name="T5" fmla="*/ 0 60000 65536"/>
                <a:gd name="T6" fmla="*/ 0 w 194"/>
                <a:gd name="T7" fmla="*/ 0 h 193"/>
                <a:gd name="T8" fmla="*/ 194 w 194"/>
                <a:gd name="T9" fmla="*/ 193 h 1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4" h="193">
                  <a:moveTo>
                    <a:pt x="194" y="0"/>
                  </a:moveTo>
                  <a:lnTo>
                    <a:pt x="0" y="19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Arc 9"/>
            <p:cNvSpPr/>
            <p:nvPr/>
          </p:nvSpPr>
          <p:spPr bwMode="auto">
            <a:xfrm flipH="1">
              <a:off x="3655" y="2758"/>
              <a:ext cx="547" cy="956"/>
            </a:xfrm>
            <a:custGeom>
              <a:avLst/>
              <a:gdLst>
                <a:gd name="T0" fmla="*/ 0 w 21600"/>
                <a:gd name="T1" fmla="*/ 0 h 43199"/>
                <a:gd name="T2" fmla="*/ 0 w 21600"/>
                <a:gd name="T3" fmla="*/ 0 h 43199"/>
                <a:gd name="T4" fmla="*/ 0 w 21600"/>
                <a:gd name="T5" fmla="*/ 0 h 431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9"/>
                <a:gd name="T11" fmla="*/ 21600 w 21600"/>
                <a:gd name="T12" fmla="*/ 43199 h 43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</a:path>
                <a:path w="21600" h="431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Freeform 10"/>
            <p:cNvSpPr/>
            <p:nvPr/>
          </p:nvSpPr>
          <p:spPr bwMode="auto">
            <a:xfrm>
              <a:off x="3848" y="2824"/>
              <a:ext cx="540" cy="696"/>
            </a:xfrm>
            <a:custGeom>
              <a:avLst/>
              <a:gdLst>
                <a:gd name="T0" fmla="*/ 86 w 540"/>
                <a:gd name="T1" fmla="*/ 0 h 696"/>
                <a:gd name="T2" fmla="*/ 13 w 540"/>
                <a:gd name="T3" fmla="*/ 109 h 696"/>
                <a:gd name="T4" fmla="*/ 6 w 540"/>
                <a:gd name="T5" fmla="*/ 211 h 696"/>
                <a:gd name="T6" fmla="*/ 24 w 540"/>
                <a:gd name="T7" fmla="*/ 332 h 696"/>
                <a:gd name="T8" fmla="*/ 53 w 540"/>
                <a:gd name="T9" fmla="*/ 420 h 696"/>
                <a:gd name="T10" fmla="*/ 97 w 540"/>
                <a:gd name="T11" fmla="*/ 492 h 696"/>
                <a:gd name="T12" fmla="*/ 148 w 540"/>
                <a:gd name="T13" fmla="*/ 550 h 696"/>
                <a:gd name="T14" fmla="*/ 206 w 540"/>
                <a:gd name="T15" fmla="*/ 587 h 696"/>
                <a:gd name="T16" fmla="*/ 264 w 540"/>
                <a:gd name="T17" fmla="*/ 630 h 696"/>
                <a:gd name="T18" fmla="*/ 344 w 540"/>
                <a:gd name="T19" fmla="*/ 660 h 696"/>
                <a:gd name="T20" fmla="*/ 446 w 540"/>
                <a:gd name="T21" fmla="*/ 681 h 696"/>
                <a:gd name="T22" fmla="*/ 540 w 540"/>
                <a:gd name="T23" fmla="*/ 696 h 6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40"/>
                <a:gd name="T37" fmla="*/ 0 h 696"/>
                <a:gd name="T38" fmla="*/ 540 w 540"/>
                <a:gd name="T39" fmla="*/ 696 h 6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40" h="696">
                  <a:moveTo>
                    <a:pt x="86" y="0"/>
                  </a:moveTo>
                  <a:cubicBezTo>
                    <a:pt x="75" y="19"/>
                    <a:pt x="26" y="74"/>
                    <a:pt x="13" y="109"/>
                  </a:cubicBezTo>
                  <a:cubicBezTo>
                    <a:pt x="0" y="144"/>
                    <a:pt x="4" y="174"/>
                    <a:pt x="6" y="211"/>
                  </a:cubicBezTo>
                  <a:cubicBezTo>
                    <a:pt x="8" y="248"/>
                    <a:pt x="16" y="297"/>
                    <a:pt x="24" y="332"/>
                  </a:cubicBezTo>
                  <a:cubicBezTo>
                    <a:pt x="32" y="367"/>
                    <a:pt x="41" y="393"/>
                    <a:pt x="53" y="420"/>
                  </a:cubicBezTo>
                  <a:cubicBezTo>
                    <a:pt x="65" y="447"/>
                    <a:pt x="81" y="470"/>
                    <a:pt x="97" y="492"/>
                  </a:cubicBezTo>
                  <a:cubicBezTo>
                    <a:pt x="113" y="514"/>
                    <a:pt x="130" y="534"/>
                    <a:pt x="148" y="550"/>
                  </a:cubicBezTo>
                  <a:cubicBezTo>
                    <a:pt x="166" y="566"/>
                    <a:pt x="187" y="574"/>
                    <a:pt x="206" y="587"/>
                  </a:cubicBezTo>
                  <a:cubicBezTo>
                    <a:pt x="225" y="600"/>
                    <a:pt x="241" y="618"/>
                    <a:pt x="264" y="630"/>
                  </a:cubicBezTo>
                  <a:cubicBezTo>
                    <a:pt x="287" y="642"/>
                    <a:pt x="314" y="652"/>
                    <a:pt x="344" y="660"/>
                  </a:cubicBezTo>
                  <a:cubicBezTo>
                    <a:pt x="374" y="668"/>
                    <a:pt x="413" y="675"/>
                    <a:pt x="446" y="681"/>
                  </a:cubicBezTo>
                  <a:cubicBezTo>
                    <a:pt x="479" y="687"/>
                    <a:pt x="524" y="694"/>
                    <a:pt x="540" y="69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9" name="Group 11"/>
            <p:cNvGrpSpPr/>
            <p:nvPr/>
          </p:nvGrpSpPr>
          <p:grpSpPr bwMode="auto">
            <a:xfrm>
              <a:off x="2490" y="2882"/>
              <a:ext cx="1076" cy="711"/>
              <a:chOff x="1112" y="2271"/>
              <a:chExt cx="1076" cy="711"/>
            </a:xfrm>
          </p:grpSpPr>
          <p:sp>
            <p:nvSpPr>
              <p:cNvPr id="70" name="Freeform 12"/>
              <p:cNvSpPr/>
              <p:nvPr/>
            </p:nvSpPr>
            <p:spPr bwMode="auto">
              <a:xfrm>
                <a:off x="1235" y="2866"/>
                <a:ext cx="946" cy="102"/>
              </a:xfrm>
              <a:custGeom>
                <a:avLst/>
                <a:gdLst>
                  <a:gd name="T0" fmla="*/ 102 w 946"/>
                  <a:gd name="T1" fmla="*/ 0 h 102"/>
                  <a:gd name="T2" fmla="*/ 0 w 946"/>
                  <a:gd name="T3" fmla="*/ 102 h 102"/>
                  <a:gd name="T4" fmla="*/ 946 w 946"/>
                  <a:gd name="T5" fmla="*/ 102 h 102"/>
                  <a:gd name="T6" fmla="*/ 946 w 946"/>
                  <a:gd name="T7" fmla="*/ 0 h 102"/>
                  <a:gd name="T8" fmla="*/ 102 w 94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6"/>
                  <a:gd name="T16" fmla="*/ 0 h 102"/>
                  <a:gd name="T17" fmla="*/ 946 w 94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6" h="102">
                    <a:moveTo>
                      <a:pt x="102" y="0"/>
                    </a:moveTo>
                    <a:lnTo>
                      <a:pt x="0" y="102"/>
                    </a:lnTo>
                    <a:lnTo>
                      <a:pt x="946" y="102"/>
                    </a:lnTo>
                    <a:lnTo>
                      <a:pt x="946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Rectangle 13"/>
              <p:cNvSpPr>
                <a:spLocks noChangeArrowheads="1"/>
              </p:cNvSpPr>
              <p:nvPr/>
            </p:nvSpPr>
            <p:spPr bwMode="auto">
              <a:xfrm>
                <a:off x="1345" y="2277"/>
                <a:ext cx="836" cy="582"/>
              </a:xfrm>
              <a:prstGeom prst="rect">
                <a:avLst/>
              </a:pr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2" name="Group 14"/>
              <p:cNvGrpSpPr/>
              <p:nvPr/>
            </p:nvGrpSpPr>
            <p:grpSpPr bwMode="auto">
              <a:xfrm>
                <a:off x="1112" y="2271"/>
                <a:ext cx="1076" cy="711"/>
                <a:chOff x="1112" y="2271"/>
                <a:chExt cx="1076" cy="711"/>
              </a:xfrm>
            </p:grpSpPr>
            <p:sp>
              <p:nvSpPr>
                <p:cNvPr id="74" name="Line 15"/>
                <p:cNvSpPr>
                  <a:spLocks noChangeShapeType="1"/>
                </p:cNvSpPr>
                <p:nvPr/>
              </p:nvSpPr>
              <p:spPr bwMode="auto">
                <a:xfrm>
                  <a:off x="1242" y="2969"/>
                  <a:ext cx="9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5" name="Line 16"/>
                <p:cNvSpPr>
                  <a:spLocks noChangeShapeType="1"/>
                </p:cNvSpPr>
                <p:nvPr/>
              </p:nvSpPr>
              <p:spPr bwMode="auto">
                <a:xfrm>
                  <a:off x="2181" y="2271"/>
                  <a:ext cx="0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6" name="Line 17"/>
                <p:cNvSpPr>
                  <a:spLocks noChangeShapeType="1"/>
                </p:cNvSpPr>
                <p:nvPr/>
              </p:nvSpPr>
              <p:spPr bwMode="auto">
                <a:xfrm>
                  <a:off x="1345" y="2867"/>
                  <a:ext cx="84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7" name="Freeform 18"/>
                <p:cNvSpPr/>
                <p:nvPr/>
              </p:nvSpPr>
              <p:spPr bwMode="auto">
                <a:xfrm>
                  <a:off x="1112" y="2285"/>
                  <a:ext cx="218" cy="683"/>
                </a:xfrm>
                <a:custGeom>
                  <a:avLst/>
                  <a:gdLst>
                    <a:gd name="T0" fmla="*/ 65 w 218"/>
                    <a:gd name="T1" fmla="*/ 0 h 683"/>
                    <a:gd name="T2" fmla="*/ 218 w 218"/>
                    <a:gd name="T3" fmla="*/ 0 h 683"/>
                    <a:gd name="T4" fmla="*/ 218 w 218"/>
                    <a:gd name="T5" fmla="*/ 574 h 683"/>
                    <a:gd name="T6" fmla="*/ 109 w 218"/>
                    <a:gd name="T7" fmla="*/ 683 h 683"/>
                    <a:gd name="T8" fmla="*/ 0 w 218"/>
                    <a:gd name="T9" fmla="*/ 683 h 683"/>
                    <a:gd name="T10" fmla="*/ 0 w 218"/>
                    <a:gd name="T11" fmla="*/ 0 h 683"/>
                    <a:gd name="T12" fmla="*/ 109 w 218"/>
                    <a:gd name="T13" fmla="*/ 0 h 683"/>
                    <a:gd name="T14" fmla="*/ 65 w 218"/>
                    <a:gd name="T15" fmla="*/ 0 h 68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18"/>
                    <a:gd name="T25" fmla="*/ 0 h 683"/>
                    <a:gd name="T26" fmla="*/ 218 w 218"/>
                    <a:gd name="T27" fmla="*/ 683 h 68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8" h="683">
                      <a:moveTo>
                        <a:pt x="65" y="0"/>
                      </a:moveTo>
                      <a:lnTo>
                        <a:pt x="218" y="0"/>
                      </a:lnTo>
                      <a:lnTo>
                        <a:pt x="218" y="574"/>
                      </a:lnTo>
                      <a:lnTo>
                        <a:pt x="109" y="683"/>
                      </a:lnTo>
                      <a:lnTo>
                        <a:pt x="0" y="683"/>
                      </a:lnTo>
                      <a:lnTo>
                        <a:pt x="0" y="0"/>
                      </a:lnTo>
                      <a:lnTo>
                        <a:pt x="109" y="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noFill/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8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337" y="2278"/>
                  <a:ext cx="0" cy="58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9" name="Line 20"/>
                <p:cNvSpPr>
                  <a:spLocks noChangeShapeType="1"/>
                </p:cNvSpPr>
                <p:nvPr/>
              </p:nvSpPr>
              <p:spPr bwMode="auto">
                <a:xfrm>
                  <a:off x="1220" y="2279"/>
                  <a:ext cx="9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73" name="Freeform 21"/>
              <p:cNvSpPr/>
              <p:nvPr/>
            </p:nvSpPr>
            <p:spPr bwMode="auto">
              <a:xfrm>
                <a:off x="1235" y="2859"/>
                <a:ext cx="117" cy="118"/>
              </a:xfrm>
              <a:custGeom>
                <a:avLst/>
                <a:gdLst>
                  <a:gd name="T0" fmla="*/ 0 w 117"/>
                  <a:gd name="T1" fmla="*/ 118 h 118"/>
                  <a:gd name="T2" fmla="*/ 117 w 117"/>
                  <a:gd name="T3" fmla="*/ 0 h 118"/>
                  <a:gd name="T4" fmla="*/ 0 60000 65536"/>
                  <a:gd name="T5" fmla="*/ 0 60000 65536"/>
                  <a:gd name="T6" fmla="*/ 0 w 117"/>
                  <a:gd name="T7" fmla="*/ 0 h 118"/>
                  <a:gd name="T8" fmla="*/ 117 w 117"/>
                  <a:gd name="T9" fmla="*/ 118 h 11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7" h="118">
                    <a:moveTo>
                      <a:pt x="0" y="118"/>
                    </a:moveTo>
                    <a:lnTo>
                      <a:pt x="11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" name="Group 22"/>
            <p:cNvGrpSpPr/>
            <p:nvPr/>
          </p:nvGrpSpPr>
          <p:grpSpPr bwMode="auto">
            <a:xfrm>
              <a:off x="2760" y="3002"/>
              <a:ext cx="772" cy="322"/>
              <a:chOff x="1437" y="3053"/>
              <a:chExt cx="772" cy="322"/>
            </a:xfrm>
          </p:grpSpPr>
          <p:grpSp>
            <p:nvGrpSpPr>
              <p:cNvPr id="58" name="Group 23"/>
              <p:cNvGrpSpPr/>
              <p:nvPr/>
            </p:nvGrpSpPr>
            <p:grpSpPr bwMode="auto">
              <a:xfrm>
                <a:off x="1437" y="3053"/>
                <a:ext cx="364" cy="322"/>
                <a:chOff x="2916" y="2422"/>
                <a:chExt cx="364" cy="322"/>
              </a:xfrm>
            </p:grpSpPr>
            <p:sp>
              <p:nvSpPr>
                <p:cNvPr id="65" name="Freeform 24"/>
                <p:cNvSpPr/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" name="Freeform 25"/>
                <p:cNvSpPr/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7" name="Group 26"/>
                <p:cNvGrpSpPr/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68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9" name="Freeform 28"/>
                  <p:cNvSpPr/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59" name="Group 29"/>
              <p:cNvGrpSpPr/>
              <p:nvPr/>
            </p:nvGrpSpPr>
            <p:grpSpPr bwMode="auto">
              <a:xfrm>
                <a:off x="1845" y="3053"/>
                <a:ext cx="364" cy="322"/>
                <a:chOff x="2916" y="2422"/>
                <a:chExt cx="364" cy="322"/>
              </a:xfrm>
            </p:grpSpPr>
            <p:sp>
              <p:nvSpPr>
                <p:cNvPr id="60" name="Freeform 30"/>
                <p:cNvSpPr/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Freeform 31"/>
                <p:cNvSpPr/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62" name="Group 32"/>
                <p:cNvGrpSpPr/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63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64" name="Freeform 34"/>
                  <p:cNvSpPr/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21" name="Freeform 35"/>
            <p:cNvSpPr/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Freeform 36"/>
            <p:cNvSpPr/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Freeform 37"/>
            <p:cNvSpPr/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Freeform 38"/>
            <p:cNvSpPr/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Freeform 39"/>
            <p:cNvSpPr/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Freeform 40"/>
            <p:cNvSpPr/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Freeform 41"/>
            <p:cNvSpPr/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42"/>
            <p:cNvSpPr>
              <a:spLocks noChangeShapeType="1"/>
            </p:cNvSpPr>
            <p:nvPr/>
          </p:nvSpPr>
          <p:spPr bwMode="auto">
            <a:xfrm>
              <a:off x="3485" y="3226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43"/>
            <p:cNvSpPr>
              <a:spLocks noChangeShapeType="1"/>
            </p:cNvSpPr>
            <p:nvPr/>
          </p:nvSpPr>
          <p:spPr bwMode="auto">
            <a:xfrm flipH="1">
              <a:off x="4376" y="3567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Freeform 44"/>
            <p:cNvSpPr/>
            <p:nvPr/>
          </p:nvSpPr>
          <p:spPr bwMode="auto">
            <a:xfrm>
              <a:off x="3750" y="2552"/>
              <a:ext cx="1120" cy="1107"/>
            </a:xfrm>
            <a:custGeom>
              <a:avLst/>
              <a:gdLst>
                <a:gd name="T0" fmla="*/ 0 w 1120"/>
                <a:gd name="T1" fmla="*/ 409 h 1107"/>
                <a:gd name="T2" fmla="*/ 269 w 1120"/>
                <a:gd name="T3" fmla="*/ 140 h 1107"/>
                <a:gd name="T4" fmla="*/ 327 w 1120"/>
                <a:gd name="T5" fmla="*/ 76 h 1107"/>
                <a:gd name="T6" fmla="*/ 403 w 1120"/>
                <a:gd name="T7" fmla="*/ 38 h 1107"/>
                <a:gd name="T8" fmla="*/ 499 w 1120"/>
                <a:gd name="T9" fmla="*/ 12 h 1107"/>
                <a:gd name="T10" fmla="*/ 595 w 1120"/>
                <a:gd name="T11" fmla="*/ 0 h 1107"/>
                <a:gd name="T12" fmla="*/ 704 w 1120"/>
                <a:gd name="T13" fmla="*/ 6 h 1107"/>
                <a:gd name="T14" fmla="*/ 807 w 1120"/>
                <a:gd name="T15" fmla="*/ 38 h 1107"/>
                <a:gd name="T16" fmla="*/ 890 w 1120"/>
                <a:gd name="T17" fmla="*/ 83 h 1107"/>
                <a:gd name="T18" fmla="*/ 973 w 1120"/>
                <a:gd name="T19" fmla="*/ 128 h 1107"/>
                <a:gd name="T20" fmla="*/ 1005 w 1120"/>
                <a:gd name="T21" fmla="*/ 166 h 1107"/>
                <a:gd name="T22" fmla="*/ 1043 w 1120"/>
                <a:gd name="T23" fmla="*/ 224 h 1107"/>
                <a:gd name="T24" fmla="*/ 1082 w 1120"/>
                <a:gd name="T25" fmla="*/ 288 h 1107"/>
                <a:gd name="T26" fmla="*/ 1114 w 1120"/>
                <a:gd name="T27" fmla="*/ 364 h 1107"/>
                <a:gd name="T28" fmla="*/ 1120 w 1120"/>
                <a:gd name="T29" fmla="*/ 460 h 1107"/>
                <a:gd name="T30" fmla="*/ 1120 w 1120"/>
                <a:gd name="T31" fmla="*/ 544 h 1107"/>
                <a:gd name="T32" fmla="*/ 1101 w 1120"/>
                <a:gd name="T33" fmla="*/ 608 h 1107"/>
                <a:gd name="T34" fmla="*/ 1075 w 1120"/>
                <a:gd name="T35" fmla="*/ 665 h 1107"/>
                <a:gd name="T36" fmla="*/ 1056 w 1120"/>
                <a:gd name="T37" fmla="*/ 716 h 1107"/>
                <a:gd name="T38" fmla="*/ 1018 w 1120"/>
                <a:gd name="T39" fmla="*/ 761 h 1107"/>
                <a:gd name="T40" fmla="*/ 986 w 1120"/>
                <a:gd name="T41" fmla="*/ 800 h 1107"/>
                <a:gd name="T42" fmla="*/ 711 w 1120"/>
                <a:gd name="T43" fmla="*/ 1075 h 1107"/>
                <a:gd name="T44" fmla="*/ 736 w 1120"/>
                <a:gd name="T45" fmla="*/ 1017 h 1107"/>
                <a:gd name="T46" fmla="*/ 646 w 1120"/>
                <a:gd name="T47" fmla="*/ 1107 h 1107"/>
                <a:gd name="T48" fmla="*/ 672 w 1120"/>
                <a:gd name="T49" fmla="*/ 1004 h 1107"/>
                <a:gd name="T50" fmla="*/ 711 w 1120"/>
                <a:gd name="T51" fmla="*/ 908 h 1107"/>
                <a:gd name="T52" fmla="*/ 685 w 1120"/>
                <a:gd name="T53" fmla="*/ 793 h 1107"/>
                <a:gd name="T54" fmla="*/ 666 w 1120"/>
                <a:gd name="T55" fmla="*/ 716 h 1107"/>
                <a:gd name="T56" fmla="*/ 640 w 1120"/>
                <a:gd name="T57" fmla="*/ 665 h 1107"/>
                <a:gd name="T58" fmla="*/ 743 w 1120"/>
                <a:gd name="T59" fmla="*/ 562 h 1107"/>
                <a:gd name="T60" fmla="*/ 708 w 1120"/>
                <a:gd name="T61" fmla="*/ 481 h 1107"/>
                <a:gd name="T62" fmla="*/ 635 w 1120"/>
                <a:gd name="T63" fmla="*/ 423 h 1107"/>
                <a:gd name="T64" fmla="*/ 576 w 1120"/>
                <a:gd name="T65" fmla="*/ 364 h 1107"/>
                <a:gd name="T66" fmla="*/ 487 w 1120"/>
                <a:gd name="T67" fmla="*/ 313 h 1107"/>
                <a:gd name="T68" fmla="*/ 359 w 1120"/>
                <a:gd name="T69" fmla="*/ 299 h 1107"/>
                <a:gd name="T70" fmla="*/ 271 w 1120"/>
                <a:gd name="T71" fmla="*/ 299 h 1107"/>
                <a:gd name="T72" fmla="*/ 162 w 1120"/>
                <a:gd name="T73" fmla="*/ 321 h 1107"/>
                <a:gd name="T74" fmla="*/ 83 w 1120"/>
                <a:gd name="T75" fmla="*/ 352 h 1107"/>
                <a:gd name="T76" fmla="*/ 0 w 1120"/>
                <a:gd name="T77" fmla="*/ 409 h 110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120"/>
                <a:gd name="T118" fmla="*/ 0 h 1107"/>
                <a:gd name="T119" fmla="*/ 1120 w 1120"/>
                <a:gd name="T120" fmla="*/ 1107 h 110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120" h="1107">
                  <a:moveTo>
                    <a:pt x="0" y="409"/>
                  </a:moveTo>
                  <a:lnTo>
                    <a:pt x="269" y="140"/>
                  </a:lnTo>
                  <a:lnTo>
                    <a:pt x="327" y="76"/>
                  </a:lnTo>
                  <a:lnTo>
                    <a:pt x="403" y="38"/>
                  </a:lnTo>
                  <a:lnTo>
                    <a:pt x="499" y="12"/>
                  </a:lnTo>
                  <a:lnTo>
                    <a:pt x="595" y="0"/>
                  </a:lnTo>
                  <a:lnTo>
                    <a:pt x="704" y="6"/>
                  </a:lnTo>
                  <a:lnTo>
                    <a:pt x="807" y="38"/>
                  </a:lnTo>
                  <a:lnTo>
                    <a:pt x="890" y="83"/>
                  </a:lnTo>
                  <a:lnTo>
                    <a:pt x="973" y="128"/>
                  </a:lnTo>
                  <a:lnTo>
                    <a:pt x="1005" y="166"/>
                  </a:lnTo>
                  <a:lnTo>
                    <a:pt x="1043" y="224"/>
                  </a:lnTo>
                  <a:lnTo>
                    <a:pt x="1082" y="288"/>
                  </a:lnTo>
                  <a:lnTo>
                    <a:pt x="1114" y="364"/>
                  </a:lnTo>
                  <a:lnTo>
                    <a:pt x="1120" y="460"/>
                  </a:lnTo>
                  <a:lnTo>
                    <a:pt x="1120" y="544"/>
                  </a:lnTo>
                  <a:lnTo>
                    <a:pt x="1101" y="608"/>
                  </a:lnTo>
                  <a:lnTo>
                    <a:pt x="1075" y="665"/>
                  </a:lnTo>
                  <a:lnTo>
                    <a:pt x="1056" y="716"/>
                  </a:lnTo>
                  <a:lnTo>
                    <a:pt x="1018" y="761"/>
                  </a:lnTo>
                  <a:lnTo>
                    <a:pt x="986" y="800"/>
                  </a:lnTo>
                  <a:lnTo>
                    <a:pt x="711" y="1075"/>
                  </a:lnTo>
                  <a:lnTo>
                    <a:pt x="736" y="1017"/>
                  </a:lnTo>
                  <a:lnTo>
                    <a:pt x="646" y="1107"/>
                  </a:lnTo>
                  <a:lnTo>
                    <a:pt x="672" y="1004"/>
                  </a:lnTo>
                  <a:lnTo>
                    <a:pt x="711" y="908"/>
                  </a:lnTo>
                  <a:lnTo>
                    <a:pt x="685" y="793"/>
                  </a:lnTo>
                  <a:lnTo>
                    <a:pt x="666" y="716"/>
                  </a:lnTo>
                  <a:lnTo>
                    <a:pt x="640" y="665"/>
                  </a:lnTo>
                  <a:lnTo>
                    <a:pt x="743" y="562"/>
                  </a:lnTo>
                  <a:lnTo>
                    <a:pt x="708" y="481"/>
                  </a:lnTo>
                  <a:lnTo>
                    <a:pt x="635" y="423"/>
                  </a:lnTo>
                  <a:lnTo>
                    <a:pt x="576" y="364"/>
                  </a:lnTo>
                  <a:lnTo>
                    <a:pt x="487" y="313"/>
                  </a:lnTo>
                  <a:lnTo>
                    <a:pt x="359" y="299"/>
                  </a:lnTo>
                  <a:lnTo>
                    <a:pt x="271" y="299"/>
                  </a:lnTo>
                  <a:lnTo>
                    <a:pt x="162" y="321"/>
                  </a:lnTo>
                  <a:lnTo>
                    <a:pt x="83" y="352"/>
                  </a:lnTo>
                  <a:lnTo>
                    <a:pt x="0" y="409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45"/>
            <p:cNvSpPr/>
            <p:nvPr/>
          </p:nvSpPr>
          <p:spPr bwMode="auto">
            <a:xfrm>
              <a:off x="4372" y="3357"/>
              <a:ext cx="356" cy="356"/>
            </a:xfrm>
            <a:custGeom>
              <a:avLst/>
              <a:gdLst>
                <a:gd name="T0" fmla="*/ 356 w 356"/>
                <a:gd name="T1" fmla="*/ 0 h 356"/>
                <a:gd name="T2" fmla="*/ 0 w 356"/>
                <a:gd name="T3" fmla="*/ 356 h 356"/>
                <a:gd name="T4" fmla="*/ 0 60000 65536"/>
                <a:gd name="T5" fmla="*/ 0 60000 65536"/>
                <a:gd name="T6" fmla="*/ 0 w 356"/>
                <a:gd name="T7" fmla="*/ 0 h 356"/>
                <a:gd name="T8" fmla="*/ 356 w 356"/>
                <a:gd name="T9" fmla="*/ 356 h 3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6" h="356">
                  <a:moveTo>
                    <a:pt x="356" y="0"/>
                  </a:moveTo>
                  <a:lnTo>
                    <a:pt x="0" y="35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46"/>
            <p:cNvSpPr>
              <a:spLocks noChangeShapeType="1"/>
            </p:cNvSpPr>
            <p:nvPr/>
          </p:nvSpPr>
          <p:spPr bwMode="auto">
            <a:xfrm>
              <a:off x="3485" y="3677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47"/>
            <p:cNvSpPr>
              <a:spLocks noChangeShapeType="1"/>
            </p:cNvSpPr>
            <p:nvPr/>
          </p:nvSpPr>
          <p:spPr bwMode="auto">
            <a:xfrm>
              <a:off x="4127" y="3224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Freeform 48"/>
            <p:cNvSpPr/>
            <p:nvPr/>
          </p:nvSpPr>
          <p:spPr bwMode="auto">
            <a:xfrm>
              <a:off x="4134" y="3675"/>
              <a:ext cx="267" cy="2"/>
            </a:xfrm>
            <a:custGeom>
              <a:avLst/>
              <a:gdLst>
                <a:gd name="T0" fmla="*/ 0 w 267"/>
                <a:gd name="T1" fmla="*/ 0 h 2"/>
                <a:gd name="T2" fmla="*/ 267 w 267"/>
                <a:gd name="T3" fmla="*/ 2 h 2"/>
                <a:gd name="T4" fmla="*/ 0 60000 65536"/>
                <a:gd name="T5" fmla="*/ 0 60000 65536"/>
                <a:gd name="T6" fmla="*/ 0 w 267"/>
                <a:gd name="T7" fmla="*/ 0 h 2"/>
                <a:gd name="T8" fmla="*/ 267 w 267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7" h="2">
                  <a:moveTo>
                    <a:pt x="0" y="0"/>
                  </a:moveTo>
                  <a:lnTo>
                    <a:pt x="267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Freeform 49"/>
            <p:cNvSpPr/>
            <p:nvPr/>
          </p:nvSpPr>
          <p:spPr bwMode="auto">
            <a:xfrm>
              <a:off x="3609" y="3108"/>
              <a:ext cx="247" cy="1"/>
            </a:xfrm>
            <a:custGeom>
              <a:avLst/>
              <a:gdLst>
                <a:gd name="T0" fmla="*/ 0 w 247"/>
                <a:gd name="T1" fmla="*/ 0 h 1"/>
                <a:gd name="T2" fmla="*/ 247 w 247"/>
                <a:gd name="T3" fmla="*/ 1 h 1"/>
                <a:gd name="T4" fmla="*/ 0 60000 65536"/>
                <a:gd name="T5" fmla="*/ 0 60000 65536"/>
                <a:gd name="T6" fmla="*/ 0 w 247"/>
                <a:gd name="T7" fmla="*/ 0 h 1"/>
                <a:gd name="T8" fmla="*/ 247 w 24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1">
                  <a:moveTo>
                    <a:pt x="0" y="0"/>
                  </a:moveTo>
                  <a:lnTo>
                    <a:pt x="247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50"/>
            <p:cNvSpPr>
              <a:spLocks noChangeShapeType="1"/>
            </p:cNvSpPr>
            <p:nvPr/>
          </p:nvSpPr>
          <p:spPr bwMode="auto">
            <a:xfrm flipV="1">
              <a:off x="3739" y="3546"/>
              <a:ext cx="124" cy="1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51"/>
            <p:cNvSpPr/>
            <p:nvPr/>
          </p:nvSpPr>
          <p:spPr bwMode="auto">
            <a:xfrm>
              <a:off x="3728" y="3095"/>
              <a:ext cx="135" cy="135"/>
            </a:xfrm>
            <a:custGeom>
              <a:avLst/>
              <a:gdLst>
                <a:gd name="T0" fmla="*/ 135 w 135"/>
                <a:gd name="T1" fmla="*/ 0 h 135"/>
                <a:gd name="T2" fmla="*/ 0 w 135"/>
                <a:gd name="T3" fmla="*/ 135 h 135"/>
                <a:gd name="T4" fmla="*/ 0 60000 65536"/>
                <a:gd name="T5" fmla="*/ 0 60000 65536"/>
                <a:gd name="T6" fmla="*/ 0 w 135"/>
                <a:gd name="T7" fmla="*/ 0 h 135"/>
                <a:gd name="T8" fmla="*/ 135 w 135"/>
                <a:gd name="T9" fmla="*/ 135 h 1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5" h="135">
                  <a:moveTo>
                    <a:pt x="135" y="0"/>
                  </a:moveTo>
                  <a:lnTo>
                    <a:pt x="0" y="13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52"/>
            <p:cNvSpPr>
              <a:spLocks noChangeShapeType="1"/>
            </p:cNvSpPr>
            <p:nvPr/>
          </p:nvSpPr>
          <p:spPr bwMode="auto">
            <a:xfrm flipH="1">
              <a:off x="3495" y="3109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Freeform 53"/>
            <p:cNvSpPr/>
            <p:nvPr/>
          </p:nvSpPr>
          <p:spPr bwMode="auto">
            <a:xfrm>
              <a:off x="4125" y="3102"/>
              <a:ext cx="120" cy="124"/>
            </a:xfrm>
            <a:custGeom>
              <a:avLst/>
              <a:gdLst>
                <a:gd name="T0" fmla="*/ 120 w 120"/>
                <a:gd name="T1" fmla="*/ 0 h 124"/>
                <a:gd name="T2" fmla="*/ 0 w 120"/>
                <a:gd name="T3" fmla="*/ 124 h 124"/>
                <a:gd name="T4" fmla="*/ 0 60000 65536"/>
                <a:gd name="T5" fmla="*/ 0 60000 65536"/>
                <a:gd name="T6" fmla="*/ 0 w 120"/>
                <a:gd name="T7" fmla="*/ 0 h 124"/>
                <a:gd name="T8" fmla="*/ 120 w 120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124">
                  <a:moveTo>
                    <a:pt x="120" y="0"/>
                  </a:moveTo>
                  <a:lnTo>
                    <a:pt x="0" y="1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4"/>
            <p:cNvSpPr>
              <a:spLocks noChangeShapeType="1"/>
            </p:cNvSpPr>
            <p:nvPr/>
          </p:nvSpPr>
          <p:spPr bwMode="auto">
            <a:xfrm flipH="1">
              <a:off x="4383" y="3101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55"/>
            <p:cNvSpPr>
              <a:spLocks noChangeShapeType="1"/>
            </p:cNvSpPr>
            <p:nvPr/>
          </p:nvSpPr>
          <p:spPr bwMode="auto">
            <a:xfrm>
              <a:off x="4234" y="3102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Freeform 56"/>
            <p:cNvSpPr/>
            <p:nvPr/>
          </p:nvSpPr>
          <p:spPr bwMode="auto">
            <a:xfrm>
              <a:off x="3616" y="2846"/>
              <a:ext cx="880" cy="256"/>
            </a:xfrm>
            <a:custGeom>
              <a:avLst/>
              <a:gdLst>
                <a:gd name="T0" fmla="*/ 0 w 880"/>
                <a:gd name="T1" fmla="*/ 256 h 256"/>
                <a:gd name="T2" fmla="*/ 43 w 880"/>
                <a:gd name="T3" fmla="*/ 198 h 256"/>
                <a:gd name="T4" fmla="*/ 116 w 880"/>
                <a:gd name="T5" fmla="*/ 132 h 256"/>
                <a:gd name="T6" fmla="*/ 174 w 880"/>
                <a:gd name="T7" fmla="*/ 89 h 256"/>
                <a:gd name="T8" fmla="*/ 247 w 880"/>
                <a:gd name="T9" fmla="*/ 45 h 256"/>
                <a:gd name="T10" fmla="*/ 320 w 880"/>
                <a:gd name="T11" fmla="*/ 16 h 256"/>
                <a:gd name="T12" fmla="*/ 385 w 880"/>
                <a:gd name="T13" fmla="*/ 2 h 256"/>
                <a:gd name="T14" fmla="*/ 458 w 880"/>
                <a:gd name="T15" fmla="*/ 2 h 256"/>
                <a:gd name="T16" fmla="*/ 545 w 880"/>
                <a:gd name="T17" fmla="*/ 9 h 256"/>
                <a:gd name="T18" fmla="*/ 627 w 880"/>
                <a:gd name="T19" fmla="*/ 26 h 256"/>
                <a:gd name="T20" fmla="*/ 712 w 880"/>
                <a:gd name="T21" fmla="*/ 67 h 256"/>
                <a:gd name="T22" fmla="*/ 763 w 880"/>
                <a:gd name="T23" fmla="*/ 111 h 256"/>
                <a:gd name="T24" fmla="*/ 807 w 880"/>
                <a:gd name="T25" fmla="*/ 147 h 256"/>
                <a:gd name="T26" fmla="*/ 851 w 880"/>
                <a:gd name="T27" fmla="*/ 205 h 256"/>
                <a:gd name="T28" fmla="*/ 880 w 880"/>
                <a:gd name="T29" fmla="*/ 249 h 2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0"/>
                <a:gd name="T46" fmla="*/ 0 h 256"/>
                <a:gd name="T47" fmla="*/ 880 w 880"/>
                <a:gd name="T48" fmla="*/ 256 h 2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0" h="256">
                  <a:moveTo>
                    <a:pt x="0" y="256"/>
                  </a:moveTo>
                  <a:cubicBezTo>
                    <a:pt x="7" y="246"/>
                    <a:pt x="24" y="219"/>
                    <a:pt x="43" y="198"/>
                  </a:cubicBezTo>
                  <a:cubicBezTo>
                    <a:pt x="62" y="177"/>
                    <a:pt x="94" y="150"/>
                    <a:pt x="116" y="132"/>
                  </a:cubicBezTo>
                  <a:cubicBezTo>
                    <a:pt x="138" y="114"/>
                    <a:pt x="152" y="104"/>
                    <a:pt x="174" y="89"/>
                  </a:cubicBezTo>
                  <a:cubicBezTo>
                    <a:pt x="196" y="74"/>
                    <a:pt x="223" y="57"/>
                    <a:pt x="247" y="45"/>
                  </a:cubicBezTo>
                  <a:cubicBezTo>
                    <a:pt x="271" y="33"/>
                    <a:pt x="297" y="23"/>
                    <a:pt x="320" y="16"/>
                  </a:cubicBezTo>
                  <a:cubicBezTo>
                    <a:pt x="343" y="9"/>
                    <a:pt x="362" y="4"/>
                    <a:pt x="385" y="2"/>
                  </a:cubicBezTo>
                  <a:cubicBezTo>
                    <a:pt x="408" y="0"/>
                    <a:pt x="431" y="1"/>
                    <a:pt x="458" y="2"/>
                  </a:cubicBezTo>
                  <a:cubicBezTo>
                    <a:pt x="485" y="3"/>
                    <a:pt x="517" y="5"/>
                    <a:pt x="545" y="9"/>
                  </a:cubicBezTo>
                  <a:cubicBezTo>
                    <a:pt x="573" y="13"/>
                    <a:pt x="599" y="16"/>
                    <a:pt x="627" y="26"/>
                  </a:cubicBezTo>
                  <a:cubicBezTo>
                    <a:pt x="655" y="36"/>
                    <a:pt x="689" y="53"/>
                    <a:pt x="712" y="67"/>
                  </a:cubicBezTo>
                  <a:cubicBezTo>
                    <a:pt x="735" y="81"/>
                    <a:pt x="747" y="98"/>
                    <a:pt x="763" y="111"/>
                  </a:cubicBezTo>
                  <a:cubicBezTo>
                    <a:pt x="779" y="124"/>
                    <a:pt x="793" y="132"/>
                    <a:pt x="807" y="147"/>
                  </a:cubicBezTo>
                  <a:cubicBezTo>
                    <a:pt x="821" y="162"/>
                    <a:pt x="839" y="188"/>
                    <a:pt x="851" y="205"/>
                  </a:cubicBezTo>
                  <a:cubicBezTo>
                    <a:pt x="863" y="222"/>
                    <a:pt x="875" y="242"/>
                    <a:pt x="880" y="249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Freeform 57"/>
            <p:cNvSpPr/>
            <p:nvPr/>
          </p:nvSpPr>
          <p:spPr bwMode="auto">
            <a:xfrm>
              <a:off x="3703" y="3575"/>
              <a:ext cx="785" cy="242"/>
            </a:xfrm>
            <a:custGeom>
              <a:avLst/>
              <a:gdLst>
                <a:gd name="T0" fmla="*/ 0 w 785"/>
                <a:gd name="T1" fmla="*/ 102 h 242"/>
                <a:gd name="T2" fmla="*/ 58 w 785"/>
                <a:gd name="T3" fmla="*/ 145 h 242"/>
                <a:gd name="T4" fmla="*/ 102 w 785"/>
                <a:gd name="T5" fmla="*/ 167 h 242"/>
                <a:gd name="T6" fmla="*/ 167 w 785"/>
                <a:gd name="T7" fmla="*/ 204 h 242"/>
                <a:gd name="T8" fmla="*/ 246 w 785"/>
                <a:gd name="T9" fmla="*/ 236 h 242"/>
                <a:gd name="T10" fmla="*/ 342 w 785"/>
                <a:gd name="T11" fmla="*/ 240 h 242"/>
                <a:gd name="T12" fmla="*/ 429 w 785"/>
                <a:gd name="T13" fmla="*/ 233 h 242"/>
                <a:gd name="T14" fmla="*/ 509 w 785"/>
                <a:gd name="T15" fmla="*/ 218 h 242"/>
                <a:gd name="T16" fmla="*/ 580 w 785"/>
                <a:gd name="T17" fmla="*/ 193 h 242"/>
                <a:gd name="T18" fmla="*/ 647 w 785"/>
                <a:gd name="T19" fmla="*/ 160 h 242"/>
                <a:gd name="T20" fmla="*/ 691 w 785"/>
                <a:gd name="T21" fmla="*/ 124 h 242"/>
                <a:gd name="T22" fmla="*/ 742 w 785"/>
                <a:gd name="T23" fmla="*/ 73 h 242"/>
                <a:gd name="T24" fmla="*/ 785 w 785"/>
                <a:gd name="T25" fmla="*/ 0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5"/>
                <a:gd name="T40" fmla="*/ 0 h 242"/>
                <a:gd name="T41" fmla="*/ 785 w 785"/>
                <a:gd name="T42" fmla="*/ 242 h 24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5" h="242">
                  <a:moveTo>
                    <a:pt x="0" y="102"/>
                  </a:moveTo>
                  <a:cubicBezTo>
                    <a:pt x="20" y="118"/>
                    <a:pt x="41" y="134"/>
                    <a:pt x="58" y="145"/>
                  </a:cubicBezTo>
                  <a:cubicBezTo>
                    <a:pt x="75" y="156"/>
                    <a:pt x="84" y="157"/>
                    <a:pt x="102" y="167"/>
                  </a:cubicBezTo>
                  <a:cubicBezTo>
                    <a:pt x="120" y="177"/>
                    <a:pt x="143" y="192"/>
                    <a:pt x="167" y="204"/>
                  </a:cubicBezTo>
                  <a:cubicBezTo>
                    <a:pt x="191" y="216"/>
                    <a:pt x="217" y="230"/>
                    <a:pt x="246" y="236"/>
                  </a:cubicBezTo>
                  <a:cubicBezTo>
                    <a:pt x="275" y="242"/>
                    <a:pt x="312" y="240"/>
                    <a:pt x="342" y="240"/>
                  </a:cubicBezTo>
                  <a:cubicBezTo>
                    <a:pt x="372" y="240"/>
                    <a:pt x="401" y="237"/>
                    <a:pt x="429" y="233"/>
                  </a:cubicBezTo>
                  <a:cubicBezTo>
                    <a:pt x="457" y="229"/>
                    <a:pt x="484" y="225"/>
                    <a:pt x="509" y="218"/>
                  </a:cubicBezTo>
                  <a:cubicBezTo>
                    <a:pt x="534" y="211"/>
                    <a:pt x="557" y="203"/>
                    <a:pt x="580" y="193"/>
                  </a:cubicBezTo>
                  <a:cubicBezTo>
                    <a:pt x="603" y="183"/>
                    <a:pt x="629" y="171"/>
                    <a:pt x="647" y="160"/>
                  </a:cubicBezTo>
                  <a:cubicBezTo>
                    <a:pt x="665" y="149"/>
                    <a:pt x="675" y="138"/>
                    <a:pt x="691" y="124"/>
                  </a:cubicBezTo>
                  <a:cubicBezTo>
                    <a:pt x="707" y="110"/>
                    <a:pt x="726" y="94"/>
                    <a:pt x="742" y="73"/>
                  </a:cubicBezTo>
                  <a:cubicBezTo>
                    <a:pt x="758" y="52"/>
                    <a:pt x="772" y="26"/>
                    <a:pt x="78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58"/>
            <p:cNvSpPr/>
            <p:nvPr/>
          </p:nvSpPr>
          <p:spPr bwMode="auto">
            <a:xfrm>
              <a:off x="3609" y="3226"/>
              <a:ext cx="130" cy="436"/>
            </a:xfrm>
            <a:custGeom>
              <a:avLst/>
              <a:gdLst>
                <a:gd name="T0" fmla="*/ 130 w 130"/>
                <a:gd name="T1" fmla="*/ 0 h 436"/>
                <a:gd name="T2" fmla="*/ 87 w 130"/>
                <a:gd name="T3" fmla="*/ 29 h 436"/>
                <a:gd name="T4" fmla="*/ 36 w 130"/>
                <a:gd name="T5" fmla="*/ 80 h 436"/>
                <a:gd name="T6" fmla="*/ 14 w 130"/>
                <a:gd name="T7" fmla="*/ 145 h 436"/>
                <a:gd name="T8" fmla="*/ 0 w 130"/>
                <a:gd name="T9" fmla="*/ 234 h 436"/>
                <a:gd name="T10" fmla="*/ 14 w 130"/>
                <a:gd name="T11" fmla="*/ 298 h 436"/>
                <a:gd name="T12" fmla="*/ 58 w 130"/>
                <a:gd name="T13" fmla="*/ 363 h 436"/>
                <a:gd name="T14" fmla="*/ 79 w 130"/>
                <a:gd name="T15" fmla="*/ 407 h 436"/>
                <a:gd name="T16" fmla="*/ 116 w 130"/>
                <a:gd name="T17" fmla="*/ 436 h 4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0"/>
                <a:gd name="T28" fmla="*/ 0 h 436"/>
                <a:gd name="T29" fmla="*/ 130 w 130"/>
                <a:gd name="T30" fmla="*/ 436 h 4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0" h="436">
                  <a:moveTo>
                    <a:pt x="130" y="0"/>
                  </a:moveTo>
                  <a:cubicBezTo>
                    <a:pt x="116" y="8"/>
                    <a:pt x="103" y="16"/>
                    <a:pt x="87" y="29"/>
                  </a:cubicBezTo>
                  <a:cubicBezTo>
                    <a:pt x="71" y="42"/>
                    <a:pt x="48" y="61"/>
                    <a:pt x="36" y="80"/>
                  </a:cubicBezTo>
                  <a:cubicBezTo>
                    <a:pt x="24" y="99"/>
                    <a:pt x="20" y="119"/>
                    <a:pt x="14" y="145"/>
                  </a:cubicBezTo>
                  <a:cubicBezTo>
                    <a:pt x="8" y="171"/>
                    <a:pt x="0" y="209"/>
                    <a:pt x="0" y="234"/>
                  </a:cubicBezTo>
                  <a:cubicBezTo>
                    <a:pt x="0" y="259"/>
                    <a:pt x="4" y="276"/>
                    <a:pt x="14" y="298"/>
                  </a:cubicBezTo>
                  <a:cubicBezTo>
                    <a:pt x="24" y="320"/>
                    <a:pt x="47" y="345"/>
                    <a:pt x="58" y="363"/>
                  </a:cubicBezTo>
                  <a:cubicBezTo>
                    <a:pt x="69" y="381"/>
                    <a:pt x="69" y="395"/>
                    <a:pt x="79" y="407"/>
                  </a:cubicBezTo>
                  <a:cubicBezTo>
                    <a:pt x="89" y="419"/>
                    <a:pt x="106" y="430"/>
                    <a:pt x="116" y="43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59"/>
            <p:cNvSpPr/>
            <p:nvPr/>
          </p:nvSpPr>
          <p:spPr bwMode="auto">
            <a:xfrm>
              <a:off x="3412" y="3226"/>
              <a:ext cx="73" cy="451"/>
            </a:xfrm>
            <a:custGeom>
              <a:avLst/>
              <a:gdLst>
                <a:gd name="T0" fmla="*/ 73 w 73"/>
                <a:gd name="T1" fmla="*/ 0 h 451"/>
                <a:gd name="T2" fmla="*/ 36 w 73"/>
                <a:gd name="T3" fmla="*/ 73 h 451"/>
                <a:gd name="T4" fmla="*/ 7 w 73"/>
                <a:gd name="T5" fmla="*/ 145 h 451"/>
                <a:gd name="T6" fmla="*/ 0 w 73"/>
                <a:gd name="T7" fmla="*/ 211 h 451"/>
                <a:gd name="T8" fmla="*/ 7 w 73"/>
                <a:gd name="T9" fmla="*/ 269 h 451"/>
                <a:gd name="T10" fmla="*/ 22 w 73"/>
                <a:gd name="T11" fmla="*/ 342 h 451"/>
                <a:gd name="T12" fmla="*/ 44 w 73"/>
                <a:gd name="T13" fmla="*/ 393 h 451"/>
                <a:gd name="T14" fmla="*/ 73 w 73"/>
                <a:gd name="T15" fmla="*/ 451 h 4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3"/>
                <a:gd name="T25" fmla="*/ 0 h 451"/>
                <a:gd name="T26" fmla="*/ 73 w 73"/>
                <a:gd name="T27" fmla="*/ 451 h 4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3" h="451">
                  <a:moveTo>
                    <a:pt x="73" y="0"/>
                  </a:moveTo>
                  <a:cubicBezTo>
                    <a:pt x="59" y="25"/>
                    <a:pt x="47" y="49"/>
                    <a:pt x="36" y="73"/>
                  </a:cubicBezTo>
                  <a:cubicBezTo>
                    <a:pt x="25" y="97"/>
                    <a:pt x="13" y="122"/>
                    <a:pt x="7" y="145"/>
                  </a:cubicBezTo>
                  <a:cubicBezTo>
                    <a:pt x="1" y="168"/>
                    <a:pt x="0" y="190"/>
                    <a:pt x="0" y="211"/>
                  </a:cubicBezTo>
                  <a:cubicBezTo>
                    <a:pt x="0" y="232"/>
                    <a:pt x="3" y="247"/>
                    <a:pt x="7" y="269"/>
                  </a:cubicBezTo>
                  <a:cubicBezTo>
                    <a:pt x="11" y="291"/>
                    <a:pt x="16" y="321"/>
                    <a:pt x="22" y="342"/>
                  </a:cubicBezTo>
                  <a:cubicBezTo>
                    <a:pt x="28" y="363"/>
                    <a:pt x="35" y="375"/>
                    <a:pt x="44" y="393"/>
                  </a:cubicBezTo>
                  <a:cubicBezTo>
                    <a:pt x="53" y="411"/>
                    <a:pt x="62" y="431"/>
                    <a:pt x="73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60"/>
            <p:cNvSpPr/>
            <p:nvPr/>
          </p:nvSpPr>
          <p:spPr bwMode="auto">
            <a:xfrm>
              <a:off x="4132" y="3218"/>
              <a:ext cx="128" cy="451"/>
            </a:xfrm>
            <a:custGeom>
              <a:avLst/>
              <a:gdLst>
                <a:gd name="T0" fmla="*/ 0 w 128"/>
                <a:gd name="T1" fmla="*/ 0 h 451"/>
                <a:gd name="T2" fmla="*/ 29 w 128"/>
                <a:gd name="T3" fmla="*/ 37 h 451"/>
                <a:gd name="T4" fmla="*/ 80 w 128"/>
                <a:gd name="T5" fmla="*/ 81 h 451"/>
                <a:gd name="T6" fmla="*/ 102 w 128"/>
                <a:gd name="T7" fmla="*/ 124 h 451"/>
                <a:gd name="T8" fmla="*/ 124 w 128"/>
                <a:gd name="T9" fmla="*/ 190 h 451"/>
                <a:gd name="T10" fmla="*/ 124 w 128"/>
                <a:gd name="T11" fmla="*/ 233 h 451"/>
                <a:gd name="T12" fmla="*/ 124 w 128"/>
                <a:gd name="T13" fmla="*/ 284 h 451"/>
                <a:gd name="T14" fmla="*/ 102 w 128"/>
                <a:gd name="T15" fmla="*/ 335 h 451"/>
                <a:gd name="T16" fmla="*/ 80 w 128"/>
                <a:gd name="T17" fmla="*/ 379 h 451"/>
                <a:gd name="T18" fmla="*/ 51 w 128"/>
                <a:gd name="T19" fmla="*/ 415 h 451"/>
                <a:gd name="T20" fmla="*/ 7 w 128"/>
                <a:gd name="T21" fmla="*/ 451 h 4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8"/>
                <a:gd name="T34" fmla="*/ 0 h 451"/>
                <a:gd name="T35" fmla="*/ 128 w 128"/>
                <a:gd name="T36" fmla="*/ 451 h 45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8" h="451">
                  <a:moveTo>
                    <a:pt x="0" y="0"/>
                  </a:moveTo>
                  <a:cubicBezTo>
                    <a:pt x="8" y="12"/>
                    <a:pt x="16" y="24"/>
                    <a:pt x="29" y="37"/>
                  </a:cubicBezTo>
                  <a:cubicBezTo>
                    <a:pt x="42" y="50"/>
                    <a:pt x="68" y="66"/>
                    <a:pt x="80" y="81"/>
                  </a:cubicBezTo>
                  <a:cubicBezTo>
                    <a:pt x="92" y="96"/>
                    <a:pt x="95" y="106"/>
                    <a:pt x="102" y="124"/>
                  </a:cubicBezTo>
                  <a:cubicBezTo>
                    <a:pt x="109" y="142"/>
                    <a:pt x="120" y="172"/>
                    <a:pt x="124" y="190"/>
                  </a:cubicBezTo>
                  <a:cubicBezTo>
                    <a:pt x="128" y="208"/>
                    <a:pt x="124" y="217"/>
                    <a:pt x="124" y="233"/>
                  </a:cubicBezTo>
                  <a:cubicBezTo>
                    <a:pt x="124" y="249"/>
                    <a:pt x="128" y="267"/>
                    <a:pt x="124" y="284"/>
                  </a:cubicBezTo>
                  <a:cubicBezTo>
                    <a:pt x="120" y="301"/>
                    <a:pt x="109" y="319"/>
                    <a:pt x="102" y="335"/>
                  </a:cubicBezTo>
                  <a:cubicBezTo>
                    <a:pt x="95" y="351"/>
                    <a:pt x="88" y="366"/>
                    <a:pt x="80" y="379"/>
                  </a:cubicBezTo>
                  <a:cubicBezTo>
                    <a:pt x="72" y="392"/>
                    <a:pt x="63" y="403"/>
                    <a:pt x="51" y="415"/>
                  </a:cubicBezTo>
                  <a:cubicBezTo>
                    <a:pt x="39" y="427"/>
                    <a:pt x="23" y="439"/>
                    <a:pt x="7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61"/>
            <p:cNvSpPr/>
            <p:nvPr/>
          </p:nvSpPr>
          <p:spPr bwMode="auto">
            <a:xfrm>
              <a:off x="4387" y="3218"/>
              <a:ext cx="65" cy="451"/>
            </a:xfrm>
            <a:custGeom>
              <a:avLst/>
              <a:gdLst>
                <a:gd name="T0" fmla="*/ 0 w 65"/>
                <a:gd name="T1" fmla="*/ 0 h 451"/>
                <a:gd name="T2" fmla="*/ 21 w 65"/>
                <a:gd name="T3" fmla="*/ 44 h 451"/>
                <a:gd name="T4" fmla="*/ 43 w 65"/>
                <a:gd name="T5" fmla="*/ 95 h 451"/>
                <a:gd name="T6" fmla="*/ 58 w 65"/>
                <a:gd name="T7" fmla="*/ 161 h 451"/>
                <a:gd name="T8" fmla="*/ 65 w 65"/>
                <a:gd name="T9" fmla="*/ 233 h 451"/>
                <a:gd name="T10" fmla="*/ 58 w 65"/>
                <a:gd name="T11" fmla="*/ 284 h 451"/>
                <a:gd name="T12" fmla="*/ 43 w 65"/>
                <a:gd name="T13" fmla="*/ 335 h 451"/>
                <a:gd name="T14" fmla="*/ 29 w 65"/>
                <a:gd name="T15" fmla="*/ 393 h 451"/>
                <a:gd name="T16" fmla="*/ 0 w 65"/>
                <a:gd name="T17" fmla="*/ 451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"/>
                <a:gd name="T28" fmla="*/ 0 h 451"/>
                <a:gd name="T29" fmla="*/ 65 w 65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" h="451">
                  <a:moveTo>
                    <a:pt x="0" y="0"/>
                  </a:moveTo>
                  <a:cubicBezTo>
                    <a:pt x="6" y="13"/>
                    <a:pt x="14" y="28"/>
                    <a:pt x="21" y="44"/>
                  </a:cubicBezTo>
                  <a:cubicBezTo>
                    <a:pt x="28" y="60"/>
                    <a:pt x="37" y="76"/>
                    <a:pt x="43" y="95"/>
                  </a:cubicBezTo>
                  <a:cubicBezTo>
                    <a:pt x="49" y="114"/>
                    <a:pt x="54" y="138"/>
                    <a:pt x="58" y="161"/>
                  </a:cubicBezTo>
                  <a:cubicBezTo>
                    <a:pt x="62" y="184"/>
                    <a:pt x="65" y="213"/>
                    <a:pt x="65" y="233"/>
                  </a:cubicBezTo>
                  <a:cubicBezTo>
                    <a:pt x="65" y="253"/>
                    <a:pt x="62" y="267"/>
                    <a:pt x="58" y="284"/>
                  </a:cubicBezTo>
                  <a:cubicBezTo>
                    <a:pt x="54" y="301"/>
                    <a:pt x="48" y="317"/>
                    <a:pt x="43" y="335"/>
                  </a:cubicBezTo>
                  <a:cubicBezTo>
                    <a:pt x="38" y="353"/>
                    <a:pt x="36" y="374"/>
                    <a:pt x="29" y="393"/>
                  </a:cubicBezTo>
                  <a:cubicBezTo>
                    <a:pt x="22" y="412"/>
                    <a:pt x="11" y="431"/>
                    <a:pt x="0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62"/>
            <p:cNvSpPr/>
            <p:nvPr/>
          </p:nvSpPr>
          <p:spPr bwMode="auto">
            <a:xfrm>
              <a:off x="3856" y="3042"/>
              <a:ext cx="392" cy="67"/>
            </a:xfrm>
            <a:custGeom>
              <a:avLst/>
              <a:gdLst>
                <a:gd name="T0" fmla="*/ 0 w 392"/>
                <a:gd name="T1" fmla="*/ 67 h 67"/>
                <a:gd name="T2" fmla="*/ 43 w 392"/>
                <a:gd name="T3" fmla="*/ 31 h 67"/>
                <a:gd name="T4" fmla="*/ 101 w 392"/>
                <a:gd name="T5" fmla="*/ 9 h 67"/>
                <a:gd name="T6" fmla="*/ 160 w 392"/>
                <a:gd name="T7" fmla="*/ 2 h 67"/>
                <a:gd name="T8" fmla="*/ 225 w 392"/>
                <a:gd name="T9" fmla="*/ 2 h 67"/>
                <a:gd name="T10" fmla="*/ 283 w 392"/>
                <a:gd name="T11" fmla="*/ 16 h 67"/>
                <a:gd name="T12" fmla="*/ 341 w 392"/>
                <a:gd name="T13" fmla="*/ 38 h 67"/>
                <a:gd name="T14" fmla="*/ 392 w 392"/>
                <a:gd name="T15" fmla="*/ 6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2"/>
                <a:gd name="T25" fmla="*/ 0 h 67"/>
                <a:gd name="T26" fmla="*/ 392 w 39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2" h="67">
                  <a:moveTo>
                    <a:pt x="0" y="67"/>
                  </a:moveTo>
                  <a:cubicBezTo>
                    <a:pt x="7" y="62"/>
                    <a:pt x="26" y="41"/>
                    <a:pt x="43" y="31"/>
                  </a:cubicBezTo>
                  <a:cubicBezTo>
                    <a:pt x="60" y="21"/>
                    <a:pt x="82" y="14"/>
                    <a:pt x="101" y="9"/>
                  </a:cubicBezTo>
                  <a:cubicBezTo>
                    <a:pt x="120" y="4"/>
                    <a:pt x="139" y="3"/>
                    <a:pt x="160" y="2"/>
                  </a:cubicBezTo>
                  <a:cubicBezTo>
                    <a:pt x="181" y="1"/>
                    <a:pt x="205" y="0"/>
                    <a:pt x="225" y="2"/>
                  </a:cubicBezTo>
                  <a:cubicBezTo>
                    <a:pt x="245" y="4"/>
                    <a:pt x="264" y="10"/>
                    <a:pt x="283" y="16"/>
                  </a:cubicBezTo>
                  <a:cubicBezTo>
                    <a:pt x="302" y="22"/>
                    <a:pt x="323" y="31"/>
                    <a:pt x="341" y="38"/>
                  </a:cubicBezTo>
                  <a:cubicBezTo>
                    <a:pt x="359" y="45"/>
                    <a:pt x="381" y="56"/>
                    <a:pt x="392" y="6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63"/>
            <p:cNvSpPr/>
            <p:nvPr/>
          </p:nvSpPr>
          <p:spPr bwMode="auto">
            <a:xfrm>
              <a:off x="3856" y="3546"/>
              <a:ext cx="385" cy="66"/>
            </a:xfrm>
            <a:custGeom>
              <a:avLst/>
              <a:gdLst>
                <a:gd name="T0" fmla="*/ 0 w 385"/>
                <a:gd name="T1" fmla="*/ 0 h 66"/>
                <a:gd name="T2" fmla="*/ 51 w 385"/>
                <a:gd name="T3" fmla="*/ 22 h 66"/>
                <a:gd name="T4" fmla="*/ 94 w 385"/>
                <a:gd name="T5" fmla="*/ 43 h 66"/>
                <a:gd name="T6" fmla="*/ 138 w 385"/>
                <a:gd name="T7" fmla="*/ 58 h 66"/>
                <a:gd name="T8" fmla="*/ 211 w 385"/>
                <a:gd name="T9" fmla="*/ 65 h 66"/>
                <a:gd name="T10" fmla="*/ 278 w 385"/>
                <a:gd name="T11" fmla="*/ 62 h 66"/>
                <a:gd name="T12" fmla="*/ 336 w 385"/>
                <a:gd name="T13" fmla="*/ 42 h 66"/>
                <a:gd name="T14" fmla="*/ 385 w 385"/>
                <a:gd name="T15" fmla="*/ 14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"/>
                <a:gd name="T25" fmla="*/ 0 h 66"/>
                <a:gd name="T26" fmla="*/ 385 w 385"/>
                <a:gd name="T27" fmla="*/ 66 h 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" h="66">
                  <a:moveTo>
                    <a:pt x="0" y="0"/>
                  </a:moveTo>
                  <a:cubicBezTo>
                    <a:pt x="17" y="7"/>
                    <a:pt x="35" y="15"/>
                    <a:pt x="51" y="22"/>
                  </a:cubicBezTo>
                  <a:cubicBezTo>
                    <a:pt x="67" y="29"/>
                    <a:pt x="80" y="37"/>
                    <a:pt x="94" y="43"/>
                  </a:cubicBezTo>
                  <a:cubicBezTo>
                    <a:pt x="108" y="49"/>
                    <a:pt x="119" y="54"/>
                    <a:pt x="138" y="58"/>
                  </a:cubicBezTo>
                  <a:cubicBezTo>
                    <a:pt x="157" y="62"/>
                    <a:pt x="188" y="64"/>
                    <a:pt x="211" y="65"/>
                  </a:cubicBezTo>
                  <a:cubicBezTo>
                    <a:pt x="234" y="66"/>
                    <a:pt x="257" y="66"/>
                    <a:pt x="278" y="62"/>
                  </a:cubicBezTo>
                  <a:cubicBezTo>
                    <a:pt x="299" y="58"/>
                    <a:pt x="318" y="50"/>
                    <a:pt x="336" y="42"/>
                  </a:cubicBezTo>
                  <a:cubicBezTo>
                    <a:pt x="354" y="34"/>
                    <a:pt x="375" y="20"/>
                    <a:pt x="385" y="1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Freeform 64"/>
            <p:cNvSpPr/>
            <p:nvPr/>
          </p:nvSpPr>
          <p:spPr bwMode="auto">
            <a:xfrm>
              <a:off x="4016" y="2549"/>
              <a:ext cx="859" cy="830"/>
            </a:xfrm>
            <a:custGeom>
              <a:avLst/>
              <a:gdLst>
                <a:gd name="T0" fmla="*/ 0 w 859"/>
                <a:gd name="T1" fmla="*/ 131 h 830"/>
                <a:gd name="T2" fmla="*/ 43 w 859"/>
                <a:gd name="T3" fmla="*/ 102 h 830"/>
                <a:gd name="T4" fmla="*/ 87 w 859"/>
                <a:gd name="T5" fmla="*/ 66 h 830"/>
                <a:gd name="T6" fmla="*/ 145 w 859"/>
                <a:gd name="T7" fmla="*/ 37 h 830"/>
                <a:gd name="T8" fmla="*/ 196 w 859"/>
                <a:gd name="T9" fmla="*/ 22 h 830"/>
                <a:gd name="T10" fmla="*/ 269 w 859"/>
                <a:gd name="T11" fmla="*/ 8 h 830"/>
                <a:gd name="T12" fmla="*/ 341 w 859"/>
                <a:gd name="T13" fmla="*/ 0 h 830"/>
                <a:gd name="T14" fmla="*/ 414 w 859"/>
                <a:gd name="T15" fmla="*/ 8 h 830"/>
                <a:gd name="T16" fmla="*/ 480 w 859"/>
                <a:gd name="T17" fmla="*/ 22 h 830"/>
                <a:gd name="T18" fmla="*/ 545 w 859"/>
                <a:gd name="T19" fmla="*/ 44 h 830"/>
                <a:gd name="T20" fmla="*/ 603 w 859"/>
                <a:gd name="T21" fmla="*/ 73 h 830"/>
                <a:gd name="T22" fmla="*/ 654 w 859"/>
                <a:gd name="T23" fmla="*/ 102 h 830"/>
                <a:gd name="T24" fmla="*/ 720 w 859"/>
                <a:gd name="T25" fmla="*/ 146 h 830"/>
                <a:gd name="T26" fmla="*/ 763 w 859"/>
                <a:gd name="T27" fmla="*/ 204 h 830"/>
                <a:gd name="T28" fmla="*/ 792 w 859"/>
                <a:gd name="T29" fmla="*/ 255 h 830"/>
                <a:gd name="T30" fmla="*/ 829 w 859"/>
                <a:gd name="T31" fmla="*/ 320 h 830"/>
                <a:gd name="T32" fmla="*/ 843 w 859"/>
                <a:gd name="T33" fmla="*/ 386 h 830"/>
                <a:gd name="T34" fmla="*/ 858 w 859"/>
                <a:gd name="T35" fmla="*/ 473 h 830"/>
                <a:gd name="T36" fmla="*/ 850 w 859"/>
                <a:gd name="T37" fmla="*/ 517 h 830"/>
                <a:gd name="T38" fmla="*/ 836 w 859"/>
                <a:gd name="T39" fmla="*/ 604 h 830"/>
                <a:gd name="T40" fmla="*/ 814 w 859"/>
                <a:gd name="T41" fmla="*/ 662 h 830"/>
                <a:gd name="T42" fmla="*/ 785 w 859"/>
                <a:gd name="T43" fmla="*/ 720 h 830"/>
                <a:gd name="T44" fmla="*/ 741 w 859"/>
                <a:gd name="T45" fmla="*/ 771 h 830"/>
                <a:gd name="T46" fmla="*/ 691 w 859"/>
                <a:gd name="T47" fmla="*/ 830 h 83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59"/>
                <a:gd name="T73" fmla="*/ 0 h 830"/>
                <a:gd name="T74" fmla="*/ 859 w 859"/>
                <a:gd name="T75" fmla="*/ 830 h 83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59" h="830">
                  <a:moveTo>
                    <a:pt x="0" y="131"/>
                  </a:moveTo>
                  <a:cubicBezTo>
                    <a:pt x="14" y="122"/>
                    <a:pt x="29" y="113"/>
                    <a:pt x="43" y="102"/>
                  </a:cubicBezTo>
                  <a:cubicBezTo>
                    <a:pt x="57" y="91"/>
                    <a:pt x="70" y="77"/>
                    <a:pt x="87" y="66"/>
                  </a:cubicBezTo>
                  <a:cubicBezTo>
                    <a:pt x="104" y="55"/>
                    <a:pt x="127" y="44"/>
                    <a:pt x="145" y="37"/>
                  </a:cubicBezTo>
                  <a:cubicBezTo>
                    <a:pt x="163" y="30"/>
                    <a:pt x="175" y="27"/>
                    <a:pt x="196" y="22"/>
                  </a:cubicBezTo>
                  <a:cubicBezTo>
                    <a:pt x="217" y="17"/>
                    <a:pt x="245" y="12"/>
                    <a:pt x="269" y="8"/>
                  </a:cubicBezTo>
                  <a:cubicBezTo>
                    <a:pt x="293" y="4"/>
                    <a:pt x="317" y="0"/>
                    <a:pt x="341" y="0"/>
                  </a:cubicBezTo>
                  <a:cubicBezTo>
                    <a:pt x="365" y="0"/>
                    <a:pt x="391" y="4"/>
                    <a:pt x="414" y="8"/>
                  </a:cubicBezTo>
                  <a:cubicBezTo>
                    <a:pt x="437" y="12"/>
                    <a:pt x="458" y="16"/>
                    <a:pt x="480" y="22"/>
                  </a:cubicBezTo>
                  <a:cubicBezTo>
                    <a:pt x="502" y="28"/>
                    <a:pt x="524" y="35"/>
                    <a:pt x="545" y="44"/>
                  </a:cubicBezTo>
                  <a:cubicBezTo>
                    <a:pt x="566" y="53"/>
                    <a:pt x="585" y="63"/>
                    <a:pt x="603" y="73"/>
                  </a:cubicBezTo>
                  <a:cubicBezTo>
                    <a:pt x="621" y="83"/>
                    <a:pt x="635" y="90"/>
                    <a:pt x="654" y="102"/>
                  </a:cubicBezTo>
                  <a:cubicBezTo>
                    <a:pt x="673" y="114"/>
                    <a:pt x="702" y="129"/>
                    <a:pt x="720" y="146"/>
                  </a:cubicBezTo>
                  <a:cubicBezTo>
                    <a:pt x="738" y="163"/>
                    <a:pt x="751" y="186"/>
                    <a:pt x="763" y="204"/>
                  </a:cubicBezTo>
                  <a:cubicBezTo>
                    <a:pt x="775" y="222"/>
                    <a:pt x="781" y="236"/>
                    <a:pt x="792" y="255"/>
                  </a:cubicBezTo>
                  <a:cubicBezTo>
                    <a:pt x="803" y="274"/>
                    <a:pt x="821" y="298"/>
                    <a:pt x="829" y="320"/>
                  </a:cubicBezTo>
                  <a:cubicBezTo>
                    <a:pt x="837" y="342"/>
                    <a:pt x="838" y="361"/>
                    <a:pt x="843" y="386"/>
                  </a:cubicBezTo>
                  <a:cubicBezTo>
                    <a:pt x="848" y="411"/>
                    <a:pt x="857" y="451"/>
                    <a:pt x="858" y="473"/>
                  </a:cubicBezTo>
                  <a:cubicBezTo>
                    <a:pt x="859" y="495"/>
                    <a:pt x="854" y="495"/>
                    <a:pt x="850" y="517"/>
                  </a:cubicBezTo>
                  <a:cubicBezTo>
                    <a:pt x="846" y="539"/>
                    <a:pt x="842" y="580"/>
                    <a:pt x="836" y="604"/>
                  </a:cubicBezTo>
                  <a:cubicBezTo>
                    <a:pt x="830" y="628"/>
                    <a:pt x="822" y="643"/>
                    <a:pt x="814" y="662"/>
                  </a:cubicBezTo>
                  <a:cubicBezTo>
                    <a:pt x="806" y="681"/>
                    <a:pt x="797" y="702"/>
                    <a:pt x="785" y="720"/>
                  </a:cubicBezTo>
                  <a:cubicBezTo>
                    <a:pt x="773" y="738"/>
                    <a:pt x="757" y="753"/>
                    <a:pt x="741" y="771"/>
                  </a:cubicBezTo>
                  <a:cubicBezTo>
                    <a:pt x="725" y="789"/>
                    <a:pt x="701" y="818"/>
                    <a:pt x="691" y="83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65"/>
            <p:cNvSpPr/>
            <p:nvPr/>
          </p:nvSpPr>
          <p:spPr bwMode="auto">
            <a:xfrm>
              <a:off x="3710" y="2655"/>
              <a:ext cx="340" cy="338"/>
            </a:xfrm>
            <a:custGeom>
              <a:avLst/>
              <a:gdLst>
                <a:gd name="T0" fmla="*/ 340 w 340"/>
                <a:gd name="T1" fmla="*/ 0 h 338"/>
                <a:gd name="T2" fmla="*/ 0 w 340"/>
                <a:gd name="T3" fmla="*/ 338 h 338"/>
                <a:gd name="T4" fmla="*/ 0 60000 65536"/>
                <a:gd name="T5" fmla="*/ 0 60000 65536"/>
                <a:gd name="T6" fmla="*/ 0 w 340"/>
                <a:gd name="T7" fmla="*/ 0 h 338"/>
                <a:gd name="T8" fmla="*/ 340 w 340"/>
                <a:gd name="T9" fmla="*/ 338 h 3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338">
                  <a:moveTo>
                    <a:pt x="340" y="0"/>
                  </a:moveTo>
                  <a:lnTo>
                    <a:pt x="0" y="33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Freeform 66"/>
            <p:cNvSpPr/>
            <p:nvPr/>
          </p:nvSpPr>
          <p:spPr bwMode="auto">
            <a:xfrm>
              <a:off x="2588" y="2538"/>
              <a:ext cx="1862" cy="226"/>
            </a:xfrm>
            <a:custGeom>
              <a:avLst/>
              <a:gdLst>
                <a:gd name="T0" fmla="*/ 211 w 1862"/>
                <a:gd name="T1" fmla="*/ 7 h 226"/>
                <a:gd name="T2" fmla="*/ 1862 w 1862"/>
                <a:gd name="T3" fmla="*/ 0 h 226"/>
                <a:gd name="T4" fmla="*/ 1637 w 1862"/>
                <a:gd name="T5" fmla="*/ 226 h 226"/>
                <a:gd name="T6" fmla="*/ 0 w 1862"/>
                <a:gd name="T7" fmla="*/ 225 h 226"/>
                <a:gd name="T8" fmla="*/ 211 w 1862"/>
                <a:gd name="T9" fmla="*/ 7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2"/>
                <a:gd name="T16" fmla="*/ 0 h 226"/>
                <a:gd name="T17" fmla="*/ 1862 w 1862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2" h="226">
                  <a:moveTo>
                    <a:pt x="211" y="7"/>
                  </a:moveTo>
                  <a:lnTo>
                    <a:pt x="1862" y="0"/>
                  </a:lnTo>
                  <a:lnTo>
                    <a:pt x="1637" y="226"/>
                  </a:lnTo>
                  <a:lnTo>
                    <a:pt x="0" y="225"/>
                  </a:lnTo>
                  <a:lnTo>
                    <a:pt x="211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Freeform 67"/>
            <p:cNvSpPr/>
            <p:nvPr/>
          </p:nvSpPr>
          <p:spPr bwMode="auto">
            <a:xfrm>
              <a:off x="2814" y="2553"/>
              <a:ext cx="1615" cy="1"/>
            </a:xfrm>
            <a:custGeom>
              <a:avLst/>
              <a:gdLst>
                <a:gd name="T0" fmla="*/ 1615 w 1615"/>
                <a:gd name="T1" fmla="*/ 0 h 1"/>
                <a:gd name="T2" fmla="*/ 0 w 1615"/>
                <a:gd name="T3" fmla="*/ 0 h 1"/>
                <a:gd name="T4" fmla="*/ 0 60000 65536"/>
                <a:gd name="T5" fmla="*/ 0 60000 65536"/>
                <a:gd name="T6" fmla="*/ 0 w 1615"/>
                <a:gd name="T7" fmla="*/ 0 h 1"/>
                <a:gd name="T8" fmla="*/ 1615 w 16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15" h="1">
                  <a:moveTo>
                    <a:pt x="1615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68"/>
            <p:cNvSpPr>
              <a:spLocks noChangeShapeType="1"/>
            </p:cNvSpPr>
            <p:nvPr/>
          </p:nvSpPr>
          <p:spPr bwMode="auto">
            <a:xfrm flipH="1">
              <a:off x="2598" y="2546"/>
              <a:ext cx="219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69"/>
            <p:cNvSpPr>
              <a:spLocks noChangeShapeType="1"/>
            </p:cNvSpPr>
            <p:nvPr/>
          </p:nvSpPr>
          <p:spPr bwMode="auto">
            <a:xfrm flipH="1">
              <a:off x="2596" y="3720"/>
              <a:ext cx="11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70"/>
            <p:cNvSpPr>
              <a:spLocks noChangeShapeType="1"/>
            </p:cNvSpPr>
            <p:nvPr/>
          </p:nvSpPr>
          <p:spPr bwMode="auto">
            <a:xfrm flipH="1">
              <a:off x="2617" y="2760"/>
              <a:ext cx="1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" name="Oval 72"/>
          <p:cNvSpPr>
            <a:spLocks noChangeArrowheads="1"/>
          </p:cNvSpPr>
          <p:nvPr/>
        </p:nvSpPr>
        <p:spPr bwMode="auto">
          <a:xfrm>
            <a:off x="4577436" y="1279256"/>
            <a:ext cx="2286000" cy="22098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Oval 76"/>
          <p:cNvSpPr>
            <a:spLocks noChangeArrowheads="1"/>
          </p:cNvSpPr>
          <p:nvPr/>
        </p:nvSpPr>
        <p:spPr bwMode="auto">
          <a:xfrm>
            <a:off x="5072736" y="1774556"/>
            <a:ext cx="1295400" cy="12192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Line 77"/>
          <p:cNvSpPr>
            <a:spLocks noChangeShapeType="1"/>
          </p:cNvSpPr>
          <p:nvPr/>
        </p:nvSpPr>
        <p:spPr bwMode="auto">
          <a:xfrm flipH="1">
            <a:off x="2139036" y="1279256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Line 78"/>
          <p:cNvSpPr>
            <a:spLocks noChangeShapeType="1"/>
          </p:cNvSpPr>
          <p:nvPr/>
        </p:nvSpPr>
        <p:spPr bwMode="auto">
          <a:xfrm flipH="1">
            <a:off x="2139036" y="3489056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4" name="Freeform 79"/>
          <p:cNvSpPr/>
          <p:nvPr/>
        </p:nvSpPr>
        <p:spPr bwMode="auto">
          <a:xfrm>
            <a:off x="2123161" y="1279256"/>
            <a:ext cx="42863" cy="2224087"/>
          </a:xfrm>
          <a:custGeom>
            <a:avLst/>
            <a:gdLst>
              <a:gd name="T0" fmla="*/ 0 w 1"/>
              <a:gd name="T1" fmla="*/ 0 h 1353"/>
              <a:gd name="T2" fmla="*/ 0 w 1"/>
              <a:gd name="T3" fmla="*/ 2147483646 h 1353"/>
              <a:gd name="T4" fmla="*/ 0 60000 65536"/>
              <a:gd name="T5" fmla="*/ 0 60000 65536"/>
              <a:gd name="T6" fmla="*/ 0 w 1"/>
              <a:gd name="T7" fmla="*/ 0 h 1353"/>
              <a:gd name="T8" fmla="*/ 1 w 1"/>
              <a:gd name="T9" fmla="*/ 1353 h 13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53">
                <a:moveTo>
                  <a:pt x="0" y="0"/>
                </a:moveTo>
                <a:lnTo>
                  <a:pt x="0" y="135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Line 80"/>
          <p:cNvSpPr>
            <a:spLocks noChangeShapeType="1"/>
          </p:cNvSpPr>
          <p:nvPr/>
        </p:nvSpPr>
        <p:spPr bwMode="auto">
          <a:xfrm>
            <a:off x="2139036" y="1622156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Freeform 81"/>
          <p:cNvSpPr/>
          <p:nvPr/>
        </p:nvSpPr>
        <p:spPr bwMode="auto">
          <a:xfrm>
            <a:off x="2139036" y="3141393"/>
            <a:ext cx="2147888" cy="4763"/>
          </a:xfrm>
          <a:custGeom>
            <a:avLst/>
            <a:gdLst>
              <a:gd name="T0" fmla="*/ 0 w 1353"/>
              <a:gd name="T1" fmla="*/ 2147483646 h 3"/>
              <a:gd name="T2" fmla="*/ 2147483646 w 1353"/>
              <a:gd name="T3" fmla="*/ 0 h 3"/>
              <a:gd name="T4" fmla="*/ 0 60000 65536"/>
              <a:gd name="T5" fmla="*/ 0 60000 65536"/>
              <a:gd name="T6" fmla="*/ 0 w 1353"/>
              <a:gd name="T7" fmla="*/ 0 h 3"/>
              <a:gd name="T8" fmla="*/ 1353 w 1353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3">
                <a:moveTo>
                  <a:pt x="0" y="3"/>
                </a:moveTo>
                <a:lnTo>
                  <a:pt x="1353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Line 82"/>
          <p:cNvSpPr>
            <a:spLocks noChangeShapeType="1"/>
          </p:cNvSpPr>
          <p:nvPr/>
        </p:nvSpPr>
        <p:spPr bwMode="auto">
          <a:xfrm>
            <a:off x="4272636" y="1622156"/>
            <a:ext cx="0" cy="152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Freeform 83"/>
          <p:cNvSpPr/>
          <p:nvPr/>
        </p:nvSpPr>
        <p:spPr bwMode="auto">
          <a:xfrm>
            <a:off x="4729836" y="1849168"/>
            <a:ext cx="652463" cy="1588"/>
          </a:xfrm>
          <a:custGeom>
            <a:avLst/>
            <a:gdLst>
              <a:gd name="T0" fmla="*/ 0 w 411"/>
              <a:gd name="T1" fmla="*/ 2147483646 h 1"/>
              <a:gd name="T2" fmla="*/ 2147483646 w 411"/>
              <a:gd name="T3" fmla="*/ 0 h 1"/>
              <a:gd name="T4" fmla="*/ 0 60000 65536"/>
              <a:gd name="T5" fmla="*/ 0 60000 65536"/>
              <a:gd name="T6" fmla="*/ 0 w 411"/>
              <a:gd name="T7" fmla="*/ 0 h 1"/>
              <a:gd name="T8" fmla="*/ 411 w 41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1" h="1">
                <a:moveTo>
                  <a:pt x="0" y="1"/>
                </a:moveTo>
                <a:lnTo>
                  <a:pt x="41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Freeform 84"/>
          <p:cNvSpPr/>
          <p:nvPr/>
        </p:nvSpPr>
        <p:spPr bwMode="auto">
          <a:xfrm>
            <a:off x="6063336" y="1847581"/>
            <a:ext cx="647700" cy="15875"/>
          </a:xfrm>
          <a:custGeom>
            <a:avLst/>
            <a:gdLst>
              <a:gd name="T0" fmla="*/ 0 w 408"/>
              <a:gd name="T1" fmla="*/ 0 h 10"/>
              <a:gd name="T2" fmla="*/ 2147483646 w 408"/>
              <a:gd name="T3" fmla="*/ 2147483646 h 10"/>
              <a:gd name="T4" fmla="*/ 0 60000 65536"/>
              <a:gd name="T5" fmla="*/ 0 60000 65536"/>
              <a:gd name="T6" fmla="*/ 0 w 408"/>
              <a:gd name="T7" fmla="*/ 0 h 10"/>
              <a:gd name="T8" fmla="*/ 408 w 408"/>
              <a:gd name="T9" fmla="*/ 10 h 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08" h="10">
                <a:moveTo>
                  <a:pt x="0" y="0"/>
                </a:moveTo>
                <a:lnTo>
                  <a:pt x="408" y="1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Freeform 85"/>
          <p:cNvSpPr/>
          <p:nvPr/>
        </p:nvSpPr>
        <p:spPr bwMode="auto">
          <a:xfrm>
            <a:off x="4729836" y="2917556"/>
            <a:ext cx="676275" cy="4762"/>
          </a:xfrm>
          <a:custGeom>
            <a:avLst/>
            <a:gdLst>
              <a:gd name="T0" fmla="*/ 0 w 426"/>
              <a:gd name="T1" fmla="*/ 0 h 3"/>
              <a:gd name="T2" fmla="*/ 2147483646 w 426"/>
              <a:gd name="T3" fmla="*/ 2147483646 h 3"/>
              <a:gd name="T4" fmla="*/ 0 60000 65536"/>
              <a:gd name="T5" fmla="*/ 0 60000 65536"/>
              <a:gd name="T6" fmla="*/ 0 w 426"/>
              <a:gd name="T7" fmla="*/ 0 h 3"/>
              <a:gd name="T8" fmla="*/ 426 w 426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6" h="3">
                <a:moveTo>
                  <a:pt x="0" y="0"/>
                </a:moveTo>
                <a:lnTo>
                  <a:pt x="426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Freeform 86"/>
          <p:cNvSpPr/>
          <p:nvPr/>
        </p:nvSpPr>
        <p:spPr bwMode="auto">
          <a:xfrm>
            <a:off x="6063336" y="2908031"/>
            <a:ext cx="647700" cy="14287"/>
          </a:xfrm>
          <a:custGeom>
            <a:avLst/>
            <a:gdLst>
              <a:gd name="T0" fmla="*/ 0 w 408"/>
              <a:gd name="T1" fmla="*/ 2147483646 h 9"/>
              <a:gd name="T2" fmla="*/ 2147483646 w 408"/>
              <a:gd name="T3" fmla="*/ 0 h 9"/>
              <a:gd name="T4" fmla="*/ 0 60000 65536"/>
              <a:gd name="T5" fmla="*/ 0 60000 65536"/>
              <a:gd name="T6" fmla="*/ 0 w 408"/>
              <a:gd name="T7" fmla="*/ 0 h 9"/>
              <a:gd name="T8" fmla="*/ 408 w 408"/>
              <a:gd name="T9" fmla="*/ 9 h 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08" h="9">
                <a:moveTo>
                  <a:pt x="0" y="9"/>
                </a:moveTo>
                <a:lnTo>
                  <a:pt x="40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Oval 87"/>
          <p:cNvSpPr>
            <a:spLocks noChangeArrowheads="1"/>
          </p:cNvSpPr>
          <p:nvPr/>
        </p:nvSpPr>
        <p:spPr bwMode="auto">
          <a:xfrm>
            <a:off x="2291436" y="1971406"/>
            <a:ext cx="838200" cy="8318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Oval 89"/>
          <p:cNvSpPr>
            <a:spLocks noChangeArrowheads="1"/>
          </p:cNvSpPr>
          <p:nvPr/>
        </p:nvSpPr>
        <p:spPr bwMode="auto">
          <a:xfrm>
            <a:off x="3282036" y="1971406"/>
            <a:ext cx="838200" cy="81915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Line 90"/>
          <p:cNvSpPr>
            <a:spLocks noChangeShapeType="1"/>
          </p:cNvSpPr>
          <p:nvPr/>
        </p:nvSpPr>
        <p:spPr bwMode="auto">
          <a:xfrm>
            <a:off x="7549236" y="1317356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Line 91"/>
          <p:cNvSpPr>
            <a:spLocks noChangeShapeType="1"/>
          </p:cNvSpPr>
          <p:nvPr/>
        </p:nvSpPr>
        <p:spPr bwMode="auto">
          <a:xfrm>
            <a:off x="8768436" y="1317356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6" name="Freeform 92"/>
          <p:cNvSpPr/>
          <p:nvPr/>
        </p:nvSpPr>
        <p:spPr bwMode="auto">
          <a:xfrm>
            <a:off x="7549236" y="1317356"/>
            <a:ext cx="1758950" cy="1587"/>
          </a:xfrm>
          <a:custGeom>
            <a:avLst/>
            <a:gdLst>
              <a:gd name="T0" fmla="*/ 0 w 1108"/>
              <a:gd name="T1" fmla="*/ 0 h 1"/>
              <a:gd name="T2" fmla="*/ 2147483646 w 1108"/>
              <a:gd name="T3" fmla="*/ 0 h 1"/>
              <a:gd name="T4" fmla="*/ 0 60000 65536"/>
              <a:gd name="T5" fmla="*/ 0 60000 65536"/>
              <a:gd name="T6" fmla="*/ 0 w 1108"/>
              <a:gd name="T7" fmla="*/ 0 h 1"/>
              <a:gd name="T8" fmla="*/ 1108 w 110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08" h="1">
                <a:moveTo>
                  <a:pt x="0" y="0"/>
                </a:moveTo>
                <a:lnTo>
                  <a:pt x="1108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Freeform 93"/>
          <p:cNvSpPr/>
          <p:nvPr/>
        </p:nvSpPr>
        <p:spPr bwMode="auto">
          <a:xfrm>
            <a:off x="7549236" y="3450956"/>
            <a:ext cx="1770063" cy="3175"/>
          </a:xfrm>
          <a:custGeom>
            <a:avLst/>
            <a:gdLst>
              <a:gd name="T0" fmla="*/ 0 w 1115"/>
              <a:gd name="T1" fmla="*/ 0 h 2"/>
              <a:gd name="T2" fmla="*/ 2147483646 w 1115"/>
              <a:gd name="T3" fmla="*/ 2147483646 h 2"/>
              <a:gd name="T4" fmla="*/ 0 60000 65536"/>
              <a:gd name="T5" fmla="*/ 0 60000 65536"/>
              <a:gd name="T6" fmla="*/ 0 w 1115"/>
              <a:gd name="T7" fmla="*/ 0 h 2"/>
              <a:gd name="T8" fmla="*/ 1115 w 1115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5" h="2">
                <a:moveTo>
                  <a:pt x="0" y="0"/>
                </a:moveTo>
                <a:lnTo>
                  <a:pt x="1115" y="2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8" name="Freeform 94"/>
          <p:cNvSpPr/>
          <p:nvPr/>
        </p:nvSpPr>
        <p:spPr bwMode="auto">
          <a:xfrm>
            <a:off x="9297074" y="1317356"/>
            <a:ext cx="4762" cy="554037"/>
          </a:xfrm>
          <a:custGeom>
            <a:avLst/>
            <a:gdLst>
              <a:gd name="T0" fmla="*/ 2147483646 w 3"/>
              <a:gd name="T1" fmla="*/ 0 h 349"/>
              <a:gd name="T2" fmla="*/ 0 w 3"/>
              <a:gd name="T3" fmla="*/ 2147483646 h 349"/>
              <a:gd name="T4" fmla="*/ 0 60000 65536"/>
              <a:gd name="T5" fmla="*/ 0 60000 65536"/>
              <a:gd name="T6" fmla="*/ 0 w 3"/>
              <a:gd name="T7" fmla="*/ 0 h 349"/>
              <a:gd name="T8" fmla="*/ 3 w 3"/>
              <a:gd name="T9" fmla="*/ 349 h 3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49">
                <a:moveTo>
                  <a:pt x="3" y="0"/>
                </a:moveTo>
                <a:lnTo>
                  <a:pt x="0" y="34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9" name="Freeform 95"/>
          <p:cNvSpPr/>
          <p:nvPr/>
        </p:nvSpPr>
        <p:spPr bwMode="auto">
          <a:xfrm>
            <a:off x="9301836" y="1849168"/>
            <a:ext cx="468313" cy="1588"/>
          </a:xfrm>
          <a:custGeom>
            <a:avLst/>
            <a:gdLst>
              <a:gd name="T0" fmla="*/ 0 w 295"/>
              <a:gd name="T1" fmla="*/ 2147483646 h 1"/>
              <a:gd name="T2" fmla="*/ 2147483646 w 295"/>
              <a:gd name="T3" fmla="*/ 0 h 1"/>
              <a:gd name="T4" fmla="*/ 0 60000 65536"/>
              <a:gd name="T5" fmla="*/ 0 60000 65536"/>
              <a:gd name="T6" fmla="*/ 0 w 295"/>
              <a:gd name="T7" fmla="*/ 0 h 1"/>
              <a:gd name="T8" fmla="*/ 295 w 2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1">
                <a:moveTo>
                  <a:pt x="0" y="1"/>
                </a:moveTo>
                <a:lnTo>
                  <a:pt x="2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0" name="Freeform 96"/>
          <p:cNvSpPr/>
          <p:nvPr/>
        </p:nvSpPr>
        <p:spPr bwMode="auto">
          <a:xfrm>
            <a:off x="9757449" y="1850756"/>
            <a:ext cx="1587" cy="1095375"/>
          </a:xfrm>
          <a:custGeom>
            <a:avLst/>
            <a:gdLst>
              <a:gd name="T0" fmla="*/ 2147483646 w 1"/>
              <a:gd name="T1" fmla="*/ 0 h 690"/>
              <a:gd name="T2" fmla="*/ 0 w 1"/>
              <a:gd name="T3" fmla="*/ 2147483646 h 690"/>
              <a:gd name="T4" fmla="*/ 0 60000 65536"/>
              <a:gd name="T5" fmla="*/ 0 60000 65536"/>
              <a:gd name="T6" fmla="*/ 0 w 1"/>
              <a:gd name="T7" fmla="*/ 0 h 690"/>
              <a:gd name="T8" fmla="*/ 1 w 1"/>
              <a:gd name="T9" fmla="*/ 690 h 69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90">
                <a:moveTo>
                  <a:pt x="1" y="0"/>
                </a:moveTo>
                <a:lnTo>
                  <a:pt x="0" y="69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Line 97"/>
          <p:cNvSpPr>
            <a:spLocks noChangeShapeType="1"/>
          </p:cNvSpPr>
          <p:nvPr/>
        </p:nvSpPr>
        <p:spPr bwMode="auto">
          <a:xfrm flipV="1">
            <a:off x="9301836" y="2917556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Freeform 98"/>
          <p:cNvSpPr/>
          <p:nvPr/>
        </p:nvSpPr>
        <p:spPr bwMode="auto">
          <a:xfrm>
            <a:off x="9301836" y="2917556"/>
            <a:ext cx="468313" cy="4762"/>
          </a:xfrm>
          <a:custGeom>
            <a:avLst/>
            <a:gdLst>
              <a:gd name="T0" fmla="*/ 0 w 295"/>
              <a:gd name="T1" fmla="*/ 0 h 3"/>
              <a:gd name="T2" fmla="*/ 2147483646 w 295"/>
              <a:gd name="T3" fmla="*/ 2147483646 h 3"/>
              <a:gd name="T4" fmla="*/ 0 60000 65536"/>
              <a:gd name="T5" fmla="*/ 0 60000 65536"/>
              <a:gd name="T6" fmla="*/ 0 w 295"/>
              <a:gd name="T7" fmla="*/ 0 h 3"/>
              <a:gd name="T8" fmla="*/ 295 w 29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Line 99"/>
          <p:cNvSpPr>
            <a:spLocks noChangeShapeType="1"/>
          </p:cNvSpPr>
          <p:nvPr/>
        </p:nvSpPr>
        <p:spPr bwMode="auto">
          <a:xfrm>
            <a:off x="7549236" y="1774556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" name="Line 100"/>
          <p:cNvSpPr>
            <a:spLocks noChangeShapeType="1"/>
          </p:cNvSpPr>
          <p:nvPr/>
        </p:nvSpPr>
        <p:spPr bwMode="auto">
          <a:xfrm>
            <a:off x="7549236" y="2993756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5" name="Line 101"/>
          <p:cNvSpPr>
            <a:spLocks noChangeShapeType="1"/>
          </p:cNvSpPr>
          <p:nvPr/>
        </p:nvSpPr>
        <p:spPr bwMode="auto">
          <a:xfrm flipH="1">
            <a:off x="8311236" y="1622156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6" name="Line 102"/>
          <p:cNvSpPr>
            <a:spLocks noChangeShapeType="1"/>
          </p:cNvSpPr>
          <p:nvPr/>
        </p:nvSpPr>
        <p:spPr bwMode="auto">
          <a:xfrm flipH="1">
            <a:off x="8311236" y="3146156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7" name="Line 103"/>
          <p:cNvSpPr>
            <a:spLocks noChangeShapeType="1"/>
          </p:cNvSpPr>
          <p:nvPr/>
        </p:nvSpPr>
        <p:spPr bwMode="auto">
          <a:xfrm>
            <a:off x="8311236" y="1622156"/>
            <a:ext cx="0" cy="1524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8" name="Line 104"/>
          <p:cNvSpPr>
            <a:spLocks noChangeShapeType="1"/>
          </p:cNvSpPr>
          <p:nvPr/>
        </p:nvSpPr>
        <p:spPr bwMode="auto">
          <a:xfrm>
            <a:off x="7549236" y="2003156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9" name="Line 105"/>
          <p:cNvSpPr>
            <a:spLocks noChangeShapeType="1"/>
          </p:cNvSpPr>
          <p:nvPr/>
        </p:nvSpPr>
        <p:spPr bwMode="auto">
          <a:xfrm>
            <a:off x="7549236" y="2765156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0" name="Group 108"/>
          <p:cNvGrpSpPr/>
          <p:nvPr/>
        </p:nvGrpSpPr>
        <p:grpSpPr bwMode="auto">
          <a:xfrm>
            <a:off x="4582199" y="2347643"/>
            <a:ext cx="2284412" cy="1703388"/>
            <a:chOff x="2019" y="1369"/>
            <a:chExt cx="1439" cy="1073"/>
          </a:xfrm>
        </p:grpSpPr>
        <p:sp>
          <p:nvSpPr>
            <p:cNvPr id="111" name="Freeform 109"/>
            <p:cNvSpPr/>
            <p:nvPr/>
          </p:nvSpPr>
          <p:spPr bwMode="auto">
            <a:xfrm>
              <a:off x="2019" y="1397"/>
              <a:ext cx="1" cy="1031"/>
            </a:xfrm>
            <a:custGeom>
              <a:avLst/>
              <a:gdLst>
                <a:gd name="T0" fmla="*/ 0 w 1"/>
                <a:gd name="T1" fmla="*/ 0 h 1031"/>
                <a:gd name="T2" fmla="*/ 0 w 1"/>
                <a:gd name="T3" fmla="*/ 1031 h 1031"/>
                <a:gd name="T4" fmla="*/ 0 60000 65536"/>
                <a:gd name="T5" fmla="*/ 0 60000 65536"/>
                <a:gd name="T6" fmla="*/ 0 w 1"/>
                <a:gd name="T7" fmla="*/ 0 h 1031"/>
                <a:gd name="T8" fmla="*/ 1 w 1"/>
                <a:gd name="T9" fmla="*/ 1031 h 103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31">
                  <a:moveTo>
                    <a:pt x="0" y="0"/>
                  </a:moveTo>
                  <a:lnTo>
                    <a:pt x="0" y="1031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Freeform 110"/>
            <p:cNvSpPr/>
            <p:nvPr/>
          </p:nvSpPr>
          <p:spPr bwMode="auto">
            <a:xfrm>
              <a:off x="3457" y="1369"/>
              <a:ext cx="1" cy="1073"/>
            </a:xfrm>
            <a:custGeom>
              <a:avLst/>
              <a:gdLst>
                <a:gd name="T0" fmla="*/ 0 w 1"/>
                <a:gd name="T1" fmla="*/ 0 h 1073"/>
                <a:gd name="T2" fmla="*/ 0 w 1"/>
                <a:gd name="T3" fmla="*/ 1073 h 1073"/>
                <a:gd name="T4" fmla="*/ 0 60000 65536"/>
                <a:gd name="T5" fmla="*/ 0 60000 65536"/>
                <a:gd name="T6" fmla="*/ 0 w 1"/>
                <a:gd name="T7" fmla="*/ 0 h 1073"/>
                <a:gd name="T8" fmla="*/ 1 w 1"/>
                <a:gd name="T9" fmla="*/ 1073 h 107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73">
                  <a:moveTo>
                    <a:pt x="0" y="0"/>
                  </a:moveTo>
                  <a:lnTo>
                    <a:pt x="0" y="1073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3" name="Rectangle 111"/>
          <p:cNvSpPr>
            <a:spLocks noChangeArrowheads="1"/>
          </p:cNvSpPr>
          <p:nvPr/>
        </p:nvSpPr>
        <p:spPr bwMode="auto">
          <a:xfrm rot="5400000">
            <a:off x="4653636" y="3984356"/>
            <a:ext cx="2133600" cy="228600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4" name="Group 112"/>
          <p:cNvGrpSpPr/>
          <p:nvPr/>
        </p:nvGrpSpPr>
        <p:grpSpPr bwMode="auto">
          <a:xfrm>
            <a:off x="4729836" y="1850756"/>
            <a:ext cx="1981200" cy="4319587"/>
            <a:chOff x="2112" y="1056"/>
            <a:chExt cx="1248" cy="2721"/>
          </a:xfrm>
        </p:grpSpPr>
        <p:sp>
          <p:nvSpPr>
            <p:cNvPr id="115" name="Line 113"/>
            <p:cNvSpPr>
              <a:spLocks noChangeShapeType="1"/>
            </p:cNvSpPr>
            <p:nvPr/>
          </p:nvSpPr>
          <p:spPr bwMode="auto">
            <a:xfrm>
              <a:off x="2112" y="1056"/>
              <a:ext cx="0" cy="2721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114"/>
            <p:cNvSpPr>
              <a:spLocks noChangeShapeType="1"/>
            </p:cNvSpPr>
            <p:nvPr/>
          </p:nvSpPr>
          <p:spPr bwMode="auto">
            <a:xfrm>
              <a:off x="3360" y="1056"/>
              <a:ext cx="0" cy="2544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7" name="Line 115"/>
          <p:cNvSpPr>
            <a:spLocks noChangeShapeType="1"/>
          </p:cNvSpPr>
          <p:nvPr/>
        </p:nvSpPr>
        <p:spPr bwMode="auto">
          <a:xfrm>
            <a:off x="4729836" y="5736956"/>
            <a:ext cx="19812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8" name="Group 116"/>
          <p:cNvGrpSpPr/>
          <p:nvPr/>
        </p:nvGrpSpPr>
        <p:grpSpPr bwMode="auto">
          <a:xfrm>
            <a:off x="4729836" y="5736956"/>
            <a:ext cx="1981200" cy="457200"/>
            <a:chOff x="2112" y="3504"/>
            <a:chExt cx="1248" cy="288"/>
          </a:xfrm>
        </p:grpSpPr>
        <p:sp>
          <p:nvSpPr>
            <p:cNvPr id="119" name="Line 117"/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118"/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1" name="Group 119"/>
          <p:cNvGrpSpPr/>
          <p:nvPr/>
        </p:nvGrpSpPr>
        <p:grpSpPr bwMode="auto">
          <a:xfrm>
            <a:off x="5034636" y="2384156"/>
            <a:ext cx="1371600" cy="1676400"/>
            <a:chOff x="2304" y="1392"/>
            <a:chExt cx="864" cy="1056"/>
          </a:xfrm>
        </p:grpSpPr>
        <p:sp>
          <p:nvSpPr>
            <p:cNvPr id="122" name="Line 120"/>
            <p:cNvSpPr>
              <a:spLocks noChangeShapeType="1"/>
            </p:cNvSpPr>
            <p:nvPr/>
          </p:nvSpPr>
          <p:spPr bwMode="auto">
            <a:xfrm>
              <a:off x="23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121"/>
            <p:cNvSpPr>
              <a:spLocks noChangeShapeType="1"/>
            </p:cNvSpPr>
            <p:nvPr/>
          </p:nvSpPr>
          <p:spPr bwMode="auto">
            <a:xfrm>
              <a:off x="3168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4" name="Group 122"/>
          <p:cNvGrpSpPr/>
          <p:nvPr/>
        </p:nvGrpSpPr>
        <p:grpSpPr bwMode="auto">
          <a:xfrm>
            <a:off x="5034636" y="4060556"/>
            <a:ext cx="1371600" cy="2133600"/>
            <a:chOff x="2304" y="2448"/>
            <a:chExt cx="864" cy="1344"/>
          </a:xfrm>
        </p:grpSpPr>
        <p:sp>
          <p:nvSpPr>
            <p:cNvPr id="125" name="Line 123"/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124"/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7" name="Group 125"/>
          <p:cNvGrpSpPr/>
          <p:nvPr/>
        </p:nvGrpSpPr>
        <p:grpSpPr bwMode="auto">
          <a:xfrm>
            <a:off x="5383886" y="1850756"/>
            <a:ext cx="673100" cy="3886200"/>
            <a:chOff x="2524" y="1056"/>
            <a:chExt cx="424" cy="2448"/>
          </a:xfrm>
        </p:grpSpPr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>
              <a:off x="2948" y="1056"/>
              <a:ext cx="0" cy="244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127"/>
            <p:cNvSpPr>
              <a:spLocks noChangeShapeType="1"/>
            </p:cNvSpPr>
            <p:nvPr/>
          </p:nvSpPr>
          <p:spPr bwMode="auto">
            <a:xfrm>
              <a:off x="2524" y="1056"/>
              <a:ext cx="0" cy="2448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0" name="Line 128"/>
          <p:cNvSpPr>
            <a:spLocks noChangeShapeType="1"/>
          </p:cNvSpPr>
          <p:nvPr/>
        </p:nvSpPr>
        <p:spPr bwMode="auto">
          <a:xfrm>
            <a:off x="5382299" y="6194156"/>
            <a:ext cx="681037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1" name="Group 129"/>
          <p:cNvGrpSpPr/>
          <p:nvPr/>
        </p:nvGrpSpPr>
        <p:grpSpPr bwMode="auto">
          <a:xfrm>
            <a:off x="5382299" y="5736956"/>
            <a:ext cx="681037" cy="457200"/>
            <a:chOff x="2496" y="3504"/>
            <a:chExt cx="480" cy="288"/>
          </a:xfrm>
        </p:grpSpPr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131"/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" name="Line 132"/>
          <p:cNvSpPr>
            <a:spLocks noChangeShapeType="1"/>
          </p:cNvSpPr>
          <p:nvPr/>
        </p:nvSpPr>
        <p:spPr bwMode="auto">
          <a:xfrm>
            <a:off x="2139036" y="3450956"/>
            <a:ext cx="0" cy="6858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" name="Line 133"/>
          <p:cNvSpPr>
            <a:spLocks noChangeShapeType="1"/>
          </p:cNvSpPr>
          <p:nvPr/>
        </p:nvSpPr>
        <p:spPr bwMode="auto">
          <a:xfrm>
            <a:off x="2139036" y="5279756"/>
            <a:ext cx="35814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6" name="Line 134"/>
          <p:cNvSpPr>
            <a:spLocks noChangeShapeType="1"/>
          </p:cNvSpPr>
          <p:nvPr/>
        </p:nvSpPr>
        <p:spPr bwMode="auto">
          <a:xfrm>
            <a:off x="4577434" y="4060556"/>
            <a:ext cx="10193" cy="1208129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Line 135"/>
          <p:cNvSpPr>
            <a:spLocks noChangeShapeType="1"/>
          </p:cNvSpPr>
          <p:nvPr/>
        </p:nvSpPr>
        <p:spPr bwMode="auto">
          <a:xfrm>
            <a:off x="4272636" y="3146156"/>
            <a:ext cx="0" cy="1752600"/>
          </a:xfrm>
          <a:prstGeom prst="line">
            <a:avLst/>
          </a:prstGeom>
          <a:noFill/>
          <a:ln w="12700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Line 136"/>
          <p:cNvSpPr>
            <a:spLocks noChangeShapeType="1"/>
          </p:cNvSpPr>
          <p:nvPr/>
        </p:nvSpPr>
        <p:spPr bwMode="auto">
          <a:xfrm>
            <a:off x="4272636" y="4898756"/>
            <a:ext cx="0" cy="381000"/>
          </a:xfrm>
          <a:prstGeom prst="line">
            <a:avLst/>
          </a:prstGeom>
          <a:noFill/>
          <a:ln w="12700">
            <a:solidFill>
              <a:srgbClr val="333399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Line 137"/>
          <p:cNvSpPr>
            <a:spLocks noChangeShapeType="1"/>
          </p:cNvSpPr>
          <p:nvPr/>
        </p:nvSpPr>
        <p:spPr bwMode="auto">
          <a:xfrm flipH="1">
            <a:off x="2139036" y="4898756"/>
            <a:ext cx="2133600" cy="0"/>
          </a:xfrm>
          <a:prstGeom prst="line">
            <a:avLst/>
          </a:prstGeom>
          <a:noFill/>
          <a:ln w="12700">
            <a:solidFill>
              <a:srgbClr val="333399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Freeform 138"/>
          <p:cNvSpPr/>
          <p:nvPr/>
        </p:nvSpPr>
        <p:spPr bwMode="auto">
          <a:xfrm>
            <a:off x="2708948" y="2392093"/>
            <a:ext cx="1587" cy="1570038"/>
          </a:xfrm>
          <a:custGeom>
            <a:avLst/>
            <a:gdLst>
              <a:gd name="T0" fmla="*/ 0 w 1"/>
              <a:gd name="T1" fmla="*/ 0 h 989"/>
              <a:gd name="T2" fmla="*/ 0 w 1"/>
              <a:gd name="T3" fmla="*/ 2147483646 h 989"/>
              <a:gd name="T4" fmla="*/ 0 60000 65536"/>
              <a:gd name="T5" fmla="*/ 0 60000 65536"/>
              <a:gd name="T6" fmla="*/ 0 w 1"/>
              <a:gd name="T7" fmla="*/ 0 h 989"/>
              <a:gd name="T8" fmla="*/ 1 w 1"/>
              <a:gd name="T9" fmla="*/ 989 h 98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89">
                <a:moveTo>
                  <a:pt x="0" y="0"/>
                </a:moveTo>
                <a:lnTo>
                  <a:pt x="0" y="989"/>
                </a:lnTo>
              </a:path>
            </a:pathLst>
          </a:custGeom>
          <a:noFill/>
          <a:ln w="12700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140"/>
          <p:cNvSpPr>
            <a:spLocks noChangeShapeType="1"/>
          </p:cNvSpPr>
          <p:nvPr/>
        </p:nvSpPr>
        <p:spPr bwMode="auto">
          <a:xfrm rot="5400000">
            <a:off x="1529436" y="4670156"/>
            <a:ext cx="12192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2" name="Group 141"/>
          <p:cNvGrpSpPr/>
          <p:nvPr/>
        </p:nvGrpSpPr>
        <p:grpSpPr bwMode="auto">
          <a:xfrm>
            <a:off x="2296199" y="2384156"/>
            <a:ext cx="833437" cy="1676400"/>
            <a:chOff x="579" y="1392"/>
            <a:chExt cx="525" cy="1056"/>
          </a:xfrm>
        </p:grpSpPr>
        <p:sp>
          <p:nvSpPr>
            <p:cNvPr id="143" name="Freeform 142"/>
            <p:cNvSpPr/>
            <p:nvPr/>
          </p:nvSpPr>
          <p:spPr bwMode="auto">
            <a:xfrm>
              <a:off x="579" y="1397"/>
              <a:ext cx="1" cy="1045"/>
            </a:xfrm>
            <a:custGeom>
              <a:avLst/>
              <a:gdLst>
                <a:gd name="T0" fmla="*/ 0 w 1"/>
                <a:gd name="T1" fmla="*/ 0 h 1045"/>
                <a:gd name="T2" fmla="*/ 0 w 1"/>
                <a:gd name="T3" fmla="*/ 1045 h 1045"/>
                <a:gd name="T4" fmla="*/ 0 60000 65536"/>
                <a:gd name="T5" fmla="*/ 0 60000 65536"/>
                <a:gd name="T6" fmla="*/ 0 w 1"/>
                <a:gd name="T7" fmla="*/ 0 h 1045"/>
                <a:gd name="T8" fmla="*/ 1 w 1"/>
                <a:gd name="T9" fmla="*/ 1045 h 10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45">
                  <a:moveTo>
                    <a:pt x="0" y="0"/>
                  </a:moveTo>
                  <a:lnTo>
                    <a:pt x="0" y="1045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143"/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5" name="Freeform 144"/>
          <p:cNvSpPr/>
          <p:nvPr/>
        </p:nvSpPr>
        <p:spPr bwMode="auto">
          <a:xfrm>
            <a:off x="3701453" y="2369868"/>
            <a:ext cx="1588" cy="1524000"/>
          </a:xfrm>
          <a:custGeom>
            <a:avLst/>
            <a:gdLst>
              <a:gd name="T0" fmla="*/ 0 w 1"/>
              <a:gd name="T1" fmla="*/ 0 h 960"/>
              <a:gd name="T2" fmla="*/ 0 w 1"/>
              <a:gd name="T3" fmla="*/ 2147483646 h 960"/>
              <a:gd name="T4" fmla="*/ 0 60000 65536"/>
              <a:gd name="T5" fmla="*/ 0 60000 65536"/>
              <a:gd name="T6" fmla="*/ 0 w 1"/>
              <a:gd name="T7" fmla="*/ 0 h 960"/>
              <a:gd name="T8" fmla="*/ 1 w 1"/>
              <a:gd name="T9" fmla="*/ 960 h 9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0">
                <a:moveTo>
                  <a:pt x="0" y="0"/>
                </a:moveTo>
                <a:lnTo>
                  <a:pt x="0" y="960"/>
                </a:lnTo>
              </a:path>
            </a:pathLst>
          </a:custGeom>
          <a:noFill/>
          <a:ln w="12700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46" name="Group 146"/>
          <p:cNvGrpSpPr/>
          <p:nvPr/>
        </p:nvGrpSpPr>
        <p:grpSpPr bwMode="auto">
          <a:xfrm>
            <a:off x="3264574" y="2384156"/>
            <a:ext cx="855662" cy="1676400"/>
            <a:chOff x="565" y="1392"/>
            <a:chExt cx="539" cy="1056"/>
          </a:xfrm>
        </p:grpSpPr>
        <p:sp>
          <p:nvSpPr>
            <p:cNvPr id="147" name="Freeform 147"/>
            <p:cNvSpPr/>
            <p:nvPr/>
          </p:nvSpPr>
          <p:spPr bwMode="auto">
            <a:xfrm>
              <a:off x="565" y="1412"/>
              <a:ext cx="1" cy="1016"/>
            </a:xfrm>
            <a:custGeom>
              <a:avLst/>
              <a:gdLst>
                <a:gd name="T0" fmla="*/ 0 w 1"/>
                <a:gd name="T1" fmla="*/ 0 h 1016"/>
                <a:gd name="T2" fmla="*/ 0 w 1"/>
                <a:gd name="T3" fmla="*/ 1016 h 1016"/>
                <a:gd name="T4" fmla="*/ 0 60000 65536"/>
                <a:gd name="T5" fmla="*/ 0 60000 65536"/>
                <a:gd name="T6" fmla="*/ 0 w 1"/>
                <a:gd name="T7" fmla="*/ 0 h 1016"/>
                <a:gd name="T8" fmla="*/ 1 w 1"/>
                <a:gd name="T9" fmla="*/ 1016 h 101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16">
                  <a:moveTo>
                    <a:pt x="0" y="0"/>
                  </a:moveTo>
                  <a:lnTo>
                    <a:pt x="0" y="1016"/>
                  </a:lnTo>
                </a:path>
              </a:pathLst>
            </a:cu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148"/>
            <p:cNvSpPr>
              <a:spLocks noChangeShapeType="1"/>
            </p:cNvSpPr>
            <p:nvPr/>
          </p:nvSpPr>
          <p:spPr bwMode="auto">
            <a:xfrm>
              <a:off x="1104" y="1392"/>
              <a:ext cx="0" cy="1056"/>
            </a:xfrm>
            <a:prstGeom prst="line">
              <a:avLst/>
            </a:prstGeom>
            <a:noFill/>
            <a:ln w="12700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9" name="Group 149"/>
          <p:cNvGrpSpPr/>
          <p:nvPr/>
        </p:nvGrpSpPr>
        <p:grpSpPr bwMode="auto">
          <a:xfrm>
            <a:off x="3264574" y="4060556"/>
            <a:ext cx="855662" cy="865187"/>
            <a:chOff x="565" y="2448"/>
            <a:chExt cx="539" cy="545"/>
          </a:xfrm>
        </p:grpSpPr>
        <p:sp>
          <p:nvSpPr>
            <p:cNvPr id="150" name="Line 150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Freeform 151"/>
            <p:cNvSpPr/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2" name="Line 152"/>
          <p:cNvSpPr>
            <a:spLocks noChangeShapeType="1"/>
          </p:cNvSpPr>
          <p:nvPr/>
        </p:nvSpPr>
        <p:spPr bwMode="auto">
          <a:xfrm flipH="1">
            <a:off x="2139036" y="4060556"/>
            <a:ext cx="3581400" cy="0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3" name="Group 153"/>
          <p:cNvGrpSpPr/>
          <p:nvPr/>
        </p:nvGrpSpPr>
        <p:grpSpPr bwMode="auto">
          <a:xfrm>
            <a:off x="2291436" y="4060556"/>
            <a:ext cx="838200" cy="838200"/>
            <a:chOff x="576" y="2448"/>
            <a:chExt cx="528" cy="528"/>
          </a:xfrm>
        </p:grpSpPr>
        <p:sp>
          <p:nvSpPr>
            <p:cNvPr id="154" name="Line 154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155"/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2308" b="20577"/>
          <a:stretch>
            <a:fillRect/>
          </a:stretch>
        </p:blipFill>
        <p:spPr>
          <a:xfrm rot="5400000">
            <a:off x="4604699" y="5004769"/>
            <a:ext cx="2261381" cy="161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7" grpId="0" animBg="1"/>
      <p:bldP spid="130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5" grpId="0" animBg="1"/>
      <p:bldP spid="1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Oval 3"/>
          <p:cNvSpPr>
            <a:spLocks noChangeArrowheads="1"/>
          </p:cNvSpPr>
          <p:nvPr/>
        </p:nvSpPr>
        <p:spPr bwMode="auto">
          <a:xfrm>
            <a:off x="4636899" y="1321757"/>
            <a:ext cx="2144713" cy="2133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Oval 7"/>
          <p:cNvSpPr>
            <a:spLocks noChangeArrowheads="1"/>
          </p:cNvSpPr>
          <p:nvPr/>
        </p:nvSpPr>
        <p:spPr bwMode="auto">
          <a:xfrm>
            <a:off x="5030599" y="1702757"/>
            <a:ext cx="1371600" cy="1370013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Line 8"/>
          <p:cNvSpPr>
            <a:spLocks noChangeShapeType="1"/>
          </p:cNvSpPr>
          <p:nvPr/>
        </p:nvSpPr>
        <p:spPr bwMode="auto">
          <a:xfrm flipH="1">
            <a:off x="2134999" y="13217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Line 9"/>
          <p:cNvSpPr>
            <a:spLocks noChangeShapeType="1"/>
          </p:cNvSpPr>
          <p:nvPr/>
        </p:nvSpPr>
        <p:spPr bwMode="auto">
          <a:xfrm flipH="1">
            <a:off x="2134999" y="34553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Freeform 10"/>
          <p:cNvSpPr/>
          <p:nvPr/>
        </p:nvSpPr>
        <p:spPr bwMode="auto">
          <a:xfrm>
            <a:off x="2134999" y="1321757"/>
            <a:ext cx="1588" cy="2154238"/>
          </a:xfrm>
          <a:custGeom>
            <a:avLst/>
            <a:gdLst>
              <a:gd name="T0" fmla="*/ 0 w 1"/>
              <a:gd name="T1" fmla="*/ 0 h 1357"/>
              <a:gd name="T2" fmla="*/ 0 w 1"/>
              <a:gd name="T3" fmla="*/ 2147483646 h 1357"/>
              <a:gd name="T4" fmla="*/ 0 60000 65536"/>
              <a:gd name="T5" fmla="*/ 0 60000 65536"/>
              <a:gd name="T6" fmla="*/ 0 w 1"/>
              <a:gd name="T7" fmla="*/ 0 h 1357"/>
              <a:gd name="T8" fmla="*/ 1 w 1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57">
                <a:moveTo>
                  <a:pt x="0" y="0"/>
                </a:moveTo>
                <a:lnTo>
                  <a:pt x="0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Freeform 11"/>
          <p:cNvSpPr/>
          <p:nvPr/>
        </p:nvSpPr>
        <p:spPr bwMode="auto">
          <a:xfrm>
            <a:off x="2134999" y="1626557"/>
            <a:ext cx="2147888" cy="1588"/>
          </a:xfrm>
          <a:custGeom>
            <a:avLst/>
            <a:gdLst>
              <a:gd name="T0" fmla="*/ 0 w 1353"/>
              <a:gd name="T1" fmla="*/ 0 h 1"/>
              <a:gd name="T2" fmla="*/ 2147483646 w 1353"/>
              <a:gd name="T3" fmla="*/ 2147483646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Freeform 12"/>
          <p:cNvSpPr/>
          <p:nvPr/>
        </p:nvSpPr>
        <p:spPr bwMode="auto">
          <a:xfrm>
            <a:off x="2134999" y="3150557"/>
            <a:ext cx="2147888" cy="1588"/>
          </a:xfrm>
          <a:custGeom>
            <a:avLst/>
            <a:gdLst>
              <a:gd name="T0" fmla="*/ 0 w 1353"/>
              <a:gd name="T1" fmla="*/ 0 h 1"/>
              <a:gd name="T2" fmla="*/ 2147483646 w 1353"/>
              <a:gd name="T3" fmla="*/ 2147483646 h 1"/>
              <a:gd name="T4" fmla="*/ 0 60000 65536"/>
              <a:gd name="T5" fmla="*/ 0 60000 65536"/>
              <a:gd name="T6" fmla="*/ 0 w 1353"/>
              <a:gd name="T7" fmla="*/ 0 h 1"/>
              <a:gd name="T8" fmla="*/ 1353 w 135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53" h="1">
                <a:moveTo>
                  <a:pt x="0" y="0"/>
                </a:moveTo>
                <a:lnTo>
                  <a:pt x="1353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Freeform 13"/>
          <p:cNvSpPr/>
          <p:nvPr/>
        </p:nvSpPr>
        <p:spPr bwMode="auto">
          <a:xfrm>
            <a:off x="4268599" y="1626557"/>
            <a:ext cx="1588" cy="1538288"/>
          </a:xfrm>
          <a:custGeom>
            <a:avLst/>
            <a:gdLst>
              <a:gd name="T0" fmla="*/ 0 w 1"/>
              <a:gd name="T1" fmla="*/ 0 h 969"/>
              <a:gd name="T2" fmla="*/ 2147483646 w 1"/>
              <a:gd name="T3" fmla="*/ 2147483646 h 969"/>
              <a:gd name="T4" fmla="*/ 0 60000 65536"/>
              <a:gd name="T5" fmla="*/ 0 60000 65536"/>
              <a:gd name="T6" fmla="*/ 0 w 1"/>
              <a:gd name="T7" fmla="*/ 0 h 969"/>
              <a:gd name="T8" fmla="*/ 1 w 1"/>
              <a:gd name="T9" fmla="*/ 969 h 9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69">
                <a:moveTo>
                  <a:pt x="0" y="0"/>
                </a:moveTo>
                <a:lnTo>
                  <a:pt x="1" y="96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18"/>
          <p:cNvSpPr>
            <a:spLocks noChangeArrowheads="1"/>
          </p:cNvSpPr>
          <p:nvPr/>
        </p:nvSpPr>
        <p:spPr bwMode="auto">
          <a:xfrm>
            <a:off x="2287399" y="1969457"/>
            <a:ext cx="838200" cy="8382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3277999" y="1982157"/>
            <a:ext cx="838200" cy="8255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Freeform 21"/>
          <p:cNvSpPr/>
          <p:nvPr/>
        </p:nvSpPr>
        <p:spPr bwMode="auto">
          <a:xfrm>
            <a:off x="7545199" y="1321757"/>
            <a:ext cx="3175" cy="2154238"/>
          </a:xfrm>
          <a:custGeom>
            <a:avLst/>
            <a:gdLst>
              <a:gd name="T0" fmla="*/ 0 w 2"/>
              <a:gd name="T1" fmla="*/ 0 h 1357"/>
              <a:gd name="T2" fmla="*/ 2147483646 w 2"/>
              <a:gd name="T3" fmla="*/ 2147483646 h 1357"/>
              <a:gd name="T4" fmla="*/ 0 60000 65536"/>
              <a:gd name="T5" fmla="*/ 0 60000 65536"/>
              <a:gd name="T6" fmla="*/ 0 w 2"/>
              <a:gd name="T7" fmla="*/ 0 h 1357"/>
              <a:gd name="T8" fmla="*/ 2 w 2"/>
              <a:gd name="T9" fmla="*/ 1357 h 135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357">
                <a:moveTo>
                  <a:pt x="0" y="0"/>
                </a:moveTo>
                <a:lnTo>
                  <a:pt x="2" y="135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Line 22"/>
          <p:cNvSpPr>
            <a:spLocks noChangeShapeType="1"/>
          </p:cNvSpPr>
          <p:nvPr/>
        </p:nvSpPr>
        <p:spPr bwMode="auto">
          <a:xfrm>
            <a:off x="8764399" y="1321757"/>
            <a:ext cx="0" cy="2133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>
            <a:off x="7545199" y="1321757"/>
            <a:ext cx="1752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Freeform 24"/>
          <p:cNvSpPr/>
          <p:nvPr/>
        </p:nvSpPr>
        <p:spPr bwMode="auto">
          <a:xfrm>
            <a:off x="7545199" y="3453770"/>
            <a:ext cx="1770063" cy="1587"/>
          </a:xfrm>
          <a:custGeom>
            <a:avLst/>
            <a:gdLst>
              <a:gd name="T0" fmla="*/ 0 w 1115"/>
              <a:gd name="T1" fmla="*/ 2147483646 h 1"/>
              <a:gd name="T2" fmla="*/ 2147483646 w 1115"/>
              <a:gd name="T3" fmla="*/ 0 h 1"/>
              <a:gd name="T4" fmla="*/ 0 60000 65536"/>
              <a:gd name="T5" fmla="*/ 0 60000 65536"/>
              <a:gd name="T6" fmla="*/ 0 w 1115"/>
              <a:gd name="T7" fmla="*/ 0 h 1"/>
              <a:gd name="T8" fmla="*/ 1115 w 111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5" h="1">
                <a:moveTo>
                  <a:pt x="0" y="1"/>
                </a:moveTo>
                <a:lnTo>
                  <a:pt x="111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Freeform 25"/>
          <p:cNvSpPr/>
          <p:nvPr/>
        </p:nvSpPr>
        <p:spPr bwMode="auto">
          <a:xfrm>
            <a:off x="9293037" y="1305882"/>
            <a:ext cx="1587" cy="576263"/>
          </a:xfrm>
          <a:custGeom>
            <a:avLst/>
            <a:gdLst>
              <a:gd name="T0" fmla="*/ 0 w 1"/>
              <a:gd name="T1" fmla="*/ 0 h 363"/>
              <a:gd name="T2" fmla="*/ 0 w 1"/>
              <a:gd name="T3" fmla="*/ 2147483646 h 363"/>
              <a:gd name="T4" fmla="*/ 0 60000 65536"/>
              <a:gd name="T5" fmla="*/ 0 60000 65536"/>
              <a:gd name="T6" fmla="*/ 0 w 1"/>
              <a:gd name="T7" fmla="*/ 0 h 363"/>
              <a:gd name="T8" fmla="*/ 1 w 1"/>
              <a:gd name="T9" fmla="*/ 363 h 3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63">
                <a:moveTo>
                  <a:pt x="0" y="0"/>
                </a:moveTo>
                <a:lnTo>
                  <a:pt x="0" y="36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Freeform 26"/>
          <p:cNvSpPr/>
          <p:nvPr/>
        </p:nvSpPr>
        <p:spPr bwMode="auto">
          <a:xfrm>
            <a:off x="9297799" y="1855157"/>
            <a:ext cx="468313" cy="4763"/>
          </a:xfrm>
          <a:custGeom>
            <a:avLst/>
            <a:gdLst>
              <a:gd name="T0" fmla="*/ 0 w 295"/>
              <a:gd name="T1" fmla="*/ 0 h 3"/>
              <a:gd name="T2" fmla="*/ 2147483646 w 295"/>
              <a:gd name="T3" fmla="*/ 2147483646 h 3"/>
              <a:gd name="T4" fmla="*/ 0 60000 65536"/>
              <a:gd name="T5" fmla="*/ 0 60000 65536"/>
              <a:gd name="T6" fmla="*/ 0 w 295"/>
              <a:gd name="T7" fmla="*/ 0 h 3"/>
              <a:gd name="T8" fmla="*/ 295 w 295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3">
                <a:moveTo>
                  <a:pt x="0" y="0"/>
                </a:moveTo>
                <a:lnTo>
                  <a:pt x="295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Freeform 27"/>
          <p:cNvSpPr/>
          <p:nvPr/>
        </p:nvSpPr>
        <p:spPr bwMode="auto">
          <a:xfrm>
            <a:off x="9753412" y="1855157"/>
            <a:ext cx="1587" cy="1077913"/>
          </a:xfrm>
          <a:custGeom>
            <a:avLst/>
            <a:gdLst>
              <a:gd name="T0" fmla="*/ 2147483646 w 1"/>
              <a:gd name="T1" fmla="*/ 0 h 679"/>
              <a:gd name="T2" fmla="*/ 0 w 1"/>
              <a:gd name="T3" fmla="*/ 2147483646 h 679"/>
              <a:gd name="T4" fmla="*/ 0 60000 65536"/>
              <a:gd name="T5" fmla="*/ 0 60000 65536"/>
              <a:gd name="T6" fmla="*/ 0 w 1"/>
              <a:gd name="T7" fmla="*/ 0 h 679"/>
              <a:gd name="T8" fmla="*/ 1 w 1"/>
              <a:gd name="T9" fmla="*/ 679 h 6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79">
                <a:moveTo>
                  <a:pt x="1" y="0"/>
                </a:moveTo>
                <a:lnTo>
                  <a:pt x="0" y="6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Freeform 28"/>
          <p:cNvSpPr/>
          <p:nvPr/>
        </p:nvSpPr>
        <p:spPr bwMode="auto">
          <a:xfrm>
            <a:off x="9304149" y="2933070"/>
            <a:ext cx="1588" cy="520700"/>
          </a:xfrm>
          <a:custGeom>
            <a:avLst/>
            <a:gdLst>
              <a:gd name="T0" fmla="*/ 0 w 1"/>
              <a:gd name="T1" fmla="*/ 2147483646 h 328"/>
              <a:gd name="T2" fmla="*/ 0 w 1"/>
              <a:gd name="T3" fmla="*/ 0 h 328"/>
              <a:gd name="T4" fmla="*/ 0 60000 65536"/>
              <a:gd name="T5" fmla="*/ 0 60000 65536"/>
              <a:gd name="T6" fmla="*/ 0 w 1"/>
              <a:gd name="T7" fmla="*/ 0 h 328"/>
              <a:gd name="T8" fmla="*/ 1 w 1"/>
              <a:gd name="T9" fmla="*/ 328 h 3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28">
                <a:moveTo>
                  <a:pt x="0" y="32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Freeform 29"/>
          <p:cNvSpPr/>
          <p:nvPr/>
        </p:nvSpPr>
        <p:spPr bwMode="auto">
          <a:xfrm>
            <a:off x="9297799" y="2921957"/>
            <a:ext cx="468313" cy="1588"/>
          </a:xfrm>
          <a:custGeom>
            <a:avLst/>
            <a:gdLst>
              <a:gd name="T0" fmla="*/ 0 w 295"/>
              <a:gd name="T1" fmla="*/ 0 h 1"/>
              <a:gd name="T2" fmla="*/ 2147483646 w 295"/>
              <a:gd name="T3" fmla="*/ 0 h 1"/>
              <a:gd name="T4" fmla="*/ 0 60000 65536"/>
              <a:gd name="T5" fmla="*/ 0 60000 65536"/>
              <a:gd name="T6" fmla="*/ 0 w 295"/>
              <a:gd name="T7" fmla="*/ 0 h 1"/>
              <a:gd name="T8" fmla="*/ 295 w 29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5" h="1">
                <a:moveTo>
                  <a:pt x="0" y="0"/>
                </a:moveTo>
                <a:lnTo>
                  <a:pt x="29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Line 30"/>
          <p:cNvSpPr>
            <a:spLocks noChangeShapeType="1"/>
          </p:cNvSpPr>
          <p:nvPr/>
        </p:nvSpPr>
        <p:spPr bwMode="auto">
          <a:xfrm>
            <a:off x="7545199" y="1778957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Line 31"/>
          <p:cNvSpPr>
            <a:spLocks noChangeShapeType="1"/>
          </p:cNvSpPr>
          <p:nvPr/>
        </p:nvSpPr>
        <p:spPr bwMode="auto">
          <a:xfrm>
            <a:off x="7545199" y="2998157"/>
            <a:ext cx="1752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Line 32"/>
          <p:cNvSpPr>
            <a:spLocks noChangeShapeType="1"/>
          </p:cNvSpPr>
          <p:nvPr/>
        </p:nvSpPr>
        <p:spPr bwMode="auto">
          <a:xfrm flipH="1">
            <a:off x="8307199" y="1626557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33"/>
          <p:cNvSpPr>
            <a:spLocks noChangeShapeType="1"/>
          </p:cNvSpPr>
          <p:nvPr/>
        </p:nvSpPr>
        <p:spPr bwMode="auto">
          <a:xfrm flipH="1">
            <a:off x="8307199" y="3150557"/>
            <a:ext cx="457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Freeform 34"/>
          <p:cNvSpPr/>
          <p:nvPr/>
        </p:nvSpPr>
        <p:spPr bwMode="auto">
          <a:xfrm>
            <a:off x="8307199" y="1626557"/>
            <a:ext cx="3175" cy="1538288"/>
          </a:xfrm>
          <a:custGeom>
            <a:avLst/>
            <a:gdLst>
              <a:gd name="T0" fmla="*/ 0 w 2"/>
              <a:gd name="T1" fmla="*/ 0 h 969"/>
              <a:gd name="T2" fmla="*/ 2147483646 w 2"/>
              <a:gd name="T3" fmla="*/ 2147483646 h 969"/>
              <a:gd name="T4" fmla="*/ 0 60000 65536"/>
              <a:gd name="T5" fmla="*/ 0 60000 65536"/>
              <a:gd name="T6" fmla="*/ 0 w 2"/>
              <a:gd name="T7" fmla="*/ 0 h 969"/>
              <a:gd name="T8" fmla="*/ 2 w 2"/>
              <a:gd name="T9" fmla="*/ 969 h 9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969">
                <a:moveTo>
                  <a:pt x="0" y="0"/>
                </a:moveTo>
                <a:lnTo>
                  <a:pt x="2" y="96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35"/>
          <p:cNvSpPr>
            <a:spLocks noChangeShapeType="1"/>
          </p:cNvSpPr>
          <p:nvPr/>
        </p:nvSpPr>
        <p:spPr bwMode="auto">
          <a:xfrm>
            <a:off x="7545199" y="2007557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Line 36"/>
          <p:cNvSpPr>
            <a:spLocks noChangeShapeType="1"/>
          </p:cNvSpPr>
          <p:nvPr/>
        </p:nvSpPr>
        <p:spPr bwMode="auto">
          <a:xfrm>
            <a:off x="7545199" y="2769557"/>
            <a:ext cx="762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Rectangle 39"/>
          <p:cNvSpPr>
            <a:spLocks noChangeArrowheads="1"/>
          </p:cNvSpPr>
          <p:nvPr/>
        </p:nvSpPr>
        <p:spPr bwMode="auto">
          <a:xfrm rot="5400000">
            <a:off x="4649599" y="3988757"/>
            <a:ext cx="2133600" cy="22860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reeform 40"/>
          <p:cNvSpPr/>
          <p:nvPr/>
        </p:nvSpPr>
        <p:spPr bwMode="auto">
          <a:xfrm>
            <a:off x="4725799" y="5739770"/>
            <a:ext cx="1992313" cy="1587"/>
          </a:xfrm>
          <a:custGeom>
            <a:avLst/>
            <a:gdLst>
              <a:gd name="T0" fmla="*/ 0 w 1255"/>
              <a:gd name="T1" fmla="*/ 2147483646 h 1"/>
              <a:gd name="T2" fmla="*/ 2147483646 w 1255"/>
              <a:gd name="T3" fmla="*/ 0 h 1"/>
              <a:gd name="T4" fmla="*/ 0 60000 65536"/>
              <a:gd name="T5" fmla="*/ 0 60000 65536"/>
              <a:gd name="T6" fmla="*/ 0 w 1255"/>
              <a:gd name="T7" fmla="*/ 0 h 1"/>
              <a:gd name="T8" fmla="*/ 1255 w 125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55" h="1">
                <a:moveTo>
                  <a:pt x="0" y="1"/>
                </a:moveTo>
                <a:lnTo>
                  <a:pt x="1255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1" name="Group 41"/>
          <p:cNvGrpSpPr/>
          <p:nvPr/>
        </p:nvGrpSpPr>
        <p:grpSpPr bwMode="auto">
          <a:xfrm>
            <a:off x="4725799" y="5741357"/>
            <a:ext cx="1981200" cy="457200"/>
            <a:chOff x="2112" y="3504"/>
            <a:chExt cx="1248" cy="288"/>
          </a:xfrm>
        </p:grpSpPr>
        <p:sp>
          <p:nvSpPr>
            <p:cNvPr id="32" name="Line 42"/>
            <p:cNvSpPr>
              <a:spLocks noChangeShapeType="1"/>
            </p:cNvSpPr>
            <p:nvPr/>
          </p:nvSpPr>
          <p:spPr bwMode="auto">
            <a:xfrm>
              <a:off x="2112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43"/>
            <p:cNvSpPr>
              <a:spLocks noChangeShapeType="1"/>
            </p:cNvSpPr>
            <p:nvPr/>
          </p:nvSpPr>
          <p:spPr bwMode="auto">
            <a:xfrm>
              <a:off x="3360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" name="Group 44"/>
          <p:cNvGrpSpPr/>
          <p:nvPr/>
        </p:nvGrpSpPr>
        <p:grpSpPr bwMode="auto">
          <a:xfrm>
            <a:off x="5030599" y="4064957"/>
            <a:ext cx="1371600" cy="2133600"/>
            <a:chOff x="2304" y="2448"/>
            <a:chExt cx="864" cy="1344"/>
          </a:xfrm>
        </p:grpSpPr>
        <p:sp>
          <p:nvSpPr>
            <p:cNvPr id="35" name="Line 45"/>
            <p:cNvSpPr>
              <a:spLocks noChangeShapeType="1"/>
            </p:cNvSpPr>
            <p:nvPr/>
          </p:nvSpPr>
          <p:spPr bwMode="auto">
            <a:xfrm>
              <a:off x="3168" y="2448"/>
              <a:ext cx="0" cy="1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46"/>
            <p:cNvSpPr>
              <a:spLocks noChangeShapeType="1"/>
            </p:cNvSpPr>
            <p:nvPr/>
          </p:nvSpPr>
          <p:spPr bwMode="auto">
            <a:xfrm>
              <a:off x="2304" y="2448"/>
              <a:ext cx="0" cy="13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8" name="Freeform 47"/>
          <p:cNvSpPr/>
          <p:nvPr/>
        </p:nvSpPr>
        <p:spPr bwMode="auto">
          <a:xfrm>
            <a:off x="5356037" y="6201732"/>
            <a:ext cx="727075" cy="1588"/>
          </a:xfrm>
          <a:custGeom>
            <a:avLst/>
            <a:gdLst>
              <a:gd name="T0" fmla="*/ 0 w 458"/>
              <a:gd name="T1" fmla="*/ 0 h 1"/>
              <a:gd name="T2" fmla="*/ 2147483646 w 458"/>
              <a:gd name="T3" fmla="*/ 0 h 1"/>
              <a:gd name="T4" fmla="*/ 0 60000 65536"/>
              <a:gd name="T5" fmla="*/ 0 60000 65536"/>
              <a:gd name="T6" fmla="*/ 0 w 458"/>
              <a:gd name="T7" fmla="*/ 0 h 1"/>
              <a:gd name="T8" fmla="*/ 458 w 458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58" h="1">
                <a:moveTo>
                  <a:pt x="0" y="0"/>
                </a:moveTo>
                <a:lnTo>
                  <a:pt x="458" y="0"/>
                </a:lnTo>
              </a:path>
            </a:pathLst>
          </a:custGeom>
          <a:solidFill>
            <a:srgbClr val="66FFFF"/>
          </a:solidFill>
          <a:ln w="76200">
            <a:solidFill>
              <a:schemeClr val="bg1"/>
            </a:solidFill>
            <a:rou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9" name="Group 48"/>
          <p:cNvGrpSpPr/>
          <p:nvPr/>
        </p:nvGrpSpPr>
        <p:grpSpPr bwMode="auto">
          <a:xfrm>
            <a:off x="5335399" y="5741357"/>
            <a:ext cx="762000" cy="457200"/>
            <a:chOff x="2496" y="3504"/>
            <a:chExt cx="480" cy="288"/>
          </a:xfrm>
        </p:grpSpPr>
        <p:sp>
          <p:nvSpPr>
            <p:cNvPr id="40" name="Line 49"/>
            <p:cNvSpPr>
              <a:spLocks noChangeShapeType="1"/>
            </p:cNvSpPr>
            <p:nvPr/>
          </p:nvSpPr>
          <p:spPr bwMode="auto">
            <a:xfrm>
              <a:off x="249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0"/>
            <p:cNvSpPr>
              <a:spLocks noChangeShapeType="1"/>
            </p:cNvSpPr>
            <p:nvPr/>
          </p:nvSpPr>
          <p:spPr bwMode="auto">
            <a:xfrm>
              <a:off x="2976" y="3504"/>
              <a:ext cx="0" cy="2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2" name="Line 51"/>
          <p:cNvSpPr>
            <a:spLocks noChangeShapeType="1"/>
          </p:cNvSpPr>
          <p:nvPr/>
        </p:nvSpPr>
        <p:spPr bwMode="auto">
          <a:xfrm>
            <a:off x="4573399" y="4064957"/>
            <a:ext cx="0" cy="12192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52"/>
          <p:cNvSpPr>
            <a:spLocks noChangeShapeType="1"/>
          </p:cNvSpPr>
          <p:nvPr/>
        </p:nvSpPr>
        <p:spPr bwMode="auto">
          <a:xfrm>
            <a:off x="4268599" y="4903157"/>
            <a:ext cx="0" cy="3810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53"/>
          <p:cNvSpPr>
            <a:spLocks noChangeShapeType="1"/>
          </p:cNvSpPr>
          <p:nvPr/>
        </p:nvSpPr>
        <p:spPr bwMode="auto">
          <a:xfrm flipH="1">
            <a:off x="2134999" y="4903157"/>
            <a:ext cx="2133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Freeform 55"/>
          <p:cNvSpPr/>
          <p:nvPr/>
        </p:nvSpPr>
        <p:spPr bwMode="auto">
          <a:xfrm>
            <a:off x="2134999" y="4063370"/>
            <a:ext cx="1588" cy="1236662"/>
          </a:xfrm>
          <a:custGeom>
            <a:avLst/>
            <a:gdLst>
              <a:gd name="T0" fmla="*/ 2147483646 w 1"/>
              <a:gd name="T1" fmla="*/ 0 h 779"/>
              <a:gd name="T2" fmla="*/ 0 w 1"/>
              <a:gd name="T3" fmla="*/ 2147483646 h 779"/>
              <a:gd name="T4" fmla="*/ 0 60000 65536"/>
              <a:gd name="T5" fmla="*/ 0 60000 65536"/>
              <a:gd name="T6" fmla="*/ 0 w 1"/>
              <a:gd name="T7" fmla="*/ 0 h 779"/>
              <a:gd name="T8" fmla="*/ 1 w 1"/>
              <a:gd name="T9" fmla="*/ 779 h 7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779">
                <a:moveTo>
                  <a:pt x="1" y="0"/>
                </a:moveTo>
                <a:lnTo>
                  <a:pt x="0" y="77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" name="Group 57"/>
          <p:cNvGrpSpPr/>
          <p:nvPr/>
        </p:nvGrpSpPr>
        <p:grpSpPr bwMode="auto">
          <a:xfrm>
            <a:off x="3260537" y="4064957"/>
            <a:ext cx="855662" cy="865188"/>
            <a:chOff x="565" y="2448"/>
            <a:chExt cx="539" cy="545"/>
          </a:xfrm>
        </p:grpSpPr>
        <p:sp>
          <p:nvSpPr>
            <p:cNvPr id="47" name="Line 58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59"/>
            <p:cNvSpPr/>
            <p:nvPr/>
          </p:nvSpPr>
          <p:spPr bwMode="auto">
            <a:xfrm>
              <a:off x="565" y="2456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" name="Line 60"/>
          <p:cNvSpPr>
            <a:spLocks noChangeShapeType="1"/>
          </p:cNvSpPr>
          <p:nvPr/>
        </p:nvSpPr>
        <p:spPr bwMode="auto">
          <a:xfrm flipH="1">
            <a:off x="2134999" y="40649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0" name="Group 61"/>
          <p:cNvGrpSpPr/>
          <p:nvPr/>
        </p:nvGrpSpPr>
        <p:grpSpPr bwMode="auto">
          <a:xfrm>
            <a:off x="2287399" y="4064957"/>
            <a:ext cx="838200" cy="838200"/>
            <a:chOff x="576" y="2448"/>
            <a:chExt cx="528" cy="528"/>
          </a:xfrm>
        </p:grpSpPr>
        <p:sp>
          <p:nvSpPr>
            <p:cNvPr id="51" name="Line 62"/>
            <p:cNvSpPr>
              <a:spLocks noChangeShapeType="1"/>
            </p:cNvSpPr>
            <p:nvPr/>
          </p:nvSpPr>
          <p:spPr bwMode="auto">
            <a:xfrm>
              <a:off x="1104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63"/>
            <p:cNvSpPr>
              <a:spLocks noChangeShapeType="1"/>
            </p:cNvSpPr>
            <p:nvPr/>
          </p:nvSpPr>
          <p:spPr bwMode="auto">
            <a:xfrm>
              <a:off x="576" y="2448"/>
              <a:ext cx="0" cy="5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3" name="Line 64"/>
          <p:cNvSpPr>
            <a:spLocks noChangeShapeType="1"/>
          </p:cNvSpPr>
          <p:nvPr/>
        </p:nvSpPr>
        <p:spPr bwMode="auto">
          <a:xfrm>
            <a:off x="2134999" y="5284157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Line 134"/>
          <p:cNvSpPr>
            <a:spLocks noChangeShapeType="1"/>
          </p:cNvSpPr>
          <p:nvPr/>
        </p:nvSpPr>
        <p:spPr bwMode="auto">
          <a:xfrm flipH="1">
            <a:off x="4776599" y="18551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Line 135"/>
          <p:cNvSpPr>
            <a:spLocks noChangeShapeType="1"/>
          </p:cNvSpPr>
          <p:nvPr/>
        </p:nvSpPr>
        <p:spPr bwMode="auto">
          <a:xfrm flipH="1">
            <a:off x="6133912" y="29219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137"/>
          <p:cNvSpPr>
            <a:spLocks noChangeShapeType="1"/>
          </p:cNvSpPr>
          <p:nvPr/>
        </p:nvSpPr>
        <p:spPr bwMode="auto">
          <a:xfrm flipH="1">
            <a:off x="6121212" y="1855157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Line 138"/>
          <p:cNvSpPr>
            <a:spLocks noChangeShapeType="1"/>
          </p:cNvSpPr>
          <p:nvPr/>
        </p:nvSpPr>
        <p:spPr bwMode="auto">
          <a:xfrm flipH="1">
            <a:off x="4763899" y="292037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0866" b="23394"/>
          <a:stretch>
            <a:fillRect/>
          </a:stretch>
        </p:blipFill>
        <p:spPr>
          <a:xfrm rot="5400000">
            <a:off x="4554123" y="2308052"/>
            <a:ext cx="2371724" cy="15240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3192048" y="2241375"/>
            <a:ext cx="1019173" cy="304800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06" t="32916" r="17294" b="5079"/>
          <a:stretch>
            <a:fillRect/>
          </a:stretch>
        </p:blipFill>
        <p:spPr>
          <a:xfrm>
            <a:off x="7391211" y="2303189"/>
            <a:ext cx="2473099" cy="209646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9" t="16042" r="9705" b="10715"/>
          <a:stretch>
            <a:fillRect/>
          </a:stretch>
        </p:blipFill>
        <p:spPr>
          <a:xfrm>
            <a:off x="2025235" y="2246135"/>
            <a:ext cx="4857750" cy="247650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2200086" y="2241376"/>
            <a:ext cx="1019173" cy="304800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31531" r="42308" b="20577"/>
          <a:stretch>
            <a:fillRect/>
          </a:stretch>
        </p:blipFill>
        <p:spPr>
          <a:xfrm rot="5400000">
            <a:off x="4604532" y="5006407"/>
            <a:ext cx="2261381" cy="1619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3192048" y="4340391"/>
            <a:ext cx="1019173" cy="304800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9" t="11086" r="41545" b="-1234"/>
          <a:stretch>
            <a:fillRect/>
          </a:stretch>
        </p:blipFill>
        <p:spPr>
          <a:xfrm rot="5400000">
            <a:off x="2200086" y="4340392"/>
            <a:ext cx="1019173" cy="304800"/>
          </a:xfrm>
          <a:prstGeom prst="rect">
            <a:avLst/>
          </a:prstGeom>
        </p:spPr>
      </p:pic>
      <p:grpSp>
        <p:nvGrpSpPr>
          <p:cNvPr id="66" name="Group 2"/>
          <p:cNvGrpSpPr/>
          <p:nvPr/>
        </p:nvGrpSpPr>
        <p:grpSpPr bwMode="auto">
          <a:xfrm>
            <a:off x="7328407" y="4138394"/>
            <a:ext cx="2944812" cy="1808162"/>
            <a:chOff x="2490" y="2538"/>
            <a:chExt cx="2385" cy="1279"/>
          </a:xfrm>
        </p:grpSpPr>
        <p:sp>
          <p:nvSpPr>
            <p:cNvPr id="67" name="Freeform 3"/>
            <p:cNvSpPr/>
            <p:nvPr/>
          </p:nvSpPr>
          <p:spPr bwMode="auto">
            <a:xfrm>
              <a:off x="2611" y="2757"/>
              <a:ext cx="1330" cy="421"/>
            </a:xfrm>
            <a:custGeom>
              <a:avLst/>
              <a:gdLst>
                <a:gd name="T0" fmla="*/ 0 w 1330"/>
                <a:gd name="T1" fmla="*/ 7 h 421"/>
                <a:gd name="T2" fmla="*/ 1330 w 1330"/>
                <a:gd name="T3" fmla="*/ 0 h 421"/>
                <a:gd name="T4" fmla="*/ 1105 w 1330"/>
                <a:gd name="T5" fmla="*/ 225 h 421"/>
                <a:gd name="T6" fmla="*/ 1069 w 1330"/>
                <a:gd name="T7" fmla="*/ 261 h 421"/>
                <a:gd name="T8" fmla="*/ 1018 w 1330"/>
                <a:gd name="T9" fmla="*/ 341 h 421"/>
                <a:gd name="T10" fmla="*/ 930 w 1330"/>
                <a:gd name="T11" fmla="*/ 421 h 421"/>
                <a:gd name="T12" fmla="*/ 923 w 1330"/>
                <a:gd name="T13" fmla="*/ 130 h 421"/>
                <a:gd name="T14" fmla="*/ 0 w 1330"/>
                <a:gd name="T15" fmla="*/ 138 h 421"/>
                <a:gd name="T16" fmla="*/ 0 w 1330"/>
                <a:gd name="T17" fmla="*/ 7 h 4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30"/>
                <a:gd name="T28" fmla="*/ 0 h 421"/>
                <a:gd name="T29" fmla="*/ 1330 w 1330"/>
                <a:gd name="T30" fmla="*/ 421 h 42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30" h="421">
                  <a:moveTo>
                    <a:pt x="0" y="7"/>
                  </a:moveTo>
                  <a:lnTo>
                    <a:pt x="1330" y="0"/>
                  </a:lnTo>
                  <a:lnTo>
                    <a:pt x="1105" y="225"/>
                  </a:lnTo>
                  <a:lnTo>
                    <a:pt x="1069" y="261"/>
                  </a:lnTo>
                  <a:lnTo>
                    <a:pt x="1018" y="341"/>
                  </a:lnTo>
                  <a:lnTo>
                    <a:pt x="930" y="421"/>
                  </a:lnTo>
                  <a:lnTo>
                    <a:pt x="923" y="130"/>
                  </a:lnTo>
                  <a:lnTo>
                    <a:pt x="0" y="13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4"/>
            <p:cNvSpPr>
              <a:spLocks noChangeShapeType="1"/>
            </p:cNvSpPr>
            <p:nvPr/>
          </p:nvSpPr>
          <p:spPr bwMode="auto">
            <a:xfrm>
              <a:off x="2603" y="2760"/>
              <a:ext cx="0" cy="9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Freeform 5"/>
            <p:cNvSpPr/>
            <p:nvPr/>
          </p:nvSpPr>
          <p:spPr bwMode="auto">
            <a:xfrm>
              <a:off x="2618" y="3578"/>
              <a:ext cx="1142" cy="146"/>
            </a:xfrm>
            <a:custGeom>
              <a:avLst/>
              <a:gdLst>
                <a:gd name="T0" fmla="*/ 0 w 1142"/>
                <a:gd name="T1" fmla="*/ 8 h 146"/>
                <a:gd name="T2" fmla="*/ 0 w 1142"/>
                <a:gd name="T3" fmla="*/ 146 h 146"/>
                <a:gd name="T4" fmla="*/ 1142 w 1142"/>
                <a:gd name="T5" fmla="*/ 146 h 146"/>
                <a:gd name="T6" fmla="*/ 1098 w 1142"/>
                <a:gd name="T7" fmla="*/ 110 h 146"/>
                <a:gd name="T8" fmla="*/ 865 w 1142"/>
                <a:gd name="T9" fmla="*/ 110 h 146"/>
                <a:gd name="T10" fmla="*/ 843 w 1142"/>
                <a:gd name="T11" fmla="*/ 66 h 146"/>
                <a:gd name="T12" fmla="*/ 814 w 1142"/>
                <a:gd name="T13" fmla="*/ 0 h 146"/>
                <a:gd name="T14" fmla="*/ 0 w 1142"/>
                <a:gd name="T15" fmla="*/ 8 h 1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42"/>
                <a:gd name="T25" fmla="*/ 0 h 146"/>
                <a:gd name="T26" fmla="*/ 1142 w 1142"/>
                <a:gd name="T27" fmla="*/ 146 h 14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42" h="146">
                  <a:moveTo>
                    <a:pt x="0" y="8"/>
                  </a:moveTo>
                  <a:lnTo>
                    <a:pt x="0" y="146"/>
                  </a:lnTo>
                  <a:lnTo>
                    <a:pt x="1142" y="146"/>
                  </a:lnTo>
                  <a:lnTo>
                    <a:pt x="1098" y="110"/>
                  </a:lnTo>
                  <a:lnTo>
                    <a:pt x="865" y="110"/>
                  </a:lnTo>
                  <a:lnTo>
                    <a:pt x="843" y="66"/>
                  </a:lnTo>
                  <a:lnTo>
                    <a:pt x="814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6"/>
            <p:cNvSpPr/>
            <p:nvPr/>
          </p:nvSpPr>
          <p:spPr bwMode="auto">
            <a:xfrm>
              <a:off x="3654" y="2817"/>
              <a:ext cx="727" cy="900"/>
            </a:xfrm>
            <a:custGeom>
              <a:avLst/>
              <a:gdLst>
                <a:gd name="T0" fmla="*/ 265 w 727"/>
                <a:gd name="T1" fmla="*/ 0 h 900"/>
                <a:gd name="T2" fmla="*/ 146 w 727"/>
                <a:gd name="T3" fmla="*/ 92 h 900"/>
                <a:gd name="T4" fmla="*/ 80 w 727"/>
                <a:gd name="T5" fmla="*/ 158 h 900"/>
                <a:gd name="T6" fmla="*/ 44 w 727"/>
                <a:gd name="T7" fmla="*/ 221 h 900"/>
                <a:gd name="T8" fmla="*/ 0 w 727"/>
                <a:gd name="T9" fmla="*/ 383 h 900"/>
                <a:gd name="T10" fmla="*/ 7 w 727"/>
                <a:gd name="T11" fmla="*/ 492 h 900"/>
                <a:gd name="T12" fmla="*/ 29 w 727"/>
                <a:gd name="T13" fmla="*/ 609 h 900"/>
                <a:gd name="T14" fmla="*/ 80 w 727"/>
                <a:gd name="T15" fmla="*/ 667 h 900"/>
                <a:gd name="T16" fmla="*/ 153 w 727"/>
                <a:gd name="T17" fmla="*/ 740 h 900"/>
                <a:gd name="T18" fmla="*/ 218 w 727"/>
                <a:gd name="T19" fmla="*/ 805 h 900"/>
                <a:gd name="T20" fmla="*/ 320 w 727"/>
                <a:gd name="T21" fmla="*/ 849 h 900"/>
                <a:gd name="T22" fmla="*/ 437 w 727"/>
                <a:gd name="T23" fmla="*/ 885 h 900"/>
                <a:gd name="T24" fmla="*/ 531 w 727"/>
                <a:gd name="T25" fmla="*/ 900 h 900"/>
                <a:gd name="T26" fmla="*/ 727 w 727"/>
                <a:gd name="T27" fmla="*/ 704 h 900"/>
                <a:gd name="T28" fmla="*/ 626 w 727"/>
                <a:gd name="T29" fmla="*/ 689 h 900"/>
                <a:gd name="T30" fmla="*/ 546 w 727"/>
                <a:gd name="T31" fmla="*/ 667 h 900"/>
                <a:gd name="T32" fmla="*/ 451 w 727"/>
                <a:gd name="T33" fmla="*/ 638 h 900"/>
                <a:gd name="T34" fmla="*/ 393 w 727"/>
                <a:gd name="T35" fmla="*/ 587 h 900"/>
                <a:gd name="T36" fmla="*/ 306 w 727"/>
                <a:gd name="T37" fmla="*/ 521 h 900"/>
                <a:gd name="T38" fmla="*/ 277 w 727"/>
                <a:gd name="T39" fmla="*/ 471 h 900"/>
                <a:gd name="T40" fmla="*/ 236 w 727"/>
                <a:gd name="T41" fmla="*/ 385 h 900"/>
                <a:gd name="T42" fmla="*/ 207 w 727"/>
                <a:gd name="T43" fmla="*/ 312 h 900"/>
                <a:gd name="T44" fmla="*/ 207 w 727"/>
                <a:gd name="T45" fmla="*/ 211 h 900"/>
                <a:gd name="T46" fmla="*/ 218 w 727"/>
                <a:gd name="T47" fmla="*/ 107 h 900"/>
                <a:gd name="T48" fmla="*/ 265 w 727"/>
                <a:gd name="T49" fmla="*/ 0 h 9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27"/>
                <a:gd name="T76" fmla="*/ 0 h 900"/>
                <a:gd name="T77" fmla="*/ 727 w 727"/>
                <a:gd name="T78" fmla="*/ 900 h 900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27" h="900">
                  <a:moveTo>
                    <a:pt x="265" y="0"/>
                  </a:moveTo>
                  <a:lnTo>
                    <a:pt x="146" y="92"/>
                  </a:lnTo>
                  <a:lnTo>
                    <a:pt x="80" y="158"/>
                  </a:lnTo>
                  <a:lnTo>
                    <a:pt x="44" y="221"/>
                  </a:lnTo>
                  <a:lnTo>
                    <a:pt x="0" y="383"/>
                  </a:lnTo>
                  <a:lnTo>
                    <a:pt x="7" y="492"/>
                  </a:lnTo>
                  <a:lnTo>
                    <a:pt x="29" y="609"/>
                  </a:lnTo>
                  <a:lnTo>
                    <a:pt x="80" y="667"/>
                  </a:lnTo>
                  <a:lnTo>
                    <a:pt x="153" y="740"/>
                  </a:lnTo>
                  <a:lnTo>
                    <a:pt x="218" y="805"/>
                  </a:lnTo>
                  <a:lnTo>
                    <a:pt x="320" y="849"/>
                  </a:lnTo>
                  <a:lnTo>
                    <a:pt x="437" y="885"/>
                  </a:lnTo>
                  <a:lnTo>
                    <a:pt x="531" y="900"/>
                  </a:lnTo>
                  <a:lnTo>
                    <a:pt x="727" y="704"/>
                  </a:lnTo>
                  <a:lnTo>
                    <a:pt x="626" y="689"/>
                  </a:lnTo>
                  <a:lnTo>
                    <a:pt x="546" y="667"/>
                  </a:lnTo>
                  <a:lnTo>
                    <a:pt x="451" y="638"/>
                  </a:lnTo>
                  <a:lnTo>
                    <a:pt x="393" y="587"/>
                  </a:lnTo>
                  <a:lnTo>
                    <a:pt x="306" y="521"/>
                  </a:lnTo>
                  <a:lnTo>
                    <a:pt x="277" y="471"/>
                  </a:lnTo>
                  <a:lnTo>
                    <a:pt x="236" y="385"/>
                  </a:lnTo>
                  <a:lnTo>
                    <a:pt x="207" y="312"/>
                  </a:lnTo>
                  <a:lnTo>
                    <a:pt x="207" y="211"/>
                  </a:lnTo>
                  <a:lnTo>
                    <a:pt x="218" y="107"/>
                  </a:lnTo>
                  <a:lnTo>
                    <a:pt x="265" y="0"/>
                  </a:lnTo>
                  <a:close/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rgbClr val="3366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 flipH="1">
              <a:off x="4185" y="2569"/>
              <a:ext cx="204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8"/>
            <p:cNvSpPr/>
            <p:nvPr/>
          </p:nvSpPr>
          <p:spPr bwMode="auto">
            <a:xfrm>
              <a:off x="4187" y="3527"/>
              <a:ext cx="194" cy="193"/>
            </a:xfrm>
            <a:custGeom>
              <a:avLst/>
              <a:gdLst>
                <a:gd name="T0" fmla="*/ 194 w 194"/>
                <a:gd name="T1" fmla="*/ 0 h 193"/>
                <a:gd name="T2" fmla="*/ 0 w 194"/>
                <a:gd name="T3" fmla="*/ 193 h 193"/>
                <a:gd name="T4" fmla="*/ 0 60000 65536"/>
                <a:gd name="T5" fmla="*/ 0 60000 65536"/>
                <a:gd name="T6" fmla="*/ 0 w 194"/>
                <a:gd name="T7" fmla="*/ 0 h 193"/>
                <a:gd name="T8" fmla="*/ 194 w 194"/>
                <a:gd name="T9" fmla="*/ 193 h 1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4" h="193">
                  <a:moveTo>
                    <a:pt x="194" y="0"/>
                  </a:moveTo>
                  <a:lnTo>
                    <a:pt x="0" y="193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Arc 9"/>
            <p:cNvSpPr/>
            <p:nvPr/>
          </p:nvSpPr>
          <p:spPr bwMode="auto">
            <a:xfrm flipH="1">
              <a:off x="3655" y="2758"/>
              <a:ext cx="547" cy="956"/>
            </a:xfrm>
            <a:custGeom>
              <a:avLst/>
              <a:gdLst>
                <a:gd name="T0" fmla="*/ 0 w 21600"/>
                <a:gd name="T1" fmla="*/ 0 h 43199"/>
                <a:gd name="T2" fmla="*/ 0 w 21600"/>
                <a:gd name="T3" fmla="*/ 0 h 43199"/>
                <a:gd name="T4" fmla="*/ 0 w 21600"/>
                <a:gd name="T5" fmla="*/ 0 h 431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99"/>
                <a:gd name="T11" fmla="*/ 21600 w 21600"/>
                <a:gd name="T12" fmla="*/ 43199 h 43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</a:path>
                <a:path w="21600" h="431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62"/>
                    <a:pt x="12033" y="43104"/>
                    <a:pt x="17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10"/>
            <p:cNvSpPr/>
            <p:nvPr/>
          </p:nvSpPr>
          <p:spPr bwMode="auto">
            <a:xfrm>
              <a:off x="3848" y="2824"/>
              <a:ext cx="540" cy="696"/>
            </a:xfrm>
            <a:custGeom>
              <a:avLst/>
              <a:gdLst>
                <a:gd name="T0" fmla="*/ 86 w 540"/>
                <a:gd name="T1" fmla="*/ 0 h 696"/>
                <a:gd name="T2" fmla="*/ 13 w 540"/>
                <a:gd name="T3" fmla="*/ 109 h 696"/>
                <a:gd name="T4" fmla="*/ 6 w 540"/>
                <a:gd name="T5" fmla="*/ 211 h 696"/>
                <a:gd name="T6" fmla="*/ 24 w 540"/>
                <a:gd name="T7" fmla="*/ 332 h 696"/>
                <a:gd name="T8" fmla="*/ 53 w 540"/>
                <a:gd name="T9" fmla="*/ 420 h 696"/>
                <a:gd name="T10" fmla="*/ 97 w 540"/>
                <a:gd name="T11" fmla="*/ 492 h 696"/>
                <a:gd name="T12" fmla="*/ 148 w 540"/>
                <a:gd name="T13" fmla="*/ 550 h 696"/>
                <a:gd name="T14" fmla="*/ 206 w 540"/>
                <a:gd name="T15" fmla="*/ 587 h 696"/>
                <a:gd name="T16" fmla="*/ 264 w 540"/>
                <a:gd name="T17" fmla="*/ 630 h 696"/>
                <a:gd name="T18" fmla="*/ 344 w 540"/>
                <a:gd name="T19" fmla="*/ 660 h 696"/>
                <a:gd name="T20" fmla="*/ 446 w 540"/>
                <a:gd name="T21" fmla="*/ 681 h 696"/>
                <a:gd name="T22" fmla="*/ 540 w 540"/>
                <a:gd name="T23" fmla="*/ 696 h 69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40"/>
                <a:gd name="T37" fmla="*/ 0 h 696"/>
                <a:gd name="T38" fmla="*/ 540 w 540"/>
                <a:gd name="T39" fmla="*/ 696 h 69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40" h="696">
                  <a:moveTo>
                    <a:pt x="86" y="0"/>
                  </a:moveTo>
                  <a:cubicBezTo>
                    <a:pt x="75" y="19"/>
                    <a:pt x="26" y="74"/>
                    <a:pt x="13" y="109"/>
                  </a:cubicBezTo>
                  <a:cubicBezTo>
                    <a:pt x="0" y="144"/>
                    <a:pt x="4" y="174"/>
                    <a:pt x="6" y="211"/>
                  </a:cubicBezTo>
                  <a:cubicBezTo>
                    <a:pt x="8" y="248"/>
                    <a:pt x="16" y="297"/>
                    <a:pt x="24" y="332"/>
                  </a:cubicBezTo>
                  <a:cubicBezTo>
                    <a:pt x="32" y="367"/>
                    <a:pt x="41" y="393"/>
                    <a:pt x="53" y="420"/>
                  </a:cubicBezTo>
                  <a:cubicBezTo>
                    <a:pt x="65" y="447"/>
                    <a:pt x="81" y="470"/>
                    <a:pt x="97" y="492"/>
                  </a:cubicBezTo>
                  <a:cubicBezTo>
                    <a:pt x="113" y="514"/>
                    <a:pt x="130" y="534"/>
                    <a:pt x="148" y="550"/>
                  </a:cubicBezTo>
                  <a:cubicBezTo>
                    <a:pt x="166" y="566"/>
                    <a:pt x="187" y="574"/>
                    <a:pt x="206" y="587"/>
                  </a:cubicBezTo>
                  <a:cubicBezTo>
                    <a:pt x="225" y="600"/>
                    <a:pt x="241" y="618"/>
                    <a:pt x="264" y="630"/>
                  </a:cubicBezTo>
                  <a:cubicBezTo>
                    <a:pt x="287" y="642"/>
                    <a:pt x="314" y="652"/>
                    <a:pt x="344" y="660"/>
                  </a:cubicBezTo>
                  <a:cubicBezTo>
                    <a:pt x="374" y="668"/>
                    <a:pt x="413" y="675"/>
                    <a:pt x="446" y="681"/>
                  </a:cubicBezTo>
                  <a:cubicBezTo>
                    <a:pt x="479" y="687"/>
                    <a:pt x="524" y="694"/>
                    <a:pt x="540" y="69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5" name="Group 11"/>
            <p:cNvGrpSpPr/>
            <p:nvPr/>
          </p:nvGrpSpPr>
          <p:grpSpPr bwMode="auto">
            <a:xfrm>
              <a:off x="2490" y="2882"/>
              <a:ext cx="1076" cy="711"/>
              <a:chOff x="1112" y="2271"/>
              <a:chExt cx="1076" cy="711"/>
            </a:xfrm>
          </p:grpSpPr>
          <p:sp>
            <p:nvSpPr>
              <p:cNvPr id="125" name="Freeform 12"/>
              <p:cNvSpPr/>
              <p:nvPr/>
            </p:nvSpPr>
            <p:spPr bwMode="auto">
              <a:xfrm>
                <a:off x="1235" y="2866"/>
                <a:ext cx="946" cy="102"/>
              </a:xfrm>
              <a:custGeom>
                <a:avLst/>
                <a:gdLst>
                  <a:gd name="T0" fmla="*/ 102 w 946"/>
                  <a:gd name="T1" fmla="*/ 0 h 102"/>
                  <a:gd name="T2" fmla="*/ 0 w 946"/>
                  <a:gd name="T3" fmla="*/ 102 h 102"/>
                  <a:gd name="T4" fmla="*/ 946 w 946"/>
                  <a:gd name="T5" fmla="*/ 102 h 102"/>
                  <a:gd name="T6" fmla="*/ 946 w 946"/>
                  <a:gd name="T7" fmla="*/ 0 h 102"/>
                  <a:gd name="T8" fmla="*/ 102 w 946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6"/>
                  <a:gd name="T16" fmla="*/ 0 h 102"/>
                  <a:gd name="T17" fmla="*/ 946 w 946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6" h="102">
                    <a:moveTo>
                      <a:pt x="102" y="0"/>
                    </a:moveTo>
                    <a:lnTo>
                      <a:pt x="0" y="102"/>
                    </a:lnTo>
                    <a:lnTo>
                      <a:pt x="946" y="102"/>
                    </a:lnTo>
                    <a:lnTo>
                      <a:pt x="946" y="0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Rectangle 13"/>
              <p:cNvSpPr>
                <a:spLocks noChangeArrowheads="1"/>
              </p:cNvSpPr>
              <p:nvPr/>
            </p:nvSpPr>
            <p:spPr bwMode="auto">
              <a:xfrm>
                <a:off x="1345" y="2277"/>
                <a:ext cx="836" cy="582"/>
              </a:xfrm>
              <a:prstGeom prst="rect">
                <a:avLst/>
              </a:prstGeom>
              <a:gradFill rotWithShape="0">
                <a:gsLst>
                  <a:gs pos="0">
                    <a:srgbClr val="767600"/>
                  </a:gs>
                  <a:gs pos="100000">
                    <a:srgbClr val="FFFF00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27" name="Group 14"/>
              <p:cNvGrpSpPr/>
              <p:nvPr/>
            </p:nvGrpSpPr>
            <p:grpSpPr bwMode="auto">
              <a:xfrm>
                <a:off x="1112" y="2271"/>
                <a:ext cx="1076" cy="711"/>
                <a:chOff x="1112" y="2271"/>
                <a:chExt cx="1076" cy="711"/>
              </a:xfrm>
            </p:grpSpPr>
            <p:sp>
              <p:nvSpPr>
                <p:cNvPr id="129" name="Line 15"/>
                <p:cNvSpPr>
                  <a:spLocks noChangeShapeType="1"/>
                </p:cNvSpPr>
                <p:nvPr/>
              </p:nvSpPr>
              <p:spPr bwMode="auto">
                <a:xfrm>
                  <a:off x="1242" y="2969"/>
                  <a:ext cx="939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0" name="Line 16"/>
                <p:cNvSpPr>
                  <a:spLocks noChangeShapeType="1"/>
                </p:cNvSpPr>
                <p:nvPr/>
              </p:nvSpPr>
              <p:spPr bwMode="auto">
                <a:xfrm>
                  <a:off x="2181" y="2271"/>
                  <a:ext cx="0" cy="711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" name="Line 17"/>
                <p:cNvSpPr>
                  <a:spLocks noChangeShapeType="1"/>
                </p:cNvSpPr>
                <p:nvPr/>
              </p:nvSpPr>
              <p:spPr bwMode="auto">
                <a:xfrm>
                  <a:off x="1345" y="2867"/>
                  <a:ext cx="843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" name="Freeform 18"/>
                <p:cNvSpPr/>
                <p:nvPr/>
              </p:nvSpPr>
              <p:spPr bwMode="auto">
                <a:xfrm>
                  <a:off x="1112" y="2285"/>
                  <a:ext cx="218" cy="683"/>
                </a:xfrm>
                <a:custGeom>
                  <a:avLst/>
                  <a:gdLst>
                    <a:gd name="T0" fmla="*/ 65 w 218"/>
                    <a:gd name="T1" fmla="*/ 0 h 683"/>
                    <a:gd name="T2" fmla="*/ 218 w 218"/>
                    <a:gd name="T3" fmla="*/ 0 h 683"/>
                    <a:gd name="T4" fmla="*/ 218 w 218"/>
                    <a:gd name="T5" fmla="*/ 574 h 683"/>
                    <a:gd name="T6" fmla="*/ 109 w 218"/>
                    <a:gd name="T7" fmla="*/ 683 h 683"/>
                    <a:gd name="T8" fmla="*/ 0 w 218"/>
                    <a:gd name="T9" fmla="*/ 683 h 683"/>
                    <a:gd name="T10" fmla="*/ 0 w 218"/>
                    <a:gd name="T11" fmla="*/ 0 h 683"/>
                    <a:gd name="T12" fmla="*/ 109 w 218"/>
                    <a:gd name="T13" fmla="*/ 0 h 683"/>
                    <a:gd name="T14" fmla="*/ 65 w 218"/>
                    <a:gd name="T15" fmla="*/ 0 h 68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18"/>
                    <a:gd name="T25" fmla="*/ 0 h 683"/>
                    <a:gd name="T26" fmla="*/ 218 w 218"/>
                    <a:gd name="T27" fmla="*/ 683 h 683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8" h="683">
                      <a:moveTo>
                        <a:pt x="65" y="0"/>
                      </a:moveTo>
                      <a:lnTo>
                        <a:pt x="218" y="0"/>
                      </a:lnTo>
                      <a:lnTo>
                        <a:pt x="218" y="574"/>
                      </a:lnTo>
                      <a:lnTo>
                        <a:pt x="109" y="683"/>
                      </a:lnTo>
                      <a:lnTo>
                        <a:pt x="0" y="683"/>
                      </a:lnTo>
                      <a:lnTo>
                        <a:pt x="0" y="0"/>
                      </a:lnTo>
                      <a:lnTo>
                        <a:pt x="109" y="0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noFill/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337" y="2278"/>
                  <a:ext cx="0" cy="589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4" name="Line 20"/>
                <p:cNvSpPr>
                  <a:spLocks noChangeShapeType="1"/>
                </p:cNvSpPr>
                <p:nvPr/>
              </p:nvSpPr>
              <p:spPr bwMode="auto">
                <a:xfrm>
                  <a:off x="1220" y="2279"/>
                  <a:ext cx="961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28" name="Freeform 21"/>
              <p:cNvSpPr/>
              <p:nvPr/>
            </p:nvSpPr>
            <p:spPr bwMode="auto">
              <a:xfrm>
                <a:off x="1235" y="2859"/>
                <a:ext cx="117" cy="118"/>
              </a:xfrm>
              <a:custGeom>
                <a:avLst/>
                <a:gdLst>
                  <a:gd name="T0" fmla="*/ 0 w 117"/>
                  <a:gd name="T1" fmla="*/ 118 h 118"/>
                  <a:gd name="T2" fmla="*/ 117 w 117"/>
                  <a:gd name="T3" fmla="*/ 0 h 118"/>
                  <a:gd name="T4" fmla="*/ 0 60000 65536"/>
                  <a:gd name="T5" fmla="*/ 0 60000 65536"/>
                  <a:gd name="T6" fmla="*/ 0 w 117"/>
                  <a:gd name="T7" fmla="*/ 0 h 118"/>
                  <a:gd name="T8" fmla="*/ 117 w 117"/>
                  <a:gd name="T9" fmla="*/ 118 h 11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7" h="118">
                    <a:moveTo>
                      <a:pt x="0" y="118"/>
                    </a:moveTo>
                    <a:lnTo>
                      <a:pt x="117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6" name="Group 22"/>
            <p:cNvGrpSpPr/>
            <p:nvPr/>
          </p:nvGrpSpPr>
          <p:grpSpPr bwMode="auto">
            <a:xfrm>
              <a:off x="2760" y="3002"/>
              <a:ext cx="772" cy="322"/>
              <a:chOff x="1437" y="3053"/>
              <a:chExt cx="772" cy="322"/>
            </a:xfrm>
          </p:grpSpPr>
          <p:grpSp>
            <p:nvGrpSpPr>
              <p:cNvPr id="113" name="Group 23"/>
              <p:cNvGrpSpPr/>
              <p:nvPr/>
            </p:nvGrpSpPr>
            <p:grpSpPr bwMode="auto">
              <a:xfrm>
                <a:off x="1437" y="3053"/>
                <a:ext cx="364" cy="322"/>
                <a:chOff x="2916" y="2422"/>
                <a:chExt cx="364" cy="322"/>
              </a:xfrm>
            </p:grpSpPr>
            <p:sp>
              <p:nvSpPr>
                <p:cNvPr id="120" name="Freeform 24"/>
                <p:cNvSpPr/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21" name="Freeform 25"/>
                <p:cNvSpPr/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22" name="Group 26"/>
                <p:cNvGrpSpPr/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123" name="Oval 27"/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24" name="Freeform 28"/>
                  <p:cNvSpPr/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114" name="Group 29"/>
              <p:cNvGrpSpPr/>
              <p:nvPr/>
            </p:nvGrpSpPr>
            <p:grpSpPr bwMode="auto">
              <a:xfrm>
                <a:off x="1845" y="3053"/>
                <a:ext cx="364" cy="322"/>
                <a:chOff x="2916" y="2422"/>
                <a:chExt cx="364" cy="322"/>
              </a:xfrm>
            </p:grpSpPr>
            <p:sp>
              <p:nvSpPr>
                <p:cNvPr id="115" name="Freeform 30"/>
                <p:cNvSpPr/>
                <p:nvPr/>
              </p:nvSpPr>
              <p:spPr bwMode="auto">
                <a:xfrm>
                  <a:off x="3032" y="2422"/>
                  <a:ext cx="248" cy="225"/>
                </a:xfrm>
                <a:custGeom>
                  <a:avLst/>
                  <a:gdLst>
                    <a:gd name="T0" fmla="*/ 0 w 248"/>
                    <a:gd name="T1" fmla="*/ 22 h 225"/>
                    <a:gd name="T2" fmla="*/ 8 w 248"/>
                    <a:gd name="T3" fmla="*/ 95 h 225"/>
                    <a:gd name="T4" fmla="*/ 37 w 248"/>
                    <a:gd name="T5" fmla="*/ 138 h 225"/>
                    <a:gd name="T6" fmla="*/ 59 w 248"/>
                    <a:gd name="T7" fmla="*/ 182 h 225"/>
                    <a:gd name="T8" fmla="*/ 102 w 248"/>
                    <a:gd name="T9" fmla="*/ 211 h 225"/>
                    <a:gd name="T10" fmla="*/ 168 w 248"/>
                    <a:gd name="T11" fmla="*/ 218 h 225"/>
                    <a:gd name="T12" fmla="*/ 226 w 248"/>
                    <a:gd name="T13" fmla="*/ 225 h 225"/>
                    <a:gd name="T14" fmla="*/ 248 w 248"/>
                    <a:gd name="T15" fmla="*/ 175 h 225"/>
                    <a:gd name="T16" fmla="*/ 226 w 248"/>
                    <a:gd name="T17" fmla="*/ 87 h 225"/>
                    <a:gd name="T18" fmla="*/ 168 w 248"/>
                    <a:gd name="T19" fmla="*/ 29 h 225"/>
                    <a:gd name="T20" fmla="*/ 109 w 248"/>
                    <a:gd name="T21" fmla="*/ 7 h 225"/>
                    <a:gd name="T22" fmla="*/ 66 w 248"/>
                    <a:gd name="T23" fmla="*/ 0 h 225"/>
                    <a:gd name="T24" fmla="*/ 0 w 248"/>
                    <a:gd name="T25" fmla="*/ 22 h 225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48"/>
                    <a:gd name="T40" fmla="*/ 0 h 225"/>
                    <a:gd name="T41" fmla="*/ 248 w 248"/>
                    <a:gd name="T42" fmla="*/ 225 h 225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48" h="225">
                      <a:moveTo>
                        <a:pt x="0" y="22"/>
                      </a:moveTo>
                      <a:lnTo>
                        <a:pt x="8" y="95"/>
                      </a:lnTo>
                      <a:lnTo>
                        <a:pt x="37" y="138"/>
                      </a:lnTo>
                      <a:lnTo>
                        <a:pt x="59" y="182"/>
                      </a:lnTo>
                      <a:lnTo>
                        <a:pt x="102" y="211"/>
                      </a:lnTo>
                      <a:lnTo>
                        <a:pt x="168" y="218"/>
                      </a:lnTo>
                      <a:lnTo>
                        <a:pt x="226" y="225"/>
                      </a:lnTo>
                      <a:lnTo>
                        <a:pt x="248" y="175"/>
                      </a:lnTo>
                      <a:lnTo>
                        <a:pt x="226" y="87"/>
                      </a:lnTo>
                      <a:lnTo>
                        <a:pt x="168" y="29"/>
                      </a:lnTo>
                      <a:lnTo>
                        <a:pt x="109" y="7"/>
                      </a:lnTo>
                      <a:lnTo>
                        <a:pt x="66" y="0"/>
                      </a:lnTo>
                      <a:lnTo>
                        <a:pt x="0" y="2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>
                  <a:solidFill>
                    <a:srgbClr val="000000"/>
                  </a:solidFill>
                  <a:round/>
                </a:ln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" name="Freeform 31"/>
                <p:cNvSpPr/>
                <p:nvPr/>
              </p:nvSpPr>
              <p:spPr bwMode="auto">
                <a:xfrm>
                  <a:off x="2916" y="2437"/>
                  <a:ext cx="349" cy="305"/>
                </a:xfrm>
                <a:custGeom>
                  <a:avLst/>
                  <a:gdLst>
                    <a:gd name="T0" fmla="*/ 116 w 349"/>
                    <a:gd name="T1" fmla="*/ 0 h 305"/>
                    <a:gd name="T2" fmla="*/ 44 w 349"/>
                    <a:gd name="T3" fmla="*/ 36 h 305"/>
                    <a:gd name="T4" fmla="*/ 15 w 349"/>
                    <a:gd name="T5" fmla="*/ 102 h 305"/>
                    <a:gd name="T6" fmla="*/ 0 w 349"/>
                    <a:gd name="T7" fmla="*/ 167 h 305"/>
                    <a:gd name="T8" fmla="*/ 22 w 349"/>
                    <a:gd name="T9" fmla="*/ 233 h 305"/>
                    <a:gd name="T10" fmla="*/ 58 w 349"/>
                    <a:gd name="T11" fmla="*/ 276 h 305"/>
                    <a:gd name="T12" fmla="*/ 116 w 349"/>
                    <a:gd name="T13" fmla="*/ 298 h 305"/>
                    <a:gd name="T14" fmla="*/ 204 w 349"/>
                    <a:gd name="T15" fmla="*/ 305 h 305"/>
                    <a:gd name="T16" fmla="*/ 284 w 349"/>
                    <a:gd name="T17" fmla="*/ 291 h 305"/>
                    <a:gd name="T18" fmla="*/ 327 w 349"/>
                    <a:gd name="T19" fmla="*/ 254 h 305"/>
                    <a:gd name="T20" fmla="*/ 349 w 349"/>
                    <a:gd name="T21" fmla="*/ 211 h 305"/>
                    <a:gd name="T22" fmla="*/ 291 w 349"/>
                    <a:gd name="T23" fmla="*/ 211 h 305"/>
                    <a:gd name="T24" fmla="*/ 211 w 349"/>
                    <a:gd name="T25" fmla="*/ 196 h 305"/>
                    <a:gd name="T26" fmla="*/ 153 w 349"/>
                    <a:gd name="T27" fmla="*/ 131 h 305"/>
                    <a:gd name="T28" fmla="*/ 131 w 349"/>
                    <a:gd name="T29" fmla="*/ 80 h 305"/>
                    <a:gd name="T30" fmla="*/ 116 w 349"/>
                    <a:gd name="T31" fmla="*/ 0 h 305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349"/>
                    <a:gd name="T49" fmla="*/ 0 h 305"/>
                    <a:gd name="T50" fmla="*/ 349 w 349"/>
                    <a:gd name="T51" fmla="*/ 305 h 305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349" h="305">
                      <a:moveTo>
                        <a:pt x="116" y="0"/>
                      </a:moveTo>
                      <a:lnTo>
                        <a:pt x="44" y="36"/>
                      </a:lnTo>
                      <a:lnTo>
                        <a:pt x="15" y="102"/>
                      </a:lnTo>
                      <a:lnTo>
                        <a:pt x="0" y="167"/>
                      </a:lnTo>
                      <a:lnTo>
                        <a:pt x="22" y="233"/>
                      </a:lnTo>
                      <a:lnTo>
                        <a:pt x="58" y="276"/>
                      </a:lnTo>
                      <a:lnTo>
                        <a:pt x="116" y="298"/>
                      </a:lnTo>
                      <a:lnTo>
                        <a:pt x="204" y="305"/>
                      </a:lnTo>
                      <a:lnTo>
                        <a:pt x="284" y="291"/>
                      </a:lnTo>
                      <a:lnTo>
                        <a:pt x="327" y="254"/>
                      </a:lnTo>
                      <a:lnTo>
                        <a:pt x="349" y="211"/>
                      </a:lnTo>
                      <a:lnTo>
                        <a:pt x="291" y="211"/>
                      </a:lnTo>
                      <a:lnTo>
                        <a:pt x="211" y="196"/>
                      </a:lnTo>
                      <a:lnTo>
                        <a:pt x="153" y="131"/>
                      </a:lnTo>
                      <a:lnTo>
                        <a:pt x="131" y="8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764700"/>
                    </a:gs>
                    <a:gs pos="50000">
                      <a:srgbClr val="FF9900"/>
                    </a:gs>
                    <a:gs pos="100000">
                      <a:srgbClr val="764700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117" name="Group 32"/>
                <p:cNvGrpSpPr/>
                <p:nvPr/>
              </p:nvGrpSpPr>
              <p:grpSpPr bwMode="auto">
                <a:xfrm>
                  <a:off x="2923" y="2422"/>
                  <a:ext cx="350" cy="322"/>
                  <a:chOff x="1425" y="2378"/>
                  <a:chExt cx="350" cy="322"/>
                </a:xfrm>
              </p:grpSpPr>
              <p:sp>
                <p:nvSpPr>
                  <p:cNvPr id="118" name="Oval 33"/>
                  <p:cNvSpPr>
                    <a:spLocks noChangeArrowheads="1"/>
                  </p:cNvSpPr>
                  <p:nvPr/>
                </p:nvSpPr>
                <p:spPr bwMode="auto">
                  <a:xfrm>
                    <a:off x="1425" y="2378"/>
                    <a:ext cx="350" cy="322"/>
                  </a:xfrm>
                  <a:prstGeom prst="ellipse">
                    <a:avLst/>
                  </a:pr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9" name="Freeform 34"/>
                  <p:cNvSpPr/>
                  <p:nvPr/>
                </p:nvSpPr>
                <p:spPr bwMode="auto">
                  <a:xfrm>
                    <a:off x="1542" y="2386"/>
                    <a:ext cx="218" cy="218"/>
                  </a:xfrm>
                  <a:custGeom>
                    <a:avLst/>
                    <a:gdLst>
                      <a:gd name="T0" fmla="*/ 0 w 218"/>
                      <a:gd name="T1" fmla="*/ 0 h 218"/>
                      <a:gd name="T2" fmla="*/ 7 w 218"/>
                      <a:gd name="T3" fmla="*/ 65 h 218"/>
                      <a:gd name="T4" fmla="*/ 29 w 218"/>
                      <a:gd name="T5" fmla="*/ 131 h 218"/>
                      <a:gd name="T6" fmla="*/ 65 w 218"/>
                      <a:gd name="T7" fmla="*/ 181 h 218"/>
                      <a:gd name="T8" fmla="*/ 138 w 218"/>
                      <a:gd name="T9" fmla="*/ 211 h 218"/>
                      <a:gd name="T10" fmla="*/ 218 w 218"/>
                      <a:gd name="T11" fmla="*/ 218 h 218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18"/>
                      <a:gd name="T19" fmla="*/ 0 h 218"/>
                      <a:gd name="T20" fmla="*/ 218 w 218"/>
                      <a:gd name="T21" fmla="*/ 218 h 218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18" h="218">
                        <a:moveTo>
                          <a:pt x="0" y="0"/>
                        </a:moveTo>
                        <a:cubicBezTo>
                          <a:pt x="1" y="11"/>
                          <a:pt x="2" y="43"/>
                          <a:pt x="7" y="65"/>
                        </a:cubicBezTo>
                        <a:cubicBezTo>
                          <a:pt x="12" y="87"/>
                          <a:pt x="19" y="112"/>
                          <a:pt x="29" y="131"/>
                        </a:cubicBezTo>
                        <a:cubicBezTo>
                          <a:pt x="39" y="150"/>
                          <a:pt x="47" y="168"/>
                          <a:pt x="65" y="181"/>
                        </a:cubicBezTo>
                        <a:cubicBezTo>
                          <a:pt x="83" y="194"/>
                          <a:pt x="113" y="205"/>
                          <a:pt x="138" y="211"/>
                        </a:cubicBezTo>
                        <a:cubicBezTo>
                          <a:pt x="163" y="217"/>
                          <a:pt x="201" y="217"/>
                          <a:pt x="218" y="218"/>
                        </a:cubicBezTo>
                      </a:path>
                    </a:pathLst>
                  </a:custGeom>
                  <a:noFill/>
                  <a:ln w="38100">
                    <a:solidFill>
                      <a:srgbClr val="333399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  <p:sp>
          <p:nvSpPr>
            <p:cNvPr id="77" name="Freeform 35"/>
            <p:cNvSpPr/>
            <p:nvPr/>
          </p:nvSpPr>
          <p:spPr bwMode="auto">
            <a:xfrm>
              <a:off x="3718" y="3556"/>
              <a:ext cx="698" cy="255"/>
            </a:xfrm>
            <a:custGeom>
              <a:avLst/>
              <a:gdLst>
                <a:gd name="T0" fmla="*/ 147 w 698"/>
                <a:gd name="T1" fmla="*/ 0 h 255"/>
                <a:gd name="T2" fmla="*/ 205 w 698"/>
                <a:gd name="T3" fmla="*/ 20 h 255"/>
                <a:gd name="T4" fmla="*/ 275 w 698"/>
                <a:gd name="T5" fmla="*/ 39 h 255"/>
                <a:gd name="T6" fmla="*/ 339 w 698"/>
                <a:gd name="T7" fmla="*/ 58 h 255"/>
                <a:gd name="T8" fmla="*/ 416 w 698"/>
                <a:gd name="T9" fmla="*/ 58 h 255"/>
                <a:gd name="T10" fmla="*/ 463 w 698"/>
                <a:gd name="T11" fmla="*/ 52 h 255"/>
                <a:gd name="T12" fmla="*/ 512 w 698"/>
                <a:gd name="T13" fmla="*/ 20 h 255"/>
                <a:gd name="T14" fmla="*/ 480 w 698"/>
                <a:gd name="T15" fmla="*/ 71 h 255"/>
                <a:gd name="T16" fmla="*/ 416 w 698"/>
                <a:gd name="T17" fmla="*/ 122 h 255"/>
                <a:gd name="T18" fmla="*/ 698 w 698"/>
                <a:gd name="T19" fmla="*/ 122 h 255"/>
                <a:gd name="T20" fmla="*/ 659 w 698"/>
                <a:gd name="T21" fmla="*/ 160 h 255"/>
                <a:gd name="T22" fmla="*/ 595 w 698"/>
                <a:gd name="T23" fmla="*/ 199 h 255"/>
                <a:gd name="T24" fmla="*/ 499 w 698"/>
                <a:gd name="T25" fmla="*/ 237 h 255"/>
                <a:gd name="T26" fmla="*/ 391 w 698"/>
                <a:gd name="T27" fmla="*/ 248 h 255"/>
                <a:gd name="T28" fmla="*/ 282 w 698"/>
                <a:gd name="T29" fmla="*/ 255 h 255"/>
                <a:gd name="T30" fmla="*/ 199 w 698"/>
                <a:gd name="T31" fmla="*/ 237 h 255"/>
                <a:gd name="T32" fmla="*/ 135 w 698"/>
                <a:gd name="T33" fmla="*/ 212 h 255"/>
                <a:gd name="T34" fmla="*/ 64 w 698"/>
                <a:gd name="T35" fmla="*/ 180 h 255"/>
                <a:gd name="T36" fmla="*/ 0 w 698"/>
                <a:gd name="T37" fmla="*/ 148 h 255"/>
                <a:gd name="T38" fmla="*/ 147 w 698"/>
                <a:gd name="T39" fmla="*/ 0 h 2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8"/>
                <a:gd name="T61" fmla="*/ 0 h 255"/>
                <a:gd name="T62" fmla="*/ 698 w 698"/>
                <a:gd name="T63" fmla="*/ 255 h 255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8" h="255">
                  <a:moveTo>
                    <a:pt x="147" y="0"/>
                  </a:moveTo>
                  <a:lnTo>
                    <a:pt x="205" y="20"/>
                  </a:lnTo>
                  <a:lnTo>
                    <a:pt x="275" y="39"/>
                  </a:lnTo>
                  <a:lnTo>
                    <a:pt x="339" y="58"/>
                  </a:lnTo>
                  <a:lnTo>
                    <a:pt x="416" y="58"/>
                  </a:lnTo>
                  <a:lnTo>
                    <a:pt x="463" y="52"/>
                  </a:lnTo>
                  <a:lnTo>
                    <a:pt x="512" y="20"/>
                  </a:lnTo>
                  <a:lnTo>
                    <a:pt x="480" y="71"/>
                  </a:lnTo>
                  <a:lnTo>
                    <a:pt x="416" y="122"/>
                  </a:lnTo>
                  <a:lnTo>
                    <a:pt x="698" y="122"/>
                  </a:lnTo>
                  <a:lnTo>
                    <a:pt x="659" y="160"/>
                  </a:lnTo>
                  <a:lnTo>
                    <a:pt x="595" y="199"/>
                  </a:lnTo>
                  <a:lnTo>
                    <a:pt x="499" y="237"/>
                  </a:lnTo>
                  <a:lnTo>
                    <a:pt x="391" y="248"/>
                  </a:lnTo>
                  <a:lnTo>
                    <a:pt x="282" y="255"/>
                  </a:lnTo>
                  <a:lnTo>
                    <a:pt x="199" y="237"/>
                  </a:lnTo>
                  <a:lnTo>
                    <a:pt x="135" y="212"/>
                  </a:lnTo>
                  <a:lnTo>
                    <a:pt x="64" y="180"/>
                  </a:lnTo>
                  <a:lnTo>
                    <a:pt x="0" y="148"/>
                  </a:lnTo>
                  <a:lnTo>
                    <a:pt x="147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Freeform 36"/>
            <p:cNvSpPr/>
            <p:nvPr/>
          </p:nvSpPr>
          <p:spPr bwMode="auto">
            <a:xfrm>
              <a:off x="4134" y="3217"/>
              <a:ext cx="320" cy="461"/>
            </a:xfrm>
            <a:custGeom>
              <a:avLst/>
              <a:gdLst>
                <a:gd name="T0" fmla="*/ 0 w 320"/>
                <a:gd name="T1" fmla="*/ 0 h 461"/>
                <a:gd name="T2" fmla="*/ 250 w 320"/>
                <a:gd name="T3" fmla="*/ 0 h 461"/>
                <a:gd name="T4" fmla="*/ 275 w 320"/>
                <a:gd name="T5" fmla="*/ 64 h 461"/>
                <a:gd name="T6" fmla="*/ 301 w 320"/>
                <a:gd name="T7" fmla="*/ 135 h 461"/>
                <a:gd name="T8" fmla="*/ 320 w 320"/>
                <a:gd name="T9" fmla="*/ 237 h 461"/>
                <a:gd name="T10" fmla="*/ 301 w 320"/>
                <a:gd name="T11" fmla="*/ 327 h 461"/>
                <a:gd name="T12" fmla="*/ 275 w 320"/>
                <a:gd name="T13" fmla="*/ 397 h 461"/>
                <a:gd name="T14" fmla="*/ 256 w 320"/>
                <a:gd name="T15" fmla="*/ 461 h 461"/>
                <a:gd name="T16" fmla="*/ 7 w 320"/>
                <a:gd name="T17" fmla="*/ 461 h 461"/>
                <a:gd name="T18" fmla="*/ 51 w 320"/>
                <a:gd name="T19" fmla="*/ 416 h 461"/>
                <a:gd name="T20" fmla="*/ 83 w 320"/>
                <a:gd name="T21" fmla="*/ 365 h 461"/>
                <a:gd name="T22" fmla="*/ 128 w 320"/>
                <a:gd name="T23" fmla="*/ 295 h 461"/>
                <a:gd name="T24" fmla="*/ 128 w 320"/>
                <a:gd name="T25" fmla="*/ 224 h 461"/>
                <a:gd name="T26" fmla="*/ 122 w 320"/>
                <a:gd name="T27" fmla="*/ 154 h 461"/>
                <a:gd name="T28" fmla="*/ 90 w 320"/>
                <a:gd name="T29" fmla="*/ 90 h 461"/>
                <a:gd name="T30" fmla="*/ 32 w 320"/>
                <a:gd name="T31" fmla="*/ 39 h 461"/>
                <a:gd name="T32" fmla="*/ 0 w 320"/>
                <a:gd name="T33" fmla="*/ 0 h 46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0"/>
                <a:gd name="T52" fmla="*/ 0 h 461"/>
                <a:gd name="T53" fmla="*/ 320 w 320"/>
                <a:gd name="T54" fmla="*/ 461 h 46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0" h="461">
                  <a:moveTo>
                    <a:pt x="0" y="0"/>
                  </a:moveTo>
                  <a:lnTo>
                    <a:pt x="250" y="0"/>
                  </a:lnTo>
                  <a:lnTo>
                    <a:pt x="275" y="64"/>
                  </a:lnTo>
                  <a:lnTo>
                    <a:pt x="301" y="135"/>
                  </a:lnTo>
                  <a:lnTo>
                    <a:pt x="320" y="237"/>
                  </a:lnTo>
                  <a:lnTo>
                    <a:pt x="301" y="327"/>
                  </a:lnTo>
                  <a:lnTo>
                    <a:pt x="275" y="397"/>
                  </a:lnTo>
                  <a:lnTo>
                    <a:pt x="256" y="461"/>
                  </a:lnTo>
                  <a:lnTo>
                    <a:pt x="7" y="461"/>
                  </a:lnTo>
                  <a:lnTo>
                    <a:pt x="51" y="416"/>
                  </a:lnTo>
                  <a:lnTo>
                    <a:pt x="83" y="365"/>
                  </a:lnTo>
                  <a:lnTo>
                    <a:pt x="128" y="295"/>
                  </a:lnTo>
                  <a:lnTo>
                    <a:pt x="128" y="224"/>
                  </a:lnTo>
                  <a:lnTo>
                    <a:pt x="122" y="154"/>
                  </a:lnTo>
                  <a:lnTo>
                    <a:pt x="90" y="90"/>
                  </a:lnTo>
                  <a:lnTo>
                    <a:pt x="32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37"/>
            <p:cNvSpPr/>
            <p:nvPr/>
          </p:nvSpPr>
          <p:spPr bwMode="auto">
            <a:xfrm>
              <a:off x="3411" y="3224"/>
              <a:ext cx="326" cy="455"/>
            </a:xfrm>
            <a:custGeom>
              <a:avLst/>
              <a:gdLst>
                <a:gd name="T0" fmla="*/ 70 w 326"/>
                <a:gd name="T1" fmla="*/ 0 h 455"/>
                <a:gd name="T2" fmla="*/ 326 w 326"/>
                <a:gd name="T3" fmla="*/ 0 h 455"/>
                <a:gd name="T4" fmla="*/ 250 w 326"/>
                <a:gd name="T5" fmla="*/ 51 h 455"/>
                <a:gd name="T6" fmla="*/ 211 w 326"/>
                <a:gd name="T7" fmla="*/ 121 h 455"/>
                <a:gd name="T8" fmla="*/ 192 w 326"/>
                <a:gd name="T9" fmla="*/ 211 h 455"/>
                <a:gd name="T10" fmla="*/ 198 w 326"/>
                <a:gd name="T11" fmla="*/ 281 h 455"/>
                <a:gd name="T12" fmla="*/ 230 w 326"/>
                <a:gd name="T13" fmla="*/ 332 h 455"/>
                <a:gd name="T14" fmla="*/ 262 w 326"/>
                <a:gd name="T15" fmla="*/ 377 h 455"/>
                <a:gd name="T16" fmla="*/ 307 w 326"/>
                <a:gd name="T17" fmla="*/ 455 h 455"/>
                <a:gd name="T18" fmla="*/ 205 w 326"/>
                <a:gd name="T19" fmla="*/ 454 h 455"/>
                <a:gd name="T20" fmla="*/ 77 w 326"/>
                <a:gd name="T21" fmla="*/ 448 h 455"/>
                <a:gd name="T22" fmla="*/ 51 w 326"/>
                <a:gd name="T23" fmla="*/ 403 h 455"/>
                <a:gd name="T24" fmla="*/ 19 w 326"/>
                <a:gd name="T25" fmla="*/ 348 h 455"/>
                <a:gd name="T26" fmla="*/ 0 w 326"/>
                <a:gd name="T27" fmla="*/ 278 h 455"/>
                <a:gd name="T28" fmla="*/ 0 w 326"/>
                <a:gd name="T29" fmla="*/ 160 h 455"/>
                <a:gd name="T30" fmla="*/ 26 w 326"/>
                <a:gd name="T31" fmla="*/ 115 h 455"/>
                <a:gd name="T32" fmla="*/ 45 w 326"/>
                <a:gd name="T33" fmla="*/ 82 h 455"/>
                <a:gd name="T34" fmla="*/ 70 w 326"/>
                <a:gd name="T35" fmla="*/ 0 h 45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26"/>
                <a:gd name="T55" fmla="*/ 0 h 455"/>
                <a:gd name="T56" fmla="*/ 326 w 326"/>
                <a:gd name="T57" fmla="*/ 455 h 45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26" h="455">
                  <a:moveTo>
                    <a:pt x="70" y="0"/>
                  </a:moveTo>
                  <a:lnTo>
                    <a:pt x="326" y="0"/>
                  </a:lnTo>
                  <a:lnTo>
                    <a:pt x="250" y="51"/>
                  </a:lnTo>
                  <a:lnTo>
                    <a:pt x="211" y="121"/>
                  </a:lnTo>
                  <a:lnTo>
                    <a:pt x="192" y="211"/>
                  </a:lnTo>
                  <a:lnTo>
                    <a:pt x="198" y="281"/>
                  </a:lnTo>
                  <a:lnTo>
                    <a:pt x="230" y="332"/>
                  </a:lnTo>
                  <a:lnTo>
                    <a:pt x="262" y="377"/>
                  </a:lnTo>
                  <a:lnTo>
                    <a:pt x="307" y="455"/>
                  </a:lnTo>
                  <a:lnTo>
                    <a:pt x="205" y="454"/>
                  </a:lnTo>
                  <a:lnTo>
                    <a:pt x="77" y="448"/>
                  </a:lnTo>
                  <a:lnTo>
                    <a:pt x="51" y="403"/>
                  </a:lnTo>
                  <a:lnTo>
                    <a:pt x="19" y="348"/>
                  </a:lnTo>
                  <a:lnTo>
                    <a:pt x="0" y="278"/>
                  </a:lnTo>
                  <a:lnTo>
                    <a:pt x="0" y="160"/>
                  </a:lnTo>
                  <a:lnTo>
                    <a:pt x="26" y="115"/>
                  </a:lnTo>
                  <a:lnTo>
                    <a:pt x="45" y="8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38"/>
            <p:cNvSpPr/>
            <p:nvPr/>
          </p:nvSpPr>
          <p:spPr bwMode="auto">
            <a:xfrm>
              <a:off x="3603" y="3032"/>
              <a:ext cx="646" cy="652"/>
            </a:xfrm>
            <a:custGeom>
              <a:avLst/>
              <a:gdLst>
                <a:gd name="T0" fmla="*/ 134 w 646"/>
                <a:gd name="T1" fmla="*/ 192 h 652"/>
                <a:gd name="T2" fmla="*/ 45 w 646"/>
                <a:gd name="T3" fmla="*/ 249 h 652"/>
                <a:gd name="T4" fmla="*/ 19 w 646"/>
                <a:gd name="T5" fmla="*/ 339 h 652"/>
                <a:gd name="T6" fmla="*/ 0 w 646"/>
                <a:gd name="T7" fmla="*/ 422 h 652"/>
                <a:gd name="T8" fmla="*/ 26 w 646"/>
                <a:gd name="T9" fmla="*/ 518 h 652"/>
                <a:gd name="T10" fmla="*/ 77 w 646"/>
                <a:gd name="T11" fmla="*/ 563 h 652"/>
                <a:gd name="T12" fmla="*/ 115 w 646"/>
                <a:gd name="T13" fmla="*/ 652 h 652"/>
                <a:gd name="T14" fmla="*/ 249 w 646"/>
                <a:gd name="T15" fmla="*/ 518 h 652"/>
                <a:gd name="T16" fmla="*/ 320 w 646"/>
                <a:gd name="T17" fmla="*/ 544 h 652"/>
                <a:gd name="T18" fmla="*/ 390 w 646"/>
                <a:gd name="T19" fmla="*/ 569 h 652"/>
                <a:gd name="T20" fmla="*/ 486 w 646"/>
                <a:gd name="T21" fmla="*/ 588 h 652"/>
                <a:gd name="T22" fmla="*/ 564 w 646"/>
                <a:gd name="T23" fmla="*/ 583 h 652"/>
                <a:gd name="T24" fmla="*/ 614 w 646"/>
                <a:gd name="T25" fmla="*/ 537 h 652"/>
                <a:gd name="T26" fmla="*/ 646 w 646"/>
                <a:gd name="T27" fmla="*/ 480 h 652"/>
                <a:gd name="T28" fmla="*/ 646 w 646"/>
                <a:gd name="T29" fmla="*/ 377 h 652"/>
                <a:gd name="T30" fmla="*/ 634 w 646"/>
                <a:gd name="T31" fmla="*/ 300 h 652"/>
                <a:gd name="T32" fmla="*/ 576 w 646"/>
                <a:gd name="T33" fmla="*/ 236 h 652"/>
                <a:gd name="T34" fmla="*/ 525 w 646"/>
                <a:gd name="T35" fmla="*/ 192 h 652"/>
                <a:gd name="T36" fmla="*/ 646 w 646"/>
                <a:gd name="T37" fmla="*/ 71 h 652"/>
                <a:gd name="T38" fmla="*/ 602 w 646"/>
                <a:gd name="T39" fmla="*/ 51 h 652"/>
                <a:gd name="T40" fmla="*/ 544 w 646"/>
                <a:gd name="T41" fmla="*/ 25 h 652"/>
                <a:gd name="T42" fmla="*/ 493 w 646"/>
                <a:gd name="T43" fmla="*/ 6 h 652"/>
                <a:gd name="T44" fmla="*/ 403 w 646"/>
                <a:gd name="T45" fmla="*/ 0 h 652"/>
                <a:gd name="T46" fmla="*/ 339 w 646"/>
                <a:gd name="T47" fmla="*/ 12 h 652"/>
                <a:gd name="T48" fmla="*/ 294 w 646"/>
                <a:gd name="T49" fmla="*/ 25 h 652"/>
                <a:gd name="T50" fmla="*/ 256 w 646"/>
                <a:gd name="T51" fmla="*/ 70 h 652"/>
                <a:gd name="T52" fmla="*/ 134 w 646"/>
                <a:gd name="T53" fmla="*/ 192 h 65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646"/>
                <a:gd name="T82" fmla="*/ 0 h 652"/>
                <a:gd name="T83" fmla="*/ 646 w 646"/>
                <a:gd name="T84" fmla="*/ 652 h 652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646" h="652">
                  <a:moveTo>
                    <a:pt x="134" y="192"/>
                  </a:moveTo>
                  <a:lnTo>
                    <a:pt x="45" y="249"/>
                  </a:lnTo>
                  <a:lnTo>
                    <a:pt x="19" y="339"/>
                  </a:lnTo>
                  <a:lnTo>
                    <a:pt x="0" y="422"/>
                  </a:lnTo>
                  <a:lnTo>
                    <a:pt x="26" y="518"/>
                  </a:lnTo>
                  <a:lnTo>
                    <a:pt x="77" y="563"/>
                  </a:lnTo>
                  <a:lnTo>
                    <a:pt x="115" y="652"/>
                  </a:lnTo>
                  <a:lnTo>
                    <a:pt x="249" y="518"/>
                  </a:lnTo>
                  <a:lnTo>
                    <a:pt x="320" y="544"/>
                  </a:lnTo>
                  <a:lnTo>
                    <a:pt x="390" y="569"/>
                  </a:lnTo>
                  <a:lnTo>
                    <a:pt x="486" y="588"/>
                  </a:lnTo>
                  <a:lnTo>
                    <a:pt x="564" y="583"/>
                  </a:lnTo>
                  <a:lnTo>
                    <a:pt x="614" y="537"/>
                  </a:lnTo>
                  <a:lnTo>
                    <a:pt x="646" y="480"/>
                  </a:lnTo>
                  <a:lnTo>
                    <a:pt x="646" y="377"/>
                  </a:lnTo>
                  <a:lnTo>
                    <a:pt x="634" y="300"/>
                  </a:lnTo>
                  <a:lnTo>
                    <a:pt x="576" y="236"/>
                  </a:lnTo>
                  <a:lnTo>
                    <a:pt x="525" y="192"/>
                  </a:lnTo>
                  <a:lnTo>
                    <a:pt x="646" y="71"/>
                  </a:lnTo>
                  <a:lnTo>
                    <a:pt x="602" y="51"/>
                  </a:lnTo>
                  <a:lnTo>
                    <a:pt x="544" y="25"/>
                  </a:lnTo>
                  <a:lnTo>
                    <a:pt x="493" y="6"/>
                  </a:lnTo>
                  <a:lnTo>
                    <a:pt x="403" y="0"/>
                  </a:lnTo>
                  <a:lnTo>
                    <a:pt x="339" y="12"/>
                  </a:lnTo>
                  <a:lnTo>
                    <a:pt x="294" y="25"/>
                  </a:lnTo>
                  <a:lnTo>
                    <a:pt x="256" y="70"/>
                  </a:lnTo>
                  <a:lnTo>
                    <a:pt x="134" y="192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39"/>
            <p:cNvSpPr/>
            <p:nvPr/>
          </p:nvSpPr>
          <p:spPr bwMode="auto">
            <a:xfrm>
              <a:off x="413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40"/>
            <p:cNvSpPr/>
            <p:nvPr/>
          </p:nvSpPr>
          <p:spPr bwMode="auto">
            <a:xfrm>
              <a:off x="3494" y="3102"/>
              <a:ext cx="371" cy="122"/>
            </a:xfrm>
            <a:custGeom>
              <a:avLst/>
              <a:gdLst>
                <a:gd name="T0" fmla="*/ 115 w 371"/>
                <a:gd name="T1" fmla="*/ 0 h 122"/>
                <a:gd name="T2" fmla="*/ 371 w 371"/>
                <a:gd name="T3" fmla="*/ 0 h 122"/>
                <a:gd name="T4" fmla="*/ 249 w 371"/>
                <a:gd name="T5" fmla="*/ 122 h 122"/>
                <a:gd name="T6" fmla="*/ 0 w 371"/>
                <a:gd name="T7" fmla="*/ 122 h 122"/>
                <a:gd name="T8" fmla="*/ 115 w 371"/>
                <a:gd name="T9" fmla="*/ 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1"/>
                <a:gd name="T16" fmla="*/ 0 h 122"/>
                <a:gd name="T17" fmla="*/ 371 w 371"/>
                <a:gd name="T18" fmla="*/ 122 h 1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1" h="122">
                  <a:moveTo>
                    <a:pt x="115" y="0"/>
                  </a:moveTo>
                  <a:lnTo>
                    <a:pt x="371" y="0"/>
                  </a:lnTo>
                  <a:lnTo>
                    <a:pt x="249" y="122"/>
                  </a:lnTo>
                  <a:lnTo>
                    <a:pt x="0" y="122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41"/>
            <p:cNvSpPr/>
            <p:nvPr/>
          </p:nvSpPr>
          <p:spPr bwMode="auto">
            <a:xfrm>
              <a:off x="3616" y="2840"/>
              <a:ext cx="877" cy="268"/>
            </a:xfrm>
            <a:custGeom>
              <a:avLst/>
              <a:gdLst>
                <a:gd name="T0" fmla="*/ 0 w 877"/>
                <a:gd name="T1" fmla="*/ 268 h 268"/>
                <a:gd name="T2" fmla="*/ 45 w 877"/>
                <a:gd name="T3" fmla="*/ 211 h 268"/>
                <a:gd name="T4" fmla="*/ 121 w 877"/>
                <a:gd name="T5" fmla="*/ 128 h 268"/>
                <a:gd name="T6" fmla="*/ 224 w 877"/>
                <a:gd name="T7" fmla="*/ 64 h 268"/>
                <a:gd name="T8" fmla="*/ 281 w 877"/>
                <a:gd name="T9" fmla="*/ 38 h 268"/>
                <a:gd name="T10" fmla="*/ 371 w 877"/>
                <a:gd name="T11" fmla="*/ 12 h 268"/>
                <a:gd name="T12" fmla="*/ 448 w 877"/>
                <a:gd name="T13" fmla="*/ 0 h 268"/>
                <a:gd name="T14" fmla="*/ 537 w 877"/>
                <a:gd name="T15" fmla="*/ 6 h 268"/>
                <a:gd name="T16" fmla="*/ 633 w 877"/>
                <a:gd name="T17" fmla="*/ 25 h 268"/>
                <a:gd name="T18" fmla="*/ 685 w 877"/>
                <a:gd name="T19" fmla="*/ 57 h 268"/>
                <a:gd name="T20" fmla="*/ 761 w 877"/>
                <a:gd name="T21" fmla="*/ 102 h 268"/>
                <a:gd name="T22" fmla="*/ 819 w 877"/>
                <a:gd name="T23" fmla="*/ 160 h 268"/>
                <a:gd name="T24" fmla="*/ 877 w 877"/>
                <a:gd name="T25" fmla="*/ 262 h 268"/>
                <a:gd name="T26" fmla="*/ 614 w 877"/>
                <a:gd name="T27" fmla="*/ 262 h 268"/>
                <a:gd name="T28" fmla="*/ 557 w 877"/>
                <a:gd name="T29" fmla="*/ 230 h 268"/>
                <a:gd name="T30" fmla="*/ 454 w 877"/>
                <a:gd name="T31" fmla="*/ 204 h 268"/>
                <a:gd name="T32" fmla="*/ 377 w 877"/>
                <a:gd name="T33" fmla="*/ 204 h 268"/>
                <a:gd name="T34" fmla="*/ 301 w 877"/>
                <a:gd name="T35" fmla="*/ 230 h 268"/>
                <a:gd name="T36" fmla="*/ 237 w 877"/>
                <a:gd name="T37" fmla="*/ 268 h 268"/>
                <a:gd name="T38" fmla="*/ 0 w 877"/>
                <a:gd name="T39" fmla="*/ 268 h 26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877"/>
                <a:gd name="T61" fmla="*/ 0 h 268"/>
                <a:gd name="T62" fmla="*/ 877 w 877"/>
                <a:gd name="T63" fmla="*/ 268 h 26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877" h="268">
                  <a:moveTo>
                    <a:pt x="0" y="268"/>
                  </a:moveTo>
                  <a:lnTo>
                    <a:pt x="45" y="211"/>
                  </a:lnTo>
                  <a:lnTo>
                    <a:pt x="121" y="128"/>
                  </a:lnTo>
                  <a:lnTo>
                    <a:pt x="224" y="64"/>
                  </a:lnTo>
                  <a:lnTo>
                    <a:pt x="281" y="38"/>
                  </a:lnTo>
                  <a:lnTo>
                    <a:pt x="371" y="12"/>
                  </a:lnTo>
                  <a:lnTo>
                    <a:pt x="448" y="0"/>
                  </a:lnTo>
                  <a:lnTo>
                    <a:pt x="537" y="6"/>
                  </a:lnTo>
                  <a:lnTo>
                    <a:pt x="633" y="25"/>
                  </a:lnTo>
                  <a:lnTo>
                    <a:pt x="685" y="57"/>
                  </a:lnTo>
                  <a:lnTo>
                    <a:pt x="761" y="102"/>
                  </a:lnTo>
                  <a:lnTo>
                    <a:pt x="819" y="160"/>
                  </a:lnTo>
                  <a:lnTo>
                    <a:pt x="877" y="262"/>
                  </a:lnTo>
                  <a:lnTo>
                    <a:pt x="614" y="262"/>
                  </a:lnTo>
                  <a:lnTo>
                    <a:pt x="557" y="230"/>
                  </a:lnTo>
                  <a:lnTo>
                    <a:pt x="454" y="204"/>
                  </a:lnTo>
                  <a:lnTo>
                    <a:pt x="377" y="204"/>
                  </a:lnTo>
                  <a:lnTo>
                    <a:pt x="301" y="230"/>
                  </a:lnTo>
                  <a:lnTo>
                    <a:pt x="237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42"/>
            <p:cNvSpPr>
              <a:spLocks noChangeShapeType="1"/>
            </p:cNvSpPr>
            <p:nvPr/>
          </p:nvSpPr>
          <p:spPr bwMode="auto">
            <a:xfrm>
              <a:off x="3485" y="3226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43"/>
            <p:cNvSpPr>
              <a:spLocks noChangeShapeType="1"/>
            </p:cNvSpPr>
            <p:nvPr/>
          </p:nvSpPr>
          <p:spPr bwMode="auto">
            <a:xfrm flipH="1">
              <a:off x="4376" y="3567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44"/>
            <p:cNvSpPr/>
            <p:nvPr/>
          </p:nvSpPr>
          <p:spPr bwMode="auto">
            <a:xfrm>
              <a:off x="3750" y="2552"/>
              <a:ext cx="1120" cy="1107"/>
            </a:xfrm>
            <a:custGeom>
              <a:avLst/>
              <a:gdLst>
                <a:gd name="T0" fmla="*/ 0 w 1120"/>
                <a:gd name="T1" fmla="*/ 409 h 1107"/>
                <a:gd name="T2" fmla="*/ 269 w 1120"/>
                <a:gd name="T3" fmla="*/ 140 h 1107"/>
                <a:gd name="T4" fmla="*/ 327 w 1120"/>
                <a:gd name="T5" fmla="*/ 76 h 1107"/>
                <a:gd name="T6" fmla="*/ 403 w 1120"/>
                <a:gd name="T7" fmla="*/ 38 h 1107"/>
                <a:gd name="T8" fmla="*/ 499 w 1120"/>
                <a:gd name="T9" fmla="*/ 12 h 1107"/>
                <a:gd name="T10" fmla="*/ 595 w 1120"/>
                <a:gd name="T11" fmla="*/ 0 h 1107"/>
                <a:gd name="T12" fmla="*/ 704 w 1120"/>
                <a:gd name="T13" fmla="*/ 6 h 1107"/>
                <a:gd name="T14" fmla="*/ 807 w 1120"/>
                <a:gd name="T15" fmla="*/ 38 h 1107"/>
                <a:gd name="T16" fmla="*/ 890 w 1120"/>
                <a:gd name="T17" fmla="*/ 83 h 1107"/>
                <a:gd name="T18" fmla="*/ 973 w 1120"/>
                <a:gd name="T19" fmla="*/ 128 h 1107"/>
                <a:gd name="T20" fmla="*/ 1005 w 1120"/>
                <a:gd name="T21" fmla="*/ 166 h 1107"/>
                <a:gd name="T22" fmla="*/ 1043 w 1120"/>
                <a:gd name="T23" fmla="*/ 224 h 1107"/>
                <a:gd name="T24" fmla="*/ 1082 w 1120"/>
                <a:gd name="T25" fmla="*/ 288 h 1107"/>
                <a:gd name="T26" fmla="*/ 1114 w 1120"/>
                <a:gd name="T27" fmla="*/ 364 h 1107"/>
                <a:gd name="T28" fmla="*/ 1120 w 1120"/>
                <a:gd name="T29" fmla="*/ 460 h 1107"/>
                <a:gd name="T30" fmla="*/ 1120 w 1120"/>
                <a:gd name="T31" fmla="*/ 544 h 1107"/>
                <a:gd name="T32" fmla="*/ 1101 w 1120"/>
                <a:gd name="T33" fmla="*/ 608 h 1107"/>
                <a:gd name="T34" fmla="*/ 1075 w 1120"/>
                <a:gd name="T35" fmla="*/ 665 h 1107"/>
                <a:gd name="T36" fmla="*/ 1056 w 1120"/>
                <a:gd name="T37" fmla="*/ 716 h 1107"/>
                <a:gd name="T38" fmla="*/ 1018 w 1120"/>
                <a:gd name="T39" fmla="*/ 761 h 1107"/>
                <a:gd name="T40" fmla="*/ 986 w 1120"/>
                <a:gd name="T41" fmla="*/ 800 h 1107"/>
                <a:gd name="T42" fmla="*/ 711 w 1120"/>
                <a:gd name="T43" fmla="*/ 1075 h 1107"/>
                <a:gd name="T44" fmla="*/ 736 w 1120"/>
                <a:gd name="T45" fmla="*/ 1017 h 1107"/>
                <a:gd name="T46" fmla="*/ 646 w 1120"/>
                <a:gd name="T47" fmla="*/ 1107 h 1107"/>
                <a:gd name="T48" fmla="*/ 672 w 1120"/>
                <a:gd name="T49" fmla="*/ 1004 h 1107"/>
                <a:gd name="T50" fmla="*/ 711 w 1120"/>
                <a:gd name="T51" fmla="*/ 908 h 1107"/>
                <a:gd name="T52" fmla="*/ 685 w 1120"/>
                <a:gd name="T53" fmla="*/ 793 h 1107"/>
                <a:gd name="T54" fmla="*/ 666 w 1120"/>
                <a:gd name="T55" fmla="*/ 716 h 1107"/>
                <a:gd name="T56" fmla="*/ 640 w 1120"/>
                <a:gd name="T57" fmla="*/ 665 h 1107"/>
                <a:gd name="T58" fmla="*/ 743 w 1120"/>
                <a:gd name="T59" fmla="*/ 562 h 1107"/>
                <a:gd name="T60" fmla="*/ 708 w 1120"/>
                <a:gd name="T61" fmla="*/ 481 h 1107"/>
                <a:gd name="T62" fmla="*/ 635 w 1120"/>
                <a:gd name="T63" fmla="*/ 423 h 1107"/>
                <a:gd name="T64" fmla="*/ 576 w 1120"/>
                <a:gd name="T65" fmla="*/ 364 h 1107"/>
                <a:gd name="T66" fmla="*/ 487 w 1120"/>
                <a:gd name="T67" fmla="*/ 313 h 1107"/>
                <a:gd name="T68" fmla="*/ 359 w 1120"/>
                <a:gd name="T69" fmla="*/ 299 h 1107"/>
                <a:gd name="T70" fmla="*/ 271 w 1120"/>
                <a:gd name="T71" fmla="*/ 299 h 1107"/>
                <a:gd name="T72" fmla="*/ 162 w 1120"/>
                <a:gd name="T73" fmla="*/ 321 h 1107"/>
                <a:gd name="T74" fmla="*/ 83 w 1120"/>
                <a:gd name="T75" fmla="*/ 352 h 1107"/>
                <a:gd name="T76" fmla="*/ 0 w 1120"/>
                <a:gd name="T77" fmla="*/ 409 h 110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120"/>
                <a:gd name="T118" fmla="*/ 0 h 1107"/>
                <a:gd name="T119" fmla="*/ 1120 w 1120"/>
                <a:gd name="T120" fmla="*/ 1107 h 110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120" h="1107">
                  <a:moveTo>
                    <a:pt x="0" y="409"/>
                  </a:moveTo>
                  <a:lnTo>
                    <a:pt x="269" y="140"/>
                  </a:lnTo>
                  <a:lnTo>
                    <a:pt x="327" y="76"/>
                  </a:lnTo>
                  <a:lnTo>
                    <a:pt x="403" y="38"/>
                  </a:lnTo>
                  <a:lnTo>
                    <a:pt x="499" y="12"/>
                  </a:lnTo>
                  <a:lnTo>
                    <a:pt x="595" y="0"/>
                  </a:lnTo>
                  <a:lnTo>
                    <a:pt x="704" y="6"/>
                  </a:lnTo>
                  <a:lnTo>
                    <a:pt x="807" y="38"/>
                  </a:lnTo>
                  <a:lnTo>
                    <a:pt x="890" y="83"/>
                  </a:lnTo>
                  <a:lnTo>
                    <a:pt x="973" y="128"/>
                  </a:lnTo>
                  <a:lnTo>
                    <a:pt x="1005" y="166"/>
                  </a:lnTo>
                  <a:lnTo>
                    <a:pt x="1043" y="224"/>
                  </a:lnTo>
                  <a:lnTo>
                    <a:pt x="1082" y="288"/>
                  </a:lnTo>
                  <a:lnTo>
                    <a:pt x="1114" y="364"/>
                  </a:lnTo>
                  <a:lnTo>
                    <a:pt x="1120" y="460"/>
                  </a:lnTo>
                  <a:lnTo>
                    <a:pt x="1120" y="544"/>
                  </a:lnTo>
                  <a:lnTo>
                    <a:pt x="1101" y="608"/>
                  </a:lnTo>
                  <a:lnTo>
                    <a:pt x="1075" y="665"/>
                  </a:lnTo>
                  <a:lnTo>
                    <a:pt x="1056" y="716"/>
                  </a:lnTo>
                  <a:lnTo>
                    <a:pt x="1018" y="761"/>
                  </a:lnTo>
                  <a:lnTo>
                    <a:pt x="986" y="800"/>
                  </a:lnTo>
                  <a:lnTo>
                    <a:pt x="711" y="1075"/>
                  </a:lnTo>
                  <a:lnTo>
                    <a:pt x="736" y="1017"/>
                  </a:lnTo>
                  <a:lnTo>
                    <a:pt x="646" y="1107"/>
                  </a:lnTo>
                  <a:lnTo>
                    <a:pt x="672" y="1004"/>
                  </a:lnTo>
                  <a:lnTo>
                    <a:pt x="711" y="908"/>
                  </a:lnTo>
                  <a:lnTo>
                    <a:pt x="685" y="793"/>
                  </a:lnTo>
                  <a:lnTo>
                    <a:pt x="666" y="716"/>
                  </a:lnTo>
                  <a:lnTo>
                    <a:pt x="640" y="665"/>
                  </a:lnTo>
                  <a:lnTo>
                    <a:pt x="743" y="562"/>
                  </a:lnTo>
                  <a:lnTo>
                    <a:pt x="708" y="481"/>
                  </a:lnTo>
                  <a:lnTo>
                    <a:pt x="635" y="423"/>
                  </a:lnTo>
                  <a:lnTo>
                    <a:pt x="576" y="364"/>
                  </a:lnTo>
                  <a:lnTo>
                    <a:pt x="487" y="313"/>
                  </a:lnTo>
                  <a:lnTo>
                    <a:pt x="359" y="299"/>
                  </a:lnTo>
                  <a:lnTo>
                    <a:pt x="271" y="299"/>
                  </a:lnTo>
                  <a:lnTo>
                    <a:pt x="162" y="321"/>
                  </a:lnTo>
                  <a:lnTo>
                    <a:pt x="83" y="352"/>
                  </a:lnTo>
                  <a:lnTo>
                    <a:pt x="0" y="409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5000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45"/>
            <p:cNvSpPr/>
            <p:nvPr/>
          </p:nvSpPr>
          <p:spPr bwMode="auto">
            <a:xfrm>
              <a:off x="4372" y="3357"/>
              <a:ext cx="356" cy="356"/>
            </a:xfrm>
            <a:custGeom>
              <a:avLst/>
              <a:gdLst>
                <a:gd name="T0" fmla="*/ 356 w 356"/>
                <a:gd name="T1" fmla="*/ 0 h 356"/>
                <a:gd name="T2" fmla="*/ 0 w 356"/>
                <a:gd name="T3" fmla="*/ 356 h 356"/>
                <a:gd name="T4" fmla="*/ 0 60000 65536"/>
                <a:gd name="T5" fmla="*/ 0 60000 65536"/>
                <a:gd name="T6" fmla="*/ 0 w 356"/>
                <a:gd name="T7" fmla="*/ 0 h 356"/>
                <a:gd name="T8" fmla="*/ 356 w 356"/>
                <a:gd name="T9" fmla="*/ 356 h 3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6" h="356">
                  <a:moveTo>
                    <a:pt x="356" y="0"/>
                  </a:moveTo>
                  <a:lnTo>
                    <a:pt x="0" y="356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46"/>
            <p:cNvSpPr>
              <a:spLocks noChangeShapeType="1"/>
            </p:cNvSpPr>
            <p:nvPr/>
          </p:nvSpPr>
          <p:spPr bwMode="auto">
            <a:xfrm>
              <a:off x="3485" y="3677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47"/>
            <p:cNvSpPr>
              <a:spLocks noChangeShapeType="1"/>
            </p:cNvSpPr>
            <p:nvPr/>
          </p:nvSpPr>
          <p:spPr bwMode="auto">
            <a:xfrm>
              <a:off x="4127" y="3224"/>
              <a:ext cx="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Freeform 48"/>
            <p:cNvSpPr/>
            <p:nvPr/>
          </p:nvSpPr>
          <p:spPr bwMode="auto">
            <a:xfrm>
              <a:off x="4134" y="3675"/>
              <a:ext cx="267" cy="2"/>
            </a:xfrm>
            <a:custGeom>
              <a:avLst/>
              <a:gdLst>
                <a:gd name="T0" fmla="*/ 0 w 267"/>
                <a:gd name="T1" fmla="*/ 0 h 2"/>
                <a:gd name="T2" fmla="*/ 267 w 267"/>
                <a:gd name="T3" fmla="*/ 2 h 2"/>
                <a:gd name="T4" fmla="*/ 0 60000 65536"/>
                <a:gd name="T5" fmla="*/ 0 60000 65536"/>
                <a:gd name="T6" fmla="*/ 0 w 267"/>
                <a:gd name="T7" fmla="*/ 0 h 2"/>
                <a:gd name="T8" fmla="*/ 267 w 267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7" h="2">
                  <a:moveTo>
                    <a:pt x="0" y="0"/>
                  </a:moveTo>
                  <a:lnTo>
                    <a:pt x="267" y="2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49"/>
            <p:cNvSpPr/>
            <p:nvPr/>
          </p:nvSpPr>
          <p:spPr bwMode="auto">
            <a:xfrm>
              <a:off x="3609" y="3108"/>
              <a:ext cx="247" cy="1"/>
            </a:xfrm>
            <a:custGeom>
              <a:avLst/>
              <a:gdLst>
                <a:gd name="T0" fmla="*/ 0 w 247"/>
                <a:gd name="T1" fmla="*/ 0 h 1"/>
                <a:gd name="T2" fmla="*/ 247 w 247"/>
                <a:gd name="T3" fmla="*/ 1 h 1"/>
                <a:gd name="T4" fmla="*/ 0 60000 65536"/>
                <a:gd name="T5" fmla="*/ 0 60000 65536"/>
                <a:gd name="T6" fmla="*/ 0 w 247"/>
                <a:gd name="T7" fmla="*/ 0 h 1"/>
                <a:gd name="T8" fmla="*/ 247 w 24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1">
                  <a:moveTo>
                    <a:pt x="0" y="0"/>
                  </a:moveTo>
                  <a:lnTo>
                    <a:pt x="247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50"/>
            <p:cNvSpPr>
              <a:spLocks noChangeShapeType="1"/>
            </p:cNvSpPr>
            <p:nvPr/>
          </p:nvSpPr>
          <p:spPr bwMode="auto">
            <a:xfrm flipV="1">
              <a:off x="3739" y="3546"/>
              <a:ext cx="124" cy="1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51"/>
            <p:cNvSpPr/>
            <p:nvPr/>
          </p:nvSpPr>
          <p:spPr bwMode="auto">
            <a:xfrm>
              <a:off x="3728" y="3095"/>
              <a:ext cx="135" cy="135"/>
            </a:xfrm>
            <a:custGeom>
              <a:avLst/>
              <a:gdLst>
                <a:gd name="T0" fmla="*/ 135 w 135"/>
                <a:gd name="T1" fmla="*/ 0 h 135"/>
                <a:gd name="T2" fmla="*/ 0 w 135"/>
                <a:gd name="T3" fmla="*/ 135 h 135"/>
                <a:gd name="T4" fmla="*/ 0 60000 65536"/>
                <a:gd name="T5" fmla="*/ 0 60000 65536"/>
                <a:gd name="T6" fmla="*/ 0 w 135"/>
                <a:gd name="T7" fmla="*/ 0 h 135"/>
                <a:gd name="T8" fmla="*/ 135 w 135"/>
                <a:gd name="T9" fmla="*/ 135 h 1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5" h="135">
                  <a:moveTo>
                    <a:pt x="135" y="0"/>
                  </a:moveTo>
                  <a:lnTo>
                    <a:pt x="0" y="13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52"/>
            <p:cNvSpPr>
              <a:spLocks noChangeShapeType="1"/>
            </p:cNvSpPr>
            <p:nvPr/>
          </p:nvSpPr>
          <p:spPr bwMode="auto">
            <a:xfrm flipH="1">
              <a:off x="3495" y="3109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53"/>
            <p:cNvSpPr/>
            <p:nvPr/>
          </p:nvSpPr>
          <p:spPr bwMode="auto">
            <a:xfrm>
              <a:off x="4125" y="3102"/>
              <a:ext cx="120" cy="124"/>
            </a:xfrm>
            <a:custGeom>
              <a:avLst/>
              <a:gdLst>
                <a:gd name="T0" fmla="*/ 120 w 120"/>
                <a:gd name="T1" fmla="*/ 0 h 124"/>
                <a:gd name="T2" fmla="*/ 0 w 120"/>
                <a:gd name="T3" fmla="*/ 124 h 124"/>
                <a:gd name="T4" fmla="*/ 0 60000 65536"/>
                <a:gd name="T5" fmla="*/ 0 60000 65536"/>
                <a:gd name="T6" fmla="*/ 0 w 120"/>
                <a:gd name="T7" fmla="*/ 0 h 124"/>
                <a:gd name="T8" fmla="*/ 120 w 120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124">
                  <a:moveTo>
                    <a:pt x="120" y="0"/>
                  </a:moveTo>
                  <a:lnTo>
                    <a:pt x="0" y="12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54"/>
            <p:cNvSpPr>
              <a:spLocks noChangeShapeType="1"/>
            </p:cNvSpPr>
            <p:nvPr/>
          </p:nvSpPr>
          <p:spPr bwMode="auto">
            <a:xfrm flipH="1">
              <a:off x="4383" y="3101"/>
              <a:ext cx="116" cy="1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55"/>
            <p:cNvSpPr>
              <a:spLocks noChangeShapeType="1"/>
            </p:cNvSpPr>
            <p:nvPr/>
          </p:nvSpPr>
          <p:spPr bwMode="auto">
            <a:xfrm>
              <a:off x="4234" y="3102"/>
              <a:ext cx="2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56"/>
            <p:cNvSpPr/>
            <p:nvPr/>
          </p:nvSpPr>
          <p:spPr bwMode="auto">
            <a:xfrm>
              <a:off x="3616" y="2846"/>
              <a:ext cx="880" cy="256"/>
            </a:xfrm>
            <a:custGeom>
              <a:avLst/>
              <a:gdLst>
                <a:gd name="T0" fmla="*/ 0 w 880"/>
                <a:gd name="T1" fmla="*/ 256 h 256"/>
                <a:gd name="T2" fmla="*/ 43 w 880"/>
                <a:gd name="T3" fmla="*/ 198 h 256"/>
                <a:gd name="T4" fmla="*/ 116 w 880"/>
                <a:gd name="T5" fmla="*/ 132 h 256"/>
                <a:gd name="T6" fmla="*/ 174 w 880"/>
                <a:gd name="T7" fmla="*/ 89 h 256"/>
                <a:gd name="T8" fmla="*/ 247 w 880"/>
                <a:gd name="T9" fmla="*/ 45 h 256"/>
                <a:gd name="T10" fmla="*/ 320 w 880"/>
                <a:gd name="T11" fmla="*/ 16 h 256"/>
                <a:gd name="T12" fmla="*/ 385 w 880"/>
                <a:gd name="T13" fmla="*/ 2 h 256"/>
                <a:gd name="T14" fmla="*/ 458 w 880"/>
                <a:gd name="T15" fmla="*/ 2 h 256"/>
                <a:gd name="T16" fmla="*/ 545 w 880"/>
                <a:gd name="T17" fmla="*/ 9 h 256"/>
                <a:gd name="T18" fmla="*/ 627 w 880"/>
                <a:gd name="T19" fmla="*/ 26 h 256"/>
                <a:gd name="T20" fmla="*/ 712 w 880"/>
                <a:gd name="T21" fmla="*/ 67 h 256"/>
                <a:gd name="T22" fmla="*/ 763 w 880"/>
                <a:gd name="T23" fmla="*/ 111 h 256"/>
                <a:gd name="T24" fmla="*/ 807 w 880"/>
                <a:gd name="T25" fmla="*/ 147 h 256"/>
                <a:gd name="T26" fmla="*/ 851 w 880"/>
                <a:gd name="T27" fmla="*/ 205 h 256"/>
                <a:gd name="T28" fmla="*/ 880 w 880"/>
                <a:gd name="T29" fmla="*/ 249 h 25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80"/>
                <a:gd name="T46" fmla="*/ 0 h 256"/>
                <a:gd name="T47" fmla="*/ 880 w 880"/>
                <a:gd name="T48" fmla="*/ 256 h 25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80" h="256">
                  <a:moveTo>
                    <a:pt x="0" y="256"/>
                  </a:moveTo>
                  <a:cubicBezTo>
                    <a:pt x="7" y="246"/>
                    <a:pt x="24" y="219"/>
                    <a:pt x="43" y="198"/>
                  </a:cubicBezTo>
                  <a:cubicBezTo>
                    <a:pt x="62" y="177"/>
                    <a:pt x="94" y="150"/>
                    <a:pt x="116" y="132"/>
                  </a:cubicBezTo>
                  <a:cubicBezTo>
                    <a:pt x="138" y="114"/>
                    <a:pt x="152" y="104"/>
                    <a:pt x="174" y="89"/>
                  </a:cubicBezTo>
                  <a:cubicBezTo>
                    <a:pt x="196" y="74"/>
                    <a:pt x="223" y="57"/>
                    <a:pt x="247" y="45"/>
                  </a:cubicBezTo>
                  <a:cubicBezTo>
                    <a:pt x="271" y="33"/>
                    <a:pt x="297" y="23"/>
                    <a:pt x="320" y="16"/>
                  </a:cubicBezTo>
                  <a:cubicBezTo>
                    <a:pt x="343" y="9"/>
                    <a:pt x="362" y="4"/>
                    <a:pt x="385" y="2"/>
                  </a:cubicBezTo>
                  <a:cubicBezTo>
                    <a:pt x="408" y="0"/>
                    <a:pt x="431" y="1"/>
                    <a:pt x="458" y="2"/>
                  </a:cubicBezTo>
                  <a:cubicBezTo>
                    <a:pt x="485" y="3"/>
                    <a:pt x="517" y="5"/>
                    <a:pt x="545" y="9"/>
                  </a:cubicBezTo>
                  <a:cubicBezTo>
                    <a:pt x="573" y="13"/>
                    <a:pt x="599" y="16"/>
                    <a:pt x="627" y="26"/>
                  </a:cubicBezTo>
                  <a:cubicBezTo>
                    <a:pt x="655" y="36"/>
                    <a:pt x="689" y="53"/>
                    <a:pt x="712" y="67"/>
                  </a:cubicBezTo>
                  <a:cubicBezTo>
                    <a:pt x="735" y="81"/>
                    <a:pt x="747" y="98"/>
                    <a:pt x="763" y="111"/>
                  </a:cubicBezTo>
                  <a:cubicBezTo>
                    <a:pt x="779" y="124"/>
                    <a:pt x="793" y="132"/>
                    <a:pt x="807" y="147"/>
                  </a:cubicBezTo>
                  <a:cubicBezTo>
                    <a:pt x="821" y="162"/>
                    <a:pt x="839" y="188"/>
                    <a:pt x="851" y="205"/>
                  </a:cubicBezTo>
                  <a:cubicBezTo>
                    <a:pt x="863" y="222"/>
                    <a:pt x="875" y="242"/>
                    <a:pt x="880" y="249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Freeform 57"/>
            <p:cNvSpPr/>
            <p:nvPr/>
          </p:nvSpPr>
          <p:spPr bwMode="auto">
            <a:xfrm>
              <a:off x="3703" y="3575"/>
              <a:ext cx="785" cy="242"/>
            </a:xfrm>
            <a:custGeom>
              <a:avLst/>
              <a:gdLst>
                <a:gd name="T0" fmla="*/ 0 w 785"/>
                <a:gd name="T1" fmla="*/ 102 h 242"/>
                <a:gd name="T2" fmla="*/ 58 w 785"/>
                <a:gd name="T3" fmla="*/ 145 h 242"/>
                <a:gd name="T4" fmla="*/ 102 w 785"/>
                <a:gd name="T5" fmla="*/ 167 h 242"/>
                <a:gd name="T6" fmla="*/ 167 w 785"/>
                <a:gd name="T7" fmla="*/ 204 h 242"/>
                <a:gd name="T8" fmla="*/ 246 w 785"/>
                <a:gd name="T9" fmla="*/ 236 h 242"/>
                <a:gd name="T10" fmla="*/ 342 w 785"/>
                <a:gd name="T11" fmla="*/ 240 h 242"/>
                <a:gd name="T12" fmla="*/ 429 w 785"/>
                <a:gd name="T13" fmla="*/ 233 h 242"/>
                <a:gd name="T14" fmla="*/ 509 w 785"/>
                <a:gd name="T15" fmla="*/ 218 h 242"/>
                <a:gd name="T16" fmla="*/ 580 w 785"/>
                <a:gd name="T17" fmla="*/ 193 h 242"/>
                <a:gd name="T18" fmla="*/ 647 w 785"/>
                <a:gd name="T19" fmla="*/ 160 h 242"/>
                <a:gd name="T20" fmla="*/ 691 w 785"/>
                <a:gd name="T21" fmla="*/ 124 h 242"/>
                <a:gd name="T22" fmla="*/ 742 w 785"/>
                <a:gd name="T23" fmla="*/ 73 h 242"/>
                <a:gd name="T24" fmla="*/ 785 w 785"/>
                <a:gd name="T25" fmla="*/ 0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85"/>
                <a:gd name="T40" fmla="*/ 0 h 242"/>
                <a:gd name="T41" fmla="*/ 785 w 785"/>
                <a:gd name="T42" fmla="*/ 242 h 24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85" h="242">
                  <a:moveTo>
                    <a:pt x="0" y="102"/>
                  </a:moveTo>
                  <a:cubicBezTo>
                    <a:pt x="20" y="118"/>
                    <a:pt x="41" y="134"/>
                    <a:pt x="58" y="145"/>
                  </a:cubicBezTo>
                  <a:cubicBezTo>
                    <a:pt x="75" y="156"/>
                    <a:pt x="84" y="157"/>
                    <a:pt x="102" y="167"/>
                  </a:cubicBezTo>
                  <a:cubicBezTo>
                    <a:pt x="120" y="177"/>
                    <a:pt x="143" y="192"/>
                    <a:pt x="167" y="204"/>
                  </a:cubicBezTo>
                  <a:cubicBezTo>
                    <a:pt x="191" y="216"/>
                    <a:pt x="217" y="230"/>
                    <a:pt x="246" y="236"/>
                  </a:cubicBezTo>
                  <a:cubicBezTo>
                    <a:pt x="275" y="242"/>
                    <a:pt x="312" y="240"/>
                    <a:pt x="342" y="240"/>
                  </a:cubicBezTo>
                  <a:cubicBezTo>
                    <a:pt x="372" y="240"/>
                    <a:pt x="401" y="237"/>
                    <a:pt x="429" y="233"/>
                  </a:cubicBezTo>
                  <a:cubicBezTo>
                    <a:pt x="457" y="229"/>
                    <a:pt x="484" y="225"/>
                    <a:pt x="509" y="218"/>
                  </a:cubicBezTo>
                  <a:cubicBezTo>
                    <a:pt x="534" y="211"/>
                    <a:pt x="557" y="203"/>
                    <a:pt x="580" y="193"/>
                  </a:cubicBezTo>
                  <a:cubicBezTo>
                    <a:pt x="603" y="183"/>
                    <a:pt x="629" y="171"/>
                    <a:pt x="647" y="160"/>
                  </a:cubicBezTo>
                  <a:cubicBezTo>
                    <a:pt x="665" y="149"/>
                    <a:pt x="675" y="138"/>
                    <a:pt x="691" y="124"/>
                  </a:cubicBezTo>
                  <a:cubicBezTo>
                    <a:pt x="707" y="110"/>
                    <a:pt x="726" y="94"/>
                    <a:pt x="742" y="73"/>
                  </a:cubicBezTo>
                  <a:cubicBezTo>
                    <a:pt x="758" y="52"/>
                    <a:pt x="772" y="26"/>
                    <a:pt x="785" y="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58"/>
            <p:cNvSpPr/>
            <p:nvPr/>
          </p:nvSpPr>
          <p:spPr bwMode="auto">
            <a:xfrm>
              <a:off x="3609" y="3226"/>
              <a:ext cx="130" cy="436"/>
            </a:xfrm>
            <a:custGeom>
              <a:avLst/>
              <a:gdLst>
                <a:gd name="T0" fmla="*/ 130 w 130"/>
                <a:gd name="T1" fmla="*/ 0 h 436"/>
                <a:gd name="T2" fmla="*/ 87 w 130"/>
                <a:gd name="T3" fmla="*/ 29 h 436"/>
                <a:gd name="T4" fmla="*/ 36 w 130"/>
                <a:gd name="T5" fmla="*/ 80 h 436"/>
                <a:gd name="T6" fmla="*/ 14 w 130"/>
                <a:gd name="T7" fmla="*/ 145 h 436"/>
                <a:gd name="T8" fmla="*/ 0 w 130"/>
                <a:gd name="T9" fmla="*/ 234 h 436"/>
                <a:gd name="T10" fmla="*/ 14 w 130"/>
                <a:gd name="T11" fmla="*/ 298 h 436"/>
                <a:gd name="T12" fmla="*/ 58 w 130"/>
                <a:gd name="T13" fmla="*/ 363 h 436"/>
                <a:gd name="T14" fmla="*/ 79 w 130"/>
                <a:gd name="T15" fmla="*/ 407 h 436"/>
                <a:gd name="T16" fmla="*/ 116 w 130"/>
                <a:gd name="T17" fmla="*/ 436 h 4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0"/>
                <a:gd name="T28" fmla="*/ 0 h 436"/>
                <a:gd name="T29" fmla="*/ 130 w 130"/>
                <a:gd name="T30" fmla="*/ 436 h 4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0" h="436">
                  <a:moveTo>
                    <a:pt x="130" y="0"/>
                  </a:moveTo>
                  <a:cubicBezTo>
                    <a:pt x="116" y="8"/>
                    <a:pt x="103" y="16"/>
                    <a:pt x="87" y="29"/>
                  </a:cubicBezTo>
                  <a:cubicBezTo>
                    <a:pt x="71" y="42"/>
                    <a:pt x="48" y="61"/>
                    <a:pt x="36" y="80"/>
                  </a:cubicBezTo>
                  <a:cubicBezTo>
                    <a:pt x="24" y="99"/>
                    <a:pt x="20" y="119"/>
                    <a:pt x="14" y="145"/>
                  </a:cubicBezTo>
                  <a:cubicBezTo>
                    <a:pt x="8" y="171"/>
                    <a:pt x="0" y="209"/>
                    <a:pt x="0" y="234"/>
                  </a:cubicBezTo>
                  <a:cubicBezTo>
                    <a:pt x="0" y="259"/>
                    <a:pt x="4" y="276"/>
                    <a:pt x="14" y="298"/>
                  </a:cubicBezTo>
                  <a:cubicBezTo>
                    <a:pt x="24" y="320"/>
                    <a:pt x="47" y="345"/>
                    <a:pt x="58" y="363"/>
                  </a:cubicBezTo>
                  <a:cubicBezTo>
                    <a:pt x="69" y="381"/>
                    <a:pt x="69" y="395"/>
                    <a:pt x="79" y="407"/>
                  </a:cubicBezTo>
                  <a:cubicBezTo>
                    <a:pt x="89" y="419"/>
                    <a:pt x="106" y="430"/>
                    <a:pt x="116" y="436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59"/>
            <p:cNvSpPr/>
            <p:nvPr/>
          </p:nvSpPr>
          <p:spPr bwMode="auto">
            <a:xfrm>
              <a:off x="3412" y="3226"/>
              <a:ext cx="73" cy="451"/>
            </a:xfrm>
            <a:custGeom>
              <a:avLst/>
              <a:gdLst>
                <a:gd name="T0" fmla="*/ 73 w 73"/>
                <a:gd name="T1" fmla="*/ 0 h 451"/>
                <a:gd name="T2" fmla="*/ 36 w 73"/>
                <a:gd name="T3" fmla="*/ 73 h 451"/>
                <a:gd name="T4" fmla="*/ 7 w 73"/>
                <a:gd name="T5" fmla="*/ 145 h 451"/>
                <a:gd name="T6" fmla="*/ 0 w 73"/>
                <a:gd name="T7" fmla="*/ 211 h 451"/>
                <a:gd name="T8" fmla="*/ 7 w 73"/>
                <a:gd name="T9" fmla="*/ 269 h 451"/>
                <a:gd name="T10" fmla="*/ 22 w 73"/>
                <a:gd name="T11" fmla="*/ 342 h 451"/>
                <a:gd name="T12" fmla="*/ 44 w 73"/>
                <a:gd name="T13" fmla="*/ 393 h 451"/>
                <a:gd name="T14" fmla="*/ 73 w 73"/>
                <a:gd name="T15" fmla="*/ 451 h 4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3"/>
                <a:gd name="T25" fmla="*/ 0 h 451"/>
                <a:gd name="T26" fmla="*/ 73 w 73"/>
                <a:gd name="T27" fmla="*/ 451 h 45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3" h="451">
                  <a:moveTo>
                    <a:pt x="73" y="0"/>
                  </a:moveTo>
                  <a:cubicBezTo>
                    <a:pt x="59" y="25"/>
                    <a:pt x="47" y="49"/>
                    <a:pt x="36" y="73"/>
                  </a:cubicBezTo>
                  <a:cubicBezTo>
                    <a:pt x="25" y="97"/>
                    <a:pt x="13" y="122"/>
                    <a:pt x="7" y="145"/>
                  </a:cubicBezTo>
                  <a:cubicBezTo>
                    <a:pt x="1" y="168"/>
                    <a:pt x="0" y="190"/>
                    <a:pt x="0" y="211"/>
                  </a:cubicBezTo>
                  <a:cubicBezTo>
                    <a:pt x="0" y="232"/>
                    <a:pt x="3" y="247"/>
                    <a:pt x="7" y="269"/>
                  </a:cubicBezTo>
                  <a:cubicBezTo>
                    <a:pt x="11" y="291"/>
                    <a:pt x="16" y="321"/>
                    <a:pt x="22" y="342"/>
                  </a:cubicBezTo>
                  <a:cubicBezTo>
                    <a:pt x="28" y="363"/>
                    <a:pt x="35" y="375"/>
                    <a:pt x="44" y="393"/>
                  </a:cubicBezTo>
                  <a:cubicBezTo>
                    <a:pt x="53" y="411"/>
                    <a:pt x="62" y="431"/>
                    <a:pt x="73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60"/>
            <p:cNvSpPr/>
            <p:nvPr/>
          </p:nvSpPr>
          <p:spPr bwMode="auto">
            <a:xfrm>
              <a:off x="4132" y="3218"/>
              <a:ext cx="128" cy="451"/>
            </a:xfrm>
            <a:custGeom>
              <a:avLst/>
              <a:gdLst>
                <a:gd name="T0" fmla="*/ 0 w 128"/>
                <a:gd name="T1" fmla="*/ 0 h 451"/>
                <a:gd name="T2" fmla="*/ 29 w 128"/>
                <a:gd name="T3" fmla="*/ 37 h 451"/>
                <a:gd name="T4" fmla="*/ 80 w 128"/>
                <a:gd name="T5" fmla="*/ 81 h 451"/>
                <a:gd name="T6" fmla="*/ 102 w 128"/>
                <a:gd name="T7" fmla="*/ 124 h 451"/>
                <a:gd name="T8" fmla="*/ 124 w 128"/>
                <a:gd name="T9" fmla="*/ 190 h 451"/>
                <a:gd name="T10" fmla="*/ 124 w 128"/>
                <a:gd name="T11" fmla="*/ 233 h 451"/>
                <a:gd name="T12" fmla="*/ 124 w 128"/>
                <a:gd name="T13" fmla="*/ 284 h 451"/>
                <a:gd name="T14" fmla="*/ 102 w 128"/>
                <a:gd name="T15" fmla="*/ 335 h 451"/>
                <a:gd name="T16" fmla="*/ 80 w 128"/>
                <a:gd name="T17" fmla="*/ 379 h 451"/>
                <a:gd name="T18" fmla="*/ 51 w 128"/>
                <a:gd name="T19" fmla="*/ 415 h 451"/>
                <a:gd name="T20" fmla="*/ 7 w 128"/>
                <a:gd name="T21" fmla="*/ 451 h 4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8"/>
                <a:gd name="T34" fmla="*/ 0 h 451"/>
                <a:gd name="T35" fmla="*/ 128 w 128"/>
                <a:gd name="T36" fmla="*/ 451 h 45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8" h="451">
                  <a:moveTo>
                    <a:pt x="0" y="0"/>
                  </a:moveTo>
                  <a:cubicBezTo>
                    <a:pt x="8" y="12"/>
                    <a:pt x="16" y="24"/>
                    <a:pt x="29" y="37"/>
                  </a:cubicBezTo>
                  <a:cubicBezTo>
                    <a:pt x="42" y="50"/>
                    <a:pt x="68" y="66"/>
                    <a:pt x="80" y="81"/>
                  </a:cubicBezTo>
                  <a:cubicBezTo>
                    <a:pt x="92" y="96"/>
                    <a:pt x="95" y="106"/>
                    <a:pt x="102" y="124"/>
                  </a:cubicBezTo>
                  <a:cubicBezTo>
                    <a:pt x="109" y="142"/>
                    <a:pt x="120" y="172"/>
                    <a:pt x="124" y="190"/>
                  </a:cubicBezTo>
                  <a:cubicBezTo>
                    <a:pt x="128" y="208"/>
                    <a:pt x="124" y="217"/>
                    <a:pt x="124" y="233"/>
                  </a:cubicBezTo>
                  <a:cubicBezTo>
                    <a:pt x="124" y="249"/>
                    <a:pt x="128" y="267"/>
                    <a:pt x="124" y="284"/>
                  </a:cubicBezTo>
                  <a:cubicBezTo>
                    <a:pt x="120" y="301"/>
                    <a:pt x="109" y="319"/>
                    <a:pt x="102" y="335"/>
                  </a:cubicBezTo>
                  <a:cubicBezTo>
                    <a:pt x="95" y="351"/>
                    <a:pt x="88" y="366"/>
                    <a:pt x="80" y="379"/>
                  </a:cubicBezTo>
                  <a:cubicBezTo>
                    <a:pt x="72" y="392"/>
                    <a:pt x="63" y="403"/>
                    <a:pt x="51" y="415"/>
                  </a:cubicBezTo>
                  <a:cubicBezTo>
                    <a:pt x="39" y="427"/>
                    <a:pt x="23" y="439"/>
                    <a:pt x="7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61"/>
            <p:cNvSpPr/>
            <p:nvPr/>
          </p:nvSpPr>
          <p:spPr bwMode="auto">
            <a:xfrm>
              <a:off x="4387" y="3218"/>
              <a:ext cx="65" cy="451"/>
            </a:xfrm>
            <a:custGeom>
              <a:avLst/>
              <a:gdLst>
                <a:gd name="T0" fmla="*/ 0 w 65"/>
                <a:gd name="T1" fmla="*/ 0 h 451"/>
                <a:gd name="T2" fmla="*/ 21 w 65"/>
                <a:gd name="T3" fmla="*/ 44 h 451"/>
                <a:gd name="T4" fmla="*/ 43 w 65"/>
                <a:gd name="T5" fmla="*/ 95 h 451"/>
                <a:gd name="T6" fmla="*/ 58 w 65"/>
                <a:gd name="T7" fmla="*/ 161 h 451"/>
                <a:gd name="T8" fmla="*/ 65 w 65"/>
                <a:gd name="T9" fmla="*/ 233 h 451"/>
                <a:gd name="T10" fmla="*/ 58 w 65"/>
                <a:gd name="T11" fmla="*/ 284 h 451"/>
                <a:gd name="T12" fmla="*/ 43 w 65"/>
                <a:gd name="T13" fmla="*/ 335 h 451"/>
                <a:gd name="T14" fmla="*/ 29 w 65"/>
                <a:gd name="T15" fmla="*/ 393 h 451"/>
                <a:gd name="T16" fmla="*/ 0 w 65"/>
                <a:gd name="T17" fmla="*/ 451 h 4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5"/>
                <a:gd name="T28" fmla="*/ 0 h 451"/>
                <a:gd name="T29" fmla="*/ 65 w 65"/>
                <a:gd name="T30" fmla="*/ 451 h 4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5" h="451">
                  <a:moveTo>
                    <a:pt x="0" y="0"/>
                  </a:moveTo>
                  <a:cubicBezTo>
                    <a:pt x="6" y="13"/>
                    <a:pt x="14" y="28"/>
                    <a:pt x="21" y="44"/>
                  </a:cubicBezTo>
                  <a:cubicBezTo>
                    <a:pt x="28" y="60"/>
                    <a:pt x="37" y="76"/>
                    <a:pt x="43" y="95"/>
                  </a:cubicBezTo>
                  <a:cubicBezTo>
                    <a:pt x="49" y="114"/>
                    <a:pt x="54" y="138"/>
                    <a:pt x="58" y="161"/>
                  </a:cubicBezTo>
                  <a:cubicBezTo>
                    <a:pt x="62" y="184"/>
                    <a:pt x="65" y="213"/>
                    <a:pt x="65" y="233"/>
                  </a:cubicBezTo>
                  <a:cubicBezTo>
                    <a:pt x="65" y="253"/>
                    <a:pt x="62" y="267"/>
                    <a:pt x="58" y="284"/>
                  </a:cubicBezTo>
                  <a:cubicBezTo>
                    <a:pt x="54" y="301"/>
                    <a:pt x="48" y="317"/>
                    <a:pt x="43" y="335"/>
                  </a:cubicBezTo>
                  <a:cubicBezTo>
                    <a:pt x="38" y="353"/>
                    <a:pt x="36" y="374"/>
                    <a:pt x="29" y="393"/>
                  </a:cubicBezTo>
                  <a:cubicBezTo>
                    <a:pt x="22" y="412"/>
                    <a:pt x="11" y="431"/>
                    <a:pt x="0" y="451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Freeform 62"/>
            <p:cNvSpPr/>
            <p:nvPr/>
          </p:nvSpPr>
          <p:spPr bwMode="auto">
            <a:xfrm>
              <a:off x="3856" y="3042"/>
              <a:ext cx="392" cy="67"/>
            </a:xfrm>
            <a:custGeom>
              <a:avLst/>
              <a:gdLst>
                <a:gd name="T0" fmla="*/ 0 w 392"/>
                <a:gd name="T1" fmla="*/ 67 h 67"/>
                <a:gd name="T2" fmla="*/ 43 w 392"/>
                <a:gd name="T3" fmla="*/ 31 h 67"/>
                <a:gd name="T4" fmla="*/ 101 w 392"/>
                <a:gd name="T5" fmla="*/ 9 h 67"/>
                <a:gd name="T6" fmla="*/ 160 w 392"/>
                <a:gd name="T7" fmla="*/ 2 h 67"/>
                <a:gd name="T8" fmla="*/ 225 w 392"/>
                <a:gd name="T9" fmla="*/ 2 h 67"/>
                <a:gd name="T10" fmla="*/ 283 w 392"/>
                <a:gd name="T11" fmla="*/ 16 h 67"/>
                <a:gd name="T12" fmla="*/ 341 w 392"/>
                <a:gd name="T13" fmla="*/ 38 h 67"/>
                <a:gd name="T14" fmla="*/ 392 w 392"/>
                <a:gd name="T15" fmla="*/ 6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92"/>
                <a:gd name="T25" fmla="*/ 0 h 67"/>
                <a:gd name="T26" fmla="*/ 392 w 392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92" h="67">
                  <a:moveTo>
                    <a:pt x="0" y="67"/>
                  </a:moveTo>
                  <a:cubicBezTo>
                    <a:pt x="7" y="62"/>
                    <a:pt x="26" y="41"/>
                    <a:pt x="43" y="31"/>
                  </a:cubicBezTo>
                  <a:cubicBezTo>
                    <a:pt x="60" y="21"/>
                    <a:pt x="82" y="14"/>
                    <a:pt x="101" y="9"/>
                  </a:cubicBezTo>
                  <a:cubicBezTo>
                    <a:pt x="120" y="4"/>
                    <a:pt x="139" y="3"/>
                    <a:pt x="160" y="2"/>
                  </a:cubicBezTo>
                  <a:cubicBezTo>
                    <a:pt x="181" y="1"/>
                    <a:pt x="205" y="0"/>
                    <a:pt x="225" y="2"/>
                  </a:cubicBezTo>
                  <a:cubicBezTo>
                    <a:pt x="245" y="4"/>
                    <a:pt x="264" y="10"/>
                    <a:pt x="283" y="16"/>
                  </a:cubicBezTo>
                  <a:cubicBezTo>
                    <a:pt x="302" y="22"/>
                    <a:pt x="323" y="31"/>
                    <a:pt x="341" y="38"/>
                  </a:cubicBezTo>
                  <a:cubicBezTo>
                    <a:pt x="359" y="45"/>
                    <a:pt x="381" y="56"/>
                    <a:pt x="392" y="6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63"/>
            <p:cNvSpPr/>
            <p:nvPr/>
          </p:nvSpPr>
          <p:spPr bwMode="auto">
            <a:xfrm>
              <a:off x="3856" y="3546"/>
              <a:ext cx="385" cy="66"/>
            </a:xfrm>
            <a:custGeom>
              <a:avLst/>
              <a:gdLst>
                <a:gd name="T0" fmla="*/ 0 w 385"/>
                <a:gd name="T1" fmla="*/ 0 h 66"/>
                <a:gd name="T2" fmla="*/ 51 w 385"/>
                <a:gd name="T3" fmla="*/ 22 h 66"/>
                <a:gd name="T4" fmla="*/ 94 w 385"/>
                <a:gd name="T5" fmla="*/ 43 h 66"/>
                <a:gd name="T6" fmla="*/ 138 w 385"/>
                <a:gd name="T7" fmla="*/ 58 h 66"/>
                <a:gd name="T8" fmla="*/ 211 w 385"/>
                <a:gd name="T9" fmla="*/ 65 h 66"/>
                <a:gd name="T10" fmla="*/ 278 w 385"/>
                <a:gd name="T11" fmla="*/ 62 h 66"/>
                <a:gd name="T12" fmla="*/ 336 w 385"/>
                <a:gd name="T13" fmla="*/ 42 h 66"/>
                <a:gd name="T14" fmla="*/ 385 w 385"/>
                <a:gd name="T15" fmla="*/ 14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5"/>
                <a:gd name="T25" fmla="*/ 0 h 66"/>
                <a:gd name="T26" fmla="*/ 385 w 385"/>
                <a:gd name="T27" fmla="*/ 66 h 6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5" h="66">
                  <a:moveTo>
                    <a:pt x="0" y="0"/>
                  </a:moveTo>
                  <a:cubicBezTo>
                    <a:pt x="17" y="7"/>
                    <a:pt x="35" y="15"/>
                    <a:pt x="51" y="22"/>
                  </a:cubicBezTo>
                  <a:cubicBezTo>
                    <a:pt x="67" y="29"/>
                    <a:pt x="80" y="37"/>
                    <a:pt x="94" y="43"/>
                  </a:cubicBezTo>
                  <a:cubicBezTo>
                    <a:pt x="108" y="49"/>
                    <a:pt x="119" y="54"/>
                    <a:pt x="138" y="58"/>
                  </a:cubicBezTo>
                  <a:cubicBezTo>
                    <a:pt x="157" y="62"/>
                    <a:pt x="188" y="64"/>
                    <a:pt x="211" y="65"/>
                  </a:cubicBezTo>
                  <a:cubicBezTo>
                    <a:pt x="234" y="66"/>
                    <a:pt x="257" y="66"/>
                    <a:pt x="278" y="62"/>
                  </a:cubicBezTo>
                  <a:cubicBezTo>
                    <a:pt x="299" y="58"/>
                    <a:pt x="318" y="50"/>
                    <a:pt x="336" y="42"/>
                  </a:cubicBezTo>
                  <a:cubicBezTo>
                    <a:pt x="354" y="34"/>
                    <a:pt x="375" y="20"/>
                    <a:pt x="385" y="14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64"/>
            <p:cNvSpPr/>
            <p:nvPr/>
          </p:nvSpPr>
          <p:spPr bwMode="auto">
            <a:xfrm>
              <a:off x="4016" y="2549"/>
              <a:ext cx="859" cy="830"/>
            </a:xfrm>
            <a:custGeom>
              <a:avLst/>
              <a:gdLst>
                <a:gd name="T0" fmla="*/ 0 w 859"/>
                <a:gd name="T1" fmla="*/ 131 h 830"/>
                <a:gd name="T2" fmla="*/ 43 w 859"/>
                <a:gd name="T3" fmla="*/ 102 h 830"/>
                <a:gd name="T4" fmla="*/ 87 w 859"/>
                <a:gd name="T5" fmla="*/ 66 h 830"/>
                <a:gd name="T6" fmla="*/ 145 w 859"/>
                <a:gd name="T7" fmla="*/ 37 h 830"/>
                <a:gd name="T8" fmla="*/ 196 w 859"/>
                <a:gd name="T9" fmla="*/ 22 h 830"/>
                <a:gd name="T10" fmla="*/ 269 w 859"/>
                <a:gd name="T11" fmla="*/ 8 h 830"/>
                <a:gd name="T12" fmla="*/ 341 w 859"/>
                <a:gd name="T13" fmla="*/ 0 h 830"/>
                <a:gd name="T14" fmla="*/ 414 w 859"/>
                <a:gd name="T15" fmla="*/ 8 h 830"/>
                <a:gd name="T16" fmla="*/ 480 w 859"/>
                <a:gd name="T17" fmla="*/ 22 h 830"/>
                <a:gd name="T18" fmla="*/ 545 w 859"/>
                <a:gd name="T19" fmla="*/ 44 h 830"/>
                <a:gd name="T20" fmla="*/ 603 w 859"/>
                <a:gd name="T21" fmla="*/ 73 h 830"/>
                <a:gd name="T22" fmla="*/ 654 w 859"/>
                <a:gd name="T23" fmla="*/ 102 h 830"/>
                <a:gd name="T24" fmla="*/ 720 w 859"/>
                <a:gd name="T25" fmla="*/ 146 h 830"/>
                <a:gd name="T26" fmla="*/ 763 w 859"/>
                <a:gd name="T27" fmla="*/ 204 h 830"/>
                <a:gd name="T28" fmla="*/ 792 w 859"/>
                <a:gd name="T29" fmla="*/ 255 h 830"/>
                <a:gd name="T30" fmla="*/ 829 w 859"/>
                <a:gd name="T31" fmla="*/ 320 h 830"/>
                <a:gd name="T32" fmla="*/ 843 w 859"/>
                <a:gd name="T33" fmla="*/ 386 h 830"/>
                <a:gd name="T34" fmla="*/ 858 w 859"/>
                <a:gd name="T35" fmla="*/ 473 h 830"/>
                <a:gd name="T36" fmla="*/ 850 w 859"/>
                <a:gd name="T37" fmla="*/ 517 h 830"/>
                <a:gd name="T38" fmla="*/ 836 w 859"/>
                <a:gd name="T39" fmla="*/ 604 h 830"/>
                <a:gd name="T40" fmla="*/ 814 w 859"/>
                <a:gd name="T41" fmla="*/ 662 h 830"/>
                <a:gd name="T42" fmla="*/ 785 w 859"/>
                <a:gd name="T43" fmla="*/ 720 h 830"/>
                <a:gd name="T44" fmla="*/ 741 w 859"/>
                <a:gd name="T45" fmla="*/ 771 h 830"/>
                <a:gd name="T46" fmla="*/ 691 w 859"/>
                <a:gd name="T47" fmla="*/ 830 h 83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59"/>
                <a:gd name="T73" fmla="*/ 0 h 830"/>
                <a:gd name="T74" fmla="*/ 859 w 859"/>
                <a:gd name="T75" fmla="*/ 830 h 83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59" h="830">
                  <a:moveTo>
                    <a:pt x="0" y="131"/>
                  </a:moveTo>
                  <a:cubicBezTo>
                    <a:pt x="14" y="122"/>
                    <a:pt x="29" y="113"/>
                    <a:pt x="43" y="102"/>
                  </a:cubicBezTo>
                  <a:cubicBezTo>
                    <a:pt x="57" y="91"/>
                    <a:pt x="70" y="77"/>
                    <a:pt x="87" y="66"/>
                  </a:cubicBezTo>
                  <a:cubicBezTo>
                    <a:pt x="104" y="55"/>
                    <a:pt x="127" y="44"/>
                    <a:pt x="145" y="37"/>
                  </a:cubicBezTo>
                  <a:cubicBezTo>
                    <a:pt x="163" y="30"/>
                    <a:pt x="175" y="27"/>
                    <a:pt x="196" y="22"/>
                  </a:cubicBezTo>
                  <a:cubicBezTo>
                    <a:pt x="217" y="17"/>
                    <a:pt x="245" y="12"/>
                    <a:pt x="269" y="8"/>
                  </a:cubicBezTo>
                  <a:cubicBezTo>
                    <a:pt x="293" y="4"/>
                    <a:pt x="317" y="0"/>
                    <a:pt x="341" y="0"/>
                  </a:cubicBezTo>
                  <a:cubicBezTo>
                    <a:pt x="365" y="0"/>
                    <a:pt x="391" y="4"/>
                    <a:pt x="414" y="8"/>
                  </a:cubicBezTo>
                  <a:cubicBezTo>
                    <a:pt x="437" y="12"/>
                    <a:pt x="458" y="16"/>
                    <a:pt x="480" y="22"/>
                  </a:cubicBezTo>
                  <a:cubicBezTo>
                    <a:pt x="502" y="28"/>
                    <a:pt x="524" y="35"/>
                    <a:pt x="545" y="44"/>
                  </a:cubicBezTo>
                  <a:cubicBezTo>
                    <a:pt x="566" y="53"/>
                    <a:pt x="585" y="63"/>
                    <a:pt x="603" y="73"/>
                  </a:cubicBezTo>
                  <a:cubicBezTo>
                    <a:pt x="621" y="83"/>
                    <a:pt x="635" y="90"/>
                    <a:pt x="654" y="102"/>
                  </a:cubicBezTo>
                  <a:cubicBezTo>
                    <a:pt x="673" y="114"/>
                    <a:pt x="702" y="129"/>
                    <a:pt x="720" y="146"/>
                  </a:cubicBezTo>
                  <a:cubicBezTo>
                    <a:pt x="738" y="163"/>
                    <a:pt x="751" y="186"/>
                    <a:pt x="763" y="204"/>
                  </a:cubicBezTo>
                  <a:cubicBezTo>
                    <a:pt x="775" y="222"/>
                    <a:pt x="781" y="236"/>
                    <a:pt x="792" y="255"/>
                  </a:cubicBezTo>
                  <a:cubicBezTo>
                    <a:pt x="803" y="274"/>
                    <a:pt x="821" y="298"/>
                    <a:pt x="829" y="320"/>
                  </a:cubicBezTo>
                  <a:cubicBezTo>
                    <a:pt x="837" y="342"/>
                    <a:pt x="838" y="361"/>
                    <a:pt x="843" y="386"/>
                  </a:cubicBezTo>
                  <a:cubicBezTo>
                    <a:pt x="848" y="411"/>
                    <a:pt x="857" y="451"/>
                    <a:pt x="858" y="473"/>
                  </a:cubicBezTo>
                  <a:cubicBezTo>
                    <a:pt x="859" y="495"/>
                    <a:pt x="854" y="495"/>
                    <a:pt x="850" y="517"/>
                  </a:cubicBezTo>
                  <a:cubicBezTo>
                    <a:pt x="846" y="539"/>
                    <a:pt x="842" y="580"/>
                    <a:pt x="836" y="604"/>
                  </a:cubicBezTo>
                  <a:cubicBezTo>
                    <a:pt x="830" y="628"/>
                    <a:pt x="822" y="643"/>
                    <a:pt x="814" y="662"/>
                  </a:cubicBezTo>
                  <a:cubicBezTo>
                    <a:pt x="806" y="681"/>
                    <a:pt x="797" y="702"/>
                    <a:pt x="785" y="720"/>
                  </a:cubicBezTo>
                  <a:cubicBezTo>
                    <a:pt x="773" y="738"/>
                    <a:pt x="757" y="753"/>
                    <a:pt x="741" y="771"/>
                  </a:cubicBezTo>
                  <a:cubicBezTo>
                    <a:pt x="725" y="789"/>
                    <a:pt x="701" y="818"/>
                    <a:pt x="691" y="830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Freeform 65"/>
            <p:cNvSpPr/>
            <p:nvPr/>
          </p:nvSpPr>
          <p:spPr bwMode="auto">
            <a:xfrm>
              <a:off x="3710" y="2655"/>
              <a:ext cx="340" cy="338"/>
            </a:xfrm>
            <a:custGeom>
              <a:avLst/>
              <a:gdLst>
                <a:gd name="T0" fmla="*/ 340 w 340"/>
                <a:gd name="T1" fmla="*/ 0 h 338"/>
                <a:gd name="T2" fmla="*/ 0 w 340"/>
                <a:gd name="T3" fmla="*/ 338 h 338"/>
                <a:gd name="T4" fmla="*/ 0 60000 65536"/>
                <a:gd name="T5" fmla="*/ 0 60000 65536"/>
                <a:gd name="T6" fmla="*/ 0 w 340"/>
                <a:gd name="T7" fmla="*/ 0 h 338"/>
                <a:gd name="T8" fmla="*/ 340 w 340"/>
                <a:gd name="T9" fmla="*/ 338 h 3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338">
                  <a:moveTo>
                    <a:pt x="340" y="0"/>
                  </a:moveTo>
                  <a:lnTo>
                    <a:pt x="0" y="33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66"/>
            <p:cNvSpPr/>
            <p:nvPr/>
          </p:nvSpPr>
          <p:spPr bwMode="auto">
            <a:xfrm>
              <a:off x="2588" y="2538"/>
              <a:ext cx="1862" cy="226"/>
            </a:xfrm>
            <a:custGeom>
              <a:avLst/>
              <a:gdLst>
                <a:gd name="T0" fmla="*/ 211 w 1862"/>
                <a:gd name="T1" fmla="*/ 7 h 226"/>
                <a:gd name="T2" fmla="*/ 1862 w 1862"/>
                <a:gd name="T3" fmla="*/ 0 h 226"/>
                <a:gd name="T4" fmla="*/ 1637 w 1862"/>
                <a:gd name="T5" fmla="*/ 226 h 226"/>
                <a:gd name="T6" fmla="*/ 0 w 1862"/>
                <a:gd name="T7" fmla="*/ 225 h 226"/>
                <a:gd name="T8" fmla="*/ 211 w 1862"/>
                <a:gd name="T9" fmla="*/ 7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62"/>
                <a:gd name="T16" fmla="*/ 0 h 226"/>
                <a:gd name="T17" fmla="*/ 1862 w 1862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62" h="226">
                  <a:moveTo>
                    <a:pt x="211" y="7"/>
                  </a:moveTo>
                  <a:lnTo>
                    <a:pt x="1862" y="0"/>
                  </a:lnTo>
                  <a:lnTo>
                    <a:pt x="1637" y="226"/>
                  </a:lnTo>
                  <a:lnTo>
                    <a:pt x="0" y="225"/>
                  </a:lnTo>
                  <a:lnTo>
                    <a:pt x="211" y="7"/>
                  </a:lnTo>
                  <a:close/>
                </a:path>
              </a:pathLst>
            </a:cu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67"/>
            <p:cNvSpPr/>
            <p:nvPr/>
          </p:nvSpPr>
          <p:spPr bwMode="auto">
            <a:xfrm>
              <a:off x="2814" y="2553"/>
              <a:ext cx="1615" cy="1"/>
            </a:xfrm>
            <a:custGeom>
              <a:avLst/>
              <a:gdLst>
                <a:gd name="T0" fmla="*/ 1615 w 1615"/>
                <a:gd name="T1" fmla="*/ 0 h 1"/>
                <a:gd name="T2" fmla="*/ 0 w 1615"/>
                <a:gd name="T3" fmla="*/ 0 h 1"/>
                <a:gd name="T4" fmla="*/ 0 60000 65536"/>
                <a:gd name="T5" fmla="*/ 0 60000 65536"/>
                <a:gd name="T6" fmla="*/ 0 w 1615"/>
                <a:gd name="T7" fmla="*/ 0 h 1"/>
                <a:gd name="T8" fmla="*/ 1615 w 161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15" h="1">
                  <a:moveTo>
                    <a:pt x="1615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68"/>
            <p:cNvSpPr>
              <a:spLocks noChangeShapeType="1"/>
            </p:cNvSpPr>
            <p:nvPr/>
          </p:nvSpPr>
          <p:spPr bwMode="auto">
            <a:xfrm flipH="1">
              <a:off x="2598" y="2546"/>
              <a:ext cx="219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69"/>
            <p:cNvSpPr>
              <a:spLocks noChangeShapeType="1"/>
            </p:cNvSpPr>
            <p:nvPr/>
          </p:nvSpPr>
          <p:spPr bwMode="auto">
            <a:xfrm flipH="1">
              <a:off x="2596" y="3720"/>
              <a:ext cx="11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70"/>
            <p:cNvSpPr>
              <a:spLocks noChangeShapeType="1"/>
            </p:cNvSpPr>
            <p:nvPr/>
          </p:nvSpPr>
          <p:spPr bwMode="auto">
            <a:xfrm flipH="1">
              <a:off x="2617" y="2760"/>
              <a:ext cx="162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5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7321723" y="2773321"/>
            <a:ext cx="3194050" cy="2990850"/>
            <a:chOff x="3176" y="1851"/>
            <a:chExt cx="2262" cy="2097"/>
          </a:xfrm>
        </p:grpSpPr>
        <p:sp>
          <p:nvSpPr>
            <p:cNvPr id="3" name="Freeform 3"/>
            <p:cNvSpPr/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" name="Freeform 4"/>
            <p:cNvSpPr/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"/>
            <p:cNvSpPr/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" name="Group 10"/>
            <p:cNvGrpSpPr/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13"/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17"/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18"/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24"/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26"/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27"/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28"/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Freeform 29"/>
              <p:cNvSpPr/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32"/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33"/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34"/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35"/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Oval 36"/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9" name="Line 38"/>
          <p:cNvSpPr>
            <a:spLocks noChangeShapeType="1"/>
          </p:cNvSpPr>
          <p:nvPr/>
        </p:nvSpPr>
        <p:spPr bwMode="auto">
          <a:xfrm flipV="1">
            <a:off x="2725911" y="2388270"/>
            <a:ext cx="1974850" cy="10429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Freeform 39"/>
          <p:cNvSpPr/>
          <p:nvPr/>
        </p:nvSpPr>
        <p:spPr bwMode="auto">
          <a:xfrm>
            <a:off x="2711624" y="3948782"/>
            <a:ext cx="3636962" cy="1588"/>
          </a:xfrm>
          <a:custGeom>
            <a:avLst/>
            <a:gdLst>
              <a:gd name="T0" fmla="*/ 0 w 2291"/>
              <a:gd name="T1" fmla="*/ 0 h 1"/>
              <a:gd name="T2" fmla="*/ 2147483646 w 2291"/>
              <a:gd name="T3" fmla="*/ 0 h 1"/>
              <a:gd name="T4" fmla="*/ 0 60000 65536"/>
              <a:gd name="T5" fmla="*/ 0 60000 65536"/>
              <a:gd name="T6" fmla="*/ 0 w 2291"/>
              <a:gd name="T7" fmla="*/ 0 h 1"/>
              <a:gd name="T8" fmla="*/ 2291 w 229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91" h="1">
                <a:moveTo>
                  <a:pt x="0" y="0"/>
                </a:moveTo>
                <a:lnTo>
                  <a:pt x="2291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 flipV="1">
            <a:off x="2725911" y="3431257"/>
            <a:ext cx="0" cy="5222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>
            <a:off x="4700761" y="2388270"/>
            <a:ext cx="11620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>
            <a:off x="5862811" y="2388270"/>
            <a:ext cx="465138" cy="4175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43"/>
          <p:cNvSpPr>
            <a:spLocks noChangeShapeType="1"/>
          </p:cNvSpPr>
          <p:nvPr/>
        </p:nvSpPr>
        <p:spPr bwMode="auto">
          <a:xfrm>
            <a:off x="6327949" y="2805782"/>
            <a:ext cx="0" cy="1147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934124" y="2774032"/>
            <a:ext cx="696912" cy="70167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Line 48"/>
          <p:cNvSpPr>
            <a:spLocks noChangeShapeType="1"/>
          </p:cNvSpPr>
          <p:nvPr/>
        </p:nvSpPr>
        <p:spPr bwMode="auto">
          <a:xfrm>
            <a:off x="2725911" y="4369470"/>
            <a:ext cx="0" cy="11493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Freeform 50"/>
          <p:cNvSpPr/>
          <p:nvPr/>
        </p:nvSpPr>
        <p:spPr bwMode="auto">
          <a:xfrm>
            <a:off x="6324774" y="4369470"/>
            <a:ext cx="3175" cy="1589087"/>
          </a:xfrm>
          <a:custGeom>
            <a:avLst/>
            <a:gdLst>
              <a:gd name="T0" fmla="*/ 2147483646 w 2"/>
              <a:gd name="T1" fmla="*/ 0 h 1001"/>
              <a:gd name="T2" fmla="*/ 0 w 2"/>
              <a:gd name="T3" fmla="*/ 2147483646 h 1001"/>
              <a:gd name="T4" fmla="*/ 0 60000 65536"/>
              <a:gd name="T5" fmla="*/ 0 60000 65536"/>
              <a:gd name="T6" fmla="*/ 0 w 2"/>
              <a:gd name="T7" fmla="*/ 0 h 1001"/>
              <a:gd name="T8" fmla="*/ 2 w 2"/>
              <a:gd name="T9" fmla="*/ 1001 h 100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" h="1001">
                <a:moveTo>
                  <a:pt x="2" y="0"/>
                </a:moveTo>
                <a:lnTo>
                  <a:pt x="0" y="100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Line 52"/>
          <p:cNvSpPr>
            <a:spLocks noChangeShapeType="1"/>
          </p:cNvSpPr>
          <p:nvPr/>
        </p:nvSpPr>
        <p:spPr bwMode="auto">
          <a:xfrm>
            <a:off x="5631036" y="4369470"/>
            <a:ext cx="0" cy="15652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Line 53"/>
          <p:cNvSpPr>
            <a:spLocks noChangeShapeType="1"/>
          </p:cNvSpPr>
          <p:nvPr/>
        </p:nvSpPr>
        <p:spPr bwMode="auto">
          <a:xfrm>
            <a:off x="4934124" y="4369470"/>
            <a:ext cx="0" cy="15652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Line 54"/>
          <p:cNvSpPr>
            <a:spLocks noChangeShapeType="1"/>
          </p:cNvSpPr>
          <p:nvPr/>
        </p:nvSpPr>
        <p:spPr bwMode="auto">
          <a:xfrm>
            <a:off x="5862811" y="4369470"/>
            <a:ext cx="0" cy="15652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Line 55"/>
          <p:cNvSpPr>
            <a:spLocks noChangeShapeType="1"/>
          </p:cNvSpPr>
          <p:nvPr/>
        </p:nvSpPr>
        <p:spPr bwMode="auto">
          <a:xfrm>
            <a:off x="4700761" y="4369470"/>
            <a:ext cx="0" cy="15652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56"/>
          <p:cNvSpPr>
            <a:spLocks noChangeShapeType="1"/>
          </p:cNvSpPr>
          <p:nvPr/>
        </p:nvSpPr>
        <p:spPr bwMode="auto">
          <a:xfrm>
            <a:off x="4119736" y="2701007"/>
            <a:ext cx="0" cy="1252538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Line 57"/>
          <p:cNvSpPr>
            <a:spLocks noChangeShapeType="1"/>
          </p:cNvSpPr>
          <p:nvPr/>
        </p:nvSpPr>
        <p:spPr bwMode="auto">
          <a:xfrm>
            <a:off x="3191049" y="3223295"/>
            <a:ext cx="0" cy="7302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Freeform 58"/>
          <p:cNvSpPr/>
          <p:nvPr/>
        </p:nvSpPr>
        <p:spPr bwMode="auto">
          <a:xfrm>
            <a:off x="3197399" y="4364707"/>
            <a:ext cx="1587" cy="334963"/>
          </a:xfrm>
          <a:custGeom>
            <a:avLst/>
            <a:gdLst>
              <a:gd name="T0" fmla="*/ 0 w 1"/>
              <a:gd name="T1" fmla="*/ 0 h 211"/>
              <a:gd name="T2" fmla="*/ 0 w 1"/>
              <a:gd name="T3" fmla="*/ 2147483646 h 211"/>
              <a:gd name="T4" fmla="*/ 0 60000 65536"/>
              <a:gd name="T5" fmla="*/ 0 60000 65536"/>
              <a:gd name="T6" fmla="*/ 0 w 1"/>
              <a:gd name="T7" fmla="*/ 0 h 211"/>
              <a:gd name="T8" fmla="*/ 1 w 1"/>
              <a:gd name="T9" fmla="*/ 211 h 2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1">
                <a:moveTo>
                  <a:pt x="0" y="0"/>
                </a:moveTo>
                <a:lnTo>
                  <a:pt x="0" y="21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Freeform 59"/>
          <p:cNvSpPr/>
          <p:nvPr/>
        </p:nvSpPr>
        <p:spPr bwMode="auto">
          <a:xfrm>
            <a:off x="4119736" y="4353595"/>
            <a:ext cx="1588" cy="346075"/>
          </a:xfrm>
          <a:custGeom>
            <a:avLst/>
            <a:gdLst>
              <a:gd name="T0" fmla="*/ 0 w 1"/>
              <a:gd name="T1" fmla="*/ 0 h 218"/>
              <a:gd name="T2" fmla="*/ 0 w 1"/>
              <a:gd name="T3" fmla="*/ 2147483646 h 218"/>
              <a:gd name="T4" fmla="*/ 0 60000 65536"/>
              <a:gd name="T5" fmla="*/ 0 60000 65536"/>
              <a:gd name="T6" fmla="*/ 0 w 1"/>
              <a:gd name="T7" fmla="*/ 0 h 218"/>
              <a:gd name="T8" fmla="*/ 1 w 1"/>
              <a:gd name="T9" fmla="*/ 218 h 21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8">
                <a:moveTo>
                  <a:pt x="0" y="0"/>
                </a:moveTo>
                <a:lnTo>
                  <a:pt x="0" y="218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60"/>
          <p:cNvSpPr>
            <a:spLocks noChangeShapeType="1"/>
          </p:cNvSpPr>
          <p:nvPr/>
        </p:nvSpPr>
        <p:spPr bwMode="auto">
          <a:xfrm>
            <a:off x="3191049" y="4682207"/>
            <a:ext cx="9286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Line 62"/>
          <p:cNvSpPr>
            <a:spLocks noChangeShapeType="1"/>
          </p:cNvSpPr>
          <p:nvPr/>
        </p:nvSpPr>
        <p:spPr bwMode="auto">
          <a:xfrm>
            <a:off x="3772074" y="5517232"/>
            <a:ext cx="255587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Freeform 63"/>
          <p:cNvSpPr/>
          <p:nvPr/>
        </p:nvSpPr>
        <p:spPr bwMode="auto">
          <a:xfrm>
            <a:off x="3773661" y="5507707"/>
            <a:ext cx="1588" cy="450850"/>
          </a:xfrm>
          <a:custGeom>
            <a:avLst/>
            <a:gdLst>
              <a:gd name="T0" fmla="*/ 0 w 1"/>
              <a:gd name="T1" fmla="*/ 0 h 284"/>
              <a:gd name="T2" fmla="*/ 0 w 1"/>
              <a:gd name="T3" fmla="*/ 2147483646 h 284"/>
              <a:gd name="T4" fmla="*/ 0 60000 65536"/>
              <a:gd name="T5" fmla="*/ 0 60000 65536"/>
              <a:gd name="T6" fmla="*/ 0 w 1"/>
              <a:gd name="T7" fmla="*/ 0 h 284"/>
              <a:gd name="T8" fmla="*/ 1 w 1"/>
              <a:gd name="T9" fmla="*/ 284 h 28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84">
                <a:moveTo>
                  <a:pt x="0" y="0"/>
                </a:moveTo>
                <a:lnTo>
                  <a:pt x="0" y="284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Freeform 66"/>
          <p:cNvSpPr/>
          <p:nvPr/>
        </p:nvSpPr>
        <p:spPr bwMode="auto">
          <a:xfrm>
            <a:off x="3773661" y="2886745"/>
            <a:ext cx="1588" cy="773112"/>
          </a:xfrm>
          <a:custGeom>
            <a:avLst/>
            <a:gdLst>
              <a:gd name="T0" fmla="*/ 0 w 1"/>
              <a:gd name="T1" fmla="*/ 0 h 487"/>
              <a:gd name="T2" fmla="*/ 0 w 1"/>
              <a:gd name="T3" fmla="*/ 2147483646 h 487"/>
              <a:gd name="T4" fmla="*/ 0 60000 65536"/>
              <a:gd name="T5" fmla="*/ 0 60000 65536"/>
              <a:gd name="T6" fmla="*/ 0 w 1"/>
              <a:gd name="T7" fmla="*/ 0 h 487"/>
              <a:gd name="T8" fmla="*/ 1 w 1"/>
              <a:gd name="T9" fmla="*/ 487 h 48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87">
                <a:moveTo>
                  <a:pt x="0" y="0"/>
                </a:moveTo>
                <a:lnTo>
                  <a:pt x="0" y="48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Freeform 67"/>
          <p:cNvSpPr/>
          <p:nvPr/>
        </p:nvSpPr>
        <p:spPr bwMode="auto">
          <a:xfrm>
            <a:off x="3773661" y="3637632"/>
            <a:ext cx="2554288" cy="4763"/>
          </a:xfrm>
          <a:custGeom>
            <a:avLst/>
            <a:gdLst>
              <a:gd name="T0" fmla="*/ 0 w 1609"/>
              <a:gd name="T1" fmla="*/ 0 h 3"/>
              <a:gd name="T2" fmla="*/ 2147483646 w 1609"/>
              <a:gd name="T3" fmla="*/ 2147483646 h 3"/>
              <a:gd name="T4" fmla="*/ 0 60000 65536"/>
              <a:gd name="T5" fmla="*/ 0 60000 65536"/>
              <a:gd name="T6" fmla="*/ 0 w 1609"/>
              <a:gd name="T7" fmla="*/ 0 h 3"/>
              <a:gd name="T8" fmla="*/ 1609 w 1609"/>
              <a:gd name="T9" fmla="*/ 3 h 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09" h="3">
                <a:moveTo>
                  <a:pt x="0" y="0"/>
                </a:moveTo>
                <a:lnTo>
                  <a:pt x="1609" y="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Freeform 68"/>
          <p:cNvSpPr/>
          <p:nvPr/>
        </p:nvSpPr>
        <p:spPr bwMode="auto">
          <a:xfrm>
            <a:off x="2711624" y="5517232"/>
            <a:ext cx="1062037" cy="1588"/>
          </a:xfrm>
          <a:custGeom>
            <a:avLst/>
            <a:gdLst>
              <a:gd name="T0" fmla="*/ 2147483646 w 669"/>
              <a:gd name="T1" fmla="*/ 0 h 1"/>
              <a:gd name="T2" fmla="*/ 0 w 669"/>
              <a:gd name="T3" fmla="*/ 2147483646 h 1"/>
              <a:gd name="T4" fmla="*/ 0 60000 65536"/>
              <a:gd name="T5" fmla="*/ 0 60000 65536"/>
              <a:gd name="T6" fmla="*/ 0 w 669"/>
              <a:gd name="T7" fmla="*/ 0 h 1"/>
              <a:gd name="T8" fmla="*/ 669 w 66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9" h="1">
                <a:moveTo>
                  <a:pt x="669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69"/>
          <p:cNvSpPr>
            <a:spLocks noChangeShapeType="1"/>
          </p:cNvSpPr>
          <p:nvPr/>
        </p:nvSpPr>
        <p:spPr bwMode="auto">
          <a:xfrm>
            <a:off x="3772074" y="5944270"/>
            <a:ext cx="2565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70"/>
          <p:cNvSpPr>
            <a:spLocks noChangeShapeType="1"/>
          </p:cNvSpPr>
          <p:nvPr/>
        </p:nvSpPr>
        <p:spPr bwMode="auto">
          <a:xfrm>
            <a:off x="2711624" y="4369470"/>
            <a:ext cx="485775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Line 71"/>
          <p:cNvSpPr>
            <a:spLocks noChangeShapeType="1"/>
          </p:cNvSpPr>
          <p:nvPr/>
        </p:nvSpPr>
        <p:spPr bwMode="auto">
          <a:xfrm>
            <a:off x="4121324" y="4364707"/>
            <a:ext cx="221615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4425648" y="3023433"/>
            <a:ext cx="1738223" cy="279399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4" t="35375" r="33606" b="22368"/>
          <a:stretch>
            <a:fillRect/>
          </a:stretch>
        </p:blipFill>
        <p:spPr>
          <a:xfrm>
            <a:off x="4832801" y="3054433"/>
            <a:ext cx="885826" cy="142875"/>
          </a:xfrm>
          <a:prstGeom prst="rect">
            <a:avLst/>
          </a:prstGeom>
        </p:spPr>
      </p:pic>
      <p:pic>
        <p:nvPicPr>
          <p:cNvPr id="68" name="图片 6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4425648" y="5016964"/>
            <a:ext cx="1738223" cy="279399"/>
          </a:xfrm>
          <a:prstGeom prst="rect">
            <a:avLst/>
          </a:prstGeom>
        </p:spPr>
      </p:pic>
      <p:sp>
        <p:nvSpPr>
          <p:cNvPr id="69" name="Text Box 87"/>
          <p:cNvSpPr txBox="1">
            <a:spLocks noChangeArrowheads="1"/>
          </p:cNvSpPr>
          <p:nvPr/>
        </p:nvSpPr>
        <p:spPr bwMode="auto">
          <a:xfrm>
            <a:off x="479376" y="1177588"/>
            <a:ext cx="45961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已知两视图，求第三视图</a:t>
            </a:r>
            <a:endParaRPr lang="zh-CN" altLang="en-US" sz="28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 Box 87"/>
          <p:cNvSpPr txBox="1">
            <a:spLocks noChangeArrowheads="1"/>
          </p:cNvSpPr>
          <p:nvPr/>
        </p:nvSpPr>
        <p:spPr bwMode="auto">
          <a:xfrm>
            <a:off x="317577" y="1907778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48"/>
          <p:cNvGrpSpPr/>
          <p:nvPr/>
        </p:nvGrpSpPr>
        <p:grpSpPr bwMode="auto">
          <a:xfrm>
            <a:off x="1099890" y="2157673"/>
            <a:ext cx="3611563" cy="3570287"/>
            <a:chOff x="816" y="755"/>
            <a:chExt cx="2275" cy="2249"/>
          </a:xfrm>
        </p:grpSpPr>
        <p:grpSp>
          <p:nvGrpSpPr>
            <p:cNvPr id="3" name="Group 47"/>
            <p:cNvGrpSpPr/>
            <p:nvPr/>
          </p:nvGrpSpPr>
          <p:grpSpPr bwMode="auto">
            <a:xfrm>
              <a:off x="816" y="2000"/>
              <a:ext cx="2275" cy="1004"/>
              <a:chOff x="816" y="2000"/>
              <a:chExt cx="2275" cy="1004"/>
            </a:xfrm>
          </p:grpSpPr>
          <p:sp>
            <p:nvSpPr>
              <p:cNvPr id="11" name="Freeform 11"/>
              <p:cNvSpPr/>
              <p:nvPr/>
            </p:nvSpPr>
            <p:spPr bwMode="auto">
              <a:xfrm>
                <a:off x="816" y="2000"/>
                <a:ext cx="2275" cy="0"/>
              </a:xfrm>
              <a:custGeom>
                <a:avLst/>
                <a:gdLst>
                  <a:gd name="T0" fmla="*/ 0 w 2275"/>
                  <a:gd name="T1" fmla="*/ 0 h 3"/>
                  <a:gd name="T2" fmla="*/ 2275 w 2275"/>
                  <a:gd name="T3" fmla="*/ 0 h 3"/>
                  <a:gd name="T4" fmla="*/ 0 60000 65536"/>
                  <a:gd name="T5" fmla="*/ 0 60000 65536"/>
                  <a:gd name="T6" fmla="*/ 0 w 2275"/>
                  <a:gd name="T7" fmla="*/ 0 h 3"/>
                  <a:gd name="T8" fmla="*/ 2275 w 2275"/>
                  <a:gd name="T9" fmla="*/ 0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75" h="3">
                    <a:moveTo>
                      <a:pt x="0" y="3"/>
                    </a:moveTo>
                    <a:lnTo>
                      <a:pt x="2275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816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Freeform 13"/>
              <p:cNvSpPr/>
              <p:nvPr/>
            </p:nvSpPr>
            <p:spPr bwMode="auto">
              <a:xfrm>
                <a:off x="816" y="2982"/>
                <a:ext cx="2275" cy="8"/>
              </a:xfrm>
              <a:custGeom>
                <a:avLst/>
                <a:gdLst>
                  <a:gd name="T0" fmla="*/ 0 w 2275"/>
                  <a:gd name="T1" fmla="*/ 0 h 8"/>
                  <a:gd name="T2" fmla="*/ 2275 w 2275"/>
                  <a:gd name="T3" fmla="*/ 8 h 8"/>
                  <a:gd name="T4" fmla="*/ 0 60000 65536"/>
                  <a:gd name="T5" fmla="*/ 0 60000 65536"/>
                  <a:gd name="T6" fmla="*/ 0 w 2275"/>
                  <a:gd name="T7" fmla="*/ 0 h 8"/>
                  <a:gd name="T8" fmla="*/ 2275 w 2275"/>
                  <a:gd name="T9" fmla="*/ 8 h 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275" h="8">
                    <a:moveTo>
                      <a:pt x="0" y="0"/>
                    </a:moveTo>
                    <a:lnTo>
                      <a:pt x="2275" y="8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14"/>
              <p:cNvSpPr/>
              <p:nvPr/>
            </p:nvSpPr>
            <p:spPr bwMode="auto">
              <a:xfrm>
                <a:off x="3083" y="2003"/>
                <a:ext cx="2" cy="1001"/>
              </a:xfrm>
              <a:custGeom>
                <a:avLst/>
                <a:gdLst>
                  <a:gd name="T0" fmla="*/ 2 w 2"/>
                  <a:gd name="T1" fmla="*/ 0 h 1001"/>
                  <a:gd name="T2" fmla="*/ 0 w 2"/>
                  <a:gd name="T3" fmla="*/ 1001 h 1001"/>
                  <a:gd name="T4" fmla="*/ 0 60000 65536"/>
                  <a:gd name="T5" fmla="*/ 0 60000 65536"/>
                  <a:gd name="T6" fmla="*/ 0 w 2"/>
                  <a:gd name="T7" fmla="*/ 0 h 1001"/>
                  <a:gd name="T8" fmla="*/ 2 w 2"/>
                  <a:gd name="T9" fmla="*/ 1001 h 10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001">
                    <a:moveTo>
                      <a:pt x="2" y="0"/>
                    </a:moveTo>
                    <a:lnTo>
                      <a:pt x="0" y="100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2792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19"/>
              <p:cNvSpPr>
                <a:spLocks noChangeShapeType="1"/>
              </p:cNvSpPr>
              <p:nvPr/>
            </p:nvSpPr>
            <p:spPr bwMode="auto">
              <a:xfrm>
                <a:off x="2060" y="2003"/>
                <a:ext cx="0" cy="9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46"/>
            <p:cNvGrpSpPr/>
            <p:nvPr/>
          </p:nvGrpSpPr>
          <p:grpSpPr bwMode="auto">
            <a:xfrm>
              <a:off x="816" y="755"/>
              <a:ext cx="2275" cy="986"/>
              <a:chOff x="816" y="755"/>
              <a:chExt cx="2275" cy="986"/>
            </a:xfrm>
          </p:grpSpPr>
          <p:sp>
            <p:nvSpPr>
              <p:cNvPr id="5" name="Line 2"/>
              <p:cNvSpPr>
                <a:spLocks noChangeShapeType="1"/>
              </p:cNvSpPr>
              <p:nvPr/>
            </p:nvSpPr>
            <p:spPr bwMode="auto">
              <a:xfrm flipV="1">
                <a:off x="816" y="755"/>
                <a:ext cx="1244" cy="6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Line 4"/>
              <p:cNvSpPr>
                <a:spLocks noChangeShapeType="1"/>
              </p:cNvSpPr>
              <p:nvPr/>
            </p:nvSpPr>
            <p:spPr bwMode="auto">
              <a:xfrm flipV="1">
                <a:off x="816" y="1412"/>
                <a:ext cx="0" cy="3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>
                <a:off x="2060" y="755"/>
                <a:ext cx="7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3085" y="1005"/>
                <a:ext cx="0" cy="7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Line 35"/>
              <p:cNvSpPr>
                <a:spLocks noChangeShapeType="1"/>
              </p:cNvSpPr>
              <p:nvPr/>
            </p:nvSpPr>
            <p:spPr bwMode="auto">
              <a:xfrm>
                <a:off x="2792" y="755"/>
                <a:ext cx="299" cy="2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45"/>
              <p:cNvSpPr>
                <a:spLocks noChangeShapeType="1"/>
              </p:cNvSpPr>
              <p:nvPr/>
            </p:nvSpPr>
            <p:spPr bwMode="auto">
              <a:xfrm>
                <a:off x="816" y="1738"/>
                <a:ext cx="227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8" name="组合 17"/>
          <p:cNvGrpSpPr/>
          <p:nvPr/>
        </p:nvGrpSpPr>
        <p:grpSpPr>
          <a:xfrm>
            <a:off x="3224033" y="2096865"/>
            <a:ext cx="885826" cy="3676649"/>
            <a:chOff x="3040478" y="1892301"/>
            <a:chExt cx="885826" cy="3676649"/>
          </a:xfrm>
        </p:grpSpPr>
        <p:grpSp>
          <p:nvGrpSpPr>
            <p:cNvPr id="19" name="Group 107"/>
            <p:cNvGrpSpPr/>
            <p:nvPr/>
          </p:nvGrpSpPr>
          <p:grpSpPr bwMode="auto">
            <a:xfrm>
              <a:off x="3123979" y="2349198"/>
              <a:ext cx="694797" cy="3139914"/>
              <a:chOff x="2207" y="1005"/>
              <a:chExt cx="439" cy="1984"/>
            </a:xfrm>
          </p:grpSpPr>
          <p:sp>
            <p:nvSpPr>
              <p:cNvPr id="23" name="Oval 8"/>
              <p:cNvSpPr>
                <a:spLocks noChangeArrowheads="1"/>
              </p:cNvSpPr>
              <p:nvPr/>
            </p:nvSpPr>
            <p:spPr bwMode="auto">
              <a:xfrm>
                <a:off x="2207" y="1005"/>
                <a:ext cx="439" cy="419"/>
              </a:xfrm>
              <a:prstGeom prst="ellipse">
                <a:avLst/>
              </a:prstGeom>
              <a:noFill/>
              <a:ln w="38100">
                <a:solidFill>
                  <a:schemeClr val="accent6">
                    <a:lumMod val="75000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16"/>
              <p:cNvSpPr>
                <a:spLocks noChangeShapeType="1"/>
              </p:cNvSpPr>
              <p:nvPr/>
            </p:nvSpPr>
            <p:spPr bwMode="auto">
              <a:xfrm>
                <a:off x="2646" y="2003"/>
                <a:ext cx="0" cy="986"/>
              </a:xfrm>
              <a:prstGeom prst="lin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17"/>
              <p:cNvSpPr>
                <a:spLocks noChangeShapeType="1"/>
              </p:cNvSpPr>
              <p:nvPr/>
            </p:nvSpPr>
            <p:spPr bwMode="auto">
              <a:xfrm>
                <a:off x="2207" y="2003"/>
                <a:ext cx="0" cy="986"/>
              </a:xfrm>
              <a:prstGeom prst="line">
                <a:avLst/>
              </a:prstGeom>
              <a:noFill/>
              <a:ln w="12700">
                <a:solidFill>
                  <a:schemeClr val="accent6">
                    <a:lumMod val="75000"/>
                  </a:schemeClr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29" t="10894" r="40866" b="6468"/>
            <a:stretch>
              <a:fillRect/>
            </a:stretch>
          </p:blipFill>
          <p:spPr>
            <a:xfrm rot="5400000">
              <a:off x="2648119" y="2587866"/>
              <a:ext cx="1670530" cy="279399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74" t="35375" r="33606" b="22368"/>
            <a:stretch>
              <a:fillRect/>
            </a:stretch>
          </p:blipFill>
          <p:spPr>
            <a:xfrm>
              <a:off x="3040478" y="2602369"/>
              <a:ext cx="885826" cy="142875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 rotWithShape="1">
            <a:blip r:embed="rId1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29" t="10894" r="40866" b="6468"/>
            <a:stretch>
              <a:fillRect/>
            </a:stretch>
          </p:blipFill>
          <p:spPr>
            <a:xfrm rot="5400000">
              <a:off x="2623004" y="4568870"/>
              <a:ext cx="1720761" cy="279399"/>
            </a:xfrm>
            <a:prstGeom prst="rect">
              <a:avLst/>
            </a:prstGeom>
          </p:spPr>
        </p:pic>
      </p:grpSp>
      <p:grpSp>
        <p:nvGrpSpPr>
          <p:cNvPr id="26" name="Group 88"/>
          <p:cNvGrpSpPr/>
          <p:nvPr/>
        </p:nvGrpSpPr>
        <p:grpSpPr bwMode="auto">
          <a:xfrm>
            <a:off x="1565028" y="2470410"/>
            <a:ext cx="928687" cy="1252538"/>
            <a:chOff x="1109" y="952"/>
            <a:chExt cx="585" cy="789"/>
          </a:xfrm>
        </p:grpSpPr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1694" y="952"/>
              <a:ext cx="0" cy="78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1109" y="1281"/>
              <a:ext cx="0" cy="4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Group 87"/>
          <p:cNvGrpSpPr/>
          <p:nvPr/>
        </p:nvGrpSpPr>
        <p:grpSpPr bwMode="auto">
          <a:xfrm>
            <a:off x="1565028" y="4118235"/>
            <a:ext cx="930275" cy="336550"/>
            <a:chOff x="1109" y="1993"/>
            <a:chExt cx="586" cy="218"/>
          </a:xfrm>
        </p:grpSpPr>
        <p:sp>
          <p:nvSpPr>
            <p:cNvPr id="30" name="Freeform 22"/>
            <p:cNvSpPr/>
            <p:nvPr/>
          </p:nvSpPr>
          <p:spPr bwMode="auto">
            <a:xfrm>
              <a:off x="1113" y="2000"/>
              <a:ext cx="1" cy="211"/>
            </a:xfrm>
            <a:custGeom>
              <a:avLst/>
              <a:gdLst>
                <a:gd name="T0" fmla="*/ 0 w 1"/>
                <a:gd name="T1" fmla="*/ 0 h 211"/>
                <a:gd name="T2" fmla="*/ 0 w 1"/>
                <a:gd name="T3" fmla="*/ 211 h 211"/>
                <a:gd name="T4" fmla="*/ 0 60000 65536"/>
                <a:gd name="T5" fmla="*/ 0 60000 65536"/>
                <a:gd name="T6" fmla="*/ 0 w 1"/>
                <a:gd name="T7" fmla="*/ 0 h 211"/>
                <a:gd name="T8" fmla="*/ 1 w 1"/>
                <a:gd name="T9" fmla="*/ 211 h 2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1">
                  <a:moveTo>
                    <a:pt x="0" y="0"/>
                  </a:moveTo>
                  <a:lnTo>
                    <a:pt x="0" y="21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1694" y="1993"/>
              <a:ext cx="1" cy="218"/>
            </a:xfrm>
            <a:custGeom>
              <a:avLst/>
              <a:gdLst>
                <a:gd name="T0" fmla="*/ 0 w 1"/>
                <a:gd name="T1" fmla="*/ 0 h 218"/>
                <a:gd name="T2" fmla="*/ 0 w 1"/>
                <a:gd name="T3" fmla="*/ 218 h 218"/>
                <a:gd name="T4" fmla="*/ 0 60000 65536"/>
                <a:gd name="T5" fmla="*/ 0 60000 65536"/>
                <a:gd name="T6" fmla="*/ 0 w 1"/>
                <a:gd name="T7" fmla="*/ 0 h 218"/>
                <a:gd name="T8" fmla="*/ 1 w 1"/>
                <a:gd name="T9" fmla="*/ 218 h 21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8">
                  <a:moveTo>
                    <a:pt x="0" y="0"/>
                  </a:moveTo>
                  <a:lnTo>
                    <a:pt x="0" y="218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1109" y="2200"/>
              <a:ext cx="5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125" y="2003"/>
              <a:ext cx="556" cy="1"/>
            </a:xfrm>
            <a:custGeom>
              <a:avLst/>
              <a:gdLst>
                <a:gd name="T0" fmla="*/ 0 w 553"/>
                <a:gd name="T1" fmla="*/ 0 h 1"/>
                <a:gd name="T2" fmla="*/ 613 w 553"/>
                <a:gd name="T3" fmla="*/ 0 h 1"/>
                <a:gd name="T4" fmla="*/ 0 60000 65536"/>
                <a:gd name="T5" fmla="*/ 0 60000 65536"/>
                <a:gd name="T6" fmla="*/ 0 w 553"/>
                <a:gd name="T7" fmla="*/ 0 h 1"/>
                <a:gd name="T8" fmla="*/ 553 w 55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3" h="1">
                  <a:moveTo>
                    <a:pt x="0" y="0"/>
                  </a:moveTo>
                  <a:lnTo>
                    <a:pt x="553" y="0"/>
                  </a:lnTo>
                </a:path>
              </a:pathLst>
            </a:custGeom>
            <a:noFill/>
            <a:ln w="5715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21" t="43222" r="22259" b="22973"/>
          <a:stretch>
            <a:fillRect/>
          </a:stretch>
        </p:blipFill>
        <p:spPr>
          <a:xfrm>
            <a:off x="5187355" y="2833464"/>
            <a:ext cx="1708150" cy="114300"/>
          </a:xfrm>
          <a:prstGeom prst="rect">
            <a:avLst/>
          </a:prstGeom>
        </p:spPr>
      </p:pic>
      <p:grpSp>
        <p:nvGrpSpPr>
          <p:cNvPr id="35" name="Group 108"/>
          <p:cNvGrpSpPr/>
          <p:nvPr/>
        </p:nvGrpSpPr>
        <p:grpSpPr bwMode="auto">
          <a:xfrm>
            <a:off x="5267078" y="2157673"/>
            <a:ext cx="1570037" cy="1584325"/>
            <a:chOff x="3531" y="755"/>
            <a:chExt cx="989" cy="998"/>
          </a:xfrm>
        </p:grpSpPr>
        <p:sp>
          <p:nvSpPr>
            <p:cNvPr id="36" name="Freeform 37"/>
            <p:cNvSpPr/>
            <p:nvPr/>
          </p:nvSpPr>
          <p:spPr bwMode="auto">
            <a:xfrm>
              <a:off x="3531" y="755"/>
              <a:ext cx="1" cy="998"/>
            </a:xfrm>
            <a:custGeom>
              <a:avLst/>
              <a:gdLst>
                <a:gd name="T0" fmla="*/ 0 w 1"/>
                <a:gd name="T1" fmla="*/ 998 h 998"/>
                <a:gd name="T2" fmla="*/ 1 w 1"/>
                <a:gd name="T3" fmla="*/ 0 h 998"/>
                <a:gd name="T4" fmla="*/ 0 60000 65536"/>
                <a:gd name="T5" fmla="*/ 0 60000 65536"/>
                <a:gd name="T6" fmla="*/ 0 w 1"/>
                <a:gd name="T7" fmla="*/ 0 h 998"/>
                <a:gd name="T8" fmla="*/ 1 w 1"/>
                <a:gd name="T9" fmla="*/ 998 h 9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98">
                  <a:moveTo>
                    <a:pt x="0" y="998"/>
                  </a:moveTo>
                  <a:lnTo>
                    <a:pt x="1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Freeform 38"/>
            <p:cNvSpPr/>
            <p:nvPr/>
          </p:nvSpPr>
          <p:spPr bwMode="auto">
            <a:xfrm>
              <a:off x="3531" y="755"/>
              <a:ext cx="989" cy="1"/>
            </a:xfrm>
            <a:custGeom>
              <a:avLst/>
              <a:gdLst>
                <a:gd name="T0" fmla="*/ 0 w 989"/>
                <a:gd name="T1" fmla="*/ 0 h 1"/>
                <a:gd name="T2" fmla="*/ 989 w 989"/>
                <a:gd name="T3" fmla="*/ 1 h 1"/>
                <a:gd name="T4" fmla="*/ 0 60000 65536"/>
                <a:gd name="T5" fmla="*/ 0 60000 65536"/>
                <a:gd name="T6" fmla="*/ 0 w 989"/>
                <a:gd name="T7" fmla="*/ 0 h 1"/>
                <a:gd name="T8" fmla="*/ 989 w 98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89" h="1">
                  <a:moveTo>
                    <a:pt x="0" y="0"/>
                  </a:moveTo>
                  <a:lnTo>
                    <a:pt x="989" y="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Freeform 39"/>
            <p:cNvSpPr/>
            <p:nvPr/>
          </p:nvSpPr>
          <p:spPr bwMode="auto">
            <a:xfrm>
              <a:off x="3531" y="1738"/>
              <a:ext cx="982" cy="3"/>
            </a:xfrm>
            <a:custGeom>
              <a:avLst/>
              <a:gdLst>
                <a:gd name="T0" fmla="*/ 0 w 982"/>
                <a:gd name="T1" fmla="*/ 3 h 3"/>
                <a:gd name="T2" fmla="*/ 982 w 982"/>
                <a:gd name="T3" fmla="*/ 0 h 3"/>
                <a:gd name="T4" fmla="*/ 0 60000 65536"/>
                <a:gd name="T5" fmla="*/ 0 60000 65536"/>
                <a:gd name="T6" fmla="*/ 0 w 982"/>
                <a:gd name="T7" fmla="*/ 0 h 3"/>
                <a:gd name="T8" fmla="*/ 982 w 982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82" h="3">
                  <a:moveTo>
                    <a:pt x="0" y="3"/>
                  </a:moveTo>
                  <a:lnTo>
                    <a:pt x="982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531" y="1412"/>
              <a:ext cx="97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3531" y="1018"/>
              <a:ext cx="9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4"/>
            <p:cNvSpPr>
              <a:spLocks noChangeShapeType="1"/>
            </p:cNvSpPr>
            <p:nvPr/>
          </p:nvSpPr>
          <p:spPr bwMode="auto">
            <a:xfrm>
              <a:off x="4511" y="755"/>
              <a:ext cx="0" cy="9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3" name="Group 50"/>
          <p:cNvGrpSpPr/>
          <p:nvPr/>
        </p:nvGrpSpPr>
        <p:grpSpPr bwMode="auto">
          <a:xfrm>
            <a:off x="7655248" y="2553761"/>
            <a:ext cx="3014662" cy="2990850"/>
            <a:chOff x="3176" y="1851"/>
            <a:chExt cx="2262" cy="2097"/>
          </a:xfrm>
        </p:grpSpPr>
        <p:sp>
          <p:nvSpPr>
            <p:cNvPr id="44" name="Freeform 51"/>
            <p:cNvSpPr/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Freeform 52"/>
            <p:cNvSpPr/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Freeform 53"/>
            <p:cNvSpPr/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Freeform 54"/>
            <p:cNvSpPr/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Freeform 55"/>
            <p:cNvSpPr/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56"/>
            <p:cNvSpPr/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57"/>
            <p:cNvSpPr/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1" name="Group 58"/>
            <p:cNvGrpSpPr/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52" name="Line 59"/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60"/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61"/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62"/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63"/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64"/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65"/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66"/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7"/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8"/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69"/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70"/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71"/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72"/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73"/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74"/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5"/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6"/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Freeform 77"/>
              <p:cNvSpPr/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8"/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79"/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80"/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81"/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82"/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83"/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Oval 84"/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8" name="Line 85"/>
          <p:cNvSpPr>
            <a:spLocks noChangeShapeType="1"/>
          </p:cNvSpPr>
          <p:nvPr/>
        </p:nvSpPr>
        <p:spPr bwMode="auto">
          <a:xfrm>
            <a:off x="2495303" y="2470410"/>
            <a:ext cx="30988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Line 90"/>
          <p:cNvSpPr>
            <a:spLocks noChangeShapeType="1"/>
          </p:cNvSpPr>
          <p:nvPr/>
        </p:nvSpPr>
        <p:spPr bwMode="auto">
          <a:xfrm>
            <a:off x="5267078" y="2462473"/>
            <a:ext cx="327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Line 91"/>
          <p:cNvSpPr>
            <a:spLocks noChangeShapeType="1"/>
          </p:cNvSpPr>
          <p:nvPr/>
        </p:nvSpPr>
        <p:spPr bwMode="auto">
          <a:xfrm>
            <a:off x="1565028" y="2967298"/>
            <a:ext cx="40132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Line 92"/>
          <p:cNvSpPr>
            <a:spLocks noChangeShapeType="1"/>
          </p:cNvSpPr>
          <p:nvPr/>
        </p:nvSpPr>
        <p:spPr bwMode="auto">
          <a:xfrm>
            <a:off x="5267078" y="2967298"/>
            <a:ext cx="327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2" name="Group 94"/>
          <p:cNvGrpSpPr/>
          <p:nvPr/>
        </p:nvGrpSpPr>
        <p:grpSpPr bwMode="auto">
          <a:xfrm>
            <a:off x="5592515" y="2449773"/>
            <a:ext cx="4763" cy="1292225"/>
            <a:chOff x="3637" y="939"/>
            <a:chExt cx="3" cy="814"/>
          </a:xfrm>
        </p:grpSpPr>
        <p:sp>
          <p:nvSpPr>
            <p:cNvPr id="83" name="Line 89"/>
            <p:cNvSpPr>
              <a:spLocks noChangeShapeType="1"/>
            </p:cNvSpPr>
            <p:nvPr/>
          </p:nvSpPr>
          <p:spPr bwMode="auto">
            <a:xfrm>
              <a:off x="3637" y="939"/>
              <a:ext cx="0" cy="32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93"/>
            <p:cNvSpPr>
              <a:spLocks noChangeShapeType="1"/>
            </p:cNvSpPr>
            <p:nvPr/>
          </p:nvSpPr>
          <p:spPr bwMode="auto">
            <a:xfrm>
              <a:off x="3640" y="1265"/>
              <a:ext cx="0" cy="4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5" name="Line 98"/>
          <p:cNvSpPr>
            <a:spLocks noChangeShapeType="1"/>
          </p:cNvSpPr>
          <p:nvPr/>
        </p:nvSpPr>
        <p:spPr bwMode="auto">
          <a:xfrm>
            <a:off x="2147640" y="2656148"/>
            <a:ext cx="4662488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Line 99"/>
          <p:cNvSpPr>
            <a:spLocks noChangeShapeType="1"/>
          </p:cNvSpPr>
          <p:nvPr/>
        </p:nvSpPr>
        <p:spPr bwMode="auto">
          <a:xfrm>
            <a:off x="6411665" y="2667260"/>
            <a:ext cx="4111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Line 100"/>
          <p:cNvSpPr>
            <a:spLocks noChangeShapeType="1"/>
          </p:cNvSpPr>
          <p:nvPr/>
        </p:nvSpPr>
        <p:spPr bwMode="auto">
          <a:xfrm>
            <a:off x="6411665" y="2656148"/>
            <a:ext cx="0" cy="10858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8" name="Line 101"/>
          <p:cNvSpPr>
            <a:spLocks noChangeShapeType="1"/>
          </p:cNvSpPr>
          <p:nvPr/>
        </p:nvSpPr>
        <p:spPr bwMode="auto">
          <a:xfrm>
            <a:off x="2149228" y="3416560"/>
            <a:ext cx="46704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Line 102"/>
          <p:cNvSpPr>
            <a:spLocks noChangeShapeType="1"/>
          </p:cNvSpPr>
          <p:nvPr/>
        </p:nvSpPr>
        <p:spPr bwMode="auto">
          <a:xfrm>
            <a:off x="6435130" y="3201763"/>
            <a:ext cx="368300" cy="3175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Line 103"/>
          <p:cNvSpPr>
            <a:spLocks noChangeShapeType="1"/>
          </p:cNvSpPr>
          <p:nvPr/>
        </p:nvSpPr>
        <p:spPr bwMode="auto">
          <a:xfrm>
            <a:off x="6411665" y="3416560"/>
            <a:ext cx="4222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1" name="Group 106"/>
          <p:cNvGrpSpPr/>
          <p:nvPr/>
        </p:nvGrpSpPr>
        <p:grpSpPr bwMode="auto">
          <a:xfrm>
            <a:off x="6427540" y="3437194"/>
            <a:ext cx="650875" cy="304800"/>
            <a:chOff x="4178" y="1567"/>
            <a:chExt cx="410" cy="192"/>
          </a:xfrm>
        </p:grpSpPr>
        <p:sp>
          <p:nvSpPr>
            <p:cNvPr id="92" name="Line 104"/>
            <p:cNvSpPr>
              <a:spLocks noChangeShapeType="1"/>
            </p:cNvSpPr>
            <p:nvPr/>
          </p:nvSpPr>
          <p:spPr bwMode="auto">
            <a:xfrm>
              <a:off x="4415" y="1567"/>
              <a:ext cx="4" cy="192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105"/>
            <p:cNvSpPr>
              <a:spLocks noChangeShapeType="1"/>
            </p:cNvSpPr>
            <p:nvPr/>
          </p:nvSpPr>
          <p:spPr bwMode="auto">
            <a:xfrm>
              <a:off x="4178" y="1741"/>
              <a:ext cx="410" cy="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4" name="Group 113"/>
          <p:cNvGrpSpPr/>
          <p:nvPr/>
        </p:nvGrpSpPr>
        <p:grpSpPr bwMode="auto">
          <a:xfrm>
            <a:off x="3654178" y="2567248"/>
            <a:ext cx="1614487" cy="649287"/>
            <a:chOff x="2425" y="1013"/>
            <a:chExt cx="1017" cy="409"/>
          </a:xfrm>
        </p:grpSpPr>
        <p:sp>
          <p:nvSpPr>
            <p:cNvPr id="95" name="Line 110"/>
            <p:cNvSpPr>
              <a:spLocks noChangeShapeType="1"/>
            </p:cNvSpPr>
            <p:nvPr/>
          </p:nvSpPr>
          <p:spPr bwMode="auto">
            <a:xfrm>
              <a:off x="2426" y="1013"/>
              <a:ext cx="1015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112"/>
            <p:cNvSpPr>
              <a:spLocks noChangeShapeType="1"/>
            </p:cNvSpPr>
            <p:nvPr/>
          </p:nvSpPr>
          <p:spPr bwMode="auto">
            <a:xfrm>
              <a:off x="2425" y="1422"/>
              <a:ext cx="1017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7" name="Line 114"/>
          <p:cNvSpPr>
            <a:spLocks noChangeShapeType="1"/>
          </p:cNvSpPr>
          <p:nvPr/>
        </p:nvSpPr>
        <p:spPr bwMode="auto">
          <a:xfrm>
            <a:off x="6411665" y="3200660"/>
            <a:ext cx="3952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8" name="Group 117"/>
          <p:cNvGrpSpPr/>
          <p:nvPr/>
        </p:nvGrpSpPr>
        <p:grpSpPr bwMode="auto">
          <a:xfrm>
            <a:off x="916335" y="2661134"/>
            <a:ext cx="3794125" cy="3128962"/>
            <a:chOff x="816" y="1201"/>
            <a:chExt cx="2390" cy="1971"/>
          </a:xfrm>
        </p:grpSpPr>
        <p:sp>
          <p:nvSpPr>
            <p:cNvPr id="99" name="Freeform 30"/>
            <p:cNvSpPr/>
            <p:nvPr/>
          </p:nvSpPr>
          <p:spPr bwMode="auto">
            <a:xfrm>
              <a:off x="1597" y="1201"/>
              <a:ext cx="1" cy="487"/>
            </a:xfrm>
            <a:custGeom>
              <a:avLst/>
              <a:gdLst>
                <a:gd name="T0" fmla="*/ 0 w 1"/>
                <a:gd name="T1" fmla="*/ 0 h 487"/>
                <a:gd name="T2" fmla="*/ 0 w 1"/>
                <a:gd name="T3" fmla="*/ 487 h 487"/>
                <a:gd name="T4" fmla="*/ 0 60000 65536"/>
                <a:gd name="T5" fmla="*/ 0 60000 65536"/>
                <a:gd name="T6" fmla="*/ 0 w 1"/>
                <a:gd name="T7" fmla="*/ 0 h 487"/>
                <a:gd name="T8" fmla="*/ 1 w 1"/>
                <a:gd name="T9" fmla="*/ 487 h 4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87">
                  <a:moveTo>
                    <a:pt x="0" y="0"/>
                  </a:moveTo>
                  <a:lnTo>
                    <a:pt x="0" y="487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31"/>
            <p:cNvSpPr/>
            <p:nvPr/>
          </p:nvSpPr>
          <p:spPr bwMode="auto">
            <a:xfrm>
              <a:off x="1597" y="1674"/>
              <a:ext cx="1609" cy="3"/>
            </a:xfrm>
            <a:custGeom>
              <a:avLst/>
              <a:gdLst>
                <a:gd name="T0" fmla="*/ 0 w 1609"/>
                <a:gd name="T1" fmla="*/ 0 h 3"/>
                <a:gd name="T2" fmla="*/ 1609 w 1609"/>
                <a:gd name="T3" fmla="*/ 3 h 3"/>
                <a:gd name="T4" fmla="*/ 0 60000 65536"/>
                <a:gd name="T5" fmla="*/ 0 60000 65536"/>
                <a:gd name="T6" fmla="*/ 0 w 1609"/>
                <a:gd name="T7" fmla="*/ 0 h 3"/>
                <a:gd name="T8" fmla="*/ 1609 w 160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09" h="3">
                  <a:moveTo>
                    <a:pt x="0" y="0"/>
                  </a:moveTo>
                  <a:lnTo>
                    <a:pt x="1609" y="3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26"/>
            <p:cNvSpPr>
              <a:spLocks noChangeShapeType="1"/>
            </p:cNvSpPr>
            <p:nvPr/>
          </p:nvSpPr>
          <p:spPr bwMode="auto">
            <a:xfrm>
              <a:off x="1593" y="2849"/>
              <a:ext cx="1610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27"/>
            <p:cNvSpPr/>
            <p:nvPr/>
          </p:nvSpPr>
          <p:spPr bwMode="auto">
            <a:xfrm>
              <a:off x="1608" y="2837"/>
              <a:ext cx="1" cy="284"/>
            </a:xfrm>
            <a:custGeom>
              <a:avLst/>
              <a:gdLst>
                <a:gd name="T0" fmla="*/ 0 w 1"/>
                <a:gd name="T1" fmla="*/ 0 h 284"/>
                <a:gd name="T2" fmla="*/ 0 w 1"/>
                <a:gd name="T3" fmla="*/ 284 h 284"/>
                <a:gd name="T4" fmla="*/ 0 60000 65536"/>
                <a:gd name="T5" fmla="*/ 0 60000 65536"/>
                <a:gd name="T6" fmla="*/ 0 w 1"/>
                <a:gd name="T7" fmla="*/ 0 h 284"/>
                <a:gd name="T8" fmla="*/ 1 w 1"/>
                <a:gd name="T9" fmla="*/ 284 h 2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4">
                  <a:moveTo>
                    <a:pt x="0" y="0"/>
                  </a:moveTo>
                  <a:lnTo>
                    <a:pt x="0" y="284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32"/>
            <p:cNvSpPr/>
            <p:nvPr/>
          </p:nvSpPr>
          <p:spPr bwMode="auto">
            <a:xfrm>
              <a:off x="939" y="2843"/>
              <a:ext cx="669" cy="1"/>
            </a:xfrm>
            <a:custGeom>
              <a:avLst/>
              <a:gdLst>
                <a:gd name="T0" fmla="*/ 669 w 669"/>
                <a:gd name="T1" fmla="*/ 0 h 1"/>
                <a:gd name="T2" fmla="*/ 0 w 669"/>
                <a:gd name="T3" fmla="*/ 1 h 1"/>
                <a:gd name="T4" fmla="*/ 0 60000 65536"/>
                <a:gd name="T5" fmla="*/ 0 60000 65536"/>
                <a:gd name="T6" fmla="*/ 0 w 669"/>
                <a:gd name="T7" fmla="*/ 0 h 1"/>
                <a:gd name="T8" fmla="*/ 669 w 66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9" h="1">
                  <a:moveTo>
                    <a:pt x="669" y="0"/>
                  </a:moveTo>
                  <a:lnTo>
                    <a:pt x="0" y="1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115"/>
            <p:cNvSpPr>
              <a:spLocks noChangeShapeType="1"/>
            </p:cNvSpPr>
            <p:nvPr/>
          </p:nvSpPr>
          <p:spPr bwMode="auto">
            <a:xfrm>
              <a:off x="816" y="2742"/>
              <a:ext cx="0" cy="43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6" name="Group 157"/>
          <p:cNvGrpSpPr/>
          <p:nvPr/>
        </p:nvGrpSpPr>
        <p:grpSpPr bwMode="auto">
          <a:xfrm>
            <a:off x="1114178" y="2159260"/>
            <a:ext cx="5684837" cy="3511550"/>
            <a:chOff x="480" y="1436"/>
            <a:chExt cx="3581" cy="2212"/>
          </a:xfrm>
        </p:grpSpPr>
        <p:sp>
          <p:nvSpPr>
            <p:cNvPr id="107" name="Freeform 119"/>
            <p:cNvSpPr/>
            <p:nvPr/>
          </p:nvSpPr>
          <p:spPr bwMode="auto">
            <a:xfrm>
              <a:off x="3120" y="1462"/>
              <a:ext cx="941" cy="614"/>
            </a:xfrm>
            <a:custGeom>
              <a:avLst/>
              <a:gdLst>
                <a:gd name="T0" fmla="*/ 0 w 941"/>
                <a:gd name="T1" fmla="*/ 0 h 614"/>
                <a:gd name="T2" fmla="*/ 941 w 941"/>
                <a:gd name="T3" fmla="*/ 0 h 614"/>
                <a:gd name="T4" fmla="*/ 940 w 941"/>
                <a:gd name="T5" fmla="*/ 276 h 614"/>
                <a:gd name="T6" fmla="*/ 684 w 941"/>
                <a:gd name="T7" fmla="*/ 278 h 614"/>
                <a:gd name="T8" fmla="*/ 684 w 941"/>
                <a:gd name="T9" fmla="*/ 614 h 614"/>
                <a:gd name="T10" fmla="*/ 0 w 941"/>
                <a:gd name="T11" fmla="*/ 614 h 614"/>
                <a:gd name="T12" fmla="*/ 3 w 941"/>
                <a:gd name="T13" fmla="*/ 499 h 614"/>
                <a:gd name="T14" fmla="*/ 197 w 941"/>
                <a:gd name="T15" fmla="*/ 499 h 614"/>
                <a:gd name="T16" fmla="*/ 197 w 941"/>
                <a:gd name="T17" fmla="*/ 142 h 614"/>
                <a:gd name="T18" fmla="*/ 0 w 941"/>
                <a:gd name="T19" fmla="*/ 146 h 614"/>
                <a:gd name="T20" fmla="*/ 0 w 941"/>
                <a:gd name="T21" fmla="*/ 0 h 6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41"/>
                <a:gd name="T34" fmla="*/ 0 h 614"/>
                <a:gd name="T35" fmla="*/ 941 w 941"/>
                <a:gd name="T36" fmla="*/ 614 h 61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41" h="614">
                  <a:moveTo>
                    <a:pt x="0" y="0"/>
                  </a:moveTo>
                  <a:lnTo>
                    <a:pt x="941" y="0"/>
                  </a:lnTo>
                  <a:lnTo>
                    <a:pt x="940" y="276"/>
                  </a:lnTo>
                  <a:lnTo>
                    <a:pt x="684" y="278"/>
                  </a:lnTo>
                  <a:lnTo>
                    <a:pt x="684" y="614"/>
                  </a:lnTo>
                  <a:lnTo>
                    <a:pt x="0" y="614"/>
                  </a:lnTo>
                  <a:lnTo>
                    <a:pt x="3" y="499"/>
                  </a:lnTo>
                  <a:lnTo>
                    <a:pt x="197" y="499"/>
                  </a:lnTo>
                  <a:lnTo>
                    <a:pt x="197" y="142"/>
                  </a:lnTo>
                  <a:lnTo>
                    <a:pt x="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>
              <a:solidFill>
                <a:srgbClr val="66FF66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20"/>
            <p:cNvSpPr/>
            <p:nvPr/>
          </p:nvSpPr>
          <p:spPr bwMode="auto">
            <a:xfrm>
              <a:off x="489" y="2700"/>
              <a:ext cx="1212" cy="948"/>
            </a:xfrm>
            <a:custGeom>
              <a:avLst/>
              <a:gdLst>
                <a:gd name="T0" fmla="*/ 0 w 1212"/>
                <a:gd name="T1" fmla="*/ 0 h 948"/>
                <a:gd name="T2" fmla="*/ 0 w 1212"/>
                <a:gd name="T3" fmla="*/ 687 h 948"/>
                <a:gd name="T4" fmla="*/ 662 w 1212"/>
                <a:gd name="T5" fmla="*/ 688 h 948"/>
                <a:gd name="T6" fmla="*/ 662 w 1212"/>
                <a:gd name="T7" fmla="*/ 948 h 948"/>
                <a:gd name="T8" fmla="*/ 1210 w 1212"/>
                <a:gd name="T9" fmla="*/ 948 h 948"/>
                <a:gd name="T10" fmla="*/ 1212 w 1212"/>
                <a:gd name="T11" fmla="*/ 0 h 948"/>
                <a:gd name="T12" fmla="*/ 885 w 1212"/>
                <a:gd name="T13" fmla="*/ 0 h 948"/>
                <a:gd name="T14" fmla="*/ 885 w 1212"/>
                <a:gd name="T15" fmla="*/ 194 h 948"/>
                <a:gd name="T16" fmla="*/ 258 w 1212"/>
                <a:gd name="T17" fmla="*/ 195 h 948"/>
                <a:gd name="T18" fmla="*/ 261 w 1212"/>
                <a:gd name="T19" fmla="*/ 0 h 948"/>
                <a:gd name="T20" fmla="*/ 0 w 1212"/>
                <a:gd name="T21" fmla="*/ 0 h 9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212"/>
                <a:gd name="T34" fmla="*/ 0 h 948"/>
                <a:gd name="T35" fmla="*/ 1212 w 1212"/>
                <a:gd name="T36" fmla="*/ 948 h 9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212" h="948">
                  <a:moveTo>
                    <a:pt x="0" y="0"/>
                  </a:moveTo>
                  <a:lnTo>
                    <a:pt x="0" y="687"/>
                  </a:lnTo>
                  <a:lnTo>
                    <a:pt x="662" y="688"/>
                  </a:lnTo>
                  <a:lnTo>
                    <a:pt x="662" y="948"/>
                  </a:lnTo>
                  <a:lnTo>
                    <a:pt x="1210" y="948"/>
                  </a:lnTo>
                  <a:lnTo>
                    <a:pt x="1212" y="0"/>
                  </a:lnTo>
                  <a:lnTo>
                    <a:pt x="885" y="0"/>
                  </a:lnTo>
                  <a:lnTo>
                    <a:pt x="885" y="194"/>
                  </a:lnTo>
                  <a:lnTo>
                    <a:pt x="258" y="195"/>
                  </a:lnTo>
                  <a:lnTo>
                    <a:pt x="2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66"/>
            </a:solidFill>
            <a:ln w="28575">
              <a:solidFill>
                <a:srgbClr val="66FF66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21"/>
            <p:cNvSpPr/>
            <p:nvPr/>
          </p:nvSpPr>
          <p:spPr bwMode="auto">
            <a:xfrm>
              <a:off x="480" y="1436"/>
              <a:ext cx="1243" cy="659"/>
            </a:xfrm>
            <a:custGeom>
              <a:avLst/>
              <a:gdLst>
                <a:gd name="T0" fmla="*/ 0 w 1243"/>
                <a:gd name="T1" fmla="*/ 570 h 664"/>
                <a:gd name="T2" fmla="*/ 1243 w 1243"/>
                <a:gd name="T3" fmla="*/ 0 h 664"/>
                <a:gd name="T4" fmla="*/ 0 60000 65536"/>
                <a:gd name="T5" fmla="*/ 0 60000 65536"/>
                <a:gd name="T6" fmla="*/ 0 w 1243"/>
                <a:gd name="T7" fmla="*/ 0 h 664"/>
                <a:gd name="T8" fmla="*/ 1243 w 1243"/>
                <a:gd name="T9" fmla="*/ 664 h 6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43" h="664">
                  <a:moveTo>
                    <a:pt x="0" y="664"/>
                  </a:moveTo>
                  <a:lnTo>
                    <a:pt x="1243" y="0"/>
                  </a:lnTo>
                </a:path>
              </a:pathLst>
            </a:custGeom>
            <a:noFill/>
            <a:ln w="38100">
              <a:solidFill>
                <a:srgbClr val="66FF6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1" name="Text Box 87"/>
          <p:cNvSpPr txBox="1">
            <a:spLocks noChangeArrowheads="1"/>
          </p:cNvSpPr>
          <p:nvPr/>
        </p:nvSpPr>
        <p:spPr bwMode="auto">
          <a:xfrm>
            <a:off x="317577" y="1166565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" name="Line 37"/>
          <p:cNvSpPr>
            <a:spLocks noChangeShapeType="1"/>
          </p:cNvSpPr>
          <p:nvPr/>
        </p:nvSpPr>
        <p:spPr bwMode="auto">
          <a:xfrm rot="5400000">
            <a:off x="5358758" y="2828704"/>
            <a:ext cx="0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Line 38"/>
          <p:cNvSpPr>
            <a:spLocks noChangeShapeType="1"/>
          </p:cNvSpPr>
          <p:nvPr/>
        </p:nvSpPr>
        <p:spPr bwMode="auto">
          <a:xfrm flipV="1">
            <a:off x="5519095" y="2417542"/>
            <a:ext cx="0" cy="571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Freeform 39"/>
          <p:cNvSpPr/>
          <p:nvPr/>
        </p:nvSpPr>
        <p:spPr bwMode="auto">
          <a:xfrm>
            <a:off x="5196832" y="2415954"/>
            <a:ext cx="328613" cy="1588"/>
          </a:xfrm>
          <a:custGeom>
            <a:avLst/>
            <a:gdLst>
              <a:gd name="T0" fmla="*/ 2147483646 w 207"/>
              <a:gd name="T1" fmla="*/ 0 h 1"/>
              <a:gd name="T2" fmla="*/ 0 w 207"/>
              <a:gd name="T3" fmla="*/ 2147483646 h 1"/>
              <a:gd name="T4" fmla="*/ 0 60000 65536"/>
              <a:gd name="T5" fmla="*/ 0 60000 65536"/>
              <a:gd name="T6" fmla="*/ 0 w 207"/>
              <a:gd name="T7" fmla="*/ 0 h 1"/>
              <a:gd name="T8" fmla="*/ 207 w 20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7" h="1">
                <a:moveTo>
                  <a:pt x="207" y="0"/>
                </a:moveTo>
                <a:lnTo>
                  <a:pt x="0" y="1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5519095" y="2989042"/>
            <a:ext cx="0" cy="800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Line 41"/>
          <p:cNvSpPr>
            <a:spLocks noChangeShapeType="1"/>
          </p:cNvSpPr>
          <p:nvPr/>
        </p:nvSpPr>
        <p:spPr bwMode="auto">
          <a:xfrm>
            <a:off x="1028057" y="3789142"/>
            <a:ext cx="37433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Line 43"/>
          <p:cNvSpPr>
            <a:spLocks noChangeShapeType="1"/>
          </p:cNvSpPr>
          <p:nvPr/>
        </p:nvSpPr>
        <p:spPr bwMode="auto">
          <a:xfrm flipV="1">
            <a:off x="1028057" y="2074642"/>
            <a:ext cx="2052638" cy="114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Line 44"/>
          <p:cNvSpPr>
            <a:spLocks noChangeShapeType="1"/>
          </p:cNvSpPr>
          <p:nvPr/>
        </p:nvSpPr>
        <p:spPr bwMode="auto">
          <a:xfrm>
            <a:off x="3080695" y="2074642"/>
            <a:ext cx="12080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Freeform 46"/>
          <p:cNvSpPr/>
          <p:nvPr/>
        </p:nvSpPr>
        <p:spPr bwMode="auto">
          <a:xfrm>
            <a:off x="4774557" y="2531842"/>
            <a:ext cx="1588" cy="1281112"/>
          </a:xfrm>
          <a:custGeom>
            <a:avLst/>
            <a:gdLst>
              <a:gd name="T0" fmla="*/ 0 w 1"/>
              <a:gd name="T1" fmla="*/ 0 h 807"/>
              <a:gd name="T2" fmla="*/ 0 w 1"/>
              <a:gd name="T3" fmla="*/ 2147483646 h 807"/>
              <a:gd name="T4" fmla="*/ 0 60000 65536"/>
              <a:gd name="T5" fmla="*/ 0 60000 65536"/>
              <a:gd name="T6" fmla="*/ 0 w 1"/>
              <a:gd name="T7" fmla="*/ 0 h 807"/>
              <a:gd name="T8" fmla="*/ 1 w 1"/>
              <a:gd name="T9" fmla="*/ 807 h 80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07">
                <a:moveTo>
                  <a:pt x="0" y="0"/>
                </a:moveTo>
                <a:lnTo>
                  <a:pt x="0" y="807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Oval 47"/>
          <p:cNvSpPr>
            <a:spLocks noChangeArrowheads="1"/>
          </p:cNvSpPr>
          <p:nvPr/>
        </p:nvSpPr>
        <p:spPr bwMode="auto">
          <a:xfrm>
            <a:off x="3321995" y="2531842"/>
            <a:ext cx="725487" cy="6858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Line 51"/>
          <p:cNvSpPr>
            <a:spLocks noChangeShapeType="1"/>
          </p:cNvSpPr>
          <p:nvPr/>
        </p:nvSpPr>
        <p:spPr bwMode="auto">
          <a:xfrm>
            <a:off x="1028057" y="4246342"/>
            <a:ext cx="0" cy="12525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Line 53"/>
          <p:cNvSpPr>
            <a:spLocks noChangeShapeType="1"/>
          </p:cNvSpPr>
          <p:nvPr/>
        </p:nvSpPr>
        <p:spPr bwMode="auto">
          <a:xfrm>
            <a:off x="4771382" y="4246342"/>
            <a:ext cx="0" cy="1714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Line 55"/>
          <p:cNvSpPr>
            <a:spLocks noChangeShapeType="1"/>
          </p:cNvSpPr>
          <p:nvPr/>
        </p:nvSpPr>
        <p:spPr bwMode="auto">
          <a:xfrm>
            <a:off x="4047482" y="4246342"/>
            <a:ext cx="0" cy="1714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Line 56"/>
          <p:cNvSpPr>
            <a:spLocks noChangeShapeType="1"/>
          </p:cNvSpPr>
          <p:nvPr/>
        </p:nvSpPr>
        <p:spPr bwMode="auto">
          <a:xfrm>
            <a:off x="3321995" y="4246342"/>
            <a:ext cx="0" cy="1714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Line 57"/>
          <p:cNvSpPr>
            <a:spLocks noChangeShapeType="1"/>
          </p:cNvSpPr>
          <p:nvPr/>
        </p:nvSpPr>
        <p:spPr bwMode="auto">
          <a:xfrm>
            <a:off x="4288782" y="4246342"/>
            <a:ext cx="0" cy="1714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58"/>
          <p:cNvSpPr>
            <a:spLocks noChangeShapeType="1"/>
          </p:cNvSpPr>
          <p:nvPr/>
        </p:nvSpPr>
        <p:spPr bwMode="auto">
          <a:xfrm>
            <a:off x="3080695" y="4246342"/>
            <a:ext cx="0" cy="17145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Line 59"/>
          <p:cNvSpPr>
            <a:spLocks noChangeShapeType="1"/>
          </p:cNvSpPr>
          <p:nvPr/>
        </p:nvSpPr>
        <p:spPr bwMode="auto">
          <a:xfrm>
            <a:off x="2477445" y="2417542"/>
            <a:ext cx="0" cy="1371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Line 60"/>
          <p:cNvSpPr>
            <a:spLocks noChangeShapeType="1"/>
          </p:cNvSpPr>
          <p:nvPr/>
        </p:nvSpPr>
        <p:spPr bwMode="auto">
          <a:xfrm>
            <a:off x="1510657" y="2989042"/>
            <a:ext cx="0" cy="800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Freeform 61"/>
          <p:cNvSpPr/>
          <p:nvPr/>
        </p:nvSpPr>
        <p:spPr bwMode="auto">
          <a:xfrm>
            <a:off x="1493195" y="4587654"/>
            <a:ext cx="993775" cy="1588"/>
          </a:xfrm>
          <a:custGeom>
            <a:avLst/>
            <a:gdLst>
              <a:gd name="T0" fmla="*/ 0 w 626"/>
              <a:gd name="T1" fmla="*/ 0 h 1"/>
              <a:gd name="T2" fmla="*/ 2147483646 w 626"/>
              <a:gd name="T3" fmla="*/ 0 h 1"/>
              <a:gd name="T4" fmla="*/ 0 60000 65536"/>
              <a:gd name="T5" fmla="*/ 0 60000 65536"/>
              <a:gd name="T6" fmla="*/ 0 w 626"/>
              <a:gd name="T7" fmla="*/ 0 h 1"/>
              <a:gd name="T8" fmla="*/ 626 w 62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26" h="1">
                <a:moveTo>
                  <a:pt x="0" y="0"/>
                </a:moveTo>
                <a:lnTo>
                  <a:pt x="626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63"/>
          <p:cNvSpPr>
            <a:spLocks noChangeShapeType="1"/>
          </p:cNvSpPr>
          <p:nvPr/>
        </p:nvSpPr>
        <p:spPr bwMode="auto">
          <a:xfrm>
            <a:off x="2115495" y="5503642"/>
            <a:ext cx="2655887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Freeform 64"/>
          <p:cNvSpPr/>
          <p:nvPr/>
        </p:nvSpPr>
        <p:spPr bwMode="auto">
          <a:xfrm>
            <a:off x="1012182" y="5498879"/>
            <a:ext cx="1119188" cy="1588"/>
          </a:xfrm>
          <a:custGeom>
            <a:avLst/>
            <a:gdLst>
              <a:gd name="T0" fmla="*/ 2147483646 w 705"/>
              <a:gd name="T1" fmla="*/ 0 h 1"/>
              <a:gd name="T2" fmla="*/ 0 w 705"/>
              <a:gd name="T3" fmla="*/ 0 h 1"/>
              <a:gd name="T4" fmla="*/ 0 60000 65536"/>
              <a:gd name="T5" fmla="*/ 0 60000 65536"/>
              <a:gd name="T6" fmla="*/ 0 w 705"/>
              <a:gd name="T7" fmla="*/ 0 h 1"/>
              <a:gd name="T8" fmla="*/ 705 w 705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05" h="1">
                <a:moveTo>
                  <a:pt x="705" y="0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reeform 67"/>
          <p:cNvSpPr/>
          <p:nvPr/>
        </p:nvSpPr>
        <p:spPr bwMode="auto">
          <a:xfrm>
            <a:off x="2120257" y="2612804"/>
            <a:ext cx="1588" cy="854075"/>
          </a:xfrm>
          <a:custGeom>
            <a:avLst/>
            <a:gdLst>
              <a:gd name="T0" fmla="*/ 0 w 1"/>
              <a:gd name="T1" fmla="*/ 0 h 538"/>
              <a:gd name="T2" fmla="*/ 0 w 1"/>
              <a:gd name="T3" fmla="*/ 2147483646 h 538"/>
              <a:gd name="T4" fmla="*/ 0 60000 65536"/>
              <a:gd name="T5" fmla="*/ 0 60000 65536"/>
              <a:gd name="T6" fmla="*/ 0 w 1"/>
              <a:gd name="T7" fmla="*/ 0 h 538"/>
              <a:gd name="T8" fmla="*/ 1 w 1"/>
              <a:gd name="T9" fmla="*/ 538 h 53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8">
                <a:moveTo>
                  <a:pt x="0" y="0"/>
                </a:moveTo>
                <a:lnTo>
                  <a:pt x="0" y="538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Line 68"/>
          <p:cNvSpPr>
            <a:spLocks noChangeShapeType="1"/>
          </p:cNvSpPr>
          <p:nvPr/>
        </p:nvSpPr>
        <p:spPr bwMode="auto">
          <a:xfrm>
            <a:off x="2115495" y="3446242"/>
            <a:ext cx="26558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Line 69"/>
          <p:cNvSpPr>
            <a:spLocks noChangeShapeType="1"/>
          </p:cNvSpPr>
          <p:nvPr/>
        </p:nvSpPr>
        <p:spPr bwMode="auto">
          <a:xfrm>
            <a:off x="6374757" y="2646142"/>
            <a:ext cx="4286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Line 70"/>
          <p:cNvSpPr>
            <a:spLocks noChangeShapeType="1"/>
          </p:cNvSpPr>
          <p:nvPr/>
        </p:nvSpPr>
        <p:spPr bwMode="auto">
          <a:xfrm>
            <a:off x="6374757" y="3446242"/>
            <a:ext cx="4286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Freeform 71"/>
          <p:cNvSpPr/>
          <p:nvPr/>
        </p:nvSpPr>
        <p:spPr bwMode="auto">
          <a:xfrm>
            <a:off x="5201595" y="2063529"/>
            <a:ext cx="1587" cy="1738313"/>
          </a:xfrm>
          <a:custGeom>
            <a:avLst/>
            <a:gdLst>
              <a:gd name="T0" fmla="*/ 0 w 1"/>
              <a:gd name="T1" fmla="*/ 2147483646 h 1095"/>
              <a:gd name="T2" fmla="*/ 0 w 1"/>
              <a:gd name="T3" fmla="*/ 0 h 1095"/>
              <a:gd name="T4" fmla="*/ 0 60000 65536"/>
              <a:gd name="T5" fmla="*/ 0 60000 65536"/>
              <a:gd name="T6" fmla="*/ 0 w 1"/>
              <a:gd name="T7" fmla="*/ 0 h 1095"/>
              <a:gd name="T8" fmla="*/ 1 w 1"/>
              <a:gd name="T9" fmla="*/ 1095 h 109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095">
                <a:moveTo>
                  <a:pt x="0" y="1095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Line 72"/>
          <p:cNvSpPr>
            <a:spLocks noChangeShapeType="1"/>
          </p:cNvSpPr>
          <p:nvPr/>
        </p:nvSpPr>
        <p:spPr bwMode="auto">
          <a:xfrm>
            <a:off x="5200007" y="2074642"/>
            <a:ext cx="1603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Line 73"/>
          <p:cNvSpPr>
            <a:spLocks noChangeShapeType="1"/>
          </p:cNvSpPr>
          <p:nvPr/>
        </p:nvSpPr>
        <p:spPr bwMode="auto">
          <a:xfrm>
            <a:off x="5200007" y="3789142"/>
            <a:ext cx="11795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Line 75"/>
          <p:cNvSpPr>
            <a:spLocks noChangeShapeType="1"/>
          </p:cNvSpPr>
          <p:nvPr/>
        </p:nvSpPr>
        <p:spPr bwMode="auto">
          <a:xfrm>
            <a:off x="5200007" y="3217642"/>
            <a:ext cx="1603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Line 76"/>
          <p:cNvSpPr>
            <a:spLocks noChangeShapeType="1"/>
          </p:cNvSpPr>
          <p:nvPr/>
        </p:nvSpPr>
        <p:spPr bwMode="auto">
          <a:xfrm>
            <a:off x="5200007" y="2531842"/>
            <a:ext cx="160337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Line 78"/>
          <p:cNvSpPr>
            <a:spLocks noChangeShapeType="1"/>
          </p:cNvSpPr>
          <p:nvPr/>
        </p:nvSpPr>
        <p:spPr bwMode="auto">
          <a:xfrm>
            <a:off x="6374757" y="3217642"/>
            <a:ext cx="428625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Line 79"/>
          <p:cNvSpPr>
            <a:spLocks noChangeShapeType="1"/>
          </p:cNvSpPr>
          <p:nvPr/>
        </p:nvSpPr>
        <p:spPr bwMode="auto">
          <a:xfrm>
            <a:off x="6374757" y="3217642"/>
            <a:ext cx="42862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Line 80"/>
          <p:cNvSpPr>
            <a:spLocks noChangeShapeType="1"/>
          </p:cNvSpPr>
          <p:nvPr/>
        </p:nvSpPr>
        <p:spPr bwMode="auto">
          <a:xfrm flipV="1">
            <a:off x="6374757" y="2646142"/>
            <a:ext cx="0" cy="11430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" name="Freeform 84"/>
          <p:cNvSpPr/>
          <p:nvPr/>
        </p:nvSpPr>
        <p:spPr bwMode="auto">
          <a:xfrm>
            <a:off x="2115495" y="5503642"/>
            <a:ext cx="4762" cy="481012"/>
          </a:xfrm>
          <a:custGeom>
            <a:avLst/>
            <a:gdLst>
              <a:gd name="T0" fmla="*/ 0 w 3"/>
              <a:gd name="T1" fmla="*/ 0 h 303"/>
              <a:gd name="T2" fmla="*/ 2147483646 w 3"/>
              <a:gd name="T3" fmla="*/ 2147483646 h 303"/>
              <a:gd name="T4" fmla="*/ 0 60000 65536"/>
              <a:gd name="T5" fmla="*/ 0 60000 65536"/>
              <a:gd name="T6" fmla="*/ 0 w 3"/>
              <a:gd name="T7" fmla="*/ 0 h 303"/>
              <a:gd name="T8" fmla="*/ 3 w 3"/>
              <a:gd name="T9" fmla="*/ 303 h 30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03">
                <a:moveTo>
                  <a:pt x="0" y="0"/>
                </a:moveTo>
                <a:lnTo>
                  <a:pt x="3" y="30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8" name="Freeform 85"/>
          <p:cNvSpPr/>
          <p:nvPr/>
        </p:nvSpPr>
        <p:spPr bwMode="auto">
          <a:xfrm>
            <a:off x="2477445" y="4246342"/>
            <a:ext cx="1587" cy="363537"/>
          </a:xfrm>
          <a:custGeom>
            <a:avLst/>
            <a:gdLst>
              <a:gd name="T0" fmla="*/ 0 w 1"/>
              <a:gd name="T1" fmla="*/ 0 h 229"/>
              <a:gd name="T2" fmla="*/ 0 w 1"/>
              <a:gd name="T3" fmla="*/ 2147483646 h 229"/>
              <a:gd name="T4" fmla="*/ 0 60000 65536"/>
              <a:gd name="T5" fmla="*/ 0 60000 65536"/>
              <a:gd name="T6" fmla="*/ 0 w 1"/>
              <a:gd name="T7" fmla="*/ 0 h 229"/>
              <a:gd name="T8" fmla="*/ 1 w 1"/>
              <a:gd name="T9" fmla="*/ 229 h 2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29">
                <a:moveTo>
                  <a:pt x="0" y="0"/>
                </a:moveTo>
                <a:lnTo>
                  <a:pt x="0" y="229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Freeform 86"/>
          <p:cNvSpPr/>
          <p:nvPr/>
        </p:nvSpPr>
        <p:spPr bwMode="auto">
          <a:xfrm>
            <a:off x="1507482" y="4241579"/>
            <a:ext cx="1588" cy="369888"/>
          </a:xfrm>
          <a:custGeom>
            <a:avLst/>
            <a:gdLst>
              <a:gd name="T0" fmla="*/ 0 w 1"/>
              <a:gd name="T1" fmla="*/ 0 h 233"/>
              <a:gd name="T2" fmla="*/ 0 w 1"/>
              <a:gd name="T3" fmla="*/ 2147483646 h 233"/>
              <a:gd name="T4" fmla="*/ 0 60000 65536"/>
              <a:gd name="T5" fmla="*/ 0 60000 65536"/>
              <a:gd name="T6" fmla="*/ 0 w 1"/>
              <a:gd name="T7" fmla="*/ 0 h 233"/>
              <a:gd name="T8" fmla="*/ 1 w 1"/>
              <a:gd name="T9" fmla="*/ 233 h 2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3810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" name="Line 87"/>
          <p:cNvSpPr>
            <a:spLocks noChangeShapeType="1"/>
          </p:cNvSpPr>
          <p:nvPr/>
        </p:nvSpPr>
        <p:spPr bwMode="auto">
          <a:xfrm>
            <a:off x="2131370" y="5971954"/>
            <a:ext cx="2655887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Line 88"/>
          <p:cNvSpPr>
            <a:spLocks noChangeShapeType="1"/>
          </p:cNvSpPr>
          <p:nvPr/>
        </p:nvSpPr>
        <p:spPr bwMode="auto">
          <a:xfrm>
            <a:off x="6803382" y="2074642"/>
            <a:ext cx="0" cy="1392237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89"/>
          <p:cNvSpPr>
            <a:spLocks noChangeShapeType="1"/>
          </p:cNvSpPr>
          <p:nvPr/>
        </p:nvSpPr>
        <p:spPr bwMode="auto">
          <a:xfrm>
            <a:off x="4288782" y="2063529"/>
            <a:ext cx="487363" cy="487363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90"/>
          <p:cNvSpPr>
            <a:spLocks noChangeShapeType="1"/>
          </p:cNvSpPr>
          <p:nvPr/>
        </p:nvSpPr>
        <p:spPr bwMode="auto">
          <a:xfrm>
            <a:off x="1028057" y="3217642"/>
            <a:ext cx="0" cy="5842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91"/>
          <p:cNvSpPr>
            <a:spLocks noChangeShapeType="1"/>
          </p:cNvSpPr>
          <p:nvPr/>
        </p:nvSpPr>
        <p:spPr bwMode="auto">
          <a:xfrm>
            <a:off x="1013770" y="4241579"/>
            <a:ext cx="493712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Line 92"/>
          <p:cNvSpPr>
            <a:spLocks noChangeShapeType="1"/>
          </p:cNvSpPr>
          <p:nvPr/>
        </p:nvSpPr>
        <p:spPr bwMode="auto">
          <a:xfrm>
            <a:off x="2463157" y="4241579"/>
            <a:ext cx="23241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7" name="Group 50"/>
          <p:cNvGrpSpPr/>
          <p:nvPr/>
        </p:nvGrpSpPr>
        <p:grpSpPr bwMode="auto">
          <a:xfrm>
            <a:off x="7660972" y="2546200"/>
            <a:ext cx="3014662" cy="2990850"/>
            <a:chOff x="3176" y="1851"/>
            <a:chExt cx="2262" cy="2097"/>
          </a:xfrm>
        </p:grpSpPr>
        <p:sp>
          <p:nvSpPr>
            <p:cNvPr id="48" name="Freeform 51"/>
            <p:cNvSpPr/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Freeform 52"/>
            <p:cNvSpPr/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Freeform 53"/>
            <p:cNvSpPr/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Freeform 54"/>
            <p:cNvSpPr/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Freeform 55"/>
            <p:cNvSpPr/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Freeform 56"/>
            <p:cNvSpPr/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Freeform 57"/>
            <p:cNvSpPr/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55" name="Group 58"/>
            <p:cNvGrpSpPr/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56" name="Line 59"/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60"/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61"/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62"/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3"/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4"/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65"/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66"/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67"/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68"/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69"/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70"/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1"/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2"/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73"/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4"/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75"/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76"/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77"/>
              <p:cNvSpPr/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78"/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Line 79"/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80"/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Line 81"/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82"/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Line 83"/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Oval 84"/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2759912" y="2767563"/>
            <a:ext cx="1863605" cy="279399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4" t="35375" r="33606" b="22368"/>
          <a:stretch>
            <a:fillRect/>
          </a:stretch>
        </p:blipFill>
        <p:spPr>
          <a:xfrm>
            <a:off x="3229757" y="2799372"/>
            <a:ext cx="885826" cy="142875"/>
          </a:xfrm>
          <a:prstGeom prst="rect">
            <a:avLst/>
          </a:pr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2753670" y="4967609"/>
            <a:ext cx="1876089" cy="279399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8" t="37587" r="23982" b="22973"/>
          <a:stretch>
            <a:fillRect/>
          </a:stretch>
        </p:blipFill>
        <p:spPr>
          <a:xfrm>
            <a:off x="5142280" y="2806852"/>
            <a:ext cx="1739900" cy="133351"/>
          </a:xfrm>
          <a:prstGeom prst="rect">
            <a:avLst/>
          </a:prstGeom>
        </p:spPr>
      </p:pic>
      <p:sp>
        <p:nvSpPr>
          <p:cNvPr id="86" name="Text Box 87"/>
          <p:cNvSpPr txBox="1">
            <a:spLocks noChangeArrowheads="1"/>
          </p:cNvSpPr>
          <p:nvPr/>
        </p:nvSpPr>
        <p:spPr bwMode="auto">
          <a:xfrm>
            <a:off x="317577" y="1166565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3" name="Group 50"/>
          <p:cNvGrpSpPr/>
          <p:nvPr/>
        </p:nvGrpSpPr>
        <p:grpSpPr bwMode="auto">
          <a:xfrm>
            <a:off x="7471693" y="2349197"/>
            <a:ext cx="3014662" cy="2990850"/>
            <a:chOff x="3176" y="1851"/>
            <a:chExt cx="2262" cy="2097"/>
          </a:xfrm>
        </p:grpSpPr>
        <p:sp>
          <p:nvSpPr>
            <p:cNvPr id="4" name="Freeform 51"/>
            <p:cNvSpPr/>
            <p:nvPr/>
          </p:nvSpPr>
          <p:spPr bwMode="auto">
            <a:xfrm>
              <a:off x="4467" y="2074"/>
              <a:ext cx="959" cy="1376"/>
            </a:xfrm>
            <a:custGeom>
              <a:avLst/>
              <a:gdLst>
                <a:gd name="T0" fmla="*/ 825 w 959"/>
                <a:gd name="T1" fmla="*/ 0 h 1376"/>
                <a:gd name="T2" fmla="*/ 959 w 959"/>
                <a:gd name="T3" fmla="*/ 89 h 1376"/>
                <a:gd name="T4" fmla="*/ 959 w 959"/>
                <a:gd name="T5" fmla="*/ 832 h 1376"/>
                <a:gd name="T6" fmla="*/ 7 w 959"/>
                <a:gd name="T7" fmla="*/ 1376 h 1376"/>
                <a:gd name="T8" fmla="*/ 0 w 959"/>
                <a:gd name="T9" fmla="*/ 953 h 1376"/>
                <a:gd name="T10" fmla="*/ 459 w 959"/>
                <a:gd name="T11" fmla="*/ 204 h 1376"/>
                <a:gd name="T12" fmla="*/ 825 w 959"/>
                <a:gd name="T13" fmla="*/ 0 h 13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9"/>
                <a:gd name="T22" fmla="*/ 0 h 1376"/>
                <a:gd name="T23" fmla="*/ 959 w 959"/>
                <a:gd name="T24" fmla="*/ 1376 h 13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9" h="1376">
                  <a:moveTo>
                    <a:pt x="825" y="0"/>
                  </a:moveTo>
                  <a:lnTo>
                    <a:pt x="959" y="89"/>
                  </a:lnTo>
                  <a:lnTo>
                    <a:pt x="959" y="832"/>
                  </a:lnTo>
                  <a:lnTo>
                    <a:pt x="7" y="1376"/>
                  </a:lnTo>
                  <a:lnTo>
                    <a:pt x="0" y="953"/>
                  </a:lnTo>
                  <a:lnTo>
                    <a:pt x="459" y="204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rgbClr val="FF66FF"/>
            </a:solidFill>
            <a:ln w="12700">
              <a:solidFill>
                <a:srgbClr val="000000"/>
              </a:solidFill>
              <a:rou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Freeform 52"/>
            <p:cNvSpPr/>
            <p:nvPr/>
          </p:nvSpPr>
          <p:spPr bwMode="auto">
            <a:xfrm>
              <a:off x="4134" y="1865"/>
              <a:ext cx="1146" cy="407"/>
            </a:xfrm>
            <a:custGeom>
              <a:avLst/>
              <a:gdLst>
                <a:gd name="T0" fmla="*/ 0 w 1146"/>
                <a:gd name="T1" fmla="*/ 196 h 407"/>
                <a:gd name="T2" fmla="*/ 333 w 1146"/>
                <a:gd name="T3" fmla="*/ 0 h 407"/>
                <a:gd name="T4" fmla="*/ 1146 w 1146"/>
                <a:gd name="T5" fmla="*/ 215 h 407"/>
                <a:gd name="T6" fmla="*/ 826 w 1146"/>
                <a:gd name="T7" fmla="*/ 407 h 407"/>
                <a:gd name="T8" fmla="*/ 173 w 1146"/>
                <a:gd name="T9" fmla="*/ 234 h 407"/>
                <a:gd name="T10" fmla="*/ 0 w 1146"/>
                <a:gd name="T11" fmla="*/ 196 h 4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6"/>
                <a:gd name="T19" fmla="*/ 0 h 407"/>
                <a:gd name="T20" fmla="*/ 1146 w 1146"/>
                <a:gd name="T21" fmla="*/ 407 h 4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6" h="407">
                  <a:moveTo>
                    <a:pt x="0" y="196"/>
                  </a:moveTo>
                  <a:lnTo>
                    <a:pt x="333" y="0"/>
                  </a:lnTo>
                  <a:lnTo>
                    <a:pt x="1146" y="215"/>
                  </a:lnTo>
                  <a:lnTo>
                    <a:pt x="826" y="407"/>
                  </a:lnTo>
                  <a:lnTo>
                    <a:pt x="173" y="234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Freeform 53"/>
            <p:cNvSpPr/>
            <p:nvPr/>
          </p:nvSpPr>
          <p:spPr bwMode="auto">
            <a:xfrm>
              <a:off x="4301" y="2989"/>
              <a:ext cx="169" cy="454"/>
            </a:xfrm>
            <a:custGeom>
              <a:avLst/>
              <a:gdLst>
                <a:gd name="T0" fmla="*/ 0 w 169"/>
                <a:gd name="T1" fmla="*/ 0 h 454"/>
                <a:gd name="T2" fmla="*/ 0 w 169"/>
                <a:gd name="T3" fmla="*/ 409 h 454"/>
                <a:gd name="T4" fmla="*/ 169 w 169"/>
                <a:gd name="T5" fmla="*/ 454 h 454"/>
                <a:gd name="T6" fmla="*/ 169 w 169"/>
                <a:gd name="T7" fmla="*/ 32 h 454"/>
                <a:gd name="T8" fmla="*/ 0 w 169"/>
                <a:gd name="T9" fmla="*/ 0 h 4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454"/>
                <a:gd name="T17" fmla="*/ 169 w 169"/>
                <a:gd name="T18" fmla="*/ 454 h 4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454">
                  <a:moveTo>
                    <a:pt x="0" y="0"/>
                  </a:moveTo>
                  <a:lnTo>
                    <a:pt x="0" y="409"/>
                  </a:lnTo>
                  <a:lnTo>
                    <a:pt x="169" y="454"/>
                  </a:lnTo>
                  <a:lnTo>
                    <a:pt x="169" y="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Freeform 54"/>
            <p:cNvSpPr/>
            <p:nvPr/>
          </p:nvSpPr>
          <p:spPr bwMode="auto">
            <a:xfrm>
              <a:off x="3622" y="2803"/>
              <a:ext cx="169" cy="314"/>
            </a:xfrm>
            <a:custGeom>
              <a:avLst/>
              <a:gdLst>
                <a:gd name="T0" fmla="*/ 0 w 169"/>
                <a:gd name="T1" fmla="*/ 0 h 314"/>
                <a:gd name="T2" fmla="*/ 169 w 169"/>
                <a:gd name="T3" fmla="*/ 45 h 314"/>
                <a:gd name="T4" fmla="*/ 0 w 169"/>
                <a:gd name="T5" fmla="*/ 314 h 314"/>
                <a:gd name="T6" fmla="*/ 0 w 169"/>
                <a:gd name="T7" fmla="*/ 0 h 3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9"/>
                <a:gd name="T13" fmla="*/ 0 h 314"/>
                <a:gd name="T14" fmla="*/ 169 w 169"/>
                <a:gd name="T15" fmla="*/ 314 h 3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9" h="314">
                  <a:moveTo>
                    <a:pt x="0" y="0"/>
                  </a:moveTo>
                  <a:lnTo>
                    <a:pt x="169" y="45"/>
                  </a:lnTo>
                  <a:lnTo>
                    <a:pt x="0" y="3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FF"/>
                </a:gs>
                <a:gs pos="100000">
                  <a:srgbClr val="00477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Freeform 55"/>
            <p:cNvSpPr/>
            <p:nvPr/>
          </p:nvSpPr>
          <p:spPr bwMode="auto">
            <a:xfrm>
              <a:off x="3194" y="3450"/>
              <a:ext cx="697" cy="486"/>
            </a:xfrm>
            <a:custGeom>
              <a:avLst/>
              <a:gdLst>
                <a:gd name="T0" fmla="*/ 0 w 697"/>
                <a:gd name="T1" fmla="*/ 0 h 486"/>
                <a:gd name="T2" fmla="*/ 0 w 697"/>
                <a:gd name="T3" fmla="*/ 307 h 486"/>
                <a:gd name="T4" fmla="*/ 697 w 697"/>
                <a:gd name="T5" fmla="*/ 486 h 486"/>
                <a:gd name="T6" fmla="*/ 697 w 697"/>
                <a:gd name="T7" fmla="*/ 179 h 486"/>
                <a:gd name="T8" fmla="*/ 0 w 697"/>
                <a:gd name="T9" fmla="*/ 0 h 4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97"/>
                <a:gd name="T16" fmla="*/ 0 h 486"/>
                <a:gd name="T17" fmla="*/ 697 w 697"/>
                <a:gd name="T18" fmla="*/ 486 h 4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97" h="486">
                  <a:moveTo>
                    <a:pt x="0" y="0"/>
                  </a:moveTo>
                  <a:lnTo>
                    <a:pt x="0" y="307"/>
                  </a:lnTo>
                  <a:lnTo>
                    <a:pt x="697" y="486"/>
                  </a:lnTo>
                  <a:lnTo>
                    <a:pt x="697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Freeform 56"/>
            <p:cNvSpPr/>
            <p:nvPr/>
          </p:nvSpPr>
          <p:spPr bwMode="auto">
            <a:xfrm>
              <a:off x="3898" y="3002"/>
              <a:ext cx="1363" cy="934"/>
            </a:xfrm>
            <a:custGeom>
              <a:avLst/>
              <a:gdLst>
                <a:gd name="T0" fmla="*/ 0 w 1363"/>
                <a:gd name="T1" fmla="*/ 633 h 934"/>
                <a:gd name="T2" fmla="*/ 0 w 1363"/>
                <a:gd name="T3" fmla="*/ 934 h 934"/>
                <a:gd name="T4" fmla="*/ 1350 w 1363"/>
                <a:gd name="T5" fmla="*/ 166 h 934"/>
                <a:gd name="T6" fmla="*/ 1363 w 1363"/>
                <a:gd name="T7" fmla="*/ 12 h 934"/>
                <a:gd name="T8" fmla="*/ 582 w 1363"/>
                <a:gd name="T9" fmla="*/ 444 h 934"/>
                <a:gd name="T10" fmla="*/ 390 w 1363"/>
                <a:gd name="T11" fmla="*/ 396 h 934"/>
                <a:gd name="T12" fmla="*/ 403 w 1363"/>
                <a:gd name="T13" fmla="*/ 0 h 934"/>
                <a:gd name="T14" fmla="*/ 0 w 1363"/>
                <a:gd name="T15" fmla="*/ 633 h 9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63"/>
                <a:gd name="T25" fmla="*/ 0 h 934"/>
                <a:gd name="T26" fmla="*/ 1363 w 1363"/>
                <a:gd name="T27" fmla="*/ 934 h 93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63" h="934">
                  <a:moveTo>
                    <a:pt x="0" y="633"/>
                  </a:moveTo>
                  <a:lnTo>
                    <a:pt x="0" y="934"/>
                  </a:lnTo>
                  <a:lnTo>
                    <a:pt x="1350" y="166"/>
                  </a:lnTo>
                  <a:lnTo>
                    <a:pt x="1363" y="12"/>
                  </a:lnTo>
                  <a:lnTo>
                    <a:pt x="582" y="444"/>
                  </a:lnTo>
                  <a:lnTo>
                    <a:pt x="390" y="396"/>
                  </a:lnTo>
                  <a:lnTo>
                    <a:pt x="403" y="0"/>
                  </a:lnTo>
                  <a:lnTo>
                    <a:pt x="0" y="6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Freeform 57"/>
            <p:cNvSpPr/>
            <p:nvPr/>
          </p:nvSpPr>
          <p:spPr bwMode="auto">
            <a:xfrm>
              <a:off x="3187" y="2064"/>
              <a:ext cx="1773" cy="1558"/>
            </a:xfrm>
            <a:custGeom>
              <a:avLst/>
              <a:gdLst>
                <a:gd name="T0" fmla="*/ 931 w 1773"/>
                <a:gd name="T1" fmla="*/ 0 h 1558"/>
                <a:gd name="T2" fmla="*/ 1773 w 1773"/>
                <a:gd name="T3" fmla="*/ 221 h 1558"/>
                <a:gd name="T4" fmla="*/ 1767 w 1773"/>
                <a:gd name="T5" fmla="*/ 192 h 1558"/>
                <a:gd name="T6" fmla="*/ 1267 w 1773"/>
                <a:gd name="T7" fmla="*/ 970 h 1558"/>
                <a:gd name="T8" fmla="*/ 1107 w 1773"/>
                <a:gd name="T9" fmla="*/ 925 h 1558"/>
                <a:gd name="T10" fmla="*/ 704 w 1773"/>
                <a:gd name="T11" fmla="*/ 1558 h 1558"/>
                <a:gd name="T12" fmla="*/ 0 w 1773"/>
                <a:gd name="T13" fmla="*/ 1392 h 1558"/>
                <a:gd name="T14" fmla="*/ 141 w 1773"/>
                <a:gd name="T15" fmla="*/ 1174 h 1558"/>
                <a:gd name="T16" fmla="*/ 333 w 1773"/>
                <a:gd name="T17" fmla="*/ 1226 h 1558"/>
                <a:gd name="T18" fmla="*/ 615 w 1773"/>
                <a:gd name="T19" fmla="*/ 788 h 1558"/>
                <a:gd name="T20" fmla="*/ 442 w 1773"/>
                <a:gd name="T21" fmla="*/ 746 h 1558"/>
                <a:gd name="T22" fmla="*/ 931 w 1773"/>
                <a:gd name="T23" fmla="*/ 0 h 155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773"/>
                <a:gd name="T37" fmla="*/ 0 h 1558"/>
                <a:gd name="T38" fmla="*/ 1773 w 1773"/>
                <a:gd name="T39" fmla="*/ 1558 h 155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773" h="1558">
                  <a:moveTo>
                    <a:pt x="931" y="0"/>
                  </a:moveTo>
                  <a:lnTo>
                    <a:pt x="1773" y="221"/>
                  </a:lnTo>
                  <a:lnTo>
                    <a:pt x="1767" y="192"/>
                  </a:lnTo>
                  <a:lnTo>
                    <a:pt x="1267" y="970"/>
                  </a:lnTo>
                  <a:lnTo>
                    <a:pt x="1107" y="925"/>
                  </a:lnTo>
                  <a:lnTo>
                    <a:pt x="704" y="1558"/>
                  </a:lnTo>
                  <a:lnTo>
                    <a:pt x="0" y="1392"/>
                  </a:lnTo>
                  <a:lnTo>
                    <a:pt x="141" y="1174"/>
                  </a:lnTo>
                  <a:lnTo>
                    <a:pt x="333" y="1226"/>
                  </a:lnTo>
                  <a:lnTo>
                    <a:pt x="615" y="788"/>
                  </a:lnTo>
                  <a:lnTo>
                    <a:pt x="442" y="746"/>
                  </a:lnTo>
                  <a:lnTo>
                    <a:pt x="931" y="0"/>
                  </a:lnTo>
                  <a:close/>
                </a:path>
              </a:pathLst>
            </a:cu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1" name="Group 58"/>
            <p:cNvGrpSpPr/>
            <p:nvPr/>
          </p:nvGrpSpPr>
          <p:grpSpPr bwMode="auto">
            <a:xfrm>
              <a:off x="3176" y="1851"/>
              <a:ext cx="2262" cy="2097"/>
              <a:chOff x="3176" y="1851"/>
              <a:chExt cx="2262" cy="2097"/>
            </a:xfrm>
          </p:grpSpPr>
          <p:sp>
            <p:nvSpPr>
              <p:cNvPr id="12" name="Line 59"/>
              <p:cNvSpPr>
                <a:spLocks noChangeShapeType="1"/>
              </p:cNvSpPr>
              <p:nvPr/>
            </p:nvSpPr>
            <p:spPr bwMode="auto">
              <a:xfrm>
                <a:off x="3193" y="3457"/>
                <a:ext cx="0" cy="31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60"/>
              <p:cNvSpPr>
                <a:spLocks noChangeShapeType="1"/>
              </p:cNvSpPr>
              <p:nvPr/>
            </p:nvSpPr>
            <p:spPr bwMode="auto">
              <a:xfrm>
                <a:off x="3900" y="3624"/>
                <a:ext cx="0" cy="3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61"/>
              <p:cNvSpPr>
                <a:spLocks noChangeShapeType="1"/>
              </p:cNvSpPr>
              <p:nvPr/>
            </p:nvSpPr>
            <p:spPr bwMode="auto">
              <a:xfrm>
                <a:off x="3631" y="2802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62"/>
              <p:cNvSpPr>
                <a:spLocks noChangeShapeType="1"/>
              </p:cNvSpPr>
              <p:nvPr/>
            </p:nvSpPr>
            <p:spPr bwMode="auto">
              <a:xfrm>
                <a:off x="4301" y="2983"/>
                <a:ext cx="0" cy="42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63"/>
              <p:cNvSpPr>
                <a:spLocks noChangeShapeType="1"/>
              </p:cNvSpPr>
              <p:nvPr/>
            </p:nvSpPr>
            <p:spPr bwMode="auto">
              <a:xfrm>
                <a:off x="4472" y="3010"/>
                <a:ext cx="0" cy="4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64"/>
              <p:cNvSpPr>
                <a:spLocks noChangeShapeType="1"/>
              </p:cNvSpPr>
              <p:nvPr/>
            </p:nvSpPr>
            <p:spPr bwMode="auto">
              <a:xfrm>
                <a:off x="5430" y="2162"/>
                <a:ext cx="0" cy="7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65"/>
              <p:cNvSpPr>
                <a:spLocks noChangeShapeType="1"/>
              </p:cNvSpPr>
              <p:nvPr/>
            </p:nvSpPr>
            <p:spPr bwMode="auto">
              <a:xfrm>
                <a:off x="3176" y="3451"/>
                <a:ext cx="732" cy="18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66"/>
              <p:cNvSpPr>
                <a:spLocks noChangeShapeType="1"/>
              </p:cNvSpPr>
              <p:nvPr/>
            </p:nvSpPr>
            <p:spPr bwMode="auto">
              <a:xfrm>
                <a:off x="3180" y="3748"/>
                <a:ext cx="731" cy="1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67"/>
              <p:cNvSpPr>
                <a:spLocks noChangeShapeType="1"/>
              </p:cNvSpPr>
              <p:nvPr/>
            </p:nvSpPr>
            <p:spPr bwMode="auto">
              <a:xfrm>
                <a:off x="4112" y="2058"/>
                <a:ext cx="844" cy="21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68"/>
              <p:cNvSpPr>
                <a:spLocks noChangeShapeType="1"/>
              </p:cNvSpPr>
              <p:nvPr/>
            </p:nvSpPr>
            <p:spPr bwMode="auto">
              <a:xfrm flipV="1">
                <a:off x="4947" y="2076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69"/>
              <p:cNvSpPr>
                <a:spLocks noChangeShapeType="1"/>
              </p:cNvSpPr>
              <p:nvPr/>
            </p:nvSpPr>
            <p:spPr bwMode="auto">
              <a:xfrm>
                <a:off x="4453" y="1853"/>
                <a:ext cx="858" cy="2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70"/>
              <p:cNvSpPr>
                <a:spLocks noChangeShapeType="1"/>
              </p:cNvSpPr>
              <p:nvPr/>
            </p:nvSpPr>
            <p:spPr bwMode="auto">
              <a:xfrm>
                <a:off x="3617" y="2802"/>
                <a:ext cx="186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71"/>
              <p:cNvSpPr>
                <a:spLocks noChangeShapeType="1"/>
              </p:cNvSpPr>
              <p:nvPr/>
            </p:nvSpPr>
            <p:spPr bwMode="auto">
              <a:xfrm>
                <a:off x="4284" y="2982"/>
                <a:ext cx="182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72"/>
              <p:cNvSpPr>
                <a:spLocks noChangeShapeType="1"/>
              </p:cNvSpPr>
              <p:nvPr/>
            </p:nvSpPr>
            <p:spPr bwMode="auto">
              <a:xfrm>
                <a:off x="4293" y="3405"/>
                <a:ext cx="188" cy="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73"/>
              <p:cNvSpPr>
                <a:spLocks noChangeShapeType="1"/>
              </p:cNvSpPr>
              <p:nvPr/>
            </p:nvSpPr>
            <p:spPr bwMode="auto">
              <a:xfrm flipV="1">
                <a:off x="4480" y="2902"/>
                <a:ext cx="958" cy="55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auto">
              <a:xfrm>
                <a:off x="5257" y="3010"/>
                <a:ext cx="0" cy="1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auto">
              <a:xfrm flipH="1">
                <a:off x="3894" y="3150"/>
                <a:ext cx="1371" cy="7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auto">
              <a:xfrm flipV="1">
                <a:off x="4133" y="1851"/>
                <a:ext cx="354" cy="2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Freeform 77"/>
              <p:cNvSpPr/>
              <p:nvPr/>
            </p:nvSpPr>
            <p:spPr bwMode="auto">
              <a:xfrm>
                <a:off x="5306" y="2074"/>
                <a:ext cx="126" cy="93"/>
              </a:xfrm>
              <a:custGeom>
                <a:avLst/>
                <a:gdLst>
                  <a:gd name="T0" fmla="*/ 0 w 126"/>
                  <a:gd name="T1" fmla="*/ 0 h 93"/>
                  <a:gd name="T2" fmla="*/ 126 w 126"/>
                  <a:gd name="T3" fmla="*/ 93 h 93"/>
                  <a:gd name="T4" fmla="*/ 0 60000 65536"/>
                  <a:gd name="T5" fmla="*/ 0 60000 65536"/>
                  <a:gd name="T6" fmla="*/ 0 w 126"/>
                  <a:gd name="T7" fmla="*/ 0 h 93"/>
                  <a:gd name="T8" fmla="*/ 126 w 126"/>
                  <a:gd name="T9" fmla="*/ 93 h 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93">
                    <a:moveTo>
                      <a:pt x="0" y="0"/>
                    </a:moveTo>
                    <a:lnTo>
                      <a:pt x="126" y="93"/>
                    </a:lnTo>
                  </a:path>
                </a:pathLst>
              </a:cu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auto">
              <a:xfrm flipH="1">
                <a:off x="4458" y="2277"/>
                <a:ext cx="487" cy="7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auto">
              <a:xfrm flipH="1">
                <a:off x="3624" y="2067"/>
                <a:ext cx="493" cy="7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auto">
              <a:xfrm flipH="1">
                <a:off x="3505" y="2845"/>
                <a:ext cx="298" cy="44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auto">
              <a:xfrm flipH="1" flipV="1">
                <a:off x="3323" y="3237"/>
                <a:ext cx="189" cy="5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auto">
              <a:xfrm flipH="1">
                <a:off x="3188" y="3237"/>
                <a:ext cx="143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83"/>
              <p:cNvSpPr>
                <a:spLocks noChangeShapeType="1"/>
              </p:cNvSpPr>
              <p:nvPr/>
            </p:nvSpPr>
            <p:spPr bwMode="auto">
              <a:xfrm flipH="1">
                <a:off x="3891" y="2982"/>
                <a:ext cx="407" cy="6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Oval 84"/>
              <p:cNvSpPr>
                <a:spLocks noChangeArrowheads="1"/>
              </p:cNvSpPr>
              <p:nvPr/>
            </p:nvSpPr>
            <p:spPr bwMode="auto">
              <a:xfrm rot="2156307">
                <a:off x="4911" y="2489"/>
                <a:ext cx="277" cy="437"/>
              </a:xfrm>
              <a:prstGeom prst="ellipse">
                <a:avLst/>
              </a:prstGeom>
              <a:gradFill rotWithShape="0">
                <a:gsLst>
                  <a:gs pos="0">
                    <a:srgbClr val="761800"/>
                  </a:gs>
                  <a:gs pos="50000">
                    <a:srgbClr val="FF3300"/>
                  </a:gs>
                  <a:gs pos="100000">
                    <a:srgbClr val="761800"/>
                  </a:gs>
                </a:gsLst>
                <a:lin ang="18900000" scaled="1"/>
              </a:gradFill>
              <a:ln w="3810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0" name="Freeform 59"/>
          <p:cNvSpPr/>
          <p:nvPr/>
        </p:nvSpPr>
        <p:spPr bwMode="auto">
          <a:xfrm>
            <a:off x="5140859" y="1938034"/>
            <a:ext cx="0" cy="1511300"/>
          </a:xfrm>
          <a:custGeom>
            <a:avLst/>
            <a:gdLst>
              <a:gd name="T0" fmla="*/ 0 w 1"/>
              <a:gd name="T1" fmla="*/ 0 h 240"/>
              <a:gd name="T2" fmla="*/ 0 w 1"/>
              <a:gd name="T3" fmla="*/ 2147483646 h 240"/>
              <a:gd name="T4" fmla="*/ 0 60000 65536"/>
              <a:gd name="T5" fmla="*/ 0 60000 65536"/>
              <a:gd name="T6" fmla="*/ 0 w 1"/>
              <a:gd name="T7" fmla="*/ 0 h 240"/>
              <a:gd name="T8" fmla="*/ 0 w 1"/>
              <a:gd name="T9" fmla="*/ 240 h 2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40">
                <a:moveTo>
                  <a:pt x="0" y="0"/>
                </a:moveTo>
                <a:lnTo>
                  <a:pt x="0" y="240"/>
                </a:lnTo>
              </a:path>
            </a:pathLst>
          </a:custGeom>
          <a:noFill/>
          <a:ln w="19050">
            <a:solidFill>
              <a:srgbClr val="00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" name="Freeform 2"/>
          <p:cNvSpPr/>
          <p:nvPr/>
        </p:nvSpPr>
        <p:spPr bwMode="auto">
          <a:xfrm>
            <a:off x="1319746" y="3831922"/>
            <a:ext cx="1868488" cy="1524000"/>
          </a:xfrm>
          <a:custGeom>
            <a:avLst/>
            <a:gdLst>
              <a:gd name="T0" fmla="*/ 0 w 1177"/>
              <a:gd name="T1" fmla="*/ 2147483646 h 960"/>
              <a:gd name="T2" fmla="*/ 2147483646 w 1177"/>
              <a:gd name="T3" fmla="*/ 0 h 960"/>
              <a:gd name="T4" fmla="*/ 2147483646 w 1177"/>
              <a:gd name="T5" fmla="*/ 2147483646 h 960"/>
              <a:gd name="T6" fmla="*/ 2147483646 w 1177"/>
              <a:gd name="T7" fmla="*/ 2147483646 h 960"/>
              <a:gd name="T8" fmla="*/ 2147483646 w 1177"/>
              <a:gd name="T9" fmla="*/ 2147483646 h 960"/>
              <a:gd name="T10" fmla="*/ 2147483646 w 1177"/>
              <a:gd name="T11" fmla="*/ 2147483646 h 960"/>
              <a:gd name="T12" fmla="*/ 2147483646 w 1177"/>
              <a:gd name="T13" fmla="*/ 2147483646 h 960"/>
              <a:gd name="T14" fmla="*/ 2147483646 w 1177"/>
              <a:gd name="T15" fmla="*/ 2147483646 h 960"/>
              <a:gd name="T16" fmla="*/ 2147483646 w 1177"/>
              <a:gd name="T17" fmla="*/ 2147483646 h 960"/>
              <a:gd name="T18" fmla="*/ 0 w 1177"/>
              <a:gd name="T19" fmla="*/ 2147483646 h 960"/>
              <a:gd name="T20" fmla="*/ 0 w 1177"/>
              <a:gd name="T21" fmla="*/ 2147483646 h 96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177"/>
              <a:gd name="T34" fmla="*/ 0 h 960"/>
              <a:gd name="T35" fmla="*/ 1177 w 1177"/>
              <a:gd name="T36" fmla="*/ 960 h 96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177" h="960">
                <a:moveTo>
                  <a:pt x="0" y="4"/>
                </a:moveTo>
                <a:lnTo>
                  <a:pt x="274" y="0"/>
                </a:lnTo>
                <a:lnTo>
                  <a:pt x="274" y="196"/>
                </a:lnTo>
                <a:lnTo>
                  <a:pt x="826" y="192"/>
                </a:lnTo>
                <a:lnTo>
                  <a:pt x="826" y="9"/>
                </a:lnTo>
                <a:lnTo>
                  <a:pt x="1177" y="4"/>
                </a:lnTo>
                <a:lnTo>
                  <a:pt x="1177" y="960"/>
                </a:lnTo>
                <a:lnTo>
                  <a:pt x="620" y="960"/>
                </a:lnTo>
                <a:lnTo>
                  <a:pt x="620" y="696"/>
                </a:lnTo>
                <a:lnTo>
                  <a:pt x="0" y="698"/>
                </a:lnTo>
                <a:lnTo>
                  <a:pt x="0" y="4"/>
                </a:lnTo>
                <a:close/>
              </a:path>
            </a:pathLst>
          </a:cu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Line 3"/>
          <p:cNvSpPr>
            <a:spLocks noChangeShapeType="1"/>
          </p:cNvSpPr>
          <p:nvPr/>
        </p:nvSpPr>
        <p:spPr bwMode="auto">
          <a:xfrm>
            <a:off x="4270909" y="1936447"/>
            <a:ext cx="25114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1311809" y="3441397"/>
            <a:ext cx="3406775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" name="Line 5"/>
          <p:cNvSpPr>
            <a:spLocks noChangeShapeType="1"/>
          </p:cNvSpPr>
          <p:nvPr/>
        </p:nvSpPr>
        <p:spPr bwMode="auto">
          <a:xfrm flipV="1">
            <a:off x="1319746" y="2939747"/>
            <a:ext cx="0" cy="5016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" name="Line 6"/>
          <p:cNvSpPr>
            <a:spLocks noChangeShapeType="1"/>
          </p:cNvSpPr>
          <p:nvPr/>
        </p:nvSpPr>
        <p:spPr bwMode="auto">
          <a:xfrm flipV="1">
            <a:off x="1319746" y="1936447"/>
            <a:ext cx="1857375" cy="10033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>
            <a:off x="3177121" y="1936447"/>
            <a:ext cx="10937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Line 8"/>
          <p:cNvSpPr>
            <a:spLocks noChangeShapeType="1"/>
          </p:cNvSpPr>
          <p:nvPr/>
        </p:nvSpPr>
        <p:spPr bwMode="auto">
          <a:xfrm>
            <a:off x="4270909" y="1936447"/>
            <a:ext cx="436562" cy="4016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4707471" y="2338084"/>
            <a:ext cx="0" cy="110331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Oval 10"/>
          <p:cNvSpPr>
            <a:spLocks noChangeArrowheads="1"/>
          </p:cNvSpPr>
          <p:nvPr/>
        </p:nvSpPr>
        <p:spPr bwMode="auto">
          <a:xfrm>
            <a:off x="3396196" y="2338084"/>
            <a:ext cx="654050" cy="601663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" name="Line 13"/>
          <p:cNvSpPr>
            <a:spLocks noChangeShapeType="1"/>
          </p:cNvSpPr>
          <p:nvPr/>
        </p:nvSpPr>
        <p:spPr bwMode="auto">
          <a:xfrm>
            <a:off x="2631021" y="2238072"/>
            <a:ext cx="0" cy="120332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1" name="Line 14"/>
          <p:cNvSpPr>
            <a:spLocks noChangeShapeType="1"/>
          </p:cNvSpPr>
          <p:nvPr/>
        </p:nvSpPr>
        <p:spPr bwMode="auto">
          <a:xfrm>
            <a:off x="1756309" y="2739722"/>
            <a:ext cx="0" cy="70167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15"/>
          <p:cNvSpPr>
            <a:spLocks noChangeShapeType="1"/>
          </p:cNvSpPr>
          <p:nvPr/>
        </p:nvSpPr>
        <p:spPr bwMode="auto">
          <a:xfrm>
            <a:off x="2302409" y="2438097"/>
            <a:ext cx="0" cy="7016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Line 16"/>
          <p:cNvSpPr>
            <a:spLocks noChangeShapeType="1"/>
          </p:cNvSpPr>
          <p:nvPr/>
        </p:nvSpPr>
        <p:spPr bwMode="auto">
          <a:xfrm>
            <a:off x="2302409" y="3139772"/>
            <a:ext cx="24050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Line 17"/>
          <p:cNvSpPr>
            <a:spLocks noChangeShapeType="1"/>
          </p:cNvSpPr>
          <p:nvPr/>
        </p:nvSpPr>
        <p:spPr bwMode="auto">
          <a:xfrm>
            <a:off x="2631021" y="3841447"/>
            <a:ext cx="2092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5" name="Line 18"/>
          <p:cNvSpPr>
            <a:spLocks noChangeShapeType="1"/>
          </p:cNvSpPr>
          <p:nvPr/>
        </p:nvSpPr>
        <p:spPr bwMode="auto">
          <a:xfrm>
            <a:off x="1319746" y="3841447"/>
            <a:ext cx="0" cy="11033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Line 19"/>
          <p:cNvSpPr>
            <a:spLocks noChangeShapeType="1"/>
          </p:cNvSpPr>
          <p:nvPr/>
        </p:nvSpPr>
        <p:spPr bwMode="auto">
          <a:xfrm>
            <a:off x="2302409" y="5346397"/>
            <a:ext cx="24209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>
            <a:off x="4707471" y="3841447"/>
            <a:ext cx="0" cy="15049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Line 22"/>
          <p:cNvSpPr>
            <a:spLocks noChangeShapeType="1"/>
          </p:cNvSpPr>
          <p:nvPr/>
        </p:nvSpPr>
        <p:spPr bwMode="auto">
          <a:xfrm>
            <a:off x="4050246" y="3841447"/>
            <a:ext cx="0" cy="1504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Line 23"/>
          <p:cNvSpPr>
            <a:spLocks noChangeShapeType="1"/>
          </p:cNvSpPr>
          <p:nvPr/>
        </p:nvSpPr>
        <p:spPr bwMode="auto">
          <a:xfrm>
            <a:off x="3396196" y="3841447"/>
            <a:ext cx="0" cy="1504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Line 24"/>
          <p:cNvSpPr>
            <a:spLocks noChangeShapeType="1"/>
          </p:cNvSpPr>
          <p:nvPr/>
        </p:nvSpPr>
        <p:spPr bwMode="auto">
          <a:xfrm>
            <a:off x="4270909" y="3841447"/>
            <a:ext cx="0" cy="15049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" name="Line 25"/>
          <p:cNvSpPr>
            <a:spLocks noChangeShapeType="1"/>
          </p:cNvSpPr>
          <p:nvPr/>
        </p:nvSpPr>
        <p:spPr bwMode="auto">
          <a:xfrm>
            <a:off x="3177121" y="3841447"/>
            <a:ext cx="0" cy="15049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2" name="Line 26"/>
          <p:cNvSpPr>
            <a:spLocks noChangeShapeType="1"/>
          </p:cNvSpPr>
          <p:nvPr/>
        </p:nvSpPr>
        <p:spPr bwMode="auto">
          <a:xfrm>
            <a:off x="1756309" y="3841447"/>
            <a:ext cx="0" cy="3016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3" name="Line 27"/>
          <p:cNvSpPr>
            <a:spLocks noChangeShapeType="1"/>
          </p:cNvSpPr>
          <p:nvPr/>
        </p:nvSpPr>
        <p:spPr bwMode="auto">
          <a:xfrm>
            <a:off x="2631021" y="3841447"/>
            <a:ext cx="0" cy="3016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4" name="Line 28"/>
          <p:cNvSpPr>
            <a:spLocks noChangeShapeType="1"/>
          </p:cNvSpPr>
          <p:nvPr/>
        </p:nvSpPr>
        <p:spPr bwMode="auto">
          <a:xfrm>
            <a:off x="1756309" y="4143072"/>
            <a:ext cx="8747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5" name="Line 29"/>
          <p:cNvSpPr>
            <a:spLocks noChangeShapeType="1"/>
          </p:cNvSpPr>
          <p:nvPr/>
        </p:nvSpPr>
        <p:spPr bwMode="auto">
          <a:xfrm>
            <a:off x="2302409" y="4944759"/>
            <a:ext cx="2405062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6" name="Line 30"/>
          <p:cNvSpPr>
            <a:spLocks noChangeShapeType="1"/>
          </p:cNvSpPr>
          <p:nvPr/>
        </p:nvSpPr>
        <p:spPr bwMode="auto">
          <a:xfrm>
            <a:off x="1319746" y="3841447"/>
            <a:ext cx="4365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7" name="Line 31"/>
          <p:cNvSpPr>
            <a:spLocks noChangeShapeType="1"/>
          </p:cNvSpPr>
          <p:nvPr/>
        </p:nvSpPr>
        <p:spPr bwMode="auto">
          <a:xfrm>
            <a:off x="2302409" y="4944759"/>
            <a:ext cx="0" cy="4016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" name="Line 32"/>
          <p:cNvSpPr>
            <a:spLocks noChangeShapeType="1"/>
          </p:cNvSpPr>
          <p:nvPr/>
        </p:nvSpPr>
        <p:spPr bwMode="auto">
          <a:xfrm flipH="1">
            <a:off x="1319746" y="4944759"/>
            <a:ext cx="9826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Line 33"/>
          <p:cNvSpPr>
            <a:spLocks noChangeShapeType="1"/>
          </p:cNvSpPr>
          <p:nvPr/>
        </p:nvSpPr>
        <p:spPr bwMode="auto">
          <a:xfrm flipH="1">
            <a:off x="1319746" y="1936447"/>
            <a:ext cx="1857375" cy="1003300"/>
          </a:xfrm>
          <a:prstGeom prst="line">
            <a:avLst/>
          </a:prstGeom>
          <a:noFill/>
          <a:ln w="38100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Freeform 34"/>
          <p:cNvSpPr/>
          <p:nvPr/>
        </p:nvSpPr>
        <p:spPr bwMode="auto">
          <a:xfrm>
            <a:off x="5140859" y="1922159"/>
            <a:ext cx="1587" cy="330200"/>
          </a:xfrm>
          <a:custGeom>
            <a:avLst/>
            <a:gdLst>
              <a:gd name="T0" fmla="*/ 0 w 1"/>
              <a:gd name="T1" fmla="*/ 0 h 156"/>
              <a:gd name="T2" fmla="*/ 0 w 1"/>
              <a:gd name="T3" fmla="*/ 2147483646 h 156"/>
              <a:gd name="T4" fmla="*/ 0 60000 65536"/>
              <a:gd name="T5" fmla="*/ 0 60000 65536"/>
              <a:gd name="T6" fmla="*/ 0 w 1"/>
              <a:gd name="T7" fmla="*/ 0 h 156"/>
              <a:gd name="T8" fmla="*/ 1 w 1"/>
              <a:gd name="T9" fmla="*/ 156 h 1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56">
                <a:moveTo>
                  <a:pt x="0" y="0"/>
                </a:moveTo>
                <a:lnTo>
                  <a:pt x="0" y="156"/>
                </a:lnTo>
              </a:path>
            </a:pathLst>
          </a:cu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Line 35"/>
          <p:cNvSpPr>
            <a:spLocks noChangeShapeType="1"/>
          </p:cNvSpPr>
          <p:nvPr/>
        </p:nvSpPr>
        <p:spPr bwMode="auto">
          <a:xfrm>
            <a:off x="1319746" y="2939747"/>
            <a:ext cx="50260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Line 36"/>
          <p:cNvSpPr>
            <a:spLocks noChangeShapeType="1"/>
          </p:cNvSpPr>
          <p:nvPr/>
        </p:nvSpPr>
        <p:spPr bwMode="auto">
          <a:xfrm>
            <a:off x="6782334" y="1936447"/>
            <a:ext cx="0" cy="5016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Line 37"/>
          <p:cNvSpPr>
            <a:spLocks noChangeShapeType="1"/>
          </p:cNvSpPr>
          <p:nvPr/>
        </p:nvSpPr>
        <p:spPr bwMode="auto">
          <a:xfrm>
            <a:off x="2631021" y="2238072"/>
            <a:ext cx="2840038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Line 38"/>
          <p:cNvSpPr>
            <a:spLocks noChangeShapeType="1"/>
          </p:cNvSpPr>
          <p:nvPr/>
        </p:nvSpPr>
        <p:spPr bwMode="auto">
          <a:xfrm rot="5400000">
            <a:off x="5308340" y="2075353"/>
            <a:ext cx="0" cy="325438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Line 39"/>
          <p:cNvSpPr>
            <a:spLocks noChangeShapeType="1"/>
          </p:cNvSpPr>
          <p:nvPr/>
        </p:nvSpPr>
        <p:spPr bwMode="auto">
          <a:xfrm>
            <a:off x="1756309" y="2739722"/>
            <a:ext cx="371475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Line 40"/>
          <p:cNvSpPr>
            <a:spLocks noChangeShapeType="1"/>
          </p:cNvSpPr>
          <p:nvPr/>
        </p:nvSpPr>
        <p:spPr bwMode="auto">
          <a:xfrm>
            <a:off x="5471059" y="2238072"/>
            <a:ext cx="0" cy="5016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Line 41"/>
          <p:cNvSpPr>
            <a:spLocks noChangeShapeType="1"/>
          </p:cNvSpPr>
          <p:nvPr/>
        </p:nvSpPr>
        <p:spPr bwMode="auto">
          <a:xfrm flipV="1">
            <a:off x="6348946" y="2438097"/>
            <a:ext cx="0" cy="50165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Line 42"/>
          <p:cNvSpPr>
            <a:spLocks noChangeShapeType="1"/>
          </p:cNvSpPr>
          <p:nvPr/>
        </p:nvSpPr>
        <p:spPr bwMode="auto">
          <a:xfrm>
            <a:off x="2302409" y="2438097"/>
            <a:ext cx="4479925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Line 43"/>
          <p:cNvSpPr>
            <a:spLocks noChangeShapeType="1"/>
          </p:cNvSpPr>
          <p:nvPr/>
        </p:nvSpPr>
        <p:spPr bwMode="auto">
          <a:xfrm>
            <a:off x="5145621" y="1936447"/>
            <a:ext cx="1636713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0" name="Line 44"/>
          <p:cNvSpPr>
            <a:spLocks noChangeShapeType="1"/>
          </p:cNvSpPr>
          <p:nvPr/>
        </p:nvSpPr>
        <p:spPr bwMode="auto">
          <a:xfrm>
            <a:off x="5145621" y="2739722"/>
            <a:ext cx="325438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" name="Line 45"/>
          <p:cNvSpPr>
            <a:spLocks noChangeShapeType="1"/>
          </p:cNvSpPr>
          <p:nvPr/>
        </p:nvSpPr>
        <p:spPr bwMode="auto">
          <a:xfrm>
            <a:off x="6345771" y="2438097"/>
            <a:ext cx="436563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" name="Line 46"/>
          <p:cNvSpPr>
            <a:spLocks noChangeShapeType="1"/>
          </p:cNvSpPr>
          <p:nvPr/>
        </p:nvSpPr>
        <p:spPr bwMode="auto">
          <a:xfrm>
            <a:off x="5145621" y="2939747"/>
            <a:ext cx="1200150" cy="0"/>
          </a:xfrm>
          <a:prstGeom prst="line">
            <a:avLst/>
          </a:pr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3" name="Freeform 47"/>
          <p:cNvSpPr/>
          <p:nvPr/>
        </p:nvSpPr>
        <p:spPr bwMode="auto">
          <a:xfrm>
            <a:off x="5140859" y="2744484"/>
            <a:ext cx="1587" cy="201613"/>
          </a:xfrm>
          <a:custGeom>
            <a:avLst/>
            <a:gdLst>
              <a:gd name="T0" fmla="*/ 0 w 1"/>
              <a:gd name="T1" fmla="*/ 0 h 127"/>
              <a:gd name="T2" fmla="*/ 0 w 1"/>
              <a:gd name="T3" fmla="*/ 2147483646 h 127"/>
              <a:gd name="T4" fmla="*/ 0 60000 65536"/>
              <a:gd name="T5" fmla="*/ 0 60000 65536"/>
              <a:gd name="T6" fmla="*/ 0 w 1"/>
              <a:gd name="T7" fmla="*/ 0 h 127"/>
              <a:gd name="T8" fmla="*/ 1 w 1"/>
              <a:gd name="T9" fmla="*/ 127 h 12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27">
                <a:moveTo>
                  <a:pt x="0" y="0"/>
                </a:moveTo>
                <a:lnTo>
                  <a:pt x="0" y="127"/>
                </a:lnTo>
              </a:path>
            </a:pathLst>
          </a:custGeom>
          <a:noFill/>
          <a:ln w="28575">
            <a:solidFill>
              <a:srgbClr val="66FF33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4" name="Group 48"/>
          <p:cNvGrpSpPr/>
          <p:nvPr/>
        </p:nvGrpSpPr>
        <p:grpSpPr bwMode="auto">
          <a:xfrm>
            <a:off x="5145621" y="2939747"/>
            <a:ext cx="1203325" cy="503237"/>
            <a:chOff x="2938" y="1440"/>
            <a:chExt cx="758" cy="317"/>
          </a:xfrm>
        </p:grpSpPr>
        <p:sp>
          <p:nvSpPr>
            <p:cNvPr id="85" name="Freeform 49"/>
            <p:cNvSpPr/>
            <p:nvPr/>
          </p:nvSpPr>
          <p:spPr bwMode="auto">
            <a:xfrm>
              <a:off x="2938" y="1450"/>
              <a:ext cx="1" cy="307"/>
            </a:xfrm>
            <a:custGeom>
              <a:avLst/>
              <a:gdLst>
                <a:gd name="T0" fmla="*/ 0 w 1"/>
                <a:gd name="T1" fmla="*/ 0 h 307"/>
                <a:gd name="T2" fmla="*/ 0 w 1"/>
                <a:gd name="T3" fmla="*/ 307 h 307"/>
                <a:gd name="T4" fmla="*/ 0 60000 65536"/>
                <a:gd name="T5" fmla="*/ 0 60000 65536"/>
                <a:gd name="T6" fmla="*/ 0 w 1"/>
                <a:gd name="T7" fmla="*/ 0 h 307"/>
                <a:gd name="T8" fmla="*/ 1 w 1"/>
                <a:gd name="T9" fmla="*/ 307 h 30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07">
                  <a:moveTo>
                    <a:pt x="0" y="0"/>
                  </a:moveTo>
                  <a:lnTo>
                    <a:pt x="0" y="307"/>
                  </a:lnTo>
                </a:path>
              </a:pathLst>
            </a:custGeom>
            <a:noFill/>
            <a:ln w="28575">
              <a:solidFill>
                <a:srgbClr val="CC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50"/>
            <p:cNvSpPr>
              <a:spLocks noChangeShapeType="1"/>
            </p:cNvSpPr>
            <p:nvPr/>
          </p:nvSpPr>
          <p:spPr bwMode="auto">
            <a:xfrm>
              <a:off x="2940" y="1756"/>
              <a:ext cx="756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51"/>
            <p:cNvSpPr>
              <a:spLocks noChangeShapeType="1"/>
            </p:cNvSpPr>
            <p:nvPr/>
          </p:nvSpPr>
          <p:spPr bwMode="auto">
            <a:xfrm flipV="1">
              <a:off x="3696" y="1440"/>
              <a:ext cx="0" cy="316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8" name="Line 52"/>
          <p:cNvSpPr>
            <a:spLocks noChangeShapeType="1"/>
          </p:cNvSpPr>
          <p:nvPr/>
        </p:nvSpPr>
        <p:spPr bwMode="auto">
          <a:xfrm>
            <a:off x="4707471" y="3139772"/>
            <a:ext cx="2119313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" name="Freeform 53"/>
          <p:cNvSpPr/>
          <p:nvPr/>
        </p:nvSpPr>
        <p:spPr bwMode="auto">
          <a:xfrm>
            <a:off x="6780746" y="2422222"/>
            <a:ext cx="1588" cy="731837"/>
          </a:xfrm>
          <a:custGeom>
            <a:avLst/>
            <a:gdLst>
              <a:gd name="T0" fmla="*/ 2147483646 w 1"/>
              <a:gd name="T1" fmla="*/ 0 h 461"/>
              <a:gd name="T2" fmla="*/ 0 w 1"/>
              <a:gd name="T3" fmla="*/ 2147483646 h 461"/>
              <a:gd name="T4" fmla="*/ 0 60000 65536"/>
              <a:gd name="T5" fmla="*/ 0 60000 65536"/>
              <a:gd name="T6" fmla="*/ 0 w 1"/>
              <a:gd name="T7" fmla="*/ 0 h 461"/>
              <a:gd name="T8" fmla="*/ 1 w 1"/>
              <a:gd name="T9" fmla="*/ 461 h 4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61">
                <a:moveTo>
                  <a:pt x="1" y="0"/>
                </a:moveTo>
                <a:lnTo>
                  <a:pt x="0" y="461"/>
                </a:lnTo>
              </a:path>
            </a:pathLst>
          </a:custGeom>
          <a:noFill/>
          <a:ln w="28575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0" name="Freeform 54"/>
          <p:cNvSpPr/>
          <p:nvPr/>
        </p:nvSpPr>
        <p:spPr bwMode="auto">
          <a:xfrm>
            <a:off x="6347359" y="3136597"/>
            <a:ext cx="433387" cy="6350"/>
          </a:xfrm>
          <a:custGeom>
            <a:avLst/>
            <a:gdLst>
              <a:gd name="T0" fmla="*/ 2147483646 w 273"/>
              <a:gd name="T1" fmla="*/ 2147483646 h 4"/>
              <a:gd name="T2" fmla="*/ 0 w 273"/>
              <a:gd name="T3" fmla="*/ 0 h 4"/>
              <a:gd name="T4" fmla="*/ 0 60000 65536"/>
              <a:gd name="T5" fmla="*/ 0 60000 65536"/>
              <a:gd name="T6" fmla="*/ 0 w 273"/>
              <a:gd name="T7" fmla="*/ 0 h 4"/>
              <a:gd name="T8" fmla="*/ 273 w 273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3" h="4">
                <a:moveTo>
                  <a:pt x="273" y="4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3333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Line 55"/>
          <p:cNvSpPr>
            <a:spLocks noChangeShapeType="1"/>
          </p:cNvSpPr>
          <p:nvPr/>
        </p:nvSpPr>
        <p:spPr bwMode="auto">
          <a:xfrm>
            <a:off x="5471059" y="2739722"/>
            <a:ext cx="0" cy="7016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" name="Line 56"/>
          <p:cNvSpPr>
            <a:spLocks noChangeShapeType="1"/>
          </p:cNvSpPr>
          <p:nvPr/>
        </p:nvSpPr>
        <p:spPr bwMode="auto">
          <a:xfrm>
            <a:off x="5132921" y="2349197"/>
            <a:ext cx="1638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Line 57"/>
          <p:cNvSpPr>
            <a:spLocks noChangeShapeType="1"/>
          </p:cNvSpPr>
          <p:nvPr/>
        </p:nvSpPr>
        <p:spPr bwMode="auto">
          <a:xfrm>
            <a:off x="6345771" y="2939747"/>
            <a:ext cx="436563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94" name="Group 60"/>
          <p:cNvGrpSpPr/>
          <p:nvPr/>
        </p:nvGrpSpPr>
        <p:grpSpPr bwMode="auto">
          <a:xfrm>
            <a:off x="2297646" y="2431747"/>
            <a:ext cx="1588" cy="2935287"/>
            <a:chOff x="1144" y="918"/>
            <a:chExt cx="1" cy="1849"/>
          </a:xfrm>
        </p:grpSpPr>
        <p:sp>
          <p:nvSpPr>
            <p:cNvPr id="95" name="Freeform 61"/>
            <p:cNvSpPr/>
            <p:nvPr/>
          </p:nvSpPr>
          <p:spPr bwMode="auto">
            <a:xfrm>
              <a:off x="1144" y="918"/>
              <a:ext cx="1" cy="451"/>
            </a:xfrm>
            <a:custGeom>
              <a:avLst/>
              <a:gdLst>
                <a:gd name="T0" fmla="*/ 0 w 1"/>
                <a:gd name="T1" fmla="*/ 0 h 451"/>
                <a:gd name="T2" fmla="*/ 0 w 1"/>
                <a:gd name="T3" fmla="*/ 451 h 451"/>
                <a:gd name="T4" fmla="*/ 0 60000 65536"/>
                <a:gd name="T5" fmla="*/ 0 60000 65536"/>
                <a:gd name="T6" fmla="*/ 0 w 1"/>
                <a:gd name="T7" fmla="*/ 0 h 451"/>
                <a:gd name="T8" fmla="*/ 1 w 1"/>
                <a:gd name="T9" fmla="*/ 451 h 4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51">
                  <a:moveTo>
                    <a:pt x="0" y="0"/>
                  </a:moveTo>
                  <a:lnTo>
                    <a:pt x="0" y="451"/>
                  </a:lnTo>
                </a:path>
              </a:pathLst>
            </a:custGeom>
            <a:solidFill>
              <a:srgbClr val="3399FF"/>
            </a:solidFill>
            <a:ln w="28575">
              <a:solidFill>
                <a:srgbClr val="3333CC"/>
              </a:solidFill>
              <a:rou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Freeform 62"/>
            <p:cNvSpPr/>
            <p:nvPr/>
          </p:nvSpPr>
          <p:spPr bwMode="auto">
            <a:xfrm>
              <a:off x="1144" y="2498"/>
              <a:ext cx="1" cy="269"/>
            </a:xfrm>
            <a:custGeom>
              <a:avLst/>
              <a:gdLst>
                <a:gd name="T0" fmla="*/ 0 w 1"/>
                <a:gd name="T1" fmla="*/ 0 h 269"/>
                <a:gd name="T2" fmla="*/ 0 w 1"/>
                <a:gd name="T3" fmla="*/ 269 h 269"/>
                <a:gd name="T4" fmla="*/ 0 60000 65536"/>
                <a:gd name="T5" fmla="*/ 0 60000 65536"/>
                <a:gd name="T6" fmla="*/ 0 w 1"/>
                <a:gd name="T7" fmla="*/ 0 h 269"/>
                <a:gd name="T8" fmla="*/ 1 w 1"/>
                <a:gd name="T9" fmla="*/ 269 h 2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69">
                  <a:moveTo>
                    <a:pt x="0" y="0"/>
                  </a:moveTo>
                  <a:lnTo>
                    <a:pt x="0" y="269"/>
                  </a:lnTo>
                </a:path>
              </a:pathLst>
            </a:custGeom>
            <a:noFill/>
            <a:ln w="28575">
              <a:solidFill>
                <a:srgbClr val="3333CC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7" name="Group 99"/>
          <p:cNvGrpSpPr/>
          <p:nvPr/>
        </p:nvGrpSpPr>
        <p:grpSpPr bwMode="auto">
          <a:xfrm>
            <a:off x="1319746" y="2963559"/>
            <a:ext cx="9525" cy="1992313"/>
            <a:chOff x="522" y="1258"/>
            <a:chExt cx="6" cy="1255"/>
          </a:xfrm>
        </p:grpSpPr>
        <p:sp>
          <p:nvSpPr>
            <p:cNvPr id="98" name="Freeform 100"/>
            <p:cNvSpPr/>
            <p:nvPr/>
          </p:nvSpPr>
          <p:spPr bwMode="auto">
            <a:xfrm>
              <a:off x="522" y="1258"/>
              <a:ext cx="6" cy="295"/>
            </a:xfrm>
            <a:custGeom>
              <a:avLst/>
              <a:gdLst>
                <a:gd name="T0" fmla="*/ 6 w 6"/>
                <a:gd name="T1" fmla="*/ 0 h 295"/>
                <a:gd name="T2" fmla="*/ 0 w 6"/>
                <a:gd name="T3" fmla="*/ 295 h 295"/>
                <a:gd name="T4" fmla="*/ 0 60000 65536"/>
                <a:gd name="T5" fmla="*/ 0 60000 65536"/>
                <a:gd name="T6" fmla="*/ 0 w 6"/>
                <a:gd name="T7" fmla="*/ 0 h 295"/>
                <a:gd name="T8" fmla="*/ 6 w 6"/>
                <a:gd name="T9" fmla="*/ 295 h 2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" h="295">
                  <a:moveTo>
                    <a:pt x="6" y="0"/>
                  </a:moveTo>
                  <a:lnTo>
                    <a:pt x="0" y="295"/>
                  </a:lnTo>
                </a:path>
              </a:pathLst>
            </a:custGeom>
            <a:noFill/>
            <a:ln w="28575">
              <a:solidFill>
                <a:srgbClr val="CC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Freeform 101"/>
            <p:cNvSpPr/>
            <p:nvPr/>
          </p:nvSpPr>
          <p:spPr bwMode="auto">
            <a:xfrm>
              <a:off x="522" y="1807"/>
              <a:ext cx="1" cy="706"/>
            </a:xfrm>
            <a:custGeom>
              <a:avLst/>
              <a:gdLst>
                <a:gd name="T0" fmla="*/ 0 w 1"/>
                <a:gd name="T1" fmla="*/ 0 h 706"/>
                <a:gd name="T2" fmla="*/ 0 w 1"/>
                <a:gd name="T3" fmla="*/ 706 h 706"/>
                <a:gd name="T4" fmla="*/ 0 60000 65536"/>
                <a:gd name="T5" fmla="*/ 0 60000 65536"/>
                <a:gd name="T6" fmla="*/ 0 w 1"/>
                <a:gd name="T7" fmla="*/ 0 h 706"/>
                <a:gd name="T8" fmla="*/ 1 w 1"/>
                <a:gd name="T9" fmla="*/ 706 h 7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06">
                  <a:moveTo>
                    <a:pt x="0" y="0"/>
                  </a:moveTo>
                  <a:lnTo>
                    <a:pt x="0" y="706"/>
                  </a:lnTo>
                </a:path>
              </a:pathLst>
            </a:custGeom>
            <a:noFill/>
            <a:ln w="28575">
              <a:solidFill>
                <a:srgbClr val="CC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00" name="图片 9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2900476" y="2534106"/>
            <a:ext cx="1670877" cy="279399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4" t="23502" r="33615" b="16399"/>
          <a:stretch>
            <a:fillRect/>
          </a:stretch>
        </p:blipFill>
        <p:spPr>
          <a:xfrm>
            <a:off x="3318408" y="2530475"/>
            <a:ext cx="808458" cy="2032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0894" r="40866" b="6468"/>
          <a:stretch>
            <a:fillRect/>
          </a:stretch>
        </p:blipFill>
        <p:spPr>
          <a:xfrm rot="5400000">
            <a:off x="2928469" y="4449810"/>
            <a:ext cx="1614891" cy="279399"/>
          </a:xfrm>
          <a:prstGeom prst="rect">
            <a:avLst/>
          </a:prstGeom>
        </p:spPr>
      </p:pic>
      <p:pic>
        <p:nvPicPr>
          <p:cNvPr id="103" name="图片 10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9" t="18496" r="37319" b="6467"/>
          <a:stretch>
            <a:fillRect/>
          </a:stretch>
        </p:blipFill>
        <p:spPr>
          <a:xfrm>
            <a:off x="5045637" y="2508250"/>
            <a:ext cx="1799663" cy="253697"/>
          </a:xfrm>
          <a:prstGeom prst="rect">
            <a:avLst/>
          </a:prstGeom>
        </p:spPr>
      </p:pic>
      <p:sp>
        <p:nvSpPr>
          <p:cNvPr id="104" name="Text Box 87"/>
          <p:cNvSpPr txBox="1">
            <a:spLocks noChangeArrowheads="1"/>
          </p:cNvSpPr>
          <p:nvPr/>
        </p:nvSpPr>
        <p:spPr bwMode="auto">
          <a:xfrm>
            <a:off x="317577" y="1166565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156619" y="412176"/>
            <a:ext cx="416973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组合体的读图方法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2" name="Group 159"/>
          <p:cNvGrpSpPr/>
          <p:nvPr/>
        </p:nvGrpSpPr>
        <p:grpSpPr bwMode="auto">
          <a:xfrm>
            <a:off x="5366425" y="93936"/>
            <a:ext cx="6921501" cy="5915026"/>
            <a:chOff x="807" y="-36"/>
            <a:chExt cx="4360" cy="3726"/>
          </a:xfrm>
        </p:grpSpPr>
        <p:sp>
          <p:nvSpPr>
            <p:cNvPr id="3" name="Rectangle 160"/>
            <p:cNvSpPr>
              <a:spLocks noChangeArrowheads="1"/>
            </p:cNvSpPr>
            <p:nvPr/>
          </p:nvSpPr>
          <p:spPr bwMode="auto">
            <a:xfrm>
              <a:off x="969" y="932"/>
              <a:ext cx="1152" cy="1536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4" name="Rectangle 161"/>
            <p:cNvSpPr>
              <a:spLocks noChangeArrowheads="1"/>
            </p:cNvSpPr>
            <p:nvPr/>
          </p:nvSpPr>
          <p:spPr bwMode="auto">
            <a:xfrm>
              <a:off x="963" y="2768"/>
              <a:ext cx="1158" cy="8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5" name="Line 162"/>
            <p:cNvSpPr>
              <a:spLocks noChangeShapeType="1"/>
            </p:cNvSpPr>
            <p:nvPr/>
          </p:nvSpPr>
          <p:spPr bwMode="auto">
            <a:xfrm>
              <a:off x="963" y="3020"/>
              <a:ext cx="115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163"/>
            <p:cNvSpPr>
              <a:spLocks noChangeShapeType="1"/>
            </p:cNvSpPr>
            <p:nvPr/>
          </p:nvSpPr>
          <p:spPr bwMode="auto">
            <a:xfrm>
              <a:off x="963" y="3368"/>
              <a:ext cx="1158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164"/>
            <p:cNvSpPr>
              <a:spLocks noChangeShapeType="1"/>
            </p:cNvSpPr>
            <p:nvPr/>
          </p:nvSpPr>
          <p:spPr bwMode="auto">
            <a:xfrm>
              <a:off x="1155" y="2774"/>
              <a:ext cx="0" cy="246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165"/>
            <p:cNvSpPr>
              <a:spLocks noChangeShapeType="1"/>
            </p:cNvSpPr>
            <p:nvPr/>
          </p:nvSpPr>
          <p:spPr bwMode="auto">
            <a:xfrm>
              <a:off x="1155" y="3368"/>
              <a:ext cx="0" cy="2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166"/>
            <p:cNvSpPr>
              <a:spLocks noChangeShapeType="1"/>
            </p:cNvSpPr>
            <p:nvPr/>
          </p:nvSpPr>
          <p:spPr bwMode="auto">
            <a:xfrm>
              <a:off x="1929" y="2768"/>
              <a:ext cx="0" cy="2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167"/>
            <p:cNvSpPr>
              <a:spLocks noChangeShapeType="1"/>
            </p:cNvSpPr>
            <p:nvPr/>
          </p:nvSpPr>
          <p:spPr bwMode="auto">
            <a:xfrm>
              <a:off x="1929" y="3368"/>
              <a:ext cx="0" cy="25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68"/>
            <p:cNvSpPr>
              <a:spLocks noChangeShapeType="1"/>
            </p:cNvSpPr>
            <p:nvPr/>
          </p:nvSpPr>
          <p:spPr bwMode="auto">
            <a:xfrm>
              <a:off x="1353" y="2766"/>
              <a:ext cx="0" cy="6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169"/>
            <p:cNvSpPr>
              <a:spLocks noChangeShapeType="1"/>
            </p:cNvSpPr>
            <p:nvPr/>
          </p:nvSpPr>
          <p:spPr bwMode="auto">
            <a:xfrm>
              <a:off x="1737" y="2772"/>
              <a:ext cx="0" cy="6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" name="Group 170"/>
            <p:cNvGrpSpPr/>
            <p:nvPr/>
          </p:nvGrpSpPr>
          <p:grpSpPr bwMode="auto">
            <a:xfrm>
              <a:off x="1544" y="2710"/>
              <a:ext cx="0" cy="980"/>
              <a:chOff x="1544" y="2551"/>
              <a:chExt cx="0" cy="980"/>
            </a:xfrm>
          </p:grpSpPr>
          <p:sp>
            <p:nvSpPr>
              <p:cNvPr id="44" name="Line 171"/>
              <p:cNvSpPr>
                <a:spLocks noChangeShapeType="1"/>
              </p:cNvSpPr>
              <p:nvPr/>
            </p:nvSpPr>
            <p:spPr bwMode="auto">
              <a:xfrm rot="-5400000">
                <a:off x="1288" y="3275"/>
                <a:ext cx="5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172"/>
              <p:cNvSpPr>
                <a:spLocks noChangeShapeType="1"/>
              </p:cNvSpPr>
              <p:nvPr/>
            </p:nvSpPr>
            <p:spPr bwMode="auto">
              <a:xfrm rot="-5400000">
                <a:off x="1530" y="2971"/>
                <a:ext cx="2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173"/>
              <p:cNvSpPr>
                <a:spLocks noChangeShapeType="1"/>
              </p:cNvSpPr>
              <p:nvPr/>
            </p:nvSpPr>
            <p:spPr bwMode="auto">
              <a:xfrm rot="-5400000">
                <a:off x="1353" y="2742"/>
                <a:ext cx="38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" name="Oval 174"/>
            <p:cNvSpPr>
              <a:spLocks noChangeArrowheads="1"/>
            </p:cNvSpPr>
            <p:nvPr/>
          </p:nvSpPr>
          <p:spPr bwMode="auto">
            <a:xfrm>
              <a:off x="1161" y="1412"/>
              <a:ext cx="768" cy="7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5" name="Rectangle 175"/>
            <p:cNvSpPr>
              <a:spLocks noChangeArrowheads="1"/>
            </p:cNvSpPr>
            <p:nvPr/>
          </p:nvSpPr>
          <p:spPr bwMode="auto">
            <a:xfrm>
              <a:off x="1134" y="1220"/>
              <a:ext cx="843" cy="57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7" name="Oval 176"/>
            <p:cNvSpPr>
              <a:spLocks noChangeArrowheads="1"/>
            </p:cNvSpPr>
            <p:nvPr/>
          </p:nvSpPr>
          <p:spPr bwMode="auto">
            <a:xfrm>
              <a:off x="969" y="356"/>
              <a:ext cx="1152" cy="115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8" name="Oval 177"/>
            <p:cNvSpPr>
              <a:spLocks noChangeArrowheads="1"/>
            </p:cNvSpPr>
            <p:nvPr/>
          </p:nvSpPr>
          <p:spPr bwMode="auto">
            <a:xfrm>
              <a:off x="1161" y="548"/>
              <a:ext cx="768" cy="76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19" name="Rectangle 178"/>
            <p:cNvSpPr>
              <a:spLocks noChangeArrowheads="1"/>
            </p:cNvSpPr>
            <p:nvPr/>
          </p:nvSpPr>
          <p:spPr bwMode="auto">
            <a:xfrm>
              <a:off x="807" y="-36"/>
              <a:ext cx="4360" cy="93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0" name="Line 179"/>
            <p:cNvSpPr>
              <a:spLocks noChangeShapeType="1"/>
            </p:cNvSpPr>
            <p:nvPr/>
          </p:nvSpPr>
          <p:spPr bwMode="auto">
            <a:xfrm>
              <a:off x="958" y="922"/>
              <a:ext cx="216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180"/>
            <p:cNvSpPr>
              <a:spLocks noChangeShapeType="1"/>
            </p:cNvSpPr>
            <p:nvPr/>
          </p:nvSpPr>
          <p:spPr bwMode="auto">
            <a:xfrm>
              <a:off x="1915" y="922"/>
              <a:ext cx="222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181"/>
            <p:cNvSpPr>
              <a:spLocks noChangeShapeType="1"/>
            </p:cNvSpPr>
            <p:nvPr/>
          </p:nvSpPr>
          <p:spPr bwMode="auto">
            <a:xfrm>
              <a:off x="1917" y="1796"/>
              <a:ext cx="207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182"/>
            <p:cNvSpPr>
              <a:spLocks noChangeArrowheads="1"/>
            </p:cNvSpPr>
            <p:nvPr/>
          </p:nvSpPr>
          <p:spPr bwMode="auto">
            <a:xfrm>
              <a:off x="1350" y="1595"/>
              <a:ext cx="384" cy="384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</a:endParaRPr>
            </a:p>
          </p:txBody>
        </p:sp>
        <p:sp>
          <p:nvSpPr>
            <p:cNvPr id="24" name="Line 183"/>
            <p:cNvSpPr>
              <a:spLocks noChangeShapeType="1"/>
            </p:cNvSpPr>
            <p:nvPr/>
          </p:nvSpPr>
          <p:spPr bwMode="auto">
            <a:xfrm>
              <a:off x="963" y="1793"/>
              <a:ext cx="219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5" name="Group 184"/>
            <p:cNvGrpSpPr/>
            <p:nvPr/>
          </p:nvGrpSpPr>
          <p:grpSpPr bwMode="auto">
            <a:xfrm>
              <a:off x="1199" y="854"/>
              <a:ext cx="705" cy="1724"/>
              <a:chOff x="1199" y="674"/>
              <a:chExt cx="705" cy="1724"/>
            </a:xfrm>
          </p:grpSpPr>
          <p:grpSp>
            <p:nvGrpSpPr>
              <p:cNvPr id="26" name="Group 185"/>
              <p:cNvGrpSpPr/>
              <p:nvPr/>
            </p:nvGrpSpPr>
            <p:grpSpPr bwMode="auto">
              <a:xfrm>
                <a:off x="1199" y="751"/>
                <a:ext cx="705" cy="0"/>
                <a:chOff x="1199" y="751"/>
                <a:chExt cx="705" cy="0"/>
              </a:xfrm>
            </p:grpSpPr>
            <p:sp>
              <p:nvSpPr>
                <p:cNvPr id="41" name="Line 186"/>
                <p:cNvSpPr>
                  <a:spLocks noChangeShapeType="1"/>
                </p:cNvSpPr>
                <p:nvPr/>
              </p:nvSpPr>
              <p:spPr bwMode="auto">
                <a:xfrm>
                  <a:off x="1199" y="751"/>
                  <a:ext cx="13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Line 187"/>
                <p:cNvSpPr>
                  <a:spLocks noChangeShapeType="1"/>
                </p:cNvSpPr>
                <p:nvPr/>
              </p:nvSpPr>
              <p:spPr bwMode="auto">
                <a:xfrm>
                  <a:off x="1370" y="751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Line 188"/>
                <p:cNvSpPr>
                  <a:spLocks noChangeShapeType="1"/>
                </p:cNvSpPr>
                <p:nvPr/>
              </p:nvSpPr>
              <p:spPr bwMode="auto">
                <a:xfrm>
                  <a:off x="1424" y="751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7" name="Group 189"/>
              <p:cNvGrpSpPr/>
              <p:nvPr/>
            </p:nvGrpSpPr>
            <p:grpSpPr bwMode="auto">
              <a:xfrm>
                <a:off x="1202" y="1608"/>
                <a:ext cx="685" cy="0"/>
                <a:chOff x="1202" y="1608"/>
                <a:chExt cx="685" cy="0"/>
              </a:xfrm>
            </p:grpSpPr>
            <p:sp>
              <p:nvSpPr>
                <p:cNvPr id="38" name="Line 190"/>
                <p:cNvSpPr>
                  <a:spLocks noChangeShapeType="1"/>
                </p:cNvSpPr>
                <p:nvPr/>
              </p:nvSpPr>
              <p:spPr bwMode="auto">
                <a:xfrm>
                  <a:off x="1202" y="1608"/>
                  <a:ext cx="38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Line 191"/>
                <p:cNvSpPr>
                  <a:spLocks noChangeShapeType="1"/>
                </p:cNvSpPr>
                <p:nvPr/>
              </p:nvSpPr>
              <p:spPr bwMode="auto">
                <a:xfrm>
                  <a:off x="1622" y="1608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0" name="Line 192"/>
                <p:cNvSpPr>
                  <a:spLocks noChangeShapeType="1"/>
                </p:cNvSpPr>
                <p:nvPr/>
              </p:nvSpPr>
              <p:spPr bwMode="auto">
                <a:xfrm>
                  <a:off x="1676" y="1608"/>
                  <a:ext cx="211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8" name="Group 193"/>
              <p:cNvGrpSpPr/>
              <p:nvPr/>
            </p:nvGrpSpPr>
            <p:grpSpPr bwMode="auto">
              <a:xfrm>
                <a:off x="1547" y="674"/>
                <a:ext cx="0" cy="1724"/>
                <a:chOff x="1541" y="674"/>
                <a:chExt cx="0" cy="1724"/>
              </a:xfrm>
            </p:grpSpPr>
            <p:grpSp>
              <p:nvGrpSpPr>
                <p:cNvPr id="29" name="Group 194"/>
                <p:cNvGrpSpPr/>
                <p:nvPr/>
              </p:nvGrpSpPr>
              <p:grpSpPr bwMode="auto">
                <a:xfrm>
                  <a:off x="1541" y="674"/>
                  <a:ext cx="0" cy="1386"/>
                  <a:chOff x="1541" y="674"/>
                  <a:chExt cx="0" cy="1386"/>
                </a:xfrm>
              </p:grpSpPr>
              <p:sp>
                <p:nvSpPr>
                  <p:cNvPr id="32" name="Line 195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285" y="1804"/>
                    <a:ext cx="51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3" name="Line 196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527" y="1501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4" name="Line 19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301" y="1222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5" name="Line 198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527" y="934"/>
                    <a:ext cx="2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36" name="Line 199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1430" y="785"/>
                    <a:ext cx="22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90000" tIns="46800" rIns="90000" bIns="46800" anchor="ctr"/>
                  <a:lstStyle/>
                  <a:p>
                    <a:pPr marL="0" marR="0" lvl="0" indent="0" defTabSz="91440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1" lang="zh-CN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30" name="Line 200"/>
                <p:cNvSpPr>
                  <a:spLocks noChangeShapeType="1"/>
                </p:cNvSpPr>
                <p:nvPr/>
              </p:nvSpPr>
              <p:spPr bwMode="auto">
                <a:xfrm rot="-5400000">
                  <a:off x="1422" y="2280"/>
                  <a:ext cx="23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" name="Line 201"/>
                <p:cNvSpPr>
                  <a:spLocks noChangeShapeType="1"/>
                </p:cNvSpPr>
                <p:nvPr/>
              </p:nvSpPr>
              <p:spPr bwMode="auto">
                <a:xfrm rot="-5400000">
                  <a:off x="1527" y="2114"/>
                  <a:ext cx="28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47" name="AutoShape 39"/>
          <p:cNvSpPr>
            <a:spLocks noChangeArrowheads="1"/>
          </p:cNvSpPr>
          <p:nvPr/>
        </p:nvSpPr>
        <p:spPr bwMode="auto">
          <a:xfrm>
            <a:off x="494473" y="5022885"/>
            <a:ext cx="1581150" cy="541338"/>
          </a:xfrm>
          <a:prstGeom prst="wedgeRoundRectCallout">
            <a:avLst>
              <a:gd name="adj1" fmla="val 79417"/>
              <a:gd name="adj2" fmla="val -121556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2" charset="-122"/>
              </a:rPr>
              <a:t>投影规律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8" name="Rectangle 67"/>
          <p:cNvSpPr>
            <a:spLocks noChangeArrowheads="1"/>
          </p:cNvSpPr>
          <p:nvPr/>
        </p:nvSpPr>
        <p:spPr bwMode="auto">
          <a:xfrm>
            <a:off x="456171" y="4528533"/>
            <a:ext cx="2166938" cy="105568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>
              <a:solidFill>
                <a:srgbClr val="000000"/>
              </a:solidFill>
              <a:ea typeface="隶书" panose="02010509060101010101" pitchFamily="49" charset="-122"/>
            </a:endParaRPr>
          </a:p>
        </p:txBody>
      </p:sp>
      <p:sp>
        <p:nvSpPr>
          <p:cNvPr id="49" name="Line 2"/>
          <p:cNvSpPr>
            <a:spLocks noChangeShapeType="1"/>
          </p:cNvSpPr>
          <p:nvPr/>
        </p:nvSpPr>
        <p:spPr bwMode="auto">
          <a:xfrm>
            <a:off x="2034501" y="3438053"/>
            <a:ext cx="6889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3"/>
          <p:cNvSpPr>
            <a:spLocks noChangeShapeType="1"/>
          </p:cNvSpPr>
          <p:nvPr/>
        </p:nvSpPr>
        <p:spPr bwMode="auto">
          <a:xfrm flipH="1">
            <a:off x="2036089" y="4504853"/>
            <a:ext cx="546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4"/>
          <p:cNvSpPr>
            <a:spLocks noChangeShapeType="1"/>
          </p:cNvSpPr>
          <p:nvPr/>
        </p:nvSpPr>
        <p:spPr bwMode="auto">
          <a:xfrm>
            <a:off x="3256545" y="4850928"/>
            <a:ext cx="0" cy="5651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 Box 33"/>
          <p:cNvSpPr txBox="1">
            <a:spLocks noChangeArrowheads="1"/>
          </p:cNvSpPr>
          <p:nvPr/>
        </p:nvSpPr>
        <p:spPr bwMode="auto">
          <a:xfrm>
            <a:off x="2238663" y="1774035"/>
            <a:ext cx="2746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800" dirty="0">
                <a:solidFill>
                  <a:srgbClr val="C00000"/>
                </a:solidFill>
                <a:ea typeface="黑体" panose="02010609060101010101" pitchFamily="2" charset="-122"/>
              </a:rPr>
              <a:t>—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分层和重影</a:t>
            </a:r>
            <a:endParaRPr lang="zh-CN" altLang="en-US" sz="2800" dirty="0">
              <a:solidFill>
                <a:srgbClr val="C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" name="Text Box 34"/>
          <p:cNvSpPr txBox="1">
            <a:spLocks noChangeArrowheads="1"/>
          </p:cNvSpPr>
          <p:nvPr/>
        </p:nvSpPr>
        <p:spPr bwMode="auto">
          <a:xfrm>
            <a:off x="1259845" y="1740697"/>
            <a:ext cx="1169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难点</a:t>
            </a:r>
            <a:endParaRPr lang="zh-CN" altLang="en-US" sz="2800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" name="Text Box 35"/>
          <p:cNvSpPr txBox="1">
            <a:spLocks noChangeArrowheads="1"/>
          </p:cNvSpPr>
          <p:nvPr/>
        </p:nvSpPr>
        <p:spPr bwMode="auto">
          <a:xfrm>
            <a:off x="1227200" y="2424435"/>
            <a:ext cx="181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解题思路</a:t>
            </a:r>
            <a:endParaRPr lang="zh-CN" altLang="en-US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AutoShape 36"/>
          <p:cNvSpPr>
            <a:spLocks noChangeArrowheads="1"/>
          </p:cNvSpPr>
          <p:nvPr/>
        </p:nvSpPr>
        <p:spPr bwMode="auto">
          <a:xfrm>
            <a:off x="2723476" y="3169766"/>
            <a:ext cx="1052513" cy="517525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38"/>
          <p:cNvSpPr>
            <a:spLocks noChangeShapeType="1"/>
          </p:cNvSpPr>
          <p:nvPr/>
        </p:nvSpPr>
        <p:spPr bwMode="auto">
          <a:xfrm>
            <a:off x="3215601" y="3687291"/>
            <a:ext cx="0" cy="4429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 Box 40"/>
          <p:cNvSpPr txBox="1">
            <a:spLocks noChangeArrowheads="1"/>
          </p:cNvSpPr>
          <p:nvPr/>
        </p:nvSpPr>
        <p:spPr bwMode="auto">
          <a:xfrm>
            <a:off x="3314026" y="4884418"/>
            <a:ext cx="3850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kumimoji="1" lang="en-US" altLang="zh-CN" sz="24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41"/>
          <p:cNvSpPr txBox="1">
            <a:spLocks noChangeArrowheads="1"/>
          </p:cNvSpPr>
          <p:nvPr/>
        </p:nvSpPr>
        <p:spPr bwMode="auto">
          <a:xfrm>
            <a:off x="2172614" y="4046066"/>
            <a:ext cx="4459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1" lang="en-US" altLang="zh-CN" sz="24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42"/>
          <p:cNvSpPr>
            <a:spLocks noChangeShapeType="1"/>
          </p:cNvSpPr>
          <p:nvPr/>
        </p:nvSpPr>
        <p:spPr bwMode="auto">
          <a:xfrm flipV="1">
            <a:off x="2045614" y="3431703"/>
            <a:ext cx="0" cy="10810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Line 45"/>
          <p:cNvSpPr>
            <a:spLocks noChangeShapeType="1"/>
          </p:cNvSpPr>
          <p:nvPr/>
        </p:nvSpPr>
        <p:spPr bwMode="auto">
          <a:xfrm flipV="1">
            <a:off x="8019136" y="1609998"/>
            <a:ext cx="0" cy="2463800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62" name="Group 93"/>
          <p:cNvGrpSpPr/>
          <p:nvPr/>
        </p:nvGrpSpPr>
        <p:grpSpPr bwMode="auto">
          <a:xfrm>
            <a:off x="7998499" y="1627460"/>
            <a:ext cx="1350962" cy="2427288"/>
            <a:chOff x="2465" y="750"/>
            <a:chExt cx="851" cy="1529"/>
          </a:xfrm>
        </p:grpSpPr>
        <p:sp>
          <p:nvSpPr>
            <p:cNvPr id="63" name="Line 44"/>
            <p:cNvSpPr>
              <a:spLocks noChangeShapeType="1"/>
            </p:cNvSpPr>
            <p:nvPr/>
          </p:nvSpPr>
          <p:spPr bwMode="auto">
            <a:xfrm>
              <a:off x="2465" y="2279"/>
              <a:ext cx="851" cy="0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47"/>
            <p:cNvSpPr>
              <a:spLocks noChangeShapeType="1"/>
            </p:cNvSpPr>
            <p:nvPr/>
          </p:nvSpPr>
          <p:spPr bwMode="auto">
            <a:xfrm>
              <a:off x="2467" y="750"/>
              <a:ext cx="617" cy="0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" name="Group 92"/>
          <p:cNvGrpSpPr/>
          <p:nvPr/>
        </p:nvGrpSpPr>
        <p:grpSpPr bwMode="auto">
          <a:xfrm>
            <a:off x="7447636" y="1622698"/>
            <a:ext cx="579438" cy="2443162"/>
            <a:chOff x="2118" y="747"/>
            <a:chExt cx="365" cy="1539"/>
          </a:xfrm>
        </p:grpSpPr>
        <p:sp>
          <p:nvSpPr>
            <p:cNvPr id="66" name="Line 46"/>
            <p:cNvSpPr>
              <a:spLocks noChangeShapeType="1"/>
            </p:cNvSpPr>
            <p:nvPr/>
          </p:nvSpPr>
          <p:spPr bwMode="auto">
            <a:xfrm>
              <a:off x="2122" y="747"/>
              <a:ext cx="36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48"/>
            <p:cNvSpPr>
              <a:spLocks noChangeShapeType="1"/>
            </p:cNvSpPr>
            <p:nvPr/>
          </p:nvSpPr>
          <p:spPr bwMode="auto">
            <a:xfrm>
              <a:off x="2118" y="2286"/>
              <a:ext cx="362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Line 49"/>
          <p:cNvSpPr>
            <a:spLocks noChangeShapeType="1"/>
          </p:cNvSpPr>
          <p:nvPr/>
        </p:nvSpPr>
        <p:spPr bwMode="auto">
          <a:xfrm>
            <a:off x="7450811" y="2992710"/>
            <a:ext cx="1503363" cy="1588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Line 50"/>
          <p:cNvSpPr>
            <a:spLocks noChangeShapeType="1"/>
          </p:cNvSpPr>
          <p:nvPr/>
        </p:nvSpPr>
        <p:spPr bwMode="auto">
          <a:xfrm>
            <a:off x="8952586" y="1608410"/>
            <a:ext cx="0" cy="140017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0" name="Line 51"/>
          <p:cNvSpPr>
            <a:spLocks noChangeShapeType="1"/>
          </p:cNvSpPr>
          <p:nvPr/>
        </p:nvSpPr>
        <p:spPr bwMode="auto">
          <a:xfrm>
            <a:off x="8933536" y="2992710"/>
            <a:ext cx="422275" cy="0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Line 52"/>
          <p:cNvSpPr>
            <a:spLocks noChangeShapeType="1"/>
          </p:cNvSpPr>
          <p:nvPr/>
        </p:nvSpPr>
        <p:spPr bwMode="auto">
          <a:xfrm>
            <a:off x="9333586" y="2975248"/>
            <a:ext cx="0" cy="1108075"/>
          </a:xfrm>
          <a:prstGeom prst="line">
            <a:avLst/>
          </a:prstGeom>
          <a:noFill/>
          <a:ln w="57150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2" name="Line 53"/>
          <p:cNvSpPr>
            <a:spLocks noChangeShapeType="1"/>
          </p:cNvSpPr>
          <p:nvPr/>
        </p:nvSpPr>
        <p:spPr bwMode="auto">
          <a:xfrm>
            <a:off x="8400136" y="1617935"/>
            <a:ext cx="0" cy="93345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3" name="Line 54"/>
          <p:cNvSpPr>
            <a:spLocks noChangeShapeType="1"/>
          </p:cNvSpPr>
          <p:nvPr/>
        </p:nvSpPr>
        <p:spPr bwMode="auto">
          <a:xfrm>
            <a:off x="6533236" y="2541860"/>
            <a:ext cx="18669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Line 55"/>
          <p:cNvSpPr>
            <a:spLocks noChangeShapeType="1"/>
          </p:cNvSpPr>
          <p:nvPr/>
        </p:nvSpPr>
        <p:spPr bwMode="auto">
          <a:xfrm>
            <a:off x="8400136" y="2541860"/>
            <a:ext cx="55245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5" name="Line 56"/>
          <p:cNvSpPr>
            <a:spLocks noChangeShapeType="1"/>
          </p:cNvSpPr>
          <p:nvPr/>
        </p:nvSpPr>
        <p:spPr bwMode="auto">
          <a:xfrm>
            <a:off x="6514186" y="2237060"/>
            <a:ext cx="150495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6" name="Line 57"/>
          <p:cNvSpPr>
            <a:spLocks noChangeShapeType="1"/>
          </p:cNvSpPr>
          <p:nvPr/>
        </p:nvSpPr>
        <p:spPr bwMode="auto">
          <a:xfrm>
            <a:off x="8019136" y="2237060"/>
            <a:ext cx="40005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7" name="Line 58"/>
          <p:cNvSpPr>
            <a:spLocks noChangeShapeType="1"/>
          </p:cNvSpPr>
          <p:nvPr/>
        </p:nvSpPr>
        <p:spPr bwMode="auto">
          <a:xfrm>
            <a:off x="8952586" y="3032398"/>
            <a:ext cx="0" cy="592137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8" name="Line 59"/>
          <p:cNvSpPr>
            <a:spLocks noChangeShapeType="1"/>
          </p:cNvSpPr>
          <p:nvPr/>
        </p:nvSpPr>
        <p:spPr bwMode="auto">
          <a:xfrm flipV="1">
            <a:off x="6523711" y="3616598"/>
            <a:ext cx="2432050" cy="1587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" name="Line 60"/>
          <p:cNvSpPr>
            <a:spLocks noChangeShapeType="1"/>
          </p:cNvSpPr>
          <p:nvPr/>
        </p:nvSpPr>
        <p:spPr bwMode="auto">
          <a:xfrm>
            <a:off x="8952586" y="3618185"/>
            <a:ext cx="381000" cy="0"/>
          </a:xfrm>
          <a:prstGeom prst="line">
            <a:avLst/>
          </a:prstGeom>
          <a:noFill/>
          <a:ln w="12700">
            <a:solidFill>
              <a:srgbClr val="000066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0" name="Group 94"/>
          <p:cNvGrpSpPr/>
          <p:nvPr/>
        </p:nvGrpSpPr>
        <p:grpSpPr bwMode="auto">
          <a:xfrm>
            <a:off x="6514186" y="2670448"/>
            <a:ext cx="1495425" cy="628650"/>
            <a:chOff x="1530" y="1416"/>
            <a:chExt cx="942" cy="396"/>
          </a:xfrm>
        </p:grpSpPr>
        <p:sp>
          <p:nvSpPr>
            <p:cNvPr id="81" name="Line 61"/>
            <p:cNvSpPr>
              <a:spLocks noChangeShapeType="1"/>
            </p:cNvSpPr>
            <p:nvPr/>
          </p:nvSpPr>
          <p:spPr bwMode="auto">
            <a:xfrm>
              <a:off x="1536" y="1416"/>
              <a:ext cx="9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63"/>
            <p:cNvSpPr>
              <a:spLocks noChangeShapeType="1"/>
            </p:cNvSpPr>
            <p:nvPr/>
          </p:nvSpPr>
          <p:spPr bwMode="auto">
            <a:xfrm>
              <a:off x="1530" y="1812"/>
              <a:ext cx="936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3" name="Group 95"/>
          <p:cNvGrpSpPr/>
          <p:nvPr/>
        </p:nvGrpSpPr>
        <p:grpSpPr bwMode="auto">
          <a:xfrm>
            <a:off x="8009611" y="2670448"/>
            <a:ext cx="942975" cy="628650"/>
            <a:chOff x="2472" y="1416"/>
            <a:chExt cx="594" cy="396"/>
          </a:xfrm>
        </p:grpSpPr>
        <p:sp>
          <p:nvSpPr>
            <p:cNvPr id="84" name="Line 62"/>
            <p:cNvSpPr>
              <a:spLocks noChangeShapeType="1"/>
            </p:cNvSpPr>
            <p:nvPr/>
          </p:nvSpPr>
          <p:spPr bwMode="auto">
            <a:xfrm>
              <a:off x="2472" y="1416"/>
              <a:ext cx="588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64"/>
            <p:cNvSpPr>
              <a:spLocks noChangeShapeType="1"/>
            </p:cNvSpPr>
            <p:nvPr/>
          </p:nvSpPr>
          <p:spPr bwMode="auto">
            <a:xfrm>
              <a:off x="2478" y="1812"/>
              <a:ext cx="588" cy="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6" name="Group 153"/>
          <p:cNvGrpSpPr/>
          <p:nvPr/>
        </p:nvGrpSpPr>
        <p:grpSpPr bwMode="auto">
          <a:xfrm>
            <a:off x="7804824" y="1621110"/>
            <a:ext cx="1323975" cy="0"/>
            <a:chOff x="2363" y="641"/>
            <a:chExt cx="834" cy="0"/>
          </a:xfrm>
        </p:grpSpPr>
        <p:sp>
          <p:nvSpPr>
            <p:cNvPr id="87" name="Line 142"/>
            <p:cNvSpPr>
              <a:spLocks noChangeShapeType="1"/>
            </p:cNvSpPr>
            <p:nvPr/>
          </p:nvSpPr>
          <p:spPr bwMode="auto">
            <a:xfrm>
              <a:off x="2363" y="641"/>
              <a:ext cx="44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143"/>
            <p:cNvSpPr>
              <a:spLocks noChangeShapeType="1"/>
            </p:cNvSpPr>
            <p:nvPr/>
          </p:nvSpPr>
          <p:spPr bwMode="auto">
            <a:xfrm>
              <a:off x="2826" y="641"/>
              <a:ext cx="2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144"/>
            <p:cNvSpPr>
              <a:spLocks noChangeShapeType="1"/>
            </p:cNvSpPr>
            <p:nvPr/>
          </p:nvSpPr>
          <p:spPr bwMode="auto">
            <a:xfrm>
              <a:off x="2886" y="641"/>
              <a:ext cx="311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0" name="Group 151"/>
          <p:cNvGrpSpPr/>
          <p:nvPr/>
        </p:nvGrpSpPr>
        <p:grpSpPr bwMode="auto">
          <a:xfrm>
            <a:off x="7846099" y="2992710"/>
            <a:ext cx="1662112" cy="0"/>
            <a:chOff x="2368" y="1610"/>
            <a:chExt cx="1047" cy="0"/>
          </a:xfrm>
        </p:grpSpPr>
        <p:sp>
          <p:nvSpPr>
            <p:cNvPr id="91" name="Line 146"/>
            <p:cNvSpPr>
              <a:spLocks noChangeShapeType="1"/>
            </p:cNvSpPr>
            <p:nvPr/>
          </p:nvSpPr>
          <p:spPr bwMode="auto">
            <a:xfrm>
              <a:off x="2368" y="1610"/>
              <a:ext cx="48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147"/>
            <p:cNvSpPr>
              <a:spLocks noChangeShapeType="1"/>
            </p:cNvSpPr>
            <p:nvPr/>
          </p:nvSpPr>
          <p:spPr bwMode="auto">
            <a:xfrm>
              <a:off x="2881" y="1610"/>
              <a:ext cx="28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148"/>
            <p:cNvSpPr>
              <a:spLocks noChangeShapeType="1"/>
            </p:cNvSpPr>
            <p:nvPr/>
          </p:nvSpPr>
          <p:spPr bwMode="auto">
            <a:xfrm>
              <a:off x="2935" y="1610"/>
              <a:ext cx="480" cy="0"/>
            </a:xfrm>
            <a:prstGeom prst="line">
              <a:avLst/>
            </a:prstGeom>
            <a:noFill/>
            <a:ln w="9525">
              <a:solidFill>
                <a:srgbClr val="00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5" name="AutoShape 37"/>
          <p:cNvSpPr>
            <a:spLocks noChangeArrowheads="1"/>
          </p:cNvSpPr>
          <p:nvPr/>
        </p:nvSpPr>
        <p:spPr bwMode="auto">
          <a:xfrm>
            <a:off x="2729826" y="5376391"/>
            <a:ext cx="1133475" cy="496887"/>
          </a:xfrm>
          <a:prstGeom prst="flowChartAlternateProcess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AutoShape 43"/>
          <p:cNvSpPr>
            <a:spLocks noChangeArrowheads="1"/>
          </p:cNvSpPr>
          <p:nvPr/>
        </p:nvSpPr>
        <p:spPr bwMode="auto">
          <a:xfrm>
            <a:off x="2556789" y="4127028"/>
            <a:ext cx="1370012" cy="757238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7" name="图片 96"/>
          <p:cNvPicPr>
            <a:picLocks noChangeAspect="1"/>
          </p:cNvPicPr>
          <p:nvPr/>
        </p:nvPicPr>
        <p:blipFill>
          <a:blip r:embed="rId1">
            <a:clrChange>
              <a:clrFrom>
                <a:srgbClr val="E6F0FF"/>
              </a:clrFrom>
              <a:clrTo>
                <a:srgbClr val="E6F0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5211" y="3501008"/>
            <a:ext cx="1897239" cy="2488603"/>
          </a:xfrm>
          <a:prstGeom prst="rect">
            <a:avLst/>
          </a:prstGeom>
        </p:spPr>
      </p:pic>
      <p:sp>
        <p:nvSpPr>
          <p:cNvPr id="98" name="Text Box 87"/>
          <p:cNvSpPr txBox="1">
            <a:spLocks noChangeArrowheads="1"/>
          </p:cNvSpPr>
          <p:nvPr/>
        </p:nvSpPr>
        <p:spPr bwMode="auto">
          <a:xfrm>
            <a:off x="317577" y="1166565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求作左视图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 autoUpdateAnimBg="0"/>
      <p:bldP spid="48" grpId="0" animBg="1"/>
      <p:bldP spid="49" grpId="0" animBg="1"/>
      <p:bldP spid="50" grpId="0" animBg="1"/>
      <p:bldP spid="51" grpId="0" animBg="1"/>
      <p:bldP spid="53" grpId="0" autoUpdateAnimBg="0" build="p"/>
      <p:bldP spid="54" grpId="0"/>
      <p:bldP spid="55" grpId="0"/>
      <p:bldP spid="56" grpId="0" animBg="1"/>
      <p:bldP spid="57" grpId="0" animBg="1"/>
      <p:bldP spid="58" grpId="0"/>
      <p:bldP spid="59" grpId="0"/>
      <p:bldP spid="60" grpId="0" animBg="1"/>
      <p:bldP spid="61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95" grpId="0" animBg="1"/>
      <p:bldP spid="9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4796606" y="412176"/>
            <a:ext cx="259878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组合体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5429101" y="1871758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看图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3071664" y="1512073"/>
            <a:ext cx="20826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空间形体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5179864" y="1752977"/>
            <a:ext cx="1522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826101" y="1512073"/>
            <a:ext cx="30572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投影（二维图形）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406876" y="1235452"/>
            <a:ext cx="9028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画图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5179864" y="1892677"/>
            <a:ext cx="15017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0" descr="紫色网格"/>
          <p:cNvSpPr txBox="1">
            <a:spLocks noChangeArrowheads="1"/>
          </p:cNvSpPr>
          <p:nvPr/>
        </p:nvSpPr>
        <p:spPr bwMode="auto">
          <a:xfrm>
            <a:off x="3071664" y="3192085"/>
            <a:ext cx="567334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 r:embed="rId1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复杂形体画图和看图的基本方法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476601" y="3774698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4467076" y="4358421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面形分析法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6826101" y="3782635"/>
            <a:ext cx="11432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为主</a:t>
            </a: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467076" y="4934207"/>
            <a:ext cx="28007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二者配合使用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467076" y="3782635"/>
            <a:ext cx="2441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"/>
          <p:cNvSpPr>
            <a:spLocks noChangeArrowheads="1"/>
          </p:cNvSpPr>
          <p:nvPr/>
        </p:nvSpPr>
        <p:spPr bwMode="auto">
          <a:xfrm>
            <a:off x="3071664" y="5622548"/>
            <a:ext cx="49552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掌握正确的画图和读图步骤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3071664" y="2470642"/>
            <a:ext cx="60324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组合体的组成形式及表面过渡关系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  <a:endParaRPr lang="zh-CN" altLang="en-US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  <p:bldP spid="7" grpId="0"/>
      <p:bldP spid="8" grpId="0" animBg="1"/>
      <p:bldP spid="9" grpId="0"/>
      <p:bldP spid="10" grpId="0" autoUpdateAnimBg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728524" y="1965920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形体分析法基本要点：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728524" y="2639598"/>
            <a:ext cx="11260847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zh-CN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根据复杂形体的形状特点，将其分解成若干基本体；</a:t>
            </a: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分析各基本体之间的相互关系：交并差关系、位置关系和表面连接关系；从而搞清形体的整体形状。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1396430" y="4293614"/>
            <a:ext cx="5668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从特征投影入手，分解形体；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415480" y="4863526"/>
            <a:ext cx="7758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利用“三等”关系对投影，确定其形状和位置；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1415480" y="5401689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综合起来想整体。</a:t>
            </a:r>
            <a:endParaRPr lang="zh-CN" altLang="en-US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Monotype Sorts" pitchFamily="2" charset="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  <a:endParaRPr lang="zh-CN" altLang="en-US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4796606" y="412176"/>
            <a:ext cx="259878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组合体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dvAuto="0" autoUpdateAnimBg="0" build="p"/>
      <p:bldP spid="6" grpId="0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 txBox="1"/>
          <p:nvPr/>
        </p:nvSpPr>
        <p:spPr>
          <a:xfrm>
            <a:off x="11640616" y="6425394"/>
            <a:ext cx="269625" cy="27699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0A5DABDC-C7A3-4A62-BB87-5F550D6AD4B8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116567" y="4280989"/>
            <a:ext cx="7609776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从封闭线框入手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利用“三等”关系对投影，确定各表面的形状和位置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综合起来想象整体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28524" y="1965920"/>
            <a:ext cx="37753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面形分析法基本要点：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479376" y="1196755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  <a:endParaRPr lang="zh-CN" altLang="en-US" sz="26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207568" y="2603662"/>
            <a:ext cx="7337425" cy="1479550"/>
            <a:chOff x="2207568" y="2603662"/>
            <a:chExt cx="7337425" cy="1479550"/>
          </a:xfrm>
        </p:grpSpPr>
        <p:grpSp>
          <p:nvGrpSpPr>
            <p:cNvPr id="2" name="Group 9"/>
            <p:cNvGrpSpPr/>
            <p:nvPr/>
          </p:nvGrpSpPr>
          <p:grpSpPr bwMode="auto">
            <a:xfrm rot="-5400000">
              <a:off x="5190480" y="3008476"/>
              <a:ext cx="633412" cy="474662"/>
              <a:chOff x="1518" y="1411"/>
              <a:chExt cx="2277" cy="243"/>
            </a:xfrm>
          </p:grpSpPr>
          <p:sp>
            <p:nvSpPr>
              <p:cNvPr id="18" name="Line 10"/>
              <p:cNvSpPr>
                <a:spLocks noChangeShapeType="1"/>
              </p:cNvSpPr>
              <p:nvPr/>
            </p:nvSpPr>
            <p:spPr bwMode="auto">
              <a:xfrm flipH="1">
                <a:off x="1518" y="1411"/>
                <a:ext cx="1126" cy="23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11"/>
              <p:cNvSpPr>
                <a:spLocks noChangeShapeType="1"/>
              </p:cNvSpPr>
              <p:nvPr/>
            </p:nvSpPr>
            <p:spPr bwMode="auto">
              <a:xfrm>
                <a:off x="2643" y="1411"/>
                <a:ext cx="1152" cy="24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" name="Text Box 6"/>
            <p:cNvSpPr txBox="1">
              <a:spLocks noChangeArrowheads="1"/>
            </p:cNvSpPr>
            <p:nvPr/>
          </p:nvSpPr>
          <p:spPr bwMode="auto">
            <a:xfrm>
              <a:off x="2207568" y="2951324"/>
              <a:ext cx="30416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根据面的投影特性</a:t>
              </a: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7" descr="蓝色砂纸"/>
            <p:cNvSpPr txBox="1">
              <a:spLocks noChangeArrowheads="1"/>
            </p:cNvSpPr>
            <p:nvPr/>
          </p:nvSpPr>
          <p:spPr bwMode="auto">
            <a:xfrm>
              <a:off x="5771506" y="2603662"/>
              <a:ext cx="2033587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zh-CN" sz="2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封闭线框</a:t>
              </a: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Text Box 8" descr="蓝色砂纸"/>
            <p:cNvSpPr txBox="1">
              <a:spLocks noChangeArrowheads="1"/>
            </p:cNvSpPr>
            <p:nvPr/>
          </p:nvSpPr>
          <p:spPr bwMode="auto">
            <a:xfrm>
              <a:off x="5768331" y="3137062"/>
              <a:ext cx="3776662" cy="946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 r:embed="rId1"/>
                    <a:srcRect/>
                    <a:tile tx="0" ty="0" sx="100000" sy="100000" flip="none" algn="tl"/>
                  </a:blip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 kern="1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积聚成直线（平面）</a:t>
              </a: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积聚成曲线（曲面）</a:t>
              </a:r>
              <a:endParaRPr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4796606" y="412176"/>
            <a:ext cx="259878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组合体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179272" y="6425394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</a:fld>
            <a:endParaRPr lang="en-US" altLang="zh-CN" dirty="0"/>
          </a:p>
        </p:txBody>
      </p:sp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4591420" y="412176"/>
            <a:ext cx="3009158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  <a:endParaRPr lang="zh-CN" altLang="en-US" sz="3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4309293" y="1556792"/>
            <a:ext cx="3573414" cy="319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P32 –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自选练习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P33 – 2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P35 – 13, 14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P36 – 19, 22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切割式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P38 – 2, 6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ISPRING_RESOURCE_PATHS_HASH_PRESENTER" val="71a95fcf66203d38bc361677577eb4a2de51b675"/>
  <p:tag name="COMMONDATA" val="eyJoZGlkIjoiODJmN2FlNTk5ZDc5YWY1ZDIwZDMzYzFiYWNjYTQ1OTkifQ==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3042</Words>
  <Application>WPS 演示</Application>
  <PresentationFormat>宽屏</PresentationFormat>
  <Paragraphs>677</Paragraphs>
  <Slides>49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49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黑体</vt:lpstr>
      <vt:lpstr>华文新魏</vt:lpstr>
      <vt:lpstr>微软雅黑</vt:lpstr>
      <vt:lpstr>华文细黑</vt:lpstr>
      <vt:lpstr>等线</vt:lpstr>
      <vt:lpstr>Tahoma</vt:lpstr>
      <vt:lpstr>楷体_GB2312</vt:lpstr>
      <vt:lpstr>新宋体</vt:lpstr>
      <vt:lpstr>Symbol</vt:lpstr>
      <vt:lpstr>Times New Roman</vt:lpstr>
      <vt:lpstr>Arial Unicode MS</vt:lpstr>
      <vt:lpstr>Monotype Sorts</vt:lpstr>
      <vt:lpstr>Wingdings</vt:lpstr>
      <vt:lpstr>ISOCPEUR</vt:lpstr>
      <vt:lpstr>隶书</vt:lpstr>
      <vt:lpstr>Marlett</vt:lpstr>
      <vt:lpstr>Office 主题​​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组合体</vt:lpstr>
      <vt:lpstr>PowerPoint 演示文稿</vt:lpstr>
      <vt:lpstr>9.1 组合体的组成方式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9.2 组合体的画图方法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9.3 组合体的读图方法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当条咸鱼</cp:lastModifiedBy>
  <cp:revision>1541</cp:revision>
  <dcterms:created xsi:type="dcterms:W3CDTF">2013-06-24T05:49:00Z</dcterms:created>
  <dcterms:modified xsi:type="dcterms:W3CDTF">2025-06-01T02:24:09Z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A0E6FEBD5ED44B44AB6D716701A653C1</vt:lpwstr>
  </property>
  <property fmtid="{D5CDD505-2E9C-101B-9397-08002B2CF9AE}" pid="3" name="KSOProductBuildVer">
    <vt:lpwstr>2052-11.1.0.12165</vt:lpwstr>
  </property>
</Properties>
</file>