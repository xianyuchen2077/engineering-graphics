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3"/>
  </p:notesMasterIdLst>
  <p:sldIdLst>
    <p:sldId id="282" r:id="rId2"/>
    <p:sldId id="259" r:id="rId3"/>
    <p:sldId id="528" r:id="rId4"/>
    <p:sldId id="481" r:id="rId5"/>
    <p:sldId id="482" r:id="rId6"/>
    <p:sldId id="484" r:id="rId7"/>
    <p:sldId id="498" r:id="rId8"/>
    <p:sldId id="497" r:id="rId9"/>
    <p:sldId id="499" r:id="rId10"/>
    <p:sldId id="500" r:id="rId11"/>
    <p:sldId id="504" r:id="rId12"/>
    <p:sldId id="503" r:id="rId13"/>
    <p:sldId id="506" r:id="rId14"/>
    <p:sldId id="507" r:id="rId15"/>
    <p:sldId id="508" r:id="rId16"/>
    <p:sldId id="509" r:id="rId17"/>
    <p:sldId id="530" r:id="rId18"/>
    <p:sldId id="478" r:id="rId19"/>
    <p:sldId id="519" r:id="rId20"/>
    <p:sldId id="520" r:id="rId21"/>
    <p:sldId id="524" r:id="rId22"/>
    <p:sldId id="540" r:id="rId23"/>
    <p:sldId id="548" r:id="rId24"/>
    <p:sldId id="550" r:id="rId25"/>
    <p:sldId id="557" r:id="rId26"/>
    <p:sldId id="558" r:id="rId27"/>
    <p:sldId id="559" r:id="rId28"/>
    <p:sldId id="560" r:id="rId29"/>
    <p:sldId id="561" r:id="rId30"/>
    <p:sldId id="578" r:id="rId31"/>
    <p:sldId id="588" r:id="rId32"/>
    <p:sldId id="601" r:id="rId33"/>
    <p:sldId id="602" r:id="rId34"/>
    <p:sldId id="603" r:id="rId35"/>
    <p:sldId id="604" r:id="rId36"/>
    <p:sldId id="605" r:id="rId37"/>
    <p:sldId id="606" r:id="rId38"/>
    <p:sldId id="607" r:id="rId39"/>
    <p:sldId id="611" r:id="rId40"/>
    <p:sldId id="613" r:id="rId41"/>
    <p:sldId id="614" r:id="rId42"/>
    <p:sldId id="619" r:id="rId43"/>
    <p:sldId id="620" r:id="rId44"/>
    <p:sldId id="625" r:id="rId45"/>
    <p:sldId id="626" r:id="rId46"/>
    <p:sldId id="631" r:id="rId47"/>
    <p:sldId id="632" r:id="rId48"/>
    <p:sldId id="633" r:id="rId49"/>
    <p:sldId id="634" r:id="rId50"/>
    <p:sldId id="635" r:id="rId51"/>
    <p:sldId id="651" r:id="rId52"/>
    <p:sldId id="655" r:id="rId53"/>
    <p:sldId id="656" r:id="rId54"/>
    <p:sldId id="657" r:id="rId55"/>
    <p:sldId id="658" r:id="rId56"/>
    <p:sldId id="659" r:id="rId57"/>
    <p:sldId id="660" r:id="rId58"/>
    <p:sldId id="661" r:id="rId59"/>
    <p:sldId id="669" r:id="rId60"/>
    <p:sldId id="670" r:id="rId61"/>
    <p:sldId id="673" r:id="rId62"/>
    <p:sldId id="678" r:id="rId63"/>
    <p:sldId id="671" r:id="rId64"/>
    <p:sldId id="679" r:id="rId65"/>
    <p:sldId id="680" r:id="rId66"/>
    <p:sldId id="681" r:id="rId67"/>
    <p:sldId id="682" r:id="rId68"/>
    <p:sldId id="672" r:id="rId69"/>
    <p:sldId id="372" r:id="rId70"/>
    <p:sldId id="523" r:id="rId71"/>
    <p:sldId id="683" r:id="rId72"/>
  </p:sldIdLst>
  <p:sldSz cx="12192000" cy="6858000"/>
  <p:notesSz cx="6858000" cy="9144000"/>
  <p:custDataLst>
    <p:tags r:id="rId74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049"/>
    <a:srgbClr val="650D67"/>
    <a:srgbClr val="8A12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46FC684-D59A-4CFC-9F8D-DECE2C1C0FD9}" v="267" dt="2025-03-30T09:35:45.39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515" autoAdjust="0"/>
    <p:restoredTop sz="79870" autoAdjust="0"/>
  </p:normalViewPr>
  <p:slideViewPr>
    <p:cSldViewPr>
      <p:cViewPr varScale="1">
        <p:scale>
          <a:sx n="99" d="100"/>
          <a:sy n="99" d="100"/>
        </p:scale>
        <p:origin x="72" y="255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ags" Target="tags/tag1.xml"/><Relationship Id="rId79" Type="http://schemas.microsoft.com/office/2016/11/relationships/changesInfo" Target="changesInfos/changesInfo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notesMaster" Target="notesMasters/notesMaster1.xml"/><Relationship Id="rId7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o Jiang" userId="19a87579752ee5ee" providerId="LiveId" clId="{F46FC684-D59A-4CFC-9F8D-DECE2C1C0FD9}"/>
    <pc:docChg chg="undo custSel modSld">
      <pc:chgData name="Yao Jiang" userId="19a87579752ee5ee" providerId="LiveId" clId="{F46FC684-D59A-4CFC-9F8D-DECE2C1C0FD9}" dt="2025-03-30T09:35:45.391" v="426" actId="20577"/>
      <pc:docMkLst>
        <pc:docMk/>
      </pc:docMkLst>
      <pc:sldChg chg="modAnim modNotesTx">
        <pc:chgData name="Yao Jiang" userId="19a87579752ee5ee" providerId="LiveId" clId="{F46FC684-D59A-4CFC-9F8D-DECE2C1C0FD9}" dt="2025-03-30T09:15:32.683" v="235" actId="20577"/>
        <pc:sldMkLst>
          <pc:docMk/>
          <pc:sldMk cId="650396568" sldId="506"/>
        </pc:sldMkLst>
      </pc:sldChg>
      <pc:sldChg chg="modNotesTx">
        <pc:chgData name="Yao Jiang" userId="19a87579752ee5ee" providerId="LiveId" clId="{F46FC684-D59A-4CFC-9F8D-DECE2C1C0FD9}" dt="2025-03-30T09:26:41.194" v="365" actId="20577"/>
        <pc:sldMkLst>
          <pc:docMk/>
          <pc:sldMk cId="3935614248" sldId="507"/>
        </pc:sldMkLst>
      </pc:sldChg>
      <pc:sldChg chg="modNotesTx">
        <pc:chgData name="Yao Jiang" userId="19a87579752ee5ee" providerId="LiveId" clId="{F46FC684-D59A-4CFC-9F8D-DECE2C1C0FD9}" dt="2025-03-30T09:27:08.318" v="373" actId="20577"/>
        <pc:sldMkLst>
          <pc:docMk/>
          <pc:sldMk cId="735729381" sldId="508"/>
        </pc:sldMkLst>
      </pc:sldChg>
      <pc:sldChg chg="modSp mod modNotesTx">
        <pc:chgData name="Yao Jiang" userId="19a87579752ee5ee" providerId="LiveId" clId="{F46FC684-D59A-4CFC-9F8D-DECE2C1C0FD9}" dt="2025-03-30T09:30:57.077" v="405" actId="20577"/>
        <pc:sldMkLst>
          <pc:docMk/>
          <pc:sldMk cId="2136909694" sldId="509"/>
        </pc:sldMkLst>
        <pc:spChg chg="mod">
          <ac:chgData name="Yao Jiang" userId="19a87579752ee5ee" providerId="LiveId" clId="{F46FC684-D59A-4CFC-9F8D-DECE2C1C0FD9}" dt="2025-03-30T03:52:27.744" v="13" actId="1035"/>
          <ac:spMkLst>
            <pc:docMk/>
            <pc:sldMk cId="2136909694" sldId="509"/>
            <ac:spMk id="33" creationId="{9D5BC66E-93AD-B104-7C80-287480E67BCC}"/>
          </ac:spMkLst>
        </pc:spChg>
        <pc:spChg chg="mod">
          <ac:chgData name="Yao Jiang" userId="19a87579752ee5ee" providerId="LiveId" clId="{F46FC684-D59A-4CFC-9F8D-DECE2C1C0FD9}" dt="2025-03-30T03:52:51.336" v="47" actId="1035"/>
          <ac:spMkLst>
            <pc:docMk/>
            <pc:sldMk cId="2136909694" sldId="509"/>
            <ac:spMk id="52" creationId="{D52AAF6C-CCEF-FC79-CE9D-F054AC2B7ACD}"/>
          </ac:spMkLst>
        </pc:spChg>
        <pc:spChg chg="mod">
          <ac:chgData name="Yao Jiang" userId="19a87579752ee5ee" providerId="LiveId" clId="{F46FC684-D59A-4CFC-9F8D-DECE2C1C0FD9}" dt="2025-03-30T03:52:53.025" v="48" actId="1035"/>
          <ac:spMkLst>
            <pc:docMk/>
            <pc:sldMk cId="2136909694" sldId="509"/>
            <ac:spMk id="53" creationId="{D94FF510-2825-74CE-FDB6-CB60E2911D05}"/>
          </ac:spMkLst>
        </pc:spChg>
        <pc:spChg chg="mod">
          <ac:chgData name="Yao Jiang" userId="19a87579752ee5ee" providerId="LiveId" clId="{F46FC684-D59A-4CFC-9F8D-DECE2C1C0FD9}" dt="2025-03-30T03:53:13.563" v="79" actId="1037"/>
          <ac:spMkLst>
            <pc:docMk/>
            <pc:sldMk cId="2136909694" sldId="509"/>
            <ac:spMk id="56" creationId="{08C94111-15E0-0836-0A83-B527BD46165F}"/>
          </ac:spMkLst>
        </pc:spChg>
        <pc:spChg chg="mod">
          <ac:chgData name="Yao Jiang" userId="19a87579752ee5ee" providerId="LiveId" clId="{F46FC684-D59A-4CFC-9F8D-DECE2C1C0FD9}" dt="2025-03-30T03:52:34.292" v="32" actId="1035"/>
          <ac:spMkLst>
            <pc:docMk/>
            <pc:sldMk cId="2136909694" sldId="509"/>
            <ac:spMk id="57" creationId="{4744694E-2AA0-737D-49F8-EC361DABDF79}"/>
          </ac:spMkLst>
        </pc:spChg>
        <pc:spChg chg="mod">
          <ac:chgData name="Yao Jiang" userId="19a87579752ee5ee" providerId="LiveId" clId="{F46FC684-D59A-4CFC-9F8D-DECE2C1C0FD9}" dt="2025-03-30T03:52:37.701" v="37" actId="1036"/>
          <ac:spMkLst>
            <pc:docMk/>
            <pc:sldMk cId="2136909694" sldId="509"/>
            <ac:spMk id="58" creationId="{8B4CE168-C6C4-B02A-0983-7DA566CD72A8}"/>
          </ac:spMkLst>
        </pc:spChg>
        <pc:spChg chg="mod">
          <ac:chgData name="Yao Jiang" userId="19a87579752ee5ee" providerId="LiveId" clId="{F46FC684-D59A-4CFC-9F8D-DECE2C1C0FD9}" dt="2025-03-30T03:53:10.210" v="69" actId="1038"/>
          <ac:spMkLst>
            <pc:docMk/>
            <pc:sldMk cId="2136909694" sldId="509"/>
            <ac:spMk id="59" creationId="{E09902A5-D285-65BD-C5D8-C59E6A1EB59A}"/>
          </ac:spMkLst>
        </pc:spChg>
      </pc:sldChg>
      <pc:sldChg chg="modNotesTx">
        <pc:chgData name="Yao Jiang" userId="19a87579752ee5ee" providerId="LiveId" clId="{F46FC684-D59A-4CFC-9F8D-DECE2C1C0FD9}" dt="2025-03-30T09:34:48.789" v="418" actId="20577"/>
        <pc:sldMkLst>
          <pc:docMk/>
          <pc:sldMk cId="1696945619" sldId="513"/>
        </pc:sldMkLst>
      </pc:sldChg>
      <pc:sldChg chg="modNotesTx">
        <pc:chgData name="Yao Jiang" userId="19a87579752ee5ee" providerId="LiveId" clId="{F46FC684-D59A-4CFC-9F8D-DECE2C1C0FD9}" dt="2025-03-30T09:35:45.391" v="426" actId="20577"/>
        <pc:sldMkLst>
          <pc:docMk/>
          <pc:sldMk cId="3026385289" sldId="516"/>
        </pc:sldMkLst>
      </pc:sldChg>
      <pc:sldChg chg="modSp modAnim">
        <pc:chgData name="Yao Jiang" userId="19a87579752ee5ee" providerId="LiveId" clId="{F46FC684-D59A-4CFC-9F8D-DECE2C1C0FD9}" dt="2025-03-30T09:32:42.173" v="408" actId="115"/>
        <pc:sldMkLst>
          <pc:docMk/>
          <pc:sldMk cId="1327357982" sldId="519"/>
        </pc:sldMkLst>
        <pc:spChg chg="mod">
          <ac:chgData name="Yao Jiang" userId="19a87579752ee5ee" providerId="LiveId" clId="{F46FC684-D59A-4CFC-9F8D-DECE2C1C0FD9}" dt="2025-03-30T09:32:42.173" v="408" actId="115"/>
          <ac:spMkLst>
            <pc:docMk/>
            <pc:sldMk cId="1327357982" sldId="519"/>
            <ac:spMk id="3" creationId="{C6CFEF7E-D867-866B-DF20-DFF3785E9383}"/>
          </ac:spMkLst>
        </pc:spChg>
      </pc:sldChg>
      <pc:sldChg chg="modAnim">
        <pc:chgData name="Yao Jiang" userId="19a87579752ee5ee" providerId="LiveId" clId="{F46FC684-D59A-4CFC-9F8D-DECE2C1C0FD9}" dt="2025-03-30T09:32:48.145" v="409"/>
        <pc:sldMkLst>
          <pc:docMk/>
          <pc:sldMk cId="559430056" sldId="521"/>
        </pc:sldMkLst>
      </pc:sldChg>
      <pc:sldChg chg="modAnim">
        <pc:chgData name="Yao Jiang" userId="19a87579752ee5ee" providerId="LiveId" clId="{F46FC684-D59A-4CFC-9F8D-DECE2C1C0FD9}" dt="2025-03-30T09:32:52.226" v="410"/>
        <pc:sldMkLst>
          <pc:docMk/>
          <pc:sldMk cId="1772331615" sldId="522"/>
        </pc:sldMkLst>
      </pc:sldChg>
    </pc:docChg>
  </pc:docChgLst>
  <pc:docChgLst>
    <pc:chgData name="Yao Jiang" userId="19a87579752ee5ee" providerId="LiveId" clId="{0D48508B-4DC8-4F48-B2A1-ED634C6836C1}"/>
    <pc:docChg chg="modSld">
      <pc:chgData name="Yao Jiang" userId="19a87579752ee5ee" providerId="LiveId" clId="{0D48508B-4DC8-4F48-B2A1-ED634C6836C1}" dt="2025-03-29T06:42:23.283" v="8"/>
      <pc:docMkLst>
        <pc:docMk/>
      </pc:docMkLst>
      <pc:sldChg chg="modAnim">
        <pc:chgData name="Yao Jiang" userId="19a87579752ee5ee" providerId="LiveId" clId="{0D48508B-4DC8-4F48-B2A1-ED634C6836C1}" dt="2025-03-29T06:31:07.944" v="3"/>
        <pc:sldMkLst>
          <pc:docMk/>
          <pc:sldMk cId="650396568" sldId="506"/>
        </pc:sldMkLst>
      </pc:sldChg>
      <pc:sldChg chg="modAnim">
        <pc:chgData name="Yao Jiang" userId="19a87579752ee5ee" providerId="LiveId" clId="{0D48508B-4DC8-4F48-B2A1-ED634C6836C1}" dt="2025-03-29T06:39:57.090" v="4"/>
        <pc:sldMkLst>
          <pc:docMk/>
          <pc:sldMk cId="735729381" sldId="508"/>
        </pc:sldMkLst>
      </pc:sldChg>
      <pc:sldChg chg="modSp mod">
        <pc:chgData name="Yao Jiang" userId="19a87579752ee5ee" providerId="LiveId" clId="{0D48508B-4DC8-4F48-B2A1-ED634C6836C1}" dt="2025-03-29T06:41:38.723" v="7" actId="14100"/>
        <pc:sldMkLst>
          <pc:docMk/>
          <pc:sldMk cId="2136909694" sldId="509"/>
        </pc:sldMkLst>
        <pc:spChg chg="mod">
          <ac:chgData name="Yao Jiang" userId="19a87579752ee5ee" providerId="LiveId" clId="{0D48508B-4DC8-4F48-B2A1-ED634C6836C1}" dt="2025-03-29T06:41:38.723" v="7" actId="14100"/>
          <ac:spMkLst>
            <pc:docMk/>
            <pc:sldMk cId="2136909694" sldId="509"/>
            <ac:spMk id="27" creationId="{1F16E6CB-F70A-97D6-9CF1-DD548E3FAFCF}"/>
          </ac:spMkLst>
        </pc:spChg>
      </pc:sldChg>
      <pc:sldChg chg="modAnim">
        <pc:chgData name="Yao Jiang" userId="19a87579752ee5ee" providerId="LiveId" clId="{0D48508B-4DC8-4F48-B2A1-ED634C6836C1}" dt="2025-03-29T06:42:23.283" v="8"/>
        <pc:sldMkLst>
          <pc:docMk/>
          <pc:sldMk cId="3026385289" sldId="516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C2E0720-499F-4E7C-96B5-65FDFB31018E}" type="doc">
      <dgm:prSet loTypeId="urn:microsoft.com/office/officeart/2005/8/layout/list1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zh-CN" altLang="en-US"/>
        </a:p>
      </dgm:t>
    </dgm:pt>
    <dgm:pt modelId="{54832304-74D8-4BBA-83C9-627E4D4AF76E}">
      <dgm:prSet phldrT="[文本]" custT="1"/>
      <dgm:spPr>
        <a:solidFill>
          <a:srgbClr val="002060"/>
        </a:solidFill>
      </dgm:spPr>
      <dgm:t>
        <a:bodyPr wrap="none"/>
        <a:lstStyle/>
        <a:p>
          <a:pPr algn="ctr"/>
          <a:r>
            <a:rPr kumimoji="1" lang="zh-CN" altLang="en-US" sz="2800" b="0" i="0" u="none" strike="noStrike" cap="none" spc="0" normalizeH="0" baseline="0" noProof="0" dirty="0">
              <a:ln/>
              <a:uLnTx/>
              <a:uFillTx/>
              <a:latin typeface="+mn-ea"/>
              <a:ea typeface="+mn-ea"/>
            </a:rPr>
            <a:t>形体分析法</a:t>
          </a:r>
          <a:endParaRPr lang="zh-CN" altLang="en-US" sz="2800" b="0" dirty="0"/>
        </a:p>
      </dgm:t>
    </dgm:pt>
    <dgm:pt modelId="{35374694-687B-42BD-92FD-6832BD0B83BA}" type="parTrans" cxnId="{1593CD8C-F5C8-4608-BCCB-E2E29A5D6F7E}">
      <dgm:prSet/>
      <dgm:spPr/>
      <dgm:t>
        <a:bodyPr/>
        <a:lstStyle/>
        <a:p>
          <a:endParaRPr lang="zh-CN" altLang="en-US"/>
        </a:p>
      </dgm:t>
    </dgm:pt>
    <dgm:pt modelId="{57851A9D-D91D-4D28-8DEF-1B5572EE44F2}" type="sibTrans" cxnId="{1593CD8C-F5C8-4608-BCCB-E2E29A5D6F7E}">
      <dgm:prSet/>
      <dgm:spPr/>
      <dgm:t>
        <a:bodyPr/>
        <a:lstStyle/>
        <a:p>
          <a:endParaRPr lang="zh-CN" altLang="en-US"/>
        </a:p>
      </dgm:t>
    </dgm:pt>
    <dgm:pt modelId="{D9ED836A-2CF8-430C-80D1-F18EDBBA4873}">
      <dgm:prSet phldrT="[文本]"/>
      <dgm:spPr>
        <a:ln>
          <a:solidFill>
            <a:srgbClr val="002060"/>
          </a:solidFill>
        </a:ln>
      </dgm:spPr>
      <dgm:t>
        <a:bodyPr/>
        <a:lstStyle/>
        <a:p>
          <a:pPr indent="0">
            <a:buFontTx/>
            <a:buNone/>
          </a:pPr>
          <a:r>
            <a:rPr lang="zh-CN" altLang="en-US" b="0" dirty="0">
              <a:effectLst/>
              <a:latin typeface="微软雅黑" panose="020B0503020204020204" pitchFamily="34" charset="-122"/>
              <a:ea typeface="微软雅黑" panose="020B0503020204020204" pitchFamily="34" charset="-122"/>
            </a:rPr>
            <a:t>根据组合体的形状，将其分解成若干部分，弄清各部分的</a:t>
          </a:r>
          <a:r>
            <a:rPr lang="zh-CN" altLang="en-US" b="0" u="none" dirty="0">
              <a:solidFill>
                <a:srgbClr val="FF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rPr>
            <a:t>形状</a:t>
          </a:r>
          <a:r>
            <a:rPr lang="zh-CN" altLang="en-US" b="0" u="none" dirty="0">
              <a:effectLst/>
              <a:latin typeface="微软雅黑" panose="020B0503020204020204" pitchFamily="34" charset="-122"/>
              <a:ea typeface="微软雅黑" panose="020B0503020204020204" pitchFamily="34" charset="-122"/>
            </a:rPr>
            <a:t>和它们的</a:t>
          </a:r>
          <a:r>
            <a:rPr lang="zh-CN" altLang="en-US" b="0" u="none" dirty="0">
              <a:solidFill>
                <a:srgbClr val="FF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rPr>
            <a:t>相对位置</a:t>
          </a:r>
          <a:r>
            <a:rPr lang="zh-CN" altLang="en-US" b="0" u="none" dirty="0">
              <a:effectLst/>
              <a:latin typeface="微软雅黑" panose="020B0503020204020204" pitchFamily="34" charset="-122"/>
              <a:ea typeface="微软雅黑" panose="020B0503020204020204" pitchFamily="34" charset="-122"/>
            </a:rPr>
            <a:t>及</a:t>
          </a:r>
          <a:r>
            <a:rPr lang="zh-CN" altLang="en-US" b="0" u="none" dirty="0">
              <a:solidFill>
                <a:srgbClr val="FF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rPr>
            <a:t>组合方式</a:t>
          </a:r>
          <a:r>
            <a:rPr lang="zh-CN" altLang="en-US" b="0" dirty="0">
              <a:effectLst/>
              <a:latin typeface="微软雅黑" panose="020B0503020204020204" pitchFamily="34" charset="-122"/>
              <a:ea typeface="微软雅黑" panose="020B0503020204020204" pitchFamily="34" charset="-122"/>
            </a:rPr>
            <a:t>，分别画出各部分的投影。</a:t>
          </a:r>
        </a:p>
      </dgm:t>
    </dgm:pt>
    <dgm:pt modelId="{D3126EB8-2C3D-4ED0-A9C5-F626C8DB2BC0}" type="parTrans" cxnId="{9BA90CF1-9877-4233-9E8B-2CE8446F6908}">
      <dgm:prSet/>
      <dgm:spPr/>
      <dgm:t>
        <a:bodyPr/>
        <a:lstStyle/>
        <a:p>
          <a:endParaRPr lang="zh-CN" altLang="en-US"/>
        </a:p>
      </dgm:t>
    </dgm:pt>
    <dgm:pt modelId="{017D9B0C-563A-4854-A3B8-A49294047366}" type="sibTrans" cxnId="{9BA90CF1-9877-4233-9E8B-2CE8446F6908}">
      <dgm:prSet/>
      <dgm:spPr/>
      <dgm:t>
        <a:bodyPr/>
        <a:lstStyle/>
        <a:p>
          <a:endParaRPr lang="zh-CN" altLang="en-US"/>
        </a:p>
      </dgm:t>
    </dgm:pt>
    <dgm:pt modelId="{62A1AD92-8665-4CD1-A585-948FAD59F7FA}">
      <dgm:prSet phldrT="[文本]"/>
      <dgm:spPr>
        <a:ln>
          <a:solidFill>
            <a:srgbClr val="002060"/>
          </a:solidFill>
        </a:ln>
      </dgm:spPr>
      <dgm:t>
        <a:bodyPr/>
        <a:lstStyle/>
        <a:p>
          <a:pPr indent="0">
            <a:buFontTx/>
            <a:buNone/>
          </a:pPr>
          <a:r>
            <a:rPr lang="zh-CN" altLang="en-US" b="0" dirty="0">
              <a:effectLst/>
              <a:latin typeface="微软雅黑" panose="020B0503020204020204" pitchFamily="34" charset="-122"/>
              <a:ea typeface="微软雅黑" panose="020B0503020204020204" pitchFamily="34" charset="-122"/>
            </a:rPr>
            <a:t>视图上的</a:t>
          </a:r>
          <a:r>
            <a:rPr lang="zh-CN" altLang="en-US" b="0" u="none" dirty="0">
              <a:solidFill>
                <a:srgbClr val="FF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rPr>
            <a:t>一个封闭线框</a:t>
          </a:r>
          <a:r>
            <a:rPr lang="zh-CN" altLang="en-US" b="0" dirty="0">
              <a:effectLst/>
              <a:latin typeface="微软雅黑" panose="020B0503020204020204" pitchFamily="34" charset="-122"/>
              <a:ea typeface="微软雅黑" panose="020B0503020204020204" pitchFamily="34" charset="-122"/>
            </a:rPr>
            <a:t>，一般情况下</a:t>
          </a:r>
          <a:r>
            <a:rPr lang="zh-CN" altLang="en-US" b="0" dirty="0">
              <a:solidFill>
                <a:srgbClr val="FF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rPr>
            <a:t>代表一个面的投影</a:t>
          </a:r>
          <a:r>
            <a:rPr lang="zh-CN" altLang="en-US" b="0" dirty="0">
              <a:effectLst/>
              <a:latin typeface="微软雅黑" panose="020B0503020204020204" pitchFamily="34" charset="-122"/>
              <a:ea typeface="微软雅黑" panose="020B0503020204020204" pitchFamily="34" charset="-122"/>
            </a:rPr>
            <a:t>，不同线框之间的关系，反映了物体表面的变化。</a:t>
          </a:r>
        </a:p>
      </dgm:t>
    </dgm:pt>
    <dgm:pt modelId="{8A2BDBCF-3463-42C4-964C-C0A292D9AC1F}" type="parTrans" cxnId="{9A9850C4-B7BB-4D1C-8C76-251D9B3979FC}">
      <dgm:prSet/>
      <dgm:spPr/>
      <dgm:t>
        <a:bodyPr/>
        <a:lstStyle/>
        <a:p>
          <a:endParaRPr lang="zh-CN" altLang="en-US"/>
        </a:p>
      </dgm:t>
    </dgm:pt>
    <dgm:pt modelId="{AB49BC44-D3B5-4F68-B3AC-B9D9801ED749}" type="sibTrans" cxnId="{9A9850C4-B7BB-4D1C-8C76-251D9B3979FC}">
      <dgm:prSet/>
      <dgm:spPr/>
      <dgm:t>
        <a:bodyPr/>
        <a:lstStyle/>
        <a:p>
          <a:endParaRPr lang="zh-CN" altLang="en-US"/>
        </a:p>
      </dgm:t>
    </dgm:pt>
    <dgm:pt modelId="{101B4730-C523-4F55-A0E9-92DEB5D92580}">
      <dgm:prSet phldrT="[文本]" custT="1"/>
      <dgm:spPr>
        <a:solidFill>
          <a:srgbClr val="002060"/>
        </a:solidFill>
      </dgm:spPr>
      <dgm:t>
        <a:bodyPr/>
        <a:lstStyle/>
        <a:p>
          <a:pPr algn="ctr"/>
          <a:r>
            <a:rPr kumimoji="1" lang="zh-CN" altLang="en-US" sz="2800" b="0" i="0" u="none" strike="noStrike" cap="none" spc="0" normalizeH="0" baseline="0" noProof="0" dirty="0">
              <a:ln/>
              <a:uLnTx/>
              <a:uFillTx/>
              <a:latin typeface="+mn-ea"/>
              <a:ea typeface="+mn-ea"/>
            </a:rPr>
            <a:t>面形分析法</a:t>
          </a:r>
          <a:endParaRPr lang="zh-CN" altLang="en-US" sz="2800" b="0" dirty="0"/>
        </a:p>
      </dgm:t>
    </dgm:pt>
    <dgm:pt modelId="{14CC360A-C7E7-48FB-8E55-0F2035850B0B}" type="parTrans" cxnId="{D927066B-8027-4849-8431-533B341E1638}">
      <dgm:prSet/>
      <dgm:spPr/>
      <dgm:t>
        <a:bodyPr/>
        <a:lstStyle/>
        <a:p>
          <a:endParaRPr lang="zh-CN" altLang="en-US"/>
        </a:p>
      </dgm:t>
    </dgm:pt>
    <dgm:pt modelId="{777FF610-F8B6-48EF-AC64-74FA6E2A6C38}" type="sibTrans" cxnId="{D927066B-8027-4849-8431-533B341E1638}">
      <dgm:prSet/>
      <dgm:spPr/>
      <dgm:t>
        <a:bodyPr/>
        <a:lstStyle/>
        <a:p>
          <a:endParaRPr lang="zh-CN" altLang="en-US"/>
        </a:p>
      </dgm:t>
    </dgm:pt>
    <dgm:pt modelId="{E46518B1-063A-47E1-AE54-FB9CADB2C1BF}" type="pres">
      <dgm:prSet presAssocID="{FC2E0720-499F-4E7C-96B5-65FDFB31018E}" presName="linear" presStyleCnt="0">
        <dgm:presLayoutVars>
          <dgm:dir/>
          <dgm:animLvl val="lvl"/>
          <dgm:resizeHandles val="exact"/>
        </dgm:presLayoutVars>
      </dgm:prSet>
      <dgm:spPr/>
    </dgm:pt>
    <dgm:pt modelId="{64D563CF-5BC8-4BC2-9CA6-8D7925A40BDF}" type="pres">
      <dgm:prSet presAssocID="{54832304-74D8-4BBA-83C9-627E4D4AF76E}" presName="parentLin" presStyleCnt="0"/>
      <dgm:spPr/>
    </dgm:pt>
    <dgm:pt modelId="{35E51FD0-6111-4297-A02C-33A472CB783D}" type="pres">
      <dgm:prSet presAssocID="{54832304-74D8-4BBA-83C9-627E4D4AF76E}" presName="parentLeftMargin" presStyleLbl="node1" presStyleIdx="0" presStyleCnt="2"/>
      <dgm:spPr/>
    </dgm:pt>
    <dgm:pt modelId="{E46398BE-2483-4ED8-9ED1-CBFDE68F6080}" type="pres">
      <dgm:prSet presAssocID="{54832304-74D8-4BBA-83C9-627E4D4AF76E}" presName="parentText" presStyleLbl="node1" presStyleIdx="0" presStyleCnt="2" custScaleX="62988">
        <dgm:presLayoutVars>
          <dgm:chMax val="0"/>
          <dgm:bulletEnabled val="1"/>
        </dgm:presLayoutVars>
      </dgm:prSet>
      <dgm:spPr/>
    </dgm:pt>
    <dgm:pt modelId="{A6240047-3E20-4A5D-AC07-D96A784F3BBC}" type="pres">
      <dgm:prSet presAssocID="{54832304-74D8-4BBA-83C9-627E4D4AF76E}" presName="negativeSpace" presStyleCnt="0"/>
      <dgm:spPr/>
    </dgm:pt>
    <dgm:pt modelId="{C880C2E3-4A3E-4C41-8F82-26DE95CF17CF}" type="pres">
      <dgm:prSet presAssocID="{54832304-74D8-4BBA-83C9-627E4D4AF76E}" presName="childText" presStyleLbl="conFgAcc1" presStyleIdx="0" presStyleCnt="2">
        <dgm:presLayoutVars>
          <dgm:bulletEnabled val="1"/>
        </dgm:presLayoutVars>
      </dgm:prSet>
      <dgm:spPr/>
    </dgm:pt>
    <dgm:pt modelId="{ACEBA47F-C2B0-4E55-915B-91A1B79D6D92}" type="pres">
      <dgm:prSet presAssocID="{57851A9D-D91D-4D28-8DEF-1B5572EE44F2}" presName="spaceBetweenRectangles" presStyleCnt="0"/>
      <dgm:spPr/>
    </dgm:pt>
    <dgm:pt modelId="{39AAE937-47DB-4BAE-8D09-B6C3AF0F3F51}" type="pres">
      <dgm:prSet presAssocID="{101B4730-C523-4F55-A0E9-92DEB5D92580}" presName="parentLin" presStyleCnt="0"/>
      <dgm:spPr/>
    </dgm:pt>
    <dgm:pt modelId="{BBABFAE7-BB28-4A95-83BF-657067ACA350}" type="pres">
      <dgm:prSet presAssocID="{101B4730-C523-4F55-A0E9-92DEB5D92580}" presName="parentLeftMargin" presStyleLbl="node1" presStyleIdx="0" presStyleCnt="2"/>
      <dgm:spPr/>
    </dgm:pt>
    <dgm:pt modelId="{060522BA-C78F-4D00-899C-05E669CE4E0B}" type="pres">
      <dgm:prSet presAssocID="{101B4730-C523-4F55-A0E9-92DEB5D92580}" presName="parentText" presStyleLbl="node1" presStyleIdx="1" presStyleCnt="2" custScaleX="62988" custLinFactNeighborY="15933">
        <dgm:presLayoutVars>
          <dgm:chMax val="0"/>
          <dgm:bulletEnabled val="1"/>
        </dgm:presLayoutVars>
      </dgm:prSet>
      <dgm:spPr/>
    </dgm:pt>
    <dgm:pt modelId="{768B4027-23CD-4867-B6DC-AF9F74C8B1F6}" type="pres">
      <dgm:prSet presAssocID="{101B4730-C523-4F55-A0E9-92DEB5D92580}" presName="negativeSpace" presStyleCnt="0"/>
      <dgm:spPr/>
    </dgm:pt>
    <dgm:pt modelId="{93C12DA0-D8D5-4A53-B064-FE76BFEBD1B2}" type="pres">
      <dgm:prSet presAssocID="{101B4730-C523-4F55-A0E9-92DEB5D92580}" presName="childText" presStyleLbl="conFgAcc1" presStyleIdx="1" presStyleCnt="2" custLinFactNeighborX="-335" custLinFactNeighborY="31865">
        <dgm:presLayoutVars>
          <dgm:bulletEnabled val="1"/>
        </dgm:presLayoutVars>
      </dgm:prSet>
      <dgm:spPr/>
    </dgm:pt>
  </dgm:ptLst>
  <dgm:cxnLst>
    <dgm:cxn modelId="{96C18718-FF1E-4D2E-BB1F-4727133445C4}" type="presOf" srcId="{FC2E0720-499F-4E7C-96B5-65FDFB31018E}" destId="{E46518B1-063A-47E1-AE54-FB9CADB2C1BF}" srcOrd="0" destOrd="0" presId="urn:microsoft.com/office/officeart/2005/8/layout/list1"/>
    <dgm:cxn modelId="{74FB8E33-8421-4DEB-B798-07B3E53C713F}" type="presOf" srcId="{54832304-74D8-4BBA-83C9-627E4D4AF76E}" destId="{E46398BE-2483-4ED8-9ED1-CBFDE68F6080}" srcOrd="1" destOrd="0" presId="urn:microsoft.com/office/officeart/2005/8/layout/list1"/>
    <dgm:cxn modelId="{D927066B-8027-4849-8431-533B341E1638}" srcId="{FC2E0720-499F-4E7C-96B5-65FDFB31018E}" destId="{101B4730-C523-4F55-A0E9-92DEB5D92580}" srcOrd="1" destOrd="0" parTransId="{14CC360A-C7E7-48FB-8E55-0F2035850B0B}" sibTransId="{777FF610-F8B6-48EF-AC64-74FA6E2A6C38}"/>
    <dgm:cxn modelId="{460E3A83-4756-417A-9CC5-6AF79B872D89}" type="presOf" srcId="{62A1AD92-8665-4CD1-A585-948FAD59F7FA}" destId="{93C12DA0-D8D5-4A53-B064-FE76BFEBD1B2}" srcOrd="0" destOrd="0" presId="urn:microsoft.com/office/officeart/2005/8/layout/list1"/>
    <dgm:cxn modelId="{1593CD8C-F5C8-4608-BCCB-E2E29A5D6F7E}" srcId="{FC2E0720-499F-4E7C-96B5-65FDFB31018E}" destId="{54832304-74D8-4BBA-83C9-627E4D4AF76E}" srcOrd="0" destOrd="0" parTransId="{35374694-687B-42BD-92FD-6832BD0B83BA}" sibTransId="{57851A9D-D91D-4D28-8DEF-1B5572EE44F2}"/>
    <dgm:cxn modelId="{79CD4E96-7D2B-414C-887B-6D71B4072800}" type="presOf" srcId="{D9ED836A-2CF8-430C-80D1-F18EDBBA4873}" destId="{C880C2E3-4A3E-4C41-8F82-26DE95CF17CF}" srcOrd="0" destOrd="0" presId="urn:microsoft.com/office/officeart/2005/8/layout/list1"/>
    <dgm:cxn modelId="{DC369A9B-1AF5-47D1-A18F-59CA3222CD23}" type="presOf" srcId="{101B4730-C523-4F55-A0E9-92DEB5D92580}" destId="{060522BA-C78F-4D00-899C-05E669CE4E0B}" srcOrd="1" destOrd="0" presId="urn:microsoft.com/office/officeart/2005/8/layout/list1"/>
    <dgm:cxn modelId="{61E6FEA7-6BDB-46A6-8786-C74BAD4DFDB4}" type="presOf" srcId="{54832304-74D8-4BBA-83C9-627E4D4AF76E}" destId="{35E51FD0-6111-4297-A02C-33A472CB783D}" srcOrd="0" destOrd="0" presId="urn:microsoft.com/office/officeart/2005/8/layout/list1"/>
    <dgm:cxn modelId="{B9BA28C4-8193-4E3C-A562-22DB3D5518C2}" type="presOf" srcId="{101B4730-C523-4F55-A0E9-92DEB5D92580}" destId="{BBABFAE7-BB28-4A95-83BF-657067ACA350}" srcOrd="0" destOrd="0" presId="urn:microsoft.com/office/officeart/2005/8/layout/list1"/>
    <dgm:cxn modelId="{9A9850C4-B7BB-4D1C-8C76-251D9B3979FC}" srcId="{101B4730-C523-4F55-A0E9-92DEB5D92580}" destId="{62A1AD92-8665-4CD1-A585-948FAD59F7FA}" srcOrd="0" destOrd="0" parTransId="{8A2BDBCF-3463-42C4-964C-C0A292D9AC1F}" sibTransId="{AB49BC44-D3B5-4F68-B3AC-B9D9801ED749}"/>
    <dgm:cxn modelId="{9BA90CF1-9877-4233-9E8B-2CE8446F6908}" srcId="{54832304-74D8-4BBA-83C9-627E4D4AF76E}" destId="{D9ED836A-2CF8-430C-80D1-F18EDBBA4873}" srcOrd="0" destOrd="0" parTransId="{D3126EB8-2C3D-4ED0-A9C5-F626C8DB2BC0}" sibTransId="{017D9B0C-563A-4854-A3B8-A49294047366}"/>
    <dgm:cxn modelId="{CD382207-245B-40F7-89DA-ABF39C8F757D}" type="presParOf" srcId="{E46518B1-063A-47E1-AE54-FB9CADB2C1BF}" destId="{64D563CF-5BC8-4BC2-9CA6-8D7925A40BDF}" srcOrd="0" destOrd="0" presId="urn:microsoft.com/office/officeart/2005/8/layout/list1"/>
    <dgm:cxn modelId="{44836C3B-1333-4821-B775-699AB055C5A7}" type="presParOf" srcId="{64D563CF-5BC8-4BC2-9CA6-8D7925A40BDF}" destId="{35E51FD0-6111-4297-A02C-33A472CB783D}" srcOrd="0" destOrd="0" presId="urn:microsoft.com/office/officeart/2005/8/layout/list1"/>
    <dgm:cxn modelId="{C269F808-1975-4517-A8DF-FEA3EAEE63DE}" type="presParOf" srcId="{64D563CF-5BC8-4BC2-9CA6-8D7925A40BDF}" destId="{E46398BE-2483-4ED8-9ED1-CBFDE68F6080}" srcOrd="1" destOrd="0" presId="urn:microsoft.com/office/officeart/2005/8/layout/list1"/>
    <dgm:cxn modelId="{E0364EF7-BAEA-4830-ACC2-7A738699E0BE}" type="presParOf" srcId="{E46518B1-063A-47E1-AE54-FB9CADB2C1BF}" destId="{A6240047-3E20-4A5D-AC07-D96A784F3BBC}" srcOrd="1" destOrd="0" presId="urn:microsoft.com/office/officeart/2005/8/layout/list1"/>
    <dgm:cxn modelId="{765A74FD-31FE-4D37-B2E0-0B57D2EFD164}" type="presParOf" srcId="{E46518B1-063A-47E1-AE54-FB9CADB2C1BF}" destId="{C880C2E3-4A3E-4C41-8F82-26DE95CF17CF}" srcOrd="2" destOrd="0" presId="urn:microsoft.com/office/officeart/2005/8/layout/list1"/>
    <dgm:cxn modelId="{668AA327-CA91-454F-8B87-A318BC389F4C}" type="presParOf" srcId="{E46518B1-063A-47E1-AE54-FB9CADB2C1BF}" destId="{ACEBA47F-C2B0-4E55-915B-91A1B79D6D92}" srcOrd="3" destOrd="0" presId="urn:microsoft.com/office/officeart/2005/8/layout/list1"/>
    <dgm:cxn modelId="{ED96B15F-9B73-46C9-A719-FF4E9792BF8A}" type="presParOf" srcId="{E46518B1-063A-47E1-AE54-FB9CADB2C1BF}" destId="{39AAE937-47DB-4BAE-8D09-B6C3AF0F3F51}" srcOrd="4" destOrd="0" presId="urn:microsoft.com/office/officeart/2005/8/layout/list1"/>
    <dgm:cxn modelId="{F8C5DEFE-1C80-4BAE-90E3-E99AC2DAEB9A}" type="presParOf" srcId="{39AAE937-47DB-4BAE-8D09-B6C3AF0F3F51}" destId="{BBABFAE7-BB28-4A95-83BF-657067ACA350}" srcOrd="0" destOrd="0" presId="urn:microsoft.com/office/officeart/2005/8/layout/list1"/>
    <dgm:cxn modelId="{F29E81DE-B955-4FEB-B594-E1E7015EC9C0}" type="presParOf" srcId="{39AAE937-47DB-4BAE-8D09-B6C3AF0F3F51}" destId="{060522BA-C78F-4D00-899C-05E669CE4E0B}" srcOrd="1" destOrd="0" presId="urn:microsoft.com/office/officeart/2005/8/layout/list1"/>
    <dgm:cxn modelId="{8595FBB8-47CC-4B64-BA32-F9A7FF8485ED}" type="presParOf" srcId="{E46518B1-063A-47E1-AE54-FB9CADB2C1BF}" destId="{768B4027-23CD-4867-B6DC-AF9F74C8B1F6}" srcOrd="5" destOrd="0" presId="urn:microsoft.com/office/officeart/2005/8/layout/list1"/>
    <dgm:cxn modelId="{E448AAB1-CDCB-43E8-A90C-3A9546BDB586}" type="presParOf" srcId="{E46518B1-063A-47E1-AE54-FB9CADB2C1BF}" destId="{93C12DA0-D8D5-4A53-B064-FE76BFEBD1B2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80C2E3-4A3E-4C41-8F82-26DE95CF17CF}">
      <dsp:nvSpPr>
        <dsp:cNvPr id="0" name=""/>
        <dsp:cNvSpPr/>
      </dsp:nvSpPr>
      <dsp:spPr>
        <a:xfrm>
          <a:off x="0" y="571229"/>
          <a:ext cx="8447496" cy="1354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00206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55620" tIns="416560" rIns="655620" bIns="142240" numCol="1" spcCol="1270" anchor="t" anchorCtr="0">
          <a:noAutofit/>
        </a:bodyPr>
        <a:lstStyle/>
        <a:p>
          <a:pPr marL="228600" lvl="1" indent="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zh-CN" altLang="en-US" sz="2000" b="0" kern="1200" dirty="0">
              <a:effectLst/>
              <a:latin typeface="微软雅黑" panose="020B0503020204020204" pitchFamily="34" charset="-122"/>
              <a:ea typeface="微软雅黑" panose="020B0503020204020204" pitchFamily="34" charset="-122"/>
            </a:rPr>
            <a:t>根据组合体的形状，将其分解成若干部分，弄清各部分的</a:t>
          </a:r>
          <a:r>
            <a:rPr lang="zh-CN" altLang="en-US" sz="2000" b="0" u="none" kern="1200" dirty="0">
              <a:solidFill>
                <a:srgbClr val="FF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rPr>
            <a:t>形状</a:t>
          </a:r>
          <a:r>
            <a:rPr lang="zh-CN" altLang="en-US" sz="2000" b="0" u="none" kern="1200" dirty="0">
              <a:effectLst/>
              <a:latin typeface="微软雅黑" panose="020B0503020204020204" pitchFamily="34" charset="-122"/>
              <a:ea typeface="微软雅黑" panose="020B0503020204020204" pitchFamily="34" charset="-122"/>
            </a:rPr>
            <a:t>和它们的</a:t>
          </a:r>
          <a:r>
            <a:rPr lang="zh-CN" altLang="en-US" sz="2000" b="0" u="none" kern="1200" dirty="0">
              <a:solidFill>
                <a:srgbClr val="FF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rPr>
            <a:t>相对位置</a:t>
          </a:r>
          <a:r>
            <a:rPr lang="zh-CN" altLang="en-US" sz="2000" b="0" u="none" kern="1200" dirty="0">
              <a:effectLst/>
              <a:latin typeface="微软雅黑" panose="020B0503020204020204" pitchFamily="34" charset="-122"/>
              <a:ea typeface="微软雅黑" panose="020B0503020204020204" pitchFamily="34" charset="-122"/>
            </a:rPr>
            <a:t>及</a:t>
          </a:r>
          <a:r>
            <a:rPr lang="zh-CN" altLang="en-US" sz="2000" b="0" u="none" kern="1200" dirty="0">
              <a:solidFill>
                <a:srgbClr val="FF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rPr>
            <a:t>组合方式</a:t>
          </a:r>
          <a:r>
            <a:rPr lang="zh-CN" altLang="en-US" sz="2000" b="0" kern="1200" dirty="0">
              <a:effectLst/>
              <a:latin typeface="微软雅黑" panose="020B0503020204020204" pitchFamily="34" charset="-122"/>
              <a:ea typeface="微软雅黑" panose="020B0503020204020204" pitchFamily="34" charset="-122"/>
            </a:rPr>
            <a:t>，分别画出各部分的投影。</a:t>
          </a:r>
        </a:p>
      </dsp:txBody>
      <dsp:txXfrm>
        <a:off x="0" y="571229"/>
        <a:ext cx="8447496" cy="1354500"/>
      </dsp:txXfrm>
    </dsp:sp>
    <dsp:sp modelId="{E46398BE-2483-4ED8-9ED1-CBFDE68F6080}">
      <dsp:nvSpPr>
        <dsp:cNvPr id="0" name=""/>
        <dsp:cNvSpPr/>
      </dsp:nvSpPr>
      <dsp:spPr>
        <a:xfrm>
          <a:off x="422374" y="276029"/>
          <a:ext cx="3724636" cy="590400"/>
        </a:xfrm>
        <a:prstGeom prst="roundRect">
          <a:avLst/>
        </a:prstGeom>
        <a:solidFill>
          <a:srgbClr val="00206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3507" tIns="0" rIns="223507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CN" altLang="en-US" sz="2800" b="0" i="0" u="none" strike="noStrike" kern="1200" cap="none" spc="0" normalizeH="0" baseline="0" noProof="0" dirty="0">
              <a:ln/>
              <a:uLnTx/>
              <a:uFillTx/>
              <a:latin typeface="+mn-ea"/>
              <a:ea typeface="+mn-ea"/>
            </a:rPr>
            <a:t>形体分析法</a:t>
          </a:r>
          <a:endParaRPr lang="zh-CN" altLang="en-US" sz="2800" b="0" kern="1200" dirty="0"/>
        </a:p>
      </dsp:txBody>
      <dsp:txXfrm>
        <a:off x="451195" y="304850"/>
        <a:ext cx="3666994" cy="532758"/>
      </dsp:txXfrm>
    </dsp:sp>
    <dsp:sp modelId="{93C12DA0-D8D5-4A53-B064-FE76BFEBD1B2}">
      <dsp:nvSpPr>
        <dsp:cNvPr id="0" name=""/>
        <dsp:cNvSpPr/>
      </dsp:nvSpPr>
      <dsp:spPr>
        <a:xfrm>
          <a:off x="0" y="2422994"/>
          <a:ext cx="8447496" cy="1354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00206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55620" tIns="416560" rIns="655620" bIns="142240" numCol="1" spcCol="1270" anchor="t" anchorCtr="0">
          <a:noAutofit/>
        </a:bodyPr>
        <a:lstStyle/>
        <a:p>
          <a:pPr marL="228600" lvl="1" indent="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zh-CN" altLang="en-US" sz="2000" b="0" kern="1200" dirty="0">
              <a:effectLst/>
              <a:latin typeface="微软雅黑" panose="020B0503020204020204" pitchFamily="34" charset="-122"/>
              <a:ea typeface="微软雅黑" panose="020B0503020204020204" pitchFamily="34" charset="-122"/>
            </a:rPr>
            <a:t>视图上的</a:t>
          </a:r>
          <a:r>
            <a:rPr lang="zh-CN" altLang="en-US" sz="2000" b="0" u="none" kern="1200" dirty="0">
              <a:solidFill>
                <a:srgbClr val="FF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rPr>
            <a:t>一个封闭线框</a:t>
          </a:r>
          <a:r>
            <a:rPr lang="zh-CN" altLang="en-US" sz="2000" b="0" kern="1200" dirty="0">
              <a:effectLst/>
              <a:latin typeface="微软雅黑" panose="020B0503020204020204" pitchFamily="34" charset="-122"/>
              <a:ea typeface="微软雅黑" panose="020B0503020204020204" pitchFamily="34" charset="-122"/>
            </a:rPr>
            <a:t>，一般情况下</a:t>
          </a:r>
          <a:r>
            <a:rPr lang="zh-CN" altLang="en-US" sz="2000" b="0" kern="1200" dirty="0">
              <a:solidFill>
                <a:srgbClr val="FF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rPr>
            <a:t>代表一个面的投影</a:t>
          </a:r>
          <a:r>
            <a:rPr lang="zh-CN" altLang="en-US" sz="2000" b="0" kern="1200" dirty="0">
              <a:effectLst/>
              <a:latin typeface="微软雅黑" panose="020B0503020204020204" pitchFamily="34" charset="-122"/>
              <a:ea typeface="微软雅黑" panose="020B0503020204020204" pitchFamily="34" charset="-122"/>
            </a:rPr>
            <a:t>，不同线框之间的关系，反映了物体表面的变化。</a:t>
          </a:r>
        </a:p>
      </dsp:txBody>
      <dsp:txXfrm>
        <a:off x="0" y="2422994"/>
        <a:ext cx="8447496" cy="1354500"/>
      </dsp:txXfrm>
    </dsp:sp>
    <dsp:sp modelId="{060522BA-C78F-4D00-899C-05E669CE4E0B}">
      <dsp:nvSpPr>
        <dsp:cNvPr id="0" name=""/>
        <dsp:cNvSpPr/>
      </dsp:nvSpPr>
      <dsp:spPr>
        <a:xfrm>
          <a:off x="422374" y="2127797"/>
          <a:ext cx="3724636" cy="590400"/>
        </a:xfrm>
        <a:prstGeom prst="roundRect">
          <a:avLst/>
        </a:prstGeom>
        <a:solidFill>
          <a:srgbClr val="00206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3507" tIns="0" rIns="223507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CN" altLang="en-US" sz="2800" b="0" i="0" u="none" strike="noStrike" kern="1200" cap="none" spc="0" normalizeH="0" baseline="0" noProof="0" dirty="0">
              <a:ln/>
              <a:uLnTx/>
              <a:uFillTx/>
              <a:latin typeface="+mn-ea"/>
              <a:ea typeface="+mn-ea"/>
            </a:rPr>
            <a:t>面形分析法</a:t>
          </a:r>
          <a:endParaRPr lang="zh-CN" altLang="en-US" sz="2800" b="0" kern="1200" dirty="0"/>
        </a:p>
      </dsp:txBody>
      <dsp:txXfrm>
        <a:off x="451195" y="2156618"/>
        <a:ext cx="3666994" cy="53275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42BA9AD9-FC80-4497-8484-7A4D9608DE10}" type="datetimeFigureOut">
              <a:rPr lang="zh-CN" altLang="en-US"/>
              <a:pPr>
                <a:defRPr/>
              </a:pPr>
              <a:t>2025/5/25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D718B667-CE80-41CC-B4D3-969832BB2FC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065240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dirty="0"/>
              <a:t>相交同样是构建复杂形体的一种手段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18B667-CE80-41CC-B4D3-969832BB2FCC}" type="slidenum">
              <a:rPr lang="zh-CN" altLang="en-US" smtClean="0"/>
              <a:pPr>
                <a:defRPr/>
              </a:pPr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81808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D229B-3A5E-138B-504B-71744B6BF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9352D2D-D1A8-4E66-4396-0F1EE938AF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32A55D0-D7FD-1F10-2A6D-A93EC0807F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dirty="0"/>
              <a:t>相交同样是构建复杂形体的一种手段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EF4442A-D1A9-35A6-D553-757EECAB7B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18B667-CE80-41CC-B4D3-969832BB2FCC}" type="slidenum">
              <a:rPr lang="zh-CN" altLang="en-US" smtClean="0"/>
              <a:pPr>
                <a:defRPr/>
              </a:pPr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22118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dirty="0"/>
              <a:t>相贯和相贯线的基本概念</a:t>
            </a:r>
            <a:endParaRPr lang="en-US" altLang="zh-CN" dirty="0"/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dirty="0"/>
              <a:t>三种基本的相贯形式：按照立体的形状来划分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18B667-CE80-41CC-B4D3-969832BB2FCC}" type="slidenum">
              <a:rPr lang="zh-CN" altLang="en-US" smtClean="0"/>
              <a:pPr>
                <a:defRPr/>
              </a:pPr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09640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dirty="0"/>
              <a:t>相贯的形式：按照立体的相对位置关系划分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18B667-CE80-41CC-B4D3-969832BB2FCC}" type="slidenum">
              <a:rPr lang="zh-CN" altLang="en-US" smtClean="0"/>
              <a:pPr>
                <a:defRPr/>
              </a:pPr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28643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dirty="0"/>
              <a:t>相贯线的主要性质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18B667-CE80-41CC-B4D3-969832BB2FCC}" type="slidenum">
              <a:rPr lang="zh-CN" altLang="en-US" smtClean="0"/>
              <a:pPr>
                <a:defRPr/>
              </a:pPr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4880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18B667-CE80-41CC-B4D3-969832BB2FCC}" type="slidenum">
              <a:rPr lang="zh-CN" altLang="en-US" smtClean="0"/>
              <a:pPr>
                <a:defRPr/>
              </a:pPr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26956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dirty="0"/>
              <a:t>读图：确定是什么形体相贯，两个圆桶相贯，轴线相交且垂直；</a:t>
            </a:r>
            <a:endParaRPr lang="en-US" altLang="zh-CN" dirty="0"/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dirty="0"/>
              <a:t>分析相贯线：外圆柱面相贯、内</a:t>
            </a:r>
            <a:r>
              <a:rPr lang="en-US" altLang="zh-CN" dirty="0"/>
              <a:t>-</a:t>
            </a:r>
            <a:r>
              <a:rPr lang="zh-CN" altLang="en-US" dirty="0"/>
              <a:t>外圆柱面相贯、内内圆柱面相贯；</a:t>
            </a:r>
            <a:endParaRPr lang="en-US" altLang="zh-CN" dirty="0"/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dirty="0"/>
              <a:t>复杂形体相贯，分别求解相贯线：外形交线、内形交线</a:t>
            </a:r>
            <a:endParaRPr lang="en-US" altLang="zh-CN" dirty="0"/>
          </a:p>
          <a:p>
            <a:pPr marL="171450" indent="-171450"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dirty="0"/>
              <a:t>相贯线：积聚性表面取点法，先确定相贯线的已知投影，再找特殊点和中间点</a:t>
            </a:r>
            <a:endParaRPr lang="en-US" altLang="zh-CN" dirty="0"/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dirty="0"/>
              <a:t>特殊点：两个轮廓线的交点，以及根据相贯线弯向大圆柱轴线确定的特殊点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18B667-CE80-41CC-B4D3-969832BB2FCC}" type="slidenum">
              <a:rPr lang="zh-CN" altLang="en-US" smtClean="0"/>
              <a:pPr>
                <a:defRPr/>
              </a:pPr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3273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空间分析：交线为空间封闭曲线</a:t>
            </a:r>
            <a:endParaRPr lang="en-US" altLang="zh-CN" dirty="0"/>
          </a:p>
          <a:p>
            <a:r>
              <a:rPr lang="zh-CN" altLang="en-US" dirty="0"/>
              <a:t>投影分析：确定交线的已知投影</a:t>
            </a:r>
            <a:endParaRPr lang="en-US" altLang="zh-CN" dirty="0"/>
          </a:p>
          <a:p>
            <a:r>
              <a:rPr lang="zh-CN" altLang="en-US" dirty="0"/>
              <a:t>特殊点：最前点、最左最右、最上最下、最后点</a:t>
            </a:r>
            <a:endParaRPr lang="en-US" altLang="zh-CN" dirty="0"/>
          </a:p>
          <a:p>
            <a:r>
              <a:rPr lang="zh-CN" altLang="en-US" dirty="0"/>
              <a:t>相贯线可见性判断：从俯视图，圆柱的前半个圆柱面上的点才可见</a:t>
            </a:r>
            <a:endParaRPr lang="en-US" altLang="zh-CN" dirty="0"/>
          </a:p>
          <a:p>
            <a:r>
              <a:rPr lang="zh-CN" altLang="en-US" dirty="0"/>
              <a:t>圆柱轮廓可见性判断：小圆柱轮廓线，从左视图上进行观测；大圆柱轮廓线，从俯视图上进行观测</a:t>
            </a:r>
            <a:endParaRPr lang="en-US" altLang="zh-CN" dirty="0"/>
          </a:p>
          <a:p>
            <a:r>
              <a:rPr lang="zh-CN" altLang="en-US" dirty="0"/>
              <a:t>相贯线是光滑曲线，不要有交点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18B667-CE80-41CC-B4D3-969832BB2FCC}" type="slidenum">
              <a:rPr lang="zh-CN" altLang="en-US" smtClean="0"/>
              <a:pPr>
                <a:defRPr/>
              </a:pPr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02797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圆柱与圆柱相贯，可以利用积聚性表面取点方法取点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18B667-CE80-41CC-B4D3-969832BB2FCC}" type="slidenum">
              <a:rPr lang="zh-CN" altLang="en-US" smtClean="0"/>
              <a:pPr>
                <a:defRPr/>
              </a:pPr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9108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读图：圆柱和圆台相贯</a:t>
            </a:r>
            <a:endParaRPr lang="en-US" altLang="zh-CN" dirty="0"/>
          </a:p>
          <a:p>
            <a:r>
              <a:rPr lang="zh-CN" altLang="en-US" dirty="0"/>
              <a:t>空间分析：相贯线为空间光滑曲线</a:t>
            </a:r>
            <a:endParaRPr lang="en-US" altLang="zh-CN" dirty="0"/>
          </a:p>
          <a:p>
            <a:r>
              <a:rPr lang="zh-CN" altLang="en-US" dirty="0"/>
              <a:t>特殊点：主视图上两个轮廓线的交点、左视图上的切点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18B667-CE80-41CC-B4D3-969832BB2FCC}" type="slidenum">
              <a:rPr lang="zh-CN" altLang="en-US" smtClean="0"/>
              <a:pPr>
                <a:defRPr/>
              </a:pPr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11502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组合体也是构造复杂形体的方法，组合体非常接近实际零件，区别在于不考虑功能和工艺</a:t>
            </a:r>
            <a:endParaRPr lang="en-US" altLang="zh-CN" dirty="0"/>
          </a:p>
          <a:p>
            <a:r>
              <a:rPr lang="zh-CN" altLang="en-US" dirty="0"/>
              <a:t>画图：从三维到二维</a:t>
            </a:r>
            <a:endParaRPr lang="en-US" altLang="zh-CN" dirty="0"/>
          </a:p>
          <a:p>
            <a:r>
              <a:rPr lang="zh-CN" altLang="en-US" dirty="0"/>
              <a:t>读图：从二维到三维，重点和难点</a:t>
            </a:r>
            <a:endParaRPr lang="en-US" altLang="zh-CN" dirty="0"/>
          </a:p>
          <a:p>
            <a:r>
              <a:rPr lang="zh-CN" altLang="en-US" dirty="0"/>
              <a:t>教学上分开讲，实际上读图和画图融合在一起。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18B667-CE80-41CC-B4D3-969832BB2FCC}" type="slidenum">
              <a:rPr lang="zh-CN" altLang="en-US" smtClean="0"/>
              <a:pPr>
                <a:defRPr/>
              </a:pPr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94982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18B667-CE80-41CC-B4D3-969832BB2FCC}" type="slidenum">
              <a:rPr lang="zh-CN" altLang="en-US" smtClean="0"/>
              <a:pPr>
                <a:defRPr/>
              </a:pPr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74200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实际的组合体是叠加式和切割式的共同存在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18B667-CE80-41CC-B4D3-969832BB2FCC}" type="slidenum">
              <a:rPr lang="zh-CN" altLang="en-US" smtClean="0"/>
              <a:pPr>
                <a:defRPr/>
              </a:pPr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80222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2AFEA-49F9-5F7D-6C3F-5D4B42833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B1FA2F9-FDE7-2AE3-CF91-F3EF0CD166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F8F62EC-D6D7-B4D0-106D-1FCE0A91FE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C0DA3AB-4D57-140D-22C5-0700FCB1E0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18B667-CE80-41CC-B4D3-969832BB2FCC}" type="slidenum">
              <a:rPr lang="zh-CN" altLang="en-US" smtClean="0"/>
              <a:pPr>
                <a:defRPr/>
              </a:pPr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054906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18B667-CE80-41CC-B4D3-969832BB2FCC}" type="slidenum">
              <a:rPr lang="zh-CN" altLang="en-US" smtClean="0"/>
              <a:pPr>
                <a:defRPr/>
              </a:pPr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955903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18B667-CE80-41CC-B4D3-969832BB2FCC}" type="slidenum">
              <a:rPr lang="zh-CN" altLang="en-US" smtClean="0"/>
              <a:pPr>
                <a:defRPr/>
              </a:pPr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949822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83862-0B26-50EE-65A3-E98B18668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5D83537-7744-94B0-BDCF-3288515E9B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C660160-7504-E72B-622E-16763E71DC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8C4427B-220C-2319-D9DC-9B37685FC4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18B667-CE80-41CC-B4D3-969832BB2FCC}" type="slidenum">
              <a:rPr lang="zh-CN" altLang="en-US" smtClean="0"/>
              <a:pPr>
                <a:defRPr/>
              </a:pPr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593781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381C6A-0167-939E-7D2D-D47195266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08A5A9D-349A-4E7B-420A-6C9FEB5B9A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649EC53-9FE0-9C7C-CB96-981C5EF523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EC8BEF8-A8A3-C574-33EE-B104A5F412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18B667-CE80-41CC-B4D3-969832BB2FCC}" type="slidenum">
              <a:rPr lang="zh-CN" altLang="en-US" smtClean="0"/>
              <a:pPr>
                <a:defRPr/>
              </a:pPr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849462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719DF-E246-3338-767F-52853688B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06F7986-B28E-2B41-3204-DAAF901474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70F9619-AD2D-024D-6514-5A72EFC649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C1A6C56-702B-35CD-6A3D-4D514A4823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18B667-CE80-41CC-B4D3-969832BB2FCC}" type="slidenum">
              <a:rPr lang="zh-CN" altLang="en-US" smtClean="0"/>
              <a:pPr>
                <a:defRPr/>
              </a:pPr>
              <a:t>55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32283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4578D4-0B8A-A4CB-9EF9-734A2089E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7CCCA2F-86BE-A72C-81FF-D99DEADFBD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393DEE7-F5C1-3BFE-9A55-F42DFAE574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8DCCB14-EE4D-D499-EA52-7C1578D910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18B667-CE80-41CC-B4D3-969832BB2FCC}" type="slidenum">
              <a:rPr lang="zh-CN" altLang="en-US" smtClean="0"/>
              <a:pPr>
                <a:defRPr/>
              </a:pPr>
              <a:t>56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180468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6BEBE2-637C-400C-B6D5-418095D5D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8DA8016-C657-74D7-1D61-996E6E0763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D217A3B-5E16-0CF3-8567-C935269227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2054935-DA92-8FD5-2723-D493DE02E2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18B667-CE80-41CC-B4D3-969832BB2FCC}" type="slidenum">
              <a:rPr lang="zh-CN" altLang="en-US" smtClean="0"/>
              <a:pPr>
                <a:defRPr/>
              </a:pPr>
              <a:t>57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450010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D35D6-F794-B1EE-1349-6832C4C99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2428344-0634-6474-7CE4-D410BC8A1E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5420453-4699-AB90-D02A-97B28907B3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699A4F3-E2AA-B9AD-62B1-3EA8CF727B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18B667-CE80-41CC-B4D3-969832BB2FCC}" type="slidenum">
              <a:rPr lang="zh-CN" altLang="en-US" smtClean="0"/>
              <a:pPr>
                <a:defRPr/>
              </a:pPr>
              <a:t>58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43860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116761-BFC4-94F0-4FB3-B1D316681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21F152E-A539-AFE1-719F-65555E06AF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C444FBF-38B5-082C-BF00-D5F792E85F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FC371D8-1A98-164F-375F-7C917124B6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18B667-CE80-41CC-B4D3-969832BB2FCC}" type="slidenum">
              <a:rPr lang="zh-CN" altLang="en-US" smtClean="0"/>
              <a:pPr>
                <a:defRPr/>
              </a:pPr>
              <a:t>60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019539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15C00-F1DB-2513-C038-9C1940DAF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86DD9D2-CA32-47B5-CCB8-8418C99813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34C922A-2CA7-47A8-E6D9-B7CF3EA40D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41A3B10-E9F4-2410-1964-A96532721B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18B667-CE80-41CC-B4D3-969832BB2FCC}" type="slidenum">
              <a:rPr lang="zh-CN" altLang="en-US" smtClean="0"/>
              <a:pPr>
                <a:defRPr/>
              </a:pPr>
              <a:t>61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033789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E69A07-9598-8737-CCAA-59C1135E2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63B3D0F-8978-3F8B-9E1F-739451C1FC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662BE0E-0B2E-8B44-17BD-D45D974540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34BEE22-4428-6F3D-F5EA-9BC8533E06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18B667-CE80-41CC-B4D3-969832BB2FCC}" type="slidenum">
              <a:rPr lang="zh-CN" altLang="en-US" smtClean="0"/>
              <a:pPr>
                <a:defRPr/>
              </a:pPr>
              <a:t>62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637053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737C5-0D0E-416A-B597-98B671525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B6054C4-D346-10C3-2990-4570088252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0B3C119-D144-EB37-6231-3F94DA5EE3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413B6E1-7DC3-548F-DDF7-0E052A18EC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18B667-CE80-41CC-B4D3-969832BB2FCC}" type="slidenum">
              <a:rPr lang="zh-CN" altLang="en-US" smtClean="0"/>
              <a:pPr>
                <a:defRPr/>
              </a:pPr>
              <a:t>63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437046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D3C0E-34E7-26C3-BBE2-00B3016BA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AAE38EB-600D-38B8-DA22-D0F98A5107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4300167-52E3-47DB-91F5-4A4456C7BC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D6420A7-9279-0FF6-F67A-51579E48F1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18B667-CE80-41CC-B4D3-969832BB2FCC}" type="slidenum">
              <a:rPr lang="zh-CN" altLang="en-US" smtClean="0"/>
              <a:pPr>
                <a:defRPr/>
              </a:pPr>
              <a:t>64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12301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DCAB4D-DE96-5A88-C747-8DA5DCEAC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5471BF4-5A37-CEE8-9E88-381E57F932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E7F3D33-008E-0D69-28EB-23574B15AA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0589689-5B0B-270E-277A-ADD88C84D2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18B667-CE80-41CC-B4D3-969832BB2FCC}" type="slidenum">
              <a:rPr lang="zh-CN" altLang="en-US" smtClean="0"/>
              <a:pPr>
                <a:defRPr/>
              </a:pPr>
              <a:t>65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225632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B55EF8-C38E-0F41-EAA5-319C7C637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E6E7010-DD37-8B48-DE2C-169FD039EC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76BFFE8-60E1-592E-C75D-E568815F0D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480918D-1313-3566-47D9-84968994F6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18B667-CE80-41CC-B4D3-969832BB2FCC}" type="slidenum">
              <a:rPr lang="zh-CN" altLang="en-US" smtClean="0"/>
              <a:pPr>
                <a:defRPr/>
              </a:pPr>
              <a:t>66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752505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39831-9E1E-0155-E40A-47B538DD3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316452B-596D-FB31-8BAB-CE9F2ED586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2B69158-DBDE-4F24-FBC7-65ACA3F541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4FBA3A0-9F41-D805-C392-8AAA49E542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18B667-CE80-41CC-B4D3-969832BB2FCC}" type="slidenum">
              <a:rPr lang="zh-CN" altLang="en-US" smtClean="0"/>
              <a:pPr>
                <a:defRPr/>
              </a:pPr>
              <a:t>67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158470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C3F2AF-46D6-2479-D5F7-808A5D1A1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DBC8EF7-860D-B2BA-C7D9-226BAFEF0A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F4D0BFB-700F-3368-C251-C37DC3FFAC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799C860-EAC3-E293-8C7D-41684929D5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18B667-CE80-41CC-B4D3-969832BB2FCC}" type="slidenum">
              <a:rPr lang="zh-CN" altLang="en-US" smtClean="0"/>
              <a:pPr>
                <a:defRPr/>
              </a:pPr>
              <a:t>68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151427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18B667-CE80-41CC-B4D3-969832BB2FCC}" type="slidenum">
              <a:rPr lang="zh-CN" altLang="en-US" smtClean="0"/>
              <a:pPr>
                <a:defRPr/>
              </a:pPr>
              <a:t>69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761185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3C172D-0C2D-4696-90C8-0464DDB43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B269B0A-5C0B-199A-1C63-57259810CE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74A7C85-78D1-2120-FB82-55D6A5CC9C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dirty="0"/>
              <a:t>相贯的形式：按照立体的相对位置关系划分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F9D9919-AC1E-EBFE-32DB-B9B05A0137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18B667-CE80-41CC-B4D3-969832BB2FCC}" type="slidenum">
              <a:rPr lang="zh-CN" altLang="en-US" smtClean="0"/>
              <a:pPr>
                <a:defRPr/>
              </a:pPr>
              <a:t>70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1823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每讲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">
            <a:extLst>
              <a:ext uri="{FF2B5EF4-FFF2-40B4-BE49-F238E27FC236}">
                <a16:creationId xmlns:a16="http://schemas.microsoft.com/office/drawing/2014/main" id="{3FD1ADF5-EE4E-39EE-1BA6-7A74EDA84F58}"/>
              </a:ext>
            </a:extLst>
          </p:cNvPr>
          <p:cNvSpPr>
            <a:spLocks noGrp="1" noChangeArrowheads="1"/>
          </p:cNvSpPr>
          <p:nvPr>
            <p:ph type="ctrTitle" idx="4294967295" hasCustomPrompt="1"/>
          </p:nvPr>
        </p:nvSpPr>
        <p:spPr>
          <a:xfrm>
            <a:off x="719403" y="2420888"/>
            <a:ext cx="10464800" cy="13716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b="1" dirty="0">
                <a:latin typeface="黑体" pitchFamily="2" charset="-122"/>
                <a:ea typeface="黑体" pitchFamily="2" charset="-122"/>
              </a:rPr>
              <a:t>第 </a:t>
            </a:r>
            <a:r>
              <a:rPr lang="en-US" altLang="zh-CN" b="1" dirty="0">
                <a:latin typeface="黑体" pitchFamily="2" charset="-122"/>
                <a:ea typeface="黑体" pitchFamily="2" charset="-122"/>
              </a:rPr>
              <a:t># </a:t>
            </a:r>
            <a:r>
              <a:rPr lang="zh-CN" altLang="en-US" b="1" dirty="0">
                <a:latin typeface="黑体" pitchFamily="2" charset="-122"/>
                <a:ea typeface="黑体" pitchFamily="2" charset="-122"/>
              </a:rPr>
              <a:t>讲  标题</a:t>
            </a:r>
            <a:endParaRPr lang="zh-CN" altLang="en-US" sz="2000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A0EADD4F-B52D-2552-BF53-E0DD1E8958A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216749" y="1656783"/>
            <a:ext cx="1586541" cy="45719"/>
          </a:xfrm>
          <a:prstGeom prst="rect">
            <a:avLst/>
          </a:prstGeom>
          <a:gradFill rotWithShape="0">
            <a:gsLst>
              <a:gs pos="0">
                <a:srgbClr val="DCDCEA"/>
              </a:gs>
              <a:gs pos="100000">
                <a:srgbClr val="000066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sz="2000"/>
          </a:p>
        </p:txBody>
      </p:sp>
      <p:sp>
        <p:nvSpPr>
          <p:cNvPr id="15" name="Text Box 10">
            <a:extLst>
              <a:ext uri="{FF2B5EF4-FFF2-40B4-BE49-F238E27FC236}">
                <a16:creationId xmlns:a16="http://schemas.microsoft.com/office/drawing/2014/main" id="{78098E69-5CD5-2A70-2A10-E335D62D2D9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228395" y="1056171"/>
            <a:ext cx="1563248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3600" b="1" dirty="0">
                <a:solidFill>
                  <a:srgbClr val="010000"/>
                </a:solidFill>
                <a:latin typeface="华文新魏" pitchFamily="2" charset="-122"/>
                <a:ea typeface="华文新魏" pitchFamily="2" charset="-122"/>
              </a:rPr>
              <a:t>第    讲</a:t>
            </a:r>
          </a:p>
        </p:txBody>
      </p:sp>
      <p:pic>
        <p:nvPicPr>
          <p:cNvPr id="16" name="Picture 2">
            <a:extLst>
              <a:ext uri="{FF2B5EF4-FFF2-40B4-BE49-F238E27FC236}">
                <a16:creationId xmlns:a16="http://schemas.microsoft.com/office/drawing/2014/main" id="{2F8AE709-BF43-5C8B-DE1E-F391A4678E8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832" y="366323"/>
            <a:ext cx="1561418" cy="1379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每讲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建筑的设计&#10;&#10;描述已自动生成">
            <a:extLst>
              <a:ext uri="{FF2B5EF4-FFF2-40B4-BE49-F238E27FC236}">
                <a16:creationId xmlns:a16="http://schemas.microsoft.com/office/drawing/2014/main" id="{972AEAC3-0302-341E-6F87-50346F1DF3F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83" r="2347"/>
          <a:stretch/>
        </p:blipFill>
        <p:spPr>
          <a:xfrm>
            <a:off x="8184232" y="3733164"/>
            <a:ext cx="4170330" cy="3124836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8375B0FB-1E37-B12D-5EFF-9DEEF7C85CB7}"/>
              </a:ext>
            </a:extLst>
          </p:cNvPr>
          <p:cNvSpPr/>
          <p:nvPr userDrawn="1"/>
        </p:nvSpPr>
        <p:spPr>
          <a:xfrm>
            <a:off x="0" y="1624935"/>
            <a:ext cx="12192000" cy="144000"/>
          </a:xfrm>
          <a:prstGeom prst="rect">
            <a:avLst/>
          </a:prstGeom>
          <a:gradFill>
            <a:gsLst>
              <a:gs pos="50000">
                <a:schemeClr val="accent3">
                  <a:lumMod val="20000"/>
                  <a:lumOff val="80000"/>
                </a:schemeClr>
              </a:gs>
              <a:gs pos="0">
                <a:schemeClr val="accent3"/>
              </a:gs>
              <a:gs pos="25000">
                <a:srgbClr val="800D90">
                  <a:alpha val="50000"/>
                  <a:lumMod val="100000"/>
                </a:srgbClr>
              </a:gs>
              <a:gs pos="75000">
                <a:srgbClr val="800D90">
                  <a:alpha val="50000"/>
                  <a:lumMod val="100000"/>
                </a:srgbClr>
              </a:gs>
              <a:gs pos="100000">
                <a:schemeClr val="accent3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660874"/>
              </a:solidFill>
            </a:endParaRPr>
          </a:p>
        </p:txBody>
      </p:sp>
      <p:sp>
        <p:nvSpPr>
          <p:cNvPr id="4" name="文本占位符 19">
            <a:extLst>
              <a:ext uri="{FF2B5EF4-FFF2-40B4-BE49-F238E27FC236}">
                <a16:creationId xmlns:a16="http://schemas.microsoft.com/office/drawing/2014/main" id="{5A6056A7-A330-90D3-3148-148D1D93595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58334" y="2789966"/>
            <a:ext cx="7075334" cy="646331"/>
          </a:xfrm>
        </p:spPr>
        <p:txBody>
          <a:bodyPr wrap="none" anchor="ctr" anchorCtr="0">
            <a:spAutoFit/>
          </a:bodyPr>
          <a:lstStyle>
            <a:lvl1pPr marL="0" indent="0" algn="ctr">
              <a:buNone/>
              <a:defRPr sz="3600" b="1" i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kumimoji="1" lang="zh-CN" altLang="en-US" dirty="0"/>
              <a:t>标题，微软雅黑，</a:t>
            </a:r>
            <a:r>
              <a:rPr kumimoji="1" lang="en-US" altLang="zh-CN" dirty="0"/>
              <a:t>regular</a:t>
            </a:r>
            <a:r>
              <a:rPr kumimoji="1" lang="zh-CN" altLang="en-US" dirty="0"/>
              <a:t>，</a:t>
            </a:r>
            <a:r>
              <a:rPr kumimoji="1" lang="en-US" altLang="zh-CN" dirty="0"/>
              <a:t>36pt</a:t>
            </a:r>
            <a:endParaRPr kumimoji="1"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519F77B-332D-BA54-C2E9-B244C626D6F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74076" y="123774"/>
            <a:ext cx="3988851" cy="1348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42728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431371" y="1351309"/>
            <a:ext cx="10972800" cy="4525963"/>
          </a:xfrm>
        </p:spPr>
        <p:txBody>
          <a:bodyPr/>
          <a:lstStyle>
            <a:lvl1pPr>
              <a:defRPr b="1">
                <a:latin typeface="黑体" pitchFamily="49" charset="-122"/>
                <a:ea typeface="黑体" pitchFamily="49" charset="-122"/>
              </a:defRPr>
            </a:lvl1pPr>
            <a:lvl2pPr>
              <a:buNone/>
              <a:defRPr>
                <a:latin typeface="黑体" pitchFamily="49" charset="-122"/>
                <a:ea typeface="黑体" pitchFamily="49" charset="-122"/>
              </a:defRPr>
            </a:lvl2pPr>
          </a:lstStyle>
          <a:p>
            <a:pPr lvl="0"/>
            <a:r>
              <a:rPr lang="zh-CN" altLang="en-US" dirty="0"/>
              <a:t>三级标题 黑体 </a:t>
            </a:r>
            <a:r>
              <a:rPr lang="en-US" altLang="zh-CN" dirty="0"/>
              <a:t>30</a:t>
            </a:r>
            <a:r>
              <a:rPr lang="zh-CN" altLang="en-US" dirty="0"/>
              <a:t>磅</a:t>
            </a:r>
          </a:p>
          <a:p>
            <a:pPr lvl="1"/>
            <a:r>
              <a:rPr lang="zh-CN" altLang="en-US" dirty="0"/>
              <a:t>正文 （</a:t>
            </a:r>
            <a:r>
              <a:rPr lang="en-US" altLang="zh-CN" dirty="0"/>
              <a:t>24~30</a:t>
            </a:r>
            <a:r>
              <a:rPr lang="zh-CN" altLang="en-US" dirty="0"/>
              <a:t>磅）</a:t>
            </a:r>
          </a:p>
        </p:txBody>
      </p:sp>
      <p:sp>
        <p:nvSpPr>
          <p:cNvPr id="7" name="矩形 4"/>
          <p:cNvSpPr/>
          <p:nvPr userDrawn="1"/>
        </p:nvSpPr>
        <p:spPr>
          <a:xfrm>
            <a:off x="0" y="332659"/>
            <a:ext cx="12192000" cy="72007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2060"/>
              </a:solidFill>
            </a:endParaRPr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9168341" y="6425394"/>
            <a:ext cx="2844800" cy="276999"/>
          </a:xfrm>
        </p:spPr>
        <p:txBody>
          <a:bodyPr wrap="square">
            <a:spAutoFit/>
          </a:bodyPr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fld id="{E5434602-5AA4-4CE6-AF47-D5586F532BC3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15" name="Rectangle 14"/>
          <p:cNvSpPr>
            <a:spLocks noChangeArrowheads="1"/>
          </p:cNvSpPr>
          <p:nvPr userDrawn="1"/>
        </p:nvSpPr>
        <p:spPr bwMode="auto">
          <a:xfrm flipV="1">
            <a:off x="526734" y="6332240"/>
            <a:ext cx="11665268" cy="49091"/>
          </a:xfrm>
          <a:prstGeom prst="rect">
            <a:avLst/>
          </a:prstGeom>
          <a:solidFill>
            <a:schemeClr val="accent6">
              <a:lumMod val="50000"/>
              <a:alpha val="81175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anchor="ctr"/>
          <a:lstStyle/>
          <a:p>
            <a:pPr algn="ctr"/>
            <a:endParaRPr lang="zh-CN" altLang="zh-CN" sz="4400">
              <a:solidFill>
                <a:srgbClr val="1F497D"/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526732" y="6433594"/>
            <a:ext cx="126188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《</a:t>
            </a:r>
            <a:r>
              <a: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工程图学</a:t>
            </a:r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》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9168341" y="6381331"/>
            <a:ext cx="28448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fld id="{E5434602-5AA4-4CE6-AF47-D5586F532BC3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Rectangle 5"/>
          <p:cNvSpPr>
            <a:spLocks noChangeArrowheads="1"/>
          </p:cNvSpPr>
          <p:nvPr userDrawn="1"/>
        </p:nvSpPr>
        <p:spPr bwMode="auto">
          <a:xfrm flipV="1">
            <a:off x="526734" y="6332240"/>
            <a:ext cx="11665268" cy="49091"/>
          </a:xfrm>
          <a:prstGeom prst="rect">
            <a:avLst/>
          </a:prstGeom>
          <a:solidFill>
            <a:schemeClr val="accent6">
              <a:lumMod val="50000"/>
              <a:alpha val="81175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anchor="ctr"/>
          <a:lstStyle/>
          <a:p>
            <a:pPr algn="ctr"/>
            <a:endParaRPr lang="zh-CN" altLang="zh-CN" sz="4400">
              <a:solidFill>
                <a:srgbClr val="1F497D"/>
              </a:solidFill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526732" y="6433594"/>
            <a:ext cx="126188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《</a:t>
            </a:r>
            <a:r>
              <a: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工程图学</a:t>
            </a:r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》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F4F1FC-A211-41D3-9527-7868687E14E0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8D5F606-63DB-4A4B-B594-22747EE2947F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占位符 1"/>
          <p:cNvSpPr>
            <a:spLocks noGrp="1"/>
          </p:cNvSpPr>
          <p:nvPr>
            <p:ph type="title"/>
          </p:nvPr>
        </p:nvSpPr>
        <p:spPr bwMode="auto">
          <a:xfrm>
            <a:off x="2351584" y="692696"/>
            <a:ext cx="9230816" cy="724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8435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609600" y="1600203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9C7F1263-A734-46DB-B37F-609C84242B91}" type="datetimeFigureOut">
              <a:rPr lang="zh-CN" altLang="en-US"/>
              <a:pPr>
                <a:defRPr/>
              </a:pPr>
              <a:t>2025/5/25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E5434602-5AA4-4CE6-AF47-D5586F532BC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64" r:id="rId2"/>
    <p:sldLayoutId id="2147483658" r:id="rId3"/>
    <p:sldLayoutId id="2147483660" r:id="rId4"/>
    <p:sldLayoutId id="2147483661" r:id="rId5"/>
    <p:sldLayoutId id="2147483662" r:id="rId6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oleObject" Target="../embeddings/oleObject1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7.png"/><Relationship Id="rId4" Type="http://schemas.openxmlformats.org/officeDocument/2006/relationships/oleObject" Target="../embeddings/oleObject1.bin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oleObject" Target="../embeddings/oleObject3.bin"/><Relationship Id="rId7" Type="http://schemas.openxmlformats.org/officeDocument/2006/relationships/image" Target="../media/image17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0.png"/><Relationship Id="rId4" Type="http://schemas.openxmlformats.org/officeDocument/2006/relationships/oleObject" Target="../embeddings/oleObject4.bin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4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0.emf"/><Relationship Id="rId4" Type="http://schemas.openxmlformats.org/officeDocument/2006/relationships/image" Target="../media/image39.png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2.wmf"/><Relationship Id="rId4" Type="http://schemas.openxmlformats.org/officeDocument/2006/relationships/oleObject" Target="../embeddings/oleObject5.bin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3" Type="http://schemas.openxmlformats.org/officeDocument/2006/relationships/image" Target="../media/image43.png"/><Relationship Id="rId7" Type="http://schemas.openxmlformats.org/officeDocument/2006/relationships/image" Target="../media/image45.wm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7.bin"/><Relationship Id="rId11" Type="http://schemas.openxmlformats.org/officeDocument/2006/relationships/image" Target="../media/image47.wmf"/><Relationship Id="rId5" Type="http://schemas.openxmlformats.org/officeDocument/2006/relationships/image" Target="../media/image44.wmf"/><Relationship Id="rId10" Type="http://schemas.openxmlformats.org/officeDocument/2006/relationships/oleObject" Target="../embeddings/oleObject9.bin"/><Relationship Id="rId4" Type="http://schemas.openxmlformats.org/officeDocument/2006/relationships/oleObject" Target="../embeddings/oleObject6.bin"/><Relationship Id="rId9" Type="http://schemas.openxmlformats.org/officeDocument/2006/relationships/image" Target="../media/image46.wmf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wmf"/><Relationship Id="rId13" Type="http://schemas.openxmlformats.org/officeDocument/2006/relationships/oleObject" Target="../embeddings/oleObject15.bin"/><Relationship Id="rId18" Type="http://schemas.openxmlformats.org/officeDocument/2006/relationships/image" Target="../media/image55.wmf"/><Relationship Id="rId3" Type="http://schemas.openxmlformats.org/officeDocument/2006/relationships/oleObject" Target="../embeddings/oleObject10.bin"/><Relationship Id="rId7" Type="http://schemas.openxmlformats.org/officeDocument/2006/relationships/oleObject" Target="../embeddings/oleObject12.bin"/><Relationship Id="rId12" Type="http://schemas.openxmlformats.org/officeDocument/2006/relationships/image" Target="../media/image52.wmf"/><Relationship Id="rId17" Type="http://schemas.openxmlformats.org/officeDocument/2006/relationships/oleObject" Target="../embeddings/oleObject17.bin"/><Relationship Id="rId2" Type="http://schemas.openxmlformats.org/officeDocument/2006/relationships/notesSlide" Target="../notesSlides/notesSlide28.xml"/><Relationship Id="rId16" Type="http://schemas.openxmlformats.org/officeDocument/2006/relationships/image" Target="../media/image54.wmf"/><Relationship Id="rId20" Type="http://schemas.openxmlformats.org/officeDocument/2006/relationships/image" Target="../media/image56.wmf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9.wmf"/><Relationship Id="rId11" Type="http://schemas.openxmlformats.org/officeDocument/2006/relationships/oleObject" Target="../embeddings/oleObject14.bin"/><Relationship Id="rId5" Type="http://schemas.openxmlformats.org/officeDocument/2006/relationships/oleObject" Target="../embeddings/oleObject11.bin"/><Relationship Id="rId15" Type="http://schemas.openxmlformats.org/officeDocument/2006/relationships/oleObject" Target="../embeddings/oleObject16.bin"/><Relationship Id="rId10" Type="http://schemas.openxmlformats.org/officeDocument/2006/relationships/image" Target="../media/image51.wmf"/><Relationship Id="rId19" Type="http://schemas.openxmlformats.org/officeDocument/2006/relationships/oleObject" Target="../embeddings/oleObject18.bin"/><Relationship Id="rId4" Type="http://schemas.openxmlformats.org/officeDocument/2006/relationships/image" Target="../media/image48.wmf"/><Relationship Id="rId9" Type="http://schemas.openxmlformats.org/officeDocument/2006/relationships/oleObject" Target="../embeddings/oleObject13.bin"/><Relationship Id="rId14" Type="http://schemas.openxmlformats.org/officeDocument/2006/relationships/image" Target="../media/image53.wmf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wmf"/><Relationship Id="rId13" Type="http://schemas.openxmlformats.org/officeDocument/2006/relationships/oleObject" Target="../embeddings/oleObject24.bin"/><Relationship Id="rId3" Type="http://schemas.openxmlformats.org/officeDocument/2006/relationships/oleObject" Target="../embeddings/oleObject19.bin"/><Relationship Id="rId7" Type="http://schemas.openxmlformats.org/officeDocument/2006/relationships/oleObject" Target="../embeddings/oleObject21.bin"/><Relationship Id="rId12" Type="http://schemas.openxmlformats.org/officeDocument/2006/relationships/image" Target="../media/image61.wm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8.wmf"/><Relationship Id="rId11" Type="http://schemas.openxmlformats.org/officeDocument/2006/relationships/oleObject" Target="../embeddings/oleObject23.bin"/><Relationship Id="rId5" Type="http://schemas.openxmlformats.org/officeDocument/2006/relationships/oleObject" Target="../embeddings/oleObject20.bin"/><Relationship Id="rId10" Type="http://schemas.openxmlformats.org/officeDocument/2006/relationships/image" Target="../media/image60.wmf"/><Relationship Id="rId4" Type="http://schemas.openxmlformats.org/officeDocument/2006/relationships/image" Target="../media/image57.wmf"/><Relationship Id="rId9" Type="http://schemas.openxmlformats.org/officeDocument/2006/relationships/oleObject" Target="../embeddings/oleObject22.bin"/><Relationship Id="rId14" Type="http://schemas.openxmlformats.org/officeDocument/2006/relationships/image" Target="../media/image62.wmf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7.bin"/><Relationship Id="rId3" Type="http://schemas.openxmlformats.org/officeDocument/2006/relationships/image" Target="../media/image63.png"/><Relationship Id="rId7" Type="http://schemas.openxmlformats.org/officeDocument/2006/relationships/image" Target="../media/image65.wmf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26.bin"/><Relationship Id="rId11" Type="http://schemas.openxmlformats.org/officeDocument/2006/relationships/image" Target="../media/image67.wmf"/><Relationship Id="rId5" Type="http://schemas.openxmlformats.org/officeDocument/2006/relationships/image" Target="../media/image64.wmf"/><Relationship Id="rId10" Type="http://schemas.openxmlformats.org/officeDocument/2006/relationships/oleObject" Target="../embeddings/oleObject28.bin"/><Relationship Id="rId4" Type="http://schemas.openxmlformats.org/officeDocument/2006/relationships/oleObject" Target="../embeddings/oleObject25.bin"/><Relationship Id="rId9" Type="http://schemas.openxmlformats.org/officeDocument/2006/relationships/image" Target="../media/image66.wmf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image" Target="../media/image63.png"/><Relationship Id="rId7" Type="http://schemas.openxmlformats.org/officeDocument/2006/relationships/image" Target="../media/image69.wmf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30.bin"/><Relationship Id="rId5" Type="http://schemas.openxmlformats.org/officeDocument/2006/relationships/image" Target="../media/image68.wmf"/><Relationship Id="rId4" Type="http://schemas.openxmlformats.org/officeDocument/2006/relationships/oleObject" Target="../embeddings/oleObject29.bin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D1E89DEE-9DA1-3252-8124-710DEFD86A6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229146" y="2697634"/>
            <a:ext cx="3733714" cy="830997"/>
          </a:xfrm>
        </p:spPr>
        <p:txBody>
          <a:bodyPr/>
          <a:lstStyle/>
          <a:p>
            <a:r>
              <a:rPr lang="zh-CN" altLang="en-US" sz="4800" spc="600" dirty="0">
                <a:solidFill>
                  <a:srgbClr val="00206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工 程 图 学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66B4EE6F-EAC9-E67A-9242-B328EC12A3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9506" y="4218819"/>
            <a:ext cx="249299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姜   峣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副研究员</a:t>
            </a:r>
            <a:endParaRPr lang="en-US" altLang="zh-CN" sz="18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清华大学，机械工程系</a:t>
            </a:r>
            <a:endParaRPr lang="en-US" altLang="zh-CN" sz="18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10BD971-1F4C-C04A-6CEB-F357AD1D89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2860" y="162352"/>
            <a:ext cx="3865161" cy="134038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  <a:effectLst/>
        </p:spPr>
        <p:txBody>
          <a:bodyPr wrap="none" lIns="91440" tIns="60120" rIns="91440" bIns="63720">
            <a:spAutoFit/>
          </a:bodyPr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联系方式：</a:t>
            </a:r>
            <a:endParaRPr lang="en-US" altLang="zh-CN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办公室：李兆基科技大楼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A1011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手机号：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18210064570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邮箱：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jiangyao@mail.tsinghua.edu.cn</a:t>
            </a:r>
            <a:endParaRPr lang="en-US" altLang="zh-CN" sz="12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63466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 idx="4294967295"/>
          </p:nvPr>
        </p:nvSpPr>
        <p:spPr>
          <a:xfrm>
            <a:off x="4772562" y="2727903"/>
            <a:ext cx="2646878" cy="830997"/>
          </a:xfr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zh-CN" altLang="en-US" sz="4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课程总结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CBA96E-0405-A6BF-053E-C637F3D73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3F38BB0-45AE-26ED-BB47-3BE563F8FA9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3849232" y="2727903"/>
            <a:ext cx="4493538" cy="830997"/>
          </a:xfr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zh-CN" altLang="en-US" sz="4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立体与立体相交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953EC06-B396-5124-6A3F-4412288B131C}"/>
              </a:ext>
            </a:extLst>
          </p:cNvPr>
          <p:cNvSpPr/>
          <p:nvPr/>
        </p:nvSpPr>
        <p:spPr>
          <a:xfrm>
            <a:off x="2783632" y="1136817"/>
            <a:ext cx="41870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A50021"/>
                </a:solidFill>
                <a:latin typeface="华文新魏" pitchFamily="2" charset="-122"/>
                <a:ea typeface="华文新魏" pitchFamily="2" charset="-122"/>
              </a:rPr>
              <a:t>8</a:t>
            </a:r>
            <a:endParaRPr lang="zh-CN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757845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组合 42">
            <a:extLst>
              <a:ext uri="{FF2B5EF4-FFF2-40B4-BE49-F238E27FC236}">
                <a16:creationId xmlns:a16="http://schemas.microsoft.com/office/drawing/2014/main" id="{E9A92D3C-98D5-DFD6-2957-F9992B739827}"/>
              </a:ext>
            </a:extLst>
          </p:cNvPr>
          <p:cNvGrpSpPr/>
          <p:nvPr/>
        </p:nvGrpSpPr>
        <p:grpSpPr>
          <a:xfrm>
            <a:off x="3659707" y="4053385"/>
            <a:ext cx="2492990" cy="2088743"/>
            <a:chOff x="3958779" y="4053385"/>
            <a:chExt cx="2492990" cy="2088743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493CBBED-C8F8-2DAE-04C0-17A254FC52B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lum bright="18000" contrast="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52774" y="4053385"/>
              <a:ext cx="1905000" cy="15636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" name="Text Box 3">
              <a:extLst>
                <a:ext uri="{FF2B5EF4-FFF2-40B4-BE49-F238E27FC236}">
                  <a16:creationId xmlns:a16="http://schemas.microsoft.com/office/drawing/2014/main" id="{D5264DE6-05CA-6FB7-DDBF-BEDF0B80A6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58779" y="5742018"/>
              <a:ext cx="249299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zh-CN" altLang="en-US" sz="2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平面体与回转体相贯</a:t>
              </a:r>
            </a:p>
          </p:txBody>
        </p: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4EA640F8-54B5-CB2B-8102-6895C0803785}"/>
              </a:ext>
            </a:extLst>
          </p:cNvPr>
          <p:cNvGrpSpPr/>
          <p:nvPr/>
        </p:nvGrpSpPr>
        <p:grpSpPr>
          <a:xfrm>
            <a:off x="6560252" y="4069259"/>
            <a:ext cx="2492990" cy="2072869"/>
            <a:chOff x="7067644" y="4069259"/>
            <a:chExt cx="2492990" cy="2072869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C6B1A35-0991-28BE-F300-F1BBE1501BD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lum bright="18000" contrast="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99739" y="4069259"/>
              <a:ext cx="1828800" cy="15319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Text Box 5">
              <a:extLst>
                <a:ext uri="{FF2B5EF4-FFF2-40B4-BE49-F238E27FC236}">
                  <a16:creationId xmlns:a16="http://schemas.microsoft.com/office/drawing/2014/main" id="{C14A1D35-2FEF-54D3-1A3A-87BCEAF6D0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67644" y="5742018"/>
              <a:ext cx="249299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zh-CN" altLang="en-US" sz="2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回转体与回转体相贯</a:t>
              </a:r>
            </a:p>
          </p:txBody>
        </p:sp>
      </p:grpSp>
      <p:grpSp>
        <p:nvGrpSpPr>
          <p:cNvPr id="7" name="Group 10">
            <a:extLst>
              <a:ext uri="{FF2B5EF4-FFF2-40B4-BE49-F238E27FC236}">
                <a16:creationId xmlns:a16="http://schemas.microsoft.com/office/drawing/2014/main" id="{4695F54A-0142-B48B-B17A-24C9F155384F}"/>
              </a:ext>
            </a:extLst>
          </p:cNvPr>
          <p:cNvGrpSpPr>
            <a:grpSpLocks/>
          </p:cNvGrpSpPr>
          <p:nvPr/>
        </p:nvGrpSpPr>
        <p:grpSpPr bwMode="auto">
          <a:xfrm>
            <a:off x="8788230" y="1558599"/>
            <a:ext cx="1352550" cy="1368425"/>
            <a:chOff x="542" y="1087"/>
            <a:chExt cx="1304" cy="1244"/>
          </a:xfrm>
        </p:grpSpPr>
        <p:sp>
          <p:nvSpPr>
            <p:cNvPr id="8" name="Freeform 11">
              <a:extLst>
                <a:ext uri="{FF2B5EF4-FFF2-40B4-BE49-F238E27FC236}">
                  <a16:creationId xmlns:a16="http://schemas.microsoft.com/office/drawing/2014/main" id="{F0682375-A7CF-B193-C68E-8C4BAE2F182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6" y="1126"/>
              <a:ext cx="1250" cy="1162"/>
            </a:xfrm>
            <a:custGeom>
              <a:avLst/>
              <a:gdLst>
                <a:gd name="T0" fmla="*/ 0 w 1334"/>
                <a:gd name="T1" fmla="*/ 114 h 1240"/>
                <a:gd name="T2" fmla="*/ 71 w 1334"/>
                <a:gd name="T3" fmla="*/ 73 h 1240"/>
                <a:gd name="T4" fmla="*/ 90 w 1334"/>
                <a:gd name="T5" fmla="*/ 81 h 1240"/>
                <a:gd name="T6" fmla="*/ 105 w 1334"/>
                <a:gd name="T7" fmla="*/ 89 h 1240"/>
                <a:gd name="T8" fmla="*/ 112 w 1334"/>
                <a:gd name="T9" fmla="*/ 98 h 1240"/>
                <a:gd name="T10" fmla="*/ 121 w 1334"/>
                <a:gd name="T11" fmla="*/ 114 h 1240"/>
                <a:gd name="T12" fmla="*/ 148 w 1334"/>
                <a:gd name="T13" fmla="*/ 128 h 1240"/>
                <a:gd name="T14" fmla="*/ 176 w 1334"/>
                <a:gd name="T15" fmla="*/ 134 h 1240"/>
                <a:gd name="T16" fmla="*/ 202 w 1334"/>
                <a:gd name="T17" fmla="*/ 131 h 1240"/>
                <a:gd name="T18" fmla="*/ 208 w 1334"/>
                <a:gd name="T19" fmla="*/ 118 h 1240"/>
                <a:gd name="T20" fmla="*/ 215 w 1334"/>
                <a:gd name="T21" fmla="*/ 96 h 1240"/>
                <a:gd name="T22" fmla="*/ 216 w 1334"/>
                <a:gd name="T23" fmla="*/ 76 h 1240"/>
                <a:gd name="T24" fmla="*/ 219 w 1334"/>
                <a:gd name="T25" fmla="*/ 54 h 1240"/>
                <a:gd name="T26" fmla="*/ 215 w 1334"/>
                <a:gd name="T27" fmla="*/ 31 h 1240"/>
                <a:gd name="T28" fmla="*/ 205 w 1334"/>
                <a:gd name="T29" fmla="*/ 16 h 1240"/>
                <a:gd name="T30" fmla="*/ 192 w 1334"/>
                <a:gd name="T31" fmla="*/ 7 h 1240"/>
                <a:gd name="T32" fmla="*/ 201 w 1334"/>
                <a:gd name="T33" fmla="*/ 0 h 1240"/>
                <a:gd name="T34" fmla="*/ 215 w 1334"/>
                <a:gd name="T35" fmla="*/ 0 h 1240"/>
                <a:gd name="T36" fmla="*/ 229 w 1334"/>
                <a:gd name="T37" fmla="*/ 7 h 1240"/>
                <a:gd name="T38" fmla="*/ 243 w 1334"/>
                <a:gd name="T39" fmla="*/ 7 h 1240"/>
                <a:gd name="T40" fmla="*/ 256 w 1334"/>
                <a:gd name="T41" fmla="*/ 16 h 1240"/>
                <a:gd name="T42" fmla="*/ 269 w 1334"/>
                <a:gd name="T43" fmla="*/ 22 h 1240"/>
                <a:gd name="T44" fmla="*/ 278 w 1334"/>
                <a:gd name="T45" fmla="*/ 31 h 1240"/>
                <a:gd name="T46" fmla="*/ 288 w 1334"/>
                <a:gd name="T47" fmla="*/ 45 h 1240"/>
                <a:gd name="T48" fmla="*/ 297 w 1334"/>
                <a:gd name="T49" fmla="*/ 55 h 1240"/>
                <a:gd name="T50" fmla="*/ 305 w 1334"/>
                <a:gd name="T51" fmla="*/ 71 h 1240"/>
                <a:gd name="T52" fmla="*/ 310 w 1334"/>
                <a:gd name="T53" fmla="*/ 81 h 1240"/>
                <a:gd name="T54" fmla="*/ 317 w 1334"/>
                <a:gd name="T55" fmla="*/ 100 h 1240"/>
                <a:gd name="T56" fmla="*/ 318 w 1334"/>
                <a:gd name="T57" fmla="*/ 119 h 1240"/>
                <a:gd name="T58" fmla="*/ 318 w 1334"/>
                <a:gd name="T59" fmla="*/ 136 h 1240"/>
                <a:gd name="T60" fmla="*/ 315 w 1334"/>
                <a:gd name="T61" fmla="*/ 153 h 1240"/>
                <a:gd name="T62" fmla="*/ 310 w 1334"/>
                <a:gd name="T63" fmla="*/ 166 h 1240"/>
                <a:gd name="T64" fmla="*/ 303 w 1334"/>
                <a:gd name="T65" fmla="*/ 177 h 1240"/>
                <a:gd name="T66" fmla="*/ 219 w 1334"/>
                <a:gd name="T67" fmla="*/ 228 h 1240"/>
                <a:gd name="T68" fmla="*/ 98 w 1334"/>
                <a:gd name="T69" fmla="*/ 297 h 1240"/>
                <a:gd name="T70" fmla="*/ 111 w 1334"/>
                <a:gd name="T71" fmla="*/ 278 h 1240"/>
                <a:gd name="T72" fmla="*/ 121 w 1334"/>
                <a:gd name="T73" fmla="*/ 259 h 1240"/>
                <a:gd name="T74" fmla="*/ 124 w 1334"/>
                <a:gd name="T75" fmla="*/ 230 h 1240"/>
                <a:gd name="T76" fmla="*/ 117 w 1334"/>
                <a:gd name="T77" fmla="*/ 202 h 1240"/>
                <a:gd name="T78" fmla="*/ 105 w 1334"/>
                <a:gd name="T79" fmla="*/ 177 h 1240"/>
                <a:gd name="T80" fmla="*/ 97 w 1334"/>
                <a:gd name="T81" fmla="*/ 163 h 1240"/>
                <a:gd name="T82" fmla="*/ 81 w 1334"/>
                <a:gd name="T83" fmla="*/ 146 h 1240"/>
                <a:gd name="T84" fmla="*/ 64 w 1334"/>
                <a:gd name="T85" fmla="*/ 131 h 1240"/>
                <a:gd name="T86" fmla="*/ 37 w 1334"/>
                <a:gd name="T87" fmla="*/ 118 h 1240"/>
                <a:gd name="T88" fmla="*/ 18 w 1334"/>
                <a:gd name="T89" fmla="*/ 112 h 1240"/>
                <a:gd name="T90" fmla="*/ 0 w 1334"/>
                <a:gd name="T91" fmla="*/ 114 h 1240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1334"/>
                <a:gd name="T139" fmla="*/ 0 h 1240"/>
                <a:gd name="T140" fmla="*/ 1334 w 1334"/>
                <a:gd name="T141" fmla="*/ 1240 h 1240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1334" h="1240">
                  <a:moveTo>
                    <a:pt x="0" y="478"/>
                  </a:moveTo>
                  <a:lnTo>
                    <a:pt x="300" y="305"/>
                  </a:lnTo>
                  <a:lnTo>
                    <a:pt x="374" y="341"/>
                  </a:lnTo>
                  <a:lnTo>
                    <a:pt x="437" y="371"/>
                  </a:lnTo>
                  <a:lnTo>
                    <a:pt x="466" y="408"/>
                  </a:lnTo>
                  <a:lnTo>
                    <a:pt x="509" y="478"/>
                  </a:lnTo>
                  <a:lnTo>
                    <a:pt x="620" y="536"/>
                  </a:lnTo>
                  <a:lnTo>
                    <a:pt x="741" y="557"/>
                  </a:lnTo>
                  <a:lnTo>
                    <a:pt x="846" y="546"/>
                  </a:lnTo>
                  <a:lnTo>
                    <a:pt x="872" y="489"/>
                  </a:lnTo>
                  <a:lnTo>
                    <a:pt x="898" y="399"/>
                  </a:lnTo>
                  <a:lnTo>
                    <a:pt x="909" y="315"/>
                  </a:lnTo>
                  <a:lnTo>
                    <a:pt x="919" y="226"/>
                  </a:lnTo>
                  <a:lnTo>
                    <a:pt x="893" y="126"/>
                  </a:lnTo>
                  <a:lnTo>
                    <a:pt x="861" y="63"/>
                  </a:lnTo>
                  <a:lnTo>
                    <a:pt x="804" y="16"/>
                  </a:lnTo>
                  <a:lnTo>
                    <a:pt x="840" y="0"/>
                  </a:lnTo>
                  <a:lnTo>
                    <a:pt x="898" y="0"/>
                  </a:lnTo>
                  <a:lnTo>
                    <a:pt x="956" y="11"/>
                  </a:lnTo>
                  <a:lnTo>
                    <a:pt x="1014" y="26"/>
                  </a:lnTo>
                  <a:lnTo>
                    <a:pt x="1071" y="63"/>
                  </a:lnTo>
                  <a:lnTo>
                    <a:pt x="1124" y="95"/>
                  </a:lnTo>
                  <a:lnTo>
                    <a:pt x="1166" y="131"/>
                  </a:lnTo>
                  <a:lnTo>
                    <a:pt x="1208" y="184"/>
                  </a:lnTo>
                  <a:lnTo>
                    <a:pt x="1239" y="231"/>
                  </a:lnTo>
                  <a:lnTo>
                    <a:pt x="1276" y="299"/>
                  </a:lnTo>
                  <a:lnTo>
                    <a:pt x="1297" y="342"/>
                  </a:lnTo>
                  <a:lnTo>
                    <a:pt x="1323" y="420"/>
                  </a:lnTo>
                  <a:lnTo>
                    <a:pt x="1334" y="494"/>
                  </a:lnTo>
                  <a:lnTo>
                    <a:pt x="1334" y="562"/>
                  </a:lnTo>
                  <a:lnTo>
                    <a:pt x="1318" y="636"/>
                  </a:lnTo>
                  <a:lnTo>
                    <a:pt x="1297" y="699"/>
                  </a:lnTo>
                  <a:lnTo>
                    <a:pt x="1266" y="736"/>
                  </a:lnTo>
                  <a:lnTo>
                    <a:pt x="919" y="946"/>
                  </a:lnTo>
                  <a:lnTo>
                    <a:pt x="410" y="1240"/>
                  </a:lnTo>
                  <a:lnTo>
                    <a:pt x="462" y="1161"/>
                  </a:lnTo>
                  <a:lnTo>
                    <a:pt x="509" y="1082"/>
                  </a:lnTo>
                  <a:lnTo>
                    <a:pt x="520" y="962"/>
                  </a:lnTo>
                  <a:lnTo>
                    <a:pt x="488" y="851"/>
                  </a:lnTo>
                  <a:lnTo>
                    <a:pt x="441" y="741"/>
                  </a:lnTo>
                  <a:lnTo>
                    <a:pt x="404" y="678"/>
                  </a:lnTo>
                  <a:lnTo>
                    <a:pt x="341" y="615"/>
                  </a:lnTo>
                  <a:lnTo>
                    <a:pt x="268" y="546"/>
                  </a:lnTo>
                  <a:lnTo>
                    <a:pt x="152" y="489"/>
                  </a:lnTo>
                  <a:lnTo>
                    <a:pt x="74" y="473"/>
                  </a:lnTo>
                  <a:lnTo>
                    <a:pt x="0" y="478"/>
                  </a:lnTo>
                  <a:close/>
                </a:path>
              </a:pathLst>
            </a:custGeom>
            <a:gradFill rotWithShape="0">
              <a:gsLst>
                <a:gs pos="0">
                  <a:srgbClr val="006200"/>
                </a:gs>
                <a:gs pos="50000">
                  <a:srgbClr val="008000"/>
                </a:gs>
                <a:gs pos="100000">
                  <a:srgbClr val="006200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Oval 12">
              <a:extLst>
                <a:ext uri="{FF2B5EF4-FFF2-40B4-BE49-F238E27FC236}">
                  <a16:creationId xmlns:a16="http://schemas.microsoft.com/office/drawing/2014/main" id="{C4C8ACA6-416C-0BEA-4A4A-DC9BB4A68BA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1801384">
              <a:off x="542" y="1523"/>
              <a:ext cx="511" cy="808"/>
            </a:xfrm>
            <a:prstGeom prst="ellipse">
              <a:avLst/>
            </a:prstGeom>
            <a:solidFill>
              <a:srgbClr val="3399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Freeform 13">
              <a:extLst>
                <a:ext uri="{FF2B5EF4-FFF2-40B4-BE49-F238E27FC236}">
                  <a16:creationId xmlns:a16="http://schemas.microsoft.com/office/drawing/2014/main" id="{6306A29A-9879-CD12-4BC1-6F6668A99446}"/>
                </a:ext>
              </a:extLst>
            </p:cNvPr>
            <p:cNvSpPr>
              <a:spLocks/>
            </p:cNvSpPr>
            <p:nvPr/>
          </p:nvSpPr>
          <p:spPr bwMode="auto">
            <a:xfrm>
              <a:off x="881" y="1244"/>
              <a:ext cx="581" cy="439"/>
            </a:xfrm>
            <a:custGeom>
              <a:avLst/>
              <a:gdLst>
                <a:gd name="T0" fmla="*/ 0 w 1416"/>
                <a:gd name="T1" fmla="*/ 0 h 1068"/>
                <a:gd name="T2" fmla="*/ 0 w 1416"/>
                <a:gd name="T3" fmla="*/ 0 h 1068"/>
                <a:gd name="T4" fmla="*/ 0 w 1416"/>
                <a:gd name="T5" fmla="*/ 0 h 1068"/>
                <a:gd name="T6" fmla="*/ 0 w 1416"/>
                <a:gd name="T7" fmla="*/ 0 h 1068"/>
                <a:gd name="T8" fmla="*/ 0 w 1416"/>
                <a:gd name="T9" fmla="*/ 0 h 1068"/>
                <a:gd name="T10" fmla="*/ 0 w 1416"/>
                <a:gd name="T11" fmla="*/ 0 h 1068"/>
                <a:gd name="T12" fmla="*/ 0 w 1416"/>
                <a:gd name="T13" fmla="*/ 0 h 1068"/>
                <a:gd name="T14" fmla="*/ 0 w 1416"/>
                <a:gd name="T15" fmla="*/ 0 h 1068"/>
                <a:gd name="T16" fmla="*/ 0 w 1416"/>
                <a:gd name="T17" fmla="*/ 0 h 1068"/>
                <a:gd name="T18" fmla="*/ 0 w 1416"/>
                <a:gd name="T19" fmla="*/ 0 h 1068"/>
                <a:gd name="T20" fmla="*/ 0 w 1416"/>
                <a:gd name="T21" fmla="*/ 0 h 1068"/>
                <a:gd name="T22" fmla="*/ 0 w 1416"/>
                <a:gd name="T23" fmla="*/ 0 h 1068"/>
                <a:gd name="T24" fmla="*/ 0 w 1416"/>
                <a:gd name="T25" fmla="*/ 0 h 1068"/>
                <a:gd name="T26" fmla="*/ 0 w 1416"/>
                <a:gd name="T27" fmla="*/ 0 h 1068"/>
                <a:gd name="T28" fmla="*/ 0 w 1416"/>
                <a:gd name="T29" fmla="*/ 0 h 1068"/>
                <a:gd name="T30" fmla="*/ 0 w 1416"/>
                <a:gd name="T31" fmla="*/ 0 h 1068"/>
                <a:gd name="T32" fmla="*/ 0 w 1416"/>
                <a:gd name="T33" fmla="*/ 0 h 1068"/>
                <a:gd name="T34" fmla="*/ 0 w 1416"/>
                <a:gd name="T35" fmla="*/ 0 h 1068"/>
                <a:gd name="T36" fmla="*/ 0 w 1416"/>
                <a:gd name="T37" fmla="*/ 0 h 1068"/>
                <a:gd name="T38" fmla="*/ 0 w 1416"/>
                <a:gd name="T39" fmla="*/ 0 h 1068"/>
                <a:gd name="T40" fmla="*/ 0 w 1416"/>
                <a:gd name="T41" fmla="*/ 0 h 1068"/>
                <a:gd name="T42" fmla="*/ 0 w 1416"/>
                <a:gd name="T43" fmla="*/ 0 h 1068"/>
                <a:gd name="T44" fmla="*/ 0 w 1416"/>
                <a:gd name="T45" fmla="*/ 0 h 1068"/>
                <a:gd name="T46" fmla="*/ 0 w 1416"/>
                <a:gd name="T47" fmla="*/ 0 h 1068"/>
                <a:gd name="T48" fmla="*/ 0 w 1416"/>
                <a:gd name="T49" fmla="*/ 0 h 1068"/>
                <a:gd name="T50" fmla="*/ 0 w 1416"/>
                <a:gd name="T51" fmla="*/ 0 h 1068"/>
                <a:gd name="T52" fmla="*/ 0 w 1416"/>
                <a:gd name="T53" fmla="*/ 0 h 1068"/>
                <a:gd name="T54" fmla="*/ 0 w 1416"/>
                <a:gd name="T55" fmla="*/ 0 h 1068"/>
                <a:gd name="T56" fmla="*/ 0 w 1416"/>
                <a:gd name="T57" fmla="*/ 0 h 1068"/>
                <a:gd name="T58" fmla="*/ 0 w 1416"/>
                <a:gd name="T59" fmla="*/ 0 h 1068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w 1416"/>
                <a:gd name="T91" fmla="*/ 0 h 1068"/>
                <a:gd name="T92" fmla="*/ 1416 w 1416"/>
                <a:gd name="T93" fmla="*/ 1068 h 1068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T90" t="T91" r="T92" b="T93"/>
              <a:pathLst>
                <a:path w="1416" h="1068">
                  <a:moveTo>
                    <a:pt x="0" y="36"/>
                  </a:moveTo>
                  <a:lnTo>
                    <a:pt x="0" y="408"/>
                  </a:lnTo>
                  <a:lnTo>
                    <a:pt x="168" y="552"/>
                  </a:lnTo>
                  <a:lnTo>
                    <a:pt x="300" y="684"/>
                  </a:lnTo>
                  <a:lnTo>
                    <a:pt x="420" y="792"/>
                  </a:lnTo>
                  <a:lnTo>
                    <a:pt x="552" y="900"/>
                  </a:lnTo>
                  <a:lnTo>
                    <a:pt x="672" y="984"/>
                  </a:lnTo>
                  <a:lnTo>
                    <a:pt x="804" y="1044"/>
                  </a:lnTo>
                  <a:lnTo>
                    <a:pt x="924" y="1068"/>
                  </a:lnTo>
                  <a:lnTo>
                    <a:pt x="1044" y="1056"/>
                  </a:lnTo>
                  <a:lnTo>
                    <a:pt x="1128" y="1032"/>
                  </a:lnTo>
                  <a:lnTo>
                    <a:pt x="1248" y="972"/>
                  </a:lnTo>
                  <a:lnTo>
                    <a:pt x="1332" y="852"/>
                  </a:lnTo>
                  <a:lnTo>
                    <a:pt x="1380" y="744"/>
                  </a:lnTo>
                  <a:lnTo>
                    <a:pt x="1404" y="576"/>
                  </a:lnTo>
                  <a:lnTo>
                    <a:pt x="1416" y="492"/>
                  </a:lnTo>
                  <a:lnTo>
                    <a:pt x="1416" y="0"/>
                  </a:lnTo>
                  <a:lnTo>
                    <a:pt x="1332" y="168"/>
                  </a:lnTo>
                  <a:lnTo>
                    <a:pt x="1272" y="276"/>
                  </a:lnTo>
                  <a:lnTo>
                    <a:pt x="1164" y="348"/>
                  </a:lnTo>
                  <a:lnTo>
                    <a:pt x="1032" y="396"/>
                  </a:lnTo>
                  <a:lnTo>
                    <a:pt x="936" y="408"/>
                  </a:lnTo>
                  <a:lnTo>
                    <a:pt x="768" y="444"/>
                  </a:lnTo>
                  <a:lnTo>
                    <a:pt x="660" y="456"/>
                  </a:lnTo>
                  <a:lnTo>
                    <a:pt x="468" y="432"/>
                  </a:lnTo>
                  <a:lnTo>
                    <a:pt x="372" y="372"/>
                  </a:lnTo>
                  <a:lnTo>
                    <a:pt x="240" y="336"/>
                  </a:lnTo>
                  <a:lnTo>
                    <a:pt x="132" y="240"/>
                  </a:lnTo>
                  <a:lnTo>
                    <a:pt x="72" y="180"/>
                  </a:lnTo>
                  <a:lnTo>
                    <a:pt x="0" y="36"/>
                  </a:lnTo>
                  <a:close/>
                </a:path>
              </a:pathLst>
            </a:custGeom>
            <a:gradFill rotWithShape="0">
              <a:gsLst>
                <a:gs pos="0">
                  <a:srgbClr val="9B3E00"/>
                </a:gs>
                <a:gs pos="50000">
                  <a:srgbClr val="FF6600"/>
                </a:gs>
                <a:gs pos="100000">
                  <a:srgbClr val="9B3E0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Oval 14">
              <a:extLst>
                <a:ext uri="{FF2B5EF4-FFF2-40B4-BE49-F238E27FC236}">
                  <a16:creationId xmlns:a16="http://schemas.microsoft.com/office/drawing/2014/main" id="{1F5CABF5-AF33-6AC1-7EE0-92FB4197D9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7" y="1087"/>
              <a:ext cx="570" cy="363"/>
            </a:xfrm>
            <a:prstGeom prst="ellipse">
              <a:avLst/>
            </a:prstGeom>
            <a:solidFill>
              <a:srgbClr val="FF6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Freeform 15">
              <a:extLst>
                <a:ext uri="{FF2B5EF4-FFF2-40B4-BE49-F238E27FC236}">
                  <a16:creationId xmlns:a16="http://schemas.microsoft.com/office/drawing/2014/main" id="{3C2F4F03-E275-A532-0B47-A7F82175EA0C}"/>
                </a:ext>
              </a:extLst>
            </p:cNvPr>
            <p:cNvSpPr>
              <a:spLocks/>
            </p:cNvSpPr>
            <p:nvPr/>
          </p:nvSpPr>
          <p:spPr bwMode="auto">
            <a:xfrm>
              <a:off x="990" y="2008"/>
              <a:ext cx="478" cy="319"/>
            </a:xfrm>
            <a:custGeom>
              <a:avLst/>
              <a:gdLst>
                <a:gd name="T0" fmla="*/ 0 w 1164"/>
                <a:gd name="T1" fmla="*/ 0 h 780"/>
                <a:gd name="T2" fmla="*/ 0 w 1164"/>
                <a:gd name="T3" fmla="*/ 0 h 780"/>
                <a:gd name="T4" fmla="*/ 0 w 1164"/>
                <a:gd name="T5" fmla="*/ 0 h 780"/>
                <a:gd name="T6" fmla="*/ 0 w 1164"/>
                <a:gd name="T7" fmla="*/ 0 h 780"/>
                <a:gd name="T8" fmla="*/ 0 w 1164"/>
                <a:gd name="T9" fmla="*/ 0 h 780"/>
                <a:gd name="T10" fmla="*/ 0 w 1164"/>
                <a:gd name="T11" fmla="*/ 0 h 780"/>
                <a:gd name="T12" fmla="*/ 0 w 1164"/>
                <a:gd name="T13" fmla="*/ 0 h 780"/>
                <a:gd name="T14" fmla="*/ 0 w 1164"/>
                <a:gd name="T15" fmla="*/ 0 h 780"/>
                <a:gd name="T16" fmla="*/ 0 w 1164"/>
                <a:gd name="T17" fmla="*/ 0 h 780"/>
                <a:gd name="T18" fmla="*/ 0 w 1164"/>
                <a:gd name="T19" fmla="*/ 0 h 780"/>
                <a:gd name="T20" fmla="*/ 0 w 1164"/>
                <a:gd name="T21" fmla="*/ 0 h 780"/>
                <a:gd name="T22" fmla="*/ 0 w 1164"/>
                <a:gd name="T23" fmla="*/ 0 h 780"/>
                <a:gd name="T24" fmla="*/ 0 w 1164"/>
                <a:gd name="T25" fmla="*/ 0 h 780"/>
                <a:gd name="T26" fmla="*/ 0 w 1164"/>
                <a:gd name="T27" fmla="*/ 0 h 780"/>
                <a:gd name="T28" fmla="*/ 0 w 1164"/>
                <a:gd name="T29" fmla="*/ 0 h 780"/>
                <a:gd name="T30" fmla="*/ 0 w 1164"/>
                <a:gd name="T31" fmla="*/ 0 h 780"/>
                <a:gd name="T32" fmla="*/ 0 w 1164"/>
                <a:gd name="T33" fmla="*/ 0 h 780"/>
                <a:gd name="T34" fmla="*/ 0 w 1164"/>
                <a:gd name="T35" fmla="*/ 0 h 780"/>
                <a:gd name="T36" fmla="*/ 0 w 1164"/>
                <a:gd name="T37" fmla="*/ 0 h 780"/>
                <a:gd name="T38" fmla="*/ 0 w 1164"/>
                <a:gd name="T39" fmla="*/ 0 h 780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1164"/>
                <a:gd name="T61" fmla="*/ 0 h 780"/>
                <a:gd name="T62" fmla="*/ 1164 w 1164"/>
                <a:gd name="T63" fmla="*/ 780 h 780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1164" h="780">
                  <a:moveTo>
                    <a:pt x="0" y="660"/>
                  </a:moveTo>
                  <a:lnTo>
                    <a:pt x="660" y="264"/>
                  </a:lnTo>
                  <a:lnTo>
                    <a:pt x="732" y="204"/>
                  </a:lnTo>
                  <a:lnTo>
                    <a:pt x="804" y="132"/>
                  </a:lnTo>
                  <a:lnTo>
                    <a:pt x="888" y="60"/>
                  </a:lnTo>
                  <a:lnTo>
                    <a:pt x="984" y="12"/>
                  </a:lnTo>
                  <a:lnTo>
                    <a:pt x="1080" y="0"/>
                  </a:lnTo>
                  <a:lnTo>
                    <a:pt x="1164" y="0"/>
                  </a:lnTo>
                  <a:lnTo>
                    <a:pt x="1164" y="336"/>
                  </a:lnTo>
                  <a:lnTo>
                    <a:pt x="1116" y="456"/>
                  </a:lnTo>
                  <a:lnTo>
                    <a:pt x="1056" y="552"/>
                  </a:lnTo>
                  <a:lnTo>
                    <a:pt x="936" y="648"/>
                  </a:lnTo>
                  <a:lnTo>
                    <a:pt x="816" y="720"/>
                  </a:lnTo>
                  <a:lnTo>
                    <a:pt x="708" y="756"/>
                  </a:lnTo>
                  <a:lnTo>
                    <a:pt x="600" y="780"/>
                  </a:lnTo>
                  <a:lnTo>
                    <a:pt x="468" y="780"/>
                  </a:lnTo>
                  <a:lnTo>
                    <a:pt x="312" y="768"/>
                  </a:lnTo>
                  <a:lnTo>
                    <a:pt x="228" y="756"/>
                  </a:lnTo>
                  <a:lnTo>
                    <a:pt x="144" y="708"/>
                  </a:lnTo>
                  <a:lnTo>
                    <a:pt x="0" y="660"/>
                  </a:lnTo>
                  <a:close/>
                </a:path>
              </a:pathLst>
            </a:custGeom>
            <a:gradFill rotWithShape="0">
              <a:gsLst>
                <a:gs pos="0">
                  <a:srgbClr val="AF4600"/>
                </a:gs>
                <a:gs pos="50000">
                  <a:srgbClr val="FF6600"/>
                </a:gs>
                <a:gs pos="100000">
                  <a:srgbClr val="AF460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3" name="Group 16">
            <a:extLst>
              <a:ext uri="{FF2B5EF4-FFF2-40B4-BE49-F238E27FC236}">
                <a16:creationId xmlns:a16="http://schemas.microsoft.com/office/drawing/2014/main" id="{2AD0E58D-3764-AB54-FE7C-D3B3E06CF51E}"/>
              </a:ext>
            </a:extLst>
          </p:cNvPr>
          <p:cNvGrpSpPr>
            <a:grpSpLocks/>
          </p:cNvGrpSpPr>
          <p:nvPr/>
        </p:nvGrpSpPr>
        <p:grpSpPr bwMode="auto">
          <a:xfrm>
            <a:off x="6795918" y="1215699"/>
            <a:ext cx="1349375" cy="1525588"/>
            <a:chOff x="3235" y="836"/>
            <a:chExt cx="1311" cy="1317"/>
          </a:xfrm>
        </p:grpSpPr>
        <p:sp>
          <p:nvSpPr>
            <p:cNvPr id="14" name="Freeform 17">
              <a:extLst>
                <a:ext uri="{FF2B5EF4-FFF2-40B4-BE49-F238E27FC236}">
                  <a16:creationId xmlns:a16="http://schemas.microsoft.com/office/drawing/2014/main" id="{A11359F1-A79D-492F-4123-54B00EE924FA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4" y="966"/>
              <a:ext cx="1252" cy="1138"/>
            </a:xfrm>
            <a:custGeom>
              <a:avLst/>
              <a:gdLst>
                <a:gd name="T0" fmla="*/ 0 w 2880"/>
                <a:gd name="T1" fmla="*/ 0 h 2616"/>
                <a:gd name="T2" fmla="*/ 0 w 2880"/>
                <a:gd name="T3" fmla="*/ 0 h 2616"/>
                <a:gd name="T4" fmla="*/ 0 w 2880"/>
                <a:gd name="T5" fmla="*/ 0 h 2616"/>
                <a:gd name="T6" fmla="*/ 0 w 2880"/>
                <a:gd name="T7" fmla="*/ 0 h 2616"/>
                <a:gd name="T8" fmla="*/ 0 w 2880"/>
                <a:gd name="T9" fmla="*/ 0 h 2616"/>
                <a:gd name="T10" fmla="*/ 0 w 2880"/>
                <a:gd name="T11" fmla="*/ 0 h 2616"/>
                <a:gd name="T12" fmla="*/ 0 w 2880"/>
                <a:gd name="T13" fmla="*/ 0 h 2616"/>
                <a:gd name="T14" fmla="*/ 0 w 2880"/>
                <a:gd name="T15" fmla="*/ 0 h 2616"/>
                <a:gd name="T16" fmla="*/ 0 w 2880"/>
                <a:gd name="T17" fmla="*/ 0 h 2616"/>
                <a:gd name="T18" fmla="*/ 0 w 2880"/>
                <a:gd name="T19" fmla="*/ 0 h 2616"/>
                <a:gd name="T20" fmla="*/ 0 w 2880"/>
                <a:gd name="T21" fmla="*/ 0 h 2616"/>
                <a:gd name="T22" fmla="*/ 0 w 2880"/>
                <a:gd name="T23" fmla="*/ 0 h 2616"/>
                <a:gd name="T24" fmla="*/ 0 w 2880"/>
                <a:gd name="T25" fmla="*/ 0 h 2616"/>
                <a:gd name="T26" fmla="*/ 0 w 2880"/>
                <a:gd name="T27" fmla="*/ 0 h 2616"/>
                <a:gd name="T28" fmla="*/ 0 w 2880"/>
                <a:gd name="T29" fmla="*/ 0 h 2616"/>
                <a:gd name="T30" fmla="*/ 0 w 2880"/>
                <a:gd name="T31" fmla="*/ 0 h 2616"/>
                <a:gd name="T32" fmla="*/ 0 w 2880"/>
                <a:gd name="T33" fmla="*/ 0 h 2616"/>
                <a:gd name="T34" fmla="*/ 0 w 2880"/>
                <a:gd name="T35" fmla="*/ 0 h 2616"/>
                <a:gd name="T36" fmla="*/ 0 w 2880"/>
                <a:gd name="T37" fmla="*/ 0 h 2616"/>
                <a:gd name="T38" fmla="*/ 0 w 2880"/>
                <a:gd name="T39" fmla="*/ 0 h 2616"/>
                <a:gd name="T40" fmla="*/ 0 w 2880"/>
                <a:gd name="T41" fmla="*/ 0 h 2616"/>
                <a:gd name="T42" fmla="*/ 0 w 2880"/>
                <a:gd name="T43" fmla="*/ 0 h 2616"/>
                <a:gd name="T44" fmla="*/ 0 w 2880"/>
                <a:gd name="T45" fmla="*/ 0 h 2616"/>
                <a:gd name="T46" fmla="*/ 0 w 2880"/>
                <a:gd name="T47" fmla="*/ 0 h 2616"/>
                <a:gd name="T48" fmla="*/ 0 w 2880"/>
                <a:gd name="T49" fmla="*/ 0 h 2616"/>
                <a:gd name="T50" fmla="*/ 0 w 2880"/>
                <a:gd name="T51" fmla="*/ 0 h 2616"/>
                <a:gd name="T52" fmla="*/ 0 w 2880"/>
                <a:gd name="T53" fmla="*/ 0 h 2616"/>
                <a:gd name="T54" fmla="*/ 0 w 2880"/>
                <a:gd name="T55" fmla="*/ 0 h 2616"/>
                <a:gd name="T56" fmla="*/ 0 w 2880"/>
                <a:gd name="T57" fmla="*/ 0 h 2616"/>
                <a:gd name="T58" fmla="*/ 0 w 2880"/>
                <a:gd name="T59" fmla="*/ 0 h 2616"/>
                <a:gd name="T60" fmla="*/ 0 w 2880"/>
                <a:gd name="T61" fmla="*/ 0 h 2616"/>
                <a:gd name="T62" fmla="*/ 0 w 2880"/>
                <a:gd name="T63" fmla="*/ 0 h 2616"/>
                <a:gd name="T64" fmla="*/ 0 w 2880"/>
                <a:gd name="T65" fmla="*/ 0 h 2616"/>
                <a:gd name="T66" fmla="*/ 0 w 2880"/>
                <a:gd name="T67" fmla="*/ 0 h 2616"/>
                <a:gd name="T68" fmla="*/ 0 w 2880"/>
                <a:gd name="T69" fmla="*/ 0 h 2616"/>
                <a:gd name="T70" fmla="*/ 0 w 2880"/>
                <a:gd name="T71" fmla="*/ 0 h 2616"/>
                <a:gd name="T72" fmla="*/ 0 w 2880"/>
                <a:gd name="T73" fmla="*/ 0 h 2616"/>
                <a:gd name="T74" fmla="*/ 0 w 2880"/>
                <a:gd name="T75" fmla="*/ 0 h 2616"/>
                <a:gd name="T76" fmla="*/ 0 w 2880"/>
                <a:gd name="T77" fmla="*/ 0 h 2616"/>
                <a:gd name="T78" fmla="*/ 0 w 2880"/>
                <a:gd name="T79" fmla="*/ 0 h 2616"/>
                <a:gd name="T80" fmla="*/ 0 w 2880"/>
                <a:gd name="T81" fmla="*/ 0 h 2616"/>
                <a:gd name="T82" fmla="*/ 0 w 2880"/>
                <a:gd name="T83" fmla="*/ 0 h 261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2880"/>
                <a:gd name="T127" fmla="*/ 0 h 2616"/>
                <a:gd name="T128" fmla="*/ 2880 w 2880"/>
                <a:gd name="T129" fmla="*/ 2616 h 261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2880" h="2616">
                  <a:moveTo>
                    <a:pt x="0" y="1032"/>
                  </a:moveTo>
                  <a:lnTo>
                    <a:pt x="552" y="708"/>
                  </a:lnTo>
                  <a:lnTo>
                    <a:pt x="624" y="672"/>
                  </a:lnTo>
                  <a:lnTo>
                    <a:pt x="684" y="708"/>
                  </a:lnTo>
                  <a:lnTo>
                    <a:pt x="804" y="756"/>
                  </a:lnTo>
                  <a:lnTo>
                    <a:pt x="876" y="792"/>
                  </a:lnTo>
                  <a:lnTo>
                    <a:pt x="924" y="852"/>
                  </a:lnTo>
                  <a:lnTo>
                    <a:pt x="984" y="900"/>
                  </a:lnTo>
                  <a:lnTo>
                    <a:pt x="1068" y="960"/>
                  </a:lnTo>
                  <a:lnTo>
                    <a:pt x="1128" y="996"/>
                  </a:lnTo>
                  <a:lnTo>
                    <a:pt x="1176" y="1116"/>
                  </a:lnTo>
                  <a:lnTo>
                    <a:pt x="2196" y="528"/>
                  </a:lnTo>
                  <a:lnTo>
                    <a:pt x="2196" y="84"/>
                  </a:lnTo>
                  <a:lnTo>
                    <a:pt x="2112" y="0"/>
                  </a:lnTo>
                  <a:lnTo>
                    <a:pt x="2232" y="48"/>
                  </a:lnTo>
                  <a:lnTo>
                    <a:pt x="2364" y="132"/>
                  </a:lnTo>
                  <a:lnTo>
                    <a:pt x="2484" y="228"/>
                  </a:lnTo>
                  <a:lnTo>
                    <a:pt x="2568" y="312"/>
                  </a:lnTo>
                  <a:lnTo>
                    <a:pt x="2652" y="420"/>
                  </a:lnTo>
                  <a:lnTo>
                    <a:pt x="2736" y="540"/>
                  </a:lnTo>
                  <a:lnTo>
                    <a:pt x="2796" y="696"/>
                  </a:lnTo>
                  <a:lnTo>
                    <a:pt x="2844" y="852"/>
                  </a:lnTo>
                  <a:lnTo>
                    <a:pt x="2880" y="1044"/>
                  </a:lnTo>
                  <a:lnTo>
                    <a:pt x="2868" y="1236"/>
                  </a:lnTo>
                  <a:lnTo>
                    <a:pt x="2808" y="1428"/>
                  </a:lnTo>
                  <a:lnTo>
                    <a:pt x="2724" y="1536"/>
                  </a:lnTo>
                  <a:lnTo>
                    <a:pt x="2604" y="1620"/>
                  </a:lnTo>
                  <a:lnTo>
                    <a:pt x="900" y="2616"/>
                  </a:lnTo>
                  <a:lnTo>
                    <a:pt x="888" y="2436"/>
                  </a:lnTo>
                  <a:lnTo>
                    <a:pt x="1092" y="2292"/>
                  </a:lnTo>
                  <a:lnTo>
                    <a:pt x="1116" y="2148"/>
                  </a:lnTo>
                  <a:lnTo>
                    <a:pt x="1092" y="1980"/>
                  </a:lnTo>
                  <a:lnTo>
                    <a:pt x="1032" y="1812"/>
                  </a:lnTo>
                  <a:lnTo>
                    <a:pt x="960" y="1644"/>
                  </a:lnTo>
                  <a:lnTo>
                    <a:pt x="876" y="1464"/>
                  </a:lnTo>
                  <a:lnTo>
                    <a:pt x="792" y="1356"/>
                  </a:lnTo>
                  <a:lnTo>
                    <a:pt x="684" y="1260"/>
                  </a:lnTo>
                  <a:lnTo>
                    <a:pt x="528" y="1152"/>
                  </a:lnTo>
                  <a:lnTo>
                    <a:pt x="360" y="1044"/>
                  </a:lnTo>
                  <a:lnTo>
                    <a:pt x="240" y="996"/>
                  </a:lnTo>
                  <a:lnTo>
                    <a:pt x="120" y="1008"/>
                  </a:lnTo>
                  <a:lnTo>
                    <a:pt x="0" y="1032"/>
                  </a:lnTo>
                  <a:close/>
                </a:path>
              </a:pathLst>
            </a:custGeom>
            <a:gradFill rotWithShape="0">
              <a:gsLst>
                <a:gs pos="0">
                  <a:srgbClr val="7E542A"/>
                </a:gs>
                <a:gs pos="50000">
                  <a:srgbClr val="996633"/>
                </a:gs>
                <a:gs pos="100000">
                  <a:srgbClr val="7E542A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Oval 18">
              <a:extLst>
                <a:ext uri="{FF2B5EF4-FFF2-40B4-BE49-F238E27FC236}">
                  <a16:creationId xmlns:a16="http://schemas.microsoft.com/office/drawing/2014/main" id="{CD77C9B1-579C-C3DF-B734-A9AC2EEE18D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1823920">
              <a:off x="3235" y="1365"/>
              <a:ext cx="503" cy="788"/>
            </a:xfrm>
            <a:prstGeom prst="ellipse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Freeform 19">
              <a:extLst>
                <a:ext uri="{FF2B5EF4-FFF2-40B4-BE49-F238E27FC236}">
                  <a16:creationId xmlns:a16="http://schemas.microsoft.com/office/drawing/2014/main" id="{C14C0CD1-58F8-990C-DB7F-F9215EE2AB91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4" y="1087"/>
              <a:ext cx="276" cy="370"/>
            </a:xfrm>
            <a:custGeom>
              <a:avLst/>
              <a:gdLst>
                <a:gd name="T0" fmla="*/ 0 w 636"/>
                <a:gd name="T1" fmla="*/ 0 h 852"/>
                <a:gd name="T2" fmla="*/ 0 w 636"/>
                <a:gd name="T3" fmla="*/ 0 h 852"/>
                <a:gd name="T4" fmla="*/ 0 w 636"/>
                <a:gd name="T5" fmla="*/ 0 h 852"/>
                <a:gd name="T6" fmla="*/ 0 w 636"/>
                <a:gd name="T7" fmla="*/ 0 h 852"/>
                <a:gd name="T8" fmla="*/ 0 w 636"/>
                <a:gd name="T9" fmla="*/ 0 h 852"/>
                <a:gd name="T10" fmla="*/ 0 w 636"/>
                <a:gd name="T11" fmla="*/ 0 h 852"/>
                <a:gd name="T12" fmla="*/ 0 w 636"/>
                <a:gd name="T13" fmla="*/ 0 h 852"/>
                <a:gd name="T14" fmla="*/ 0 w 636"/>
                <a:gd name="T15" fmla="*/ 0 h 852"/>
                <a:gd name="T16" fmla="*/ 0 w 636"/>
                <a:gd name="T17" fmla="*/ 0 h 852"/>
                <a:gd name="T18" fmla="*/ 0 w 636"/>
                <a:gd name="T19" fmla="*/ 0 h 852"/>
                <a:gd name="T20" fmla="*/ 0 w 636"/>
                <a:gd name="T21" fmla="*/ 0 h 85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636"/>
                <a:gd name="T34" fmla="*/ 0 h 852"/>
                <a:gd name="T35" fmla="*/ 636 w 636"/>
                <a:gd name="T36" fmla="*/ 852 h 852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636" h="852">
                  <a:moveTo>
                    <a:pt x="0" y="0"/>
                  </a:moveTo>
                  <a:lnTo>
                    <a:pt x="636" y="372"/>
                  </a:lnTo>
                  <a:lnTo>
                    <a:pt x="636" y="852"/>
                  </a:lnTo>
                  <a:lnTo>
                    <a:pt x="528" y="732"/>
                  </a:lnTo>
                  <a:lnTo>
                    <a:pt x="444" y="660"/>
                  </a:lnTo>
                  <a:lnTo>
                    <a:pt x="360" y="600"/>
                  </a:lnTo>
                  <a:lnTo>
                    <a:pt x="276" y="540"/>
                  </a:lnTo>
                  <a:lnTo>
                    <a:pt x="180" y="504"/>
                  </a:lnTo>
                  <a:lnTo>
                    <a:pt x="84" y="480"/>
                  </a:lnTo>
                  <a:lnTo>
                    <a:pt x="0" y="48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18472F"/>
                </a:gs>
                <a:gs pos="100000">
                  <a:srgbClr val="339966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Freeform 20">
              <a:extLst>
                <a:ext uri="{FF2B5EF4-FFF2-40B4-BE49-F238E27FC236}">
                  <a16:creationId xmlns:a16="http://schemas.microsoft.com/office/drawing/2014/main" id="{19288BBC-38C8-8775-A5B7-0877E6986224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5" y="977"/>
              <a:ext cx="455" cy="485"/>
            </a:xfrm>
            <a:custGeom>
              <a:avLst/>
              <a:gdLst>
                <a:gd name="T0" fmla="*/ 0 w 455"/>
                <a:gd name="T1" fmla="*/ 245 h 485"/>
                <a:gd name="T2" fmla="*/ 10 w 455"/>
                <a:gd name="T3" fmla="*/ 297 h 485"/>
                <a:gd name="T4" fmla="*/ 10 w 455"/>
                <a:gd name="T5" fmla="*/ 485 h 485"/>
                <a:gd name="T6" fmla="*/ 454 w 455"/>
                <a:gd name="T7" fmla="*/ 235 h 485"/>
                <a:gd name="T8" fmla="*/ 455 w 455"/>
                <a:gd name="T9" fmla="*/ 0 h 485"/>
                <a:gd name="T10" fmla="*/ 0 w 455"/>
                <a:gd name="T11" fmla="*/ 245 h 48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55"/>
                <a:gd name="T19" fmla="*/ 0 h 485"/>
                <a:gd name="T20" fmla="*/ 455 w 455"/>
                <a:gd name="T21" fmla="*/ 485 h 48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55" h="485">
                  <a:moveTo>
                    <a:pt x="0" y="245"/>
                  </a:moveTo>
                  <a:cubicBezTo>
                    <a:pt x="0" y="255"/>
                    <a:pt x="10" y="287"/>
                    <a:pt x="10" y="297"/>
                  </a:cubicBezTo>
                  <a:lnTo>
                    <a:pt x="10" y="485"/>
                  </a:lnTo>
                  <a:lnTo>
                    <a:pt x="454" y="235"/>
                  </a:lnTo>
                  <a:lnTo>
                    <a:pt x="455" y="0"/>
                  </a:lnTo>
                  <a:lnTo>
                    <a:pt x="0" y="245"/>
                  </a:lnTo>
                  <a:close/>
                </a:path>
              </a:pathLst>
            </a:custGeom>
            <a:solidFill>
              <a:srgbClr val="3399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Freeform 21">
              <a:extLst>
                <a:ext uri="{FF2B5EF4-FFF2-40B4-BE49-F238E27FC236}">
                  <a16:creationId xmlns:a16="http://schemas.microsoft.com/office/drawing/2014/main" id="{9C7AAE2D-601A-ABDB-42B0-11EBBC109EA6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4" y="836"/>
              <a:ext cx="709" cy="407"/>
            </a:xfrm>
            <a:custGeom>
              <a:avLst/>
              <a:gdLst>
                <a:gd name="T0" fmla="*/ 0 w 1632"/>
                <a:gd name="T1" fmla="*/ 0 h 936"/>
                <a:gd name="T2" fmla="*/ 0 w 1632"/>
                <a:gd name="T3" fmla="*/ 0 h 936"/>
                <a:gd name="T4" fmla="*/ 0 w 1632"/>
                <a:gd name="T5" fmla="*/ 0 h 936"/>
                <a:gd name="T6" fmla="*/ 0 w 1632"/>
                <a:gd name="T7" fmla="*/ 0 h 936"/>
                <a:gd name="T8" fmla="*/ 0 w 1632"/>
                <a:gd name="T9" fmla="*/ 0 h 9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32"/>
                <a:gd name="T16" fmla="*/ 0 h 936"/>
                <a:gd name="T17" fmla="*/ 1632 w 1632"/>
                <a:gd name="T18" fmla="*/ 936 h 9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32" h="936">
                  <a:moveTo>
                    <a:pt x="0" y="576"/>
                  </a:moveTo>
                  <a:lnTo>
                    <a:pt x="612" y="936"/>
                  </a:lnTo>
                  <a:lnTo>
                    <a:pt x="1632" y="348"/>
                  </a:lnTo>
                  <a:lnTo>
                    <a:pt x="1020" y="0"/>
                  </a:lnTo>
                  <a:lnTo>
                    <a:pt x="0" y="576"/>
                  </a:lnTo>
                  <a:close/>
                </a:path>
              </a:pathLst>
            </a:custGeom>
            <a:solidFill>
              <a:srgbClr val="00CC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06B184F8-F7B2-CA5C-9A23-30A58A5E791D}"/>
              </a:ext>
            </a:extLst>
          </p:cNvPr>
          <p:cNvGrpSpPr/>
          <p:nvPr/>
        </p:nvGrpSpPr>
        <p:grpSpPr>
          <a:xfrm>
            <a:off x="844762" y="4009728"/>
            <a:ext cx="2492990" cy="2132400"/>
            <a:chOff x="844762" y="4009728"/>
            <a:chExt cx="2492990" cy="2132400"/>
          </a:xfrm>
        </p:grpSpPr>
        <p:grpSp>
          <p:nvGrpSpPr>
            <p:cNvPr id="23" name="Group 31">
              <a:extLst>
                <a:ext uri="{FF2B5EF4-FFF2-40B4-BE49-F238E27FC236}">
                  <a16:creationId xmlns:a16="http://schemas.microsoft.com/office/drawing/2014/main" id="{6403655B-6494-13B2-E147-8DD26222B10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70507" y="4009728"/>
              <a:ext cx="1841500" cy="1651000"/>
              <a:chOff x="388" y="2016"/>
              <a:chExt cx="1160" cy="1040"/>
            </a:xfrm>
          </p:grpSpPr>
          <p:sp>
            <p:nvSpPr>
              <p:cNvPr id="24" name="Freeform 32">
                <a:extLst>
                  <a:ext uri="{FF2B5EF4-FFF2-40B4-BE49-F238E27FC236}">
                    <a16:creationId xmlns:a16="http://schemas.microsoft.com/office/drawing/2014/main" id="{C8F7B368-BF27-F63D-A964-AADC687876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8" y="2316"/>
                <a:ext cx="1152" cy="308"/>
              </a:xfrm>
              <a:custGeom>
                <a:avLst/>
                <a:gdLst>
                  <a:gd name="T0" fmla="*/ 424 w 1152"/>
                  <a:gd name="T1" fmla="*/ 32 h 308"/>
                  <a:gd name="T2" fmla="*/ 0 w 1152"/>
                  <a:gd name="T3" fmla="*/ 68 h 308"/>
                  <a:gd name="T4" fmla="*/ 320 w 1152"/>
                  <a:gd name="T5" fmla="*/ 308 h 308"/>
                  <a:gd name="T6" fmla="*/ 1152 w 1152"/>
                  <a:gd name="T7" fmla="*/ 240 h 308"/>
                  <a:gd name="T8" fmla="*/ 852 w 1152"/>
                  <a:gd name="T9" fmla="*/ 0 h 308"/>
                  <a:gd name="T10" fmla="*/ 744 w 1152"/>
                  <a:gd name="T11" fmla="*/ 12 h 308"/>
                  <a:gd name="T12" fmla="*/ 784 w 1152"/>
                  <a:gd name="T13" fmla="*/ 84 h 308"/>
                  <a:gd name="T14" fmla="*/ 612 w 1152"/>
                  <a:gd name="T15" fmla="*/ 168 h 308"/>
                  <a:gd name="T16" fmla="*/ 384 w 1152"/>
                  <a:gd name="T17" fmla="*/ 104 h 308"/>
                  <a:gd name="T18" fmla="*/ 424 w 1152"/>
                  <a:gd name="T19" fmla="*/ 32 h 308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152"/>
                  <a:gd name="T31" fmla="*/ 0 h 308"/>
                  <a:gd name="T32" fmla="*/ 1152 w 1152"/>
                  <a:gd name="T33" fmla="*/ 308 h 308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152" h="308">
                    <a:moveTo>
                      <a:pt x="424" y="32"/>
                    </a:moveTo>
                    <a:lnTo>
                      <a:pt x="0" y="68"/>
                    </a:lnTo>
                    <a:lnTo>
                      <a:pt x="320" y="308"/>
                    </a:lnTo>
                    <a:lnTo>
                      <a:pt x="1152" y="240"/>
                    </a:lnTo>
                    <a:lnTo>
                      <a:pt x="852" y="0"/>
                    </a:lnTo>
                    <a:lnTo>
                      <a:pt x="744" y="12"/>
                    </a:lnTo>
                    <a:lnTo>
                      <a:pt x="784" y="84"/>
                    </a:lnTo>
                    <a:lnTo>
                      <a:pt x="612" y="168"/>
                    </a:lnTo>
                    <a:lnTo>
                      <a:pt x="384" y="104"/>
                    </a:lnTo>
                    <a:lnTo>
                      <a:pt x="424" y="3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76765E"/>
                  </a:gs>
                  <a:gs pos="100000">
                    <a:srgbClr val="FFFFCC"/>
                  </a:gs>
                </a:gsLst>
                <a:lin ang="5400000" scaled="1"/>
              </a:gradFill>
              <a:ln w="12700" cmpd="sng">
                <a:solidFill>
                  <a:srgbClr val="CC99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" name="Freeform 33">
                <a:extLst>
                  <a:ext uri="{FF2B5EF4-FFF2-40B4-BE49-F238E27FC236}">
                    <a16:creationId xmlns:a16="http://schemas.microsoft.com/office/drawing/2014/main" id="{D2B8365D-B048-3ABD-148F-776A62D223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6" y="2552"/>
                <a:ext cx="972" cy="224"/>
              </a:xfrm>
              <a:custGeom>
                <a:avLst/>
                <a:gdLst>
                  <a:gd name="T0" fmla="*/ 120 w 972"/>
                  <a:gd name="T1" fmla="*/ 64 h 224"/>
                  <a:gd name="T2" fmla="*/ 0 w 972"/>
                  <a:gd name="T3" fmla="*/ 224 h 224"/>
                  <a:gd name="T4" fmla="*/ 360 w 972"/>
                  <a:gd name="T5" fmla="*/ 200 h 224"/>
                  <a:gd name="T6" fmla="*/ 436 w 972"/>
                  <a:gd name="T7" fmla="*/ 88 h 224"/>
                  <a:gd name="T8" fmla="*/ 552 w 972"/>
                  <a:gd name="T9" fmla="*/ 188 h 224"/>
                  <a:gd name="T10" fmla="*/ 856 w 972"/>
                  <a:gd name="T11" fmla="*/ 156 h 224"/>
                  <a:gd name="T12" fmla="*/ 972 w 972"/>
                  <a:gd name="T13" fmla="*/ 0 h 224"/>
                  <a:gd name="T14" fmla="*/ 120 w 972"/>
                  <a:gd name="T15" fmla="*/ 64 h 22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972"/>
                  <a:gd name="T25" fmla="*/ 0 h 224"/>
                  <a:gd name="T26" fmla="*/ 972 w 972"/>
                  <a:gd name="T27" fmla="*/ 224 h 224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972" h="224">
                    <a:moveTo>
                      <a:pt x="120" y="64"/>
                    </a:moveTo>
                    <a:lnTo>
                      <a:pt x="0" y="224"/>
                    </a:lnTo>
                    <a:lnTo>
                      <a:pt x="360" y="200"/>
                    </a:lnTo>
                    <a:lnTo>
                      <a:pt x="436" y="88"/>
                    </a:lnTo>
                    <a:lnTo>
                      <a:pt x="552" y="188"/>
                    </a:lnTo>
                    <a:lnTo>
                      <a:pt x="856" y="156"/>
                    </a:lnTo>
                    <a:lnTo>
                      <a:pt x="972" y="0"/>
                    </a:lnTo>
                    <a:lnTo>
                      <a:pt x="120" y="64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FFCC"/>
                  </a:gs>
                  <a:gs pos="100000">
                    <a:srgbClr val="76765E"/>
                  </a:gs>
                </a:gsLst>
                <a:lin ang="5400000" scaled="1"/>
              </a:gradFill>
              <a:ln w="12700" cmpd="sng">
                <a:solidFill>
                  <a:srgbClr val="CC99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" name="Freeform 34">
                <a:extLst>
                  <a:ext uri="{FF2B5EF4-FFF2-40B4-BE49-F238E27FC236}">
                    <a16:creationId xmlns:a16="http://schemas.microsoft.com/office/drawing/2014/main" id="{AAD089C3-274E-953E-2A3D-A8CCB21AD2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2" y="2388"/>
                <a:ext cx="308" cy="392"/>
              </a:xfrm>
              <a:custGeom>
                <a:avLst/>
                <a:gdLst>
                  <a:gd name="T0" fmla="*/ 0 w 308"/>
                  <a:gd name="T1" fmla="*/ 0 h 392"/>
                  <a:gd name="T2" fmla="*/ 308 w 308"/>
                  <a:gd name="T3" fmla="*/ 228 h 392"/>
                  <a:gd name="T4" fmla="*/ 188 w 308"/>
                  <a:gd name="T5" fmla="*/ 392 h 392"/>
                  <a:gd name="T6" fmla="*/ 0 w 308"/>
                  <a:gd name="T7" fmla="*/ 0 h 39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08"/>
                  <a:gd name="T13" fmla="*/ 0 h 392"/>
                  <a:gd name="T14" fmla="*/ 308 w 308"/>
                  <a:gd name="T15" fmla="*/ 392 h 39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08" h="392">
                    <a:moveTo>
                      <a:pt x="0" y="0"/>
                    </a:moveTo>
                    <a:lnTo>
                      <a:pt x="308" y="228"/>
                    </a:lnTo>
                    <a:lnTo>
                      <a:pt x="188" y="392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76765E"/>
                  </a:gs>
                  <a:gs pos="100000">
                    <a:srgbClr val="FFFFCC"/>
                  </a:gs>
                </a:gsLst>
                <a:lin ang="0" scaled="1"/>
              </a:gradFill>
              <a:ln w="12700" cmpd="sng">
                <a:solidFill>
                  <a:srgbClr val="CC99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7" name="Freeform 35">
                <a:extLst>
                  <a:ext uri="{FF2B5EF4-FFF2-40B4-BE49-F238E27FC236}">
                    <a16:creationId xmlns:a16="http://schemas.microsoft.com/office/drawing/2014/main" id="{672A6771-50F3-E69E-A962-199DAADB01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0" y="2636"/>
                <a:ext cx="508" cy="420"/>
              </a:xfrm>
              <a:custGeom>
                <a:avLst/>
                <a:gdLst>
                  <a:gd name="T0" fmla="*/ 72 w 508"/>
                  <a:gd name="T1" fmla="*/ 136 h 420"/>
                  <a:gd name="T2" fmla="*/ 0 w 508"/>
                  <a:gd name="T3" fmla="*/ 280 h 420"/>
                  <a:gd name="T4" fmla="*/ 508 w 508"/>
                  <a:gd name="T5" fmla="*/ 420 h 420"/>
                  <a:gd name="T6" fmla="*/ 478 w 508"/>
                  <a:gd name="T7" fmla="*/ 0 h 420"/>
                  <a:gd name="T8" fmla="*/ 396 w 508"/>
                  <a:gd name="T9" fmla="*/ 116 h 420"/>
                  <a:gd name="T10" fmla="*/ 72 w 508"/>
                  <a:gd name="T11" fmla="*/ 136 h 42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508"/>
                  <a:gd name="T19" fmla="*/ 0 h 420"/>
                  <a:gd name="T20" fmla="*/ 508 w 508"/>
                  <a:gd name="T21" fmla="*/ 420 h 42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508" h="420">
                    <a:moveTo>
                      <a:pt x="72" y="136"/>
                    </a:moveTo>
                    <a:lnTo>
                      <a:pt x="0" y="280"/>
                    </a:lnTo>
                    <a:lnTo>
                      <a:pt x="508" y="420"/>
                    </a:lnTo>
                    <a:lnTo>
                      <a:pt x="478" y="0"/>
                    </a:lnTo>
                    <a:lnTo>
                      <a:pt x="396" y="116"/>
                    </a:lnTo>
                    <a:lnTo>
                      <a:pt x="72" y="13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475E76"/>
                  </a:gs>
                  <a:gs pos="100000">
                    <a:srgbClr val="99CCFF"/>
                  </a:gs>
                </a:gsLst>
                <a:lin ang="0" scaled="1"/>
              </a:gradFill>
              <a:ln w="12700" cmpd="sng">
                <a:solidFill>
                  <a:srgbClr val="333399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8" name="Freeform 36">
                <a:extLst>
                  <a:ext uri="{FF2B5EF4-FFF2-40B4-BE49-F238E27FC236}">
                    <a16:creationId xmlns:a16="http://schemas.microsoft.com/office/drawing/2014/main" id="{02A500E8-B553-4338-9F02-7CFF4AC2B2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6" y="2640"/>
                <a:ext cx="396" cy="416"/>
              </a:xfrm>
              <a:custGeom>
                <a:avLst/>
                <a:gdLst>
                  <a:gd name="T0" fmla="*/ 0 w 396"/>
                  <a:gd name="T1" fmla="*/ 0 h 416"/>
                  <a:gd name="T2" fmla="*/ 36 w 396"/>
                  <a:gd name="T3" fmla="*/ 416 h 416"/>
                  <a:gd name="T4" fmla="*/ 396 w 396"/>
                  <a:gd name="T5" fmla="*/ 212 h 416"/>
                  <a:gd name="T6" fmla="*/ 328 w 396"/>
                  <a:gd name="T7" fmla="*/ 72 h 416"/>
                  <a:gd name="T8" fmla="*/ 324 w 396"/>
                  <a:gd name="T9" fmla="*/ 72 h 416"/>
                  <a:gd name="T10" fmla="*/ 104 w 396"/>
                  <a:gd name="T11" fmla="*/ 96 h 416"/>
                  <a:gd name="T12" fmla="*/ 0 w 396"/>
                  <a:gd name="T13" fmla="*/ 0 h 41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96"/>
                  <a:gd name="T22" fmla="*/ 0 h 416"/>
                  <a:gd name="T23" fmla="*/ 396 w 396"/>
                  <a:gd name="T24" fmla="*/ 416 h 41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96" h="416">
                    <a:moveTo>
                      <a:pt x="0" y="0"/>
                    </a:moveTo>
                    <a:lnTo>
                      <a:pt x="36" y="416"/>
                    </a:lnTo>
                    <a:lnTo>
                      <a:pt x="396" y="212"/>
                    </a:lnTo>
                    <a:lnTo>
                      <a:pt x="328" y="72"/>
                    </a:lnTo>
                    <a:lnTo>
                      <a:pt x="324" y="72"/>
                    </a:lnTo>
                    <a:lnTo>
                      <a:pt x="104" y="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CCFF"/>
                  </a:gs>
                  <a:gs pos="100000">
                    <a:srgbClr val="475E76"/>
                  </a:gs>
                </a:gsLst>
                <a:lin ang="0" scaled="1"/>
              </a:gradFill>
              <a:ln w="12700" cmpd="sng">
                <a:solidFill>
                  <a:srgbClr val="333399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9" name="Line 37">
                <a:extLst>
                  <a:ext uri="{FF2B5EF4-FFF2-40B4-BE49-F238E27FC236}">
                    <a16:creationId xmlns:a16="http://schemas.microsoft.com/office/drawing/2014/main" id="{007EFA31-599B-8F80-B838-B12075E4A3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44" y="2332"/>
                <a:ext cx="220" cy="172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0" name="Freeform 38">
                <a:extLst>
                  <a:ext uri="{FF2B5EF4-FFF2-40B4-BE49-F238E27FC236}">
                    <a16:creationId xmlns:a16="http://schemas.microsoft.com/office/drawing/2014/main" id="{B207DD36-6FDC-228F-7071-56D296A2F5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2" y="2016"/>
                <a:ext cx="246" cy="476"/>
              </a:xfrm>
              <a:custGeom>
                <a:avLst/>
                <a:gdLst>
                  <a:gd name="T0" fmla="*/ 198 w 246"/>
                  <a:gd name="T1" fmla="*/ 0 h 476"/>
                  <a:gd name="T2" fmla="*/ 0 w 246"/>
                  <a:gd name="T3" fmla="*/ 426 h 476"/>
                  <a:gd name="T4" fmla="*/ 246 w 246"/>
                  <a:gd name="T5" fmla="*/ 476 h 476"/>
                  <a:gd name="T6" fmla="*/ 198 w 246"/>
                  <a:gd name="T7" fmla="*/ 0 h 47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46"/>
                  <a:gd name="T13" fmla="*/ 0 h 476"/>
                  <a:gd name="T14" fmla="*/ 246 w 246"/>
                  <a:gd name="T15" fmla="*/ 476 h 47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46" h="476">
                    <a:moveTo>
                      <a:pt x="198" y="0"/>
                    </a:moveTo>
                    <a:lnTo>
                      <a:pt x="0" y="426"/>
                    </a:lnTo>
                    <a:lnTo>
                      <a:pt x="246" y="476"/>
                    </a:lnTo>
                    <a:lnTo>
                      <a:pt x="198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475E76"/>
                  </a:gs>
                  <a:gs pos="100000">
                    <a:srgbClr val="99CCFF"/>
                  </a:gs>
                </a:gsLst>
                <a:lin ang="0" scaled="1"/>
              </a:gradFill>
              <a:ln w="12700" cmpd="sng">
                <a:solidFill>
                  <a:srgbClr val="333399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" name="Freeform 39">
                <a:extLst>
                  <a:ext uri="{FF2B5EF4-FFF2-40B4-BE49-F238E27FC236}">
                    <a16:creationId xmlns:a16="http://schemas.microsoft.com/office/drawing/2014/main" id="{618792A1-0E7B-28E5-8CB2-8DBC370F39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0" y="2016"/>
                <a:ext cx="216" cy="468"/>
              </a:xfrm>
              <a:custGeom>
                <a:avLst/>
                <a:gdLst>
                  <a:gd name="T0" fmla="*/ 0 w 216"/>
                  <a:gd name="T1" fmla="*/ 0 h 468"/>
                  <a:gd name="T2" fmla="*/ 216 w 216"/>
                  <a:gd name="T3" fmla="*/ 396 h 468"/>
                  <a:gd name="T4" fmla="*/ 44 w 216"/>
                  <a:gd name="T5" fmla="*/ 468 h 468"/>
                  <a:gd name="T6" fmla="*/ 0 w 216"/>
                  <a:gd name="T7" fmla="*/ 0 h 46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6"/>
                  <a:gd name="T13" fmla="*/ 0 h 468"/>
                  <a:gd name="T14" fmla="*/ 216 w 216"/>
                  <a:gd name="T15" fmla="*/ 468 h 46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" h="468">
                    <a:moveTo>
                      <a:pt x="0" y="0"/>
                    </a:moveTo>
                    <a:lnTo>
                      <a:pt x="216" y="396"/>
                    </a:lnTo>
                    <a:lnTo>
                      <a:pt x="44" y="4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CCFF"/>
                  </a:gs>
                  <a:gs pos="100000">
                    <a:srgbClr val="475E76"/>
                  </a:gs>
                </a:gsLst>
                <a:lin ang="0" scaled="1"/>
              </a:gradFill>
              <a:ln w="12700" cmpd="sng">
                <a:solidFill>
                  <a:srgbClr val="333399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32" name="Text Box 40">
              <a:extLst>
                <a:ext uri="{FF2B5EF4-FFF2-40B4-BE49-F238E27FC236}">
                  <a16:creationId xmlns:a16="http://schemas.microsoft.com/office/drawing/2014/main" id="{DA22F815-2E40-F1B1-BE30-FD1417C056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4762" y="5742018"/>
              <a:ext cx="249299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zh-CN" altLang="en-US" sz="2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平面体与平面体相贯</a:t>
              </a:r>
            </a:p>
          </p:txBody>
        </p:sp>
      </p:grpSp>
      <p:sp>
        <p:nvSpPr>
          <p:cNvPr id="33" name="Text Box 42">
            <a:extLst>
              <a:ext uri="{FF2B5EF4-FFF2-40B4-BE49-F238E27FC236}">
                <a16:creationId xmlns:a16="http://schemas.microsoft.com/office/drawing/2014/main" id="{2FA8E978-3C71-282E-339A-3ECD675B34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1201" y="1706038"/>
            <a:ext cx="422423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42900" indent="-34290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立体与立体相交称为</a:t>
            </a:r>
            <a:r>
              <a:rPr kumimoji="1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相贯</a:t>
            </a:r>
            <a:r>
              <a:rPr kumimoji="1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34" name="Text Box 43">
            <a:extLst>
              <a:ext uri="{FF2B5EF4-FFF2-40B4-BE49-F238E27FC236}">
                <a16:creationId xmlns:a16="http://schemas.microsoft.com/office/drawing/2014/main" id="{CB5345E8-02C9-3EED-730A-A739119A32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1201" y="2153713"/>
            <a:ext cx="483978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42900" indent="-34290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其表面产生的交线叫做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相贯线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6536C2F2-05B7-4789-9AD4-7911F2380B53}"/>
              </a:ext>
            </a:extLst>
          </p:cNvPr>
          <p:cNvGrpSpPr/>
          <p:nvPr/>
        </p:nvGrpSpPr>
        <p:grpSpPr>
          <a:xfrm>
            <a:off x="7091193" y="1661787"/>
            <a:ext cx="2640012" cy="1736427"/>
            <a:chOff x="7091193" y="1661787"/>
            <a:chExt cx="2640012" cy="1736427"/>
          </a:xfrm>
        </p:grpSpPr>
        <p:grpSp>
          <p:nvGrpSpPr>
            <p:cNvPr id="19" name="Group 23">
              <a:extLst>
                <a:ext uri="{FF2B5EF4-FFF2-40B4-BE49-F238E27FC236}">
                  <a16:creationId xmlns:a16="http://schemas.microsoft.com/office/drawing/2014/main" id="{02C02861-9A34-C1C1-5A09-DDF1F08046A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091193" y="1661787"/>
              <a:ext cx="771525" cy="295275"/>
              <a:chOff x="3465" y="637"/>
              <a:chExt cx="486" cy="186"/>
            </a:xfrm>
          </p:grpSpPr>
          <p:sp>
            <p:nvSpPr>
              <p:cNvPr id="20" name="Line 24">
                <a:extLst>
                  <a:ext uri="{FF2B5EF4-FFF2-40B4-BE49-F238E27FC236}">
                    <a16:creationId xmlns:a16="http://schemas.microsoft.com/office/drawing/2014/main" id="{DAB1749F-38CF-706A-2493-CAABF0D5AF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21219981" flipV="1">
                <a:off x="3650" y="637"/>
                <a:ext cx="301" cy="164"/>
              </a:xfrm>
              <a:prstGeom prst="line">
                <a:avLst/>
              </a:prstGeom>
              <a:noFill/>
              <a:ln w="28575">
                <a:solidFill>
                  <a:srgbClr val="FFF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" name="Freeform 25">
                <a:extLst>
                  <a:ext uri="{FF2B5EF4-FFF2-40B4-BE49-F238E27FC236}">
                    <a16:creationId xmlns:a16="http://schemas.microsoft.com/office/drawing/2014/main" id="{54E53DFC-58A0-301D-D3CC-66DBCDE3AB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5" y="685"/>
                <a:ext cx="198" cy="138"/>
              </a:xfrm>
              <a:custGeom>
                <a:avLst/>
                <a:gdLst>
                  <a:gd name="T0" fmla="*/ 1473 w 180"/>
                  <a:gd name="T1" fmla="*/ 934 h 126"/>
                  <a:gd name="T2" fmla="*/ 1166 w 180"/>
                  <a:gd name="T3" fmla="*/ 647 h 126"/>
                  <a:gd name="T4" fmla="*/ 976 w 180"/>
                  <a:gd name="T5" fmla="*/ 450 h 126"/>
                  <a:gd name="T6" fmla="*/ 734 w 180"/>
                  <a:gd name="T7" fmla="*/ 238 h 126"/>
                  <a:gd name="T8" fmla="*/ 543 w 180"/>
                  <a:gd name="T9" fmla="*/ 112 h 126"/>
                  <a:gd name="T10" fmla="*/ 266 w 180"/>
                  <a:gd name="T11" fmla="*/ 49 h 126"/>
                  <a:gd name="T12" fmla="*/ 0 w 180"/>
                  <a:gd name="T13" fmla="*/ 0 h 12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80"/>
                  <a:gd name="T22" fmla="*/ 0 h 126"/>
                  <a:gd name="T23" fmla="*/ 180 w 180"/>
                  <a:gd name="T24" fmla="*/ 126 h 12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80" h="126">
                    <a:moveTo>
                      <a:pt x="180" y="126"/>
                    </a:moveTo>
                    <a:cubicBezTo>
                      <a:pt x="167" y="112"/>
                      <a:pt x="154" y="98"/>
                      <a:pt x="144" y="87"/>
                    </a:cubicBezTo>
                    <a:cubicBezTo>
                      <a:pt x="134" y="76"/>
                      <a:pt x="129" y="69"/>
                      <a:pt x="120" y="60"/>
                    </a:cubicBezTo>
                    <a:cubicBezTo>
                      <a:pt x="111" y="51"/>
                      <a:pt x="99" y="40"/>
                      <a:pt x="90" y="33"/>
                    </a:cubicBezTo>
                    <a:cubicBezTo>
                      <a:pt x="81" y="26"/>
                      <a:pt x="76" y="20"/>
                      <a:pt x="66" y="15"/>
                    </a:cubicBezTo>
                    <a:cubicBezTo>
                      <a:pt x="56" y="10"/>
                      <a:pt x="44" y="8"/>
                      <a:pt x="33" y="6"/>
                    </a:cubicBezTo>
                    <a:cubicBezTo>
                      <a:pt x="22" y="4"/>
                      <a:pt x="35" y="0"/>
                      <a:pt x="0" y="0"/>
                    </a:cubicBezTo>
                  </a:path>
                </a:pathLst>
              </a:custGeom>
              <a:noFill/>
              <a:ln w="28575" cmpd="sng">
                <a:solidFill>
                  <a:srgbClr val="FFF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22" name="Freeform 26">
              <a:extLst>
                <a:ext uri="{FF2B5EF4-FFF2-40B4-BE49-F238E27FC236}">
                  <a16:creationId xmlns:a16="http://schemas.microsoft.com/office/drawing/2014/main" id="{60970E46-1889-D733-D69E-BBA2A021D99B}"/>
                </a:ext>
              </a:extLst>
            </p:cNvPr>
            <p:cNvSpPr>
              <a:spLocks/>
            </p:cNvSpPr>
            <p:nvPr/>
          </p:nvSpPr>
          <p:spPr bwMode="auto">
            <a:xfrm>
              <a:off x="9137480" y="1920549"/>
              <a:ext cx="593725" cy="293688"/>
            </a:xfrm>
            <a:custGeom>
              <a:avLst/>
              <a:gdLst>
                <a:gd name="T0" fmla="*/ 0 w 374"/>
                <a:gd name="T1" fmla="*/ 0 h 185"/>
                <a:gd name="T2" fmla="*/ 2147483647 w 374"/>
                <a:gd name="T3" fmla="*/ 2147483647 h 185"/>
                <a:gd name="T4" fmla="*/ 2147483647 w 374"/>
                <a:gd name="T5" fmla="*/ 2147483647 h 185"/>
                <a:gd name="T6" fmla="*/ 2147483647 w 374"/>
                <a:gd name="T7" fmla="*/ 2147483647 h 185"/>
                <a:gd name="T8" fmla="*/ 2147483647 w 374"/>
                <a:gd name="T9" fmla="*/ 2147483647 h 185"/>
                <a:gd name="T10" fmla="*/ 2147483647 w 374"/>
                <a:gd name="T11" fmla="*/ 2147483647 h 185"/>
                <a:gd name="T12" fmla="*/ 2147483647 w 374"/>
                <a:gd name="T13" fmla="*/ 2147483647 h 185"/>
                <a:gd name="T14" fmla="*/ 2147483647 w 374"/>
                <a:gd name="T15" fmla="*/ 2147483647 h 185"/>
                <a:gd name="T16" fmla="*/ 2147483647 w 374"/>
                <a:gd name="T17" fmla="*/ 2147483647 h 185"/>
                <a:gd name="T18" fmla="*/ 2147483647 w 374"/>
                <a:gd name="T19" fmla="*/ 2147483647 h 185"/>
                <a:gd name="T20" fmla="*/ 2147483647 w 374"/>
                <a:gd name="T21" fmla="*/ 2147483647 h 185"/>
                <a:gd name="T22" fmla="*/ 2147483647 w 374"/>
                <a:gd name="T23" fmla="*/ 2147483647 h 185"/>
                <a:gd name="T24" fmla="*/ 2147483647 w 374"/>
                <a:gd name="T25" fmla="*/ 2147483647 h 185"/>
                <a:gd name="T26" fmla="*/ 2147483647 w 374"/>
                <a:gd name="T27" fmla="*/ 2147483647 h 185"/>
                <a:gd name="T28" fmla="*/ 2147483647 w 374"/>
                <a:gd name="T29" fmla="*/ 2147483647 h 185"/>
                <a:gd name="T30" fmla="*/ 2147483647 w 374"/>
                <a:gd name="T31" fmla="*/ 2147483647 h 185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374"/>
                <a:gd name="T49" fmla="*/ 0 h 185"/>
                <a:gd name="T50" fmla="*/ 374 w 374"/>
                <a:gd name="T51" fmla="*/ 185 h 185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374" h="185">
                  <a:moveTo>
                    <a:pt x="0" y="0"/>
                  </a:moveTo>
                  <a:cubicBezTo>
                    <a:pt x="9" y="6"/>
                    <a:pt x="19" y="13"/>
                    <a:pt x="24" y="18"/>
                  </a:cubicBezTo>
                  <a:cubicBezTo>
                    <a:pt x="29" y="23"/>
                    <a:pt x="25" y="23"/>
                    <a:pt x="32" y="30"/>
                  </a:cubicBezTo>
                  <a:cubicBezTo>
                    <a:pt x="39" y="37"/>
                    <a:pt x="56" y="50"/>
                    <a:pt x="66" y="60"/>
                  </a:cubicBezTo>
                  <a:cubicBezTo>
                    <a:pt x="76" y="70"/>
                    <a:pt x="85" y="81"/>
                    <a:pt x="94" y="90"/>
                  </a:cubicBezTo>
                  <a:cubicBezTo>
                    <a:pt x="103" y="99"/>
                    <a:pt x="112" y="105"/>
                    <a:pt x="120" y="112"/>
                  </a:cubicBezTo>
                  <a:cubicBezTo>
                    <a:pt x="128" y="119"/>
                    <a:pt x="135" y="127"/>
                    <a:pt x="144" y="134"/>
                  </a:cubicBezTo>
                  <a:cubicBezTo>
                    <a:pt x="153" y="141"/>
                    <a:pt x="163" y="147"/>
                    <a:pt x="174" y="154"/>
                  </a:cubicBezTo>
                  <a:cubicBezTo>
                    <a:pt x="185" y="161"/>
                    <a:pt x="197" y="169"/>
                    <a:pt x="208" y="174"/>
                  </a:cubicBezTo>
                  <a:cubicBezTo>
                    <a:pt x="219" y="179"/>
                    <a:pt x="228" y="183"/>
                    <a:pt x="240" y="184"/>
                  </a:cubicBezTo>
                  <a:cubicBezTo>
                    <a:pt x="252" y="185"/>
                    <a:pt x="267" y="184"/>
                    <a:pt x="278" y="182"/>
                  </a:cubicBezTo>
                  <a:cubicBezTo>
                    <a:pt x="289" y="180"/>
                    <a:pt x="297" y="177"/>
                    <a:pt x="306" y="174"/>
                  </a:cubicBezTo>
                  <a:cubicBezTo>
                    <a:pt x="315" y="171"/>
                    <a:pt x="323" y="170"/>
                    <a:pt x="330" y="164"/>
                  </a:cubicBezTo>
                  <a:cubicBezTo>
                    <a:pt x="337" y="158"/>
                    <a:pt x="344" y="145"/>
                    <a:pt x="350" y="136"/>
                  </a:cubicBezTo>
                  <a:cubicBezTo>
                    <a:pt x="356" y="127"/>
                    <a:pt x="360" y="118"/>
                    <a:pt x="364" y="110"/>
                  </a:cubicBezTo>
                  <a:cubicBezTo>
                    <a:pt x="368" y="102"/>
                    <a:pt x="372" y="93"/>
                    <a:pt x="374" y="88"/>
                  </a:cubicBezTo>
                </a:path>
              </a:pathLst>
            </a:custGeom>
            <a:noFill/>
            <a:ln w="28575" cmpd="sng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48" name="组合 47">
              <a:extLst>
                <a:ext uri="{FF2B5EF4-FFF2-40B4-BE49-F238E27FC236}">
                  <a16:creationId xmlns:a16="http://schemas.microsoft.com/office/drawing/2014/main" id="{28DA0B66-8F94-1BCC-8645-69284B245093}"/>
                </a:ext>
              </a:extLst>
            </p:cNvPr>
            <p:cNvGrpSpPr/>
            <p:nvPr/>
          </p:nvGrpSpPr>
          <p:grpSpPr>
            <a:xfrm>
              <a:off x="7561911" y="1837750"/>
              <a:ext cx="1679719" cy="1560464"/>
              <a:chOff x="7561911" y="1837750"/>
              <a:chExt cx="1679719" cy="1560464"/>
            </a:xfrm>
          </p:grpSpPr>
          <p:sp>
            <p:nvSpPr>
              <p:cNvPr id="35" name="Text Box 47">
                <a:extLst>
                  <a:ext uri="{FF2B5EF4-FFF2-40B4-BE49-F238E27FC236}">
                    <a16:creationId xmlns:a16="http://schemas.microsoft.com/office/drawing/2014/main" id="{92F02101-5CAF-DC3E-70FD-A7ECEFCF345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728613" y="2936549"/>
                <a:ext cx="1107996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zh-CN" altLang="en-US" sz="2400" dirty="0">
                    <a:solidFill>
                      <a:srgbClr val="CC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相贯线</a:t>
                </a:r>
              </a:p>
            </p:txBody>
          </p:sp>
          <p:sp>
            <p:nvSpPr>
              <p:cNvPr id="36" name="Line 48">
                <a:extLst>
                  <a:ext uri="{FF2B5EF4-FFF2-40B4-BE49-F238E27FC236}">
                    <a16:creationId xmlns:a16="http://schemas.microsoft.com/office/drawing/2014/main" id="{E9A00623-06A2-E680-A2BF-13795E5F46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561911" y="1837750"/>
                <a:ext cx="583381" cy="1098799"/>
              </a:xfrm>
              <a:prstGeom prst="line">
                <a:avLst/>
              </a:prstGeom>
              <a:noFill/>
              <a:ln w="19050">
                <a:solidFill>
                  <a:srgbClr val="CC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7" name="Line 49">
                <a:extLst>
                  <a:ext uri="{FF2B5EF4-FFF2-40B4-BE49-F238E27FC236}">
                    <a16:creationId xmlns:a16="http://schemas.microsoft.com/office/drawing/2014/main" id="{6A8C7CFD-EA9B-4D86-A36A-F407AD307E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548517" y="2000806"/>
                <a:ext cx="693113" cy="940505"/>
              </a:xfrm>
              <a:prstGeom prst="line">
                <a:avLst/>
              </a:prstGeom>
              <a:noFill/>
              <a:ln w="19050">
                <a:solidFill>
                  <a:srgbClr val="CC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A84BE997-2685-006E-E3DE-44D3399F92D0}"/>
              </a:ext>
            </a:extLst>
          </p:cNvPr>
          <p:cNvGrpSpPr/>
          <p:nvPr/>
        </p:nvGrpSpPr>
        <p:grpSpPr>
          <a:xfrm>
            <a:off x="9570702" y="4079578"/>
            <a:ext cx="1752600" cy="2062550"/>
            <a:chOff x="9869774" y="4079578"/>
            <a:chExt cx="1752600" cy="2062550"/>
          </a:xfrm>
        </p:grpSpPr>
        <p:pic>
          <p:nvPicPr>
            <p:cNvPr id="38" name="Picture 6">
              <a:extLst>
                <a:ext uri="{FF2B5EF4-FFF2-40B4-BE49-F238E27FC236}">
                  <a16:creationId xmlns:a16="http://schemas.microsoft.com/office/drawing/2014/main" id="{733ACE8B-FB8C-153F-F36A-EAF1B2E4A81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lum bright="18000" contrast="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69774" y="4079578"/>
              <a:ext cx="1752600" cy="1511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9" name="Text Box 7">
              <a:extLst>
                <a:ext uri="{FF2B5EF4-FFF2-40B4-BE49-F238E27FC236}">
                  <a16:creationId xmlns:a16="http://schemas.microsoft.com/office/drawing/2014/main" id="{52221B57-21FD-5314-4F03-2A3588CB6C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140780" y="5742018"/>
              <a:ext cx="1210588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zh-CN" altLang="en-US" sz="2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多体相贯</a:t>
              </a:r>
            </a:p>
          </p:txBody>
        </p:sp>
      </p:grpSp>
      <p:sp>
        <p:nvSpPr>
          <p:cNvPr id="40" name="Text Box 41">
            <a:extLst>
              <a:ext uri="{FF2B5EF4-FFF2-40B4-BE49-F238E27FC236}">
                <a16:creationId xmlns:a16="http://schemas.microsoft.com/office/drawing/2014/main" id="{A247672B-44E0-AC8F-C1DF-F21144517B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2550" y="1185290"/>
            <a:ext cx="1980029" cy="52322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相贯的概念</a:t>
            </a:r>
          </a:p>
        </p:txBody>
      </p:sp>
      <p:sp>
        <p:nvSpPr>
          <p:cNvPr id="41" name="Text Box 42">
            <a:extLst>
              <a:ext uri="{FF2B5EF4-FFF2-40B4-BE49-F238E27FC236}">
                <a16:creationId xmlns:a16="http://schemas.microsoft.com/office/drawing/2014/main" id="{951071FE-6AEA-1FF9-0C1B-BAB0315A1A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2550" y="3107091"/>
            <a:ext cx="3825086" cy="52322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相贯的形式 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– 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立体形状</a:t>
            </a:r>
          </a:p>
        </p:txBody>
      </p:sp>
      <p:sp>
        <p:nvSpPr>
          <p:cNvPr id="42" name="灯片编号占位符 3">
            <a:extLst>
              <a:ext uri="{FF2B5EF4-FFF2-40B4-BE49-F238E27FC236}">
                <a16:creationId xmlns:a16="http://schemas.microsoft.com/office/drawing/2014/main" id="{63E1C818-34B7-33BB-820C-E9A392DC6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0616" y="6425394"/>
            <a:ext cx="269625" cy="276999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/>
              <a:pPr/>
              <a:t>4</a:t>
            </a:fld>
            <a:endParaRPr lang="en-US" altLang="zh-CN" dirty="0"/>
          </a:p>
        </p:txBody>
      </p:sp>
      <p:sp>
        <p:nvSpPr>
          <p:cNvPr id="47" name="Text Box 18">
            <a:extLst>
              <a:ext uri="{FF2B5EF4-FFF2-40B4-BE49-F238E27FC236}">
                <a16:creationId xmlns:a16="http://schemas.microsoft.com/office/drawing/2014/main" id="{68DECDAC-1D11-4D16-0043-D663DE183C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19" y="412176"/>
            <a:ext cx="45801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8.1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立体与立体相交简介</a:t>
            </a:r>
          </a:p>
        </p:txBody>
      </p:sp>
    </p:spTree>
    <p:extLst>
      <p:ext uri="{BB962C8B-B14F-4D97-AF65-F5344CB8AC3E}">
        <p14:creationId xmlns:p14="http://schemas.microsoft.com/office/powerpoint/2010/main" val="3431626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4" grpId="0"/>
      <p:bldP spid="4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C8F5C2-5AF8-5B8A-1340-363173DFF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>
            <a:extLst>
              <a:ext uri="{FF2B5EF4-FFF2-40B4-BE49-F238E27FC236}">
                <a16:creationId xmlns:a16="http://schemas.microsoft.com/office/drawing/2014/main" id="{1553788C-D140-343F-ED38-0354FC1FF6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4266" y="4302124"/>
            <a:ext cx="80021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正交</a:t>
            </a:r>
          </a:p>
        </p:txBody>
      </p:sp>
      <p:sp>
        <p:nvSpPr>
          <p:cNvPr id="42" name="Text Box 5">
            <a:extLst>
              <a:ext uri="{FF2B5EF4-FFF2-40B4-BE49-F238E27FC236}">
                <a16:creationId xmlns:a16="http://schemas.microsoft.com/office/drawing/2014/main" id="{728F8BD0-B581-C75C-B725-1F6C52D68F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9880" y="4302124"/>
            <a:ext cx="80021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偏交</a:t>
            </a:r>
          </a:p>
        </p:txBody>
      </p:sp>
      <p:sp>
        <p:nvSpPr>
          <p:cNvPr id="43" name="Text Box 7">
            <a:extLst>
              <a:ext uri="{FF2B5EF4-FFF2-40B4-BE49-F238E27FC236}">
                <a16:creationId xmlns:a16="http://schemas.microsoft.com/office/drawing/2014/main" id="{4E805C92-C456-04EB-38EA-88F79985BD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64352" y="4302124"/>
            <a:ext cx="80021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斜交</a:t>
            </a:r>
          </a:p>
        </p:txBody>
      </p:sp>
      <p:sp>
        <p:nvSpPr>
          <p:cNvPr id="44" name="Text Box 41">
            <a:extLst>
              <a:ext uri="{FF2B5EF4-FFF2-40B4-BE49-F238E27FC236}">
                <a16:creationId xmlns:a16="http://schemas.microsoft.com/office/drawing/2014/main" id="{52C2E8CA-3581-314F-549E-E8F0E23354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376" y="1268760"/>
            <a:ext cx="4543231" cy="52322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相贯的形式 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– 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立体相对位置</a:t>
            </a:r>
          </a:p>
        </p:txBody>
      </p:sp>
      <p:pic>
        <p:nvPicPr>
          <p:cNvPr id="45" name="Picture 4">
            <a:extLst>
              <a:ext uri="{FF2B5EF4-FFF2-40B4-BE49-F238E27FC236}">
                <a16:creationId xmlns:a16="http://schemas.microsoft.com/office/drawing/2014/main" id="{AB5F8414-172B-9A8E-7C11-85BBC510ED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18000" contras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9975" y="2636912"/>
            <a:ext cx="1828800" cy="153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46" name="Object 26">
            <a:extLst>
              <a:ext uri="{FF2B5EF4-FFF2-40B4-BE49-F238E27FC236}">
                <a16:creationId xmlns:a16="http://schemas.microsoft.com/office/drawing/2014/main" id="{D9B7911E-4BA2-DCF9-5222-07FD3D3DC55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4970054"/>
              </p:ext>
            </p:extLst>
          </p:nvPr>
        </p:nvGraphicFramePr>
        <p:xfrm>
          <a:off x="5308133" y="2578968"/>
          <a:ext cx="1763713" cy="164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位图图像" r:id="rId4" imgW="2343477" imgH="2190476" progId="Paint.Picture">
                  <p:embed/>
                </p:oleObj>
              </mc:Choice>
              <mc:Fallback>
                <p:oleObj name="位图图像" r:id="rId4" imgW="2343477" imgH="2190476" progId="Paint.Picture">
                  <p:embed/>
                  <p:pic>
                    <p:nvPicPr>
                      <p:cNvPr id="46" name="Object 26">
                        <a:extLst>
                          <a:ext uri="{FF2B5EF4-FFF2-40B4-BE49-F238E27FC236}">
                            <a16:creationId xmlns:a16="http://schemas.microsoft.com/office/drawing/2014/main" id="{D9B7911E-4BA2-DCF9-5222-07FD3D3DC55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8133" y="2578968"/>
                        <a:ext cx="1763713" cy="164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7" name="Picture 58">
            <a:extLst>
              <a:ext uri="{FF2B5EF4-FFF2-40B4-BE49-F238E27FC236}">
                <a16:creationId xmlns:a16="http://schemas.microsoft.com/office/drawing/2014/main" id="{2590BB19-C8AF-35D6-B4C7-29092BD859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1205" y="2591668"/>
            <a:ext cx="2016125" cy="162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2"/>
                </a:solidFill>
                <a:prstDash val="lgDash"/>
                <a:miter lim="800000"/>
                <a:headEnd/>
                <a:tailEnd/>
              </a14:hiddenLine>
            </a:ext>
          </a:extLst>
        </p:spPr>
      </p:pic>
      <p:sp>
        <p:nvSpPr>
          <p:cNvPr id="48" name="灯片编号占位符 3">
            <a:extLst>
              <a:ext uri="{FF2B5EF4-FFF2-40B4-BE49-F238E27FC236}">
                <a16:creationId xmlns:a16="http://schemas.microsoft.com/office/drawing/2014/main" id="{527D85AE-7385-AE08-4A9E-7DE2DE3A9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0616" y="6425394"/>
            <a:ext cx="269625" cy="276999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/>
              <a:pPr/>
              <a:t>5</a:t>
            </a:fld>
            <a:endParaRPr lang="en-US" altLang="zh-CN" dirty="0"/>
          </a:p>
        </p:txBody>
      </p:sp>
      <p:sp>
        <p:nvSpPr>
          <p:cNvPr id="4" name="Text Box 18">
            <a:extLst>
              <a:ext uri="{FF2B5EF4-FFF2-40B4-BE49-F238E27FC236}">
                <a16:creationId xmlns:a16="http://schemas.microsoft.com/office/drawing/2014/main" id="{4C2F8704-22D0-4A91-8D92-A031041776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19" y="412176"/>
            <a:ext cx="45801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8.1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立体与立体相交简介</a:t>
            </a:r>
          </a:p>
        </p:txBody>
      </p:sp>
    </p:spTree>
    <p:extLst>
      <p:ext uri="{BB962C8B-B14F-4D97-AF65-F5344CB8AC3E}">
        <p14:creationId xmlns:p14="http://schemas.microsoft.com/office/powerpoint/2010/main" val="12373483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EA442-03C0-19B9-0A4A-9A64AE958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id="{73DA5FDC-8A17-01E3-139E-F01CD84AC7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495" y="1203168"/>
            <a:ext cx="2852063" cy="49244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相贯线的主要性质</a:t>
            </a: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859A704E-CD66-ACBF-06E6-2FC388E6A7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9982" y="4404709"/>
            <a:ext cx="145424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42900" indent="-3429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公有性</a:t>
            </a: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1D71EDA6-E041-4FD3-F574-F26C3744C8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9982" y="1728599"/>
            <a:ext cx="145424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42900" indent="-3429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表面性</a:t>
            </a:r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F3EEC80F-42DD-4FE3-7637-B49C602695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979" y="2198372"/>
            <a:ext cx="418576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相贯线位于两立体的表面上。</a:t>
            </a:r>
          </a:p>
        </p:txBody>
      </p:sp>
      <p:sp>
        <p:nvSpPr>
          <p:cNvPr id="6" name="Text Box 6">
            <a:extLst>
              <a:ext uri="{FF2B5EF4-FFF2-40B4-BE49-F238E27FC236}">
                <a16:creationId xmlns:a16="http://schemas.microsoft.com/office/drawing/2014/main" id="{32B3BDD4-9C8B-5EE9-DC94-3A88333768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7584" y="4873324"/>
            <a:ext cx="449353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相贯线是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两立体表面的共有线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7" name="Text Box 7">
            <a:extLst>
              <a:ext uri="{FF2B5EF4-FFF2-40B4-BE49-F238E27FC236}">
                <a16:creationId xmlns:a16="http://schemas.microsoft.com/office/drawing/2014/main" id="{F6041C04-E183-D3F9-69E3-FAE7645FAF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9982" y="2841983"/>
            <a:ext cx="145424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42900" indent="-3429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封闭性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3CE97E95-4FA7-1665-7C5B-90D2A9593D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7584" y="3311756"/>
            <a:ext cx="6032421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just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相贯线一般是</a:t>
            </a:r>
            <a:r>
              <a:rPr kumimoji="1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封闭的空间折线</a:t>
            </a:r>
            <a:r>
              <a:rPr kumimoji="1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（通常由直线</a:t>
            </a:r>
            <a:endParaRPr kumimoji="1" lang="en-US" altLang="zh-CN" sz="24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just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和曲线组成）</a:t>
            </a:r>
            <a:r>
              <a:rPr kumimoji="1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或空间曲线。</a:t>
            </a:r>
          </a:p>
        </p:txBody>
      </p:sp>
      <p:sp>
        <p:nvSpPr>
          <p:cNvPr id="9" name="Text Box 5">
            <a:extLst>
              <a:ext uri="{FF2B5EF4-FFF2-40B4-BE49-F238E27FC236}">
                <a16:creationId xmlns:a16="http://schemas.microsoft.com/office/drawing/2014/main" id="{0A892274-2B53-1C6B-1EFB-3EFFBFDC80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7584" y="5351155"/>
            <a:ext cx="6032421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其作图实质是找出相贯的两立体表面的若干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公有点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的投影。</a:t>
            </a: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8444202F-858F-B022-A044-4A291CCE38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18000" contras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76222" y="1871998"/>
            <a:ext cx="1654175" cy="1357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4">
            <a:extLst>
              <a:ext uri="{FF2B5EF4-FFF2-40B4-BE49-F238E27FC236}">
                <a16:creationId xmlns:a16="http://schemas.microsoft.com/office/drawing/2014/main" id="{EB223AD2-8483-B6F0-629E-91A2D74527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lum bright="18000" contras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3348" y="3933055"/>
            <a:ext cx="1584325" cy="1327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2" name="Group 26">
            <a:extLst>
              <a:ext uri="{FF2B5EF4-FFF2-40B4-BE49-F238E27FC236}">
                <a16:creationId xmlns:a16="http://schemas.microsoft.com/office/drawing/2014/main" id="{D6B89C86-AADE-A303-D18C-F4DD5B949D0E}"/>
              </a:ext>
            </a:extLst>
          </p:cNvPr>
          <p:cNvGrpSpPr>
            <a:grpSpLocks/>
          </p:cNvGrpSpPr>
          <p:nvPr/>
        </p:nvGrpSpPr>
        <p:grpSpPr bwMode="auto">
          <a:xfrm>
            <a:off x="9983378" y="3924324"/>
            <a:ext cx="1439863" cy="1344613"/>
            <a:chOff x="2444" y="1408"/>
            <a:chExt cx="1089" cy="1011"/>
          </a:xfrm>
        </p:grpSpPr>
        <p:sp>
          <p:nvSpPr>
            <p:cNvPr id="13" name="Freeform 27">
              <a:extLst>
                <a:ext uri="{FF2B5EF4-FFF2-40B4-BE49-F238E27FC236}">
                  <a16:creationId xmlns:a16="http://schemas.microsoft.com/office/drawing/2014/main" id="{50BC0DB4-DC0F-00FB-A50A-DEE436D844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8" y="1408"/>
              <a:ext cx="1035" cy="968"/>
            </a:xfrm>
            <a:custGeom>
              <a:avLst/>
              <a:gdLst>
                <a:gd name="T0" fmla="*/ 0 w 1333"/>
                <a:gd name="T1" fmla="*/ 226 h 1246"/>
                <a:gd name="T2" fmla="*/ 170 w 1333"/>
                <a:gd name="T3" fmla="*/ 131 h 1246"/>
                <a:gd name="T4" fmla="*/ 180 w 1333"/>
                <a:gd name="T5" fmla="*/ 163 h 1246"/>
                <a:gd name="T6" fmla="*/ 200 w 1333"/>
                <a:gd name="T7" fmla="*/ 177 h 1246"/>
                <a:gd name="T8" fmla="*/ 248 w 1333"/>
                <a:gd name="T9" fmla="*/ 213 h 1246"/>
                <a:gd name="T10" fmla="*/ 309 w 1333"/>
                <a:gd name="T11" fmla="*/ 228 h 1246"/>
                <a:gd name="T12" fmla="*/ 376 w 1333"/>
                <a:gd name="T13" fmla="*/ 208 h 1246"/>
                <a:gd name="T14" fmla="*/ 403 w 1333"/>
                <a:gd name="T15" fmla="*/ 150 h 1246"/>
                <a:gd name="T16" fmla="*/ 393 w 1333"/>
                <a:gd name="T17" fmla="*/ 107 h 1246"/>
                <a:gd name="T18" fmla="*/ 368 w 1333"/>
                <a:gd name="T19" fmla="*/ 74 h 1246"/>
                <a:gd name="T20" fmla="*/ 340 w 1333"/>
                <a:gd name="T21" fmla="*/ 54 h 1246"/>
                <a:gd name="T22" fmla="*/ 313 w 1333"/>
                <a:gd name="T23" fmla="*/ 48 h 1246"/>
                <a:gd name="T24" fmla="*/ 378 w 1333"/>
                <a:gd name="T25" fmla="*/ 7 h 1246"/>
                <a:gd name="T26" fmla="*/ 406 w 1333"/>
                <a:gd name="T27" fmla="*/ 0 h 1246"/>
                <a:gd name="T28" fmla="*/ 441 w 1333"/>
                <a:gd name="T29" fmla="*/ 5 h 1246"/>
                <a:gd name="T30" fmla="*/ 469 w 1333"/>
                <a:gd name="T31" fmla="*/ 12 h 1246"/>
                <a:gd name="T32" fmla="*/ 502 w 1333"/>
                <a:gd name="T33" fmla="*/ 33 h 1246"/>
                <a:gd name="T34" fmla="*/ 527 w 1333"/>
                <a:gd name="T35" fmla="*/ 54 h 1246"/>
                <a:gd name="T36" fmla="*/ 553 w 1333"/>
                <a:gd name="T37" fmla="*/ 79 h 1246"/>
                <a:gd name="T38" fmla="*/ 571 w 1333"/>
                <a:gd name="T39" fmla="*/ 104 h 1246"/>
                <a:gd name="T40" fmla="*/ 596 w 1333"/>
                <a:gd name="T41" fmla="*/ 145 h 1246"/>
                <a:gd name="T42" fmla="*/ 613 w 1333"/>
                <a:gd name="T43" fmla="*/ 183 h 1246"/>
                <a:gd name="T44" fmla="*/ 622 w 1333"/>
                <a:gd name="T45" fmla="*/ 228 h 1246"/>
                <a:gd name="T46" fmla="*/ 624 w 1333"/>
                <a:gd name="T47" fmla="*/ 263 h 1246"/>
                <a:gd name="T48" fmla="*/ 616 w 1333"/>
                <a:gd name="T49" fmla="*/ 308 h 1246"/>
                <a:gd name="T50" fmla="*/ 604 w 1333"/>
                <a:gd name="T51" fmla="*/ 338 h 1246"/>
                <a:gd name="T52" fmla="*/ 581 w 1333"/>
                <a:gd name="T53" fmla="*/ 360 h 1246"/>
                <a:gd name="T54" fmla="*/ 439 w 1333"/>
                <a:gd name="T55" fmla="*/ 447 h 1246"/>
                <a:gd name="T56" fmla="*/ 416 w 1333"/>
                <a:gd name="T57" fmla="*/ 450 h 1246"/>
                <a:gd name="T58" fmla="*/ 393 w 1333"/>
                <a:gd name="T59" fmla="*/ 455 h 1246"/>
                <a:gd name="T60" fmla="*/ 370 w 1333"/>
                <a:gd name="T61" fmla="*/ 463 h 1246"/>
                <a:gd name="T62" fmla="*/ 349 w 1333"/>
                <a:gd name="T63" fmla="*/ 483 h 1246"/>
                <a:gd name="T64" fmla="*/ 328 w 1333"/>
                <a:gd name="T65" fmla="*/ 510 h 1246"/>
                <a:gd name="T66" fmla="*/ 194 w 1333"/>
                <a:gd name="T67" fmla="*/ 584 h 1246"/>
                <a:gd name="T68" fmla="*/ 221 w 1333"/>
                <a:gd name="T69" fmla="*/ 556 h 1246"/>
                <a:gd name="T70" fmla="*/ 236 w 1333"/>
                <a:gd name="T71" fmla="*/ 518 h 1246"/>
                <a:gd name="T72" fmla="*/ 238 w 1333"/>
                <a:gd name="T73" fmla="*/ 469 h 1246"/>
                <a:gd name="T74" fmla="*/ 228 w 1333"/>
                <a:gd name="T75" fmla="*/ 430 h 1246"/>
                <a:gd name="T76" fmla="*/ 213 w 1333"/>
                <a:gd name="T77" fmla="*/ 373 h 1246"/>
                <a:gd name="T78" fmla="*/ 185 w 1333"/>
                <a:gd name="T79" fmla="*/ 330 h 1246"/>
                <a:gd name="T80" fmla="*/ 134 w 1333"/>
                <a:gd name="T81" fmla="*/ 280 h 1246"/>
                <a:gd name="T82" fmla="*/ 71 w 1333"/>
                <a:gd name="T83" fmla="*/ 246 h 1246"/>
                <a:gd name="T84" fmla="*/ 0 w 1333"/>
                <a:gd name="T85" fmla="*/ 226 h 124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1333" h="1246">
                  <a:moveTo>
                    <a:pt x="0" y="482"/>
                  </a:moveTo>
                  <a:lnTo>
                    <a:pt x="363" y="279"/>
                  </a:lnTo>
                  <a:lnTo>
                    <a:pt x="385" y="347"/>
                  </a:lnTo>
                  <a:lnTo>
                    <a:pt x="428" y="379"/>
                  </a:lnTo>
                  <a:lnTo>
                    <a:pt x="531" y="455"/>
                  </a:lnTo>
                  <a:lnTo>
                    <a:pt x="661" y="488"/>
                  </a:lnTo>
                  <a:lnTo>
                    <a:pt x="802" y="444"/>
                  </a:lnTo>
                  <a:lnTo>
                    <a:pt x="862" y="320"/>
                  </a:lnTo>
                  <a:lnTo>
                    <a:pt x="840" y="228"/>
                  </a:lnTo>
                  <a:lnTo>
                    <a:pt x="786" y="157"/>
                  </a:lnTo>
                  <a:lnTo>
                    <a:pt x="726" y="114"/>
                  </a:lnTo>
                  <a:lnTo>
                    <a:pt x="669" y="103"/>
                  </a:lnTo>
                  <a:lnTo>
                    <a:pt x="807" y="16"/>
                  </a:lnTo>
                  <a:lnTo>
                    <a:pt x="867" y="0"/>
                  </a:lnTo>
                  <a:lnTo>
                    <a:pt x="943" y="11"/>
                  </a:lnTo>
                  <a:lnTo>
                    <a:pt x="1002" y="27"/>
                  </a:lnTo>
                  <a:lnTo>
                    <a:pt x="1073" y="70"/>
                  </a:lnTo>
                  <a:lnTo>
                    <a:pt x="1127" y="114"/>
                  </a:lnTo>
                  <a:lnTo>
                    <a:pt x="1181" y="168"/>
                  </a:lnTo>
                  <a:lnTo>
                    <a:pt x="1219" y="222"/>
                  </a:lnTo>
                  <a:lnTo>
                    <a:pt x="1273" y="309"/>
                  </a:lnTo>
                  <a:lnTo>
                    <a:pt x="1311" y="390"/>
                  </a:lnTo>
                  <a:lnTo>
                    <a:pt x="1328" y="488"/>
                  </a:lnTo>
                  <a:lnTo>
                    <a:pt x="1333" y="563"/>
                  </a:lnTo>
                  <a:lnTo>
                    <a:pt x="1317" y="656"/>
                  </a:lnTo>
                  <a:lnTo>
                    <a:pt x="1290" y="721"/>
                  </a:lnTo>
                  <a:lnTo>
                    <a:pt x="1241" y="769"/>
                  </a:lnTo>
                  <a:lnTo>
                    <a:pt x="937" y="953"/>
                  </a:lnTo>
                  <a:lnTo>
                    <a:pt x="889" y="959"/>
                  </a:lnTo>
                  <a:lnTo>
                    <a:pt x="840" y="970"/>
                  </a:lnTo>
                  <a:lnTo>
                    <a:pt x="789" y="987"/>
                  </a:lnTo>
                  <a:lnTo>
                    <a:pt x="746" y="1031"/>
                  </a:lnTo>
                  <a:lnTo>
                    <a:pt x="702" y="1089"/>
                  </a:lnTo>
                  <a:lnTo>
                    <a:pt x="415" y="1246"/>
                  </a:lnTo>
                  <a:lnTo>
                    <a:pt x="471" y="1186"/>
                  </a:lnTo>
                  <a:lnTo>
                    <a:pt x="504" y="1105"/>
                  </a:lnTo>
                  <a:lnTo>
                    <a:pt x="509" y="1002"/>
                  </a:lnTo>
                  <a:lnTo>
                    <a:pt x="488" y="916"/>
                  </a:lnTo>
                  <a:lnTo>
                    <a:pt x="455" y="796"/>
                  </a:lnTo>
                  <a:lnTo>
                    <a:pt x="396" y="704"/>
                  </a:lnTo>
                  <a:lnTo>
                    <a:pt x="287" y="596"/>
                  </a:lnTo>
                  <a:lnTo>
                    <a:pt x="152" y="525"/>
                  </a:lnTo>
                  <a:lnTo>
                    <a:pt x="0" y="482"/>
                  </a:lnTo>
                  <a:close/>
                </a:path>
              </a:pathLst>
            </a:custGeom>
            <a:gradFill rotWithShape="0">
              <a:gsLst>
                <a:gs pos="0">
                  <a:srgbClr val="004E00"/>
                </a:gs>
                <a:gs pos="50000">
                  <a:srgbClr val="008000"/>
                </a:gs>
                <a:gs pos="100000">
                  <a:srgbClr val="004E00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" name="Oval 28">
              <a:extLst>
                <a:ext uri="{FF2B5EF4-FFF2-40B4-BE49-F238E27FC236}">
                  <a16:creationId xmlns:a16="http://schemas.microsoft.com/office/drawing/2014/main" id="{23C67907-155B-D3D2-8ED3-801AC99CC38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1827933">
              <a:off x="2444" y="1741"/>
              <a:ext cx="431" cy="678"/>
            </a:xfrm>
            <a:prstGeom prst="ellipse">
              <a:avLst/>
            </a:prstGeom>
            <a:solidFill>
              <a:srgbClr val="00CC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" name="Freeform 29">
              <a:extLst>
                <a:ext uri="{FF2B5EF4-FFF2-40B4-BE49-F238E27FC236}">
                  <a16:creationId xmlns:a16="http://schemas.microsoft.com/office/drawing/2014/main" id="{9D1793DE-25C3-3536-BDA5-641707CB42F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8" y="1479"/>
              <a:ext cx="407" cy="324"/>
            </a:xfrm>
            <a:custGeom>
              <a:avLst/>
              <a:gdLst>
                <a:gd name="T0" fmla="*/ 22 w 1164"/>
                <a:gd name="T1" fmla="*/ 13 h 924"/>
                <a:gd name="T2" fmla="*/ 27 w 1164"/>
                <a:gd name="T3" fmla="*/ 9 h 924"/>
                <a:gd name="T4" fmla="*/ 29 w 1164"/>
                <a:gd name="T5" fmla="*/ 6 h 924"/>
                <a:gd name="T6" fmla="*/ 30 w 1164"/>
                <a:gd name="T7" fmla="*/ 1 h 924"/>
                <a:gd name="T8" fmla="*/ 35 w 1164"/>
                <a:gd name="T9" fmla="*/ 0 h 924"/>
                <a:gd name="T10" fmla="*/ 39 w 1164"/>
                <a:gd name="T11" fmla="*/ 2 h 924"/>
                <a:gd name="T12" fmla="*/ 44 w 1164"/>
                <a:gd name="T13" fmla="*/ 5 h 924"/>
                <a:gd name="T14" fmla="*/ 47 w 1164"/>
                <a:gd name="T15" fmla="*/ 9 h 924"/>
                <a:gd name="T16" fmla="*/ 49 w 1164"/>
                <a:gd name="T17" fmla="*/ 12 h 924"/>
                <a:gd name="T18" fmla="*/ 50 w 1164"/>
                <a:gd name="T19" fmla="*/ 17 h 924"/>
                <a:gd name="T20" fmla="*/ 50 w 1164"/>
                <a:gd name="T21" fmla="*/ 22 h 924"/>
                <a:gd name="T22" fmla="*/ 49 w 1164"/>
                <a:gd name="T23" fmla="*/ 27 h 924"/>
                <a:gd name="T24" fmla="*/ 47 w 1164"/>
                <a:gd name="T25" fmla="*/ 32 h 924"/>
                <a:gd name="T26" fmla="*/ 45 w 1164"/>
                <a:gd name="T27" fmla="*/ 36 h 924"/>
                <a:gd name="T28" fmla="*/ 41 w 1164"/>
                <a:gd name="T29" fmla="*/ 38 h 924"/>
                <a:gd name="T30" fmla="*/ 35 w 1164"/>
                <a:gd name="T31" fmla="*/ 40 h 924"/>
                <a:gd name="T32" fmla="*/ 27 w 1164"/>
                <a:gd name="T33" fmla="*/ 40 h 924"/>
                <a:gd name="T34" fmla="*/ 22 w 1164"/>
                <a:gd name="T35" fmla="*/ 38 h 924"/>
                <a:gd name="T36" fmla="*/ 17 w 1164"/>
                <a:gd name="T37" fmla="*/ 36 h 924"/>
                <a:gd name="T38" fmla="*/ 12 w 1164"/>
                <a:gd name="T39" fmla="*/ 33 h 924"/>
                <a:gd name="T40" fmla="*/ 8 w 1164"/>
                <a:gd name="T41" fmla="*/ 31 h 924"/>
                <a:gd name="T42" fmla="*/ 4 w 1164"/>
                <a:gd name="T43" fmla="*/ 27 h 924"/>
                <a:gd name="T44" fmla="*/ 0 w 1164"/>
                <a:gd name="T45" fmla="*/ 23 h 924"/>
                <a:gd name="T46" fmla="*/ 0 w 1164"/>
                <a:gd name="T47" fmla="*/ 19 h 924"/>
                <a:gd name="T48" fmla="*/ 3 w 1164"/>
                <a:gd name="T49" fmla="*/ 17 h 924"/>
                <a:gd name="T50" fmla="*/ 8 w 1164"/>
                <a:gd name="T51" fmla="*/ 17 h 924"/>
                <a:gd name="T52" fmla="*/ 12 w 1164"/>
                <a:gd name="T53" fmla="*/ 16 h 924"/>
                <a:gd name="T54" fmla="*/ 18 w 1164"/>
                <a:gd name="T55" fmla="*/ 15 h 924"/>
                <a:gd name="T56" fmla="*/ 22 w 1164"/>
                <a:gd name="T57" fmla="*/ 13 h 924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164" h="924">
                  <a:moveTo>
                    <a:pt x="516" y="300"/>
                  </a:moveTo>
                  <a:lnTo>
                    <a:pt x="624" y="216"/>
                  </a:lnTo>
                  <a:lnTo>
                    <a:pt x="672" y="132"/>
                  </a:lnTo>
                  <a:cubicBezTo>
                    <a:pt x="708" y="72"/>
                    <a:pt x="684" y="46"/>
                    <a:pt x="708" y="24"/>
                  </a:cubicBezTo>
                  <a:lnTo>
                    <a:pt x="816" y="0"/>
                  </a:lnTo>
                  <a:lnTo>
                    <a:pt x="912" y="36"/>
                  </a:lnTo>
                  <a:lnTo>
                    <a:pt x="1020" y="108"/>
                  </a:lnTo>
                  <a:lnTo>
                    <a:pt x="1092" y="204"/>
                  </a:lnTo>
                  <a:lnTo>
                    <a:pt x="1140" y="288"/>
                  </a:lnTo>
                  <a:lnTo>
                    <a:pt x="1164" y="396"/>
                  </a:lnTo>
                  <a:lnTo>
                    <a:pt x="1164" y="516"/>
                  </a:lnTo>
                  <a:lnTo>
                    <a:pt x="1152" y="636"/>
                  </a:lnTo>
                  <a:lnTo>
                    <a:pt x="1092" y="744"/>
                  </a:lnTo>
                  <a:lnTo>
                    <a:pt x="1044" y="828"/>
                  </a:lnTo>
                  <a:lnTo>
                    <a:pt x="948" y="888"/>
                  </a:lnTo>
                  <a:lnTo>
                    <a:pt x="816" y="924"/>
                  </a:lnTo>
                  <a:lnTo>
                    <a:pt x="636" y="924"/>
                  </a:lnTo>
                  <a:lnTo>
                    <a:pt x="504" y="876"/>
                  </a:lnTo>
                  <a:lnTo>
                    <a:pt x="396" y="828"/>
                  </a:lnTo>
                  <a:lnTo>
                    <a:pt x="288" y="768"/>
                  </a:lnTo>
                  <a:lnTo>
                    <a:pt x="192" y="708"/>
                  </a:lnTo>
                  <a:lnTo>
                    <a:pt x="96" y="624"/>
                  </a:lnTo>
                  <a:lnTo>
                    <a:pt x="12" y="528"/>
                  </a:lnTo>
                  <a:lnTo>
                    <a:pt x="0" y="444"/>
                  </a:lnTo>
                  <a:lnTo>
                    <a:pt x="70" y="403"/>
                  </a:lnTo>
                  <a:lnTo>
                    <a:pt x="180" y="396"/>
                  </a:lnTo>
                  <a:lnTo>
                    <a:pt x="276" y="384"/>
                  </a:lnTo>
                  <a:lnTo>
                    <a:pt x="420" y="348"/>
                  </a:lnTo>
                  <a:lnTo>
                    <a:pt x="516" y="300"/>
                  </a:lnTo>
                  <a:close/>
                </a:path>
              </a:pathLst>
            </a:custGeom>
            <a:gradFill rotWithShape="0">
              <a:gsLst>
                <a:gs pos="0">
                  <a:srgbClr val="76002F"/>
                </a:gs>
                <a:gs pos="50000">
                  <a:srgbClr val="FF0066"/>
                </a:gs>
                <a:gs pos="100000">
                  <a:srgbClr val="76002F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pic>
        <p:nvPicPr>
          <p:cNvPr id="16" name="Picture 31">
            <a:extLst>
              <a:ext uri="{FF2B5EF4-FFF2-40B4-BE49-F238E27FC236}">
                <a16:creationId xmlns:a16="http://schemas.microsoft.com/office/drawing/2014/main" id="{76093CB2-1BA3-CFB5-97B7-D8C9BBC9D4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5398" y="1797385"/>
            <a:ext cx="1800225" cy="1506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灯片编号占位符 3">
            <a:extLst>
              <a:ext uri="{FF2B5EF4-FFF2-40B4-BE49-F238E27FC236}">
                <a16:creationId xmlns:a16="http://schemas.microsoft.com/office/drawing/2014/main" id="{E2B30E59-3608-B9C6-8BEF-1DB00C4CF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0616" y="6425394"/>
            <a:ext cx="269625" cy="276999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/>
              <a:pPr/>
              <a:t>6</a:t>
            </a:fld>
            <a:endParaRPr lang="en-US" altLang="zh-CN" dirty="0"/>
          </a:p>
        </p:txBody>
      </p:sp>
      <p:sp>
        <p:nvSpPr>
          <p:cNvPr id="19" name="Text Box 18">
            <a:extLst>
              <a:ext uri="{FF2B5EF4-FFF2-40B4-BE49-F238E27FC236}">
                <a16:creationId xmlns:a16="http://schemas.microsoft.com/office/drawing/2014/main" id="{7FA92C2F-8E3D-3ED2-2090-2D169CB079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19" y="412176"/>
            <a:ext cx="45801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8.1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立体与立体相交简介</a:t>
            </a:r>
          </a:p>
        </p:txBody>
      </p:sp>
    </p:spTree>
    <p:extLst>
      <p:ext uri="{BB962C8B-B14F-4D97-AF65-F5344CB8AC3E}">
        <p14:creationId xmlns:p14="http://schemas.microsoft.com/office/powerpoint/2010/main" val="1661617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/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5436D-1384-9417-1DD5-1DE51AD3E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0836202-8C9F-1C1D-8690-4D07BC3DAF67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2707898" y="2727903"/>
            <a:ext cx="6776215" cy="830997"/>
          </a:xfr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4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8.3 </a:t>
            </a:r>
            <a:r>
              <a:rPr lang="zh-CN" altLang="en-US" sz="4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回转体与回转体相交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8A6BD798-165C-C7CF-D119-F677AD7B39E3}"/>
              </a:ext>
            </a:extLst>
          </p:cNvPr>
          <p:cNvSpPr/>
          <p:nvPr/>
        </p:nvSpPr>
        <p:spPr>
          <a:xfrm>
            <a:off x="2783632" y="1136817"/>
            <a:ext cx="41870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A50021"/>
                </a:solidFill>
                <a:latin typeface="华文新魏" pitchFamily="2" charset="-122"/>
                <a:ea typeface="华文新魏" pitchFamily="2" charset="-122"/>
              </a:rPr>
              <a:t>8</a:t>
            </a:r>
            <a:endParaRPr lang="zh-CN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3851022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3A1930-6D5F-D21E-EEAC-5294E9DDB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>
            <a:extLst>
              <a:ext uri="{FF2B5EF4-FFF2-40B4-BE49-F238E27FC236}">
                <a16:creationId xmlns:a16="http://schemas.microsoft.com/office/drawing/2014/main" id="{68C35A33-A710-74EE-838F-31AAF9A93E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19" y="412176"/>
            <a:ext cx="45801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8.3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回转体与回转体相交</a:t>
            </a:r>
          </a:p>
        </p:txBody>
      </p:sp>
      <p:sp>
        <p:nvSpPr>
          <p:cNvPr id="16" name="灯片编号占位符 3">
            <a:extLst>
              <a:ext uri="{FF2B5EF4-FFF2-40B4-BE49-F238E27FC236}">
                <a16:creationId xmlns:a16="http://schemas.microsoft.com/office/drawing/2014/main" id="{FCDC606A-F521-D941-55A7-CD7C84E51E73}"/>
              </a:ext>
            </a:extLst>
          </p:cNvPr>
          <p:cNvSpPr txBox="1">
            <a:spLocks/>
          </p:cNvSpPr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  <a:pPr/>
              <a:t>8</a:t>
            </a:fld>
            <a:endParaRPr lang="en-US" altLang="zh-CN" dirty="0"/>
          </a:p>
        </p:txBody>
      </p:sp>
      <p:sp>
        <p:nvSpPr>
          <p:cNvPr id="2" name="Text Box 13">
            <a:extLst>
              <a:ext uri="{FF2B5EF4-FFF2-40B4-BE49-F238E27FC236}">
                <a16:creationId xmlns:a16="http://schemas.microsoft.com/office/drawing/2014/main" id="{D2BB9625-E894-C684-8CFB-74DB5819BD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4064" y="1310864"/>
            <a:ext cx="277031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相贯线的形状</a:t>
            </a:r>
            <a:endParaRPr kumimoji="1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Picture 15">
            <a:extLst>
              <a:ext uri="{FF2B5EF4-FFF2-40B4-BE49-F238E27FC236}">
                <a16:creationId xmlns:a16="http://schemas.microsoft.com/office/drawing/2014/main" id="{C22A1B61-0BA5-B17B-088D-82BE1195CA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lum bright="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8128" y="1343987"/>
            <a:ext cx="1619250" cy="1333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 Box 21">
            <a:extLst>
              <a:ext uri="{FF2B5EF4-FFF2-40B4-BE49-F238E27FC236}">
                <a16:creationId xmlns:a16="http://schemas.microsoft.com/office/drawing/2014/main" id="{13D7384F-46C3-E56F-BAB8-2576E275ED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7139" y="4712185"/>
            <a:ext cx="3108543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indent="-4572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积聚性表面取点法</a:t>
            </a:r>
            <a:endParaRPr lang="zh-CN" altLang="en-US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Symbol" panose="05050102010706020507" pitchFamily="18" charset="2"/>
            </a:endParaRPr>
          </a:p>
        </p:txBody>
      </p:sp>
      <p:sp>
        <p:nvSpPr>
          <p:cNvPr id="5" name="Text Box 22">
            <a:extLst>
              <a:ext uri="{FF2B5EF4-FFF2-40B4-BE49-F238E27FC236}">
                <a16:creationId xmlns:a16="http://schemas.microsoft.com/office/drawing/2014/main" id="{CE46BF65-BFD2-E401-7FB1-12CDA467C4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7139" y="5157192"/>
            <a:ext cx="218521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辅助平面法</a:t>
            </a:r>
          </a:p>
        </p:txBody>
      </p:sp>
      <p:sp>
        <p:nvSpPr>
          <p:cNvPr id="6" name="Text Box 29">
            <a:extLst>
              <a:ext uri="{FF2B5EF4-FFF2-40B4-BE49-F238E27FC236}">
                <a16:creationId xmlns:a16="http://schemas.microsoft.com/office/drawing/2014/main" id="{C2932DAA-E85E-4397-9609-6513B585F3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9189" y="1863959"/>
            <a:ext cx="480131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kumimoji="1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相贯线一般为光滑封闭的空间曲线</a:t>
            </a:r>
          </a:p>
        </p:txBody>
      </p:sp>
      <p:grpSp>
        <p:nvGrpSpPr>
          <p:cNvPr id="7" name="Group 15">
            <a:extLst>
              <a:ext uri="{FF2B5EF4-FFF2-40B4-BE49-F238E27FC236}">
                <a16:creationId xmlns:a16="http://schemas.microsoft.com/office/drawing/2014/main" id="{6B6E48AD-3015-7828-6683-FB06F374439D}"/>
              </a:ext>
            </a:extLst>
          </p:cNvPr>
          <p:cNvGrpSpPr>
            <a:grpSpLocks/>
          </p:cNvGrpSpPr>
          <p:nvPr/>
        </p:nvGrpSpPr>
        <p:grpSpPr bwMode="auto">
          <a:xfrm>
            <a:off x="9868070" y="1411456"/>
            <a:ext cx="1284287" cy="1198563"/>
            <a:chOff x="2444" y="1408"/>
            <a:chExt cx="1089" cy="1011"/>
          </a:xfrm>
        </p:grpSpPr>
        <p:sp>
          <p:nvSpPr>
            <p:cNvPr id="8" name="Freeform 16">
              <a:extLst>
                <a:ext uri="{FF2B5EF4-FFF2-40B4-BE49-F238E27FC236}">
                  <a16:creationId xmlns:a16="http://schemas.microsoft.com/office/drawing/2014/main" id="{6755CF33-98E8-D3CA-3C8F-FAC2EA2765BF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8" y="1408"/>
              <a:ext cx="1035" cy="968"/>
            </a:xfrm>
            <a:custGeom>
              <a:avLst/>
              <a:gdLst>
                <a:gd name="T0" fmla="*/ 0 w 1333"/>
                <a:gd name="T1" fmla="*/ 2 h 1246"/>
                <a:gd name="T2" fmla="*/ 2 w 1333"/>
                <a:gd name="T3" fmla="*/ 2 h 1246"/>
                <a:gd name="T4" fmla="*/ 2 w 1333"/>
                <a:gd name="T5" fmla="*/ 2 h 1246"/>
                <a:gd name="T6" fmla="*/ 2 w 1333"/>
                <a:gd name="T7" fmla="*/ 2 h 1246"/>
                <a:gd name="T8" fmla="*/ 2 w 1333"/>
                <a:gd name="T9" fmla="*/ 2 h 1246"/>
                <a:gd name="T10" fmla="*/ 2 w 1333"/>
                <a:gd name="T11" fmla="*/ 2 h 1246"/>
                <a:gd name="T12" fmla="*/ 2 w 1333"/>
                <a:gd name="T13" fmla="*/ 2 h 1246"/>
                <a:gd name="T14" fmla="*/ 2 w 1333"/>
                <a:gd name="T15" fmla="*/ 2 h 1246"/>
                <a:gd name="T16" fmla="*/ 2 w 1333"/>
                <a:gd name="T17" fmla="*/ 2 h 1246"/>
                <a:gd name="T18" fmla="*/ 2 w 1333"/>
                <a:gd name="T19" fmla="*/ 2 h 1246"/>
                <a:gd name="T20" fmla="*/ 2 w 1333"/>
                <a:gd name="T21" fmla="*/ 2 h 1246"/>
                <a:gd name="T22" fmla="*/ 2 w 1333"/>
                <a:gd name="T23" fmla="*/ 2 h 1246"/>
                <a:gd name="T24" fmla="*/ 2 w 1333"/>
                <a:gd name="T25" fmla="*/ 2 h 1246"/>
                <a:gd name="T26" fmla="*/ 2 w 1333"/>
                <a:gd name="T27" fmla="*/ 0 h 1246"/>
                <a:gd name="T28" fmla="*/ 2 w 1333"/>
                <a:gd name="T29" fmla="*/ 2 h 1246"/>
                <a:gd name="T30" fmla="*/ 2 w 1333"/>
                <a:gd name="T31" fmla="*/ 2 h 1246"/>
                <a:gd name="T32" fmla="*/ 2 w 1333"/>
                <a:gd name="T33" fmla="*/ 2 h 1246"/>
                <a:gd name="T34" fmla="*/ 2 w 1333"/>
                <a:gd name="T35" fmla="*/ 2 h 1246"/>
                <a:gd name="T36" fmla="*/ 2 w 1333"/>
                <a:gd name="T37" fmla="*/ 2 h 1246"/>
                <a:gd name="T38" fmla="*/ 2 w 1333"/>
                <a:gd name="T39" fmla="*/ 2 h 1246"/>
                <a:gd name="T40" fmla="*/ 2 w 1333"/>
                <a:gd name="T41" fmla="*/ 2 h 1246"/>
                <a:gd name="T42" fmla="*/ 2 w 1333"/>
                <a:gd name="T43" fmla="*/ 2 h 1246"/>
                <a:gd name="T44" fmla="*/ 2 w 1333"/>
                <a:gd name="T45" fmla="*/ 2 h 1246"/>
                <a:gd name="T46" fmla="*/ 2 w 1333"/>
                <a:gd name="T47" fmla="*/ 2 h 1246"/>
                <a:gd name="T48" fmla="*/ 2 w 1333"/>
                <a:gd name="T49" fmla="*/ 2 h 1246"/>
                <a:gd name="T50" fmla="*/ 2 w 1333"/>
                <a:gd name="T51" fmla="*/ 2 h 1246"/>
                <a:gd name="T52" fmla="*/ 2 w 1333"/>
                <a:gd name="T53" fmla="*/ 2 h 1246"/>
                <a:gd name="T54" fmla="*/ 2 w 1333"/>
                <a:gd name="T55" fmla="*/ 2 h 1246"/>
                <a:gd name="T56" fmla="*/ 2 w 1333"/>
                <a:gd name="T57" fmla="*/ 2 h 1246"/>
                <a:gd name="T58" fmla="*/ 2 w 1333"/>
                <a:gd name="T59" fmla="*/ 2 h 1246"/>
                <a:gd name="T60" fmla="*/ 2 w 1333"/>
                <a:gd name="T61" fmla="*/ 2 h 1246"/>
                <a:gd name="T62" fmla="*/ 2 w 1333"/>
                <a:gd name="T63" fmla="*/ 2 h 1246"/>
                <a:gd name="T64" fmla="*/ 2 w 1333"/>
                <a:gd name="T65" fmla="*/ 2 h 1246"/>
                <a:gd name="T66" fmla="*/ 2 w 1333"/>
                <a:gd name="T67" fmla="*/ 2 h 1246"/>
                <a:gd name="T68" fmla="*/ 2 w 1333"/>
                <a:gd name="T69" fmla="*/ 2 h 1246"/>
                <a:gd name="T70" fmla="*/ 2 w 1333"/>
                <a:gd name="T71" fmla="*/ 2 h 1246"/>
                <a:gd name="T72" fmla="*/ 2 w 1333"/>
                <a:gd name="T73" fmla="*/ 2 h 1246"/>
                <a:gd name="T74" fmla="*/ 2 w 1333"/>
                <a:gd name="T75" fmla="*/ 2 h 1246"/>
                <a:gd name="T76" fmla="*/ 2 w 1333"/>
                <a:gd name="T77" fmla="*/ 2 h 1246"/>
                <a:gd name="T78" fmla="*/ 2 w 1333"/>
                <a:gd name="T79" fmla="*/ 2 h 1246"/>
                <a:gd name="T80" fmla="*/ 2 w 1333"/>
                <a:gd name="T81" fmla="*/ 2 h 1246"/>
                <a:gd name="T82" fmla="*/ 2 w 1333"/>
                <a:gd name="T83" fmla="*/ 2 h 1246"/>
                <a:gd name="T84" fmla="*/ 0 w 1333"/>
                <a:gd name="T85" fmla="*/ 2 h 124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1333"/>
                <a:gd name="T130" fmla="*/ 0 h 1246"/>
                <a:gd name="T131" fmla="*/ 1333 w 1333"/>
                <a:gd name="T132" fmla="*/ 1246 h 124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1333" h="1246">
                  <a:moveTo>
                    <a:pt x="0" y="482"/>
                  </a:moveTo>
                  <a:lnTo>
                    <a:pt x="363" y="279"/>
                  </a:lnTo>
                  <a:lnTo>
                    <a:pt x="385" y="347"/>
                  </a:lnTo>
                  <a:lnTo>
                    <a:pt x="428" y="379"/>
                  </a:lnTo>
                  <a:lnTo>
                    <a:pt x="531" y="455"/>
                  </a:lnTo>
                  <a:lnTo>
                    <a:pt x="661" y="488"/>
                  </a:lnTo>
                  <a:lnTo>
                    <a:pt x="802" y="444"/>
                  </a:lnTo>
                  <a:lnTo>
                    <a:pt x="862" y="320"/>
                  </a:lnTo>
                  <a:lnTo>
                    <a:pt x="840" y="228"/>
                  </a:lnTo>
                  <a:lnTo>
                    <a:pt x="786" y="157"/>
                  </a:lnTo>
                  <a:lnTo>
                    <a:pt x="726" y="114"/>
                  </a:lnTo>
                  <a:lnTo>
                    <a:pt x="669" y="103"/>
                  </a:lnTo>
                  <a:lnTo>
                    <a:pt x="807" y="16"/>
                  </a:lnTo>
                  <a:lnTo>
                    <a:pt x="867" y="0"/>
                  </a:lnTo>
                  <a:lnTo>
                    <a:pt x="943" y="11"/>
                  </a:lnTo>
                  <a:lnTo>
                    <a:pt x="1002" y="27"/>
                  </a:lnTo>
                  <a:lnTo>
                    <a:pt x="1073" y="70"/>
                  </a:lnTo>
                  <a:lnTo>
                    <a:pt x="1127" y="114"/>
                  </a:lnTo>
                  <a:lnTo>
                    <a:pt x="1181" y="168"/>
                  </a:lnTo>
                  <a:lnTo>
                    <a:pt x="1219" y="222"/>
                  </a:lnTo>
                  <a:lnTo>
                    <a:pt x="1273" y="309"/>
                  </a:lnTo>
                  <a:lnTo>
                    <a:pt x="1311" y="390"/>
                  </a:lnTo>
                  <a:lnTo>
                    <a:pt x="1328" y="488"/>
                  </a:lnTo>
                  <a:lnTo>
                    <a:pt x="1333" y="563"/>
                  </a:lnTo>
                  <a:lnTo>
                    <a:pt x="1317" y="656"/>
                  </a:lnTo>
                  <a:lnTo>
                    <a:pt x="1290" y="721"/>
                  </a:lnTo>
                  <a:lnTo>
                    <a:pt x="1241" y="769"/>
                  </a:lnTo>
                  <a:lnTo>
                    <a:pt x="937" y="953"/>
                  </a:lnTo>
                  <a:lnTo>
                    <a:pt x="889" y="959"/>
                  </a:lnTo>
                  <a:lnTo>
                    <a:pt x="840" y="970"/>
                  </a:lnTo>
                  <a:lnTo>
                    <a:pt x="789" y="987"/>
                  </a:lnTo>
                  <a:lnTo>
                    <a:pt x="746" y="1031"/>
                  </a:lnTo>
                  <a:lnTo>
                    <a:pt x="702" y="1089"/>
                  </a:lnTo>
                  <a:lnTo>
                    <a:pt x="415" y="1246"/>
                  </a:lnTo>
                  <a:lnTo>
                    <a:pt x="471" y="1186"/>
                  </a:lnTo>
                  <a:lnTo>
                    <a:pt x="504" y="1105"/>
                  </a:lnTo>
                  <a:lnTo>
                    <a:pt x="509" y="1002"/>
                  </a:lnTo>
                  <a:lnTo>
                    <a:pt x="488" y="916"/>
                  </a:lnTo>
                  <a:lnTo>
                    <a:pt x="455" y="796"/>
                  </a:lnTo>
                  <a:lnTo>
                    <a:pt x="396" y="704"/>
                  </a:lnTo>
                  <a:lnTo>
                    <a:pt x="287" y="596"/>
                  </a:lnTo>
                  <a:lnTo>
                    <a:pt x="152" y="525"/>
                  </a:lnTo>
                  <a:lnTo>
                    <a:pt x="0" y="482"/>
                  </a:lnTo>
                  <a:close/>
                </a:path>
              </a:pathLst>
            </a:custGeom>
            <a:gradFill rotWithShape="0">
              <a:gsLst>
                <a:gs pos="0">
                  <a:srgbClr val="004E00"/>
                </a:gs>
                <a:gs pos="50000">
                  <a:srgbClr val="008000"/>
                </a:gs>
                <a:gs pos="100000">
                  <a:srgbClr val="004E00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" name="Oval 17">
              <a:extLst>
                <a:ext uri="{FF2B5EF4-FFF2-40B4-BE49-F238E27FC236}">
                  <a16:creationId xmlns:a16="http://schemas.microsoft.com/office/drawing/2014/main" id="{C71963B1-706E-6F84-530E-8E40CBC232D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1827933">
              <a:off x="2444" y="1741"/>
              <a:ext cx="431" cy="678"/>
            </a:xfrm>
            <a:prstGeom prst="ellipse">
              <a:avLst/>
            </a:prstGeom>
            <a:solidFill>
              <a:srgbClr val="00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" name="Freeform 18">
              <a:extLst>
                <a:ext uri="{FF2B5EF4-FFF2-40B4-BE49-F238E27FC236}">
                  <a16:creationId xmlns:a16="http://schemas.microsoft.com/office/drawing/2014/main" id="{5DE2ADC0-2818-C490-9123-6353D9E93B3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8" y="1479"/>
              <a:ext cx="407" cy="324"/>
            </a:xfrm>
            <a:custGeom>
              <a:avLst/>
              <a:gdLst>
                <a:gd name="T0" fmla="*/ 0 w 1164"/>
                <a:gd name="T1" fmla="*/ 0 h 924"/>
                <a:gd name="T2" fmla="*/ 0 w 1164"/>
                <a:gd name="T3" fmla="*/ 0 h 924"/>
                <a:gd name="T4" fmla="*/ 0 w 1164"/>
                <a:gd name="T5" fmla="*/ 0 h 924"/>
                <a:gd name="T6" fmla="*/ 0 w 1164"/>
                <a:gd name="T7" fmla="*/ 0 h 924"/>
                <a:gd name="T8" fmla="*/ 0 w 1164"/>
                <a:gd name="T9" fmla="*/ 0 h 924"/>
                <a:gd name="T10" fmla="*/ 0 w 1164"/>
                <a:gd name="T11" fmla="*/ 0 h 924"/>
                <a:gd name="T12" fmla="*/ 0 w 1164"/>
                <a:gd name="T13" fmla="*/ 0 h 924"/>
                <a:gd name="T14" fmla="*/ 0 w 1164"/>
                <a:gd name="T15" fmla="*/ 0 h 924"/>
                <a:gd name="T16" fmla="*/ 0 w 1164"/>
                <a:gd name="T17" fmla="*/ 0 h 924"/>
                <a:gd name="T18" fmla="*/ 0 w 1164"/>
                <a:gd name="T19" fmla="*/ 0 h 924"/>
                <a:gd name="T20" fmla="*/ 0 w 1164"/>
                <a:gd name="T21" fmla="*/ 0 h 924"/>
                <a:gd name="T22" fmla="*/ 0 w 1164"/>
                <a:gd name="T23" fmla="*/ 0 h 924"/>
                <a:gd name="T24" fmla="*/ 0 w 1164"/>
                <a:gd name="T25" fmla="*/ 0 h 924"/>
                <a:gd name="T26" fmla="*/ 0 w 1164"/>
                <a:gd name="T27" fmla="*/ 0 h 924"/>
                <a:gd name="T28" fmla="*/ 0 w 1164"/>
                <a:gd name="T29" fmla="*/ 0 h 924"/>
                <a:gd name="T30" fmla="*/ 0 w 1164"/>
                <a:gd name="T31" fmla="*/ 0 h 924"/>
                <a:gd name="T32" fmla="*/ 0 w 1164"/>
                <a:gd name="T33" fmla="*/ 0 h 924"/>
                <a:gd name="T34" fmla="*/ 0 w 1164"/>
                <a:gd name="T35" fmla="*/ 0 h 924"/>
                <a:gd name="T36" fmla="*/ 0 w 1164"/>
                <a:gd name="T37" fmla="*/ 0 h 924"/>
                <a:gd name="T38" fmla="*/ 0 w 1164"/>
                <a:gd name="T39" fmla="*/ 0 h 924"/>
                <a:gd name="T40" fmla="*/ 0 w 1164"/>
                <a:gd name="T41" fmla="*/ 0 h 924"/>
                <a:gd name="T42" fmla="*/ 0 w 1164"/>
                <a:gd name="T43" fmla="*/ 0 h 924"/>
                <a:gd name="T44" fmla="*/ 0 w 1164"/>
                <a:gd name="T45" fmla="*/ 0 h 924"/>
                <a:gd name="T46" fmla="*/ 0 w 1164"/>
                <a:gd name="T47" fmla="*/ 0 h 924"/>
                <a:gd name="T48" fmla="*/ 0 w 1164"/>
                <a:gd name="T49" fmla="*/ 0 h 924"/>
                <a:gd name="T50" fmla="*/ 0 w 1164"/>
                <a:gd name="T51" fmla="*/ 0 h 924"/>
                <a:gd name="T52" fmla="*/ 0 w 1164"/>
                <a:gd name="T53" fmla="*/ 0 h 924"/>
                <a:gd name="T54" fmla="*/ 0 w 1164"/>
                <a:gd name="T55" fmla="*/ 0 h 924"/>
                <a:gd name="T56" fmla="*/ 0 w 1164"/>
                <a:gd name="T57" fmla="*/ 0 h 924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1164"/>
                <a:gd name="T88" fmla="*/ 0 h 924"/>
                <a:gd name="T89" fmla="*/ 1164 w 1164"/>
                <a:gd name="T90" fmla="*/ 924 h 924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1164" h="924">
                  <a:moveTo>
                    <a:pt x="516" y="300"/>
                  </a:moveTo>
                  <a:lnTo>
                    <a:pt x="624" y="216"/>
                  </a:lnTo>
                  <a:lnTo>
                    <a:pt x="672" y="132"/>
                  </a:lnTo>
                  <a:cubicBezTo>
                    <a:pt x="708" y="72"/>
                    <a:pt x="684" y="46"/>
                    <a:pt x="708" y="24"/>
                  </a:cubicBezTo>
                  <a:lnTo>
                    <a:pt x="816" y="0"/>
                  </a:lnTo>
                  <a:lnTo>
                    <a:pt x="912" y="36"/>
                  </a:lnTo>
                  <a:lnTo>
                    <a:pt x="1020" y="108"/>
                  </a:lnTo>
                  <a:lnTo>
                    <a:pt x="1092" y="204"/>
                  </a:lnTo>
                  <a:lnTo>
                    <a:pt x="1140" y="288"/>
                  </a:lnTo>
                  <a:lnTo>
                    <a:pt x="1164" y="396"/>
                  </a:lnTo>
                  <a:lnTo>
                    <a:pt x="1164" y="516"/>
                  </a:lnTo>
                  <a:lnTo>
                    <a:pt x="1152" y="636"/>
                  </a:lnTo>
                  <a:lnTo>
                    <a:pt x="1092" y="744"/>
                  </a:lnTo>
                  <a:lnTo>
                    <a:pt x="1044" y="828"/>
                  </a:lnTo>
                  <a:lnTo>
                    <a:pt x="948" y="888"/>
                  </a:lnTo>
                  <a:lnTo>
                    <a:pt x="816" y="924"/>
                  </a:lnTo>
                  <a:lnTo>
                    <a:pt x="636" y="924"/>
                  </a:lnTo>
                  <a:lnTo>
                    <a:pt x="504" y="876"/>
                  </a:lnTo>
                  <a:lnTo>
                    <a:pt x="396" y="828"/>
                  </a:lnTo>
                  <a:lnTo>
                    <a:pt x="288" y="768"/>
                  </a:lnTo>
                  <a:lnTo>
                    <a:pt x="192" y="708"/>
                  </a:lnTo>
                  <a:lnTo>
                    <a:pt x="96" y="624"/>
                  </a:lnTo>
                  <a:lnTo>
                    <a:pt x="12" y="528"/>
                  </a:lnTo>
                  <a:lnTo>
                    <a:pt x="0" y="444"/>
                  </a:lnTo>
                  <a:lnTo>
                    <a:pt x="70" y="403"/>
                  </a:lnTo>
                  <a:lnTo>
                    <a:pt x="180" y="396"/>
                  </a:lnTo>
                  <a:lnTo>
                    <a:pt x="276" y="384"/>
                  </a:lnTo>
                  <a:lnTo>
                    <a:pt x="420" y="348"/>
                  </a:lnTo>
                  <a:lnTo>
                    <a:pt x="516" y="300"/>
                  </a:lnTo>
                  <a:close/>
                </a:path>
              </a:pathLst>
            </a:custGeom>
            <a:gradFill rotWithShape="0">
              <a:gsLst>
                <a:gs pos="0">
                  <a:srgbClr val="76002F"/>
                </a:gs>
                <a:gs pos="50000">
                  <a:srgbClr val="FF0066"/>
                </a:gs>
                <a:gs pos="100000">
                  <a:srgbClr val="76002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pic>
        <p:nvPicPr>
          <p:cNvPr id="11" name="Picture 24">
            <a:extLst>
              <a:ext uri="{FF2B5EF4-FFF2-40B4-BE49-F238E27FC236}">
                <a16:creationId xmlns:a16="http://schemas.microsoft.com/office/drawing/2014/main" id="{007E06E6-7C8C-BDAA-B281-287971753B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6610" y="2841383"/>
            <a:ext cx="1628775" cy="1493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2" name="Object 26">
            <a:extLst>
              <a:ext uri="{FF2B5EF4-FFF2-40B4-BE49-F238E27FC236}">
                <a16:creationId xmlns:a16="http://schemas.microsoft.com/office/drawing/2014/main" id="{C0D3100B-7A15-22D0-1DD5-54D2630A016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2535136"/>
              </p:ext>
            </p:extLst>
          </p:nvPr>
        </p:nvGraphicFramePr>
        <p:xfrm>
          <a:off x="9736307" y="4456385"/>
          <a:ext cx="1547812" cy="1446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位图图像" r:id="rId4" imgW="2343477" imgH="2190476" progId="Paint.Picture">
                  <p:embed/>
                </p:oleObj>
              </mc:Choice>
              <mc:Fallback>
                <p:oleObj name="位图图像" r:id="rId4" imgW="2343477" imgH="2190476" progId="Paint.Picture">
                  <p:embed/>
                  <p:pic>
                    <p:nvPicPr>
                      <p:cNvPr id="12" name="Object 26">
                        <a:extLst>
                          <a:ext uri="{FF2B5EF4-FFF2-40B4-BE49-F238E27FC236}">
                            <a16:creationId xmlns:a16="http://schemas.microsoft.com/office/drawing/2014/main" id="{C0D3100B-7A15-22D0-1DD5-54D2630A016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36307" y="4456385"/>
                        <a:ext cx="1547812" cy="1446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27">
            <a:extLst>
              <a:ext uri="{FF2B5EF4-FFF2-40B4-BE49-F238E27FC236}">
                <a16:creationId xmlns:a16="http://schemas.microsoft.com/office/drawing/2014/main" id="{3241AD46-201C-1AE4-D4E0-4F14C4954B6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905363"/>
              </p:ext>
            </p:extLst>
          </p:nvPr>
        </p:nvGraphicFramePr>
        <p:xfrm>
          <a:off x="7264003" y="4365104"/>
          <a:ext cx="1587500" cy="162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位图图像" r:id="rId6" imgW="2991268" imgH="3067478" progId="Paint.Picture">
                  <p:embed/>
                </p:oleObj>
              </mc:Choice>
              <mc:Fallback>
                <p:oleObj name="位图图像" r:id="rId6" imgW="2991268" imgH="3067478" progId="Paint.Picture">
                  <p:embed/>
                  <p:pic>
                    <p:nvPicPr>
                      <p:cNvPr id="13" name="Object 27">
                        <a:extLst>
                          <a:ext uri="{FF2B5EF4-FFF2-40B4-BE49-F238E27FC236}">
                            <a16:creationId xmlns:a16="http://schemas.microsoft.com/office/drawing/2014/main" id="{3241AD46-201C-1AE4-D4E0-4F14C4954B6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64003" y="4365104"/>
                        <a:ext cx="1587500" cy="1628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Box 20">
            <a:extLst>
              <a:ext uri="{FF2B5EF4-FFF2-40B4-BE49-F238E27FC236}">
                <a16:creationId xmlns:a16="http://schemas.microsoft.com/office/drawing/2014/main" id="{B823884E-316D-FB92-F3A6-01873C134E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8989" y="2599914"/>
            <a:ext cx="277031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相贯线的求法</a:t>
            </a:r>
          </a:p>
        </p:txBody>
      </p:sp>
      <p:sp>
        <p:nvSpPr>
          <p:cNvPr id="15" name="Text Box 21">
            <a:extLst>
              <a:ext uri="{FF2B5EF4-FFF2-40B4-BE49-F238E27FC236}">
                <a16:creationId xmlns:a16="http://schemas.microsoft.com/office/drawing/2014/main" id="{D7BF275F-91CC-821F-10AE-6ACF23B60E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9189" y="3153448"/>
            <a:ext cx="5724644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求出相贯线上的一系列点，再光滑连接。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先取特殊点，后取中间点（一般位置）</a:t>
            </a:r>
            <a:endParaRPr lang="zh-CN" altLang="en-US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Symbol" panose="05050102010706020507" pitchFamily="18" charset="2"/>
            </a:endParaRPr>
          </a:p>
        </p:txBody>
      </p:sp>
      <p:sp>
        <p:nvSpPr>
          <p:cNvPr id="17" name="Text Box 21">
            <a:extLst>
              <a:ext uri="{FF2B5EF4-FFF2-40B4-BE49-F238E27FC236}">
                <a16:creationId xmlns:a16="http://schemas.microsoft.com/office/drawing/2014/main" id="{0312171E-8EC9-C3EE-2E50-81EDAB38C2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9189" y="4219399"/>
            <a:ext cx="4185761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求作相贯线上点的基本方法：</a:t>
            </a:r>
            <a:endParaRPr lang="zh-CN" altLang="en-US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829915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6" grpId="0"/>
      <p:bldP spid="14" grpId="0"/>
      <p:bldP spid="15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4AEBF1-64DD-CE6A-C7C4-15E0DCF2E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>
            <a:extLst>
              <a:ext uri="{FF2B5EF4-FFF2-40B4-BE49-F238E27FC236}">
                <a16:creationId xmlns:a16="http://schemas.microsoft.com/office/drawing/2014/main" id="{44C5B20D-A1A9-F939-1E58-24977EB4B0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19" y="412176"/>
            <a:ext cx="45801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8.3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回转体与回转体相交</a:t>
            </a:r>
          </a:p>
        </p:txBody>
      </p:sp>
      <p:sp>
        <p:nvSpPr>
          <p:cNvPr id="16" name="灯片编号占位符 3">
            <a:extLst>
              <a:ext uri="{FF2B5EF4-FFF2-40B4-BE49-F238E27FC236}">
                <a16:creationId xmlns:a16="http://schemas.microsoft.com/office/drawing/2014/main" id="{744815A3-12B7-3C95-D258-FE211921277F}"/>
              </a:ext>
            </a:extLst>
          </p:cNvPr>
          <p:cNvSpPr txBox="1">
            <a:spLocks/>
          </p:cNvSpPr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  <a:pPr/>
              <a:t>9</a:t>
            </a:fld>
            <a:endParaRPr lang="en-US" altLang="zh-CN" dirty="0"/>
          </a:p>
        </p:txBody>
      </p:sp>
      <p:sp>
        <p:nvSpPr>
          <p:cNvPr id="2" name="AutoShape 33" descr="信纸">
            <a:extLst>
              <a:ext uri="{FF2B5EF4-FFF2-40B4-BE49-F238E27FC236}">
                <a16:creationId xmlns:a16="http://schemas.microsoft.com/office/drawing/2014/main" id="{F926FCC1-C580-8A1F-126B-BA629423F9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110" y="2119537"/>
            <a:ext cx="3997117" cy="2314039"/>
          </a:xfrm>
          <a:prstGeom prst="snip2Diag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4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利用圆柱面投影具有积聚性的特点，</a:t>
            </a:r>
            <a:r>
              <a:rPr lang="zh-CN" altLang="en-US" sz="24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用圆柱面上取点的方法，</a:t>
            </a:r>
            <a:r>
              <a:rPr lang="zh-CN" altLang="en-US" sz="24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由两圆柱面上若干公有点的已知投影，求出公有点的未知投影。</a:t>
            </a:r>
          </a:p>
        </p:txBody>
      </p:sp>
      <p:sp>
        <p:nvSpPr>
          <p:cNvPr id="3" name="Text Box 21" descr="信纸">
            <a:extLst>
              <a:ext uri="{FF2B5EF4-FFF2-40B4-BE49-F238E27FC236}">
                <a16:creationId xmlns:a16="http://schemas.microsoft.com/office/drawing/2014/main" id="{65EF4B61-F426-B0EE-8D42-9CCC015F75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336" y="1196752"/>
            <a:ext cx="4032250" cy="53022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indent="-457200" algn="ctr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积聚性表面取点法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  <a:sym typeface="Symbol" panose="05050102010706020507" pitchFamily="18" charset="2"/>
            </a:endParaRPr>
          </a:p>
        </p:txBody>
      </p:sp>
      <p:sp>
        <p:nvSpPr>
          <p:cNvPr id="4" name="Text Box 7">
            <a:extLst>
              <a:ext uri="{FF2B5EF4-FFF2-40B4-BE49-F238E27FC236}">
                <a16:creationId xmlns:a16="http://schemas.microsoft.com/office/drawing/2014/main" id="{B8DD13DF-1DCA-43C6-E70D-5BEC3DEEDD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12545" y="3817414"/>
            <a:ext cx="202811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 </a:t>
            </a:r>
            <a:r>
              <a:rPr lang="zh-CN" altLang="en-US" sz="2400" b="1" dirty="0">
                <a:solidFill>
                  <a:srgbClr val="000000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先找特殊点</a:t>
            </a:r>
            <a:endParaRPr lang="zh-CN" altLang="en-US" sz="2400" b="1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5" name="Text Box 9">
            <a:extLst>
              <a:ext uri="{FF2B5EF4-FFF2-40B4-BE49-F238E27FC236}">
                <a16:creationId xmlns:a16="http://schemas.microsoft.com/office/drawing/2014/main" id="{8401AEF2-1D70-7F03-566B-55CACBDCCC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12545" y="4177777"/>
            <a:ext cx="202811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 </a:t>
            </a:r>
            <a:r>
              <a:rPr lang="zh-CN" altLang="en-US" sz="2400" b="1" dirty="0">
                <a:solidFill>
                  <a:srgbClr val="000000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补充中间点</a:t>
            </a:r>
            <a:endParaRPr lang="zh-CN" altLang="en-US" sz="2400" b="1" dirty="0">
              <a:solidFill>
                <a:srgbClr val="000000"/>
              </a:solidFill>
              <a:latin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6" name="Text Box 9">
            <a:extLst>
              <a:ext uri="{FF2B5EF4-FFF2-40B4-BE49-F238E27FC236}">
                <a16:creationId xmlns:a16="http://schemas.microsoft.com/office/drawing/2014/main" id="{4105FD0F-EE52-38F4-50DF-D3B8D3819E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18895" y="4538139"/>
            <a:ext cx="187165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 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光滑连接</a:t>
            </a:r>
          </a:p>
        </p:txBody>
      </p:sp>
      <p:sp>
        <p:nvSpPr>
          <p:cNvPr id="7" name="Text Box 13">
            <a:extLst>
              <a:ext uri="{FF2B5EF4-FFF2-40B4-BE49-F238E27FC236}">
                <a16:creationId xmlns:a16="http://schemas.microsoft.com/office/drawing/2014/main" id="{C7FAD1C2-9D05-48C3-995E-1066D32F5F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9408" y="2097269"/>
            <a:ext cx="486222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42900" indent="-3429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空间分析</a:t>
            </a:r>
            <a:r>
              <a:rPr kumimoji="0" lang="zh-CN" altLang="en-US" sz="24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，确定交线的空间形状</a:t>
            </a:r>
          </a:p>
        </p:txBody>
      </p:sp>
      <p:sp>
        <p:nvSpPr>
          <p:cNvPr id="8" name="Text Box 14">
            <a:extLst>
              <a:ext uri="{FF2B5EF4-FFF2-40B4-BE49-F238E27FC236}">
                <a16:creationId xmlns:a16="http://schemas.microsoft.com/office/drawing/2014/main" id="{054C8BBD-0E7F-2E54-B85B-393B01A3E7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9408" y="2725448"/>
            <a:ext cx="486222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42900" indent="-3429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投影分析</a:t>
            </a:r>
            <a:r>
              <a:rPr kumimoji="0" lang="zh-CN" altLang="en-US" sz="24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，确定交线的已知投影</a:t>
            </a:r>
          </a:p>
        </p:txBody>
      </p:sp>
      <p:sp>
        <p:nvSpPr>
          <p:cNvPr id="9" name="Text Box 15">
            <a:extLst>
              <a:ext uri="{FF2B5EF4-FFF2-40B4-BE49-F238E27FC236}">
                <a16:creationId xmlns:a16="http://schemas.microsoft.com/office/drawing/2014/main" id="{2588B4A7-8181-4333-A1CD-259E3E355B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9408" y="3357982"/>
            <a:ext cx="33153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42900" indent="-3429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作图</a:t>
            </a:r>
            <a:r>
              <a:rPr kumimoji="0" lang="zh-CN" altLang="en-US" sz="24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，求交线的投影</a:t>
            </a:r>
          </a:p>
        </p:txBody>
      </p:sp>
      <p:sp>
        <p:nvSpPr>
          <p:cNvPr id="10" name="Text Box 19">
            <a:extLst>
              <a:ext uri="{FF2B5EF4-FFF2-40B4-BE49-F238E27FC236}">
                <a16:creationId xmlns:a16="http://schemas.microsoft.com/office/drawing/2014/main" id="{BEEECB99-2C9C-2ED5-A01C-F1494CDB5A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5920" y="5085184"/>
            <a:ext cx="362471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42900" indent="-3429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检查</a:t>
            </a:r>
            <a:r>
              <a:rPr kumimoji="0" lang="zh-CN" altLang="en-US" sz="24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：轮廓线、可见性</a:t>
            </a:r>
          </a:p>
        </p:txBody>
      </p:sp>
      <p:sp>
        <p:nvSpPr>
          <p:cNvPr id="11" name="Text Box 20">
            <a:extLst>
              <a:ext uri="{FF2B5EF4-FFF2-40B4-BE49-F238E27FC236}">
                <a16:creationId xmlns:a16="http://schemas.microsoft.com/office/drawing/2014/main" id="{5099E13F-71D1-063E-AC46-C81AFFFC23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5558" y="1516469"/>
            <a:ext cx="37560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求相贯线的基本步骤：</a:t>
            </a:r>
          </a:p>
        </p:txBody>
      </p:sp>
      <p:grpSp>
        <p:nvGrpSpPr>
          <p:cNvPr id="12" name="Group 25">
            <a:extLst>
              <a:ext uri="{FF2B5EF4-FFF2-40B4-BE49-F238E27FC236}">
                <a16:creationId xmlns:a16="http://schemas.microsoft.com/office/drawing/2014/main" id="{5359A9EA-91C9-622C-908A-E7E904D6F5AB}"/>
              </a:ext>
            </a:extLst>
          </p:cNvPr>
          <p:cNvGrpSpPr>
            <a:grpSpLocks/>
          </p:cNvGrpSpPr>
          <p:nvPr/>
        </p:nvGrpSpPr>
        <p:grpSpPr bwMode="auto">
          <a:xfrm>
            <a:off x="9155264" y="3499915"/>
            <a:ext cx="2572159" cy="1447800"/>
            <a:chOff x="3349" y="2788"/>
            <a:chExt cx="1629" cy="912"/>
          </a:xfrm>
          <a:solidFill>
            <a:schemeClr val="accent5">
              <a:lumMod val="40000"/>
              <a:lumOff val="60000"/>
            </a:schemeClr>
          </a:solidFill>
        </p:grpSpPr>
        <p:sp>
          <p:nvSpPr>
            <p:cNvPr id="13" name="AutoShape 24" descr="信纸">
              <a:extLst>
                <a:ext uri="{FF2B5EF4-FFF2-40B4-BE49-F238E27FC236}">
                  <a16:creationId xmlns:a16="http://schemas.microsoft.com/office/drawing/2014/main" id="{32B532E4-1052-EA2C-9DD0-5878B2E5E9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9" y="2788"/>
              <a:ext cx="1434" cy="912"/>
            </a:xfrm>
            <a:prstGeom prst="wedgeRoundRectCallout">
              <a:avLst>
                <a:gd name="adj1" fmla="val -87673"/>
                <a:gd name="adj2" fmla="val -11004"/>
                <a:gd name="adj3" fmla="val 16667"/>
              </a:avLst>
            </a:prstGeom>
            <a:grpFill/>
            <a:ln w="38100" algn="ctr">
              <a:solidFill>
                <a:schemeClr val="accent5">
                  <a:lumMod val="40000"/>
                  <a:lumOff val="60000"/>
                </a:scheme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4" name="Text Box 23">
              <a:extLst>
                <a:ext uri="{FF2B5EF4-FFF2-40B4-BE49-F238E27FC236}">
                  <a16:creationId xmlns:a16="http://schemas.microsoft.com/office/drawing/2014/main" id="{C3304085-FFE8-DAF3-A408-021AA5B6FC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31" y="2817"/>
              <a:ext cx="1547" cy="8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最高点、最低点、最左点、最右点、最前点、最后点、轮廓线上的点。</a:t>
              </a:r>
              <a:endParaRPr kumimoji="1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3448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4C9CCC-6D38-688F-66D5-8B99A21AB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>
            <a:extLst>
              <a:ext uri="{FF2B5EF4-FFF2-40B4-BE49-F238E27FC236}">
                <a16:creationId xmlns:a16="http://schemas.microsoft.com/office/drawing/2014/main" id="{7A3EB6B0-2350-9715-83AD-E02FED565F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19" y="412176"/>
            <a:ext cx="45801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8.3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回转体与回转体相交</a:t>
            </a:r>
          </a:p>
        </p:txBody>
      </p:sp>
      <p:sp>
        <p:nvSpPr>
          <p:cNvPr id="16" name="灯片编号占位符 3">
            <a:extLst>
              <a:ext uri="{FF2B5EF4-FFF2-40B4-BE49-F238E27FC236}">
                <a16:creationId xmlns:a16="http://schemas.microsoft.com/office/drawing/2014/main" id="{AE568988-0C7B-8569-E205-1136577C8071}"/>
              </a:ext>
            </a:extLst>
          </p:cNvPr>
          <p:cNvSpPr txBox="1">
            <a:spLocks/>
          </p:cNvSpPr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  <a:pPr/>
              <a:t>10</a:t>
            </a:fld>
            <a:endParaRPr lang="en-US" altLang="zh-CN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9454A93-EC97-34C7-F77B-FDB402A22BF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440" t="17548" r="32396" b="5622"/>
          <a:stretch/>
        </p:blipFill>
        <p:spPr>
          <a:xfrm rot="5400000">
            <a:off x="6900065" y="1866212"/>
            <a:ext cx="1193803" cy="259783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2EC335E3-727B-8990-78AC-95C1A896362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35" t="40981" r="24513" b="5838"/>
          <a:stretch/>
        </p:blipFill>
        <p:spPr>
          <a:xfrm>
            <a:off x="6153659" y="5107602"/>
            <a:ext cx="2706848" cy="179818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1D9F0BB4-9FB0-3E77-C0E7-06144970790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352" t="36070" r="37347" b="17800"/>
          <a:stretch/>
        </p:blipFill>
        <p:spPr>
          <a:xfrm rot="5400000">
            <a:off x="6680509" y="5101054"/>
            <a:ext cx="1638300" cy="155974"/>
          </a:xfrm>
          <a:prstGeom prst="rect">
            <a:avLst/>
          </a:prstGeom>
        </p:spPr>
      </p:pic>
      <p:sp>
        <p:nvSpPr>
          <p:cNvPr id="5" name="Freeform 9">
            <a:extLst>
              <a:ext uri="{FF2B5EF4-FFF2-40B4-BE49-F238E27FC236}">
                <a16:creationId xmlns:a16="http://schemas.microsoft.com/office/drawing/2014/main" id="{44D90D73-4782-6036-C12E-0B6FE4CF8EB9}"/>
              </a:ext>
            </a:extLst>
          </p:cNvPr>
          <p:cNvSpPr>
            <a:spLocks/>
          </p:cNvSpPr>
          <p:nvPr/>
        </p:nvSpPr>
        <p:spPr bwMode="auto">
          <a:xfrm>
            <a:off x="6303044" y="1971554"/>
            <a:ext cx="449263" cy="1587"/>
          </a:xfrm>
          <a:custGeom>
            <a:avLst/>
            <a:gdLst>
              <a:gd name="T0" fmla="*/ 0 w 283"/>
              <a:gd name="T1" fmla="*/ 0 h 1"/>
              <a:gd name="T2" fmla="*/ 2147483646 w 283"/>
              <a:gd name="T3" fmla="*/ 0 h 1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283" h="1">
                <a:moveTo>
                  <a:pt x="0" y="0"/>
                </a:moveTo>
                <a:lnTo>
                  <a:pt x="283" y="0"/>
                </a:lnTo>
              </a:path>
            </a:pathLst>
          </a:cu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" name="Oval 2">
            <a:extLst>
              <a:ext uri="{FF2B5EF4-FFF2-40B4-BE49-F238E27FC236}">
                <a16:creationId xmlns:a16="http://schemas.microsoft.com/office/drawing/2014/main" id="{320A9EE1-E019-FDAA-0FD4-7108656366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92307" y="1962029"/>
            <a:ext cx="2001837" cy="1833562"/>
          </a:xfrm>
          <a:prstGeom prst="ellips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Oval 3">
            <a:extLst>
              <a:ext uri="{FF2B5EF4-FFF2-40B4-BE49-F238E27FC236}">
                <a16:creationId xmlns:a16="http://schemas.microsoft.com/office/drawing/2014/main" id="{13252252-5F39-0573-01F4-AE71F7E23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3257" y="4454404"/>
            <a:ext cx="1577975" cy="1419225"/>
          </a:xfrm>
          <a:prstGeom prst="ellips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" name="Freeform 6">
            <a:extLst>
              <a:ext uri="{FF2B5EF4-FFF2-40B4-BE49-F238E27FC236}">
                <a16:creationId xmlns:a16="http://schemas.microsoft.com/office/drawing/2014/main" id="{3D147A14-5BDF-D302-A755-A54545443F38}"/>
              </a:ext>
            </a:extLst>
          </p:cNvPr>
          <p:cNvSpPr>
            <a:spLocks/>
          </p:cNvSpPr>
          <p:nvPr/>
        </p:nvSpPr>
        <p:spPr bwMode="auto">
          <a:xfrm flipH="1">
            <a:off x="6257007" y="1973141"/>
            <a:ext cx="46037" cy="1843088"/>
          </a:xfrm>
          <a:custGeom>
            <a:avLst/>
            <a:gdLst>
              <a:gd name="T0" fmla="*/ 0 w 1"/>
              <a:gd name="T1" fmla="*/ 0 h 1181"/>
              <a:gd name="T2" fmla="*/ 0 w 1"/>
              <a:gd name="T3" fmla="*/ 2147483646 h 1181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" h="1181">
                <a:moveTo>
                  <a:pt x="0" y="0"/>
                </a:moveTo>
                <a:lnTo>
                  <a:pt x="0" y="1181"/>
                </a:lnTo>
              </a:path>
            </a:pathLst>
          </a:cu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" name="Freeform 7">
            <a:extLst>
              <a:ext uri="{FF2B5EF4-FFF2-40B4-BE49-F238E27FC236}">
                <a16:creationId xmlns:a16="http://schemas.microsoft.com/office/drawing/2014/main" id="{16780E10-C615-8026-1CD0-46BB2F4D001B}"/>
              </a:ext>
            </a:extLst>
          </p:cNvPr>
          <p:cNvSpPr>
            <a:spLocks/>
          </p:cNvSpPr>
          <p:nvPr/>
        </p:nvSpPr>
        <p:spPr bwMode="auto">
          <a:xfrm>
            <a:off x="6283994" y="3808291"/>
            <a:ext cx="2455863" cy="3175"/>
          </a:xfrm>
          <a:custGeom>
            <a:avLst/>
            <a:gdLst>
              <a:gd name="T0" fmla="*/ 0 w 1547"/>
              <a:gd name="T1" fmla="*/ 0 h 2"/>
              <a:gd name="T2" fmla="*/ 2147483646 w 1547"/>
              <a:gd name="T3" fmla="*/ 2147483646 h 2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547" h="2">
                <a:moveTo>
                  <a:pt x="0" y="0"/>
                </a:moveTo>
                <a:lnTo>
                  <a:pt x="1547" y="2"/>
                </a:lnTo>
              </a:path>
            </a:pathLst>
          </a:cu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" name="Freeform 8">
            <a:extLst>
              <a:ext uri="{FF2B5EF4-FFF2-40B4-BE49-F238E27FC236}">
                <a16:creationId xmlns:a16="http://schemas.microsoft.com/office/drawing/2014/main" id="{93930ABF-6FDE-1B42-1554-680AC3EAAAFA}"/>
              </a:ext>
            </a:extLst>
          </p:cNvPr>
          <p:cNvSpPr>
            <a:spLocks/>
          </p:cNvSpPr>
          <p:nvPr/>
        </p:nvSpPr>
        <p:spPr bwMode="auto">
          <a:xfrm>
            <a:off x="8727157" y="1963616"/>
            <a:ext cx="1587" cy="1860550"/>
          </a:xfrm>
          <a:custGeom>
            <a:avLst/>
            <a:gdLst>
              <a:gd name="T0" fmla="*/ 0 w 1"/>
              <a:gd name="T1" fmla="*/ 2147483646 h 1172"/>
              <a:gd name="T2" fmla="*/ 0 w 1"/>
              <a:gd name="T3" fmla="*/ 0 h 1172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" h="1172">
                <a:moveTo>
                  <a:pt x="0" y="1172"/>
                </a:moveTo>
                <a:lnTo>
                  <a:pt x="0" y="0"/>
                </a:lnTo>
              </a:path>
            </a:pathLst>
          </a:cu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" name="Freeform 9">
            <a:extLst>
              <a:ext uri="{FF2B5EF4-FFF2-40B4-BE49-F238E27FC236}">
                <a16:creationId xmlns:a16="http://schemas.microsoft.com/office/drawing/2014/main" id="{550BCD77-AD0B-0904-843A-5B1A889B6AC2}"/>
              </a:ext>
            </a:extLst>
          </p:cNvPr>
          <p:cNvSpPr>
            <a:spLocks/>
          </p:cNvSpPr>
          <p:nvPr/>
        </p:nvSpPr>
        <p:spPr bwMode="auto">
          <a:xfrm>
            <a:off x="8277894" y="1963616"/>
            <a:ext cx="449263" cy="1588"/>
          </a:xfrm>
          <a:custGeom>
            <a:avLst/>
            <a:gdLst>
              <a:gd name="T0" fmla="*/ 0 w 283"/>
              <a:gd name="T1" fmla="*/ 0 h 1"/>
              <a:gd name="T2" fmla="*/ 2147483646 w 283"/>
              <a:gd name="T3" fmla="*/ 0 h 1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283" h="1">
                <a:moveTo>
                  <a:pt x="0" y="0"/>
                </a:moveTo>
                <a:lnTo>
                  <a:pt x="283" y="0"/>
                </a:lnTo>
              </a:path>
            </a:pathLst>
          </a:cu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" name="Freeform 10">
            <a:extLst>
              <a:ext uri="{FF2B5EF4-FFF2-40B4-BE49-F238E27FC236}">
                <a16:creationId xmlns:a16="http://schemas.microsoft.com/office/drawing/2014/main" id="{DB8BAA6A-BB8E-7BFB-19AF-BA437985E2EE}"/>
              </a:ext>
            </a:extLst>
          </p:cNvPr>
          <p:cNvSpPr>
            <a:spLocks/>
          </p:cNvSpPr>
          <p:nvPr/>
        </p:nvSpPr>
        <p:spPr bwMode="auto">
          <a:xfrm>
            <a:off x="6731669" y="1587379"/>
            <a:ext cx="7938" cy="393700"/>
          </a:xfrm>
          <a:custGeom>
            <a:avLst/>
            <a:gdLst>
              <a:gd name="T0" fmla="*/ 0 w 5"/>
              <a:gd name="T1" fmla="*/ 0 h 248"/>
              <a:gd name="T2" fmla="*/ 2147483646 w 5"/>
              <a:gd name="T3" fmla="*/ 2147483646 h 248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5" h="248">
                <a:moveTo>
                  <a:pt x="0" y="0"/>
                </a:moveTo>
                <a:lnTo>
                  <a:pt x="5" y="248"/>
                </a:lnTo>
              </a:path>
            </a:pathLst>
          </a:cu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" name="Freeform 11">
            <a:extLst>
              <a:ext uri="{FF2B5EF4-FFF2-40B4-BE49-F238E27FC236}">
                <a16:creationId xmlns:a16="http://schemas.microsoft.com/office/drawing/2014/main" id="{2F957F66-EE31-3E8A-70CA-DDC07D2327D1}"/>
              </a:ext>
            </a:extLst>
          </p:cNvPr>
          <p:cNvSpPr>
            <a:spLocks/>
          </p:cNvSpPr>
          <p:nvPr/>
        </p:nvSpPr>
        <p:spPr bwMode="auto">
          <a:xfrm>
            <a:off x="6738019" y="1595316"/>
            <a:ext cx="1539875" cy="9525"/>
          </a:xfrm>
          <a:custGeom>
            <a:avLst/>
            <a:gdLst>
              <a:gd name="T0" fmla="*/ 0 w 970"/>
              <a:gd name="T1" fmla="*/ 0 h 6"/>
              <a:gd name="T2" fmla="*/ 2147483646 w 970"/>
              <a:gd name="T3" fmla="*/ 2147483646 h 6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970" h="6">
                <a:moveTo>
                  <a:pt x="0" y="0"/>
                </a:moveTo>
                <a:lnTo>
                  <a:pt x="970" y="6"/>
                </a:lnTo>
              </a:path>
            </a:pathLst>
          </a:cu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" name="Freeform 12">
            <a:extLst>
              <a:ext uri="{FF2B5EF4-FFF2-40B4-BE49-F238E27FC236}">
                <a16:creationId xmlns:a16="http://schemas.microsoft.com/office/drawing/2014/main" id="{62191D93-05F9-5784-1419-DD65218587F5}"/>
              </a:ext>
            </a:extLst>
          </p:cNvPr>
          <p:cNvSpPr>
            <a:spLocks/>
          </p:cNvSpPr>
          <p:nvPr/>
        </p:nvSpPr>
        <p:spPr bwMode="auto">
          <a:xfrm>
            <a:off x="8276307" y="1600078"/>
            <a:ext cx="7937" cy="388939"/>
          </a:xfrm>
          <a:custGeom>
            <a:avLst/>
            <a:gdLst>
              <a:gd name="T0" fmla="*/ 0 w 5"/>
              <a:gd name="T1" fmla="*/ 0 h 245"/>
              <a:gd name="T2" fmla="*/ 2147483647 w 5"/>
              <a:gd name="T3" fmla="*/ 2147483647 h 245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5" h="245">
                <a:moveTo>
                  <a:pt x="0" y="0"/>
                </a:moveTo>
                <a:lnTo>
                  <a:pt x="5" y="245"/>
                </a:lnTo>
              </a:path>
            </a:pathLst>
          </a:custGeom>
          <a:noFill/>
          <a:ln w="38100">
            <a:solidFill>
              <a:srgbClr val="000000"/>
            </a:solidFill>
            <a:round/>
            <a:headEnd/>
            <a:tailEnd/>
          </a:ln>
          <a:effectLst/>
          <a:scene3d>
            <a:camera prst="orthographicFront">
              <a:rot lat="0" lon="0" rev="21594000"/>
            </a:camera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charset="-122"/>
            </a:endParaRPr>
          </a:p>
        </p:txBody>
      </p:sp>
      <p:sp>
        <p:nvSpPr>
          <p:cNvPr id="15" name="Text Box 14">
            <a:extLst>
              <a:ext uri="{FF2B5EF4-FFF2-40B4-BE49-F238E27FC236}">
                <a16:creationId xmlns:a16="http://schemas.microsoft.com/office/drawing/2014/main" id="{485EBFB8-B262-E28D-ACC6-35997A5EEC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0715" y="1207670"/>
            <a:ext cx="305724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求作主视图</a:t>
            </a:r>
          </a:p>
        </p:txBody>
      </p:sp>
      <p:sp>
        <p:nvSpPr>
          <p:cNvPr id="17" name="Rectangle 18">
            <a:extLst>
              <a:ext uri="{FF2B5EF4-FFF2-40B4-BE49-F238E27FC236}">
                <a16:creationId xmlns:a16="http://schemas.microsoft.com/office/drawing/2014/main" id="{7CA3D48B-8E4E-C48F-CE79-15E64655F0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99869" y="4208341"/>
            <a:ext cx="2425700" cy="1892300"/>
          </a:xfrm>
          <a:prstGeom prst="rect">
            <a:avLst/>
          </a:prstGeom>
          <a:noFill/>
          <a:ln w="381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" name="Line 23">
            <a:extLst>
              <a:ext uri="{FF2B5EF4-FFF2-40B4-BE49-F238E27FC236}">
                <a16:creationId xmlns:a16="http://schemas.microsoft.com/office/drawing/2014/main" id="{A67964BE-0EFC-BF44-4936-74488EDB246F}"/>
              </a:ext>
            </a:extLst>
          </p:cNvPr>
          <p:cNvSpPr>
            <a:spLocks noChangeShapeType="1"/>
          </p:cNvSpPr>
          <p:nvPr/>
        </p:nvSpPr>
        <p:spPr bwMode="auto">
          <a:xfrm>
            <a:off x="9514557" y="1606429"/>
            <a:ext cx="1577975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" name="Line 24">
            <a:extLst>
              <a:ext uri="{FF2B5EF4-FFF2-40B4-BE49-F238E27FC236}">
                <a16:creationId xmlns:a16="http://schemas.microsoft.com/office/drawing/2014/main" id="{57C221CC-4823-DDBF-3DD1-426FCE9D95A3}"/>
              </a:ext>
            </a:extLst>
          </p:cNvPr>
          <p:cNvSpPr>
            <a:spLocks noChangeShapeType="1"/>
          </p:cNvSpPr>
          <p:nvPr/>
        </p:nvSpPr>
        <p:spPr bwMode="auto">
          <a:xfrm>
            <a:off x="9514557" y="1606429"/>
            <a:ext cx="0" cy="709612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" name="Line 25">
            <a:extLst>
              <a:ext uri="{FF2B5EF4-FFF2-40B4-BE49-F238E27FC236}">
                <a16:creationId xmlns:a16="http://schemas.microsoft.com/office/drawing/2014/main" id="{A96997F2-D658-7C24-939F-0C73EAC69230}"/>
              </a:ext>
            </a:extLst>
          </p:cNvPr>
          <p:cNvSpPr>
            <a:spLocks noChangeShapeType="1"/>
          </p:cNvSpPr>
          <p:nvPr/>
        </p:nvSpPr>
        <p:spPr bwMode="auto">
          <a:xfrm>
            <a:off x="11092532" y="1606429"/>
            <a:ext cx="0" cy="709612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" name="Freeform 26">
            <a:extLst>
              <a:ext uri="{FF2B5EF4-FFF2-40B4-BE49-F238E27FC236}">
                <a16:creationId xmlns:a16="http://schemas.microsoft.com/office/drawing/2014/main" id="{9691AF75-EE81-2CEC-4EAD-1E7E8C74167B}"/>
              </a:ext>
            </a:extLst>
          </p:cNvPr>
          <p:cNvSpPr>
            <a:spLocks/>
          </p:cNvSpPr>
          <p:nvPr/>
        </p:nvSpPr>
        <p:spPr bwMode="auto">
          <a:xfrm>
            <a:off x="7404769" y="2292229"/>
            <a:ext cx="3698875" cy="1587"/>
          </a:xfrm>
          <a:custGeom>
            <a:avLst/>
            <a:gdLst>
              <a:gd name="T0" fmla="*/ 2147483646 w 2330"/>
              <a:gd name="T1" fmla="*/ 0 h 1"/>
              <a:gd name="T2" fmla="*/ 0 w 2330"/>
              <a:gd name="T3" fmla="*/ 0 h 1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2330" h="1">
                <a:moveTo>
                  <a:pt x="2330" y="0"/>
                </a:moveTo>
                <a:lnTo>
                  <a:pt x="0" y="0"/>
                </a:lnTo>
              </a:path>
            </a:pathLst>
          </a:custGeom>
          <a:noFill/>
          <a:ln w="12700" cap="flat" cmpd="sng">
            <a:solidFill>
              <a:srgbClr val="003399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" name="Text Box 27">
            <a:extLst>
              <a:ext uri="{FF2B5EF4-FFF2-40B4-BE49-F238E27FC236}">
                <a16:creationId xmlns:a16="http://schemas.microsoft.com/office/drawing/2014/main" id="{0444996E-478F-1BCF-4975-70ED3F3EB5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8408" y="2174760"/>
            <a:ext cx="401637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900" b="1" i="0" u="none" strike="noStrike" kern="0" cap="none" spc="0" normalizeH="0" baseline="0" noProof="0" dirty="0">
                <a:ln>
                  <a:noFill/>
                </a:ln>
                <a:solidFill>
                  <a:srgbClr val="66FF33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●</a:t>
            </a:r>
            <a:endParaRPr kumimoji="1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66FF33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" name="Freeform 28">
            <a:extLst>
              <a:ext uri="{FF2B5EF4-FFF2-40B4-BE49-F238E27FC236}">
                <a16:creationId xmlns:a16="http://schemas.microsoft.com/office/drawing/2014/main" id="{2049CA82-3993-3785-7A3F-E5D2712A7907}"/>
              </a:ext>
            </a:extLst>
          </p:cNvPr>
          <p:cNvSpPr>
            <a:spLocks/>
          </p:cNvSpPr>
          <p:nvPr/>
        </p:nvSpPr>
        <p:spPr bwMode="auto">
          <a:xfrm>
            <a:off x="6596732" y="2165229"/>
            <a:ext cx="4730750" cy="1587"/>
          </a:xfrm>
          <a:custGeom>
            <a:avLst/>
            <a:gdLst>
              <a:gd name="T0" fmla="*/ 0 w 2980"/>
              <a:gd name="T1" fmla="*/ 0 h 1"/>
              <a:gd name="T2" fmla="*/ 2147483646 w 2980"/>
              <a:gd name="T3" fmla="*/ 0 h 1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2980" h="1">
                <a:moveTo>
                  <a:pt x="0" y="0"/>
                </a:moveTo>
                <a:lnTo>
                  <a:pt x="2980" y="0"/>
                </a:lnTo>
              </a:path>
            </a:pathLst>
          </a:custGeom>
          <a:noFill/>
          <a:ln w="12700" cmpd="sng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4" name="Group 29">
            <a:extLst>
              <a:ext uri="{FF2B5EF4-FFF2-40B4-BE49-F238E27FC236}">
                <a16:creationId xmlns:a16="http://schemas.microsoft.com/office/drawing/2014/main" id="{6C93D433-6132-E8B9-3883-14F796A8BB0A}"/>
              </a:ext>
            </a:extLst>
          </p:cNvPr>
          <p:cNvGrpSpPr>
            <a:grpSpLocks/>
          </p:cNvGrpSpPr>
          <p:nvPr/>
        </p:nvGrpSpPr>
        <p:grpSpPr bwMode="auto">
          <a:xfrm>
            <a:off x="7506369" y="2166816"/>
            <a:ext cx="3455988" cy="3646488"/>
            <a:chOff x="1900" y="1017"/>
            <a:chExt cx="2177" cy="2297"/>
          </a:xfrm>
        </p:grpSpPr>
        <p:sp>
          <p:nvSpPr>
            <p:cNvPr id="25" name="Line 30">
              <a:extLst>
                <a:ext uri="{FF2B5EF4-FFF2-40B4-BE49-F238E27FC236}">
                  <a16:creationId xmlns:a16="http://schemas.microsoft.com/office/drawing/2014/main" id="{B468588D-6213-8EC1-1E8B-64EDDFC01D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55" y="1017"/>
              <a:ext cx="422" cy="0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" name="Freeform 31">
              <a:extLst>
                <a:ext uri="{FF2B5EF4-FFF2-40B4-BE49-F238E27FC236}">
                  <a16:creationId xmlns:a16="http://schemas.microsoft.com/office/drawing/2014/main" id="{E1B6E426-E7ED-3F60-638C-907E80AD75AB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0" y="2894"/>
              <a:ext cx="1" cy="420"/>
            </a:xfrm>
            <a:custGeom>
              <a:avLst/>
              <a:gdLst>
                <a:gd name="T0" fmla="*/ 0 w 1"/>
                <a:gd name="T1" fmla="*/ 96 h 480"/>
                <a:gd name="T2" fmla="*/ 0 w 1"/>
                <a:gd name="T3" fmla="*/ 0 h 48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480">
                  <a:moveTo>
                    <a:pt x="0" y="480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27" name="Freeform 32">
            <a:extLst>
              <a:ext uri="{FF2B5EF4-FFF2-40B4-BE49-F238E27FC236}">
                <a16:creationId xmlns:a16="http://schemas.microsoft.com/office/drawing/2014/main" id="{CC4E1C6A-763D-8A26-042D-8AB3FC7E99AE}"/>
              </a:ext>
            </a:extLst>
          </p:cNvPr>
          <p:cNvSpPr>
            <a:spLocks/>
          </p:cNvSpPr>
          <p:nvPr/>
        </p:nvSpPr>
        <p:spPr bwMode="auto">
          <a:xfrm>
            <a:off x="6866607" y="5795841"/>
            <a:ext cx="1231900" cy="1588"/>
          </a:xfrm>
          <a:custGeom>
            <a:avLst/>
            <a:gdLst>
              <a:gd name="T0" fmla="*/ 0 w 776"/>
              <a:gd name="T1" fmla="*/ 0 h 1"/>
              <a:gd name="T2" fmla="*/ 2147483646 w 776"/>
              <a:gd name="T3" fmla="*/ 0 h 1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776" h="1">
                <a:moveTo>
                  <a:pt x="0" y="0"/>
                </a:moveTo>
                <a:lnTo>
                  <a:pt x="776" y="0"/>
                </a:lnTo>
              </a:path>
            </a:pathLst>
          </a:custGeom>
          <a:noFill/>
          <a:ln w="12700" cap="flat" cmpd="sng">
            <a:solidFill>
              <a:srgbClr val="003399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8" name="Group 33">
            <a:extLst>
              <a:ext uri="{FF2B5EF4-FFF2-40B4-BE49-F238E27FC236}">
                <a16:creationId xmlns:a16="http://schemas.microsoft.com/office/drawing/2014/main" id="{D5445CB8-C7CA-F23F-9181-8367278EDF1B}"/>
              </a:ext>
            </a:extLst>
          </p:cNvPr>
          <p:cNvGrpSpPr>
            <a:grpSpLocks/>
          </p:cNvGrpSpPr>
          <p:nvPr/>
        </p:nvGrpSpPr>
        <p:grpSpPr bwMode="auto">
          <a:xfrm>
            <a:off x="7157119" y="2098554"/>
            <a:ext cx="698500" cy="3757612"/>
            <a:chOff x="1680" y="974"/>
            <a:chExt cx="440" cy="2367"/>
          </a:xfrm>
        </p:grpSpPr>
        <p:sp>
          <p:nvSpPr>
            <p:cNvPr id="29" name="Freeform 34">
              <a:extLst>
                <a:ext uri="{FF2B5EF4-FFF2-40B4-BE49-F238E27FC236}">
                  <a16:creationId xmlns:a16="http://schemas.microsoft.com/office/drawing/2014/main" id="{4ED4B344-11C3-0866-BF6C-0F0B5F542C0B}"/>
                </a:ext>
              </a:extLst>
            </p:cNvPr>
            <p:cNvSpPr>
              <a:spLocks/>
            </p:cNvSpPr>
            <p:nvPr/>
          </p:nvSpPr>
          <p:spPr bwMode="auto">
            <a:xfrm>
              <a:off x="2119" y="974"/>
              <a:ext cx="1" cy="2357"/>
            </a:xfrm>
            <a:custGeom>
              <a:avLst/>
              <a:gdLst>
                <a:gd name="T0" fmla="*/ 0 w 1"/>
                <a:gd name="T1" fmla="*/ 2357 h 2357"/>
                <a:gd name="T2" fmla="*/ 0 w 1"/>
                <a:gd name="T3" fmla="*/ 0 h 235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357">
                  <a:moveTo>
                    <a:pt x="0" y="2357"/>
                  </a:moveTo>
                  <a:lnTo>
                    <a:pt x="0" y="0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" name="Freeform 35">
              <a:extLst>
                <a:ext uri="{FF2B5EF4-FFF2-40B4-BE49-F238E27FC236}">
                  <a16:creationId xmlns:a16="http://schemas.microsoft.com/office/drawing/2014/main" id="{3698A4D4-A4D9-C978-B75E-52976C5D3452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0" y="979"/>
              <a:ext cx="1" cy="2362"/>
            </a:xfrm>
            <a:custGeom>
              <a:avLst/>
              <a:gdLst>
                <a:gd name="T0" fmla="*/ 0 w 1"/>
                <a:gd name="T1" fmla="*/ 2362 h 2362"/>
                <a:gd name="T2" fmla="*/ 0 w 1"/>
                <a:gd name="T3" fmla="*/ 0 h 236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362">
                  <a:moveTo>
                    <a:pt x="0" y="2362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1" name="Group 36">
            <a:extLst>
              <a:ext uri="{FF2B5EF4-FFF2-40B4-BE49-F238E27FC236}">
                <a16:creationId xmlns:a16="http://schemas.microsoft.com/office/drawing/2014/main" id="{29355A94-3537-AB71-CD94-24950E410922}"/>
              </a:ext>
            </a:extLst>
          </p:cNvPr>
          <p:cNvGrpSpPr>
            <a:grpSpLocks/>
          </p:cNvGrpSpPr>
          <p:nvPr/>
        </p:nvGrpSpPr>
        <p:grpSpPr bwMode="auto">
          <a:xfrm>
            <a:off x="6561807" y="1847729"/>
            <a:ext cx="1870075" cy="238125"/>
            <a:chOff x="1292" y="816"/>
            <a:chExt cx="1204" cy="150"/>
          </a:xfrm>
        </p:grpSpPr>
        <p:sp>
          <p:nvSpPr>
            <p:cNvPr id="32" name="Text Box 37">
              <a:extLst>
                <a:ext uri="{FF2B5EF4-FFF2-40B4-BE49-F238E27FC236}">
                  <a16:creationId xmlns:a16="http://schemas.microsoft.com/office/drawing/2014/main" id="{39512A52-88C3-AE31-FEAE-E736122BDC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96" y="822"/>
              <a:ext cx="200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900" b="1" i="0" u="none" strike="noStrike" kern="0" cap="none" spc="0" normalizeH="0" baseline="0" noProof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●</a:t>
              </a:r>
              <a:endPara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3" name="Text Box 38">
              <a:extLst>
                <a:ext uri="{FF2B5EF4-FFF2-40B4-BE49-F238E27FC236}">
                  <a16:creationId xmlns:a16="http://schemas.microsoft.com/office/drawing/2014/main" id="{5DAD970A-1C63-625B-BE4D-4DC33D338C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2" y="816"/>
              <a:ext cx="196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900" b="1" i="0" u="none" strike="noStrike" kern="0" cap="none" spc="0" normalizeH="0" baseline="0" noProof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●</a:t>
              </a:r>
              <a:endPara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4" name="Group 39">
            <a:extLst>
              <a:ext uri="{FF2B5EF4-FFF2-40B4-BE49-F238E27FC236}">
                <a16:creationId xmlns:a16="http://schemas.microsoft.com/office/drawing/2014/main" id="{B07696C0-B2E8-687B-E269-E2AED24E6A36}"/>
              </a:ext>
            </a:extLst>
          </p:cNvPr>
          <p:cNvGrpSpPr>
            <a:grpSpLocks/>
          </p:cNvGrpSpPr>
          <p:nvPr/>
        </p:nvGrpSpPr>
        <p:grpSpPr bwMode="auto">
          <a:xfrm>
            <a:off x="6966619" y="2054104"/>
            <a:ext cx="1127125" cy="228600"/>
            <a:chOff x="1560" y="946"/>
            <a:chExt cx="710" cy="144"/>
          </a:xfrm>
        </p:grpSpPr>
        <p:sp>
          <p:nvSpPr>
            <p:cNvPr id="35" name="Text Box 40">
              <a:extLst>
                <a:ext uri="{FF2B5EF4-FFF2-40B4-BE49-F238E27FC236}">
                  <a16:creationId xmlns:a16="http://schemas.microsoft.com/office/drawing/2014/main" id="{93E7C561-C200-CA5C-F891-3056AEFEC5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60" y="946"/>
              <a:ext cx="253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900" b="1" i="0" u="none" strike="noStrike" kern="0" cap="none" spc="0" normalizeH="0" baseline="0" noProof="0">
                  <a:ln>
                    <a:noFill/>
                  </a:ln>
                  <a:solidFill>
                    <a:srgbClr val="FF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●</a:t>
              </a:r>
              <a:endPara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" name="Text Box 41">
              <a:extLst>
                <a:ext uri="{FF2B5EF4-FFF2-40B4-BE49-F238E27FC236}">
                  <a16:creationId xmlns:a16="http://schemas.microsoft.com/office/drawing/2014/main" id="{83184C0D-C3FF-B505-9141-B53CD82FA5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75" y="946"/>
              <a:ext cx="295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900" b="1" i="0" u="none" strike="noStrike" kern="0" cap="none" spc="0" normalizeH="0" baseline="0" noProof="0">
                  <a:ln>
                    <a:noFill/>
                  </a:ln>
                  <a:solidFill>
                    <a:srgbClr val="FF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●</a:t>
              </a:r>
              <a:endPara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38" name="Oval 42">
            <a:extLst>
              <a:ext uri="{FF2B5EF4-FFF2-40B4-BE49-F238E27FC236}">
                <a16:creationId xmlns:a16="http://schemas.microsoft.com/office/drawing/2014/main" id="{455B5240-A214-D75F-DB14-01393C936F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8494" y="4454404"/>
            <a:ext cx="1582738" cy="1409700"/>
          </a:xfrm>
          <a:prstGeom prst="ellipse">
            <a:avLst/>
          </a:prstGeom>
          <a:noFill/>
          <a:ln w="38100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9" name="Freeform 43">
            <a:extLst>
              <a:ext uri="{FF2B5EF4-FFF2-40B4-BE49-F238E27FC236}">
                <a16:creationId xmlns:a16="http://schemas.microsoft.com/office/drawing/2014/main" id="{47F86543-3A8C-882F-CB30-B5E33C6185DC}"/>
              </a:ext>
            </a:extLst>
          </p:cNvPr>
          <p:cNvSpPr>
            <a:spLocks/>
          </p:cNvSpPr>
          <p:nvPr/>
        </p:nvSpPr>
        <p:spPr bwMode="auto">
          <a:xfrm>
            <a:off x="9538369" y="1954091"/>
            <a:ext cx="1538288" cy="328613"/>
          </a:xfrm>
          <a:custGeom>
            <a:avLst/>
            <a:gdLst>
              <a:gd name="T0" fmla="*/ 0 w 967"/>
              <a:gd name="T1" fmla="*/ 2147483646 h 192"/>
              <a:gd name="T2" fmla="*/ 2147483646 w 967"/>
              <a:gd name="T3" fmla="*/ 2147483646 h 192"/>
              <a:gd name="T4" fmla="*/ 2147483646 w 967"/>
              <a:gd name="T5" fmla="*/ 2147483646 h 192"/>
              <a:gd name="T6" fmla="*/ 2147483646 w 967"/>
              <a:gd name="T7" fmla="*/ 0 h 192"/>
              <a:gd name="T8" fmla="*/ 2147483646 w 967"/>
              <a:gd name="T9" fmla="*/ 2147483646 h 192"/>
              <a:gd name="T10" fmla="*/ 2147483646 w 967"/>
              <a:gd name="T11" fmla="*/ 2147483646 h 192"/>
              <a:gd name="T12" fmla="*/ 2147483646 w 967"/>
              <a:gd name="T13" fmla="*/ 2147483646 h 19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967" h="192">
                <a:moveTo>
                  <a:pt x="0" y="182"/>
                </a:moveTo>
                <a:cubicBezTo>
                  <a:pt x="25" y="165"/>
                  <a:pt x="99" y="104"/>
                  <a:pt x="151" y="77"/>
                </a:cubicBezTo>
                <a:cubicBezTo>
                  <a:pt x="203" y="50"/>
                  <a:pt x="257" y="30"/>
                  <a:pt x="315" y="17"/>
                </a:cubicBezTo>
                <a:cubicBezTo>
                  <a:pt x="373" y="4"/>
                  <a:pt x="443" y="0"/>
                  <a:pt x="497" y="0"/>
                </a:cubicBezTo>
                <a:cubicBezTo>
                  <a:pt x="551" y="0"/>
                  <a:pt x="588" y="5"/>
                  <a:pt x="641" y="19"/>
                </a:cubicBezTo>
                <a:cubicBezTo>
                  <a:pt x="694" y="33"/>
                  <a:pt x="760" y="58"/>
                  <a:pt x="814" y="87"/>
                </a:cubicBezTo>
                <a:cubicBezTo>
                  <a:pt x="868" y="116"/>
                  <a:pt x="935" y="170"/>
                  <a:pt x="967" y="192"/>
                </a:cubicBezTo>
              </a:path>
            </a:pathLst>
          </a:custGeom>
          <a:noFill/>
          <a:ln w="38100" cap="flat" cmpd="sng">
            <a:solidFill>
              <a:srgbClr val="FF0066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40" name="Group 44">
            <a:extLst>
              <a:ext uri="{FF2B5EF4-FFF2-40B4-BE49-F238E27FC236}">
                <a16:creationId xmlns:a16="http://schemas.microsoft.com/office/drawing/2014/main" id="{E1E72D9D-4573-B8A9-2B13-AB55BBA2D340}"/>
              </a:ext>
            </a:extLst>
          </p:cNvPr>
          <p:cNvGrpSpPr>
            <a:grpSpLocks/>
          </p:cNvGrpSpPr>
          <p:nvPr/>
        </p:nvGrpSpPr>
        <p:grpSpPr bwMode="auto">
          <a:xfrm>
            <a:off x="9506619" y="2036641"/>
            <a:ext cx="1606550" cy="246063"/>
            <a:chOff x="3160" y="935"/>
            <a:chExt cx="1012" cy="155"/>
          </a:xfrm>
        </p:grpSpPr>
        <p:sp>
          <p:nvSpPr>
            <p:cNvPr id="41" name="Text Box 45">
              <a:extLst>
                <a:ext uri="{FF2B5EF4-FFF2-40B4-BE49-F238E27FC236}">
                  <a16:creationId xmlns:a16="http://schemas.microsoft.com/office/drawing/2014/main" id="{E77F0F65-3BD5-E286-E76C-5BFC6F0F3F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0" y="936"/>
              <a:ext cx="196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FF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●</a:t>
              </a:r>
            </a:p>
          </p:txBody>
        </p:sp>
        <p:sp>
          <p:nvSpPr>
            <p:cNvPr id="42" name="Text Box 46">
              <a:extLst>
                <a:ext uri="{FF2B5EF4-FFF2-40B4-BE49-F238E27FC236}">
                  <a16:creationId xmlns:a16="http://schemas.microsoft.com/office/drawing/2014/main" id="{36031DF5-6654-5C0C-072D-526620B3DF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76" y="935"/>
              <a:ext cx="196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FF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●</a:t>
              </a:r>
            </a:p>
          </p:txBody>
        </p:sp>
      </p:grpSp>
      <p:grpSp>
        <p:nvGrpSpPr>
          <p:cNvPr id="43" name="Group 47">
            <a:extLst>
              <a:ext uri="{FF2B5EF4-FFF2-40B4-BE49-F238E27FC236}">
                <a16:creationId xmlns:a16="http://schemas.microsoft.com/office/drawing/2014/main" id="{1D995774-F48C-34A3-6693-25C88E72262B}"/>
              </a:ext>
            </a:extLst>
          </p:cNvPr>
          <p:cNvGrpSpPr>
            <a:grpSpLocks/>
          </p:cNvGrpSpPr>
          <p:nvPr/>
        </p:nvGrpSpPr>
        <p:grpSpPr bwMode="auto">
          <a:xfrm>
            <a:off x="7009482" y="5673604"/>
            <a:ext cx="1001712" cy="246062"/>
            <a:chOff x="1587" y="3226"/>
            <a:chExt cx="631" cy="155"/>
          </a:xfrm>
        </p:grpSpPr>
        <p:sp>
          <p:nvSpPr>
            <p:cNvPr id="44" name="Text Box 48">
              <a:extLst>
                <a:ext uri="{FF2B5EF4-FFF2-40B4-BE49-F238E27FC236}">
                  <a16:creationId xmlns:a16="http://schemas.microsoft.com/office/drawing/2014/main" id="{EC3A59F5-6679-F899-6008-6B5019246E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7" y="3227"/>
              <a:ext cx="196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FF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●</a:t>
              </a:r>
            </a:p>
          </p:txBody>
        </p:sp>
        <p:sp>
          <p:nvSpPr>
            <p:cNvPr id="45" name="Text Box 49">
              <a:extLst>
                <a:ext uri="{FF2B5EF4-FFF2-40B4-BE49-F238E27FC236}">
                  <a16:creationId xmlns:a16="http://schemas.microsoft.com/office/drawing/2014/main" id="{507F5F1D-71B9-ED51-8621-900E87B3A6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22" y="3226"/>
              <a:ext cx="196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FF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●</a:t>
              </a:r>
            </a:p>
          </p:txBody>
        </p:sp>
      </p:grpSp>
      <p:sp>
        <p:nvSpPr>
          <p:cNvPr id="46" name="Freeform 50">
            <a:extLst>
              <a:ext uri="{FF2B5EF4-FFF2-40B4-BE49-F238E27FC236}">
                <a16:creationId xmlns:a16="http://schemas.microsoft.com/office/drawing/2014/main" id="{F77971B6-2CA3-66E6-E27C-A69D744FDBD9}"/>
              </a:ext>
            </a:extLst>
          </p:cNvPr>
          <p:cNvSpPr>
            <a:spLocks/>
          </p:cNvSpPr>
          <p:nvPr/>
        </p:nvSpPr>
        <p:spPr bwMode="auto">
          <a:xfrm>
            <a:off x="6741194" y="1966792"/>
            <a:ext cx="1514475" cy="318300"/>
          </a:xfrm>
          <a:custGeom>
            <a:avLst/>
            <a:gdLst>
              <a:gd name="T0" fmla="*/ 0 w 954"/>
              <a:gd name="T1" fmla="*/ 0 h 189"/>
              <a:gd name="T2" fmla="*/ 2147483646 w 954"/>
              <a:gd name="T3" fmla="*/ 2147483646 h 189"/>
              <a:gd name="T4" fmla="*/ 2147483646 w 954"/>
              <a:gd name="T5" fmla="*/ 2147483646 h 189"/>
              <a:gd name="T6" fmla="*/ 2147483646 w 954"/>
              <a:gd name="T7" fmla="*/ 2147483646 h 189"/>
              <a:gd name="T8" fmla="*/ 2147483646 w 954"/>
              <a:gd name="T9" fmla="*/ 2147483646 h 189"/>
              <a:gd name="T10" fmla="*/ 2147483646 w 954"/>
              <a:gd name="T11" fmla="*/ 2147483646 h 189"/>
              <a:gd name="T12" fmla="*/ 2147483646 w 954"/>
              <a:gd name="T13" fmla="*/ 2147483646 h 189"/>
              <a:gd name="T14" fmla="*/ 2147483646 w 954"/>
              <a:gd name="T15" fmla="*/ 2147483646 h 189"/>
              <a:gd name="T16" fmla="*/ 2147483646 w 954"/>
              <a:gd name="T17" fmla="*/ 2147483646 h 189"/>
              <a:gd name="T18" fmla="*/ 2147483646 w 954"/>
              <a:gd name="T19" fmla="*/ 2147483646 h 189"/>
              <a:gd name="T20" fmla="*/ 2147483646 w 954"/>
              <a:gd name="T21" fmla="*/ 2147483646 h 189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connsiteX0" fmla="*/ 0 w 10000"/>
              <a:gd name="connsiteY0" fmla="*/ 0 h 9894"/>
              <a:gd name="connsiteX1" fmla="*/ 1143 w 10000"/>
              <a:gd name="connsiteY1" fmla="*/ 4021 h 9894"/>
              <a:gd name="connsiteX2" fmla="*/ 2715 w 10000"/>
              <a:gd name="connsiteY2" fmla="*/ 7302 h 9894"/>
              <a:gd name="connsiteX3" fmla="*/ 2579 w 10000"/>
              <a:gd name="connsiteY3" fmla="*/ 7302 h 9894"/>
              <a:gd name="connsiteX4" fmla="*/ 3878 w 10000"/>
              <a:gd name="connsiteY4" fmla="*/ 9259 h 9894"/>
              <a:gd name="connsiteX5" fmla="*/ 5052 w 10000"/>
              <a:gd name="connsiteY5" fmla="*/ 9894 h 9894"/>
              <a:gd name="connsiteX6" fmla="*/ 6226 w 10000"/>
              <a:gd name="connsiteY6" fmla="*/ 8624 h 9894"/>
              <a:gd name="connsiteX7" fmla="*/ 7338 w 10000"/>
              <a:gd name="connsiteY7" fmla="*/ 7354 h 9894"/>
              <a:gd name="connsiteX8" fmla="*/ 8229 w 10000"/>
              <a:gd name="connsiteY8" fmla="*/ 5132 h 9894"/>
              <a:gd name="connsiteX9" fmla="*/ 9119 w 10000"/>
              <a:gd name="connsiteY9" fmla="*/ 2910 h 9894"/>
              <a:gd name="connsiteX10" fmla="*/ 10000 w 10000"/>
              <a:gd name="connsiteY10" fmla="*/ 635 h 9894"/>
              <a:gd name="connsiteX0" fmla="*/ 0 w 10000"/>
              <a:gd name="connsiteY0" fmla="*/ 0 h 10098"/>
              <a:gd name="connsiteX1" fmla="*/ 1143 w 10000"/>
              <a:gd name="connsiteY1" fmla="*/ 4064 h 10098"/>
              <a:gd name="connsiteX2" fmla="*/ 2715 w 10000"/>
              <a:gd name="connsiteY2" fmla="*/ 7380 h 10098"/>
              <a:gd name="connsiteX3" fmla="*/ 2579 w 10000"/>
              <a:gd name="connsiteY3" fmla="*/ 7380 h 10098"/>
              <a:gd name="connsiteX4" fmla="*/ 3878 w 10000"/>
              <a:gd name="connsiteY4" fmla="*/ 9358 h 10098"/>
              <a:gd name="connsiteX5" fmla="*/ 5052 w 10000"/>
              <a:gd name="connsiteY5" fmla="*/ 10000 h 10098"/>
              <a:gd name="connsiteX6" fmla="*/ 7338 w 10000"/>
              <a:gd name="connsiteY6" fmla="*/ 7433 h 10098"/>
              <a:gd name="connsiteX7" fmla="*/ 8229 w 10000"/>
              <a:gd name="connsiteY7" fmla="*/ 5187 h 10098"/>
              <a:gd name="connsiteX8" fmla="*/ 9119 w 10000"/>
              <a:gd name="connsiteY8" fmla="*/ 2941 h 10098"/>
              <a:gd name="connsiteX9" fmla="*/ 10000 w 10000"/>
              <a:gd name="connsiteY9" fmla="*/ 642 h 10098"/>
              <a:gd name="connsiteX0" fmla="*/ 0 w 10000"/>
              <a:gd name="connsiteY0" fmla="*/ 0 h 10098"/>
              <a:gd name="connsiteX1" fmla="*/ 1143 w 10000"/>
              <a:gd name="connsiteY1" fmla="*/ 4064 h 10098"/>
              <a:gd name="connsiteX2" fmla="*/ 2715 w 10000"/>
              <a:gd name="connsiteY2" fmla="*/ 7380 h 10098"/>
              <a:gd name="connsiteX3" fmla="*/ 2579 w 10000"/>
              <a:gd name="connsiteY3" fmla="*/ 7380 h 10098"/>
              <a:gd name="connsiteX4" fmla="*/ 3878 w 10000"/>
              <a:gd name="connsiteY4" fmla="*/ 9358 h 10098"/>
              <a:gd name="connsiteX5" fmla="*/ 5052 w 10000"/>
              <a:gd name="connsiteY5" fmla="*/ 10000 h 10098"/>
              <a:gd name="connsiteX6" fmla="*/ 7338 w 10000"/>
              <a:gd name="connsiteY6" fmla="*/ 7433 h 10098"/>
              <a:gd name="connsiteX7" fmla="*/ 8229 w 10000"/>
              <a:gd name="connsiteY7" fmla="*/ 5187 h 10098"/>
              <a:gd name="connsiteX8" fmla="*/ 9119 w 10000"/>
              <a:gd name="connsiteY8" fmla="*/ 2941 h 10098"/>
              <a:gd name="connsiteX9" fmla="*/ 10000 w 10000"/>
              <a:gd name="connsiteY9" fmla="*/ 642 h 10098"/>
              <a:gd name="connsiteX0" fmla="*/ 0 w 10000"/>
              <a:gd name="connsiteY0" fmla="*/ 0 h 10098"/>
              <a:gd name="connsiteX1" fmla="*/ 1143 w 10000"/>
              <a:gd name="connsiteY1" fmla="*/ 4064 h 10098"/>
              <a:gd name="connsiteX2" fmla="*/ 2715 w 10000"/>
              <a:gd name="connsiteY2" fmla="*/ 7380 h 10098"/>
              <a:gd name="connsiteX3" fmla="*/ 2579 w 10000"/>
              <a:gd name="connsiteY3" fmla="*/ 7380 h 10098"/>
              <a:gd name="connsiteX4" fmla="*/ 3878 w 10000"/>
              <a:gd name="connsiteY4" fmla="*/ 9358 h 10098"/>
              <a:gd name="connsiteX5" fmla="*/ 5052 w 10000"/>
              <a:gd name="connsiteY5" fmla="*/ 10000 h 10098"/>
              <a:gd name="connsiteX6" fmla="*/ 7338 w 10000"/>
              <a:gd name="connsiteY6" fmla="*/ 7433 h 10098"/>
              <a:gd name="connsiteX7" fmla="*/ 9119 w 10000"/>
              <a:gd name="connsiteY7" fmla="*/ 2941 h 10098"/>
              <a:gd name="connsiteX8" fmla="*/ 10000 w 10000"/>
              <a:gd name="connsiteY8" fmla="*/ 642 h 10098"/>
              <a:gd name="connsiteX0" fmla="*/ 0 w 10000"/>
              <a:gd name="connsiteY0" fmla="*/ 0 h 10098"/>
              <a:gd name="connsiteX1" fmla="*/ 1143 w 10000"/>
              <a:gd name="connsiteY1" fmla="*/ 4064 h 10098"/>
              <a:gd name="connsiteX2" fmla="*/ 2715 w 10000"/>
              <a:gd name="connsiteY2" fmla="*/ 7380 h 10098"/>
              <a:gd name="connsiteX3" fmla="*/ 2579 w 10000"/>
              <a:gd name="connsiteY3" fmla="*/ 7380 h 10098"/>
              <a:gd name="connsiteX4" fmla="*/ 3878 w 10000"/>
              <a:gd name="connsiteY4" fmla="*/ 9358 h 10098"/>
              <a:gd name="connsiteX5" fmla="*/ 5052 w 10000"/>
              <a:gd name="connsiteY5" fmla="*/ 10000 h 10098"/>
              <a:gd name="connsiteX6" fmla="*/ 7338 w 10000"/>
              <a:gd name="connsiteY6" fmla="*/ 7433 h 10098"/>
              <a:gd name="connsiteX7" fmla="*/ 10000 w 10000"/>
              <a:gd name="connsiteY7" fmla="*/ 642 h 10098"/>
              <a:gd name="connsiteX0" fmla="*/ 0 w 10000"/>
              <a:gd name="connsiteY0" fmla="*/ 0 h 10098"/>
              <a:gd name="connsiteX1" fmla="*/ 1143 w 10000"/>
              <a:gd name="connsiteY1" fmla="*/ 4064 h 10098"/>
              <a:gd name="connsiteX2" fmla="*/ 2715 w 10000"/>
              <a:gd name="connsiteY2" fmla="*/ 7380 h 10098"/>
              <a:gd name="connsiteX3" fmla="*/ 2579 w 10000"/>
              <a:gd name="connsiteY3" fmla="*/ 7380 h 10098"/>
              <a:gd name="connsiteX4" fmla="*/ 3878 w 10000"/>
              <a:gd name="connsiteY4" fmla="*/ 9358 h 10098"/>
              <a:gd name="connsiteX5" fmla="*/ 5052 w 10000"/>
              <a:gd name="connsiteY5" fmla="*/ 10000 h 10098"/>
              <a:gd name="connsiteX6" fmla="*/ 7338 w 10000"/>
              <a:gd name="connsiteY6" fmla="*/ 7433 h 10098"/>
              <a:gd name="connsiteX7" fmla="*/ 10000 w 10000"/>
              <a:gd name="connsiteY7" fmla="*/ 642 h 10098"/>
              <a:gd name="connsiteX0" fmla="*/ 0 w 10000"/>
              <a:gd name="connsiteY0" fmla="*/ 0 h 10098"/>
              <a:gd name="connsiteX1" fmla="*/ 1143 w 10000"/>
              <a:gd name="connsiteY1" fmla="*/ 4064 h 10098"/>
              <a:gd name="connsiteX2" fmla="*/ 2715 w 10000"/>
              <a:gd name="connsiteY2" fmla="*/ 7380 h 10098"/>
              <a:gd name="connsiteX3" fmla="*/ 2579 w 10000"/>
              <a:gd name="connsiteY3" fmla="*/ 7380 h 10098"/>
              <a:gd name="connsiteX4" fmla="*/ 3878 w 10000"/>
              <a:gd name="connsiteY4" fmla="*/ 9358 h 10098"/>
              <a:gd name="connsiteX5" fmla="*/ 5052 w 10000"/>
              <a:gd name="connsiteY5" fmla="*/ 10000 h 10098"/>
              <a:gd name="connsiteX6" fmla="*/ 7338 w 10000"/>
              <a:gd name="connsiteY6" fmla="*/ 7433 h 10098"/>
              <a:gd name="connsiteX7" fmla="*/ 10000 w 10000"/>
              <a:gd name="connsiteY7" fmla="*/ 642 h 10098"/>
              <a:gd name="connsiteX0" fmla="*/ 0 w 10000"/>
              <a:gd name="connsiteY0" fmla="*/ 0 h 10470"/>
              <a:gd name="connsiteX1" fmla="*/ 1143 w 10000"/>
              <a:gd name="connsiteY1" fmla="*/ 4064 h 10470"/>
              <a:gd name="connsiteX2" fmla="*/ 2715 w 10000"/>
              <a:gd name="connsiteY2" fmla="*/ 7380 h 10470"/>
              <a:gd name="connsiteX3" fmla="*/ 2579 w 10000"/>
              <a:gd name="connsiteY3" fmla="*/ 7380 h 10470"/>
              <a:gd name="connsiteX4" fmla="*/ 3878 w 10000"/>
              <a:gd name="connsiteY4" fmla="*/ 9358 h 10470"/>
              <a:gd name="connsiteX5" fmla="*/ 4942 w 10000"/>
              <a:gd name="connsiteY5" fmla="*/ 10401 h 10470"/>
              <a:gd name="connsiteX6" fmla="*/ 7338 w 10000"/>
              <a:gd name="connsiteY6" fmla="*/ 7433 h 10470"/>
              <a:gd name="connsiteX7" fmla="*/ 10000 w 10000"/>
              <a:gd name="connsiteY7" fmla="*/ 642 h 10470"/>
              <a:gd name="connsiteX0" fmla="*/ 0 w 10000"/>
              <a:gd name="connsiteY0" fmla="*/ 0 h 10401"/>
              <a:gd name="connsiteX1" fmla="*/ 1143 w 10000"/>
              <a:gd name="connsiteY1" fmla="*/ 4064 h 10401"/>
              <a:gd name="connsiteX2" fmla="*/ 2715 w 10000"/>
              <a:gd name="connsiteY2" fmla="*/ 7380 h 10401"/>
              <a:gd name="connsiteX3" fmla="*/ 2579 w 10000"/>
              <a:gd name="connsiteY3" fmla="*/ 7380 h 10401"/>
              <a:gd name="connsiteX4" fmla="*/ 4942 w 10000"/>
              <a:gd name="connsiteY4" fmla="*/ 10401 h 10401"/>
              <a:gd name="connsiteX5" fmla="*/ 7338 w 10000"/>
              <a:gd name="connsiteY5" fmla="*/ 7433 h 10401"/>
              <a:gd name="connsiteX6" fmla="*/ 10000 w 10000"/>
              <a:gd name="connsiteY6" fmla="*/ 642 h 10401"/>
              <a:gd name="connsiteX0" fmla="*/ 0 w 10000"/>
              <a:gd name="connsiteY0" fmla="*/ 0 h 10401"/>
              <a:gd name="connsiteX1" fmla="*/ 1143 w 10000"/>
              <a:gd name="connsiteY1" fmla="*/ 4064 h 10401"/>
              <a:gd name="connsiteX2" fmla="*/ 2715 w 10000"/>
              <a:gd name="connsiteY2" fmla="*/ 7380 h 10401"/>
              <a:gd name="connsiteX3" fmla="*/ 4942 w 10000"/>
              <a:gd name="connsiteY3" fmla="*/ 10401 h 10401"/>
              <a:gd name="connsiteX4" fmla="*/ 7338 w 10000"/>
              <a:gd name="connsiteY4" fmla="*/ 7433 h 10401"/>
              <a:gd name="connsiteX5" fmla="*/ 10000 w 10000"/>
              <a:gd name="connsiteY5" fmla="*/ 642 h 10401"/>
              <a:gd name="connsiteX0" fmla="*/ 0 w 10000"/>
              <a:gd name="connsiteY0" fmla="*/ 0 h 10401"/>
              <a:gd name="connsiteX1" fmla="*/ 1143 w 10000"/>
              <a:gd name="connsiteY1" fmla="*/ 4064 h 10401"/>
              <a:gd name="connsiteX2" fmla="*/ 4942 w 10000"/>
              <a:gd name="connsiteY2" fmla="*/ 10401 h 10401"/>
              <a:gd name="connsiteX3" fmla="*/ 7338 w 10000"/>
              <a:gd name="connsiteY3" fmla="*/ 7433 h 10401"/>
              <a:gd name="connsiteX4" fmla="*/ 10000 w 10000"/>
              <a:gd name="connsiteY4" fmla="*/ 642 h 10401"/>
              <a:gd name="connsiteX0" fmla="*/ 0 w 10000"/>
              <a:gd name="connsiteY0" fmla="*/ 0 h 10411"/>
              <a:gd name="connsiteX1" fmla="*/ 2668 w 10000"/>
              <a:gd name="connsiteY1" fmla="*/ 6551 h 10411"/>
              <a:gd name="connsiteX2" fmla="*/ 4942 w 10000"/>
              <a:gd name="connsiteY2" fmla="*/ 10401 h 10411"/>
              <a:gd name="connsiteX3" fmla="*/ 7338 w 10000"/>
              <a:gd name="connsiteY3" fmla="*/ 7433 h 10411"/>
              <a:gd name="connsiteX4" fmla="*/ 10000 w 10000"/>
              <a:gd name="connsiteY4" fmla="*/ 642 h 10411"/>
              <a:gd name="connsiteX0" fmla="*/ 0 w 10000"/>
              <a:gd name="connsiteY0" fmla="*/ 0 h 10411"/>
              <a:gd name="connsiteX1" fmla="*/ 2668 w 10000"/>
              <a:gd name="connsiteY1" fmla="*/ 6551 h 10411"/>
              <a:gd name="connsiteX2" fmla="*/ 4942 w 10000"/>
              <a:gd name="connsiteY2" fmla="*/ 10401 h 10411"/>
              <a:gd name="connsiteX3" fmla="*/ 7338 w 10000"/>
              <a:gd name="connsiteY3" fmla="*/ 7433 h 10411"/>
              <a:gd name="connsiteX4" fmla="*/ 10000 w 10000"/>
              <a:gd name="connsiteY4" fmla="*/ 642 h 10411"/>
              <a:gd name="connsiteX0" fmla="*/ 0 w 10000"/>
              <a:gd name="connsiteY0" fmla="*/ 0 h 10404"/>
              <a:gd name="connsiteX1" fmla="*/ 2762 w 10000"/>
              <a:gd name="connsiteY1" fmla="*/ 6952 h 10404"/>
              <a:gd name="connsiteX2" fmla="*/ 4942 w 10000"/>
              <a:gd name="connsiteY2" fmla="*/ 10401 h 10404"/>
              <a:gd name="connsiteX3" fmla="*/ 7338 w 10000"/>
              <a:gd name="connsiteY3" fmla="*/ 7433 h 10404"/>
              <a:gd name="connsiteX4" fmla="*/ 10000 w 10000"/>
              <a:gd name="connsiteY4" fmla="*/ 642 h 10404"/>
              <a:gd name="connsiteX0" fmla="*/ 0 w 10000"/>
              <a:gd name="connsiteY0" fmla="*/ 0 h 9604"/>
              <a:gd name="connsiteX1" fmla="*/ 2762 w 10000"/>
              <a:gd name="connsiteY1" fmla="*/ 6952 h 9604"/>
              <a:gd name="connsiteX2" fmla="*/ 5021 w 10000"/>
              <a:gd name="connsiteY2" fmla="*/ 9599 h 9604"/>
              <a:gd name="connsiteX3" fmla="*/ 7338 w 10000"/>
              <a:gd name="connsiteY3" fmla="*/ 7433 h 9604"/>
              <a:gd name="connsiteX4" fmla="*/ 10000 w 10000"/>
              <a:gd name="connsiteY4" fmla="*/ 642 h 9604"/>
              <a:gd name="connsiteX0" fmla="*/ 0 w 10000"/>
              <a:gd name="connsiteY0" fmla="*/ 0 h 10001"/>
              <a:gd name="connsiteX1" fmla="*/ 2762 w 10000"/>
              <a:gd name="connsiteY1" fmla="*/ 7239 h 10001"/>
              <a:gd name="connsiteX2" fmla="*/ 5021 w 10000"/>
              <a:gd name="connsiteY2" fmla="*/ 9995 h 10001"/>
              <a:gd name="connsiteX3" fmla="*/ 7338 w 10000"/>
              <a:gd name="connsiteY3" fmla="*/ 7739 h 10001"/>
              <a:gd name="connsiteX4" fmla="*/ 10000 w 10000"/>
              <a:gd name="connsiteY4" fmla="*/ 668 h 10001"/>
              <a:gd name="connsiteX0" fmla="*/ 0 w 10000"/>
              <a:gd name="connsiteY0" fmla="*/ 0 h 9995"/>
              <a:gd name="connsiteX1" fmla="*/ 2762 w 10000"/>
              <a:gd name="connsiteY1" fmla="*/ 7239 h 9995"/>
              <a:gd name="connsiteX2" fmla="*/ 5021 w 10000"/>
              <a:gd name="connsiteY2" fmla="*/ 9995 h 9995"/>
              <a:gd name="connsiteX3" fmla="*/ 7338 w 10000"/>
              <a:gd name="connsiteY3" fmla="*/ 7739 h 9995"/>
              <a:gd name="connsiteX4" fmla="*/ 10000 w 10000"/>
              <a:gd name="connsiteY4" fmla="*/ 668 h 9995"/>
              <a:gd name="connsiteX0" fmla="*/ 0 w 10000"/>
              <a:gd name="connsiteY0" fmla="*/ 0 h 10001"/>
              <a:gd name="connsiteX1" fmla="*/ 2762 w 10000"/>
              <a:gd name="connsiteY1" fmla="*/ 7243 h 10001"/>
              <a:gd name="connsiteX2" fmla="*/ 5021 w 10000"/>
              <a:gd name="connsiteY2" fmla="*/ 10000 h 10001"/>
              <a:gd name="connsiteX3" fmla="*/ 7401 w 10000"/>
              <a:gd name="connsiteY3" fmla="*/ 7492 h 10001"/>
              <a:gd name="connsiteX4" fmla="*/ 10000 w 10000"/>
              <a:gd name="connsiteY4" fmla="*/ 668 h 10001"/>
              <a:gd name="connsiteX0" fmla="*/ 0 w 10000"/>
              <a:gd name="connsiteY0" fmla="*/ 0 h 10001"/>
              <a:gd name="connsiteX1" fmla="*/ 2762 w 10000"/>
              <a:gd name="connsiteY1" fmla="*/ 7243 h 10001"/>
              <a:gd name="connsiteX2" fmla="*/ 5021 w 10000"/>
              <a:gd name="connsiteY2" fmla="*/ 10000 h 10001"/>
              <a:gd name="connsiteX3" fmla="*/ 7401 w 10000"/>
              <a:gd name="connsiteY3" fmla="*/ 7492 h 10001"/>
              <a:gd name="connsiteX4" fmla="*/ 10000 w 10000"/>
              <a:gd name="connsiteY4" fmla="*/ 668 h 10001"/>
              <a:gd name="connsiteX0" fmla="*/ 0 w 10000"/>
              <a:gd name="connsiteY0" fmla="*/ 0 h 10001"/>
              <a:gd name="connsiteX1" fmla="*/ 2762 w 10000"/>
              <a:gd name="connsiteY1" fmla="*/ 7243 h 10001"/>
              <a:gd name="connsiteX2" fmla="*/ 5021 w 10000"/>
              <a:gd name="connsiteY2" fmla="*/ 10000 h 10001"/>
              <a:gd name="connsiteX3" fmla="*/ 7401 w 10000"/>
              <a:gd name="connsiteY3" fmla="*/ 7492 h 10001"/>
              <a:gd name="connsiteX4" fmla="*/ 10000 w 10000"/>
              <a:gd name="connsiteY4" fmla="*/ 668 h 10001"/>
              <a:gd name="connsiteX0" fmla="*/ 0 w 10000"/>
              <a:gd name="connsiteY0" fmla="*/ 0 h 11170"/>
              <a:gd name="connsiteX1" fmla="*/ 2762 w 10000"/>
              <a:gd name="connsiteY1" fmla="*/ 7243 h 11170"/>
              <a:gd name="connsiteX2" fmla="*/ 5021 w 10000"/>
              <a:gd name="connsiteY2" fmla="*/ 11170 h 11170"/>
              <a:gd name="connsiteX3" fmla="*/ 7401 w 10000"/>
              <a:gd name="connsiteY3" fmla="*/ 7492 h 11170"/>
              <a:gd name="connsiteX4" fmla="*/ 10000 w 10000"/>
              <a:gd name="connsiteY4" fmla="*/ 668 h 11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1170">
                <a:moveTo>
                  <a:pt x="0" y="0"/>
                </a:moveTo>
                <a:cubicBezTo>
                  <a:pt x="1085" y="3678"/>
                  <a:pt x="1925" y="5381"/>
                  <a:pt x="2762" y="7243"/>
                </a:cubicBezTo>
                <a:cubicBezTo>
                  <a:pt x="3599" y="9105"/>
                  <a:pt x="4248" y="11129"/>
                  <a:pt x="5021" y="11170"/>
                </a:cubicBezTo>
                <a:cubicBezTo>
                  <a:pt x="5794" y="11211"/>
                  <a:pt x="6571" y="9242"/>
                  <a:pt x="7401" y="7492"/>
                </a:cubicBezTo>
                <a:cubicBezTo>
                  <a:pt x="8231" y="5742"/>
                  <a:pt x="8613" y="5235"/>
                  <a:pt x="10000" y="668"/>
                </a:cubicBezTo>
              </a:path>
            </a:pathLst>
          </a:cu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7" name="Text Box 51">
            <a:extLst>
              <a:ext uri="{FF2B5EF4-FFF2-40B4-BE49-F238E27FC236}">
                <a16:creationId xmlns:a16="http://schemas.microsoft.com/office/drawing/2014/main" id="{AF37A594-D74B-BEC7-9EAC-B407BF17E3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59082" y="1777879"/>
            <a:ext cx="2889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0" i="0" u="none" strike="noStrike" kern="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</a:t>
            </a:r>
            <a:endParaRPr kumimoji="1" lang="en-US" altLang="zh-CN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8" name="Text Box 52">
            <a:extLst>
              <a:ext uri="{FF2B5EF4-FFF2-40B4-BE49-F238E27FC236}">
                <a16:creationId xmlns:a16="http://schemas.microsoft.com/office/drawing/2014/main" id="{AF3DBE85-0687-0A50-3573-AB86949FA4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4032" y="4956698"/>
            <a:ext cx="2889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</a:t>
            </a:r>
            <a:endParaRPr kumimoji="1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9" name="Text Box 53">
            <a:extLst>
              <a:ext uri="{FF2B5EF4-FFF2-40B4-BE49-F238E27FC236}">
                <a16:creationId xmlns:a16="http://schemas.microsoft.com/office/drawing/2014/main" id="{EFCF311F-C85D-25CC-5803-22145CCA42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69944" y="4970341"/>
            <a:ext cx="2889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0" i="0" u="none" strike="noStrike" kern="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</a:t>
            </a:r>
            <a:endParaRPr kumimoji="1" lang="en-US" altLang="zh-CN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0" name="Text Box 54">
            <a:extLst>
              <a:ext uri="{FF2B5EF4-FFF2-40B4-BE49-F238E27FC236}">
                <a16:creationId xmlns:a16="http://schemas.microsoft.com/office/drawing/2014/main" id="{7D0AC2E0-0942-8165-03B3-EFE813F0D9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65242" y="5683341"/>
            <a:ext cx="2889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66FF33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</a:t>
            </a:r>
            <a:endParaRPr kumimoji="1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66FF33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1" name="Text Box 55">
            <a:extLst>
              <a:ext uri="{FF2B5EF4-FFF2-40B4-BE49-F238E27FC236}">
                <a16:creationId xmlns:a16="http://schemas.microsoft.com/office/drawing/2014/main" id="{E390257A-9643-6E76-2220-E508BDEA98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5828" y="2093652"/>
            <a:ext cx="205216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zh-CN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空间分析</a:t>
            </a:r>
          </a:p>
        </p:txBody>
      </p:sp>
      <p:sp>
        <p:nvSpPr>
          <p:cNvPr id="52" name="Text Box 56">
            <a:extLst>
              <a:ext uri="{FF2B5EF4-FFF2-40B4-BE49-F238E27FC236}">
                <a16:creationId xmlns:a16="http://schemas.microsoft.com/office/drawing/2014/main" id="{88B6F246-C3A3-4EB7-F1B5-B0F82A6651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5828" y="2712777"/>
            <a:ext cx="205216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zh-CN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投影分析</a:t>
            </a:r>
          </a:p>
        </p:txBody>
      </p:sp>
      <p:sp>
        <p:nvSpPr>
          <p:cNvPr id="53" name="Text Box 57">
            <a:extLst>
              <a:ext uri="{FF2B5EF4-FFF2-40B4-BE49-F238E27FC236}">
                <a16:creationId xmlns:a16="http://schemas.microsoft.com/office/drawing/2014/main" id="{C3617C57-549F-960E-05F9-545C3EC19A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5828" y="3365129"/>
            <a:ext cx="154882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30000"/>
              </a:spcBef>
              <a:spcAft>
                <a:spcPct val="0"/>
              </a:spcAft>
              <a:buFontTx/>
              <a:buNone/>
            </a:pPr>
            <a:r>
              <a:rPr lang="en-US" altLang="zh-CN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作图  </a:t>
            </a:r>
          </a:p>
        </p:txBody>
      </p:sp>
      <p:sp>
        <p:nvSpPr>
          <p:cNvPr id="54" name="Text Box 58">
            <a:extLst>
              <a:ext uri="{FF2B5EF4-FFF2-40B4-BE49-F238E27FC236}">
                <a16:creationId xmlns:a16="http://schemas.microsoft.com/office/drawing/2014/main" id="{7F9AF024-9F42-4B87-BE20-E6953B3C39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4975" y="4354687"/>
            <a:ext cx="160492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）中间点</a:t>
            </a:r>
          </a:p>
        </p:txBody>
      </p:sp>
      <p:sp>
        <p:nvSpPr>
          <p:cNvPr id="55" name="Text Box 59">
            <a:extLst>
              <a:ext uri="{FF2B5EF4-FFF2-40B4-BE49-F238E27FC236}">
                <a16:creationId xmlns:a16="http://schemas.microsoft.com/office/drawing/2014/main" id="{459600AC-C3A0-4852-3929-C8EFCC15DA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5828" y="5353181"/>
            <a:ext cx="348845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zh-CN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en-US" altLang="zh-CN" sz="2800" b="1" i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检查轮廓线的投影</a:t>
            </a:r>
          </a:p>
        </p:txBody>
      </p:sp>
      <p:sp>
        <p:nvSpPr>
          <p:cNvPr id="56" name="Text Box 60">
            <a:extLst>
              <a:ext uri="{FF2B5EF4-FFF2-40B4-BE49-F238E27FC236}">
                <a16:creationId xmlns:a16="http://schemas.microsoft.com/office/drawing/2014/main" id="{A87960E9-29A7-3602-7206-3703A36F9A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4975" y="4730924"/>
            <a:ext cx="191270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光滑连接</a:t>
            </a:r>
            <a:endParaRPr lang="zh-CN" altLang="en-US" sz="2400" b="1" i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7" name="Picture 61">
            <a:extLst>
              <a:ext uri="{FF2B5EF4-FFF2-40B4-BE49-F238E27FC236}">
                <a16:creationId xmlns:a16="http://schemas.microsoft.com/office/drawing/2014/main" id="{69073BC1-AB62-3CE5-AD8B-02D194B625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18000" contras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6425" y="4290097"/>
            <a:ext cx="2133600" cy="178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8" name="Text Box 62">
            <a:extLst>
              <a:ext uri="{FF2B5EF4-FFF2-40B4-BE49-F238E27FC236}">
                <a16:creationId xmlns:a16="http://schemas.microsoft.com/office/drawing/2014/main" id="{5525D1E4-DE04-D224-929A-8BAB4CDBFC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26681" y="2038229"/>
            <a:ext cx="1392237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0" fontAlgn="base" hangingPunct="0">
              <a:spcBef>
                <a:spcPts val="0"/>
              </a:spcBef>
              <a:spcAft>
                <a:spcPct val="0"/>
              </a:spcAft>
              <a:buFontTx/>
              <a:buNone/>
            </a:pPr>
            <a:r>
              <a:rPr lang="zh-CN" altLang="en-US" sz="2000" dirty="0">
                <a:solidFill>
                  <a:srgbClr val="000000"/>
                </a:solidFill>
                <a:ea typeface="黑体" panose="02010609060101010101" pitchFamily="49" charset="-122"/>
              </a:rPr>
              <a:t>封闭的</a:t>
            </a:r>
            <a:endParaRPr lang="en-US" altLang="zh-CN" sz="2000" dirty="0">
              <a:solidFill>
                <a:srgbClr val="000000"/>
              </a:solidFill>
              <a:ea typeface="黑体" panose="02010609060101010101" pitchFamily="49" charset="-122"/>
            </a:endParaRPr>
          </a:p>
          <a:p>
            <a:pPr algn="ctr" eaLnBrk="0" fontAlgn="base" hangingPunct="0">
              <a:spcBef>
                <a:spcPts val="0"/>
              </a:spcBef>
              <a:spcAft>
                <a:spcPct val="0"/>
              </a:spcAft>
              <a:buFontTx/>
              <a:buNone/>
            </a:pPr>
            <a:r>
              <a:rPr lang="zh-CN" altLang="en-US" sz="2000" dirty="0">
                <a:solidFill>
                  <a:srgbClr val="000000"/>
                </a:solidFill>
                <a:ea typeface="黑体" panose="02010609060101010101" pitchFamily="49" charset="-122"/>
              </a:rPr>
              <a:t>空间曲线</a:t>
            </a:r>
          </a:p>
        </p:txBody>
      </p:sp>
      <p:sp>
        <p:nvSpPr>
          <p:cNvPr id="60" name="Text Box 64">
            <a:extLst>
              <a:ext uri="{FF2B5EF4-FFF2-40B4-BE49-F238E27FC236}">
                <a16:creationId xmlns:a16="http://schemas.microsoft.com/office/drawing/2014/main" id="{C829FF3B-756D-FEF1-C414-B95C8643B7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4975" y="3978449"/>
            <a:ext cx="160492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30000"/>
              </a:spcBef>
              <a:spcAft>
                <a:spcPct val="0"/>
              </a:spcAft>
              <a:buFontTx/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）特殊点</a:t>
            </a:r>
            <a:endParaRPr lang="zh-CN" altLang="en-US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28731CE8-17B1-D15C-A842-CE305E0457F5}"/>
              </a:ext>
            </a:extLst>
          </p:cNvPr>
          <p:cNvGrpSpPr/>
          <p:nvPr/>
        </p:nvGrpSpPr>
        <p:grpSpPr>
          <a:xfrm>
            <a:off x="7754019" y="1053979"/>
            <a:ext cx="2979738" cy="919162"/>
            <a:chOff x="7754019" y="1053979"/>
            <a:chExt cx="2979738" cy="919162"/>
          </a:xfrm>
        </p:grpSpPr>
        <p:sp>
          <p:nvSpPr>
            <p:cNvPr id="61" name="Text Box 65">
              <a:extLst>
                <a:ext uri="{FF2B5EF4-FFF2-40B4-BE49-F238E27FC236}">
                  <a16:creationId xmlns:a16="http://schemas.microsoft.com/office/drawing/2014/main" id="{674E50C8-CC21-12EE-7858-7DCBCAECBE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03269" y="1053979"/>
              <a:ext cx="2630488" cy="396875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>
              <a:solidFill>
                <a:schemeClr val="accent5">
                  <a:lumMod val="40000"/>
                  <a:lumOff val="60000"/>
                </a:schemeClr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zh-CN" altLang="en-US" sz="2000" dirty="0">
                  <a:solidFill>
                    <a:srgbClr val="FF0000"/>
                  </a:solidFill>
                  <a:ea typeface="黑体" panose="02010609060101010101" pitchFamily="49" charset="-122"/>
                </a:rPr>
                <a:t>此段外形轮廓线消失</a:t>
              </a:r>
            </a:p>
          </p:txBody>
        </p:sp>
        <p:sp>
          <p:nvSpPr>
            <p:cNvPr id="62" name="Line 66">
              <a:extLst>
                <a:ext uri="{FF2B5EF4-FFF2-40B4-BE49-F238E27FC236}">
                  <a16:creationId xmlns:a16="http://schemas.microsoft.com/office/drawing/2014/main" id="{A942E123-8EBE-B0E7-A541-0EEE91DD789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754019" y="1469904"/>
              <a:ext cx="395288" cy="50323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63" name="Text Box 67">
            <a:extLst>
              <a:ext uri="{FF2B5EF4-FFF2-40B4-BE49-F238E27FC236}">
                <a16:creationId xmlns:a16="http://schemas.microsoft.com/office/drawing/2014/main" id="{D6A650C5-1CD6-9018-2C12-A82D72EED5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2194" y="2089029"/>
            <a:ext cx="2889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66FF33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</a:t>
            </a:r>
            <a:endParaRPr kumimoji="1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66FF33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4" name="Text Box 68">
            <a:extLst>
              <a:ext uri="{FF2B5EF4-FFF2-40B4-BE49-F238E27FC236}">
                <a16:creationId xmlns:a16="http://schemas.microsoft.com/office/drawing/2014/main" id="{A4BFB7B4-AE37-7BF6-F12A-4E3F784071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33694" y="1574679"/>
            <a:ext cx="5064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 panose="020B0702040204020203" pitchFamily="34" charset="0"/>
              </a:rPr>
              <a:t>1"</a:t>
            </a:r>
          </a:p>
        </p:txBody>
      </p:sp>
      <p:sp>
        <p:nvSpPr>
          <p:cNvPr id="65" name="Rectangle 69">
            <a:extLst>
              <a:ext uri="{FF2B5EF4-FFF2-40B4-BE49-F238E27FC236}">
                <a16:creationId xmlns:a16="http://schemas.microsoft.com/office/drawing/2014/main" id="{33D2D681-C6EA-C597-0AC7-EB134DB787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2894" y="1574679"/>
            <a:ext cx="43633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 panose="020B0702040204020203" pitchFamily="34" charset="0"/>
              </a:rPr>
              <a:t>1'</a:t>
            </a:r>
          </a:p>
        </p:txBody>
      </p:sp>
      <p:sp>
        <p:nvSpPr>
          <p:cNvPr id="66" name="Text Box 70">
            <a:extLst>
              <a:ext uri="{FF2B5EF4-FFF2-40B4-BE49-F238E27FC236}">
                <a16:creationId xmlns:a16="http://schemas.microsoft.com/office/drawing/2014/main" id="{AE3CC260-7B78-237F-4263-C2533C3DAC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06819" y="2055691"/>
            <a:ext cx="5064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 panose="020B0702040204020203" pitchFamily="34" charset="0"/>
              </a:rPr>
              <a:t>2"</a:t>
            </a:r>
          </a:p>
        </p:txBody>
      </p:sp>
      <p:sp>
        <p:nvSpPr>
          <p:cNvPr id="67" name="Text Box 71">
            <a:extLst>
              <a:ext uri="{FF2B5EF4-FFF2-40B4-BE49-F238E27FC236}">
                <a16:creationId xmlns:a16="http://schemas.microsoft.com/office/drawing/2014/main" id="{182E84D8-8657-1EE4-DF3A-7794F4AE8C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49607" y="1595316"/>
            <a:ext cx="5826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 panose="020B0702040204020203" pitchFamily="34" charset="0"/>
              </a:rPr>
              <a:t>,3"</a:t>
            </a:r>
          </a:p>
        </p:txBody>
      </p:sp>
      <p:sp>
        <p:nvSpPr>
          <p:cNvPr id="68" name="Rectangle 72">
            <a:extLst>
              <a:ext uri="{FF2B5EF4-FFF2-40B4-BE49-F238E27FC236}">
                <a16:creationId xmlns:a16="http://schemas.microsoft.com/office/drawing/2014/main" id="{06105A5D-F5B6-404A-5936-D00F4B3E46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3307" y="2190629"/>
            <a:ext cx="43633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 panose="020B0702040204020203" pitchFamily="34" charset="0"/>
              </a:rPr>
              <a:t>2'</a:t>
            </a:r>
          </a:p>
        </p:txBody>
      </p:sp>
      <p:sp>
        <p:nvSpPr>
          <p:cNvPr id="69" name="Rectangle 73">
            <a:extLst>
              <a:ext uri="{FF2B5EF4-FFF2-40B4-BE49-F238E27FC236}">
                <a16:creationId xmlns:a16="http://schemas.microsoft.com/office/drawing/2014/main" id="{0B4EC0F1-3531-27BB-28C8-110D74B739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41382" y="1555629"/>
            <a:ext cx="43633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 panose="020B0702040204020203" pitchFamily="34" charset="0"/>
              </a:rPr>
              <a:t>3'</a:t>
            </a:r>
          </a:p>
        </p:txBody>
      </p:sp>
      <p:sp>
        <p:nvSpPr>
          <p:cNvPr id="70" name="Rectangle 74">
            <a:extLst>
              <a:ext uri="{FF2B5EF4-FFF2-40B4-BE49-F238E27FC236}">
                <a16:creationId xmlns:a16="http://schemas.microsoft.com/office/drawing/2014/main" id="{0024B656-A458-DF2D-7703-E638A5EF87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0044" y="5075116"/>
            <a:ext cx="35618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 panose="020B0702040204020203" pitchFamily="34" charset="0"/>
              </a:rPr>
              <a:t>1</a:t>
            </a:r>
          </a:p>
        </p:txBody>
      </p:sp>
      <p:sp>
        <p:nvSpPr>
          <p:cNvPr id="71" name="Rectangle 75">
            <a:extLst>
              <a:ext uri="{FF2B5EF4-FFF2-40B4-BE49-F238E27FC236}">
                <a16:creationId xmlns:a16="http://schemas.microsoft.com/office/drawing/2014/main" id="{0DD8B312-84E3-460A-8FC7-6E1BA7E97E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5620" y="5738952"/>
            <a:ext cx="35618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 panose="020B0702040204020203" pitchFamily="34" charset="0"/>
              </a:rPr>
              <a:t>2</a:t>
            </a:r>
          </a:p>
        </p:txBody>
      </p:sp>
      <p:sp>
        <p:nvSpPr>
          <p:cNvPr id="72" name="Rectangle 76">
            <a:extLst>
              <a:ext uri="{FF2B5EF4-FFF2-40B4-BE49-F238E27FC236}">
                <a16:creationId xmlns:a16="http://schemas.microsoft.com/office/drawing/2014/main" id="{4BD25A72-8B54-806C-691E-3792B05F7A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87419" y="5092579"/>
            <a:ext cx="35618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 panose="020B0702040204020203" pitchFamily="34" charset="0"/>
              </a:rPr>
              <a:t>3</a:t>
            </a:r>
          </a:p>
        </p:txBody>
      </p:sp>
      <p:pic>
        <p:nvPicPr>
          <p:cNvPr id="73" name="图片 72">
            <a:extLst>
              <a:ext uri="{FF2B5EF4-FFF2-40B4-BE49-F238E27FC236}">
                <a16:creationId xmlns:a16="http://schemas.microsoft.com/office/drawing/2014/main" id="{CCB76D6F-13AB-5A41-1E50-7EBB5E2665E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996" t="26771" r="30327" b="11254"/>
          <a:stretch/>
        </p:blipFill>
        <p:spPr>
          <a:xfrm>
            <a:off x="9195308" y="2783503"/>
            <a:ext cx="2222501" cy="209550"/>
          </a:xfrm>
          <a:prstGeom prst="rect">
            <a:avLst/>
          </a:prstGeom>
        </p:spPr>
      </p:pic>
      <p:pic>
        <p:nvPicPr>
          <p:cNvPr id="74" name="图片 73">
            <a:extLst>
              <a:ext uri="{FF2B5EF4-FFF2-40B4-BE49-F238E27FC236}">
                <a16:creationId xmlns:a16="http://schemas.microsoft.com/office/drawing/2014/main" id="{8BF53146-F84E-00E6-FAD6-1D7A31052D0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263" t="35317" r="33002" b="21487"/>
          <a:stretch/>
        </p:blipFill>
        <p:spPr>
          <a:xfrm rot="5400000">
            <a:off x="9096884" y="2621579"/>
            <a:ext cx="2412998" cy="146051"/>
          </a:xfrm>
          <a:prstGeom prst="rect">
            <a:avLst/>
          </a:prstGeom>
        </p:spPr>
      </p:pic>
      <p:pic>
        <p:nvPicPr>
          <p:cNvPr id="75" name="图片 74">
            <a:extLst>
              <a:ext uri="{FF2B5EF4-FFF2-40B4-BE49-F238E27FC236}">
                <a16:creationId xmlns:a16="http://schemas.microsoft.com/office/drawing/2014/main" id="{B66B377B-BB78-64AC-C501-7505A6C05FB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77" t="30309" r="29613" b="5622"/>
          <a:stretch/>
        </p:blipFill>
        <p:spPr>
          <a:xfrm>
            <a:off x="6204619" y="2795466"/>
            <a:ext cx="2666840" cy="216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971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500"/>
                            </p:stCondLst>
                            <p:childTnLst>
                              <p:par>
                                <p:cTn id="5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2000"/>
                            </p:stCondLst>
                            <p:childTnLst>
                              <p:par>
                                <p:cTn id="5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2500"/>
                            </p:stCondLst>
                            <p:childTnLst>
                              <p:par>
                                <p:cTn id="6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3000"/>
                            </p:stCondLst>
                            <p:childTnLst>
                              <p:par>
                                <p:cTn id="6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3500"/>
                            </p:stCondLst>
                            <p:childTnLst>
                              <p:par>
                                <p:cTn id="7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500"/>
                            </p:stCondLst>
                            <p:childTnLst>
                              <p:par>
                                <p:cTn id="109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14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4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5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1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8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" fill="hold">
                      <p:stCondLst>
                        <p:cond delay="indefinite"/>
                      </p:stCondLst>
                      <p:childTnLst>
                        <p:par>
                          <p:cTn id="223" fill="hold">
                            <p:stCondLst>
                              <p:cond delay="0"/>
                            </p:stCondLst>
                            <p:childTnLst>
                              <p:par>
                                <p:cTn id="2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>
                      <p:stCondLst>
                        <p:cond delay="indefinite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id="2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21" grpId="0" animBg="1"/>
      <p:bldP spid="22" grpId="0" autoUpdateAnimBg="0"/>
      <p:bldP spid="23" grpId="0" animBg="1"/>
      <p:bldP spid="27" grpId="0" animBg="1"/>
      <p:bldP spid="38" grpId="0" animBg="1"/>
      <p:bldP spid="39" grpId="0" animBg="1"/>
      <p:bldP spid="46" grpId="0" animBg="1"/>
      <p:bldP spid="47" grpId="0" autoUpdateAnimBg="0"/>
      <p:bldP spid="48" grpId="0" autoUpdateAnimBg="0"/>
      <p:bldP spid="49" grpId="0" autoUpdateAnimBg="0"/>
      <p:bldP spid="50" grpId="0" autoUpdateAnimBg="0"/>
      <p:bldP spid="51" grpId="0"/>
      <p:bldP spid="52" grpId="0"/>
      <p:bldP spid="53" grpId="0"/>
      <p:bldP spid="54" grpId="0"/>
      <p:bldP spid="55" grpId="0"/>
      <p:bldP spid="56" grpId="0"/>
      <p:bldP spid="58" grpId="0"/>
      <p:bldP spid="60" grpId="0"/>
      <p:bldP spid="63" grpId="0"/>
      <p:bldP spid="64" grpId="0"/>
      <p:bldP spid="65" grpId="0"/>
      <p:bldP spid="66" grpId="0"/>
      <p:bldP spid="67" grpId="0"/>
      <p:bldP spid="68" grpId="0"/>
      <p:bldP spid="69" grpId="0"/>
      <p:bldP spid="70" grpId="0"/>
      <p:bldP spid="71" grpId="0"/>
      <p:bldP spid="7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00FA99-4D79-9DF0-2C06-3862D4278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>
            <a:extLst>
              <a:ext uri="{FF2B5EF4-FFF2-40B4-BE49-F238E27FC236}">
                <a16:creationId xmlns:a16="http://schemas.microsoft.com/office/drawing/2014/main" id="{5274403D-2666-4645-B6EF-15F2702D7D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19" y="412176"/>
            <a:ext cx="45801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8.3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回转体与回转体相交</a:t>
            </a:r>
          </a:p>
        </p:txBody>
      </p:sp>
      <p:sp>
        <p:nvSpPr>
          <p:cNvPr id="16" name="灯片编号占位符 3">
            <a:extLst>
              <a:ext uri="{FF2B5EF4-FFF2-40B4-BE49-F238E27FC236}">
                <a16:creationId xmlns:a16="http://schemas.microsoft.com/office/drawing/2014/main" id="{BF4125A5-E1A2-9096-97E2-F6AB72210B98}"/>
              </a:ext>
            </a:extLst>
          </p:cNvPr>
          <p:cNvSpPr txBox="1">
            <a:spLocks/>
          </p:cNvSpPr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  <a:pPr/>
              <a:t>11</a:t>
            </a:fld>
            <a:endParaRPr lang="en-US" altLang="zh-CN" dirty="0"/>
          </a:p>
        </p:txBody>
      </p:sp>
      <p:sp>
        <p:nvSpPr>
          <p:cNvPr id="2" name="Text Box 2">
            <a:extLst>
              <a:ext uri="{FF2B5EF4-FFF2-40B4-BE49-F238E27FC236}">
                <a16:creationId xmlns:a16="http://schemas.microsoft.com/office/drawing/2014/main" id="{CA93C54A-8E95-C114-E3BE-8F9A62B6A3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2745" y="1482152"/>
            <a:ext cx="9712138" cy="2517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20000"/>
              </a:spcAft>
              <a:buFontTx/>
              <a:buNone/>
            </a:pP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蒙日</a:t>
            </a:r>
            <a:r>
              <a:rPr lang="en-US" altLang="zh-CN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800" b="1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G.Monge</a:t>
            </a:r>
            <a:r>
              <a:rPr lang="en-US" altLang="zh-CN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定理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kumimoji="0"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若两个二次曲面同切于第三个二次曲面，则这两个二次曲面的交线为平面曲线。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kumimoji="0" lang="en-US" altLang="zh-CN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0"/>
              </a:spcBef>
              <a:buNone/>
            </a:pPr>
            <a:r>
              <a:rPr kumimoji="0"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两个</a:t>
            </a:r>
            <a:r>
              <a:rPr kumimoji="0" lang="zh-CN" altLang="en-US" sz="2400" u="sng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轴线相交</a:t>
            </a:r>
            <a:r>
              <a:rPr kumimoji="0"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的回转面同</a:t>
            </a:r>
            <a:r>
              <a:rPr kumimoji="0"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切于</a:t>
            </a:r>
            <a:r>
              <a:rPr kumimoji="0"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一个</a:t>
            </a:r>
            <a:r>
              <a:rPr kumimoji="0" lang="zh-CN" altLang="en-US" sz="2400" u="sng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圆球面</a:t>
            </a:r>
            <a:r>
              <a:rPr kumimoji="0"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时，则这两个回转面的交线为</a:t>
            </a:r>
            <a:r>
              <a:rPr kumimoji="0"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椭圆</a:t>
            </a:r>
            <a:r>
              <a:rPr kumimoji="0"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（平面曲线）。其积聚性的投影为这两个回转面轮廓线的交点对连。</a:t>
            </a:r>
          </a:p>
        </p:txBody>
      </p:sp>
    </p:spTree>
    <p:extLst>
      <p:ext uri="{BB962C8B-B14F-4D97-AF65-F5344CB8AC3E}">
        <p14:creationId xmlns:p14="http://schemas.microsoft.com/office/powerpoint/2010/main" val="3425290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D59993-3DCE-8F75-FECE-49DF36308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>
            <a:extLst>
              <a:ext uri="{FF2B5EF4-FFF2-40B4-BE49-F238E27FC236}">
                <a16:creationId xmlns:a16="http://schemas.microsoft.com/office/drawing/2014/main" id="{3F5EB9D4-3C3D-2D65-A4FE-3E48CF1776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19" y="412176"/>
            <a:ext cx="45801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8.3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回转体与回转体相交</a:t>
            </a:r>
          </a:p>
        </p:txBody>
      </p:sp>
      <p:sp>
        <p:nvSpPr>
          <p:cNvPr id="16" name="灯片编号占位符 3">
            <a:extLst>
              <a:ext uri="{FF2B5EF4-FFF2-40B4-BE49-F238E27FC236}">
                <a16:creationId xmlns:a16="http://schemas.microsoft.com/office/drawing/2014/main" id="{F3DFD9B4-40A7-B78C-9CFC-11EC9C82127D}"/>
              </a:ext>
            </a:extLst>
          </p:cNvPr>
          <p:cNvSpPr txBox="1">
            <a:spLocks/>
          </p:cNvSpPr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  <a:pPr/>
              <a:t>12</a:t>
            </a:fld>
            <a:endParaRPr lang="en-US" altLang="zh-CN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65C3293D-80F9-7348-3F22-17003655C85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75" t="29503" r="49535" b="21199"/>
          <a:stretch/>
        </p:blipFill>
        <p:spPr>
          <a:xfrm>
            <a:off x="9189374" y="5018905"/>
            <a:ext cx="871538" cy="166688"/>
          </a:xfrm>
          <a:prstGeom prst="rect">
            <a:avLst/>
          </a:prstGeom>
        </p:spPr>
      </p:pic>
      <p:grpSp>
        <p:nvGrpSpPr>
          <p:cNvPr id="3" name="组合 2">
            <a:extLst>
              <a:ext uri="{FF2B5EF4-FFF2-40B4-BE49-F238E27FC236}">
                <a16:creationId xmlns:a16="http://schemas.microsoft.com/office/drawing/2014/main" id="{3168F077-D637-4186-1122-BA45B03F1BBF}"/>
              </a:ext>
            </a:extLst>
          </p:cNvPr>
          <p:cNvGrpSpPr/>
          <p:nvPr/>
        </p:nvGrpSpPr>
        <p:grpSpPr>
          <a:xfrm>
            <a:off x="9194608" y="3587493"/>
            <a:ext cx="1942310" cy="909639"/>
            <a:chOff x="9315450" y="3267074"/>
            <a:chExt cx="1942310" cy="909639"/>
          </a:xfrm>
        </p:grpSpPr>
        <p:grpSp>
          <p:nvGrpSpPr>
            <p:cNvPr id="4" name="Group 19">
              <a:extLst>
                <a:ext uri="{FF2B5EF4-FFF2-40B4-BE49-F238E27FC236}">
                  <a16:creationId xmlns:a16="http://schemas.microsoft.com/office/drawing/2014/main" id="{C8FFC9E3-20A2-A7AB-A9F1-984095D264E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395941" y="3376894"/>
              <a:ext cx="1790700" cy="723900"/>
              <a:chOff x="2264" y="2635"/>
              <a:chExt cx="1128" cy="456"/>
            </a:xfrm>
          </p:grpSpPr>
          <p:sp>
            <p:nvSpPr>
              <p:cNvPr id="9" name="Oval 20">
                <a:extLst>
                  <a:ext uri="{FF2B5EF4-FFF2-40B4-BE49-F238E27FC236}">
                    <a16:creationId xmlns:a16="http://schemas.microsoft.com/office/drawing/2014/main" id="{8FBB51AD-6D0E-D6C2-E066-82BBC2D4C3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64" y="2635"/>
                <a:ext cx="456" cy="456"/>
              </a:xfrm>
              <a:prstGeom prst="ellips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6600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" name="Oval 22">
                <a:extLst>
                  <a:ext uri="{FF2B5EF4-FFF2-40B4-BE49-F238E27FC236}">
                    <a16:creationId xmlns:a16="http://schemas.microsoft.com/office/drawing/2014/main" id="{E0B838C3-D921-9785-7B83-936E32C706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36" y="2635"/>
                <a:ext cx="456" cy="456"/>
              </a:xfrm>
              <a:prstGeom prst="ellips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6600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B3056AB3-4646-7F9B-FAA6-DF77A55D252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475" t="29503" r="49535" b="21199"/>
            <a:stretch/>
          </p:blipFill>
          <p:spPr>
            <a:xfrm>
              <a:off x="9315450" y="3648075"/>
              <a:ext cx="871538" cy="166688"/>
            </a:xfrm>
            <a:prstGeom prst="rect">
              <a:avLst/>
            </a:prstGeom>
          </p:spPr>
        </p:pic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A0C3A07A-910E-DE79-805D-17739A9D19F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4321" t="26770" r="41076" b="23697"/>
            <a:stretch/>
          </p:blipFill>
          <p:spPr>
            <a:xfrm rot="16200000">
              <a:off x="9286479" y="3638155"/>
              <a:ext cx="909639" cy="167478"/>
            </a:xfrm>
            <a:prstGeom prst="rect">
              <a:avLst/>
            </a:prstGeom>
          </p:spPr>
        </p:pic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FF3C8BE7-1580-1C1C-5E9F-7F053380B2C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475" t="29503" r="49535" b="21199"/>
            <a:stretch/>
          </p:blipFill>
          <p:spPr>
            <a:xfrm>
              <a:off x="10386222" y="3648075"/>
              <a:ext cx="871538" cy="166688"/>
            </a:xfrm>
            <a:prstGeom prst="rect">
              <a:avLst/>
            </a:prstGeom>
          </p:spPr>
        </p:pic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C312552E-2E1D-0686-365C-3B3F4F9F743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4321" t="26770" r="41076" b="23697"/>
            <a:stretch/>
          </p:blipFill>
          <p:spPr>
            <a:xfrm rot="16200000">
              <a:off x="10357251" y="3638155"/>
              <a:ext cx="909639" cy="167478"/>
            </a:xfrm>
            <a:prstGeom prst="rect">
              <a:avLst/>
            </a:prstGeom>
          </p:spPr>
        </p:pic>
      </p:grpSp>
      <p:pic>
        <p:nvPicPr>
          <p:cNvPr id="11" name="图片 10">
            <a:extLst>
              <a:ext uri="{FF2B5EF4-FFF2-40B4-BE49-F238E27FC236}">
                <a16:creationId xmlns:a16="http://schemas.microsoft.com/office/drawing/2014/main" id="{A7A0E7A5-4613-1A68-EE99-A743A20CB71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110" t="7761" r="41365" b="11253"/>
          <a:stretch/>
        </p:blipFill>
        <p:spPr>
          <a:xfrm>
            <a:off x="7084821" y="4459032"/>
            <a:ext cx="904875" cy="273827"/>
          </a:xfrm>
          <a:prstGeom prst="rect">
            <a:avLst/>
          </a:prstGeom>
        </p:spPr>
      </p:pic>
      <p:grpSp>
        <p:nvGrpSpPr>
          <p:cNvPr id="12" name="组合 11">
            <a:extLst>
              <a:ext uri="{FF2B5EF4-FFF2-40B4-BE49-F238E27FC236}">
                <a16:creationId xmlns:a16="http://schemas.microsoft.com/office/drawing/2014/main" id="{C3FCF73A-E349-D7D3-EDFF-AD957637CAE4}"/>
              </a:ext>
            </a:extLst>
          </p:cNvPr>
          <p:cNvGrpSpPr/>
          <p:nvPr/>
        </p:nvGrpSpPr>
        <p:grpSpPr>
          <a:xfrm>
            <a:off x="6445769" y="3519372"/>
            <a:ext cx="2040233" cy="1976297"/>
            <a:chOff x="6566611" y="3198953"/>
            <a:chExt cx="2040233" cy="1976297"/>
          </a:xfrm>
        </p:grpSpPr>
        <p:sp>
          <p:nvSpPr>
            <p:cNvPr id="13" name="Freeform 39">
              <a:extLst>
                <a:ext uri="{FF2B5EF4-FFF2-40B4-BE49-F238E27FC236}">
                  <a16:creationId xmlns:a16="http://schemas.microsoft.com/office/drawing/2014/main" id="{A2082AA5-B7DB-BEB3-6754-A99E913E01DE}"/>
                </a:ext>
              </a:extLst>
            </p:cNvPr>
            <p:cNvSpPr>
              <a:spLocks/>
            </p:cNvSpPr>
            <p:nvPr/>
          </p:nvSpPr>
          <p:spPr bwMode="auto">
            <a:xfrm>
              <a:off x="6633227" y="3321331"/>
              <a:ext cx="1933575" cy="1752600"/>
            </a:xfrm>
            <a:custGeom>
              <a:avLst/>
              <a:gdLst>
                <a:gd name="T0" fmla="*/ 204 w 1218"/>
                <a:gd name="T1" fmla="*/ 1104 h 1104"/>
                <a:gd name="T2" fmla="*/ 222 w 1218"/>
                <a:gd name="T3" fmla="*/ 1053 h 1104"/>
                <a:gd name="T4" fmla="*/ 177 w 1218"/>
                <a:gd name="T5" fmla="*/ 1074 h 1104"/>
                <a:gd name="T6" fmla="*/ 0 w 1218"/>
                <a:gd name="T7" fmla="*/ 657 h 1104"/>
                <a:gd name="T8" fmla="*/ 465 w 1218"/>
                <a:gd name="T9" fmla="*/ 450 h 1104"/>
                <a:gd name="T10" fmla="*/ 645 w 1218"/>
                <a:gd name="T11" fmla="*/ 0 h 1104"/>
                <a:gd name="T12" fmla="*/ 768 w 1218"/>
                <a:gd name="T13" fmla="*/ 318 h 1104"/>
                <a:gd name="T14" fmla="*/ 1038 w 1218"/>
                <a:gd name="T15" fmla="*/ 198 h 1104"/>
                <a:gd name="T16" fmla="*/ 1218 w 1218"/>
                <a:gd name="T17" fmla="*/ 615 h 1104"/>
                <a:gd name="T18" fmla="*/ 936 w 1218"/>
                <a:gd name="T19" fmla="*/ 744 h 1104"/>
                <a:gd name="T20" fmla="*/ 1080 w 1218"/>
                <a:gd name="T21" fmla="*/ 1101 h 1104"/>
                <a:gd name="T22" fmla="*/ 204 w 1218"/>
                <a:gd name="T23" fmla="*/ 1104 h 1104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218" h="1104">
                  <a:moveTo>
                    <a:pt x="204" y="1104"/>
                  </a:moveTo>
                  <a:lnTo>
                    <a:pt x="222" y="1053"/>
                  </a:lnTo>
                  <a:lnTo>
                    <a:pt x="177" y="1074"/>
                  </a:lnTo>
                  <a:lnTo>
                    <a:pt x="0" y="657"/>
                  </a:lnTo>
                  <a:lnTo>
                    <a:pt x="465" y="450"/>
                  </a:lnTo>
                  <a:lnTo>
                    <a:pt x="645" y="0"/>
                  </a:lnTo>
                  <a:lnTo>
                    <a:pt x="768" y="318"/>
                  </a:lnTo>
                  <a:lnTo>
                    <a:pt x="1038" y="198"/>
                  </a:lnTo>
                  <a:lnTo>
                    <a:pt x="1218" y="615"/>
                  </a:lnTo>
                  <a:lnTo>
                    <a:pt x="936" y="744"/>
                  </a:lnTo>
                  <a:lnTo>
                    <a:pt x="1080" y="1101"/>
                  </a:lnTo>
                  <a:lnTo>
                    <a:pt x="204" y="1104"/>
                  </a:lnTo>
                  <a:close/>
                </a:path>
              </a:pathLst>
            </a:cu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66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C1003AD0-0466-1E01-B147-A59EFB6BF25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996" t="26772" r="31887" b="22703"/>
            <a:stretch/>
          </p:blipFill>
          <p:spPr>
            <a:xfrm rot="5400000">
              <a:off x="6685518" y="4101684"/>
              <a:ext cx="1976297" cy="170835"/>
            </a:xfrm>
            <a:prstGeom prst="rect">
              <a:avLst/>
            </a:prstGeom>
          </p:spPr>
        </p:pic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512FA7D7-D9CF-F91B-E1FD-CF5AD98C695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4687" t="26771" r="32561" b="20148"/>
            <a:stretch/>
          </p:blipFill>
          <p:spPr>
            <a:xfrm rot="20193186">
              <a:off x="6566611" y="4228979"/>
              <a:ext cx="2040233" cy="179477"/>
            </a:xfrm>
            <a:prstGeom prst="rect">
              <a:avLst/>
            </a:prstGeom>
          </p:spPr>
        </p:pic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A447532B-CA0B-0AEF-80B6-887D98A2FFC3}"/>
              </a:ext>
            </a:extLst>
          </p:cNvPr>
          <p:cNvGrpSpPr/>
          <p:nvPr/>
        </p:nvGrpSpPr>
        <p:grpSpPr>
          <a:xfrm>
            <a:off x="3835207" y="3901818"/>
            <a:ext cx="2152766" cy="1403350"/>
            <a:chOff x="3956049" y="3581399"/>
            <a:chExt cx="2152766" cy="1403350"/>
          </a:xfrm>
        </p:grpSpPr>
        <p:grpSp>
          <p:nvGrpSpPr>
            <p:cNvPr id="18" name="Group 3">
              <a:extLst>
                <a:ext uri="{FF2B5EF4-FFF2-40B4-BE49-F238E27FC236}">
                  <a16:creationId xmlns:a16="http://schemas.microsoft.com/office/drawing/2014/main" id="{3AF79314-A493-BD57-8358-94E72C1795B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46630" y="3707095"/>
              <a:ext cx="1981200" cy="1144588"/>
              <a:chOff x="432" y="2643"/>
              <a:chExt cx="1248" cy="721"/>
            </a:xfrm>
          </p:grpSpPr>
          <p:sp>
            <p:nvSpPr>
              <p:cNvPr id="23" name="Oval 4">
                <a:extLst>
                  <a:ext uri="{FF2B5EF4-FFF2-40B4-BE49-F238E27FC236}">
                    <a16:creationId xmlns:a16="http://schemas.microsoft.com/office/drawing/2014/main" id="{534BEC94-798F-3278-6499-95F0A4FD8B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" y="2643"/>
                <a:ext cx="456" cy="456"/>
              </a:xfrm>
              <a:prstGeom prst="ellips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6600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4" name="Line 5">
                <a:extLst>
                  <a:ext uri="{FF2B5EF4-FFF2-40B4-BE49-F238E27FC236}">
                    <a16:creationId xmlns:a16="http://schemas.microsoft.com/office/drawing/2014/main" id="{973B35B0-68B9-EBEA-065B-C6AA21C63E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52" y="2644"/>
                <a:ext cx="628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5" name="Line 6">
                <a:extLst>
                  <a:ext uri="{FF2B5EF4-FFF2-40B4-BE49-F238E27FC236}">
                    <a16:creationId xmlns:a16="http://schemas.microsoft.com/office/drawing/2014/main" id="{498DD543-5FA3-0199-E5F0-43418F74A5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04" y="3100"/>
                <a:ext cx="176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6" name="Line 7">
                <a:extLst>
                  <a:ext uri="{FF2B5EF4-FFF2-40B4-BE49-F238E27FC236}">
                    <a16:creationId xmlns:a16="http://schemas.microsoft.com/office/drawing/2014/main" id="{BF8F0CC2-60C6-8FC8-5641-58CA74EAFB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" y="2864"/>
                <a:ext cx="0" cy="50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7" name="Line 8">
                <a:extLst>
                  <a:ext uri="{FF2B5EF4-FFF2-40B4-BE49-F238E27FC236}">
                    <a16:creationId xmlns:a16="http://schemas.microsoft.com/office/drawing/2014/main" id="{C58C27EB-61A5-A2C0-98A4-653B80375E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88" y="2864"/>
                <a:ext cx="0" cy="50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" name="Line 9">
                <a:extLst>
                  <a:ext uri="{FF2B5EF4-FFF2-40B4-BE49-F238E27FC236}">
                    <a16:creationId xmlns:a16="http://schemas.microsoft.com/office/drawing/2014/main" id="{31970D94-F2B3-8D3C-38C8-508EF32992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" y="3364"/>
                <a:ext cx="456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9" name="Line 10">
                <a:extLst>
                  <a:ext uri="{FF2B5EF4-FFF2-40B4-BE49-F238E27FC236}">
                    <a16:creationId xmlns:a16="http://schemas.microsoft.com/office/drawing/2014/main" id="{FF5691C0-3544-448C-646E-423D5935BD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48" y="2644"/>
                <a:ext cx="0" cy="72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0" name="Line 11">
                <a:extLst>
                  <a:ext uri="{FF2B5EF4-FFF2-40B4-BE49-F238E27FC236}">
                    <a16:creationId xmlns:a16="http://schemas.microsoft.com/office/drawing/2014/main" id="{699244A2-F90E-EDE2-D7D9-DE2EF97A37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04" y="3100"/>
                <a:ext cx="0" cy="264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1" name="Line 12">
                <a:extLst>
                  <a:ext uri="{FF2B5EF4-FFF2-40B4-BE49-F238E27FC236}">
                    <a16:creationId xmlns:a16="http://schemas.microsoft.com/office/drawing/2014/main" id="{569941AD-4408-E941-7E61-FD454905CC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76" y="2644"/>
                <a:ext cx="0" cy="45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2" name="Line 13">
                <a:extLst>
                  <a:ext uri="{FF2B5EF4-FFF2-40B4-BE49-F238E27FC236}">
                    <a16:creationId xmlns:a16="http://schemas.microsoft.com/office/drawing/2014/main" id="{2486463F-784A-64BD-75CC-9FF3CBB740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48" y="3364"/>
                <a:ext cx="456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AC61EE0C-BF3C-9485-F2CB-8B39595CC52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4051" t="30445" r="41474" b="11251"/>
            <a:stretch/>
          </p:blipFill>
          <p:spPr>
            <a:xfrm>
              <a:off x="3956049" y="3968751"/>
              <a:ext cx="901701" cy="197130"/>
            </a:xfrm>
            <a:prstGeom prst="rect">
              <a:avLst/>
            </a:prstGeom>
          </p:spPr>
        </p:pic>
        <p:pic>
          <p:nvPicPr>
            <p:cNvPr id="20" name="图片 19">
              <a:extLst>
                <a:ext uri="{FF2B5EF4-FFF2-40B4-BE49-F238E27FC236}">
                  <a16:creationId xmlns:a16="http://schemas.microsoft.com/office/drawing/2014/main" id="{665445B2-6E38-C772-075D-05A7F16642D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508" t="39834" r="30327" b="11254"/>
            <a:stretch/>
          </p:blipFill>
          <p:spPr>
            <a:xfrm>
              <a:off x="4914900" y="4000499"/>
              <a:ext cx="1193915" cy="165381"/>
            </a:xfrm>
            <a:prstGeom prst="rect">
              <a:avLst/>
            </a:prstGeom>
          </p:spPr>
        </p:pic>
        <p:pic>
          <p:nvPicPr>
            <p:cNvPr id="21" name="图片 20">
              <a:extLst>
                <a:ext uri="{FF2B5EF4-FFF2-40B4-BE49-F238E27FC236}">
                  <a16:creationId xmlns:a16="http://schemas.microsoft.com/office/drawing/2014/main" id="{8D3BAE7A-F536-DFDE-B369-E50CE8A59A6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3678" t="26771" r="32853" b="23960"/>
            <a:stretch/>
          </p:blipFill>
          <p:spPr>
            <a:xfrm rot="16200000">
              <a:off x="3704481" y="4212479"/>
              <a:ext cx="1377950" cy="166590"/>
            </a:xfrm>
            <a:prstGeom prst="rect">
              <a:avLst/>
            </a:prstGeom>
          </p:spPr>
        </p:pic>
        <p:pic>
          <p:nvPicPr>
            <p:cNvPr id="22" name="图片 21">
              <a:extLst>
                <a:ext uri="{FF2B5EF4-FFF2-40B4-BE49-F238E27FC236}">
                  <a16:creationId xmlns:a16="http://schemas.microsoft.com/office/drawing/2014/main" id="{1FD85D77-59A2-24E8-EE1C-A7486A50CC2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166" t="26772" r="45511" b="18581"/>
            <a:stretch/>
          </p:blipFill>
          <p:spPr>
            <a:xfrm rot="16200000">
              <a:off x="4679644" y="4184340"/>
              <a:ext cx="1390649" cy="184768"/>
            </a:xfrm>
            <a:prstGeom prst="rect">
              <a:avLst/>
            </a:prstGeom>
          </p:spPr>
        </p:pic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B6B1C891-6010-9A7A-EB6A-1F3509EF3537}"/>
              </a:ext>
            </a:extLst>
          </p:cNvPr>
          <p:cNvGrpSpPr/>
          <p:nvPr/>
        </p:nvGrpSpPr>
        <p:grpSpPr>
          <a:xfrm flipH="1">
            <a:off x="9603074" y="4692393"/>
            <a:ext cx="61600" cy="851016"/>
            <a:chOff x="1911439" y="3472143"/>
            <a:chExt cx="53089" cy="733425"/>
          </a:xfrm>
        </p:grpSpPr>
        <p:sp>
          <p:nvSpPr>
            <p:cNvPr id="34" name="Line 47">
              <a:extLst>
                <a:ext uri="{FF2B5EF4-FFF2-40B4-BE49-F238E27FC236}">
                  <a16:creationId xmlns:a16="http://schemas.microsoft.com/office/drawing/2014/main" id="{471D4A20-545F-4336-60A4-C9494B148C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36842" y="3472143"/>
              <a:ext cx="0" cy="733425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C77630A7-966A-DDD7-3DB8-F1D990228AC1}"/>
                </a:ext>
              </a:extLst>
            </p:cNvPr>
            <p:cNvCxnSpPr/>
            <p:nvPr/>
          </p:nvCxnSpPr>
          <p:spPr>
            <a:xfrm>
              <a:off x="1911439" y="3571879"/>
              <a:ext cx="5308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D791F455-7845-3124-5BA1-8CA83332EF34}"/>
                </a:ext>
              </a:extLst>
            </p:cNvPr>
            <p:cNvCxnSpPr/>
            <p:nvPr/>
          </p:nvCxnSpPr>
          <p:spPr>
            <a:xfrm>
              <a:off x="1911439" y="3636813"/>
              <a:ext cx="5308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E7E57562-12AF-5109-0621-A245C3E685D6}"/>
                </a:ext>
              </a:extLst>
            </p:cNvPr>
            <p:cNvCxnSpPr/>
            <p:nvPr/>
          </p:nvCxnSpPr>
          <p:spPr>
            <a:xfrm>
              <a:off x="1911439" y="4035859"/>
              <a:ext cx="5308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C6914D55-AEDF-D4F4-5819-263B37057011}"/>
                </a:ext>
              </a:extLst>
            </p:cNvPr>
            <p:cNvCxnSpPr/>
            <p:nvPr/>
          </p:nvCxnSpPr>
          <p:spPr>
            <a:xfrm>
              <a:off x="1911439" y="4100793"/>
              <a:ext cx="5308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" name="Line 18">
            <a:extLst>
              <a:ext uri="{FF2B5EF4-FFF2-40B4-BE49-F238E27FC236}">
                <a16:creationId xmlns:a16="http://schemas.microsoft.com/office/drawing/2014/main" id="{9863BBDD-FF1F-CA2E-1124-D278C625252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903688" y="4022750"/>
            <a:ext cx="730250" cy="73025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1" name="Line 28">
            <a:extLst>
              <a:ext uri="{FF2B5EF4-FFF2-40B4-BE49-F238E27FC236}">
                <a16:creationId xmlns:a16="http://schemas.microsoft.com/office/drawing/2014/main" id="{E8ABF83B-01D6-5D38-798E-6A73CA192324}"/>
              </a:ext>
            </a:extLst>
          </p:cNvPr>
          <p:cNvSpPr>
            <a:spLocks noChangeShapeType="1"/>
          </p:cNvSpPr>
          <p:nvPr/>
        </p:nvSpPr>
        <p:spPr bwMode="auto">
          <a:xfrm>
            <a:off x="9275099" y="4746650"/>
            <a:ext cx="723900" cy="7239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2" name="Line 29">
            <a:extLst>
              <a:ext uri="{FF2B5EF4-FFF2-40B4-BE49-F238E27FC236}">
                <a16:creationId xmlns:a16="http://schemas.microsoft.com/office/drawing/2014/main" id="{19640E21-306D-9D30-BE9A-6428E78655B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275099" y="4753000"/>
            <a:ext cx="717550" cy="71755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3" name="Line 30">
            <a:extLst>
              <a:ext uri="{FF2B5EF4-FFF2-40B4-BE49-F238E27FC236}">
                <a16:creationId xmlns:a16="http://schemas.microsoft.com/office/drawing/2014/main" id="{3EB34300-3042-DFB1-1973-E8F4048AF3EC}"/>
              </a:ext>
            </a:extLst>
          </p:cNvPr>
          <p:cNvSpPr>
            <a:spLocks noChangeShapeType="1"/>
          </p:cNvSpPr>
          <p:nvPr/>
        </p:nvSpPr>
        <p:spPr bwMode="auto">
          <a:xfrm>
            <a:off x="9275099" y="4745062"/>
            <a:ext cx="0" cy="723900"/>
          </a:xfrm>
          <a:prstGeom prst="line">
            <a:avLst/>
          </a:prstGeom>
          <a:noFill/>
          <a:ln w="28575">
            <a:solidFill>
              <a:srgbClr val="3333FF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4" name="Oval 31">
            <a:extLst>
              <a:ext uri="{FF2B5EF4-FFF2-40B4-BE49-F238E27FC236}">
                <a16:creationId xmlns:a16="http://schemas.microsoft.com/office/drawing/2014/main" id="{3CA0BFB1-6ABF-184D-028F-2A0A5BF5CE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75099" y="3697312"/>
            <a:ext cx="723900" cy="723900"/>
          </a:xfrm>
          <a:prstGeom prst="ellipse">
            <a:avLst/>
          </a:prstGeom>
          <a:noFill/>
          <a:ln w="28575">
            <a:solidFill>
              <a:srgbClr val="3333FF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5" name="Line 32">
            <a:extLst>
              <a:ext uri="{FF2B5EF4-FFF2-40B4-BE49-F238E27FC236}">
                <a16:creationId xmlns:a16="http://schemas.microsoft.com/office/drawing/2014/main" id="{2B652B59-BB0C-0F32-E40B-48AC6F4ED61F}"/>
              </a:ext>
            </a:extLst>
          </p:cNvPr>
          <p:cNvSpPr>
            <a:spLocks noChangeShapeType="1"/>
          </p:cNvSpPr>
          <p:nvPr/>
        </p:nvSpPr>
        <p:spPr bwMode="auto">
          <a:xfrm>
            <a:off x="9998999" y="4746650"/>
            <a:ext cx="0" cy="723900"/>
          </a:xfrm>
          <a:prstGeom prst="line">
            <a:avLst/>
          </a:prstGeom>
          <a:noFill/>
          <a:ln w="28575">
            <a:solidFill>
              <a:srgbClr val="3333FF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6" name="AutoShape 33">
            <a:extLst>
              <a:ext uri="{FF2B5EF4-FFF2-40B4-BE49-F238E27FC236}">
                <a16:creationId xmlns:a16="http://schemas.microsoft.com/office/drawing/2014/main" id="{06C0C030-7F5F-2811-6BFD-F4E408D52B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4647" y="3654450"/>
            <a:ext cx="1397000" cy="1739900"/>
          </a:xfrm>
          <a:prstGeom prst="triangle">
            <a:avLst>
              <a:gd name="adj" fmla="val 50000"/>
            </a:avLst>
          </a:prstGeom>
          <a:noFill/>
          <a:ln w="3175">
            <a:solidFill>
              <a:srgbClr val="000000"/>
            </a:solidFill>
            <a:miter lim="800000"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7" name="Rectangle 35">
            <a:extLst>
              <a:ext uri="{FF2B5EF4-FFF2-40B4-BE49-F238E27FC236}">
                <a16:creationId xmlns:a16="http://schemas.microsoft.com/office/drawing/2014/main" id="{75DF580B-2735-FF8A-4055-2E06AE62FFF3}"/>
              </a:ext>
            </a:extLst>
          </p:cNvPr>
          <p:cNvSpPr>
            <a:spLocks noChangeArrowheads="1"/>
          </p:cNvSpPr>
          <p:nvPr/>
        </p:nvSpPr>
        <p:spPr bwMode="auto">
          <a:xfrm rot="20179702">
            <a:off x="6569535" y="4295800"/>
            <a:ext cx="1814512" cy="723900"/>
          </a:xfrm>
          <a:prstGeom prst="rect">
            <a:avLst/>
          </a:prstGeom>
          <a:noFill/>
          <a:ln w="3175">
            <a:solidFill>
              <a:srgbClr val="000000"/>
            </a:solidFill>
            <a:miter lim="800000"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8" name="Oval 40">
            <a:extLst>
              <a:ext uri="{FF2B5EF4-FFF2-40B4-BE49-F238E27FC236}">
                <a16:creationId xmlns:a16="http://schemas.microsoft.com/office/drawing/2014/main" id="{ACE6BFF5-8392-22BD-5B83-EF2208985B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5960" y="4268812"/>
            <a:ext cx="723900" cy="723900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9" name="Line 41">
            <a:extLst>
              <a:ext uri="{FF2B5EF4-FFF2-40B4-BE49-F238E27FC236}">
                <a16:creationId xmlns:a16="http://schemas.microsoft.com/office/drawing/2014/main" id="{A5EE868A-12C6-8409-80C2-45A02603BAB6}"/>
              </a:ext>
            </a:extLst>
          </p:cNvPr>
          <p:cNvSpPr>
            <a:spLocks noChangeShapeType="1"/>
          </p:cNvSpPr>
          <p:nvPr/>
        </p:nvSpPr>
        <p:spPr bwMode="auto">
          <a:xfrm>
            <a:off x="9276687" y="4748237"/>
            <a:ext cx="728662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0" name="Line 42">
            <a:extLst>
              <a:ext uri="{FF2B5EF4-FFF2-40B4-BE49-F238E27FC236}">
                <a16:creationId xmlns:a16="http://schemas.microsoft.com/office/drawing/2014/main" id="{75368CF8-1C6F-19F3-EBF3-2B2C9F6536B1}"/>
              </a:ext>
            </a:extLst>
          </p:cNvPr>
          <p:cNvSpPr>
            <a:spLocks noChangeShapeType="1"/>
          </p:cNvSpPr>
          <p:nvPr/>
        </p:nvSpPr>
        <p:spPr bwMode="auto">
          <a:xfrm>
            <a:off x="9271924" y="5472137"/>
            <a:ext cx="728663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1" name="Line 43">
            <a:extLst>
              <a:ext uri="{FF2B5EF4-FFF2-40B4-BE49-F238E27FC236}">
                <a16:creationId xmlns:a16="http://schemas.microsoft.com/office/drawing/2014/main" id="{4F8317E6-91D5-D76B-97D8-5290162D3A0D}"/>
              </a:ext>
            </a:extLst>
          </p:cNvPr>
          <p:cNvSpPr>
            <a:spLocks noChangeShapeType="1"/>
          </p:cNvSpPr>
          <p:nvPr/>
        </p:nvSpPr>
        <p:spPr bwMode="auto">
          <a:xfrm>
            <a:off x="7250572" y="4351362"/>
            <a:ext cx="752475" cy="471488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2" name="Line 44">
            <a:extLst>
              <a:ext uri="{FF2B5EF4-FFF2-40B4-BE49-F238E27FC236}">
                <a16:creationId xmlns:a16="http://schemas.microsoft.com/office/drawing/2014/main" id="{D6C6AC4D-4C12-27DF-3802-86887DFE023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64810" y="4137050"/>
            <a:ext cx="866775" cy="11811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53" name="Object 45">
            <a:extLst>
              <a:ext uri="{FF2B5EF4-FFF2-40B4-BE49-F238E27FC236}">
                <a16:creationId xmlns:a16="http://schemas.microsoft.com/office/drawing/2014/main" id="{88426875-D785-58DB-C89C-3BFA8714D07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835690"/>
              </p:ext>
            </p:extLst>
          </p:nvPr>
        </p:nvGraphicFramePr>
        <p:xfrm>
          <a:off x="1400075" y="3476650"/>
          <a:ext cx="1576388" cy="231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rawing" r:id="rId3" imgW="3667125" imgH="5381625" progId="AutoCAD.Drawing.15">
                  <p:embed/>
                </p:oleObj>
              </mc:Choice>
              <mc:Fallback>
                <p:oleObj name="Drawing" r:id="rId3" imgW="3667125" imgH="5381625" progId="AutoCAD.Drawing.15">
                  <p:embed/>
                  <p:pic>
                    <p:nvPicPr>
                      <p:cNvPr id="53" name="Object 45">
                        <a:extLst>
                          <a:ext uri="{FF2B5EF4-FFF2-40B4-BE49-F238E27FC236}">
                            <a16:creationId xmlns:a16="http://schemas.microsoft.com/office/drawing/2014/main" id="{88426875-D785-58DB-C89C-3BFA8714D07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0075" y="3476650"/>
                        <a:ext cx="1576388" cy="2311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" name="Oval 46">
            <a:extLst>
              <a:ext uri="{FF2B5EF4-FFF2-40B4-BE49-F238E27FC236}">
                <a16:creationId xmlns:a16="http://schemas.microsoft.com/office/drawing/2014/main" id="{6E26FA9A-3306-46AD-267D-B9E2EEB5BB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7588" y="3795737"/>
            <a:ext cx="723900" cy="730250"/>
          </a:xfrm>
          <a:prstGeom prst="ellipse">
            <a:avLst/>
          </a:prstGeom>
          <a:noFill/>
          <a:ln w="63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5" name="Line 51">
            <a:extLst>
              <a:ext uri="{FF2B5EF4-FFF2-40B4-BE49-F238E27FC236}">
                <a16:creationId xmlns:a16="http://schemas.microsoft.com/office/drawing/2014/main" id="{0FA8EFD2-3838-1DE8-F28A-8C2F6238F02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14413" y="3792562"/>
            <a:ext cx="730250" cy="73342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6" name="Line 52">
            <a:extLst>
              <a:ext uri="{FF2B5EF4-FFF2-40B4-BE49-F238E27FC236}">
                <a16:creationId xmlns:a16="http://schemas.microsoft.com/office/drawing/2014/main" id="{0FC022DD-0AEF-F8EA-1FCE-01A4C9F0C592}"/>
              </a:ext>
            </a:extLst>
          </p:cNvPr>
          <p:cNvSpPr>
            <a:spLocks noChangeShapeType="1"/>
          </p:cNvSpPr>
          <p:nvPr/>
        </p:nvSpPr>
        <p:spPr bwMode="auto">
          <a:xfrm>
            <a:off x="1816000" y="3797325"/>
            <a:ext cx="733425" cy="73342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57" name="Picture 55">
            <a:extLst>
              <a:ext uri="{FF2B5EF4-FFF2-40B4-BE49-F238E27FC236}">
                <a16:creationId xmlns:a16="http://schemas.microsoft.com/office/drawing/2014/main" id="{2EAD184D-E14F-CBF3-04AE-E567ED1449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2697" y="1520850"/>
            <a:ext cx="1900238" cy="1717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8" name="Picture 56">
            <a:extLst>
              <a:ext uri="{FF2B5EF4-FFF2-40B4-BE49-F238E27FC236}">
                <a16:creationId xmlns:a16="http://schemas.microsoft.com/office/drawing/2014/main" id="{9E8D9974-212E-4CFB-7A12-3AE0EC0AB9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2074" y="1822475"/>
            <a:ext cx="1660525" cy="1339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9" name="Picture 62">
            <a:extLst>
              <a:ext uri="{FF2B5EF4-FFF2-40B4-BE49-F238E27FC236}">
                <a16:creationId xmlns:a16="http://schemas.microsoft.com/office/drawing/2014/main" id="{19E033B8-D507-0FD3-851B-28F5440A67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9115" y="1593875"/>
            <a:ext cx="1692275" cy="163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0" name="Picture 63">
            <a:extLst>
              <a:ext uri="{FF2B5EF4-FFF2-40B4-BE49-F238E27FC236}">
                <a16:creationId xmlns:a16="http://schemas.microsoft.com/office/drawing/2014/main" id="{B301AC88-4D62-A6D0-2A57-AB049D6CA0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9776" y="1628800"/>
            <a:ext cx="1592262" cy="1655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62" name="组合 61">
            <a:extLst>
              <a:ext uri="{FF2B5EF4-FFF2-40B4-BE49-F238E27FC236}">
                <a16:creationId xmlns:a16="http://schemas.microsoft.com/office/drawing/2014/main" id="{D7E84DD3-5E25-F71F-C96D-59F349BA1A66}"/>
              </a:ext>
            </a:extLst>
          </p:cNvPr>
          <p:cNvGrpSpPr/>
          <p:nvPr/>
        </p:nvGrpSpPr>
        <p:grpSpPr>
          <a:xfrm>
            <a:off x="1790597" y="3792562"/>
            <a:ext cx="53089" cy="733425"/>
            <a:chOff x="1911439" y="3472143"/>
            <a:chExt cx="53089" cy="733425"/>
          </a:xfrm>
        </p:grpSpPr>
        <p:sp>
          <p:nvSpPr>
            <p:cNvPr id="63" name="Line 47">
              <a:extLst>
                <a:ext uri="{FF2B5EF4-FFF2-40B4-BE49-F238E27FC236}">
                  <a16:creationId xmlns:a16="http://schemas.microsoft.com/office/drawing/2014/main" id="{25B019FD-22E7-048F-F0DF-59BD1A2B56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36842" y="3472143"/>
              <a:ext cx="0" cy="7334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27EA9C0F-873F-DD89-E6C1-B5A3CBDEB298}"/>
                </a:ext>
              </a:extLst>
            </p:cNvPr>
            <p:cNvCxnSpPr/>
            <p:nvPr/>
          </p:nvCxnSpPr>
          <p:spPr>
            <a:xfrm>
              <a:off x="1911439" y="3571879"/>
              <a:ext cx="53089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AAEA4BFC-4009-7D22-C0C1-5992E7B72124}"/>
                </a:ext>
              </a:extLst>
            </p:cNvPr>
            <p:cNvCxnSpPr/>
            <p:nvPr/>
          </p:nvCxnSpPr>
          <p:spPr>
            <a:xfrm>
              <a:off x="1911439" y="3602042"/>
              <a:ext cx="53089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5CA41770-9411-EA28-EE02-2714F257232B}"/>
                </a:ext>
              </a:extLst>
            </p:cNvPr>
            <p:cNvCxnSpPr/>
            <p:nvPr/>
          </p:nvCxnSpPr>
          <p:spPr>
            <a:xfrm>
              <a:off x="1911439" y="3636813"/>
              <a:ext cx="53089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14EC22F8-8E6A-32D7-1E79-6BC337DB5A04}"/>
                </a:ext>
              </a:extLst>
            </p:cNvPr>
            <p:cNvCxnSpPr/>
            <p:nvPr/>
          </p:nvCxnSpPr>
          <p:spPr>
            <a:xfrm>
              <a:off x="1911439" y="4035859"/>
              <a:ext cx="53089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>
              <a:extLst>
                <a:ext uri="{FF2B5EF4-FFF2-40B4-BE49-F238E27FC236}">
                  <a16:creationId xmlns:a16="http://schemas.microsoft.com/office/drawing/2014/main" id="{0D9F0E44-D3D8-3831-3420-69D182FC54B6}"/>
                </a:ext>
              </a:extLst>
            </p:cNvPr>
            <p:cNvCxnSpPr/>
            <p:nvPr/>
          </p:nvCxnSpPr>
          <p:spPr>
            <a:xfrm>
              <a:off x="1911439" y="4066022"/>
              <a:ext cx="53089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5BB72814-FE83-46A7-FB03-82DBF9B39D77}"/>
                </a:ext>
              </a:extLst>
            </p:cNvPr>
            <p:cNvCxnSpPr/>
            <p:nvPr/>
          </p:nvCxnSpPr>
          <p:spPr>
            <a:xfrm>
              <a:off x="1911439" y="4100793"/>
              <a:ext cx="53089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6D4557C3-FC7C-020D-CDFD-33466B672D8A}"/>
              </a:ext>
            </a:extLst>
          </p:cNvPr>
          <p:cNvGrpSpPr/>
          <p:nvPr/>
        </p:nvGrpSpPr>
        <p:grpSpPr>
          <a:xfrm>
            <a:off x="2521294" y="3800500"/>
            <a:ext cx="53089" cy="733425"/>
            <a:chOff x="2642136" y="3480081"/>
            <a:chExt cx="53089" cy="733425"/>
          </a:xfrm>
        </p:grpSpPr>
        <p:sp>
          <p:nvSpPr>
            <p:cNvPr id="71" name="Line 50">
              <a:extLst>
                <a:ext uri="{FF2B5EF4-FFF2-40B4-BE49-F238E27FC236}">
                  <a16:creationId xmlns:a16="http://schemas.microsoft.com/office/drawing/2014/main" id="{DA28521D-7A2D-A03B-CF08-4A96A91F160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2298792" y="3846794"/>
              <a:ext cx="73342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C3984AA5-A696-00C2-DB3C-EE5446976D62}"/>
                </a:ext>
              </a:extLst>
            </p:cNvPr>
            <p:cNvCxnSpPr/>
            <p:nvPr/>
          </p:nvCxnSpPr>
          <p:spPr>
            <a:xfrm>
              <a:off x="2642136" y="4035859"/>
              <a:ext cx="53089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>
              <a:extLst>
                <a:ext uri="{FF2B5EF4-FFF2-40B4-BE49-F238E27FC236}">
                  <a16:creationId xmlns:a16="http://schemas.microsoft.com/office/drawing/2014/main" id="{A647CF68-2375-AED4-4CD4-CB77EFC79D4F}"/>
                </a:ext>
              </a:extLst>
            </p:cNvPr>
            <p:cNvCxnSpPr/>
            <p:nvPr/>
          </p:nvCxnSpPr>
          <p:spPr>
            <a:xfrm>
              <a:off x="2642136" y="4066022"/>
              <a:ext cx="53089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92C95DD5-9120-9F6B-7ABB-D681EFD25C88}"/>
                </a:ext>
              </a:extLst>
            </p:cNvPr>
            <p:cNvCxnSpPr/>
            <p:nvPr/>
          </p:nvCxnSpPr>
          <p:spPr>
            <a:xfrm>
              <a:off x="2642136" y="4100793"/>
              <a:ext cx="53089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>
              <a:extLst>
                <a:ext uri="{FF2B5EF4-FFF2-40B4-BE49-F238E27FC236}">
                  <a16:creationId xmlns:a16="http://schemas.microsoft.com/office/drawing/2014/main" id="{BED9F4EB-806B-186E-D51B-8F34518704BB}"/>
                </a:ext>
              </a:extLst>
            </p:cNvPr>
            <p:cNvCxnSpPr/>
            <p:nvPr/>
          </p:nvCxnSpPr>
          <p:spPr>
            <a:xfrm>
              <a:off x="2642136" y="3577076"/>
              <a:ext cx="53089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>
              <a:extLst>
                <a:ext uri="{FF2B5EF4-FFF2-40B4-BE49-F238E27FC236}">
                  <a16:creationId xmlns:a16="http://schemas.microsoft.com/office/drawing/2014/main" id="{D9EE92E3-865C-E82C-EB2E-1B6231F1AFD4}"/>
                </a:ext>
              </a:extLst>
            </p:cNvPr>
            <p:cNvCxnSpPr/>
            <p:nvPr/>
          </p:nvCxnSpPr>
          <p:spPr>
            <a:xfrm>
              <a:off x="2642136" y="3607239"/>
              <a:ext cx="53089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4D71E5EA-1CF6-D41C-6A48-D5268A28305B}"/>
                </a:ext>
              </a:extLst>
            </p:cNvPr>
            <p:cNvCxnSpPr/>
            <p:nvPr/>
          </p:nvCxnSpPr>
          <p:spPr>
            <a:xfrm>
              <a:off x="2642136" y="3642010"/>
              <a:ext cx="53089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C2BC177C-BFD5-301B-BF1B-B279C1AB8ACE}"/>
              </a:ext>
            </a:extLst>
          </p:cNvPr>
          <p:cNvGrpSpPr/>
          <p:nvPr/>
        </p:nvGrpSpPr>
        <p:grpSpPr>
          <a:xfrm>
            <a:off x="1816000" y="3769987"/>
            <a:ext cx="733425" cy="53090"/>
            <a:chOff x="1936842" y="3449568"/>
            <a:chExt cx="733425" cy="53090"/>
          </a:xfrm>
        </p:grpSpPr>
        <p:sp>
          <p:nvSpPr>
            <p:cNvPr id="79" name="Line 48">
              <a:extLst>
                <a:ext uri="{FF2B5EF4-FFF2-40B4-BE49-F238E27FC236}">
                  <a16:creationId xmlns:a16="http://schemas.microsoft.com/office/drawing/2014/main" id="{D92C9A3C-F9FD-233D-0F1D-FD17A02A8D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36842" y="3472143"/>
              <a:ext cx="73342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80" name="组合 79">
              <a:extLst>
                <a:ext uri="{FF2B5EF4-FFF2-40B4-BE49-F238E27FC236}">
                  <a16:creationId xmlns:a16="http://schemas.microsoft.com/office/drawing/2014/main" id="{BBD67545-ACC3-6411-F81F-1AF0677794C5}"/>
                </a:ext>
              </a:extLst>
            </p:cNvPr>
            <p:cNvGrpSpPr/>
            <p:nvPr/>
          </p:nvGrpSpPr>
          <p:grpSpPr>
            <a:xfrm rot="5400000">
              <a:off x="2505842" y="3443646"/>
              <a:ext cx="53089" cy="64934"/>
              <a:chOff x="2845336" y="3311959"/>
              <a:chExt cx="53089" cy="64934"/>
            </a:xfrm>
          </p:grpSpPr>
          <p:cxnSp>
            <p:nvCxnSpPr>
              <p:cNvPr id="85" name="直接连接符 84">
                <a:extLst>
                  <a:ext uri="{FF2B5EF4-FFF2-40B4-BE49-F238E27FC236}">
                    <a16:creationId xmlns:a16="http://schemas.microsoft.com/office/drawing/2014/main" id="{C34BD6F2-A3E0-0BCB-A2F6-7BF64217FA79}"/>
                  </a:ext>
                </a:extLst>
              </p:cNvPr>
              <p:cNvCxnSpPr/>
              <p:nvPr/>
            </p:nvCxnSpPr>
            <p:spPr>
              <a:xfrm>
                <a:off x="2845336" y="3311959"/>
                <a:ext cx="53089" cy="0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直接连接符 85">
                <a:extLst>
                  <a:ext uri="{FF2B5EF4-FFF2-40B4-BE49-F238E27FC236}">
                    <a16:creationId xmlns:a16="http://schemas.microsoft.com/office/drawing/2014/main" id="{9EFC3CC2-923E-086B-58DE-BD0C8A3219D7}"/>
                  </a:ext>
                </a:extLst>
              </p:cNvPr>
              <p:cNvCxnSpPr/>
              <p:nvPr/>
            </p:nvCxnSpPr>
            <p:spPr>
              <a:xfrm>
                <a:off x="2845336" y="3342122"/>
                <a:ext cx="53089" cy="0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直接连接符 86">
                <a:extLst>
                  <a:ext uri="{FF2B5EF4-FFF2-40B4-BE49-F238E27FC236}">
                    <a16:creationId xmlns:a16="http://schemas.microsoft.com/office/drawing/2014/main" id="{81507F20-DFAE-E438-A9D0-B5FDCB3F6D2F}"/>
                  </a:ext>
                </a:extLst>
              </p:cNvPr>
              <p:cNvCxnSpPr/>
              <p:nvPr/>
            </p:nvCxnSpPr>
            <p:spPr>
              <a:xfrm>
                <a:off x="2845336" y="3376893"/>
                <a:ext cx="53089" cy="0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1" name="组合 80">
              <a:extLst>
                <a:ext uri="{FF2B5EF4-FFF2-40B4-BE49-F238E27FC236}">
                  <a16:creationId xmlns:a16="http://schemas.microsoft.com/office/drawing/2014/main" id="{76009FEA-B566-7512-2EB5-8AD0FB763349}"/>
                </a:ext>
              </a:extLst>
            </p:cNvPr>
            <p:cNvGrpSpPr/>
            <p:nvPr/>
          </p:nvGrpSpPr>
          <p:grpSpPr>
            <a:xfrm rot="5400000">
              <a:off x="2027942" y="3443647"/>
              <a:ext cx="53089" cy="64934"/>
              <a:chOff x="2845336" y="3311959"/>
              <a:chExt cx="53089" cy="64934"/>
            </a:xfrm>
          </p:grpSpPr>
          <p:cxnSp>
            <p:nvCxnSpPr>
              <p:cNvPr id="82" name="直接连接符 81">
                <a:extLst>
                  <a:ext uri="{FF2B5EF4-FFF2-40B4-BE49-F238E27FC236}">
                    <a16:creationId xmlns:a16="http://schemas.microsoft.com/office/drawing/2014/main" id="{E6CF2BAE-77D7-054C-D24D-B47F7F2B1EFF}"/>
                  </a:ext>
                </a:extLst>
              </p:cNvPr>
              <p:cNvCxnSpPr/>
              <p:nvPr/>
            </p:nvCxnSpPr>
            <p:spPr>
              <a:xfrm>
                <a:off x="2845336" y="3311959"/>
                <a:ext cx="53089" cy="0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直接连接符 82">
                <a:extLst>
                  <a:ext uri="{FF2B5EF4-FFF2-40B4-BE49-F238E27FC236}">
                    <a16:creationId xmlns:a16="http://schemas.microsoft.com/office/drawing/2014/main" id="{E6BA7AE1-4CBA-2507-A770-4435A4A1147E}"/>
                  </a:ext>
                </a:extLst>
              </p:cNvPr>
              <p:cNvCxnSpPr/>
              <p:nvPr/>
            </p:nvCxnSpPr>
            <p:spPr>
              <a:xfrm>
                <a:off x="2845336" y="3342122"/>
                <a:ext cx="53089" cy="0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直接连接符 83">
                <a:extLst>
                  <a:ext uri="{FF2B5EF4-FFF2-40B4-BE49-F238E27FC236}">
                    <a16:creationId xmlns:a16="http://schemas.microsoft.com/office/drawing/2014/main" id="{A0BFA52C-D642-55B8-6D5A-3E02887EEEA4}"/>
                  </a:ext>
                </a:extLst>
              </p:cNvPr>
              <p:cNvCxnSpPr/>
              <p:nvPr/>
            </p:nvCxnSpPr>
            <p:spPr>
              <a:xfrm>
                <a:off x="2845336" y="3376893"/>
                <a:ext cx="53089" cy="0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8" name="组合 87">
            <a:extLst>
              <a:ext uri="{FF2B5EF4-FFF2-40B4-BE49-F238E27FC236}">
                <a16:creationId xmlns:a16="http://schemas.microsoft.com/office/drawing/2014/main" id="{63BF1CC1-6E9C-C4D9-3CC5-A742B1A0AA2A}"/>
              </a:ext>
            </a:extLst>
          </p:cNvPr>
          <p:cNvGrpSpPr/>
          <p:nvPr/>
        </p:nvGrpSpPr>
        <p:grpSpPr>
          <a:xfrm>
            <a:off x="1814413" y="4505350"/>
            <a:ext cx="733425" cy="53090"/>
            <a:chOff x="1935255" y="4184931"/>
            <a:chExt cx="733425" cy="53090"/>
          </a:xfrm>
        </p:grpSpPr>
        <p:sp>
          <p:nvSpPr>
            <p:cNvPr id="89" name="Line 49">
              <a:extLst>
                <a:ext uri="{FF2B5EF4-FFF2-40B4-BE49-F238E27FC236}">
                  <a16:creationId xmlns:a16="http://schemas.microsoft.com/office/drawing/2014/main" id="{BA4A8B25-5BBA-7B3E-BA3C-04EBB85C0DC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2301968" y="3842030"/>
              <a:ext cx="0" cy="7334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90" name="组合 89">
              <a:extLst>
                <a:ext uri="{FF2B5EF4-FFF2-40B4-BE49-F238E27FC236}">
                  <a16:creationId xmlns:a16="http://schemas.microsoft.com/office/drawing/2014/main" id="{7424E874-D672-2504-B691-9018F49D3370}"/>
                </a:ext>
              </a:extLst>
            </p:cNvPr>
            <p:cNvGrpSpPr/>
            <p:nvPr/>
          </p:nvGrpSpPr>
          <p:grpSpPr>
            <a:xfrm rot="5400000">
              <a:off x="2505842" y="4179009"/>
              <a:ext cx="53089" cy="64934"/>
              <a:chOff x="2845336" y="3311959"/>
              <a:chExt cx="53089" cy="64934"/>
            </a:xfrm>
          </p:grpSpPr>
          <p:cxnSp>
            <p:nvCxnSpPr>
              <p:cNvPr id="95" name="直接连接符 94">
                <a:extLst>
                  <a:ext uri="{FF2B5EF4-FFF2-40B4-BE49-F238E27FC236}">
                    <a16:creationId xmlns:a16="http://schemas.microsoft.com/office/drawing/2014/main" id="{F3BFA2A8-4DE9-96F9-AEE5-3714225FC7DE}"/>
                  </a:ext>
                </a:extLst>
              </p:cNvPr>
              <p:cNvCxnSpPr/>
              <p:nvPr/>
            </p:nvCxnSpPr>
            <p:spPr>
              <a:xfrm>
                <a:off x="2845336" y="3311959"/>
                <a:ext cx="53089" cy="0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直接连接符 95">
                <a:extLst>
                  <a:ext uri="{FF2B5EF4-FFF2-40B4-BE49-F238E27FC236}">
                    <a16:creationId xmlns:a16="http://schemas.microsoft.com/office/drawing/2014/main" id="{962ECA6A-4148-0615-C1DE-01E6B11BE364}"/>
                  </a:ext>
                </a:extLst>
              </p:cNvPr>
              <p:cNvCxnSpPr/>
              <p:nvPr/>
            </p:nvCxnSpPr>
            <p:spPr>
              <a:xfrm>
                <a:off x="2845336" y="3342122"/>
                <a:ext cx="53089" cy="0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直接连接符 96">
                <a:extLst>
                  <a:ext uri="{FF2B5EF4-FFF2-40B4-BE49-F238E27FC236}">
                    <a16:creationId xmlns:a16="http://schemas.microsoft.com/office/drawing/2014/main" id="{B820DCB6-EC8C-A36E-19FF-D190596427B9}"/>
                  </a:ext>
                </a:extLst>
              </p:cNvPr>
              <p:cNvCxnSpPr/>
              <p:nvPr/>
            </p:nvCxnSpPr>
            <p:spPr>
              <a:xfrm>
                <a:off x="2845336" y="3376893"/>
                <a:ext cx="53089" cy="0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1" name="组合 90">
              <a:extLst>
                <a:ext uri="{FF2B5EF4-FFF2-40B4-BE49-F238E27FC236}">
                  <a16:creationId xmlns:a16="http://schemas.microsoft.com/office/drawing/2014/main" id="{C64CB15A-6056-A33E-D908-A8440E3DCE6B}"/>
                </a:ext>
              </a:extLst>
            </p:cNvPr>
            <p:cNvGrpSpPr/>
            <p:nvPr/>
          </p:nvGrpSpPr>
          <p:grpSpPr>
            <a:xfrm rot="5400000">
              <a:off x="2027942" y="4179010"/>
              <a:ext cx="53089" cy="64934"/>
              <a:chOff x="2845336" y="3311959"/>
              <a:chExt cx="53089" cy="64934"/>
            </a:xfrm>
          </p:grpSpPr>
          <p:cxnSp>
            <p:nvCxnSpPr>
              <p:cNvPr id="92" name="直接连接符 91">
                <a:extLst>
                  <a:ext uri="{FF2B5EF4-FFF2-40B4-BE49-F238E27FC236}">
                    <a16:creationId xmlns:a16="http://schemas.microsoft.com/office/drawing/2014/main" id="{B89A670F-1A4B-24DE-C7E3-820417E5FE24}"/>
                  </a:ext>
                </a:extLst>
              </p:cNvPr>
              <p:cNvCxnSpPr/>
              <p:nvPr/>
            </p:nvCxnSpPr>
            <p:spPr>
              <a:xfrm>
                <a:off x="2845336" y="3311959"/>
                <a:ext cx="53089" cy="0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直接连接符 92">
                <a:extLst>
                  <a:ext uri="{FF2B5EF4-FFF2-40B4-BE49-F238E27FC236}">
                    <a16:creationId xmlns:a16="http://schemas.microsoft.com/office/drawing/2014/main" id="{5F2CB931-6E33-8E4C-A709-394416A703F7}"/>
                  </a:ext>
                </a:extLst>
              </p:cNvPr>
              <p:cNvCxnSpPr/>
              <p:nvPr/>
            </p:nvCxnSpPr>
            <p:spPr>
              <a:xfrm>
                <a:off x="2845336" y="3345297"/>
                <a:ext cx="53089" cy="0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直接连接符 93">
                <a:extLst>
                  <a:ext uri="{FF2B5EF4-FFF2-40B4-BE49-F238E27FC236}">
                    <a16:creationId xmlns:a16="http://schemas.microsoft.com/office/drawing/2014/main" id="{F21C5B07-7D10-4797-23D5-43F3F01F8FFF}"/>
                  </a:ext>
                </a:extLst>
              </p:cNvPr>
              <p:cNvCxnSpPr/>
              <p:nvPr/>
            </p:nvCxnSpPr>
            <p:spPr>
              <a:xfrm>
                <a:off x="2845336" y="3376893"/>
                <a:ext cx="53089" cy="0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965612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A584D-24CC-BD22-95F1-FE2B976E9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>
            <a:extLst>
              <a:ext uri="{FF2B5EF4-FFF2-40B4-BE49-F238E27FC236}">
                <a16:creationId xmlns:a16="http://schemas.microsoft.com/office/drawing/2014/main" id="{0441EAC2-14E9-F392-206A-0C10419B7A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19" y="412176"/>
            <a:ext cx="45801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8.3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回转体与回转体相交</a:t>
            </a:r>
          </a:p>
        </p:txBody>
      </p:sp>
      <p:sp>
        <p:nvSpPr>
          <p:cNvPr id="16" name="灯片编号占位符 3">
            <a:extLst>
              <a:ext uri="{FF2B5EF4-FFF2-40B4-BE49-F238E27FC236}">
                <a16:creationId xmlns:a16="http://schemas.microsoft.com/office/drawing/2014/main" id="{A8568CD8-4E1E-6F0A-5EC4-69EE0C19638E}"/>
              </a:ext>
            </a:extLst>
          </p:cNvPr>
          <p:cNvSpPr txBox="1">
            <a:spLocks/>
          </p:cNvSpPr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  <a:pPr/>
              <a:t>13</a:t>
            </a:fld>
            <a:endParaRPr lang="en-US" altLang="zh-CN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A6C7FDF7-C53F-8370-DCCB-2B7F9502586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0" t="33669" r="23606" b="24080"/>
          <a:stretch/>
        </p:blipFill>
        <p:spPr>
          <a:xfrm>
            <a:off x="4679950" y="4993005"/>
            <a:ext cx="3067049" cy="142857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CA6FF42A-845E-A9A1-14A2-C1E5481E634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45" t="43751" r="37056" b="29957"/>
          <a:stretch/>
        </p:blipFill>
        <p:spPr>
          <a:xfrm rot="5400000">
            <a:off x="5117153" y="5021106"/>
            <a:ext cx="2186293" cy="8890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344EA5C0-A574-566B-2EA4-E77B4A7B30E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77" t="33668" r="22689" b="24081"/>
          <a:stretch/>
        </p:blipFill>
        <p:spPr>
          <a:xfrm>
            <a:off x="4679950" y="2664310"/>
            <a:ext cx="3067049" cy="142857"/>
          </a:xfrm>
          <a:prstGeom prst="rect">
            <a:avLst/>
          </a:prstGeom>
        </p:spPr>
      </p:pic>
      <p:sp>
        <p:nvSpPr>
          <p:cNvPr id="5" name="Oval 7">
            <a:extLst>
              <a:ext uri="{FF2B5EF4-FFF2-40B4-BE49-F238E27FC236}">
                <a16:creationId xmlns:a16="http://schemas.microsoft.com/office/drawing/2014/main" id="{09DE0DE5-1ED1-4EF8-0D12-AC80E0AC50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8817" y="4083050"/>
            <a:ext cx="2138362" cy="1968500"/>
          </a:xfrm>
          <a:prstGeom prst="ellipse">
            <a:avLst/>
          </a:prstGeom>
          <a:noFill/>
          <a:ln w="38100">
            <a:solidFill>
              <a:srgbClr val="CC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" name="Oval 9">
            <a:extLst>
              <a:ext uri="{FF2B5EF4-FFF2-40B4-BE49-F238E27FC236}">
                <a16:creationId xmlns:a16="http://schemas.microsoft.com/office/drawing/2014/main" id="{73862FF6-528D-B572-C9D7-E614ED8236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80504" y="1720850"/>
            <a:ext cx="2138363" cy="1968500"/>
          </a:xfrm>
          <a:prstGeom prst="ellips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353E9D70-1125-2D46-54AA-1D86FF35E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5442" y="4083050"/>
            <a:ext cx="2805112" cy="1968500"/>
          </a:xfrm>
          <a:prstGeom prst="rect">
            <a:avLst/>
          </a:prstGeom>
          <a:noFill/>
          <a:ln w="3810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" name="Rectangle 11">
            <a:extLst>
              <a:ext uri="{FF2B5EF4-FFF2-40B4-BE49-F238E27FC236}">
                <a16:creationId xmlns:a16="http://schemas.microsoft.com/office/drawing/2014/main" id="{6193292B-7F10-AADE-9273-46403FAB10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5442" y="1700212"/>
            <a:ext cx="2805112" cy="1968500"/>
          </a:xfrm>
          <a:prstGeom prst="rect">
            <a:avLst/>
          </a:prstGeom>
          <a:noFill/>
          <a:ln w="3810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8085C27F-110E-B03F-2C67-6B4262088E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1517" y="1319212"/>
            <a:ext cx="2128837" cy="381000"/>
          </a:xfrm>
          <a:prstGeom prst="rect">
            <a:avLst/>
          </a:prstGeom>
          <a:noFill/>
          <a:ln w="38100">
            <a:solidFill>
              <a:srgbClr val="CC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" name="Line 13">
            <a:extLst>
              <a:ext uri="{FF2B5EF4-FFF2-40B4-BE49-F238E27FC236}">
                <a16:creationId xmlns:a16="http://schemas.microsoft.com/office/drawing/2014/main" id="{B64544BD-7E26-C229-6C6D-FB02FB46C71E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7789942" y="2016125"/>
            <a:ext cx="1377950" cy="0"/>
          </a:xfrm>
          <a:prstGeom prst="line">
            <a:avLst/>
          </a:prstGeom>
          <a:noFill/>
          <a:ln w="38100">
            <a:solidFill>
              <a:srgbClr val="CC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" name="Line 14">
            <a:extLst>
              <a:ext uri="{FF2B5EF4-FFF2-40B4-BE49-F238E27FC236}">
                <a16:creationId xmlns:a16="http://schemas.microsoft.com/office/drawing/2014/main" id="{50DBFCB4-DDE7-F6F2-8E64-ADDEBBDE0308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9929892" y="2016125"/>
            <a:ext cx="1377950" cy="0"/>
          </a:xfrm>
          <a:prstGeom prst="line">
            <a:avLst/>
          </a:prstGeom>
          <a:noFill/>
          <a:ln w="38100">
            <a:solidFill>
              <a:srgbClr val="CC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" name="Freeform 15">
            <a:extLst>
              <a:ext uri="{FF2B5EF4-FFF2-40B4-BE49-F238E27FC236}">
                <a16:creationId xmlns:a16="http://schemas.microsoft.com/office/drawing/2014/main" id="{CCB35E16-C79D-346A-4ED8-8CDAC2AE18B1}"/>
              </a:ext>
            </a:extLst>
          </p:cNvPr>
          <p:cNvSpPr>
            <a:spLocks/>
          </p:cNvSpPr>
          <p:nvPr/>
        </p:nvSpPr>
        <p:spPr bwMode="auto">
          <a:xfrm>
            <a:off x="8477329" y="1327150"/>
            <a:ext cx="2162175" cy="1587"/>
          </a:xfrm>
          <a:custGeom>
            <a:avLst/>
            <a:gdLst>
              <a:gd name="T0" fmla="*/ 0 w 1553"/>
              <a:gd name="T1" fmla="*/ 0 h 1"/>
              <a:gd name="T2" fmla="*/ 2147483646 w 1553"/>
              <a:gd name="T3" fmla="*/ 0 h 1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553" h="1">
                <a:moveTo>
                  <a:pt x="0" y="0"/>
                </a:moveTo>
                <a:lnTo>
                  <a:pt x="1553" y="0"/>
                </a:lnTo>
              </a:path>
            </a:pathLst>
          </a:custGeom>
          <a:noFill/>
          <a:ln w="38100" cap="flat" cmpd="sng">
            <a:solidFill>
              <a:srgbClr val="CC33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" name="Oval 16">
            <a:extLst>
              <a:ext uri="{FF2B5EF4-FFF2-40B4-BE49-F238E27FC236}">
                <a16:creationId xmlns:a16="http://schemas.microsoft.com/office/drawing/2014/main" id="{F316B338-9768-B051-0423-0A3F024A89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8842" y="4279900"/>
            <a:ext cx="1738312" cy="1574800"/>
          </a:xfrm>
          <a:prstGeom prst="ellipse">
            <a:avLst/>
          </a:prstGeom>
          <a:noFill/>
          <a:ln w="38100">
            <a:solidFill>
              <a:srgbClr val="FF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" name="Oval 17">
            <a:extLst>
              <a:ext uri="{FF2B5EF4-FFF2-40B4-BE49-F238E27FC236}">
                <a16:creationId xmlns:a16="http://schemas.microsoft.com/office/drawing/2014/main" id="{DDACA744-A41D-05FA-6CA1-29924EEBB7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13879" y="2060575"/>
            <a:ext cx="1470025" cy="1312862"/>
          </a:xfrm>
          <a:prstGeom prst="ellipse">
            <a:avLst/>
          </a:prstGeom>
          <a:noFill/>
          <a:ln w="381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" name="Freeform 18">
            <a:extLst>
              <a:ext uri="{FF2B5EF4-FFF2-40B4-BE49-F238E27FC236}">
                <a16:creationId xmlns:a16="http://schemas.microsoft.com/office/drawing/2014/main" id="{8AA116D4-4FCD-9E9E-45BC-896EF6201AD5}"/>
              </a:ext>
            </a:extLst>
          </p:cNvPr>
          <p:cNvSpPr>
            <a:spLocks/>
          </p:cNvSpPr>
          <p:nvPr/>
        </p:nvSpPr>
        <p:spPr bwMode="auto">
          <a:xfrm>
            <a:off x="5172154" y="1689100"/>
            <a:ext cx="2101850" cy="11112"/>
          </a:xfrm>
          <a:custGeom>
            <a:avLst/>
            <a:gdLst>
              <a:gd name="T0" fmla="*/ 0 w 1324"/>
              <a:gd name="T1" fmla="*/ 0 h 7"/>
              <a:gd name="T2" fmla="*/ 2147483646 w 1324"/>
              <a:gd name="T3" fmla="*/ 2147483646 h 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324" h="7">
                <a:moveTo>
                  <a:pt x="0" y="0"/>
                </a:moveTo>
                <a:lnTo>
                  <a:pt x="1324" y="7"/>
                </a:lnTo>
              </a:path>
            </a:pathLst>
          </a:custGeom>
          <a:noFill/>
          <a:ln w="76200" cmpd="sng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9770C986-2849-35F3-4839-23B80A2B800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12" t="30604" r="37056" b="29957"/>
          <a:stretch/>
        </p:blipFill>
        <p:spPr>
          <a:xfrm rot="5400000">
            <a:off x="5035552" y="2334112"/>
            <a:ext cx="2393946" cy="133350"/>
          </a:xfrm>
          <a:prstGeom prst="rect">
            <a:avLst/>
          </a:prstGeom>
        </p:spPr>
      </p:pic>
      <p:sp>
        <p:nvSpPr>
          <p:cNvPr id="18" name="Freeform 19">
            <a:extLst>
              <a:ext uri="{FF2B5EF4-FFF2-40B4-BE49-F238E27FC236}">
                <a16:creationId xmlns:a16="http://schemas.microsoft.com/office/drawing/2014/main" id="{F1D3D63E-4EFB-7CB8-27DD-89BC2956C472}"/>
              </a:ext>
            </a:extLst>
          </p:cNvPr>
          <p:cNvSpPr>
            <a:spLocks/>
          </p:cNvSpPr>
          <p:nvPr/>
        </p:nvSpPr>
        <p:spPr bwMode="auto">
          <a:xfrm>
            <a:off x="5161042" y="1700212"/>
            <a:ext cx="1039812" cy="1038225"/>
          </a:xfrm>
          <a:custGeom>
            <a:avLst/>
            <a:gdLst>
              <a:gd name="T0" fmla="*/ 0 w 655"/>
              <a:gd name="T1" fmla="*/ 0 h 654"/>
              <a:gd name="T2" fmla="*/ 2147483646 w 655"/>
              <a:gd name="T3" fmla="*/ 2147483646 h 654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655" h="654">
                <a:moveTo>
                  <a:pt x="0" y="0"/>
                </a:moveTo>
                <a:lnTo>
                  <a:pt x="655" y="654"/>
                </a:lnTo>
              </a:path>
            </a:pathLst>
          </a:custGeom>
          <a:noFill/>
          <a:ln w="38100">
            <a:solidFill>
              <a:srgbClr val="CC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" name="Freeform 20">
            <a:extLst>
              <a:ext uri="{FF2B5EF4-FFF2-40B4-BE49-F238E27FC236}">
                <a16:creationId xmlns:a16="http://schemas.microsoft.com/office/drawing/2014/main" id="{97ADEC9E-8AE7-4EA8-3EEB-4A861C4FB67C}"/>
              </a:ext>
            </a:extLst>
          </p:cNvPr>
          <p:cNvSpPr>
            <a:spLocks/>
          </p:cNvSpPr>
          <p:nvPr/>
        </p:nvSpPr>
        <p:spPr bwMode="auto">
          <a:xfrm>
            <a:off x="6223079" y="1676400"/>
            <a:ext cx="1062038" cy="1062037"/>
          </a:xfrm>
          <a:custGeom>
            <a:avLst/>
            <a:gdLst>
              <a:gd name="T0" fmla="*/ 2147483646 w 669"/>
              <a:gd name="T1" fmla="*/ 0 h 669"/>
              <a:gd name="T2" fmla="*/ 0 w 669"/>
              <a:gd name="T3" fmla="*/ 2147483646 h 669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669" h="669">
                <a:moveTo>
                  <a:pt x="669" y="0"/>
                </a:moveTo>
                <a:lnTo>
                  <a:pt x="0" y="669"/>
                </a:lnTo>
              </a:path>
            </a:pathLst>
          </a:custGeom>
          <a:noFill/>
          <a:ln w="38100">
            <a:solidFill>
              <a:srgbClr val="CC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" name="Text Box 21">
            <a:extLst>
              <a:ext uri="{FF2B5EF4-FFF2-40B4-BE49-F238E27FC236}">
                <a16:creationId xmlns:a16="http://schemas.microsoft.com/office/drawing/2014/main" id="{658BD636-6E34-AFD2-9587-20F3595CEF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979" y="1196983"/>
            <a:ext cx="305724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完成主视图</a:t>
            </a:r>
          </a:p>
        </p:txBody>
      </p:sp>
      <p:sp>
        <p:nvSpPr>
          <p:cNvPr id="21" name="Line 22">
            <a:extLst>
              <a:ext uri="{FF2B5EF4-FFF2-40B4-BE49-F238E27FC236}">
                <a16:creationId xmlns:a16="http://schemas.microsoft.com/office/drawing/2014/main" id="{FBB31493-1BAE-8C2D-A82D-941DA3C79A7D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8842" y="3362325"/>
            <a:ext cx="0" cy="327025"/>
          </a:xfrm>
          <a:prstGeom prst="line">
            <a:avLst/>
          </a:prstGeom>
          <a:noFill/>
          <a:ln w="19050">
            <a:solidFill>
              <a:srgbClr val="FF9900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" name="Line 23">
            <a:extLst>
              <a:ext uri="{FF2B5EF4-FFF2-40B4-BE49-F238E27FC236}">
                <a16:creationId xmlns:a16="http://schemas.microsoft.com/office/drawing/2014/main" id="{2DDEDEE9-7444-0D2B-4C28-52E366D7F722}"/>
              </a:ext>
            </a:extLst>
          </p:cNvPr>
          <p:cNvSpPr>
            <a:spLocks noChangeShapeType="1"/>
          </p:cNvSpPr>
          <p:nvPr/>
        </p:nvSpPr>
        <p:spPr bwMode="auto">
          <a:xfrm>
            <a:off x="7077154" y="3362325"/>
            <a:ext cx="0" cy="327025"/>
          </a:xfrm>
          <a:prstGeom prst="line">
            <a:avLst/>
          </a:prstGeom>
          <a:noFill/>
          <a:ln w="19050">
            <a:solidFill>
              <a:srgbClr val="FF9900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" name="Line 24">
            <a:extLst>
              <a:ext uri="{FF2B5EF4-FFF2-40B4-BE49-F238E27FC236}">
                <a16:creationId xmlns:a16="http://schemas.microsoft.com/office/drawing/2014/main" id="{757CCF0E-A940-CF13-E303-B026DFDF3732}"/>
              </a:ext>
            </a:extLst>
          </p:cNvPr>
          <p:cNvSpPr>
            <a:spLocks noChangeShapeType="1"/>
          </p:cNvSpPr>
          <p:nvPr/>
        </p:nvSpPr>
        <p:spPr bwMode="auto">
          <a:xfrm>
            <a:off x="4805442" y="3362325"/>
            <a:ext cx="533400" cy="0"/>
          </a:xfrm>
          <a:prstGeom prst="line">
            <a:avLst/>
          </a:prstGeom>
          <a:noFill/>
          <a:ln w="19050">
            <a:solidFill>
              <a:srgbClr val="003399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4" name="Line 25">
            <a:extLst>
              <a:ext uri="{FF2B5EF4-FFF2-40B4-BE49-F238E27FC236}">
                <a16:creationId xmlns:a16="http://schemas.microsoft.com/office/drawing/2014/main" id="{FBE5A4E8-7DB8-BA81-70E9-01A347776CC6}"/>
              </a:ext>
            </a:extLst>
          </p:cNvPr>
          <p:cNvSpPr>
            <a:spLocks noChangeShapeType="1"/>
          </p:cNvSpPr>
          <p:nvPr/>
        </p:nvSpPr>
        <p:spPr bwMode="auto">
          <a:xfrm>
            <a:off x="7077154" y="3362325"/>
            <a:ext cx="533400" cy="0"/>
          </a:xfrm>
          <a:prstGeom prst="line">
            <a:avLst/>
          </a:prstGeom>
          <a:noFill/>
          <a:ln w="19050">
            <a:solidFill>
              <a:srgbClr val="003399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5" name="Freeform 26">
            <a:extLst>
              <a:ext uri="{FF2B5EF4-FFF2-40B4-BE49-F238E27FC236}">
                <a16:creationId xmlns:a16="http://schemas.microsoft.com/office/drawing/2014/main" id="{86F77BF3-B408-8605-ACB1-8EAABE1AD06B}"/>
              </a:ext>
            </a:extLst>
          </p:cNvPr>
          <p:cNvSpPr>
            <a:spLocks/>
          </p:cNvSpPr>
          <p:nvPr/>
        </p:nvSpPr>
        <p:spPr bwMode="auto">
          <a:xfrm>
            <a:off x="4805442" y="2046287"/>
            <a:ext cx="539750" cy="3175"/>
          </a:xfrm>
          <a:custGeom>
            <a:avLst/>
            <a:gdLst>
              <a:gd name="T0" fmla="*/ 0 w 340"/>
              <a:gd name="T1" fmla="*/ 2147483646 h 2"/>
              <a:gd name="T2" fmla="*/ 2147483646 w 340"/>
              <a:gd name="T3" fmla="*/ 0 h 2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340" h="2">
                <a:moveTo>
                  <a:pt x="0" y="2"/>
                </a:moveTo>
                <a:lnTo>
                  <a:pt x="340" y="0"/>
                </a:lnTo>
              </a:path>
            </a:pathLst>
          </a:custGeom>
          <a:noFill/>
          <a:ln w="19050" cap="flat" cmpd="sng">
            <a:solidFill>
              <a:srgbClr val="003399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" name="Freeform 27">
            <a:extLst>
              <a:ext uri="{FF2B5EF4-FFF2-40B4-BE49-F238E27FC236}">
                <a16:creationId xmlns:a16="http://schemas.microsoft.com/office/drawing/2014/main" id="{A53E24F7-008C-0D09-E08F-F22D420CB1B5}"/>
              </a:ext>
            </a:extLst>
          </p:cNvPr>
          <p:cNvSpPr>
            <a:spLocks/>
          </p:cNvSpPr>
          <p:nvPr/>
        </p:nvSpPr>
        <p:spPr bwMode="auto">
          <a:xfrm>
            <a:off x="7066042" y="2051050"/>
            <a:ext cx="544512" cy="6350"/>
          </a:xfrm>
          <a:custGeom>
            <a:avLst/>
            <a:gdLst>
              <a:gd name="T0" fmla="*/ 0 w 343"/>
              <a:gd name="T1" fmla="*/ 2147483646 h 4"/>
              <a:gd name="T2" fmla="*/ 2147483646 w 343"/>
              <a:gd name="T3" fmla="*/ 0 h 4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343" h="4">
                <a:moveTo>
                  <a:pt x="0" y="4"/>
                </a:moveTo>
                <a:lnTo>
                  <a:pt x="343" y="0"/>
                </a:lnTo>
              </a:path>
            </a:pathLst>
          </a:custGeom>
          <a:noFill/>
          <a:ln w="19050" cap="flat" cmpd="sng">
            <a:solidFill>
              <a:srgbClr val="003399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7" name="Line 28">
            <a:extLst>
              <a:ext uri="{FF2B5EF4-FFF2-40B4-BE49-F238E27FC236}">
                <a16:creationId xmlns:a16="http://schemas.microsoft.com/office/drawing/2014/main" id="{A06EC0D3-3EC4-F83C-A6A9-97C1E714FA5D}"/>
              </a:ext>
            </a:extLst>
          </p:cNvPr>
          <p:cNvSpPr>
            <a:spLocks noChangeShapeType="1"/>
          </p:cNvSpPr>
          <p:nvPr/>
        </p:nvSpPr>
        <p:spPr bwMode="auto">
          <a:xfrm>
            <a:off x="8680529" y="1327150"/>
            <a:ext cx="0" cy="1968500"/>
          </a:xfrm>
          <a:prstGeom prst="line">
            <a:avLst/>
          </a:prstGeom>
          <a:noFill/>
          <a:ln w="19050">
            <a:solidFill>
              <a:srgbClr val="FF9900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8" name="Line 29">
            <a:extLst>
              <a:ext uri="{FF2B5EF4-FFF2-40B4-BE49-F238E27FC236}">
                <a16:creationId xmlns:a16="http://schemas.microsoft.com/office/drawing/2014/main" id="{D73D1078-F460-AE9A-5750-35393B6D35B6}"/>
              </a:ext>
            </a:extLst>
          </p:cNvPr>
          <p:cNvSpPr>
            <a:spLocks noChangeShapeType="1"/>
          </p:cNvSpPr>
          <p:nvPr/>
        </p:nvSpPr>
        <p:spPr bwMode="auto">
          <a:xfrm>
            <a:off x="10417254" y="1327150"/>
            <a:ext cx="0" cy="1968500"/>
          </a:xfrm>
          <a:prstGeom prst="line">
            <a:avLst/>
          </a:prstGeom>
          <a:noFill/>
          <a:ln w="19050">
            <a:solidFill>
              <a:srgbClr val="FF9900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9" name="Line 30">
            <a:extLst>
              <a:ext uri="{FF2B5EF4-FFF2-40B4-BE49-F238E27FC236}">
                <a16:creationId xmlns:a16="http://schemas.microsoft.com/office/drawing/2014/main" id="{E2F2D341-0B4B-5AF2-C9F5-5509C168C7B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75517" y="4411662"/>
            <a:ext cx="935037" cy="0"/>
          </a:xfrm>
          <a:prstGeom prst="line">
            <a:avLst/>
          </a:prstGeom>
          <a:noFill/>
          <a:ln w="19050">
            <a:solidFill>
              <a:srgbClr val="003399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" name="Line 31">
            <a:extLst>
              <a:ext uri="{FF2B5EF4-FFF2-40B4-BE49-F238E27FC236}">
                <a16:creationId xmlns:a16="http://schemas.microsoft.com/office/drawing/2014/main" id="{AED86092-C504-8D22-5BD6-8C3523CF360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75517" y="5724525"/>
            <a:ext cx="935037" cy="0"/>
          </a:xfrm>
          <a:prstGeom prst="line">
            <a:avLst/>
          </a:prstGeom>
          <a:noFill/>
          <a:ln w="19050">
            <a:solidFill>
              <a:srgbClr val="003399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" name="Line 32">
            <a:extLst>
              <a:ext uri="{FF2B5EF4-FFF2-40B4-BE49-F238E27FC236}">
                <a16:creationId xmlns:a16="http://schemas.microsoft.com/office/drawing/2014/main" id="{7F11E6F5-D9F5-477E-7772-2DD87D7BAB6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05442" y="4411662"/>
            <a:ext cx="935037" cy="0"/>
          </a:xfrm>
          <a:prstGeom prst="line">
            <a:avLst/>
          </a:prstGeom>
          <a:noFill/>
          <a:ln w="19050">
            <a:solidFill>
              <a:srgbClr val="003399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2" name="Line 33">
            <a:extLst>
              <a:ext uri="{FF2B5EF4-FFF2-40B4-BE49-F238E27FC236}">
                <a16:creationId xmlns:a16="http://schemas.microsoft.com/office/drawing/2014/main" id="{AF457C44-59BD-EB96-3309-4F73E0C383E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05442" y="5724525"/>
            <a:ext cx="935037" cy="0"/>
          </a:xfrm>
          <a:prstGeom prst="line">
            <a:avLst/>
          </a:prstGeom>
          <a:noFill/>
          <a:ln w="19050">
            <a:solidFill>
              <a:srgbClr val="003399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3" name="Freeform 34">
            <a:extLst>
              <a:ext uri="{FF2B5EF4-FFF2-40B4-BE49-F238E27FC236}">
                <a16:creationId xmlns:a16="http://schemas.microsoft.com/office/drawing/2014/main" id="{FB5E567E-5043-1D91-3824-77368F93942A}"/>
              </a:ext>
            </a:extLst>
          </p:cNvPr>
          <p:cNvSpPr>
            <a:spLocks/>
          </p:cNvSpPr>
          <p:nvPr/>
        </p:nvSpPr>
        <p:spPr bwMode="auto">
          <a:xfrm>
            <a:off x="6000829" y="3276600"/>
            <a:ext cx="2711450" cy="1587"/>
          </a:xfrm>
          <a:custGeom>
            <a:avLst/>
            <a:gdLst>
              <a:gd name="T0" fmla="*/ 2147483646 w 1948"/>
              <a:gd name="T1" fmla="*/ 0 h 1"/>
              <a:gd name="T2" fmla="*/ 0 w 1948"/>
              <a:gd name="T3" fmla="*/ 0 h 1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948" h="1">
                <a:moveTo>
                  <a:pt x="1948" y="0"/>
                </a:moveTo>
                <a:lnTo>
                  <a:pt x="0" y="0"/>
                </a:lnTo>
              </a:path>
            </a:pathLst>
          </a:custGeom>
          <a:noFill/>
          <a:ln w="12700" cap="flat" cmpd="sng">
            <a:solidFill>
              <a:srgbClr val="9933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4" name="Freeform 35">
            <a:extLst>
              <a:ext uri="{FF2B5EF4-FFF2-40B4-BE49-F238E27FC236}">
                <a16:creationId xmlns:a16="http://schemas.microsoft.com/office/drawing/2014/main" id="{B3C0E59D-42F0-BB65-C07B-406DD2AF8013}"/>
              </a:ext>
            </a:extLst>
          </p:cNvPr>
          <p:cNvSpPr>
            <a:spLocks/>
          </p:cNvSpPr>
          <p:nvPr/>
        </p:nvSpPr>
        <p:spPr bwMode="auto">
          <a:xfrm>
            <a:off x="5138817" y="3427412"/>
            <a:ext cx="5407025" cy="1588"/>
          </a:xfrm>
          <a:custGeom>
            <a:avLst/>
            <a:gdLst>
              <a:gd name="T0" fmla="*/ 0 w 3406"/>
              <a:gd name="T1" fmla="*/ 0 h 1"/>
              <a:gd name="T2" fmla="*/ 2147483646 w 3406"/>
              <a:gd name="T3" fmla="*/ 0 h 1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3406" h="1">
                <a:moveTo>
                  <a:pt x="0" y="0"/>
                </a:moveTo>
                <a:lnTo>
                  <a:pt x="3406" y="0"/>
                </a:lnTo>
              </a:path>
            </a:pathLst>
          </a:custGeom>
          <a:noFill/>
          <a:ln w="12700" cap="flat" cmpd="sng">
            <a:solidFill>
              <a:srgbClr val="9933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35" name="Group 36">
            <a:extLst>
              <a:ext uri="{FF2B5EF4-FFF2-40B4-BE49-F238E27FC236}">
                <a16:creationId xmlns:a16="http://schemas.microsoft.com/office/drawing/2014/main" id="{6D1047AC-6410-07FB-4DD5-32FF88FFC532}"/>
              </a:ext>
            </a:extLst>
          </p:cNvPr>
          <p:cNvGrpSpPr>
            <a:grpSpLocks/>
          </p:cNvGrpSpPr>
          <p:nvPr/>
        </p:nvGrpSpPr>
        <p:grpSpPr bwMode="auto">
          <a:xfrm>
            <a:off x="7610554" y="3427412"/>
            <a:ext cx="2673350" cy="2362200"/>
            <a:chOff x="2641" y="1990"/>
            <a:chExt cx="1684" cy="1488"/>
          </a:xfrm>
        </p:grpSpPr>
        <p:sp>
          <p:nvSpPr>
            <p:cNvPr id="36" name="Line 37">
              <a:extLst>
                <a:ext uri="{FF2B5EF4-FFF2-40B4-BE49-F238E27FC236}">
                  <a16:creationId xmlns:a16="http://schemas.microsoft.com/office/drawing/2014/main" id="{C15CEF73-0B93-8568-CAB7-89EB03BD33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62" y="1990"/>
              <a:ext cx="463" cy="0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8" name="Line 38">
              <a:extLst>
                <a:ext uri="{FF2B5EF4-FFF2-40B4-BE49-F238E27FC236}">
                  <a16:creationId xmlns:a16="http://schemas.microsoft.com/office/drawing/2014/main" id="{C28B1594-20B5-46E8-6B6C-A406AD1426D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2413" y="3251"/>
              <a:ext cx="455" cy="0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39" name="Freeform 39">
            <a:extLst>
              <a:ext uri="{FF2B5EF4-FFF2-40B4-BE49-F238E27FC236}">
                <a16:creationId xmlns:a16="http://schemas.microsoft.com/office/drawing/2014/main" id="{84DDB0DE-4367-B695-4EC3-DCFFD3B8784A}"/>
              </a:ext>
            </a:extLst>
          </p:cNvPr>
          <p:cNvSpPr>
            <a:spLocks/>
          </p:cNvSpPr>
          <p:nvPr/>
        </p:nvSpPr>
        <p:spPr bwMode="auto">
          <a:xfrm>
            <a:off x="5037217" y="5765800"/>
            <a:ext cx="2554287" cy="1587"/>
          </a:xfrm>
          <a:custGeom>
            <a:avLst/>
            <a:gdLst>
              <a:gd name="T0" fmla="*/ 2147483646 w 1835"/>
              <a:gd name="T1" fmla="*/ 0 h 1"/>
              <a:gd name="T2" fmla="*/ 0 w 1835"/>
              <a:gd name="T3" fmla="*/ 0 h 1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835" h="1">
                <a:moveTo>
                  <a:pt x="1835" y="0"/>
                </a:moveTo>
                <a:lnTo>
                  <a:pt x="0" y="0"/>
                </a:lnTo>
              </a:path>
            </a:pathLst>
          </a:custGeom>
          <a:noFill/>
          <a:ln w="12700" cap="flat" cmpd="sng">
            <a:solidFill>
              <a:srgbClr val="9933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0" name="Freeform 40">
            <a:extLst>
              <a:ext uri="{FF2B5EF4-FFF2-40B4-BE49-F238E27FC236}">
                <a16:creationId xmlns:a16="http://schemas.microsoft.com/office/drawing/2014/main" id="{E4003D14-2672-1184-B17E-8A2EF3787331}"/>
              </a:ext>
            </a:extLst>
          </p:cNvPr>
          <p:cNvSpPr>
            <a:spLocks/>
          </p:cNvSpPr>
          <p:nvPr/>
        </p:nvSpPr>
        <p:spPr bwMode="auto">
          <a:xfrm>
            <a:off x="5337254" y="2057400"/>
            <a:ext cx="393700" cy="1304925"/>
          </a:xfrm>
          <a:custGeom>
            <a:avLst/>
            <a:gdLst>
              <a:gd name="T0" fmla="*/ 2147483646 w 248"/>
              <a:gd name="T1" fmla="*/ 0 h 822"/>
              <a:gd name="T2" fmla="*/ 2147483646 w 248"/>
              <a:gd name="T3" fmla="*/ 2147483646 h 822"/>
              <a:gd name="T4" fmla="*/ 2147483646 w 248"/>
              <a:gd name="T5" fmla="*/ 2147483646 h 822"/>
              <a:gd name="T6" fmla="*/ 2147483646 w 248"/>
              <a:gd name="T7" fmla="*/ 2147483646 h 822"/>
              <a:gd name="T8" fmla="*/ 2147483646 w 248"/>
              <a:gd name="T9" fmla="*/ 2147483646 h 822"/>
              <a:gd name="T10" fmla="*/ 2147483646 w 248"/>
              <a:gd name="T11" fmla="*/ 2147483646 h 822"/>
              <a:gd name="T12" fmla="*/ 2147483646 w 248"/>
              <a:gd name="T13" fmla="*/ 2147483646 h 822"/>
              <a:gd name="T14" fmla="*/ 2147483646 w 248"/>
              <a:gd name="T15" fmla="*/ 2147483646 h 822"/>
              <a:gd name="T16" fmla="*/ 2147483646 w 248"/>
              <a:gd name="T17" fmla="*/ 2147483646 h 822"/>
              <a:gd name="T18" fmla="*/ 0 w 248"/>
              <a:gd name="T19" fmla="*/ 2147483646 h 822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48" h="822">
                <a:moveTo>
                  <a:pt x="13" y="0"/>
                </a:moveTo>
                <a:cubicBezTo>
                  <a:pt x="27" y="12"/>
                  <a:pt x="61" y="45"/>
                  <a:pt x="90" y="73"/>
                </a:cubicBezTo>
                <a:cubicBezTo>
                  <a:pt x="119" y="101"/>
                  <a:pt x="162" y="130"/>
                  <a:pt x="187" y="168"/>
                </a:cubicBezTo>
                <a:cubicBezTo>
                  <a:pt x="212" y="206"/>
                  <a:pt x="228" y="259"/>
                  <a:pt x="238" y="299"/>
                </a:cubicBezTo>
                <a:cubicBezTo>
                  <a:pt x="248" y="339"/>
                  <a:pt x="246" y="377"/>
                  <a:pt x="245" y="412"/>
                </a:cubicBezTo>
                <a:cubicBezTo>
                  <a:pt x="244" y="447"/>
                  <a:pt x="236" y="480"/>
                  <a:pt x="231" y="510"/>
                </a:cubicBezTo>
                <a:cubicBezTo>
                  <a:pt x="226" y="540"/>
                  <a:pt x="226" y="569"/>
                  <a:pt x="217" y="595"/>
                </a:cubicBezTo>
                <a:cubicBezTo>
                  <a:pt x="208" y="621"/>
                  <a:pt x="194" y="640"/>
                  <a:pt x="175" y="666"/>
                </a:cubicBezTo>
                <a:cubicBezTo>
                  <a:pt x="156" y="692"/>
                  <a:pt x="133" y="724"/>
                  <a:pt x="104" y="750"/>
                </a:cubicBezTo>
                <a:cubicBezTo>
                  <a:pt x="75" y="776"/>
                  <a:pt x="22" y="807"/>
                  <a:pt x="0" y="822"/>
                </a:cubicBezTo>
              </a:path>
            </a:pathLst>
          </a:custGeom>
          <a:noFill/>
          <a:ln w="19050" cap="flat" cmpd="sng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1" name="Line 41">
            <a:extLst>
              <a:ext uri="{FF2B5EF4-FFF2-40B4-BE49-F238E27FC236}">
                <a16:creationId xmlns:a16="http://schemas.microsoft.com/office/drawing/2014/main" id="{F02E44CB-5B31-56C0-62A1-DE725731D1DB}"/>
              </a:ext>
            </a:extLst>
          </p:cNvPr>
          <p:cNvSpPr>
            <a:spLocks noChangeShapeType="1"/>
          </p:cNvSpPr>
          <p:nvPr/>
        </p:nvSpPr>
        <p:spPr bwMode="auto">
          <a:xfrm>
            <a:off x="5322967" y="3668712"/>
            <a:ext cx="1738312" cy="0"/>
          </a:xfrm>
          <a:prstGeom prst="line">
            <a:avLst/>
          </a:prstGeom>
          <a:noFill/>
          <a:ln w="5715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42" name="Group 42">
            <a:extLst>
              <a:ext uri="{FF2B5EF4-FFF2-40B4-BE49-F238E27FC236}">
                <a16:creationId xmlns:a16="http://schemas.microsoft.com/office/drawing/2014/main" id="{1087C761-3BE2-511F-747A-F5F4F05D99BA}"/>
              </a:ext>
            </a:extLst>
          </p:cNvPr>
          <p:cNvGrpSpPr>
            <a:grpSpLocks/>
          </p:cNvGrpSpPr>
          <p:nvPr/>
        </p:nvGrpSpPr>
        <p:grpSpPr bwMode="auto">
          <a:xfrm>
            <a:off x="5794454" y="3271837"/>
            <a:ext cx="830263" cy="2643188"/>
            <a:chOff x="1497" y="1892"/>
            <a:chExt cx="523" cy="1665"/>
          </a:xfrm>
        </p:grpSpPr>
        <p:sp>
          <p:nvSpPr>
            <p:cNvPr id="43" name="Freeform 43">
              <a:extLst>
                <a:ext uri="{FF2B5EF4-FFF2-40B4-BE49-F238E27FC236}">
                  <a16:creationId xmlns:a16="http://schemas.microsoft.com/office/drawing/2014/main" id="{14481439-7634-7374-9F5D-0B021D159C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7" y="1892"/>
              <a:ext cx="1" cy="1609"/>
            </a:xfrm>
            <a:custGeom>
              <a:avLst/>
              <a:gdLst>
                <a:gd name="T0" fmla="*/ 0 w 1"/>
                <a:gd name="T1" fmla="*/ 1609 h 1609"/>
                <a:gd name="T2" fmla="*/ 0 w 1"/>
                <a:gd name="T3" fmla="*/ 0 h 160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609">
                  <a:moveTo>
                    <a:pt x="0" y="1609"/>
                  </a:moveTo>
                  <a:lnTo>
                    <a:pt x="0" y="0"/>
                  </a:lnTo>
                </a:path>
              </a:pathLst>
            </a:custGeom>
            <a:noFill/>
            <a:ln w="12700" cap="flat" cmpd="sng">
              <a:solidFill>
                <a:srgbClr val="9933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4" name="Freeform 44">
              <a:extLst>
                <a:ext uri="{FF2B5EF4-FFF2-40B4-BE49-F238E27FC236}">
                  <a16:creationId xmlns:a16="http://schemas.microsoft.com/office/drawing/2014/main" id="{ED82273F-8930-3FBC-8C1B-142B9A6E2EAA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9" y="1934"/>
              <a:ext cx="1" cy="1623"/>
            </a:xfrm>
            <a:custGeom>
              <a:avLst/>
              <a:gdLst>
                <a:gd name="T0" fmla="*/ 0 w 1"/>
                <a:gd name="T1" fmla="*/ 1623 h 1623"/>
                <a:gd name="T2" fmla="*/ 0 w 1"/>
                <a:gd name="T3" fmla="*/ 0 h 162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623">
                  <a:moveTo>
                    <a:pt x="0" y="1623"/>
                  </a:moveTo>
                  <a:lnTo>
                    <a:pt x="0" y="0"/>
                  </a:lnTo>
                </a:path>
              </a:pathLst>
            </a:custGeom>
            <a:noFill/>
            <a:ln w="12700" cap="flat" cmpd="sng">
              <a:solidFill>
                <a:srgbClr val="9933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45" name="Group 45">
            <a:extLst>
              <a:ext uri="{FF2B5EF4-FFF2-40B4-BE49-F238E27FC236}">
                <a16:creationId xmlns:a16="http://schemas.microsoft.com/office/drawing/2014/main" id="{98E9B319-7631-E9BF-E4C5-EAACDA660EBB}"/>
              </a:ext>
            </a:extLst>
          </p:cNvPr>
          <p:cNvGrpSpPr>
            <a:grpSpLocks/>
          </p:cNvGrpSpPr>
          <p:nvPr/>
        </p:nvGrpSpPr>
        <p:grpSpPr bwMode="auto">
          <a:xfrm>
            <a:off x="5654754" y="5646737"/>
            <a:ext cx="1123950" cy="234950"/>
            <a:chOff x="1409" y="3388"/>
            <a:chExt cx="708" cy="148"/>
          </a:xfrm>
        </p:grpSpPr>
        <p:sp>
          <p:nvSpPr>
            <p:cNvPr id="46" name="Text Box 46">
              <a:extLst>
                <a:ext uri="{FF2B5EF4-FFF2-40B4-BE49-F238E27FC236}">
                  <a16:creationId xmlns:a16="http://schemas.microsoft.com/office/drawing/2014/main" id="{C21F79D9-58ED-C15F-4083-C5E3E91BF8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09" y="3392"/>
              <a:ext cx="188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prstDash val="lgDashDot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900" b="0" i="0" u="none" strike="noStrike" kern="0" cap="none" spc="0" normalizeH="0" baseline="0" noProof="0">
                  <a:ln>
                    <a:noFill/>
                  </a:ln>
                  <a:solidFill>
                    <a:srgbClr val="FF0066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●</a:t>
              </a:r>
            </a:p>
          </p:txBody>
        </p:sp>
        <p:sp>
          <p:nvSpPr>
            <p:cNvPr id="47" name="Text Box 47">
              <a:extLst>
                <a:ext uri="{FF2B5EF4-FFF2-40B4-BE49-F238E27FC236}">
                  <a16:creationId xmlns:a16="http://schemas.microsoft.com/office/drawing/2014/main" id="{9F6A39EB-F38A-69C3-812D-21C959C8F0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9" y="3388"/>
              <a:ext cx="188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prstDash val="lgDashDot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FF0066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●</a:t>
              </a:r>
            </a:p>
          </p:txBody>
        </p:sp>
      </p:grpSp>
      <p:grpSp>
        <p:nvGrpSpPr>
          <p:cNvPr id="48" name="Group 48">
            <a:extLst>
              <a:ext uri="{FF2B5EF4-FFF2-40B4-BE49-F238E27FC236}">
                <a16:creationId xmlns:a16="http://schemas.microsoft.com/office/drawing/2014/main" id="{B41FCF2A-B6B4-BD52-4E48-089383BD5C8D}"/>
              </a:ext>
            </a:extLst>
          </p:cNvPr>
          <p:cNvGrpSpPr>
            <a:grpSpLocks/>
          </p:cNvGrpSpPr>
          <p:nvPr/>
        </p:nvGrpSpPr>
        <p:grpSpPr bwMode="auto">
          <a:xfrm>
            <a:off x="8671004" y="3308350"/>
            <a:ext cx="1752600" cy="233362"/>
            <a:chOff x="3309" y="1915"/>
            <a:chExt cx="1104" cy="147"/>
          </a:xfrm>
        </p:grpSpPr>
        <p:sp>
          <p:nvSpPr>
            <p:cNvPr id="49" name="Text Box 49">
              <a:extLst>
                <a:ext uri="{FF2B5EF4-FFF2-40B4-BE49-F238E27FC236}">
                  <a16:creationId xmlns:a16="http://schemas.microsoft.com/office/drawing/2014/main" id="{2AA99F2E-EE21-C783-9BE4-4C5C17A856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09" y="1918"/>
              <a:ext cx="188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prstDash val="lgDashDot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900" b="0" i="0" u="none" strike="noStrike" kern="0" cap="none" spc="0" normalizeH="0" baseline="0" noProof="0">
                  <a:ln>
                    <a:noFill/>
                  </a:ln>
                  <a:solidFill>
                    <a:srgbClr val="FF0066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●</a:t>
              </a:r>
            </a:p>
          </p:txBody>
        </p:sp>
        <p:sp>
          <p:nvSpPr>
            <p:cNvPr id="50" name="Text Box 50">
              <a:extLst>
                <a:ext uri="{FF2B5EF4-FFF2-40B4-BE49-F238E27FC236}">
                  <a16:creationId xmlns:a16="http://schemas.microsoft.com/office/drawing/2014/main" id="{F9820FAD-80A5-6340-5A67-F6951C1B03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5" y="1915"/>
              <a:ext cx="188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prstDash val="lgDashDot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FF0066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●</a:t>
              </a:r>
            </a:p>
          </p:txBody>
        </p:sp>
      </p:grpSp>
      <p:grpSp>
        <p:nvGrpSpPr>
          <p:cNvPr id="51" name="Group 51">
            <a:extLst>
              <a:ext uri="{FF2B5EF4-FFF2-40B4-BE49-F238E27FC236}">
                <a16:creationId xmlns:a16="http://schemas.microsoft.com/office/drawing/2014/main" id="{E4238FFB-E623-B1BB-BF5F-AD17AD057338}"/>
              </a:ext>
            </a:extLst>
          </p:cNvPr>
          <p:cNvGrpSpPr>
            <a:grpSpLocks/>
          </p:cNvGrpSpPr>
          <p:nvPr/>
        </p:nvGrpSpPr>
        <p:grpSpPr bwMode="auto">
          <a:xfrm>
            <a:off x="5643642" y="3309937"/>
            <a:ext cx="1143000" cy="244475"/>
            <a:chOff x="1402" y="1916"/>
            <a:chExt cx="720" cy="154"/>
          </a:xfrm>
        </p:grpSpPr>
        <p:sp>
          <p:nvSpPr>
            <p:cNvPr id="52" name="Text Box 52">
              <a:extLst>
                <a:ext uri="{FF2B5EF4-FFF2-40B4-BE49-F238E27FC236}">
                  <a16:creationId xmlns:a16="http://schemas.microsoft.com/office/drawing/2014/main" id="{825E3E50-C438-BFF2-9A22-F665755030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34" y="1926"/>
              <a:ext cx="188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prstDash val="lgDashDot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900" b="0" i="0" u="none" strike="noStrike" kern="0" cap="none" spc="0" normalizeH="0" baseline="0" noProof="0">
                  <a:ln>
                    <a:noFill/>
                  </a:ln>
                  <a:solidFill>
                    <a:srgbClr val="FF0066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●</a:t>
              </a:r>
            </a:p>
          </p:txBody>
        </p:sp>
        <p:sp>
          <p:nvSpPr>
            <p:cNvPr id="53" name="Text Box 53">
              <a:extLst>
                <a:ext uri="{FF2B5EF4-FFF2-40B4-BE49-F238E27FC236}">
                  <a16:creationId xmlns:a16="http://schemas.microsoft.com/office/drawing/2014/main" id="{937F21F7-8899-F1EC-1B86-156A99BBC7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02" y="1916"/>
              <a:ext cx="188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prstDash val="lgDashDot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900" b="0" i="0" u="none" strike="noStrike" kern="0" cap="none" spc="0" normalizeH="0" baseline="0" noProof="0">
                  <a:ln>
                    <a:noFill/>
                  </a:ln>
                  <a:solidFill>
                    <a:srgbClr val="FF0066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●</a:t>
              </a:r>
            </a:p>
          </p:txBody>
        </p:sp>
      </p:grpSp>
      <p:sp>
        <p:nvSpPr>
          <p:cNvPr id="54" name="Text Box 54">
            <a:extLst>
              <a:ext uri="{FF2B5EF4-FFF2-40B4-BE49-F238E27FC236}">
                <a16:creationId xmlns:a16="http://schemas.microsoft.com/office/drawing/2014/main" id="{EA645BFD-AF15-A22F-4056-F27A2E835F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57979" y="3154362"/>
            <a:ext cx="29845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prstDash val="lgDashDot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900" b="0" i="0" u="none" strike="noStrike" kern="0" cap="none" spc="0" normalizeH="0" baseline="0" noProof="0" dirty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●</a:t>
            </a:r>
          </a:p>
        </p:txBody>
      </p:sp>
      <p:grpSp>
        <p:nvGrpSpPr>
          <p:cNvPr id="55" name="Group 55">
            <a:extLst>
              <a:ext uri="{FF2B5EF4-FFF2-40B4-BE49-F238E27FC236}">
                <a16:creationId xmlns:a16="http://schemas.microsoft.com/office/drawing/2014/main" id="{25058BA6-022B-A44D-4C57-84EF292043EB}"/>
              </a:ext>
            </a:extLst>
          </p:cNvPr>
          <p:cNvGrpSpPr>
            <a:grpSpLocks/>
          </p:cNvGrpSpPr>
          <p:nvPr/>
        </p:nvGrpSpPr>
        <p:grpSpPr bwMode="auto">
          <a:xfrm>
            <a:off x="5578554" y="2605087"/>
            <a:ext cx="298450" cy="3328988"/>
            <a:chOff x="1361" y="1451"/>
            <a:chExt cx="188" cy="2097"/>
          </a:xfrm>
        </p:grpSpPr>
        <p:sp>
          <p:nvSpPr>
            <p:cNvPr id="56" name="Freeform 56">
              <a:extLst>
                <a:ext uri="{FF2B5EF4-FFF2-40B4-BE49-F238E27FC236}">
                  <a16:creationId xmlns:a16="http://schemas.microsoft.com/office/drawing/2014/main" id="{574D5BE8-B543-DF06-7045-7E916F3EB71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3" y="1470"/>
              <a:ext cx="1" cy="2078"/>
            </a:xfrm>
            <a:custGeom>
              <a:avLst/>
              <a:gdLst>
                <a:gd name="T0" fmla="*/ 0 w 1"/>
                <a:gd name="T1" fmla="*/ 121 h 2413"/>
                <a:gd name="T2" fmla="*/ 0 w 1"/>
                <a:gd name="T3" fmla="*/ 0 h 241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413">
                  <a:moveTo>
                    <a:pt x="0" y="2413"/>
                  </a:moveTo>
                  <a:lnTo>
                    <a:pt x="0" y="0"/>
                  </a:lnTo>
                </a:path>
              </a:pathLst>
            </a:custGeom>
            <a:noFill/>
            <a:ln w="12700" cap="flat" cmpd="sng">
              <a:solidFill>
                <a:srgbClr val="66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7" name="Text Box 57">
              <a:extLst>
                <a:ext uri="{FF2B5EF4-FFF2-40B4-BE49-F238E27FC236}">
                  <a16:creationId xmlns:a16="http://schemas.microsoft.com/office/drawing/2014/main" id="{5FC15DCC-D760-7D21-8970-222C5947BA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61" y="1451"/>
              <a:ext cx="188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prstDash val="lgDashDot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900" b="0" i="0" u="none" strike="noStrike" kern="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●</a:t>
              </a:r>
            </a:p>
          </p:txBody>
        </p:sp>
      </p:grpSp>
      <p:grpSp>
        <p:nvGrpSpPr>
          <p:cNvPr id="58" name="Group 58">
            <a:extLst>
              <a:ext uri="{FF2B5EF4-FFF2-40B4-BE49-F238E27FC236}">
                <a16:creationId xmlns:a16="http://schemas.microsoft.com/office/drawing/2014/main" id="{D35F34A0-F81F-225D-E3BE-BDA313F7998D}"/>
              </a:ext>
            </a:extLst>
          </p:cNvPr>
          <p:cNvGrpSpPr>
            <a:grpSpLocks/>
          </p:cNvGrpSpPr>
          <p:nvPr/>
        </p:nvGrpSpPr>
        <p:grpSpPr bwMode="auto">
          <a:xfrm>
            <a:off x="6559629" y="2601912"/>
            <a:ext cx="298450" cy="3297238"/>
            <a:chOff x="1979" y="1442"/>
            <a:chExt cx="188" cy="2077"/>
          </a:xfrm>
        </p:grpSpPr>
        <p:sp>
          <p:nvSpPr>
            <p:cNvPr id="59" name="Freeform 59">
              <a:extLst>
                <a:ext uri="{FF2B5EF4-FFF2-40B4-BE49-F238E27FC236}">
                  <a16:creationId xmlns:a16="http://schemas.microsoft.com/office/drawing/2014/main" id="{57E35416-D63E-A703-D887-6ED2B4C5D17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0" y="1442"/>
              <a:ext cx="1" cy="2077"/>
            </a:xfrm>
            <a:custGeom>
              <a:avLst/>
              <a:gdLst>
                <a:gd name="T0" fmla="*/ 0 w 1"/>
                <a:gd name="T1" fmla="*/ 121 h 2413"/>
                <a:gd name="T2" fmla="*/ 0 w 1"/>
                <a:gd name="T3" fmla="*/ 0 h 241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413">
                  <a:moveTo>
                    <a:pt x="0" y="2413"/>
                  </a:moveTo>
                  <a:lnTo>
                    <a:pt x="0" y="0"/>
                  </a:lnTo>
                </a:path>
              </a:pathLst>
            </a:custGeom>
            <a:noFill/>
            <a:ln w="12700" cap="flat" cmpd="sng">
              <a:solidFill>
                <a:srgbClr val="66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0" name="Text Box 60">
              <a:extLst>
                <a:ext uri="{FF2B5EF4-FFF2-40B4-BE49-F238E27FC236}">
                  <a16:creationId xmlns:a16="http://schemas.microsoft.com/office/drawing/2014/main" id="{306B1587-737F-07C7-5B6A-4550A7546A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79" y="1448"/>
              <a:ext cx="188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prstDash val="lgDashDot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900" b="0" i="0" u="none" strike="noStrike" kern="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●</a:t>
              </a:r>
            </a:p>
          </p:txBody>
        </p:sp>
      </p:grpSp>
      <p:grpSp>
        <p:nvGrpSpPr>
          <p:cNvPr id="61" name="Group 61">
            <a:extLst>
              <a:ext uri="{FF2B5EF4-FFF2-40B4-BE49-F238E27FC236}">
                <a16:creationId xmlns:a16="http://schemas.microsoft.com/office/drawing/2014/main" id="{5D88EA81-8372-F7F5-58CF-C74EF41F78C2}"/>
              </a:ext>
            </a:extLst>
          </p:cNvPr>
          <p:cNvGrpSpPr>
            <a:grpSpLocks/>
          </p:cNvGrpSpPr>
          <p:nvPr/>
        </p:nvGrpSpPr>
        <p:grpSpPr bwMode="auto">
          <a:xfrm>
            <a:off x="4673679" y="2981325"/>
            <a:ext cx="5670550" cy="231775"/>
            <a:chOff x="791" y="1709"/>
            <a:chExt cx="3572" cy="146"/>
          </a:xfrm>
        </p:grpSpPr>
        <p:sp>
          <p:nvSpPr>
            <p:cNvPr id="62" name="Text Box 62">
              <a:extLst>
                <a:ext uri="{FF2B5EF4-FFF2-40B4-BE49-F238E27FC236}">
                  <a16:creationId xmlns:a16="http://schemas.microsoft.com/office/drawing/2014/main" id="{88934A01-36FC-28C5-E71F-7142AEFF6C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0" y="1711"/>
              <a:ext cx="188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prstDash val="lgDashDot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900" b="0" i="0" u="none" strike="noStrike" kern="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●</a:t>
              </a:r>
            </a:p>
          </p:txBody>
        </p:sp>
        <p:sp>
          <p:nvSpPr>
            <p:cNvPr id="63" name="Text Box 63">
              <a:extLst>
                <a:ext uri="{FF2B5EF4-FFF2-40B4-BE49-F238E27FC236}">
                  <a16:creationId xmlns:a16="http://schemas.microsoft.com/office/drawing/2014/main" id="{47EA66D1-0BA0-22DA-BCF9-23771C139B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31" y="1709"/>
              <a:ext cx="188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prstDash val="lgDashDot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900" b="0" i="0" u="none" strike="noStrike" kern="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●</a:t>
              </a:r>
            </a:p>
          </p:txBody>
        </p:sp>
        <p:sp>
          <p:nvSpPr>
            <p:cNvPr id="64" name="Line 64">
              <a:extLst>
                <a:ext uri="{FF2B5EF4-FFF2-40B4-BE49-F238E27FC236}">
                  <a16:creationId xmlns:a16="http://schemas.microsoft.com/office/drawing/2014/main" id="{EC6658B9-FA7B-7B2F-E0F4-1ED3868F78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1" y="1779"/>
              <a:ext cx="3572" cy="0"/>
            </a:xfrm>
            <a:prstGeom prst="line">
              <a:avLst/>
            </a:prstGeom>
            <a:noFill/>
            <a:ln w="12700">
              <a:solidFill>
                <a:srgbClr val="99663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65" name="Group 65">
            <a:extLst>
              <a:ext uri="{FF2B5EF4-FFF2-40B4-BE49-F238E27FC236}">
                <a16:creationId xmlns:a16="http://schemas.microsoft.com/office/drawing/2014/main" id="{130F4E85-AA21-C19A-6884-C02BCF53FE2B}"/>
              </a:ext>
            </a:extLst>
          </p:cNvPr>
          <p:cNvGrpSpPr>
            <a:grpSpLocks/>
          </p:cNvGrpSpPr>
          <p:nvPr/>
        </p:nvGrpSpPr>
        <p:grpSpPr bwMode="auto">
          <a:xfrm>
            <a:off x="7615317" y="3092450"/>
            <a:ext cx="2505075" cy="2528887"/>
            <a:chOff x="2644" y="1779"/>
            <a:chExt cx="1578" cy="1593"/>
          </a:xfrm>
        </p:grpSpPr>
        <p:sp>
          <p:nvSpPr>
            <p:cNvPr id="66" name="Line 66">
              <a:extLst>
                <a:ext uri="{FF2B5EF4-FFF2-40B4-BE49-F238E27FC236}">
                  <a16:creationId xmlns:a16="http://schemas.microsoft.com/office/drawing/2014/main" id="{0FDAD128-1851-1196-72BD-6DCA28930B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69" y="1779"/>
              <a:ext cx="353" cy="0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7" name="Line 67">
              <a:extLst>
                <a:ext uri="{FF2B5EF4-FFF2-40B4-BE49-F238E27FC236}">
                  <a16:creationId xmlns:a16="http://schemas.microsoft.com/office/drawing/2014/main" id="{7E86BEDA-06BD-278B-AE11-0F66BEADB62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2467" y="3196"/>
              <a:ext cx="353" cy="0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68" name="Line 68">
            <a:extLst>
              <a:ext uri="{FF2B5EF4-FFF2-40B4-BE49-F238E27FC236}">
                <a16:creationId xmlns:a16="http://schemas.microsoft.com/office/drawing/2014/main" id="{B2BA485A-AA72-7CC2-BF11-1F585B4B65A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10229" y="5646737"/>
            <a:ext cx="2689225" cy="0"/>
          </a:xfrm>
          <a:prstGeom prst="line">
            <a:avLst/>
          </a:prstGeom>
          <a:noFill/>
          <a:ln w="12700">
            <a:solidFill>
              <a:srgbClr val="9966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69" name="Group 69">
            <a:extLst>
              <a:ext uri="{FF2B5EF4-FFF2-40B4-BE49-F238E27FC236}">
                <a16:creationId xmlns:a16="http://schemas.microsoft.com/office/drawing/2014/main" id="{0D39B7E2-93FC-BCC9-BF0E-BE061F43C0DB}"/>
              </a:ext>
            </a:extLst>
          </p:cNvPr>
          <p:cNvGrpSpPr>
            <a:grpSpLocks/>
          </p:cNvGrpSpPr>
          <p:nvPr/>
        </p:nvGrpSpPr>
        <p:grpSpPr bwMode="auto">
          <a:xfrm>
            <a:off x="4670504" y="2200275"/>
            <a:ext cx="5670550" cy="231775"/>
            <a:chOff x="791" y="1709"/>
            <a:chExt cx="3572" cy="146"/>
          </a:xfrm>
        </p:grpSpPr>
        <p:sp>
          <p:nvSpPr>
            <p:cNvPr id="70" name="Text Box 70">
              <a:extLst>
                <a:ext uri="{FF2B5EF4-FFF2-40B4-BE49-F238E27FC236}">
                  <a16:creationId xmlns:a16="http://schemas.microsoft.com/office/drawing/2014/main" id="{8E9412C2-2A81-6474-FA06-A4C6771A5A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0" y="1711"/>
              <a:ext cx="188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prstDash val="lgDashDot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900" b="0" i="0" u="none" strike="noStrike" kern="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●</a:t>
              </a:r>
            </a:p>
          </p:txBody>
        </p:sp>
        <p:sp>
          <p:nvSpPr>
            <p:cNvPr id="71" name="Text Box 71">
              <a:extLst>
                <a:ext uri="{FF2B5EF4-FFF2-40B4-BE49-F238E27FC236}">
                  <a16:creationId xmlns:a16="http://schemas.microsoft.com/office/drawing/2014/main" id="{E7A68BBF-7BC3-9FAC-FB71-CC4DB111D8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31" y="1709"/>
              <a:ext cx="188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prstDash val="lgDashDot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900" b="0" i="0" u="none" strike="noStrike" kern="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●</a:t>
              </a:r>
            </a:p>
          </p:txBody>
        </p:sp>
        <p:sp>
          <p:nvSpPr>
            <p:cNvPr id="72" name="Line 72">
              <a:extLst>
                <a:ext uri="{FF2B5EF4-FFF2-40B4-BE49-F238E27FC236}">
                  <a16:creationId xmlns:a16="http://schemas.microsoft.com/office/drawing/2014/main" id="{3418B10E-D2C7-D299-E5FF-77937ABB3F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1" y="1779"/>
              <a:ext cx="3572" cy="0"/>
            </a:xfrm>
            <a:prstGeom prst="line">
              <a:avLst/>
            </a:prstGeom>
            <a:noFill/>
            <a:ln w="12700">
              <a:solidFill>
                <a:srgbClr val="99663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73" name="Group 73">
            <a:extLst>
              <a:ext uri="{FF2B5EF4-FFF2-40B4-BE49-F238E27FC236}">
                <a16:creationId xmlns:a16="http://schemas.microsoft.com/office/drawing/2014/main" id="{35104F39-F136-64DD-AF16-36F567F87462}"/>
              </a:ext>
            </a:extLst>
          </p:cNvPr>
          <p:cNvGrpSpPr>
            <a:grpSpLocks/>
          </p:cNvGrpSpPr>
          <p:nvPr/>
        </p:nvGrpSpPr>
        <p:grpSpPr bwMode="auto">
          <a:xfrm>
            <a:off x="5484892" y="5521325"/>
            <a:ext cx="1458912" cy="233362"/>
            <a:chOff x="1302" y="3309"/>
            <a:chExt cx="919" cy="147"/>
          </a:xfrm>
        </p:grpSpPr>
        <p:sp>
          <p:nvSpPr>
            <p:cNvPr id="74" name="Text Box 74">
              <a:extLst>
                <a:ext uri="{FF2B5EF4-FFF2-40B4-BE49-F238E27FC236}">
                  <a16:creationId xmlns:a16="http://schemas.microsoft.com/office/drawing/2014/main" id="{2E34E81D-D748-A9D3-A6E2-85AB498186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2" y="3312"/>
              <a:ext cx="188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prstDash val="lgDashDot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900" b="0" i="0" u="none" strike="noStrike" kern="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●</a:t>
              </a:r>
            </a:p>
          </p:txBody>
        </p:sp>
        <p:sp>
          <p:nvSpPr>
            <p:cNvPr id="75" name="Text Box 75">
              <a:extLst>
                <a:ext uri="{FF2B5EF4-FFF2-40B4-BE49-F238E27FC236}">
                  <a16:creationId xmlns:a16="http://schemas.microsoft.com/office/drawing/2014/main" id="{2F734946-67E5-CCDA-D580-C2DFC7222A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33" y="3309"/>
              <a:ext cx="188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prstDash val="lgDashDot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900" b="0" i="0" u="none" strike="noStrike" kern="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●</a:t>
              </a:r>
            </a:p>
          </p:txBody>
        </p:sp>
      </p:grpSp>
      <p:grpSp>
        <p:nvGrpSpPr>
          <p:cNvPr id="76" name="Group 76">
            <a:extLst>
              <a:ext uri="{FF2B5EF4-FFF2-40B4-BE49-F238E27FC236}">
                <a16:creationId xmlns:a16="http://schemas.microsoft.com/office/drawing/2014/main" id="{B2D095BB-08D9-A980-1705-525790BFB8E6}"/>
              </a:ext>
            </a:extLst>
          </p:cNvPr>
          <p:cNvGrpSpPr>
            <a:grpSpLocks/>
          </p:cNvGrpSpPr>
          <p:nvPr/>
        </p:nvGrpSpPr>
        <p:grpSpPr bwMode="auto">
          <a:xfrm>
            <a:off x="5467429" y="2195512"/>
            <a:ext cx="1473200" cy="3452813"/>
            <a:chOff x="1291" y="1214"/>
            <a:chExt cx="928" cy="2175"/>
          </a:xfrm>
        </p:grpSpPr>
        <p:sp>
          <p:nvSpPr>
            <p:cNvPr id="77" name="Text Box 77">
              <a:extLst>
                <a:ext uri="{FF2B5EF4-FFF2-40B4-BE49-F238E27FC236}">
                  <a16:creationId xmlns:a16="http://schemas.microsoft.com/office/drawing/2014/main" id="{F1156AF4-0BB9-54D0-E955-32B5CFE9EF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27" y="1709"/>
              <a:ext cx="188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prstDash val="lgDashDot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900" b="0" i="0" u="none" strike="noStrike" kern="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●</a:t>
              </a:r>
            </a:p>
          </p:txBody>
        </p:sp>
        <p:sp>
          <p:nvSpPr>
            <p:cNvPr id="78" name="Text Box 78">
              <a:extLst>
                <a:ext uri="{FF2B5EF4-FFF2-40B4-BE49-F238E27FC236}">
                  <a16:creationId xmlns:a16="http://schemas.microsoft.com/office/drawing/2014/main" id="{C9937289-5CA4-13ED-B910-62F45BB076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1" y="1706"/>
              <a:ext cx="188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prstDash val="lgDashDot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900" b="0" i="0" u="none" strike="noStrike" kern="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●</a:t>
              </a:r>
            </a:p>
          </p:txBody>
        </p:sp>
        <p:sp>
          <p:nvSpPr>
            <p:cNvPr id="79" name="Freeform 79">
              <a:extLst>
                <a:ext uri="{FF2B5EF4-FFF2-40B4-BE49-F238E27FC236}">
                  <a16:creationId xmlns:a16="http://schemas.microsoft.com/office/drawing/2014/main" id="{6EE37E3A-CBBA-87C8-7A5A-B1BD2756F15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4" y="1214"/>
              <a:ext cx="1" cy="2175"/>
            </a:xfrm>
            <a:custGeom>
              <a:avLst/>
              <a:gdLst>
                <a:gd name="T0" fmla="*/ 0 w 1"/>
                <a:gd name="T1" fmla="*/ 2175 h 2175"/>
                <a:gd name="T2" fmla="*/ 0 w 1"/>
                <a:gd name="T3" fmla="*/ 0 h 217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175">
                  <a:moveTo>
                    <a:pt x="0" y="2175"/>
                  </a:moveTo>
                  <a:lnTo>
                    <a:pt x="0" y="0"/>
                  </a:lnTo>
                </a:path>
              </a:pathLst>
            </a:custGeom>
            <a:noFill/>
            <a:ln w="12700" cap="flat" cmpd="sng">
              <a:solidFill>
                <a:srgbClr val="996633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0" name="Freeform 80">
              <a:extLst>
                <a:ext uri="{FF2B5EF4-FFF2-40B4-BE49-F238E27FC236}">
                  <a16:creationId xmlns:a16="http://schemas.microsoft.com/office/drawing/2014/main" id="{CC7668EC-FCFB-4326-128F-F8FD1863A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2118" y="1242"/>
              <a:ext cx="1" cy="2146"/>
            </a:xfrm>
            <a:custGeom>
              <a:avLst/>
              <a:gdLst>
                <a:gd name="T0" fmla="*/ 0 w 1"/>
                <a:gd name="T1" fmla="*/ 2146 h 2146"/>
                <a:gd name="T2" fmla="*/ 0 w 1"/>
                <a:gd name="T3" fmla="*/ 0 h 214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146">
                  <a:moveTo>
                    <a:pt x="0" y="2146"/>
                  </a:moveTo>
                  <a:lnTo>
                    <a:pt x="0" y="0"/>
                  </a:lnTo>
                </a:path>
              </a:pathLst>
            </a:custGeom>
            <a:noFill/>
            <a:ln w="12700" cap="flat" cmpd="sng">
              <a:solidFill>
                <a:srgbClr val="996633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1" name="Text Box 81">
              <a:extLst>
                <a:ext uri="{FF2B5EF4-FFF2-40B4-BE49-F238E27FC236}">
                  <a16:creationId xmlns:a16="http://schemas.microsoft.com/office/drawing/2014/main" id="{23CFEE07-2273-B338-C535-BF2A082DDD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3" y="1224"/>
              <a:ext cx="188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prstDash val="lgDashDot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900" b="0" i="0" u="none" strike="noStrike" kern="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●</a:t>
              </a:r>
            </a:p>
          </p:txBody>
        </p:sp>
        <p:sp>
          <p:nvSpPr>
            <p:cNvPr id="82" name="Text Box 82">
              <a:extLst>
                <a:ext uri="{FF2B5EF4-FFF2-40B4-BE49-F238E27FC236}">
                  <a16:creationId xmlns:a16="http://schemas.microsoft.com/office/drawing/2014/main" id="{CA864F48-59B4-C73B-3D0F-6225C5ED76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31" y="1221"/>
              <a:ext cx="188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prstDash val="lgDashDot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900" b="0" i="0" u="none" strike="noStrike" kern="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●</a:t>
              </a:r>
            </a:p>
          </p:txBody>
        </p:sp>
      </p:grpSp>
      <p:sp>
        <p:nvSpPr>
          <p:cNvPr id="83" name="Freeform 83">
            <a:extLst>
              <a:ext uri="{FF2B5EF4-FFF2-40B4-BE49-F238E27FC236}">
                <a16:creationId xmlns:a16="http://schemas.microsoft.com/office/drawing/2014/main" id="{8C942F5D-9CE6-780F-F62A-354A93BF5E5C}"/>
              </a:ext>
            </a:extLst>
          </p:cNvPr>
          <p:cNvSpPr>
            <a:spLocks/>
          </p:cNvSpPr>
          <p:nvPr/>
        </p:nvSpPr>
        <p:spPr bwMode="auto">
          <a:xfrm>
            <a:off x="6689804" y="2054225"/>
            <a:ext cx="390525" cy="1312862"/>
          </a:xfrm>
          <a:custGeom>
            <a:avLst/>
            <a:gdLst>
              <a:gd name="T0" fmla="*/ 2147483646 w 246"/>
              <a:gd name="T1" fmla="*/ 0 h 827"/>
              <a:gd name="T2" fmla="*/ 2147483646 w 246"/>
              <a:gd name="T3" fmla="*/ 2147483646 h 827"/>
              <a:gd name="T4" fmla="*/ 2147483646 w 246"/>
              <a:gd name="T5" fmla="*/ 2147483646 h 827"/>
              <a:gd name="T6" fmla="*/ 2147483646 w 246"/>
              <a:gd name="T7" fmla="*/ 2147483646 h 827"/>
              <a:gd name="T8" fmla="*/ 2147483646 w 246"/>
              <a:gd name="T9" fmla="*/ 2147483646 h 827"/>
              <a:gd name="T10" fmla="*/ 2147483646 w 246"/>
              <a:gd name="T11" fmla="*/ 2147483646 h 827"/>
              <a:gd name="T12" fmla="*/ 2147483646 w 246"/>
              <a:gd name="T13" fmla="*/ 2147483646 h 827"/>
              <a:gd name="T14" fmla="*/ 2147483646 w 246"/>
              <a:gd name="T15" fmla="*/ 2147483646 h 827"/>
              <a:gd name="T16" fmla="*/ 2147483646 w 246"/>
              <a:gd name="T17" fmla="*/ 2147483646 h 827"/>
              <a:gd name="T18" fmla="*/ 2147483646 w 246"/>
              <a:gd name="T19" fmla="*/ 2147483646 h 82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46" h="827">
                <a:moveTo>
                  <a:pt x="246" y="0"/>
                </a:moveTo>
                <a:cubicBezTo>
                  <a:pt x="231" y="13"/>
                  <a:pt x="187" y="50"/>
                  <a:pt x="156" y="78"/>
                </a:cubicBezTo>
                <a:cubicBezTo>
                  <a:pt x="125" y="106"/>
                  <a:pt x="85" y="131"/>
                  <a:pt x="62" y="168"/>
                </a:cubicBezTo>
                <a:cubicBezTo>
                  <a:pt x="39" y="205"/>
                  <a:pt x="29" y="258"/>
                  <a:pt x="19" y="299"/>
                </a:cubicBezTo>
                <a:cubicBezTo>
                  <a:pt x="9" y="340"/>
                  <a:pt x="2" y="381"/>
                  <a:pt x="1" y="417"/>
                </a:cubicBezTo>
                <a:cubicBezTo>
                  <a:pt x="0" y="453"/>
                  <a:pt x="10" y="485"/>
                  <a:pt x="15" y="515"/>
                </a:cubicBezTo>
                <a:cubicBezTo>
                  <a:pt x="20" y="545"/>
                  <a:pt x="20" y="574"/>
                  <a:pt x="29" y="600"/>
                </a:cubicBezTo>
                <a:cubicBezTo>
                  <a:pt x="38" y="626"/>
                  <a:pt x="52" y="645"/>
                  <a:pt x="71" y="671"/>
                </a:cubicBezTo>
                <a:cubicBezTo>
                  <a:pt x="90" y="697"/>
                  <a:pt x="113" y="729"/>
                  <a:pt x="142" y="755"/>
                </a:cubicBezTo>
                <a:cubicBezTo>
                  <a:pt x="171" y="781"/>
                  <a:pt x="224" y="812"/>
                  <a:pt x="246" y="827"/>
                </a:cubicBezTo>
              </a:path>
            </a:pathLst>
          </a:custGeom>
          <a:noFill/>
          <a:ln w="19050" cap="flat" cmpd="sng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4" name="Freeform 84">
            <a:extLst>
              <a:ext uri="{FF2B5EF4-FFF2-40B4-BE49-F238E27FC236}">
                <a16:creationId xmlns:a16="http://schemas.microsoft.com/office/drawing/2014/main" id="{8C1639A2-156F-AC4E-50F8-DD72E9004D84}"/>
              </a:ext>
            </a:extLst>
          </p:cNvPr>
          <p:cNvSpPr>
            <a:spLocks/>
          </p:cNvSpPr>
          <p:nvPr/>
        </p:nvSpPr>
        <p:spPr bwMode="auto">
          <a:xfrm>
            <a:off x="5329317" y="3278187"/>
            <a:ext cx="1743075" cy="400050"/>
          </a:xfrm>
          <a:custGeom>
            <a:avLst/>
            <a:gdLst>
              <a:gd name="T0" fmla="*/ 0 w 1098"/>
              <a:gd name="T1" fmla="*/ 2147483646 h 252"/>
              <a:gd name="T2" fmla="*/ 2147483646 w 1098"/>
              <a:gd name="T3" fmla="*/ 2147483646 h 252"/>
              <a:gd name="T4" fmla="*/ 2147483646 w 1098"/>
              <a:gd name="T5" fmla="*/ 2147483646 h 252"/>
              <a:gd name="T6" fmla="*/ 2147483646 w 1098"/>
              <a:gd name="T7" fmla="*/ 2147483646 h 252"/>
              <a:gd name="T8" fmla="*/ 2147483646 w 1098"/>
              <a:gd name="T9" fmla="*/ 2147483646 h 252"/>
              <a:gd name="T10" fmla="*/ 2147483646 w 1098"/>
              <a:gd name="T11" fmla="*/ 0 h 252"/>
              <a:gd name="T12" fmla="*/ 2147483646 w 1098"/>
              <a:gd name="T13" fmla="*/ 2147483646 h 252"/>
              <a:gd name="T14" fmla="*/ 2147483646 w 1098"/>
              <a:gd name="T15" fmla="*/ 2147483646 h 252"/>
              <a:gd name="T16" fmla="*/ 2147483646 w 1098"/>
              <a:gd name="T17" fmla="*/ 2147483646 h 252"/>
              <a:gd name="T18" fmla="*/ 2147483646 w 1098"/>
              <a:gd name="T19" fmla="*/ 2147483646 h 252"/>
              <a:gd name="T20" fmla="*/ 2147483646 w 1098"/>
              <a:gd name="T21" fmla="*/ 2147483646 h 252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connsiteX0" fmla="*/ 0 w 10000"/>
              <a:gd name="connsiteY0" fmla="*/ 10000 h 10000"/>
              <a:gd name="connsiteX1" fmla="*/ 765 w 10000"/>
              <a:gd name="connsiteY1" fmla="*/ 8095 h 10000"/>
              <a:gd name="connsiteX2" fmla="*/ 1639 w 10000"/>
              <a:gd name="connsiteY2" fmla="*/ 6190 h 10000"/>
              <a:gd name="connsiteX3" fmla="*/ 2671 w 10000"/>
              <a:gd name="connsiteY3" fmla="*/ 3572 h 10000"/>
              <a:gd name="connsiteX4" fmla="*/ 3607 w 10000"/>
              <a:gd name="connsiteY4" fmla="*/ 1429 h 10000"/>
              <a:gd name="connsiteX5" fmla="*/ 4973 w 10000"/>
              <a:gd name="connsiteY5" fmla="*/ 0 h 10000"/>
              <a:gd name="connsiteX6" fmla="*/ 6230 w 10000"/>
              <a:gd name="connsiteY6" fmla="*/ 1429 h 10000"/>
              <a:gd name="connsiteX7" fmla="*/ 7432 w 10000"/>
              <a:gd name="connsiteY7" fmla="*/ 4048 h 10000"/>
              <a:gd name="connsiteX8" fmla="*/ 8470 w 10000"/>
              <a:gd name="connsiteY8" fmla="*/ 6190 h 10000"/>
              <a:gd name="connsiteX9" fmla="*/ 9335 w 10000"/>
              <a:gd name="connsiteY9" fmla="*/ 8095 h 10000"/>
              <a:gd name="connsiteX10" fmla="*/ 10000 w 10000"/>
              <a:gd name="connsiteY10" fmla="*/ 9762 h 10000"/>
              <a:gd name="connsiteX0" fmla="*/ 0 w 10000"/>
              <a:gd name="connsiteY0" fmla="*/ 10000 h 10000"/>
              <a:gd name="connsiteX1" fmla="*/ 765 w 10000"/>
              <a:gd name="connsiteY1" fmla="*/ 8095 h 10000"/>
              <a:gd name="connsiteX2" fmla="*/ 1646 w 10000"/>
              <a:gd name="connsiteY2" fmla="*/ 5952 h 10000"/>
              <a:gd name="connsiteX3" fmla="*/ 2671 w 10000"/>
              <a:gd name="connsiteY3" fmla="*/ 3572 h 10000"/>
              <a:gd name="connsiteX4" fmla="*/ 3607 w 10000"/>
              <a:gd name="connsiteY4" fmla="*/ 1429 h 10000"/>
              <a:gd name="connsiteX5" fmla="*/ 4973 w 10000"/>
              <a:gd name="connsiteY5" fmla="*/ 0 h 10000"/>
              <a:gd name="connsiteX6" fmla="*/ 6230 w 10000"/>
              <a:gd name="connsiteY6" fmla="*/ 1429 h 10000"/>
              <a:gd name="connsiteX7" fmla="*/ 7432 w 10000"/>
              <a:gd name="connsiteY7" fmla="*/ 4048 h 10000"/>
              <a:gd name="connsiteX8" fmla="*/ 8470 w 10000"/>
              <a:gd name="connsiteY8" fmla="*/ 6190 h 10000"/>
              <a:gd name="connsiteX9" fmla="*/ 9335 w 10000"/>
              <a:gd name="connsiteY9" fmla="*/ 8095 h 10000"/>
              <a:gd name="connsiteX10" fmla="*/ 10000 w 10000"/>
              <a:gd name="connsiteY10" fmla="*/ 9762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000" h="10000">
                <a:moveTo>
                  <a:pt x="0" y="10000"/>
                </a:moveTo>
                <a:cubicBezTo>
                  <a:pt x="128" y="9722"/>
                  <a:pt x="491" y="8770"/>
                  <a:pt x="765" y="8095"/>
                </a:cubicBezTo>
                <a:cubicBezTo>
                  <a:pt x="1039" y="7420"/>
                  <a:pt x="1328" y="6706"/>
                  <a:pt x="1646" y="5952"/>
                </a:cubicBezTo>
                <a:cubicBezTo>
                  <a:pt x="1964" y="5198"/>
                  <a:pt x="2344" y="4326"/>
                  <a:pt x="2671" y="3572"/>
                </a:cubicBezTo>
                <a:cubicBezTo>
                  <a:pt x="2998" y="2818"/>
                  <a:pt x="3223" y="2024"/>
                  <a:pt x="3607" y="1429"/>
                </a:cubicBezTo>
                <a:cubicBezTo>
                  <a:pt x="3991" y="834"/>
                  <a:pt x="4536" y="0"/>
                  <a:pt x="4973" y="0"/>
                </a:cubicBezTo>
                <a:cubicBezTo>
                  <a:pt x="5410" y="0"/>
                  <a:pt x="5820" y="754"/>
                  <a:pt x="6230" y="1429"/>
                </a:cubicBezTo>
                <a:cubicBezTo>
                  <a:pt x="6639" y="2103"/>
                  <a:pt x="7058" y="3254"/>
                  <a:pt x="7432" y="4048"/>
                </a:cubicBezTo>
                <a:cubicBezTo>
                  <a:pt x="7805" y="4841"/>
                  <a:pt x="8151" y="5516"/>
                  <a:pt x="8470" y="6190"/>
                </a:cubicBezTo>
                <a:cubicBezTo>
                  <a:pt x="8789" y="6865"/>
                  <a:pt x="9080" y="7500"/>
                  <a:pt x="9335" y="8095"/>
                </a:cubicBezTo>
                <a:cubicBezTo>
                  <a:pt x="9590" y="8690"/>
                  <a:pt x="9863" y="9405"/>
                  <a:pt x="10000" y="9762"/>
                </a:cubicBezTo>
              </a:path>
            </a:pathLst>
          </a:cu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5" name="Text Box 85">
            <a:extLst>
              <a:ext uri="{FF2B5EF4-FFF2-40B4-BE49-F238E27FC236}">
                <a16:creationId xmlns:a16="http://schemas.microsoft.com/office/drawing/2014/main" id="{A8E01913-AC3D-9ABC-BEC3-5D975B3F9B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603" y="1844824"/>
            <a:ext cx="208262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外形交线</a:t>
            </a:r>
          </a:p>
        </p:txBody>
      </p:sp>
      <p:sp>
        <p:nvSpPr>
          <p:cNvPr id="86" name="Text Box 86">
            <a:extLst>
              <a:ext uri="{FF2B5EF4-FFF2-40B4-BE49-F238E27FC236}">
                <a16:creationId xmlns:a16="http://schemas.microsoft.com/office/drawing/2014/main" id="{CA78F6F3-EE30-B20A-33A4-127C9B493B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366" y="2406621"/>
            <a:ext cx="238719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两外表面相贯</a:t>
            </a:r>
          </a:p>
        </p:txBody>
      </p:sp>
      <p:sp>
        <p:nvSpPr>
          <p:cNvPr id="87" name="Text Box 87">
            <a:extLst>
              <a:ext uri="{FF2B5EF4-FFF2-40B4-BE49-F238E27FC236}">
                <a16:creationId xmlns:a16="http://schemas.microsoft.com/office/drawing/2014/main" id="{9AD3D7F3-2784-8D40-3D0A-23AFB0FC39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366" y="2866996"/>
            <a:ext cx="393409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一内表面和一外表面相贯</a:t>
            </a:r>
          </a:p>
        </p:txBody>
      </p:sp>
      <p:sp>
        <p:nvSpPr>
          <p:cNvPr id="88" name="Text Box 88">
            <a:extLst>
              <a:ext uri="{FF2B5EF4-FFF2-40B4-BE49-F238E27FC236}">
                <a16:creationId xmlns:a16="http://schemas.microsoft.com/office/drawing/2014/main" id="{9F73BCBA-1BE2-D53D-5419-202F92347A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603" y="3468042"/>
            <a:ext cx="208262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内形交线</a:t>
            </a:r>
          </a:p>
        </p:txBody>
      </p:sp>
      <p:sp>
        <p:nvSpPr>
          <p:cNvPr id="89" name="Text Box 89">
            <a:extLst>
              <a:ext uri="{FF2B5EF4-FFF2-40B4-BE49-F238E27FC236}">
                <a16:creationId xmlns:a16="http://schemas.microsoft.com/office/drawing/2014/main" id="{52A6C475-6090-33E5-B61F-087D63F74C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366" y="4046692"/>
            <a:ext cx="238719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两内表面相贯</a:t>
            </a:r>
          </a:p>
        </p:txBody>
      </p:sp>
      <p:sp>
        <p:nvSpPr>
          <p:cNvPr id="90" name="Line 90">
            <a:extLst>
              <a:ext uri="{FF2B5EF4-FFF2-40B4-BE49-F238E27FC236}">
                <a16:creationId xmlns:a16="http://schemas.microsoft.com/office/drawing/2014/main" id="{78394AD2-8C31-657E-968A-39BB37BBE9E3}"/>
              </a:ext>
            </a:extLst>
          </p:cNvPr>
          <p:cNvSpPr>
            <a:spLocks noChangeShapeType="1"/>
          </p:cNvSpPr>
          <p:nvPr/>
        </p:nvSpPr>
        <p:spPr bwMode="auto">
          <a:xfrm>
            <a:off x="5357892" y="1319212"/>
            <a:ext cx="0" cy="730250"/>
          </a:xfrm>
          <a:prstGeom prst="line">
            <a:avLst/>
          </a:prstGeom>
          <a:noFill/>
          <a:ln w="19050">
            <a:solidFill>
              <a:srgbClr val="FF9900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1" name="Line 91">
            <a:extLst>
              <a:ext uri="{FF2B5EF4-FFF2-40B4-BE49-F238E27FC236}">
                <a16:creationId xmlns:a16="http://schemas.microsoft.com/office/drawing/2014/main" id="{EDA8739B-A0FF-DB45-56A7-366777A3AF86}"/>
              </a:ext>
            </a:extLst>
          </p:cNvPr>
          <p:cNvSpPr>
            <a:spLocks noChangeShapeType="1"/>
          </p:cNvSpPr>
          <p:nvPr/>
        </p:nvSpPr>
        <p:spPr bwMode="auto">
          <a:xfrm>
            <a:off x="7061279" y="1327150"/>
            <a:ext cx="0" cy="741362"/>
          </a:xfrm>
          <a:prstGeom prst="line">
            <a:avLst/>
          </a:prstGeom>
          <a:noFill/>
          <a:ln w="19050">
            <a:solidFill>
              <a:srgbClr val="FF9900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92" name="Group 92">
            <a:extLst>
              <a:ext uri="{FF2B5EF4-FFF2-40B4-BE49-F238E27FC236}">
                <a16:creationId xmlns:a16="http://schemas.microsoft.com/office/drawing/2014/main" id="{BC14E62C-A4A3-C396-D1D0-289CBB928867}"/>
              </a:ext>
            </a:extLst>
          </p:cNvPr>
          <p:cNvGrpSpPr>
            <a:grpSpLocks/>
          </p:cNvGrpSpPr>
          <p:nvPr/>
        </p:nvGrpSpPr>
        <p:grpSpPr bwMode="auto">
          <a:xfrm>
            <a:off x="8010438" y="4252202"/>
            <a:ext cx="1940937" cy="1767320"/>
            <a:chOff x="4379" y="523"/>
            <a:chExt cx="981" cy="987"/>
          </a:xfrm>
        </p:grpSpPr>
        <p:sp>
          <p:nvSpPr>
            <p:cNvPr id="93" name="Freeform 93">
              <a:extLst>
                <a:ext uri="{FF2B5EF4-FFF2-40B4-BE49-F238E27FC236}">
                  <a16:creationId xmlns:a16="http://schemas.microsoft.com/office/drawing/2014/main" id="{22916FAA-BF09-8F52-DC49-D4A80590699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9" y="595"/>
              <a:ext cx="911" cy="880"/>
            </a:xfrm>
            <a:custGeom>
              <a:avLst/>
              <a:gdLst>
                <a:gd name="T0" fmla="*/ 0 w 911"/>
                <a:gd name="T1" fmla="*/ 332 h 880"/>
                <a:gd name="T2" fmla="*/ 125 w 911"/>
                <a:gd name="T3" fmla="*/ 259 h 880"/>
                <a:gd name="T4" fmla="*/ 609 w 911"/>
                <a:gd name="T5" fmla="*/ 430 h 880"/>
                <a:gd name="T6" fmla="*/ 689 w 911"/>
                <a:gd name="T7" fmla="*/ 238 h 880"/>
                <a:gd name="T8" fmla="*/ 636 w 911"/>
                <a:gd name="T9" fmla="*/ 0 h 880"/>
                <a:gd name="T10" fmla="*/ 681 w 911"/>
                <a:gd name="T11" fmla="*/ 16 h 880"/>
                <a:gd name="T12" fmla="*/ 716 w 911"/>
                <a:gd name="T13" fmla="*/ 32 h 880"/>
                <a:gd name="T14" fmla="*/ 748 w 911"/>
                <a:gd name="T15" fmla="*/ 54 h 880"/>
                <a:gd name="T16" fmla="*/ 780 w 911"/>
                <a:gd name="T17" fmla="*/ 80 h 880"/>
                <a:gd name="T18" fmla="*/ 807 w 911"/>
                <a:gd name="T19" fmla="*/ 107 h 880"/>
                <a:gd name="T20" fmla="*/ 836 w 911"/>
                <a:gd name="T21" fmla="*/ 147 h 880"/>
                <a:gd name="T22" fmla="*/ 857 w 911"/>
                <a:gd name="T23" fmla="*/ 179 h 880"/>
                <a:gd name="T24" fmla="*/ 877 w 911"/>
                <a:gd name="T25" fmla="*/ 218 h 880"/>
                <a:gd name="T26" fmla="*/ 893 w 911"/>
                <a:gd name="T27" fmla="*/ 261 h 880"/>
                <a:gd name="T28" fmla="*/ 903 w 911"/>
                <a:gd name="T29" fmla="*/ 300 h 880"/>
                <a:gd name="T30" fmla="*/ 911 w 911"/>
                <a:gd name="T31" fmla="*/ 353 h 880"/>
                <a:gd name="T32" fmla="*/ 908 w 911"/>
                <a:gd name="T33" fmla="*/ 401 h 880"/>
                <a:gd name="T34" fmla="*/ 902 w 911"/>
                <a:gd name="T35" fmla="*/ 462 h 880"/>
                <a:gd name="T36" fmla="*/ 880 w 911"/>
                <a:gd name="T37" fmla="*/ 518 h 880"/>
                <a:gd name="T38" fmla="*/ 830 w 911"/>
                <a:gd name="T39" fmla="*/ 562 h 880"/>
                <a:gd name="T40" fmla="*/ 663 w 911"/>
                <a:gd name="T41" fmla="*/ 665 h 880"/>
                <a:gd name="T42" fmla="*/ 591 w 911"/>
                <a:gd name="T43" fmla="*/ 665 h 880"/>
                <a:gd name="T44" fmla="*/ 543 w 911"/>
                <a:gd name="T45" fmla="*/ 695 h 880"/>
                <a:gd name="T46" fmla="*/ 507 w 911"/>
                <a:gd name="T47" fmla="*/ 743 h 880"/>
                <a:gd name="T48" fmla="*/ 290 w 911"/>
                <a:gd name="T49" fmla="*/ 880 h 880"/>
                <a:gd name="T50" fmla="*/ 241 w 911"/>
                <a:gd name="T51" fmla="*/ 433 h 880"/>
                <a:gd name="T52" fmla="*/ 0 w 911"/>
                <a:gd name="T53" fmla="*/ 332 h 880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911" h="880">
                  <a:moveTo>
                    <a:pt x="0" y="332"/>
                  </a:moveTo>
                  <a:lnTo>
                    <a:pt x="125" y="259"/>
                  </a:lnTo>
                  <a:lnTo>
                    <a:pt x="609" y="430"/>
                  </a:lnTo>
                  <a:lnTo>
                    <a:pt x="689" y="238"/>
                  </a:lnTo>
                  <a:lnTo>
                    <a:pt x="636" y="0"/>
                  </a:lnTo>
                  <a:lnTo>
                    <a:pt x="681" y="16"/>
                  </a:lnTo>
                  <a:lnTo>
                    <a:pt x="716" y="32"/>
                  </a:lnTo>
                  <a:lnTo>
                    <a:pt x="748" y="54"/>
                  </a:lnTo>
                  <a:lnTo>
                    <a:pt x="780" y="80"/>
                  </a:lnTo>
                  <a:lnTo>
                    <a:pt x="807" y="107"/>
                  </a:lnTo>
                  <a:lnTo>
                    <a:pt x="836" y="147"/>
                  </a:lnTo>
                  <a:lnTo>
                    <a:pt x="857" y="179"/>
                  </a:lnTo>
                  <a:lnTo>
                    <a:pt x="877" y="218"/>
                  </a:lnTo>
                  <a:lnTo>
                    <a:pt x="893" y="261"/>
                  </a:lnTo>
                  <a:lnTo>
                    <a:pt x="903" y="300"/>
                  </a:lnTo>
                  <a:lnTo>
                    <a:pt x="911" y="353"/>
                  </a:lnTo>
                  <a:lnTo>
                    <a:pt x="908" y="401"/>
                  </a:lnTo>
                  <a:lnTo>
                    <a:pt x="902" y="462"/>
                  </a:lnTo>
                  <a:lnTo>
                    <a:pt x="880" y="518"/>
                  </a:lnTo>
                  <a:lnTo>
                    <a:pt x="830" y="562"/>
                  </a:lnTo>
                  <a:lnTo>
                    <a:pt x="663" y="665"/>
                  </a:lnTo>
                  <a:lnTo>
                    <a:pt x="591" y="665"/>
                  </a:lnTo>
                  <a:lnTo>
                    <a:pt x="543" y="695"/>
                  </a:lnTo>
                  <a:lnTo>
                    <a:pt x="507" y="743"/>
                  </a:lnTo>
                  <a:lnTo>
                    <a:pt x="290" y="880"/>
                  </a:lnTo>
                  <a:lnTo>
                    <a:pt x="241" y="433"/>
                  </a:lnTo>
                  <a:lnTo>
                    <a:pt x="0" y="332"/>
                  </a:lnTo>
                  <a:close/>
                </a:path>
              </a:pathLst>
            </a:custGeom>
            <a:gradFill rotWithShape="0">
              <a:gsLst>
                <a:gs pos="0">
                  <a:srgbClr val="184718"/>
                </a:gs>
                <a:gs pos="50000">
                  <a:srgbClr val="339933"/>
                </a:gs>
                <a:gs pos="100000">
                  <a:srgbClr val="184718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4" name="Freeform 94">
              <a:extLst>
                <a:ext uri="{FF2B5EF4-FFF2-40B4-BE49-F238E27FC236}">
                  <a16:creationId xmlns:a16="http://schemas.microsoft.com/office/drawing/2014/main" id="{84124AFC-A9B0-9C9B-15FC-2ACDDD94A015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9" y="694"/>
              <a:ext cx="594" cy="451"/>
            </a:xfrm>
            <a:custGeom>
              <a:avLst/>
              <a:gdLst>
                <a:gd name="T0" fmla="*/ 0 w 2664"/>
                <a:gd name="T1" fmla="*/ 0 h 2028"/>
                <a:gd name="T2" fmla="*/ 0 w 2664"/>
                <a:gd name="T3" fmla="*/ 0 h 2028"/>
                <a:gd name="T4" fmla="*/ 0 w 2664"/>
                <a:gd name="T5" fmla="*/ 0 h 2028"/>
                <a:gd name="T6" fmla="*/ 0 w 2664"/>
                <a:gd name="T7" fmla="*/ 0 h 2028"/>
                <a:gd name="T8" fmla="*/ 0 w 2664"/>
                <a:gd name="T9" fmla="*/ 0 h 2028"/>
                <a:gd name="T10" fmla="*/ 0 w 2664"/>
                <a:gd name="T11" fmla="*/ 0 h 2028"/>
                <a:gd name="T12" fmla="*/ 0 w 2664"/>
                <a:gd name="T13" fmla="*/ 0 h 2028"/>
                <a:gd name="T14" fmla="*/ 0 w 2664"/>
                <a:gd name="T15" fmla="*/ 0 h 2028"/>
                <a:gd name="T16" fmla="*/ 0 w 2664"/>
                <a:gd name="T17" fmla="*/ 0 h 2028"/>
                <a:gd name="T18" fmla="*/ 0 w 2664"/>
                <a:gd name="T19" fmla="*/ 0 h 2028"/>
                <a:gd name="T20" fmla="*/ 0 w 2664"/>
                <a:gd name="T21" fmla="*/ 0 h 2028"/>
                <a:gd name="T22" fmla="*/ 0 w 2664"/>
                <a:gd name="T23" fmla="*/ 0 h 2028"/>
                <a:gd name="T24" fmla="*/ 0 w 2664"/>
                <a:gd name="T25" fmla="*/ 0 h 2028"/>
                <a:gd name="T26" fmla="*/ 0 w 2664"/>
                <a:gd name="T27" fmla="*/ 0 h 2028"/>
                <a:gd name="T28" fmla="*/ 0 w 2664"/>
                <a:gd name="T29" fmla="*/ 0 h 2028"/>
                <a:gd name="T30" fmla="*/ 0 w 2664"/>
                <a:gd name="T31" fmla="*/ 0 h 2028"/>
                <a:gd name="T32" fmla="*/ 0 w 2664"/>
                <a:gd name="T33" fmla="*/ 0 h 2028"/>
                <a:gd name="T34" fmla="*/ 0 w 2664"/>
                <a:gd name="T35" fmla="*/ 0 h 2028"/>
                <a:gd name="T36" fmla="*/ 0 w 2664"/>
                <a:gd name="T37" fmla="*/ 0 h 2028"/>
                <a:gd name="T38" fmla="*/ 0 w 2664"/>
                <a:gd name="T39" fmla="*/ 0 h 2028"/>
                <a:gd name="T40" fmla="*/ 0 w 2664"/>
                <a:gd name="T41" fmla="*/ 0 h 2028"/>
                <a:gd name="T42" fmla="*/ 0 w 2664"/>
                <a:gd name="T43" fmla="*/ 0 h 2028"/>
                <a:gd name="T44" fmla="*/ 0 w 2664"/>
                <a:gd name="T45" fmla="*/ 0 h 2028"/>
                <a:gd name="T46" fmla="*/ 0 w 2664"/>
                <a:gd name="T47" fmla="*/ 0 h 2028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2664" h="2028">
                  <a:moveTo>
                    <a:pt x="0" y="0"/>
                  </a:moveTo>
                  <a:lnTo>
                    <a:pt x="0" y="756"/>
                  </a:lnTo>
                  <a:lnTo>
                    <a:pt x="204" y="864"/>
                  </a:lnTo>
                  <a:lnTo>
                    <a:pt x="420" y="960"/>
                  </a:lnTo>
                  <a:lnTo>
                    <a:pt x="648" y="1056"/>
                  </a:lnTo>
                  <a:lnTo>
                    <a:pt x="948" y="1176"/>
                  </a:lnTo>
                  <a:lnTo>
                    <a:pt x="1248" y="1284"/>
                  </a:lnTo>
                  <a:lnTo>
                    <a:pt x="1440" y="1368"/>
                  </a:lnTo>
                  <a:lnTo>
                    <a:pt x="1620" y="1452"/>
                  </a:lnTo>
                  <a:lnTo>
                    <a:pt x="1908" y="1608"/>
                  </a:lnTo>
                  <a:lnTo>
                    <a:pt x="2064" y="1740"/>
                  </a:lnTo>
                  <a:lnTo>
                    <a:pt x="2184" y="1848"/>
                  </a:lnTo>
                  <a:lnTo>
                    <a:pt x="2268" y="1956"/>
                  </a:lnTo>
                  <a:lnTo>
                    <a:pt x="2340" y="2028"/>
                  </a:lnTo>
                  <a:lnTo>
                    <a:pt x="2400" y="1800"/>
                  </a:lnTo>
                  <a:lnTo>
                    <a:pt x="2460" y="1584"/>
                  </a:lnTo>
                  <a:lnTo>
                    <a:pt x="2520" y="1380"/>
                  </a:lnTo>
                  <a:lnTo>
                    <a:pt x="2568" y="1188"/>
                  </a:lnTo>
                  <a:lnTo>
                    <a:pt x="2616" y="936"/>
                  </a:lnTo>
                  <a:lnTo>
                    <a:pt x="2628" y="768"/>
                  </a:lnTo>
                  <a:lnTo>
                    <a:pt x="2652" y="564"/>
                  </a:lnTo>
                  <a:lnTo>
                    <a:pt x="2664" y="468"/>
                  </a:lnTo>
                  <a:lnTo>
                    <a:pt x="2664" y="12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5E0000"/>
                </a:gs>
                <a:gs pos="50000">
                  <a:srgbClr val="CC0000"/>
                </a:gs>
                <a:gs pos="100000">
                  <a:srgbClr val="5E000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5" name="Oval 95">
              <a:extLst>
                <a:ext uri="{FF2B5EF4-FFF2-40B4-BE49-F238E27FC236}">
                  <a16:creationId xmlns:a16="http://schemas.microsoft.com/office/drawing/2014/main" id="{B6EC5D4C-7DD0-FDB0-6D80-228570F0FB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9" y="523"/>
              <a:ext cx="594" cy="374"/>
            </a:xfrm>
            <a:prstGeom prst="ellipse">
              <a:avLst/>
            </a:prstGeom>
            <a:solidFill>
              <a:srgbClr val="FF00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6" name="Oval 96">
              <a:extLst>
                <a:ext uri="{FF2B5EF4-FFF2-40B4-BE49-F238E27FC236}">
                  <a16:creationId xmlns:a16="http://schemas.microsoft.com/office/drawing/2014/main" id="{6510D59D-6B79-9035-3FB1-A008E2DC6B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3" y="574"/>
              <a:ext cx="414" cy="262"/>
            </a:xfrm>
            <a:prstGeom prst="ellipse">
              <a:avLst/>
            </a:prstGeom>
            <a:gradFill rotWithShape="0">
              <a:gsLst>
                <a:gs pos="0">
                  <a:srgbClr val="69542A"/>
                </a:gs>
                <a:gs pos="50000">
                  <a:srgbClr val="FFCC66"/>
                </a:gs>
                <a:gs pos="100000">
                  <a:srgbClr val="69542A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7" name="Oval 97">
              <a:extLst>
                <a:ext uri="{FF2B5EF4-FFF2-40B4-BE49-F238E27FC236}">
                  <a16:creationId xmlns:a16="http://schemas.microsoft.com/office/drawing/2014/main" id="{08055E95-5D22-E453-6FE3-5D385AA2256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1458305">
              <a:off x="4379" y="893"/>
              <a:ext cx="423" cy="617"/>
            </a:xfrm>
            <a:prstGeom prst="ellipse">
              <a:avLst/>
            </a:prstGeom>
            <a:solidFill>
              <a:srgbClr val="00CC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8" name="Oval 98">
              <a:extLst>
                <a:ext uri="{FF2B5EF4-FFF2-40B4-BE49-F238E27FC236}">
                  <a16:creationId xmlns:a16="http://schemas.microsoft.com/office/drawing/2014/main" id="{E26A43A7-F814-FEC3-381B-C38FA0E5BDD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1603964">
              <a:off x="4482" y="1028"/>
              <a:ext cx="218" cy="337"/>
            </a:xfrm>
            <a:prstGeom prst="ellipse">
              <a:avLst/>
            </a:prstGeom>
            <a:gradFill rotWithShape="0">
              <a:gsLst>
                <a:gs pos="0">
                  <a:srgbClr val="3333CC"/>
                </a:gs>
                <a:gs pos="50000">
                  <a:srgbClr val="33CCFF"/>
                </a:gs>
                <a:gs pos="100000">
                  <a:srgbClr val="3333CC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</a:endParaRPr>
            </a:p>
          </p:txBody>
        </p:sp>
      </p:grpSp>
      <p:grpSp>
        <p:nvGrpSpPr>
          <p:cNvPr id="99" name="Group 99">
            <a:extLst>
              <a:ext uri="{FF2B5EF4-FFF2-40B4-BE49-F238E27FC236}">
                <a16:creationId xmlns:a16="http://schemas.microsoft.com/office/drawing/2014/main" id="{BBE084E9-0A15-50CD-E841-06BCF31627D6}"/>
              </a:ext>
            </a:extLst>
          </p:cNvPr>
          <p:cNvGrpSpPr>
            <a:grpSpLocks/>
          </p:cNvGrpSpPr>
          <p:nvPr/>
        </p:nvGrpSpPr>
        <p:grpSpPr bwMode="auto">
          <a:xfrm>
            <a:off x="10128448" y="4354512"/>
            <a:ext cx="1868488" cy="1697038"/>
            <a:chOff x="2917" y="340"/>
            <a:chExt cx="1177" cy="1069"/>
          </a:xfrm>
        </p:grpSpPr>
        <p:sp>
          <p:nvSpPr>
            <p:cNvPr id="100" name="Freeform 100">
              <a:extLst>
                <a:ext uri="{FF2B5EF4-FFF2-40B4-BE49-F238E27FC236}">
                  <a16:creationId xmlns:a16="http://schemas.microsoft.com/office/drawing/2014/main" id="{C349B5E0-4093-2642-E295-93F58182EEF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4" y="725"/>
              <a:ext cx="293" cy="154"/>
            </a:xfrm>
            <a:custGeom>
              <a:avLst/>
              <a:gdLst>
                <a:gd name="T0" fmla="*/ 0 w 630"/>
                <a:gd name="T1" fmla="*/ 0 h 330"/>
                <a:gd name="T2" fmla="*/ 0 w 630"/>
                <a:gd name="T3" fmla="*/ 0 h 330"/>
                <a:gd name="T4" fmla="*/ 0 w 630"/>
                <a:gd name="T5" fmla="*/ 0 h 330"/>
                <a:gd name="T6" fmla="*/ 0 w 630"/>
                <a:gd name="T7" fmla="*/ 0 h 330"/>
                <a:gd name="T8" fmla="*/ 0 w 630"/>
                <a:gd name="T9" fmla="*/ 0 h 3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30" h="330">
                  <a:moveTo>
                    <a:pt x="0" y="276"/>
                  </a:moveTo>
                  <a:lnTo>
                    <a:pt x="450" y="0"/>
                  </a:lnTo>
                  <a:lnTo>
                    <a:pt x="630" y="132"/>
                  </a:lnTo>
                  <a:lnTo>
                    <a:pt x="330" y="330"/>
                  </a:lnTo>
                  <a:lnTo>
                    <a:pt x="0" y="276"/>
                  </a:lnTo>
                  <a:close/>
                </a:path>
              </a:pathLst>
            </a:custGeom>
            <a:gradFill rotWithShape="0">
              <a:gsLst>
                <a:gs pos="0">
                  <a:srgbClr val="005E00"/>
                </a:gs>
                <a:gs pos="100000">
                  <a:srgbClr val="009900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1" name="Freeform 101">
              <a:extLst>
                <a:ext uri="{FF2B5EF4-FFF2-40B4-BE49-F238E27FC236}">
                  <a16:creationId xmlns:a16="http://schemas.microsoft.com/office/drawing/2014/main" id="{5271FC51-B72E-E1BE-64B7-4756FEAC6C8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5" y="530"/>
              <a:ext cx="98" cy="257"/>
            </a:xfrm>
            <a:custGeom>
              <a:avLst/>
              <a:gdLst>
                <a:gd name="T0" fmla="*/ 0 w 210"/>
                <a:gd name="T1" fmla="*/ 0 h 552"/>
                <a:gd name="T2" fmla="*/ 0 w 210"/>
                <a:gd name="T3" fmla="*/ 0 h 552"/>
                <a:gd name="T4" fmla="*/ 0 w 210"/>
                <a:gd name="T5" fmla="*/ 0 h 552"/>
                <a:gd name="T6" fmla="*/ 0 w 210"/>
                <a:gd name="T7" fmla="*/ 0 h 552"/>
                <a:gd name="T8" fmla="*/ 0 w 210"/>
                <a:gd name="T9" fmla="*/ 0 h 552"/>
                <a:gd name="T10" fmla="*/ 0 w 210"/>
                <a:gd name="T11" fmla="*/ 0 h 552"/>
                <a:gd name="T12" fmla="*/ 0 w 210"/>
                <a:gd name="T13" fmla="*/ 0 h 5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0" h="552">
                  <a:moveTo>
                    <a:pt x="0" y="0"/>
                  </a:moveTo>
                  <a:lnTo>
                    <a:pt x="0" y="444"/>
                  </a:lnTo>
                  <a:lnTo>
                    <a:pt x="42" y="492"/>
                  </a:lnTo>
                  <a:lnTo>
                    <a:pt x="114" y="534"/>
                  </a:lnTo>
                  <a:lnTo>
                    <a:pt x="182" y="552"/>
                  </a:lnTo>
                  <a:lnTo>
                    <a:pt x="210" y="276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901D00"/>
                </a:gs>
                <a:gs pos="100000">
                  <a:srgbClr val="FF330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2" name="Freeform 102">
              <a:extLst>
                <a:ext uri="{FF2B5EF4-FFF2-40B4-BE49-F238E27FC236}">
                  <a16:creationId xmlns:a16="http://schemas.microsoft.com/office/drawing/2014/main" id="{FF2689C7-BCDD-F249-C59D-C81557521594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1" y="413"/>
              <a:ext cx="423" cy="786"/>
            </a:xfrm>
            <a:custGeom>
              <a:avLst/>
              <a:gdLst>
                <a:gd name="T0" fmla="*/ 1 w 591"/>
                <a:gd name="T1" fmla="*/ 0 h 1100"/>
                <a:gd name="T2" fmla="*/ 1 w 591"/>
                <a:gd name="T3" fmla="*/ 1 h 1100"/>
                <a:gd name="T4" fmla="*/ 1 w 591"/>
                <a:gd name="T5" fmla="*/ 1 h 1100"/>
                <a:gd name="T6" fmla="*/ 1 w 591"/>
                <a:gd name="T7" fmla="*/ 1 h 1100"/>
                <a:gd name="T8" fmla="*/ 1 w 591"/>
                <a:gd name="T9" fmla="*/ 1 h 1100"/>
                <a:gd name="T10" fmla="*/ 1 w 591"/>
                <a:gd name="T11" fmla="*/ 1 h 1100"/>
                <a:gd name="T12" fmla="*/ 1 w 591"/>
                <a:gd name="T13" fmla="*/ 1 h 1100"/>
                <a:gd name="T14" fmla="*/ 1 w 591"/>
                <a:gd name="T15" fmla="*/ 1 h 1100"/>
                <a:gd name="T16" fmla="*/ 1 w 591"/>
                <a:gd name="T17" fmla="*/ 1 h 1100"/>
                <a:gd name="T18" fmla="*/ 1 w 591"/>
                <a:gd name="T19" fmla="*/ 1 h 1100"/>
                <a:gd name="T20" fmla="*/ 1 w 591"/>
                <a:gd name="T21" fmla="*/ 1 h 1100"/>
                <a:gd name="T22" fmla="*/ 1 w 591"/>
                <a:gd name="T23" fmla="*/ 1 h 1100"/>
                <a:gd name="T24" fmla="*/ 1 w 591"/>
                <a:gd name="T25" fmla="*/ 1 h 1100"/>
                <a:gd name="T26" fmla="*/ 1 w 591"/>
                <a:gd name="T27" fmla="*/ 1 h 1100"/>
                <a:gd name="T28" fmla="*/ 0 w 591"/>
                <a:gd name="T29" fmla="*/ 1 h 1100"/>
                <a:gd name="T30" fmla="*/ 1 w 591"/>
                <a:gd name="T31" fmla="*/ 1 h 1100"/>
                <a:gd name="T32" fmla="*/ 1 w 591"/>
                <a:gd name="T33" fmla="*/ 1 h 1100"/>
                <a:gd name="T34" fmla="*/ 1 w 591"/>
                <a:gd name="T35" fmla="*/ 1 h 1100"/>
                <a:gd name="T36" fmla="*/ 1 w 591"/>
                <a:gd name="T37" fmla="*/ 1 h 1100"/>
                <a:gd name="T38" fmla="*/ 1 w 591"/>
                <a:gd name="T39" fmla="*/ 1 h 1100"/>
                <a:gd name="T40" fmla="*/ 1 w 591"/>
                <a:gd name="T41" fmla="*/ 0 h 110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591" h="1100">
                  <a:moveTo>
                    <a:pt x="92" y="0"/>
                  </a:moveTo>
                  <a:lnTo>
                    <a:pt x="156" y="8"/>
                  </a:lnTo>
                  <a:lnTo>
                    <a:pt x="216" y="24"/>
                  </a:lnTo>
                  <a:lnTo>
                    <a:pt x="292" y="60"/>
                  </a:lnTo>
                  <a:lnTo>
                    <a:pt x="372" y="119"/>
                  </a:lnTo>
                  <a:lnTo>
                    <a:pt x="450" y="202"/>
                  </a:lnTo>
                  <a:lnTo>
                    <a:pt x="508" y="288"/>
                  </a:lnTo>
                  <a:lnTo>
                    <a:pt x="552" y="389"/>
                  </a:lnTo>
                  <a:lnTo>
                    <a:pt x="575" y="463"/>
                  </a:lnTo>
                  <a:lnTo>
                    <a:pt x="591" y="569"/>
                  </a:lnTo>
                  <a:lnTo>
                    <a:pt x="587" y="655"/>
                  </a:lnTo>
                  <a:lnTo>
                    <a:pt x="564" y="736"/>
                  </a:lnTo>
                  <a:lnTo>
                    <a:pt x="516" y="796"/>
                  </a:lnTo>
                  <a:lnTo>
                    <a:pt x="456" y="836"/>
                  </a:lnTo>
                  <a:lnTo>
                    <a:pt x="0" y="1100"/>
                  </a:lnTo>
                  <a:lnTo>
                    <a:pt x="68" y="1012"/>
                  </a:lnTo>
                  <a:lnTo>
                    <a:pt x="92" y="920"/>
                  </a:lnTo>
                  <a:lnTo>
                    <a:pt x="115" y="608"/>
                  </a:lnTo>
                  <a:lnTo>
                    <a:pt x="145" y="523"/>
                  </a:lnTo>
                  <a:lnTo>
                    <a:pt x="155" y="446"/>
                  </a:lnTo>
                  <a:lnTo>
                    <a:pt x="92" y="0"/>
                  </a:lnTo>
                  <a:close/>
                </a:path>
              </a:pathLst>
            </a:custGeom>
            <a:gradFill rotWithShape="0">
              <a:gsLst>
                <a:gs pos="0">
                  <a:srgbClr val="004700"/>
                </a:gs>
                <a:gs pos="50000">
                  <a:srgbClr val="009900"/>
                </a:gs>
                <a:gs pos="100000">
                  <a:srgbClr val="004700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3" name="Freeform 103">
              <a:extLst>
                <a:ext uri="{FF2B5EF4-FFF2-40B4-BE49-F238E27FC236}">
                  <a16:creationId xmlns:a16="http://schemas.microsoft.com/office/drawing/2014/main" id="{24BE7442-8D7A-91A2-CF1C-72F19E9A6E8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4" y="541"/>
              <a:ext cx="152" cy="569"/>
            </a:xfrm>
            <a:custGeom>
              <a:avLst/>
              <a:gdLst>
                <a:gd name="T0" fmla="*/ 0 w 212"/>
                <a:gd name="T1" fmla="*/ 1 h 797"/>
                <a:gd name="T2" fmla="*/ 1 w 212"/>
                <a:gd name="T3" fmla="*/ 1 h 797"/>
                <a:gd name="T4" fmla="*/ 1 w 212"/>
                <a:gd name="T5" fmla="*/ 1 h 797"/>
                <a:gd name="T6" fmla="*/ 1 w 212"/>
                <a:gd name="T7" fmla="*/ 1 h 797"/>
                <a:gd name="T8" fmla="*/ 1 w 212"/>
                <a:gd name="T9" fmla="*/ 1 h 797"/>
                <a:gd name="T10" fmla="*/ 1 w 212"/>
                <a:gd name="T11" fmla="*/ 1 h 797"/>
                <a:gd name="T12" fmla="*/ 1 w 212"/>
                <a:gd name="T13" fmla="*/ 1 h 797"/>
                <a:gd name="T14" fmla="*/ 1 w 212"/>
                <a:gd name="T15" fmla="*/ 1 h 797"/>
                <a:gd name="T16" fmla="*/ 1 w 212"/>
                <a:gd name="T17" fmla="*/ 1 h 797"/>
                <a:gd name="T18" fmla="*/ 1 w 212"/>
                <a:gd name="T19" fmla="*/ 0 h 797"/>
                <a:gd name="T20" fmla="*/ 0 w 212"/>
                <a:gd name="T21" fmla="*/ 1 h 79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12" h="797">
                  <a:moveTo>
                    <a:pt x="0" y="231"/>
                  </a:moveTo>
                  <a:lnTo>
                    <a:pt x="20" y="377"/>
                  </a:lnTo>
                  <a:lnTo>
                    <a:pt x="20" y="797"/>
                  </a:lnTo>
                  <a:lnTo>
                    <a:pt x="106" y="711"/>
                  </a:lnTo>
                  <a:lnTo>
                    <a:pt x="160" y="513"/>
                  </a:lnTo>
                  <a:lnTo>
                    <a:pt x="142" y="597"/>
                  </a:lnTo>
                  <a:lnTo>
                    <a:pt x="176" y="453"/>
                  </a:lnTo>
                  <a:lnTo>
                    <a:pt x="196" y="377"/>
                  </a:lnTo>
                  <a:lnTo>
                    <a:pt x="212" y="281"/>
                  </a:lnTo>
                  <a:lnTo>
                    <a:pt x="211" y="0"/>
                  </a:lnTo>
                  <a:lnTo>
                    <a:pt x="0" y="231"/>
                  </a:lnTo>
                  <a:close/>
                </a:path>
              </a:pathLst>
            </a:custGeom>
            <a:gradFill rotWithShape="0">
              <a:gsLst>
                <a:gs pos="0">
                  <a:srgbClr val="FF3300"/>
                </a:gs>
                <a:gs pos="100000">
                  <a:srgbClr val="76180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4" name="Oval 104">
              <a:extLst>
                <a:ext uri="{FF2B5EF4-FFF2-40B4-BE49-F238E27FC236}">
                  <a16:creationId xmlns:a16="http://schemas.microsoft.com/office/drawing/2014/main" id="{47AE597A-2634-F132-94C6-11A99A0229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85" y="340"/>
              <a:ext cx="639" cy="407"/>
            </a:xfrm>
            <a:prstGeom prst="ellipse">
              <a:avLst/>
            </a:prstGeom>
            <a:solidFill>
              <a:srgbClr val="FF00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5" name="Freeform 105">
              <a:extLst>
                <a:ext uri="{FF2B5EF4-FFF2-40B4-BE49-F238E27FC236}">
                  <a16:creationId xmlns:a16="http://schemas.microsoft.com/office/drawing/2014/main" id="{F2D24845-08F2-3A30-5489-EB433F7ADC1D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7" y="388"/>
              <a:ext cx="477" cy="929"/>
            </a:xfrm>
            <a:custGeom>
              <a:avLst/>
              <a:gdLst>
                <a:gd name="T0" fmla="*/ 56 w 477"/>
                <a:gd name="T1" fmla="*/ 264 h 929"/>
                <a:gd name="T2" fmla="*/ 36 w 477"/>
                <a:gd name="T3" fmla="*/ 242 h 929"/>
                <a:gd name="T4" fmla="*/ 11 w 477"/>
                <a:gd name="T5" fmla="*/ 212 h 929"/>
                <a:gd name="T6" fmla="*/ 0 w 477"/>
                <a:gd name="T7" fmla="*/ 181 h 929"/>
                <a:gd name="T8" fmla="*/ 0 w 477"/>
                <a:gd name="T9" fmla="*/ 142 h 929"/>
                <a:gd name="T10" fmla="*/ 6 w 477"/>
                <a:gd name="T11" fmla="*/ 114 h 929"/>
                <a:gd name="T12" fmla="*/ 25 w 477"/>
                <a:gd name="T13" fmla="*/ 86 h 929"/>
                <a:gd name="T14" fmla="*/ 56 w 477"/>
                <a:gd name="T15" fmla="*/ 56 h 929"/>
                <a:gd name="T16" fmla="*/ 101 w 477"/>
                <a:gd name="T17" fmla="*/ 30 h 929"/>
                <a:gd name="T18" fmla="*/ 151 w 477"/>
                <a:gd name="T19" fmla="*/ 14 h 929"/>
                <a:gd name="T20" fmla="*/ 201 w 477"/>
                <a:gd name="T21" fmla="*/ 6 h 929"/>
                <a:gd name="T22" fmla="*/ 254 w 477"/>
                <a:gd name="T23" fmla="*/ 0 h 929"/>
                <a:gd name="T24" fmla="*/ 313 w 477"/>
                <a:gd name="T25" fmla="*/ 8 h 929"/>
                <a:gd name="T26" fmla="*/ 359 w 477"/>
                <a:gd name="T27" fmla="*/ 21 h 929"/>
                <a:gd name="T28" fmla="*/ 393 w 477"/>
                <a:gd name="T29" fmla="*/ 36 h 929"/>
                <a:gd name="T30" fmla="*/ 421 w 477"/>
                <a:gd name="T31" fmla="*/ 56 h 929"/>
                <a:gd name="T32" fmla="*/ 456 w 477"/>
                <a:gd name="T33" fmla="*/ 96 h 929"/>
                <a:gd name="T34" fmla="*/ 477 w 477"/>
                <a:gd name="T35" fmla="*/ 134 h 929"/>
                <a:gd name="T36" fmla="*/ 477 w 477"/>
                <a:gd name="T37" fmla="*/ 181 h 929"/>
                <a:gd name="T38" fmla="*/ 455 w 477"/>
                <a:gd name="T39" fmla="*/ 223 h 929"/>
                <a:gd name="T40" fmla="*/ 438 w 477"/>
                <a:gd name="T41" fmla="*/ 244 h 929"/>
                <a:gd name="T42" fmla="*/ 413 w 477"/>
                <a:gd name="T43" fmla="*/ 259 h 929"/>
                <a:gd name="T44" fmla="*/ 409 w 477"/>
                <a:gd name="T45" fmla="*/ 768 h 929"/>
                <a:gd name="T46" fmla="*/ 385 w 477"/>
                <a:gd name="T47" fmla="*/ 740 h 929"/>
                <a:gd name="T48" fmla="*/ 345 w 477"/>
                <a:gd name="T49" fmla="*/ 728 h 929"/>
                <a:gd name="T50" fmla="*/ 293 w 477"/>
                <a:gd name="T51" fmla="*/ 736 h 929"/>
                <a:gd name="T52" fmla="*/ 257 w 477"/>
                <a:gd name="T53" fmla="*/ 748 h 929"/>
                <a:gd name="T54" fmla="*/ 217 w 477"/>
                <a:gd name="T55" fmla="*/ 768 h 929"/>
                <a:gd name="T56" fmla="*/ 173 w 477"/>
                <a:gd name="T57" fmla="*/ 800 h 929"/>
                <a:gd name="T58" fmla="*/ 133 w 477"/>
                <a:gd name="T59" fmla="*/ 836 h 929"/>
                <a:gd name="T60" fmla="*/ 89 w 477"/>
                <a:gd name="T61" fmla="*/ 880 h 929"/>
                <a:gd name="T62" fmla="*/ 56 w 477"/>
                <a:gd name="T63" fmla="*/ 929 h 929"/>
                <a:gd name="T64" fmla="*/ 56 w 477"/>
                <a:gd name="T65" fmla="*/ 264 h 929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477" h="929">
                  <a:moveTo>
                    <a:pt x="56" y="264"/>
                  </a:moveTo>
                  <a:lnTo>
                    <a:pt x="36" y="242"/>
                  </a:lnTo>
                  <a:lnTo>
                    <a:pt x="11" y="212"/>
                  </a:lnTo>
                  <a:lnTo>
                    <a:pt x="0" y="181"/>
                  </a:lnTo>
                  <a:lnTo>
                    <a:pt x="0" y="142"/>
                  </a:lnTo>
                  <a:lnTo>
                    <a:pt x="6" y="114"/>
                  </a:lnTo>
                  <a:lnTo>
                    <a:pt x="25" y="86"/>
                  </a:lnTo>
                  <a:lnTo>
                    <a:pt x="56" y="56"/>
                  </a:lnTo>
                  <a:lnTo>
                    <a:pt x="101" y="30"/>
                  </a:lnTo>
                  <a:lnTo>
                    <a:pt x="151" y="14"/>
                  </a:lnTo>
                  <a:lnTo>
                    <a:pt x="201" y="6"/>
                  </a:lnTo>
                  <a:lnTo>
                    <a:pt x="254" y="0"/>
                  </a:lnTo>
                  <a:lnTo>
                    <a:pt x="313" y="8"/>
                  </a:lnTo>
                  <a:lnTo>
                    <a:pt x="359" y="21"/>
                  </a:lnTo>
                  <a:lnTo>
                    <a:pt x="393" y="36"/>
                  </a:lnTo>
                  <a:lnTo>
                    <a:pt x="421" y="56"/>
                  </a:lnTo>
                  <a:lnTo>
                    <a:pt x="456" y="96"/>
                  </a:lnTo>
                  <a:lnTo>
                    <a:pt x="477" y="134"/>
                  </a:lnTo>
                  <a:lnTo>
                    <a:pt x="477" y="181"/>
                  </a:lnTo>
                  <a:lnTo>
                    <a:pt x="455" y="223"/>
                  </a:lnTo>
                  <a:lnTo>
                    <a:pt x="438" y="244"/>
                  </a:lnTo>
                  <a:lnTo>
                    <a:pt x="413" y="259"/>
                  </a:lnTo>
                  <a:lnTo>
                    <a:pt x="409" y="768"/>
                  </a:lnTo>
                  <a:lnTo>
                    <a:pt x="385" y="740"/>
                  </a:lnTo>
                  <a:lnTo>
                    <a:pt x="345" y="728"/>
                  </a:lnTo>
                  <a:lnTo>
                    <a:pt x="293" y="736"/>
                  </a:lnTo>
                  <a:lnTo>
                    <a:pt x="257" y="748"/>
                  </a:lnTo>
                  <a:lnTo>
                    <a:pt x="217" y="768"/>
                  </a:lnTo>
                  <a:lnTo>
                    <a:pt x="173" y="800"/>
                  </a:lnTo>
                  <a:lnTo>
                    <a:pt x="133" y="836"/>
                  </a:lnTo>
                  <a:lnTo>
                    <a:pt x="89" y="880"/>
                  </a:lnTo>
                  <a:lnTo>
                    <a:pt x="56" y="929"/>
                  </a:lnTo>
                  <a:lnTo>
                    <a:pt x="56" y="264"/>
                  </a:lnTo>
                  <a:close/>
                </a:path>
              </a:pathLst>
            </a:custGeom>
            <a:gradFill rotWithShape="0">
              <a:gsLst>
                <a:gs pos="0">
                  <a:srgbClr val="765E00"/>
                </a:gs>
                <a:gs pos="50000">
                  <a:srgbClr val="FFCC00"/>
                </a:gs>
                <a:gs pos="100000">
                  <a:srgbClr val="765E0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6" name="Freeform 106">
              <a:extLst>
                <a:ext uri="{FF2B5EF4-FFF2-40B4-BE49-F238E27FC236}">
                  <a16:creationId xmlns:a16="http://schemas.microsoft.com/office/drawing/2014/main" id="{EE8D679D-6D29-FE89-98C9-D14CEBA3D5A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0" y="896"/>
              <a:ext cx="388" cy="379"/>
            </a:xfrm>
            <a:custGeom>
              <a:avLst/>
              <a:gdLst>
                <a:gd name="T0" fmla="*/ 124 w 487"/>
                <a:gd name="T1" fmla="*/ 84 h 476"/>
                <a:gd name="T2" fmla="*/ 154 w 487"/>
                <a:gd name="T3" fmla="*/ 53 h 476"/>
                <a:gd name="T4" fmla="*/ 189 w 487"/>
                <a:gd name="T5" fmla="*/ 29 h 476"/>
                <a:gd name="T6" fmla="*/ 267 w 487"/>
                <a:gd name="T7" fmla="*/ 0 h 476"/>
                <a:gd name="T8" fmla="*/ 284 w 487"/>
                <a:gd name="T9" fmla="*/ 25 h 476"/>
                <a:gd name="T10" fmla="*/ 302 w 487"/>
                <a:gd name="T11" fmla="*/ 71 h 476"/>
                <a:gd name="T12" fmla="*/ 309 w 487"/>
                <a:gd name="T13" fmla="*/ 114 h 476"/>
                <a:gd name="T14" fmla="*/ 309 w 487"/>
                <a:gd name="T15" fmla="*/ 151 h 476"/>
                <a:gd name="T16" fmla="*/ 293 w 487"/>
                <a:gd name="T17" fmla="*/ 195 h 476"/>
                <a:gd name="T18" fmla="*/ 267 w 487"/>
                <a:gd name="T19" fmla="*/ 231 h 476"/>
                <a:gd name="T20" fmla="*/ 127 w 487"/>
                <a:gd name="T21" fmla="*/ 302 h 476"/>
                <a:gd name="T22" fmla="*/ 62 w 487"/>
                <a:gd name="T23" fmla="*/ 279 h 476"/>
                <a:gd name="T24" fmla="*/ 0 w 487"/>
                <a:gd name="T25" fmla="*/ 104 h 476"/>
                <a:gd name="T26" fmla="*/ 36 w 487"/>
                <a:gd name="T27" fmla="*/ 7 h 476"/>
                <a:gd name="T28" fmla="*/ 124 w 487"/>
                <a:gd name="T29" fmla="*/ 84 h 47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487" h="476">
                  <a:moveTo>
                    <a:pt x="196" y="133"/>
                  </a:moveTo>
                  <a:lnTo>
                    <a:pt x="242" y="83"/>
                  </a:lnTo>
                  <a:lnTo>
                    <a:pt x="298" y="47"/>
                  </a:lnTo>
                  <a:lnTo>
                    <a:pt x="420" y="0"/>
                  </a:lnTo>
                  <a:lnTo>
                    <a:pt x="448" y="39"/>
                  </a:lnTo>
                  <a:lnTo>
                    <a:pt x="476" y="112"/>
                  </a:lnTo>
                  <a:lnTo>
                    <a:pt x="487" y="179"/>
                  </a:lnTo>
                  <a:lnTo>
                    <a:pt x="487" y="238"/>
                  </a:lnTo>
                  <a:lnTo>
                    <a:pt x="462" y="308"/>
                  </a:lnTo>
                  <a:lnTo>
                    <a:pt x="420" y="364"/>
                  </a:lnTo>
                  <a:lnTo>
                    <a:pt x="200" y="476"/>
                  </a:lnTo>
                  <a:lnTo>
                    <a:pt x="98" y="441"/>
                  </a:lnTo>
                  <a:lnTo>
                    <a:pt x="0" y="165"/>
                  </a:lnTo>
                  <a:lnTo>
                    <a:pt x="56" y="11"/>
                  </a:lnTo>
                  <a:lnTo>
                    <a:pt x="196" y="133"/>
                  </a:lnTo>
                  <a:close/>
                </a:path>
              </a:pathLst>
            </a:custGeom>
            <a:gradFill rotWithShape="1">
              <a:gsLst>
                <a:gs pos="0">
                  <a:srgbClr val="3333CC"/>
                </a:gs>
                <a:gs pos="50000">
                  <a:srgbClr val="33CCFF"/>
                </a:gs>
                <a:gs pos="100000">
                  <a:srgbClr val="3333CC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charset="-122"/>
              </a:endParaRPr>
            </a:p>
          </p:txBody>
        </p:sp>
        <p:sp>
          <p:nvSpPr>
            <p:cNvPr id="107" name="Freeform 107">
              <a:extLst>
                <a:ext uri="{FF2B5EF4-FFF2-40B4-BE49-F238E27FC236}">
                  <a16:creationId xmlns:a16="http://schemas.microsoft.com/office/drawing/2014/main" id="{4203983A-9B11-72AF-33E7-ABBC7835606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7" y="831"/>
              <a:ext cx="238" cy="575"/>
            </a:xfrm>
            <a:custGeom>
              <a:avLst/>
              <a:gdLst>
                <a:gd name="T0" fmla="*/ 0 w 510"/>
                <a:gd name="T1" fmla="*/ 0 h 1236"/>
                <a:gd name="T2" fmla="*/ 0 w 510"/>
                <a:gd name="T3" fmla="*/ 0 h 1236"/>
                <a:gd name="T4" fmla="*/ 0 w 510"/>
                <a:gd name="T5" fmla="*/ 0 h 1236"/>
                <a:gd name="T6" fmla="*/ 0 w 510"/>
                <a:gd name="T7" fmla="*/ 0 h 1236"/>
                <a:gd name="T8" fmla="*/ 0 w 510"/>
                <a:gd name="T9" fmla="*/ 0 h 1236"/>
                <a:gd name="T10" fmla="*/ 0 w 510"/>
                <a:gd name="T11" fmla="*/ 0 h 1236"/>
                <a:gd name="T12" fmla="*/ 0 w 510"/>
                <a:gd name="T13" fmla="*/ 0 h 1236"/>
                <a:gd name="T14" fmla="*/ 0 w 510"/>
                <a:gd name="T15" fmla="*/ 0 h 1236"/>
                <a:gd name="T16" fmla="*/ 0 w 510"/>
                <a:gd name="T17" fmla="*/ 0 h 1236"/>
                <a:gd name="T18" fmla="*/ 0 w 510"/>
                <a:gd name="T19" fmla="*/ 0 h 1236"/>
                <a:gd name="T20" fmla="*/ 0 w 510"/>
                <a:gd name="T21" fmla="*/ 0 h 1236"/>
                <a:gd name="T22" fmla="*/ 0 w 510"/>
                <a:gd name="T23" fmla="*/ 0 h 1236"/>
                <a:gd name="T24" fmla="*/ 0 w 510"/>
                <a:gd name="T25" fmla="*/ 0 h 1236"/>
                <a:gd name="T26" fmla="*/ 0 w 510"/>
                <a:gd name="T27" fmla="*/ 0 h 1236"/>
                <a:gd name="T28" fmla="*/ 0 w 510"/>
                <a:gd name="T29" fmla="*/ 0 h 1236"/>
                <a:gd name="T30" fmla="*/ 0 w 510"/>
                <a:gd name="T31" fmla="*/ 0 h 1236"/>
                <a:gd name="T32" fmla="*/ 0 w 510"/>
                <a:gd name="T33" fmla="*/ 0 h 1236"/>
                <a:gd name="T34" fmla="*/ 0 w 510"/>
                <a:gd name="T35" fmla="*/ 0 h 1236"/>
                <a:gd name="T36" fmla="*/ 0 w 510"/>
                <a:gd name="T37" fmla="*/ 0 h 1236"/>
                <a:gd name="T38" fmla="*/ 0 w 510"/>
                <a:gd name="T39" fmla="*/ 0 h 1236"/>
                <a:gd name="T40" fmla="*/ 0 w 510"/>
                <a:gd name="T41" fmla="*/ 0 h 1236"/>
                <a:gd name="T42" fmla="*/ 0 w 510"/>
                <a:gd name="T43" fmla="*/ 0 h 1236"/>
                <a:gd name="T44" fmla="*/ 0 w 510"/>
                <a:gd name="T45" fmla="*/ 0 h 1236"/>
                <a:gd name="T46" fmla="*/ 0 w 510"/>
                <a:gd name="T47" fmla="*/ 0 h 1236"/>
                <a:gd name="T48" fmla="*/ 0 w 510"/>
                <a:gd name="T49" fmla="*/ 0 h 1236"/>
                <a:gd name="T50" fmla="*/ 0 w 510"/>
                <a:gd name="T51" fmla="*/ 0 h 1236"/>
                <a:gd name="T52" fmla="*/ 0 w 510"/>
                <a:gd name="T53" fmla="*/ 0 h 1236"/>
                <a:gd name="T54" fmla="*/ 0 w 510"/>
                <a:gd name="T55" fmla="*/ 0 h 1236"/>
                <a:gd name="T56" fmla="*/ 0 w 510"/>
                <a:gd name="T57" fmla="*/ 0 h 12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510" h="1236">
                  <a:moveTo>
                    <a:pt x="510" y="372"/>
                  </a:moveTo>
                  <a:lnTo>
                    <a:pt x="510" y="48"/>
                  </a:lnTo>
                  <a:lnTo>
                    <a:pt x="438" y="18"/>
                  </a:lnTo>
                  <a:lnTo>
                    <a:pt x="372" y="0"/>
                  </a:lnTo>
                  <a:lnTo>
                    <a:pt x="282" y="0"/>
                  </a:lnTo>
                  <a:lnTo>
                    <a:pt x="198" y="18"/>
                  </a:lnTo>
                  <a:lnTo>
                    <a:pt x="126" y="66"/>
                  </a:lnTo>
                  <a:lnTo>
                    <a:pt x="60" y="138"/>
                  </a:lnTo>
                  <a:lnTo>
                    <a:pt x="18" y="228"/>
                  </a:lnTo>
                  <a:lnTo>
                    <a:pt x="0" y="342"/>
                  </a:lnTo>
                  <a:lnTo>
                    <a:pt x="0" y="480"/>
                  </a:lnTo>
                  <a:lnTo>
                    <a:pt x="30" y="624"/>
                  </a:lnTo>
                  <a:lnTo>
                    <a:pt x="66" y="744"/>
                  </a:lnTo>
                  <a:lnTo>
                    <a:pt x="132" y="876"/>
                  </a:lnTo>
                  <a:lnTo>
                    <a:pt x="204" y="978"/>
                  </a:lnTo>
                  <a:lnTo>
                    <a:pt x="288" y="1074"/>
                  </a:lnTo>
                  <a:lnTo>
                    <a:pt x="402" y="1176"/>
                  </a:lnTo>
                  <a:lnTo>
                    <a:pt x="510" y="1236"/>
                  </a:lnTo>
                  <a:lnTo>
                    <a:pt x="510" y="948"/>
                  </a:lnTo>
                  <a:lnTo>
                    <a:pt x="432" y="900"/>
                  </a:lnTo>
                  <a:lnTo>
                    <a:pt x="342" y="804"/>
                  </a:lnTo>
                  <a:lnTo>
                    <a:pt x="300" y="732"/>
                  </a:lnTo>
                  <a:lnTo>
                    <a:pt x="264" y="636"/>
                  </a:lnTo>
                  <a:lnTo>
                    <a:pt x="246" y="528"/>
                  </a:lnTo>
                  <a:lnTo>
                    <a:pt x="264" y="432"/>
                  </a:lnTo>
                  <a:lnTo>
                    <a:pt x="294" y="354"/>
                  </a:lnTo>
                  <a:lnTo>
                    <a:pt x="372" y="318"/>
                  </a:lnTo>
                  <a:lnTo>
                    <a:pt x="438" y="336"/>
                  </a:lnTo>
                  <a:lnTo>
                    <a:pt x="510" y="372"/>
                  </a:lnTo>
                  <a:close/>
                </a:path>
              </a:pathLst>
            </a:cu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8" name="Freeform 108">
              <a:extLst>
                <a:ext uri="{FF2B5EF4-FFF2-40B4-BE49-F238E27FC236}">
                  <a16:creationId xmlns:a16="http://schemas.microsoft.com/office/drawing/2014/main" id="{A4633E19-903A-51B6-B457-1E9AFD56E02B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4" y="652"/>
              <a:ext cx="180" cy="352"/>
            </a:xfrm>
            <a:custGeom>
              <a:avLst/>
              <a:gdLst>
                <a:gd name="T0" fmla="*/ 116 w 180"/>
                <a:gd name="T1" fmla="*/ 25 h 352"/>
                <a:gd name="T2" fmla="*/ 180 w 180"/>
                <a:gd name="T3" fmla="*/ 0 h 352"/>
                <a:gd name="T4" fmla="*/ 180 w 180"/>
                <a:gd name="T5" fmla="*/ 244 h 352"/>
                <a:gd name="T6" fmla="*/ 4 w 180"/>
                <a:gd name="T7" fmla="*/ 352 h 352"/>
                <a:gd name="T8" fmla="*/ 0 w 180"/>
                <a:gd name="T9" fmla="*/ 201 h 352"/>
                <a:gd name="T10" fmla="*/ 116 w 180"/>
                <a:gd name="T11" fmla="*/ 134 h 352"/>
                <a:gd name="T12" fmla="*/ 116 w 180"/>
                <a:gd name="T13" fmla="*/ 25 h 3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0" h="352">
                  <a:moveTo>
                    <a:pt x="116" y="25"/>
                  </a:moveTo>
                  <a:lnTo>
                    <a:pt x="180" y="0"/>
                  </a:lnTo>
                  <a:lnTo>
                    <a:pt x="180" y="244"/>
                  </a:lnTo>
                  <a:lnTo>
                    <a:pt x="4" y="352"/>
                  </a:lnTo>
                  <a:lnTo>
                    <a:pt x="0" y="201"/>
                  </a:lnTo>
                  <a:lnTo>
                    <a:pt x="116" y="134"/>
                  </a:lnTo>
                  <a:lnTo>
                    <a:pt x="116" y="25"/>
                  </a:lnTo>
                  <a:close/>
                </a:path>
              </a:pathLst>
            </a:custGeom>
            <a:solidFill>
              <a:srgbClr val="CC99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9" name="Freeform 109">
              <a:extLst>
                <a:ext uri="{FF2B5EF4-FFF2-40B4-BE49-F238E27FC236}">
                  <a16:creationId xmlns:a16="http://schemas.microsoft.com/office/drawing/2014/main" id="{C0E0F2E2-DFCC-5907-B2E7-468E36BB680B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2" y="1186"/>
              <a:ext cx="173" cy="223"/>
            </a:xfrm>
            <a:custGeom>
              <a:avLst/>
              <a:gdLst>
                <a:gd name="T0" fmla="*/ 0 w 372"/>
                <a:gd name="T1" fmla="*/ 0 h 480"/>
                <a:gd name="T2" fmla="*/ 0 w 372"/>
                <a:gd name="T3" fmla="*/ 0 h 480"/>
                <a:gd name="T4" fmla="*/ 0 w 372"/>
                <a:gd name="T5" fmla="*/ 0 h 480"/>
                <a:gd name="T6" fmla="*/ 0 w 372"/>
                <a:gd name="T7" fmla="*/ 0 h 480"/>
                <a:gd name="T8" fmla="*/ 0 w 372"/>
                <a:gd name="T9" fmla="*/ 0 h 48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72" h="480">
                  <a:moveTo>
                    <a:pt x="0" y="192"/>
                  </a:moveTo>
                  <a:lnTo>
                    <a:pt x="0" y="480"/>
                  </a:lnTo>
                  <a:lnTo>
                    <a:pt x="372" y="282"/>
                  </a:lnTo>
                  <a:lnTo>
                    <a:pt x="372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rgbClr val="CC99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0" name="Freeform 110">
              <a:extLst>
                <a:ext uri="{FF2B5EF4-FFF2-40B4-BE49-F238E27FC236}">
                  <a16:creationId xmlns:a16="http://schemas.microsoft.com/office/drawing/2014/main" id="{A3304960-0536-1903-012A-4B91C73DF6C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0" y="693"/>
              <a:ext cx="57" cy="300"/>
            </a:xfrm>
            <a:custGeom>
              <a:avLst/>
              <a:gdLst>
                <a:gd name="T0" fmla="*/ 1 w 80"/>
                <a:gd name="T1" fmla="*/ 0 h 420"/>
                <a:gd name="T2" fmla="*/ 1 w 80"/>
                <a:gd name="T3" fmla="*/ 1 h 420"/>
                <a:gd name="T4" fmla="*/ 1 w 80"/>
                <a:gd name="T5" fmla="*/ 1 h 420"/>
                <a:gd name="T6" fmla="*/ 0 w 80"/>
                <a:gd name="T7" fmla="*/ 1 h 420"/>
                <a:gd name="T8" fmla="*/ 1 w 80"/>
                <a:gd name="T9" fmla="*/ 1 h 420"/>
                <a:gd name="T10" fmla="*/ 1 w 80"/>
                <a:gd name="T11" fmla="*/ 1 h 420"/>
                <a:gd name="T12" fmla="*/ 1 w 80"/>
                <a:gd name="T13" fmla="*/ 1 h 420"/>
                <a:gd name="T14" fmla="*/ 1 w 80"/>
                <a:gd name="T15" fmla="*/ 1 h 420"/>
                <a:gd name="T16" fmla="*/ 1 w 80"/>
                <a:gd name="T17" fmla="*/ 1 h 420"/>
                <a:gd name="T18" fmla="*/ 1 w 80"/>
                <a:gd name="T19" fmla="*/ 0 h 42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80" h="420">
                  <a:moveTo>
                    <a:pt x="72" y="0"/>
                  </a:moveTo>
                  <a:lnTo>
                    <a:pt x="32" y="44"/>
                  </a:lnTo>
                  <a:lnTo>
                    <a:pt x="12" y="76"/>
                  </a:lnTo>
                  <a:lnTo>
                    <a:pt x="0" y="148"/>
                  </a:lnTo>
                  <a:lnTo>
                    <a:pt x="4" y="224"/>
                  </a:lnTo>
                  <a:lnTo>
                    <a:pt x="24" y="280"/>
                  </a:lnTo>
                  <a:lnTo>
                    <a:pt x="40" y="336"/>
                  </a:lnTo>
                  <a:lnTo>
                    <a:pt x="64" y="392"/>
                  </a:lnTo>
                  <a:lnTo>
                    <a:pt x="80" y="420"/>
                  </a:lnTo>
                  <a:lnTo>
                    <a:pt x="72" y="0"/>
                  </a:lnTo>
                  <a:close/>
                </a:path>
              </a:pathLst>
            </a:custGeom>
            <a:gradFill rotWithShape="0">
              <a:gsLst>
                <a:gs pos="0">
                  <a:srgbClr val="3333CC"/>
                </a:gs>
                <a:gs pos="100000">
                  <a:srgbClr val="33CC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1" name="Freeform 111">
              <a:extLst>
                <a:ext uri="{FF2B5EF4-FFF2-40B4-BE49-F238E27FC236}">
                  <a16:creationId xmlns:a16="http://schemas.microsoft.com/office/drawing/2014/main" id="{5A511BE6-DF2B-891A-751D-BC0F6AA758C7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1" y="652"/>
              <a:ext cx="73" cy="550"/>
            </a:xfrm>
            <a:custGeom>
              <a:avLst/>
              <a:gdLst>
                <a:gd name="T0" fmla="*/ 0 w 101"/>
                <a:gd name="T1" fmla="*/ 0 h 769"/>
                <a:gd name="T2" fmla="*/ 1 w 101"/>
                <a:gd name="T3" fmla="*/ 1 h 769"/>
                <a:gd name="T4" fmla="*/ 1 w 101"/>
                <a:gd name="T5" fmla="*/ 1 h 769"/>
                <a:gd name="T6" fmla="*/ 1 w 101"/>
                <a:gd name="T7" fmla="*/ 1 h 769"/>
                <a:gd name="T8" fmla="*/ 1 w 101"/>
                <a:gd name="T9" fmla="*/ 1 h 769"/>
                <a:gd name="T10" fmla="*/ 1 w 101"/>
                <a:gd name="T11" fmla="*/ 1 h 769"/>
                <a:gd name="T12" fmla="*/ 0 w 101"/>
                <a:gd name="T13" fmla="*/ 1 h 769"/>
                <a:gd name="T14" fmla="*/ 0 w 101"/>
                <a:gd name="T15" fmla="*/ 0 h 76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01" h="769">
                  <a:moveTo>
                    <a:pt x="0" y="0"/>
                  </a:moveTo>
                  <a:lnTo>
                    <a:pt x="101" y="41"/>
                  </a:lnTo>
                  <a:lnTo>
                    <a:pt x="100" y="584"/>
                  </a:lnTo>
                  <a:lnTo>
                    <a:pt x="88" y="629"/>
                  </a:lnTo>
                  <a:lnTo>
                    <a:pt x="76" y="673"/>
                  </a:lnTo>
                  <a:lnTo>
                    <a:pt x="52" y="713"/>
                  </a:lnTo>
                  <a:lnTo>
                    <a:pt x="0" y="7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99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12" name="Oval 112">
            <a:extLst>
              <a:ext uri="{FF2B5EF4-FFF2-40B4-BE49-F238E27FC236}">
                <a16:creationId xmlns:a16="http://schemas.microsoft.com/office/drawing/2014/main" id="{32154B87-DBD7-283B-6704-01847D89F4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5504" y="3606800"/>
            <a:ext cx="88900" cy="88900"/>
          </a:xfrm>
          <a:prstGeom prst="ellipse">
            <a:avLst/>
          </a:prstGeom>
          <a:solidFill>
            <a:srgbClr val="FF3300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3" name="Oval 113">
            <a:extLst>
              <a:ext uri="{FF2B5EF4-FFF2-40B4-BE49-F238E27FC236}">
                <a16:creationId xmlns:a16="http://schemas.microsoft.com/office/drawing/2014/main" id="{AF1EF1F3-21A9-90C6-D3C6-79D42155B3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2704" y="3622675"/>
            <a:ext cx="88900" cy="88900"/>
          </a:xfrm>
          <a:prstGeom prst="ellipse">
            <a:avLst/>
          </a:prstGeom>
          <a:solidFill>
            <a:srgbClr val="FF3300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4" name="Freeform 114">
            <a:extLst>
              <a:ext uri="{FF2B5EF4-FFF2-40B4-BE49-F238E27FC236}">
                <a16:creationId xmlns:a16="http://schemas.microsoft.com/office/drawing/2014/main" id="{CF36AEE7-D315-682B-834E-3E1AA760A3CD}"/>
              </a:ext>
            </a:extLst>
          </p:cNvPr>
          <p:cNvSpPr>
            <a:spLocks/>
          </p:cNvSpPr>
          <p:nvPr/>
        </p:nvSpPr>
        <p:spPr bwMode="auto">
          <a:xfrm>
            <a:off x="8671004" y="3268662"/>
            <a:ext cx="1743075" cy="419100"/>
          </a:xfrm>
          <a:custGeom>
            <a:avLst/>
            <a:gdLst>
              <a:gd name="T0" fmla="*/ 0 w 1098"/>
              <a:gd name="T1" fmla="*/ 2147483646 h 264"/>
              <a:gd name="T2" fmla="*/ 2147483646 w 1098"/>
              <a:gd name="T3" fmla="*/ 2147483646 h 264"/>
              <a:gd name="T4" fmla="*/ 2147483646 w 1098"/>
              <a:gd name="T5" fmla="*/ 2147483646 h 264"/>
              <a:gd name="T6" fmla="*/ 2147483646 w 1098"/>
              <a:gd name="T7" fmla="*/ 2147483646 h 264"/>
              <a:gd name="T8" fmla="*/ 2147483646 w 1098"/>
              <a:gd name="T9" fmla="*/ 2147483646 h 264"/>
              <a:gd name="T10" fmla="*/ 2147483646 w 1098"/>
              <a:gd name="T11" fmla="*/ 2147483646 h 264"/>
              <a:gd name="T12" fmla="*/ 2147483646 w 1098"/>
              <a:gd name="T13" fmla="*/ 0 h 26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098" h="264">
                <a:moveTo>
                  <a:pt x="0" y="6"/>
                </a:moveTo>
                <a:cubicBezTo>
                  <a:pt x="22" y="38"/>
                  <a:pt x="45" y="71"/>
                  <a:pt x="96" y="108"/>
                </a:cubicBezTo>
                <a:cubicBezTo>
                  <a:pt x="147" y="145"/>
                  <a:pt x="228" y="202"/>
                  <a:pt x="306" y="228"/>
                </a:cubicBezTo>
                <a:cubicBezTo>
                  <a:pt x="384" y="254"/>
                  <a:pt x="483" y="264"/>
                  <a:pt x="564" y="264"/>
                </a:cubicBezTo>
                <a:cubicBezTo>
                  <a:pt x="645" y="264"/>
                  <a:pt x="719" y="255"/>
                  <a:pt x="792" y="228"/>
                </a:cubicBezTo>
                <a:cubicBezTo>
                  <a:pt x="865" y="201"/>
                  <a:pt x="951" y="140"/>
                  <a:pt x="1002" y="102"/>
                </a:cubicBezTo>
                <a:cubicBezTo>
                  <a:pt x="1053" y="64"/>
                  <a:pt x="1075" y="32"/>
                  <a:pt x="1098" y="0"/>
                </a:cubicBezTo>
              </a:path>
            </a:pathLst>
          </a:custGeom>
          <a:noFill/>
          <a:ln w="57150" cmpd="sng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15" name="图片 114">
            <a:extLst>
              <a:ext uri="{FF2B5EF4-FFF2-40B4-BE49-F238E27FC236}">
                <a16:creationId xmlns:a16="http://schemas.microsoft.com/office/drawing/2014/main" id="{E1347874-AC32-6D37-58B0-A650EF9BE62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099" t="16766" r="31717" b="21258"/>
          <a:stretch/>
        </p:blipFill>
        <p:spPr>
          <a:xfrm>
            <a:off x="8350250" y="2607160"/>
            <a:ext cx="2381250" cy="209550"/>
          </a:xfrm>
          <a:prstGeom prst="rect">
            <a:avLst/>
          </a:prstGeom>
        </p:spPr>
      </p:pic>
      <p:pic>
        <p:nvPicPr>
          <p:cNvPr id="116" name="图片 115">
            <a:extLst>
              <a:ext uri="{FF2B5EF4-FFF2-40B4-BE49-F238E27FC236}">
                <a16:creationId xmlns:a16="http://schemas.microsoft.com/office/drawing/2014/main" id="{B0572BC6-7ADF-1267-EDFB-C84D5F95D82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062" t="30605" r="30531" b="15142"/>
          <a:stretch/>
        </p:blipFill>
        <p:spPr>
          <a:xfrm rot="5400000">
            <a:off x="8226070" y="2432894"/>
            <a:ext cx="2641596" cy="183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396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33" grpId="0" animBg="1"/>
      <p:bldP spid="34" grpId="0" animBg="1"/>
      <p:bldP spid="39" grpId="0" animBg="1"/>
      <p:bldP spid="40" grpId="0" animBg="1"/>
      <p:bldP spid="41" grpId="0" animBg="1"/>
      <p:bldP spid="54" grpId="0"/>
      <p:bldP spid="68" grpId="0" animBg="1"/>
      <p:bldP spid="83" grpId="0" animBg="1"/>
      <p:bldP spid="84" grpId="0" animBg="1"/>
      <p:bldP spid="85" grpId="0"/>
      <p:bldP spid="86" grpId="0"/>
      <p:bldP spid="87" grpId="0"/>
      <p:bldP spid="88" grpId="0"/>
      <p:bldP spid="89" grpId="0"/>
      <p:bldP spid="112" grpId="0" animBg="1"/>
      <p:bldP spid="113" grpId="0" animBg="1"/>
      <p:bldP spid="11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DCF6C-7D7B-3BEA-0AC7-7B7887A7A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矩形 124">
            <a:extLst>
              <a:ext uri="{FF2B5EF4-FFF2-40B4-BE49-F238E27FC236}">
                <a16:creationId xmlns:a16="http://schemas.microsoft.com/office/drawing/2014/main" id="{263560E8-85F8-94DA-AB63-8DADA57951CE}"/>
              </a:ext>
            </a:extLst>
          </p:cNvPr>
          <p:cNvSpPr/>
          <p:nvPr/>
        </p:nvSpPr>
        <p:spPr>
          <a:xfrm>
            <a:off x="5614614" y="0"/>
            <a:ext cx="6577386" cy="62943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Text Box 18">
            <a:extLst>
              <a:ext uri="{FF2B5EF4-FFF2-40B4-BE49-F238E27FC236}">
                <a16:creationId xmlns:a16="http://schemas.microsoft.com/office/drawing/2014/main" id="{6E68B50F-4378-3C30-0555-49D051DF7D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19" y="412176"/>
            <a:ext cx="45801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8.3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回转体与回转体相交</a:t>
            </a:r>
          </a:p>
        </p:txBody>
      </p:sp>
      <p:sp>
        <p:nvSpPr>
          <p:cNvPr id="16" name="灯片编号占位符 3">
            <a:extLst>
              <a:ext uri="{FF2B5EF4-FFF2-40B4-BE49-F238E27FC236}">
                <a16:creationId xmlns:a16="http://schemas.microsoft.com/office/drawing/2014/main" id="{058DD700-DEB2-9C84-15F0-C06C8BEFEBDE}"/>
              </a:ext>
            </a:extLst>
          </p:cNvPr>
          <p:cNvSpPr txBox="1">
            <a:spLocks/>
          </p:cNvSpPr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  <a:pPr/>
              <a:t>14</a:t>
            </a:fld>
            <a:endParaRPr lang="en-US" altLang="zh-CN" dirty="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971C09C3-1AF3-CFE9-941B-BD7DB09BE5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180" y="1206281"/>
            <a:ext cx="485261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【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例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】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求两偏交圆柱体的交线</a:t>
            </a:r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E8C47361-93ED-889D-D475-532F32F6B9AD}"/>
              </a:ext>
            </a:extLst>
          </p:cNvPr>
          <p:cNvGrpSpPr>
            <a:grpSpLocks/>
          </p:cNvGrpSpPr>
          <p:nvPr/>
        </p:nvGrpSpPr>
        <p:grpSpPr bwMode="auto">
          <a:xfrm>
            <a:off x="3536436" y="2797259"/>
            <a:ext cx="1909817" cy="1908175"/>
            <a:chOff x="1636" y="1038"/>
            <a:chExt cx="1108" cy="1071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7ED3B106-6629-B8CA-2C60-FCE993CEFC0A}"/>
                </a:ext>
              </a:extLst>
            </p:cNvPr>
            <p:cNvSpPr>
              <a:spLocks/>
            </p:cNvSpPr>
            <p:nvPr/>
          </p:nvSpPr>
          <p:spPr bwMode="auto">
            <a:xfrm>
              <a:off x="2124" y="1038"/>
              <a:ext cx="484" cy="1071"/>
            </a:xfrm>
            <a:custGeom>
              <a:avLst/>
              <a:gdLst>
                <a:gd name="T0" fmla="*/ 8 w 484"/>
                <a:gd name="T1" fmla="*/ 94 h 1071"/>
                <a:gd name="T2" fmla="*/ 8 w 484"/>
                <a:gd name="T3" fmla="*/ 326 h 1071"/>
                <a:gd name="T4" fmla="*/ 32 w 484"/>
                <a:gd name="T5" fmla="*/ 358 h 1071"/>
                <a:gd name="T6" fmla="*/ 60 w 484"/>
                <a:gd name="T7" fmla="*/ 382 h 1071"/>
                <a:gd name="T8" fmla="*/ 88 w 484"/>
                <a:gd name="T9" fmla="*/ 406 h 1071"/>
                <a:gd name="T10" fmla="*/ 108 w 484"/>
                <a:gd name="T11" fmla="*/ 426 h 1071"/>
                <a:gd name="T12" fmla="*/ 128 w 484"/>
                <a:gd name="T13" fmla="*/ 450 h 1071"/>
                <a:gd name="T14" fmla="*/ 144 w 484"/>
                <a:gd name="T15" fmla="*/ 470 h 1071"/>
                <a:gd name="T16" fmla="*/ 164 w 484"/>
                <a:gd name="T17" fmla="*/ 498 h 1071"/>
                <a:gd name="T18" fmla="*/ 176 w 484"/>
                <a:gd name="T19" fmla="*/ 534 h 1071"/>
                <a:gd name="T20" fmla="*/ 188 w 484"/>
                <a:gd name="T21" fmla="*/ 574 h 1071"/>
                <a:gd name="T22" fmla="*/ 200 w 484"/>
                <a:gd name="T23" fmla="*/ 614 h 1071"/>
                <a:gd name="T24" fmla="*/ 208 w 484"/>
                <a:gd name="T25" fmla="*/ 642 h 1071"/>
                <a:gd name="T26" fmla="*/ 208 w 484"/>
                <a:gd name="T27" fmla="*/ 690 h 1071"/>
                <a:gd name="T28" fmla="*/ 204 w 484"/>
                <a:gd name="T29" fmla="*/ 734 h 1071"/>
                <a:gd name="T30" fmla="*/ 196 w 484"/>
                <a:gd name="T31" fmla="*/ 782 h 1071"/>
                <a:gd name="T32" fmla="*/ 176 w 484"/>
                <a:gd name="T33" fmla="*/ 822 h 1071"/>
                <a:gd name="T34" fmla="*/ 148 w 484"/>
                <a:gd name="T35" fmla="*/ 870 h 1071"/>
                <a:gd name="T36" fmla="*/ 128 w 484"/>
                <a:gd name="T37" fmla="*/ 882 h 1071"/>
                <a:gd name="T38" fmla="*/ 100 w 484"/>
                <a:gd name="T39" fmla="*/ 898 h 1071"/>
                <a:gd name="T40" fmla="*/ 56 w 484"/>
                <a:gd name="T41" fmla="*/ 906 h 1071"/>
                <a:gd name="T42" fmla="*/ 8 w 484"/>
                <a:gd name="T43" fmla="*/ 926 h 1071"/>
                <a:gd name="T44" fmla="*/ 8 w 484"/>
                <a:gd name="T45" fmla="*/ 974 h 1071"/>
                <a:gd name="T46" fmla="*/ 16 w 484"/>
                <a:gd name="T47" fmla="*/ 1014 h 1071"/>
                <a:gd name="T48" fmla="*/ 72 w 484"/>
                <a:gd name="T49" fmla="*/ 1034 h 1071"/>
                <a:gd name="T50" fmla="*/ 116 w 484"/>
                <a:gd name="T51" fmla="*/ 1058 h 1071"/>
                <a:gd name="T52" fmla="*/ 176 w 484"/>
                <a:gd name="T53" fmla="*/ 1066 h 1071"/>
                <a:gd name="T54" fmla="*/ 228 w 484"/>
                <a:gd name="T55" fmla="*/ 1070 h 1071"/>
                <a:gd name="T56" fmla="*/ 304 w 484"/>
                <a:gd name="T57" fmla="*/ 1062 h 1071"/>
                <a:gd name="T58" fmla="*/ 384 w 484"/>
                <a:gd name="T59" fmla="*/ 1050 h 1071"/>
                <a:gd name="T60" fmla="*/ 452 w 484"/>
                <a:gd name="T61" fmla="*/ 1010 h 1071"/>
                <a:gd name="T62" fmla="*/ 480 w 484"/>
                <a:gd name="T63" fmla="*/ 894 h 1071"/>
                <a:gd name="T64" fmla="*/ 476 w 484"/>
                <a:gd name="T65" fmla="*/ 130 h 1071"/>
                <a:gd name="T66" fmla="*/ 456 w 484"/>
                <a:gd name="T67" fmla="*/ 114 h 1071"/>
                <a:gd name="T68" fmla="*/ 424 w 484"/>
                <a:gd name="T69" fmla="*/ 138 h 1071"/>
                <a:gd name="T70" fmla="*/ 360 w 484"/>
                <a:gd name="T71" fmla="*/ 154 h 1071"/>
                <a:gd name="T72" fmla="*/ 316 w 484"/>
                <a:gd name="T73" fmla="*/ 162 h 1071"/>
                <a:gd name="T74" fmla="*/ 264 w 484"/>
                <a:gd name="T75" fmla="*/ 166 h 1071"/>
                <a:gd name="T76" fmla="*/ 204 w 484"/>
                <a:gd name="T77" fmla="*/ 166 h 1071"/>
                <a:gd name="T78" fmla="*/ 152 w 484"/>
                <a:gd name="T79" fmla="*/ 154 h 1071"/>
                <a:gd name="T80" fmla="*/ 92 w 484"/>
                <a:gd name="T81" fmla="*/ 138 h 1071"/>
                <a:gd name="T82" fmla="*/ 48 w 484"/>
                <a:gd name="T83" fmla="*/ 126 h 1071"/>
                <a:gd name="T84" fmla="*/ 4 w 484"/>
                <a:gd name="T85" fmla="*/ 90 h 1071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484"/>
                <a:gd name="T130" fmla="*/ 0 h 1071"/>
                <a:gd name="T131" fmla="*/ 484 w 484"/>
                <a:gd name="T132" fmla="*/ 1071 h 1071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484" h="1071">
                  <a:moveTo>
                    <a:pt x="8" y="94"/>
                  </a:moveTo>
                  <a:cubicBezTo>
                    <a:pt x="8" y="133"/>
                    <a:pt x="4" y="282"/>
                    <a:pt x="8" y="326"/>
                  </a:cubicBezTo>
                  <a:cubicBezTo>
                    <a:pt x="12" y="370"/>
                    <a:pt x="23" y="349"/>
                    <a:pt x="32" y="358"/>
                  </a:cubicBezTo>
                  <a:cubicBezTo>
                    <a:pt x="41" y="367"/>
                    <a:pt x="51" y="374"/>
                    <a:pt x="60" y="382"/>
                  </a:cubicBezTo>
                  <a:cubicBezTo>
                    <a:pt x="69" y="390"/>
                    <a:pt x="80" y="399"/>
                    <a:pt x="88" y="406"/>
                  </a:cubicBezTo>
                  <a:cubicBezTo>
                    <a:pt x="96" y="413"/>
                    <a:pt x="101" y="419"/>
                    <a:pt x="108" y="426"/>
                  </a:cubicBezTo>
                  <a:cubicBezTo>
                    <a:pt x="115" y="433"/>
                    <a:pt x="122" y="443"/>
                    <a:pt x="128" y="450"/>
                  </a:cubicBezTo>
                  <a:cubicBezTo>
                    <a:pt x="134" y="457"/>
                    <a:pt x="138" y="462"/>
                    <a:pt x="144" y="470"/>
                  </a:cubicBezTo>
                  <a:cubicBezTo>
                    <a:pt x="150" y="478"/>
                    <a:pt x="159" y="487"/>
                    <a:pt x="164" y="498"/>
                  </a:cubicBezTo>
                  <a:cubicBezTo>
                    <a:pt x="169" y="509"/>
                    <a:pt x="172" y="521"/>
                    <a:pt x="176" y="534"/>
                  </a:cubicBezTo>
                  <a:cubicBezTo>
                    <a:pt x="180" y="547"/>
                    <a:pt x="184" y="561"/>
                    <a:pt x="188" y="574"/>
                  </a:cubicBezTo>
                  <a:cubicBezTo>
                    <a:pt x="192" y="587"/>
                    <a:pt x="197" y="603"/>
                    <a:pt x="200" y="614"/>
                  </a:cubicBezTo>
                  <a:cubicBezTo>
                    <a:pt x="203" y="625"/>
                    <a:pt x="207" y="629"/>
                    <a:pt x="208" y="642"/>
                  </a:cubicBezTo>
                  <a:cubicBezTo>
                    <a:pt x="209" y="655"/>
                    <a:pt x="209" y="675"/>
                    <a:pt x="208" y="690"/>
                  </a:cubicBezTo>
                  <a:cubicBezTo>
                    <a:pt x="207" y="705"/>
                    <a:pt x="206" y="719"/>
                    <a:pt x="204" y="734"/>
                  </a:cubicBezTo>
                  <a:cubicBezTo>
                    <a:pt x="202" y="749"/>
                    <a:pt x="201" y="767"/>
                    <a:pt x="196" y="782"/>
                  </a:cubicBezTo>
                  <a:cubicBezTo>
                    <a:pt x="191" y="797"/>
                    <a:pt x="184" y="807"/>
                    <a:pt x="176" y="822"/>
                  </a:cubicBezTo>
                  <a:cubicBezTo>
                    <a:pt x="168" y="837"/>
                    <a:pt x="156" y="860"/>
                    <a:pt x="148" y="870"/>
                  </a:cubicBezTo>
                  <a:cubicBezTo>
                    <a:pt x="140" y="880"/>
                    <a:pt x="136" y="877"/>
                    <a:pt x="128" y="882"/>
                  </a:cubicBezTo>
                  <a:cubicBezTo>
                    <a:pt x="120" y="887"/>
                    <a:pt x="112" y="894"/>
                    <a:pt x="100" y="898"/>
                  </a:cubicBezTo>
                  <a:cubicBezTo>
                    <a:pt x="88" y="902"/>
                    <a:pt x="71" y="901"/>
                    <a:pt x="56" y="906"/>
                  </a:cubicBezTo>
                  <a:cubicBezTo>
                    <a:pt x="41" y="911"/>
                    <a:pt x="16" y="915"/>
                    <a:pt x="8" y="926"/>
                  </a:cubicBezTo>
                  <a:cubicBezTo>
                    <a:pt x="0" y="937"/>
                    <a:pt x="7" y="959"/>
                    <a:pt x="8" y="974"/>
                  </a:cubicBezTo>
                  <a:cubicBezTo>
                    <a:pt x="9" y="989"/>
                    <a:pt x="5" y="1004"/>
                    <a:pt x="16" y="1014"/>
                  </a:cubicBezTo>
                  <a:cubicBezTo>
                    <a:pt x="27" y="1024"/>
                    <a:pt x="55" y="1027"/>
                    <a:pt x="72" y="1034"/>
                  </a:cubicBezTo>
                  <a:cubicBezTo>
                    <a:pt x="89" y="1041"/>
                    <a:pt x="99" y="1053"/>
                    <a:pt x="116" y="1058"/>
                  </a:cubicBezTo>
                  <a:cubicBezTo>
                    <a:pt x="133" y="1063"/>
                    <a:pt x="157" y="1064"/>
                    <a:pt x="176" y="1066"/>
                  </a:cubicBezTo>
                  <a:cubicBezTo>
                    <a:pt x="195" y="1068"/>
                    <a:pt x="207" y="1071"/>
                    <a:pt x="228" y="1070"/>
                  </a:cubicBezTo>
                  <a:cubicBezTo>
                    <a:pt x="249" y="1069"/>
                    <a:pt x="278" y="1065"/>
                    <a:pt x="304" y="1062"/>
                  </a:cubicBezTo>
                  <a:cubicBezTo>
                    <a:pt x="330" y="1059"/>
                    <a:pt x="359" y="1059"/>
                    <a:pt x="384" y="1050"/>
                  </a:cubicBezTo>
                  <a:cubicBezTo>
                    <a:pt x="409" y="1041"/>
                    <a:pt x="436" y="1036"/>
                    <a:pt x="452" y="1010"/>
                  </a:cubicBezTo>
                  <a:cubicBezTo>
                    <a:pt x="468" y="984"/>
                    <a:pt x="476" y="1041"/>
                    <a:pt x="480" y="894"/>
                  </a:cubicBezTo>
                  <a:cubicBezTo>
                    <a:pt x="484" y="747"/>
                    <a:pt x="480" y="260"/>
                    <a:pt x="476" y="130"/>
                  </a:cubicBezTo>
                  <a:cubicBezTo>
                    <a:pt x="472" y="0"/>
                    <a:pt x="465" y="113"/>
                    <a:pt x="456" y="114"/>
                  </a:cubicBezTo>
                  <a:cubicBezTo>
                    <a:pt x="447" y="115"/>
                    <a:pt x="440" y="131"/>
                    <a:pt x="424" y="138"/>
                  </a:cubicBezTo>
                  <a:cubicBezTo>
                    <a:pt x="408" y="145"/>
                    <a:pt x="378" y="150"/>
                    <a:pt x="360" y="154"/>
                  </a:cubicBezTo>
                  <a:cubicBezTo>
                    <a:pt x="342" y="158"/>
                    <a:pt x="332" y="160"/>
                    <a:pt x="316" y="162"/>
                  </a:cubicBezTo>
                  <a:cubicBezTo>
                    <a:pt x="300" y="164"/>
                    <a:pt x="283" y="165"/>
                    <a:pt x="264" y="166"/>
                  </a:cubicBezTo>
                  <a:cubicBezTo>
                    <a:pt x="245" y="167"/>
                    <a:pt x="223" y="168"/>
                    <a:pt x="204" y="166"/>
                  </a:cubicBezTo>
                  <a:cubicBezTo>
                    <a:pt x="185" y="164"/>
                    <a:pt x="171" y="159"/>
                    <a:pt x="152" y="154"/>
                  </a:cubicBezTo>
                  <a:cubicBezTo>
                    <a:pt x="133" y="149"/>
                    <a:pt x="109" y="143"/>
                    <a:pt x="92" y="138"/>
                  </a:cubicBezTo>
                  <a:cubicBezTo>
                    <a:pt x="75" y="133"/>
                    <a:pt x="63" y="134"/>
                    <a:pt x="48" y="126"/>
                  </a:cubicBezTo>
                  <a:cubicBezTo>
                    <a:pt x="33" y="118"/>
                    <a:pt x="13" y="98"/>
                    <a:pt x="4" y="90"/>
                  </a:cubicBezTo>
                </a:path>
              </a:pathLst>
            </a:custGeom>
            <a:gradFill rotWithShape="0">
              <a:gsLst>
                <a:gs pos="0">
                  <a:srgbClr val="765E76"/>
                </a:gs>
                <a:gs pos="50000">
                  <a:srgbClr val="FFCCFF"/>
                </a:gs>
                <a:gs pos="100000">
                  <a:srgbClr val="765E76"/>
                </a:gs>
              </a:gsLst>
              <a:lin ang="0" scaled="1"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F6F59962-81A6-0FBB-C648-05E635F4169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0" y="1252"/>
              <a:ext cx="576" cy="776"/>
            </a:xfrm>
            <a:custGeom>
              <a:avLst/>
              <a:gdLst>
                <a:gd name="T0" fmla="*/ 0 w 576"/>
                <a:gd name="T1" fmla="*/ 124 h 776"/>
                <a:gd name="T2" fmla="*/ 28 w 576"/>
                <a:gd name="T3" fmla="*/ 124 h 776"/>
                <a:gd name="T4" fmla="*/ 68 w 576"/>
                <a:gd name="T5" fmla="*/ 124 h 776"/>
                <a:gd name="T6" fmla="*/ 104 w 576"/>
                <a:gd name="T7" fmla="*/ 132 h 776"/>
                <a:gd name="T8" fmla="*/ 128 w 576"/>
                <a:gd name="T9" fmla="*/ 140 h 776"/>
                <a:gd name="T10" fmla="*/ 164 w 576"/>
                <a:gd name="T11" fmla="*/ 168 h 776"/>
                <a:gd name="T12" fmla="*/ 188 w 576"/>
                <a:gd name="T13" fmla="*/ 184 h 776"/>
                <a:gd name="T14" fmla="*/ 204 w 576"/>
                <a:gd name="T15" fmla="*/ 204 h 776"/>
                <a:gd name="T16" fmla="*/ 236 w 576"/>
                <a:gd name="T17" fmla="*/ 228 h 776"/>
                <a:gd name="T18" fmla="*/ 260 w 576"/>
                <a:gd name="T19" fmla="*/ 260 h 776"/>
                <a:gd name="T20" fmla="*/ 288 w 576"/>
                <a:gd name="T21" fmla="*/ 304 h 776"/>
                <a:gd name="T22" fmla="*/ 304 w 576"/>
                <a:gd name="T23" fmla="*/ 328 h 776"/>
                <a:gd name="T24" fmla="*/ 320 w 576"/>
                <a:gd name="T25" fmla="*/ 372 h 776"/>
                <a:gd name="T26" fmla="*/ 328 w 576"/>
                <a:gd name="T27" fmla="*/ 408 h 776"/>
                <a:gd name="T28" fmla="*/ 336 w 576"/>
                <a:gd name="T29" fmla="*/ 444 h 776"/>
                <a:gd name="T30" fmla="*/ 340 w 576"/>
                <a:gd name="T31" fmla="*/ 480 h 776"/>
                <a:gd name="T32" fmla="*/ 348 w 576"/>
                <a:gd name="T33" fmla="*/ 512 h 776"/>
                <a:gd name="T34" fmla="*/ 352 w 576"/>
                <a:gd name="T35" fmla="*/ 548 h 776"/>
                <a:gd name="T36" fmla="*/ 344 w 576"/>
                <a:gd name="T37" fmla="*/ 588 h 776"/>
                <a:gd name="T38" fmla="*/ 336 w 576"/>
                <a:gd name="T39" fmla="*/ 632 h 776"/>
                <a:gd name="T40" fmla="*/ 320 w 576"/>
                <a:gd name="T41" fmla="*/ 672 h 776"/>
                <a:gd name="T42" fmla="*/ 292 w 576"/>
                <a:gd name="T43" fmla="*/ 712 h 776"/>
                <a:gd name="T44" fmla="*/ 248 w 576"/>
                <a:gd name="T45" fmla="*/ 740 h 776"/>
                <a:gd name="T46" fmla="*/ 216 w 576"/>
                <a:gd name="T47" fmla="*/ 776 h 776"/>
                <a:gd name="T48" fmla="*/ 372 w 576"/>
                <a:gd name="T49" fmla="*/ 720 h 776"/>
                <a:gd name="T50" fmla="*/ 408 w 576"/>
                <a:gd name="T51" fmla="*/ 708 h 776"/>
                <a:gd name="T52" fmla="*/ 444 w 576"/>
                <a:gd name="T53" fmla="*/ 692 h 776"/>
                <a:gd name="T54" fmla="*/ 468 w 576"/>
                <a:gd name="T55" fmla="*/ 684 h 776"/>
                <a:gd name="T56" fmla="*/ 496 w 576"/>
                <a:gd name="T57" fmla="*/ 668 h 776"/>
                <a:gd name="T58" fmla="*/ 520 w 576"/>
                <a:gd name="T59" fmla="*/ 652 h 776"/>
                <a:gd name="T60" fmla="*/ 540 w 576"/>
                <a:gd name="T61" fmla="*/ 628 h 776"/>
                <a:gd name="T62" fmla="*/ 556 w 576"/>
                <a:gd name="T63" fmla="*/ 592 h 776"/>
                <a:gd name="T64" fmla="*/ 568 w 576"/>
                <a:gd name="T65" fmla="*/ 544 h 776"/>
                <a:gd name="T66" fmla="*/ 576 w 576"/>
                <a:gd name="T67" fmla="*/ 516 h 776"/>
                <a:gd name="T68" fmla="*/ 576 w 576"/>
                <a:gd name="T69" fmla="*/ 492 h 776"/>
                <a:gd name="T70" fmla="*/ 576 w 576"/>
                <a:gd name="T71" fmla="*/ 464 h 776"/>
                <a:gd name="T72" fmla="*/ 572 w 576"/>
                <a:gd name="T73" fmla="*/ 440 h 776"/>
                <a:gd name="T74" fmla="*/ 564 w 576"/>
                <a:gd name="T75" fmla="*/ 404 h 776"/>
                <a:gd name="T76" fmla="*/ 560 w 576"/>
                <a:gd name="T77" fmla="*/ 372 h 776"/>
                <a:gd name="T78" fmla="*/ 552 w 576"/>
                <a:gd name="T79" fmla="*/ 348 h 776"/>
                <a:gd name="T80" fmla="*/ 540 w 576"/>
                <a:gd name="T81" fmla="*/ 324 h 776"/>
                <a:gd name="T82" fmla="*/ 528 w 576"/>
                <a:gd name="T83" fmla="*/ 288 h 776"/>
                <a:gd name="T84" fmla="*/ 508 w 576"/>
                <a:gd name="T85" fmla="*/ 256 h 776"/>
                <a:gd name="T86" fmla="*/ 496 w 576"/>
                <a:gd name="T87" fmla="*/ 236 h 776"/>
                <a:gd name="T88" fmla="*/ 480 w 576"/>
                <a:gd name="T89" fmla="*/ 216 h 776"/>
                <a:gd name="T90" fmla="*/ 448 w 576"/>
                <a:gd name="T91" fmla="*/ 188 h 776"/>
                <a:gd name="T92" fmla="*/ 416 w 576"/>
                <a:gd name="T93" fmla="*/ 156 h 776"/>
                <a:gd name="T94" fmla="*/ 396 w 576"/>
                <a:gd name="T95" fmla="*/ 132 h 776"/>
                <a:gd name="T96" fmla="*/ 376 w 576"/>
                <a:gd name="T97" fmla="*/ 100 h 776"/>
                <a:gd name="T98" fmla="*/ 368 w 576"/>
                <a:gd name="T99" fmla="*/ 48 h 776"/>
                <a:gd name="T100" fmla="*/ 368 w 576"/>
                <a:gd name="T101" fmla="*/ 0 h 776"/>
                <a:gd name="T102" fmla="*/ 0 w 576"/>
                <a:gd name="T103" fmla="*/ 124 h 77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576"/>
                <a:gd name="T157" fmla="*/ 0 h 776"/>
                <a:gd name="T158" fmla="*/ 576 w 576"/>
                <a:gd name="T159" fmla="*/ 776 h 77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576" h="776">
                  <a:moveTo>
                    <a:pt x="0" y="124"/>
                  </a:moveTo>
                  <a:lnTo>
                    <a:pt x="28" y="124"/>
                  </a:lnTo>
                  <a:lnTo>
                    <a:pt x="68" y="124"/>
                  </a:lnTo>
                  <a:lnTo>
                    <a:pt x="104" y="132"/>
                  </a:lnTo>
                  <a:lnTo>
                    <a:pt x="128" y="140"/>
                  </a:lnTo>
                  <a:lnTo>
                    <a:pt x="164" y="168"/>
                  </a:lnTo>
                  <a:lnTo>
                    <a:pt x="188" y="184"/>
                  </a:lnTo>
                  <a:lnTo>
                    <a:pt x="204" y="204"/>
                  </a:lnTo>
                  <a:lnTo>
                    <a:pt x="236" y="228"/>
                  </a:lnTo>
                  <a:lnTo>
                    <a:pt x="260" y="260"/>
                  </a:lnTo>
                  <a:lnTo>
                    <a:pt x="288" y="304"/>
                  </a:lnTo>
                  <a:lnTo>
                    <a:pt x="304" y="328"/>
                  </a:lnTo>
                  <a:lnTo>
                    <a:pt x="320" y="372"/>
                  </a:lnTo>
                  <a:lnTo>
                    <a:pt x="328" y="408"/>
                  </a:lnTo>
                  <a:lnTo>
                    <a:pt x="336" y="444"/>
                  </a:lnTo>
                  <a:lnTo>
                    <a:pt x="340" y="480"/>
                  </a:lnTo>
                  <a:lnTo>
                    <a:pt x="348" y="512"/>
                  </a:lnTo>
                  <a:lnTo>
                    <a:pt x="352" y="548"/>
                  </a:lnTo>
                  <a:lnTo>
                    <a:pt x="344" y="588"/>
                  </a:lnTo>
                  <a:cubicBezTo>
                    <a:pt x="335" y="623"/>
                    <a:pt x="339" y="617"/>
                    <a:pt x="336" y="632"/>
                  </a:cubicBezTo>
                  <a:lnTo>
                    <a:pt x="320" y="672"/>
                  </a:lnTo>
                  <a:lnTo>
                    <a:pt x="292" y="712"/>
                  </a:lnTo>
                  <a:lnTo>
                    <a:pt x="248" y="740"/>
                  </a:lnTo>
                  <a:lnTo>
                    <a:pt x="216" y="776"/>
                  </a:lnTo>
                  <a:lnTo>
                    <a:pt x="372" y="720"/>
                  </a:lnTo>
                  <a:lnTo>
                    <a:pt x="408" y="708"/>
                  </a:lnTo>
                  <a:lnTo>
                    <a:pt x="444" y="692"/>
                  </a:lnTo>
                  <a:lnTo>
                    <a:pt x="468" y="684"/>
                  </a:lnTo>
                  <a:lnTo>
                    <a:pt x="496" y="668"/>
                  </a:lnTo>
                  <a:lnTo>
                    <a:pt x="520" y="652"/>
                  </a:lnTo>
                  <a:lnTo>
                    <a:pt x="540" y="628"/>
                  </a:lnTo>
                  <a:lnTo>
                    <a:pt x="556" y="592"/>
                  </a:lnTo>
                  <a:lnTo>
                    <a:pt x="568" y="544"/>
                  </a:lnTo>
                  <a:lnTo>
                    <a:pt x="576" y="516"/>
                  </a:lnTo>
                  <a:lnTo>
                    <a:pt x="576" y="492"/>
                  </a:lnTo>
                  <a:lnTo>
                    <a:pt x="576" y="464"/>
                  </a:lnTo>
                  <a:lnTo>
                    <a:pt x="572" y="440"/>
                  </a:lnTo>
                  <a:lnTo>
                    <a:pt x="564" y="404"/>
                  </a:lnTo>
                  <a:lnTo>
                    <a:pt x="560" y="372"/>
                  </a:lnTo>
                  <a:lnTo>
                    <a:pt x="552" y="348"/>
                  </a:lnTo>
                  <a:lnTo>
                    <a:pt x="540" y="324"/>
                  </a:lnTo>
                  <a:lnTo>
                    <a:pt x="528" y="288"/>
                  </a:lnTo>
                  <a:cubicBezTo>
                    <a:pt x="520" y="256"/>
                    <a:pt x="513" y="265"/>
                    <a:pt x="508" y="256"/>
                  </a:cubicBezTo>
                  <a:lnTo>
                    <a:pt x="496" y="236"/>
                  </a:lnTo>
                  <a:lnTo>
                    <a:pt x="480" y="216"/>
                  </a:lnTo>
                  <a:lnTo>
                    <a:pt x="448" y="188"/>
                  </a:lnTo>
                  <a:lnTo>
                    <a:pt x="416" y="156"/>
                  </a:lnTo>
                  <a:lnTo>
                    <a:pt x="396" y="132"/>
                  </a:lnTo>
                  <a:lnTo>
                    <a:pt x="376" y="100"/>
                  </a:lnTo>
                  <a:lnTo>
                    <a:pt x="368" y="48"/>
                  </a:lnTo>
                  <a:lnTo>
                    <a:pt x="368" y="0"/>
                  </a:lnTo>
                  <a:lnTo>
                    <a:pt x="0" y="124"/>
                  </a:lnTo>
                  <a:close/>
                </a:path>
              </a:pathLst>
            </a:custGeom>
            <a:gradFill rotWithShape="0">
              <a:gsLst>
                <a:gs pos="0">
                  <a:srgbClr val="475E76"/>
                </a:gs>
                <a:gs pos="50000">
                  <a:srgbClr val="99CCFF"/>
                </a:gs>
                <a:gs pos="100000">
                  <a:srgbClr val="475E76"/>
                </a:gs>
              </a:gsLst>
              <a:lin ang="5400000" scaled="1"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" name="Oval 6">
              <a:extLst>
                <a:ext uri="{FF2B5EF4-FFF2-40B4-BE49-F238E27FC236}">
                  <a16:creationId xmlns:a16="http://schemas.microsoft.com/office/drawing/2014/main" id="{82E43DCF-F820-699A-AE38-2224C601332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1224673">
              <a:off x="1636" y="1358"/>
              <a:ext cx="464" cy="683"/>
            </a:xfrm>
            <a:prstGeom prst="ellipse">
              <a:avLst/>
            </a:prstGeom>
            <a:gradFill rotWithShape="0">
              <a:gsLst>
                <a:gs pos="0">
                  <a:srgbClr val="475E76"/>
                </a:gs>
                <a:gs pos="100000">
                  <a:srgbClr val="99CCFF"/>
                </a:gs>
              </a:gsLst>
              <a:lin ang="270000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74C2C27E-2886-20F2-EE4D-1F21A581DC6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6" y="1212"/>
              <a:ext cx="148" cy="715"/>
            </a:xfrm>
            <a:custGeom>
              <a:avLst/>
              <a:gdLst>
                <a:gd name="T0" fmla="*/ 0 w 148"/>
                <a:gd name="T1" fmla="*/ 0 h 715"/>
                <a:gd name="T2" fmla="*/ 16 w 148"/>
                <a:gd name="T3" fmla="*/ 28 h 715"/>
                <a:gd name="T4" fmla="*/ 36 w 148"/>
                <a:gd name="T5" fmla="*/ 44 h 715"/>
                <a:gd name="T6" fmla="*/ 52 w 148"/>
                <a:gd name="T7" fmla="*/ 64 h 715"/>
                <a:gd name="T8" fmla="*/ 72 w 148"/>
                <a:gd name="T9" fmla="*/ 88 h 715"/>
                <a:gd name="T10" fmla="*/ 100 w 148"/>
                <a:gd name="T11" fmla="*/ 132 h 715"/>
                <a:gd name="T12" fmla="*/ 112 w 148"/>
                <a:gd name="T13" fmla="*/ 156 h 715"/>
                <a:gd name="T14" fmla="*/ 128 w 148"/>
                <a:gd name="T15" fmla="*/ 188 h 715"/>
                <a:gd name="T16" fmla="*/ 140 w 148"/>
                <a:gd name="T17" fmla="*/ 236 h 715"/>
                <a:gd name="T18" fmla="*/ 144 w 148"/>
                <a:gd name="T19" fmla="*/ 284 h 715"/>
                <a:gd name="T20" fmla="*/ 148 w 148"/>
                <a:gd name="T21" fmla="*/ 328 h 715"/>
                <a:gd name="T22" fmla="*/ 148 w 148"/>
                <a:gd name="T23" fmla="*/ 360 h 715"/>
                <a:gd name="T24" fmla="*/ 148 w 148"/>
                <a:gd name="T25" fmla="*/ 392 h 715"/>
                <a:gd name="T26" fmla="*/ 140 w 148"/>
                <a:gd name="T27" fmla="*/ 428 h 715"/>
                <a:gd name="T28" fmla="*/ 128 w 148"/>
                <a:gd name="T29" fmla="*/ 456 h 715"/>
                <a:gd name="T30" fmla="*/ 120 w 148"/>
                <a:gd name="T31" fmla="*/ 484 h 715"/>
                <a:gd name="T32" fmla="*/ 92 w 148"/>
                <a:gd name="T33" fmla="*/ 532 h 715"/>
                <a:gd name="T34" fmla="*/ 68 w 148"/>
                <a:gd name="T35" fmla="*/ 568 h 715"/>
                <a:gd name="T36" fmla="*/ 48 w 148"/>
                <a:gd name="T37" fmla="*/ 584 h 715"/>
                <a:gd name="T38" fmla="*/ 28 w 148"/>
                <a:gd name="T39" fmla="*/ 596 h 715"/>
                <a:gd name="T40" fmla="*/ 8 w 148"/>
                <a:gd name="T41" fmla="*/ 616 h 715"/>
                <a:gd name="T42" fmla="*/ 0 w 148"/>
                <a:gd name="T43" fmla="*/ 0 h 715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148"/>
                <a:gd name="T67" fmla="*/ 0 h 715"/>
                <a:gd name="T68" fmla="*/ 148 w 148"/>
                <a:gd name="T69" fmla="*/ 715 h 715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148" h="715">
                  <a:moveTo>
                    <a:pt x="0" y="0"/>
                  </a:moveTo>
                  <a:lnTo>
                    <a:pt x="16" y="28"/>
                  </a:lnTo>
                  <a:lnTo>
                    <a:pt x="36" y="44"/>
                  </a:lnTo>
                  <a:lnTo>
                    <a:pt x="52" y="64"/>
                  </a:lnTo>
                  <a:lnTo>
                    <a:pt x="72" y="88"/>
                  </a:lnTo>
                  <a:lnTo>
                    <a:pt x="100" y="132"/>
                  </a:lnTo>
                  <a:lnTo>
                    <a:pt x="112" y="156"/>
                  </a:lnTo>
                  <a:lnTo>
                    <a:pt x="128" y="188"/>
                  </a:lnTo>
                  <a:lnTo>
                    <a:pt x="140" y="236"/>
                  </a:lnTo>
                  <a:lnTo>
                    <a:pt x="144" y="284"/>
                  </a:lnTo>
                  <a:lnTo>
                    <a:pt x="148" y="328"/>
                  </a:lnTo>
                  <a:lnTo>
                    <a:pt x="148" y="360"/>
                  </a:lnTo>
                  <a:lnTo>
                    <a:pt x="148" y="392"/>
                  </a:lnTo>
                  <a:lnTo>
                    <a:pt x="140" y="428"/>
                  </a:lnTo>
                  <a:lnTo>
                    <a:pt x="128" y="456"/>
                  </a:lnTo>
                  <a:lnTo>
                    <a:pt x="120" y="484"/>
                  </a:lnTo>
                  <a:lnTo>
                    <a:pt x="92" y="532"/>
                  </a:lnTo>
                  <a:cubicBezTo>
                    <a:pt x="84" y="542"/>
                    <a:pt x="77" y="559"/>
                    <a:pt x="68" y="568"/>
                  </a:cubicBezTo>
                  <a:lnTo>
                    <a:pt x="48" y="584"/>
                  </a:lnTo>
                  <a:cubicBezTo>
                    <a:pt x="34" y="594"/>
                    <a:pt x="40" y="590"/>
                    <a:pt x="28" y="596"/>
                  </a:cubicBezTo>
                  <a:cubicBezTo>
                    <a:pt x="6" y="614"/>
                    <a:pt x="13" y="715"/>
                    <a:pt x="8" y="616"/>
                  </a:cubicBez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475E76"/>
                </a:gs>
                <a:gs pos="50000">
                  <a:srgbClr val="99CCFF"/>
                </a:gs>
                <a:gs pos="100000">
                  <a:srgbClr val="475E76"/>
                </a:gs>
              </a:gsLst>
              <a:lin ang="5400000" scaled="1"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" name="Oval 8">
              <a:extLst>
                <a:ext uri="{FF2B5EF4-FFF2-40B4-BE49-F238E27FC236}">
                  <a16:creationId xmlns:a16="http://schemas.microsoft.com/office/drawing/2014/main" id="{6367E7F0-AC16-918C-E937-7F50054E9B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4" y="1038"/>
              <a:ext cx="466" cy="162"/>
            </a:xfrm>
            <a:prstGeom prst="ellipse">
              <a:avLst/>
            </a:prstGeom>
            <a:gradFill rotWithShape="0">
              <a:gsLst>
                <a:gs pos="0">
                  <a:srgbClr val="FFCCFF"/>
                </a:gs>
                <a:gs pos="100000">
                  <a:srgbClr val="765E76"/>
                </a:gs>
              </a:gsLst>
              <a:lin ang="1890000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B686B875-F743-B7E9-DBB8-B7C89301E8FD}"/>
              </a:ext>
            </a:extLst>
          </p:cNvPr>
          <p:cNvGrpSpPr>
            <a:grpSpLocks/>
          </p:cNvGrpSpPr>
          <p:nvPr/>
        </p:nvGrpSpPr>
        <p:grpSpPr bwMode="auto">
          <a:xfrm>
            <a:off x="6236572" y="411246"/>
            <a:ext cx="5153025" cy="4946650"/>
            <a:chOff x="2241" y="650"/>
            <a:chExt cx="3246" cy="3116"/>
          </a:xfrm>
        </p:grpSpPr>
        <p:grpSp>
          <p:nvGrpSpPr>
            <p:cNvPr id="10" name="Group 10">
              <a:extLst>
                <a:ext uri="{FF2B5EF4-FFF2-40B4-BE49-F238E27FC236}">
                  <a16:creationId xmlns:a16="http://schemas.microsoft.com/office/drawing/2014/main" id="{70A6D678-1272-FDDD-5EF4-5BEE343E87D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41" y="651"/>
              <a:ext cx="1518" cy="3115"/>
              <a:chOff x="2241" y="651"/>
              <a:chExt cx="1518" cy="3115"/>
            </a:xfrm>
          </p:grpSpPr>
          <p:grpSp>
            <p:nvGrpSpPr>
              <p:cNvPr id="14" name="Group 11">
                <a:extLst>
                  <a:ext uri="{FF2B5EF4-FFF2-40B4-BE49-F238E27FC236}">
                    <a16:creationId xmlns:a16="http://schemas.microsoft.com/office/drawing/2014/main" id="{3BE9B2F4-4004-C2E9-906C-8F052D145FA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44" y="2346"/>
                <a:ext cx="1512" cy="1420"/>
                <a:chOff x="2217" y="2500"/>
                <a:chExt cx="1512" cy="1420"/>
              </a:xfrm>
            </p:grpSpPr>
            <p:sp>
              <p:nvSpPr>
                <p:cNvPr id="19" name="Rectangle 12">
                  <a:extLst>
                    <a:ext uri="{FF2B5EF4-FFF2-40B4-BE49-F238E27FC236}">
                      <a16:creationId xmlns:a16="http://schemas.microsoft.com/office/drawing/2014/main" id="{CFC3A9F0-1AF3-B9E7-217E-5C2574CA6C3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17" y="2500"/>
                  <a:ext cx="1512" cy="1211"/>
                </a:xfrm>
                <a:prstGeom prst="rect">
                  <a:avLst/>
                </a:prstGeom>
                <a:solidFill>
                  <a:srgbClr val="FFFFFF"/>
                </a:solidFill>
                <a:ln w="38100">
                  <a:solidFill>
                    <a:srgbClr val="333399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0" name="Oval 13">
                  <a:extLst>
                    <a:ext uri="{FF2B5EF4-FFF2-40B4-BE49-F238E27FC236}">
                      <a16:creationId xmlns:a16="http://schemas.microsoft.com/office/drawing/2014/main" id="{D4CC308D-3C61-F8E0-6985-F0EF33624CD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11" y="2997"/>
                  <a:ext cx="923" cy="923"/>
                </a:xfrm>
                <a:prstGeom prst="ellipse">
                  <a:avLst/>
                </a:prstGeom>
                <a:solidFill>
                  <a:srgbClr val="FFFFFF"/>
                </a:solidFill>
                <a:ln w="38100">
                  <a:solidFill>
                    <a:srgbClr val="9900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5" name="Group 17">
                <a:extLst>
                  <a:ext uri="{FF2B5EF4-FFF2-40B4-BE49-F238E27FC236}">
                    <a16:creationId xmlns:a16="http://schemas.microsoft.com/office/drawing/2014/main" id="{AEC11264-1139-4B1E-612B-7D32F541E65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41" y="651"/>
                <a:ext cx="1518" cy="1450"/>
                <a:chOff x="2241" y="651"/>
                <a:chExt cx="1518" cy="1450"/>
              </a:xfrm>
            </p:grpSpPr>
            <p:sp>
              <p:nvSpPr>
                <p:cNvPr id="17" name="Rectangle 18">
                  <a:extLst>
                    <a:ext uri="{FF2B5EF4-FFF2-40B4-BE49-F238E27FC236}">
                      <a16:creationId xmlns:a16="http://schemas.microsoft.com/office/drawing/2014/main" id="{D25CF67D-70C5-C6B5-F94F-EE118623D7C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35" y="651"/>
                  <a:ext cx="934" cy="1450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9900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8" name="Rectangle 19">
                  <a:extLst>
                    <a:ext uri="{FF2B5EF4-FFF2-40B4-BE49-F238E27FC236}">
                      <a16:creationId xmlns:a16="http://schemas.microsoft.com/office/drawing/2014/main" id="{4EB6A3A1-5F9C-299B-4A83-C081012667C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41" y="776"/>
                  <a:ext cx="1518" cy="1200"/>
                </a:xfrm>
                <a:prstGeom prst="rect">
                  <a:avLst/>
                </a:prstGeom>
                <a:noFill/>
                <a:ln w="12700">
                  <a:solidFill>
                    <a:srgbClr val="333399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</p:grpSp>
        <p:grpSp>
          <p:nvGrpSpPr>
            <p:cNvPr id="11" name="Group 22">
              <a:extLst>
                <a:ext uri="{FF2B5EF4-FFF2-40B4-BE49-F238E27FC236}">
                  <a16:creationId xmlns:a16="http://schemas.microsoft.com/office/drawing/2014/main" id="{3D13B20A-C8D3-0C7D-EDD7-4C5840A0BA2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72" y="650"/>
              <a:ext cx="1415" cy="1452"/>
              <a:chOff x="4033" y="804"/>
              <a:chExt cx="1415" cy="1452"/>
            </a:xfrm>
          </p:grpSpPr>
          <p:sp>
            <p:nvSpPr>
              <p:cNvPr id="12" name="Rectangle 23">
                <a:extLst>
                  <a:ext uri="{FF2B5EF4-FFF2-40B4-BE49-F238E27FC236}">
                    <a16:creationId xmlns:a16="http://schemas.microsoft.com/office/drawing/2014/main" id="{FF6F9025-D6B2-56A3-725B-A91058EB33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12" y="804"/>
                <a:ext cx="936" cy="1452"/>
              </a:xfrm>
              <a:prstGeom prst="rect">
                <a:avLst/>
              </a:prstGeom>
              <a:solidFill>
                <a:srgbClr val="FFFFFF"/>
              </a:solidFill>
              <a:ln w="38100">
                <a:solidFill>
                  <a:srgbClr val="990033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" name="Oval 24">
                <a:extLst>
                  <a:ext uri="{FF2B5EF4-FFF2-40B4-BE49-F238E27FC236}">
                    <a16:creationId xmlns:a16="http://schemas.microsoft.com/office/drawing/2014/main" id="{1D3EE116-6C60-9EF4-25F9-8D1708345C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33" y="928"/>
                <a:ext cx="1200" cy="1200"/>
              </a:xfrm>
              <a:prstGeom prst="ellipse">
                <a:avLst/>
              </a:prstGeom>
              <a:solidFill>
                <a:srgbClr val="FFFFFF"/>
              </a:solidFill>
              <a:ln w="38100">
                <a:solidFill>
                  <a:srgbClr val="333399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pic>
        <p:nvPicPr>
          <p:cNvPr id="21" name="图片 20">
            <a:extLst>
              <a:ext uri="{FF2B5EF4-FFF2-40B4-BE49-F238E27FC236}">
                <a16:creationId xmlns:a16="http://schemas.microsoft.com/office/drawing/2014/main" id="{DEA893E1-6D27-A1E3-4FCE-098F7602E7C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972" t="35287" r="23306" b="17761"/>
          <a:stretch/>
        </p:blipFill>
        <p:spPr>
          <a:xfrm>
            <a:off x="6108700" y="1492250"/>
            <a:ext cx="2609850" cy="158750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ADE4138F-A60D-11E0-C769-479C37D2363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243" t="22202" r="37275" b="9249"/>
          <a:stretch/>
        </p:blipFill>
        <p:spPr>
          <a:xfrm rot="5400000">
            <a:off x="6167332" y="1468542"/>
            <a:ext cx="2527510" cy="231775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74213ABE-1CB4-59FD-716E-8C761683525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972" t="35287" r="23306" b="17761"/>
          <a:stretch/>
        </p:blipFill>
        <p:spPr>
          <a:xfrm>
            <a:off x="6108700" y="3999872"/>
            <a:ext cx="2609850" cy="158750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FC8B249E-A633-CE66-6BEF-350301754F1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123" t="41918" r="33038" b="26154"/>
          <a:stretch/>
        </p:blipFill>
        <p:spPr>
          <a:xfrm rot="5400000">
            <a:off x="6216648" y="4178300"/>
            <a:ext cx="2419353" cy="107951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04AA17BF-56A0-103D-F768-5D02D79493A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78" t="30696" r="38930" b="12960"/>
          <a:stretch/>
        </p:blipFill>
        <p:spPr>
          <a:xfrm>
            <a:off x="6553200" y="4549141"/>
            <a:ext cx="1805940" cy="190500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F76E8F1B-BF49-FF1A-4A5F-F9FBB56C8D1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894" t="23094" r="41331" b="7043"/>
          <a:stretch/>
        </p:blipFill>
        <p:spPr>
          <a:xfrm rot="5400000">
            <a:off x="9399269" y="1451610"/>
            <a:ext cx="2499361" cy="236220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17967F90-DC7A-E0C2-F467-7AC3E78DDDC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924" t="35664" r="26088" b="17009"/>
          <a:stretch/>
        </p:blipFill>
        <p:spPr>
          <a:xfrm>
            <a:off x="9067800" y="1493520"/>
            <a:ext cx="2415540" cy="160020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022E8AB3-8F2B-D47D-8ADB-6C589CE1E92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343" t="22964" r="40875" b="11679"/>
          <a:stretch/>
        </p:blipFill>
        <p:spPr>
          <a:xfrm rot="5400000">
            <a:off x="9010648" y="1443992"/>
            <a:ext cx="2164084" cy="220980"/>
          </a:xfrm>
          <a:prstGeom prst="rect">
            <a:avLst/>
          </a:prstGeom>
        </p:spPr>
      </p:pic>
      <p:sp>
        <p:nvSpPr>
          <p:cNvPr id="29" name="Arc 28">
            <a:extLst>
              <a:ext uri="{FF2B5EF4-FFF2-40B4-BE49-F238E27FC236}">
                <a16:creationId xmlns:a16="http://schemas.microsoft.com/office/drawing/2014/main" id="{9733BE5B-3E35-FE20-53B3-25D514A1ABB8}"/>
              </a:ext>
            </a:extLst>
          </p:cNvPr>
          <p:cNvSpPr>
            <a:spLocks/>
          </p:cNvSpPr>
          <p:nvPr/>
        </p:nvSpPr>
        <p:spPr bwMode="auto">
          <a:xfrm flipV="1">
            <a:off x="6715997" y="3889459"/>
            <a:ext cx="1447800" cy="1146175"/>
          </a:xfrm>
          <a:custGeom>
            <a:avLst/>
            <a:gdLst>
              <a:gd name="T0" fmla="*/ 2147483646 w 43200"/>
              <a:gd name="T1" fmla="*/ 2147483646 h 34206"/>
              <a:gd name="T2" fmla="*/ 2147483646 w 43200"/>
              <a:gd name="T3" fmla="*/ 0 h 34206"/>
              <a:gd name="T4" fmla="*/ 2147483646 w 43200"/>
              <a:gd name="T5" fmla="*/ 2147483646 h 34206"/>
              <a:gd name="T6" fmla="*/ 0 60000 65536"/>
              <a:gd name="T7" fmla="*/ 0 60000 65536"/>
              <a:gd name="T8" fmla="*/ 0 60000 65536"/>
              <a:gd name="T9" fmla="*/ 0 w 43200"/>
              <a:gd name="T10" fmla="*/ 0 h 34206"/>
              <a:gd name="T11" fmla="*/ 43200 w 43200"/>
              <a:gd name="T12" fmla="*/ 34206 h 3420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00" h="34206" fill="none" extrusionOk="0">
                <a:moveTo>
                  <a:pt x="39593" y="657"/>
                </a:moveTo>
                <a:cubicBezTo>
                  <a:pt x="41945" y="4198"/>
                  <a:pt x="43200" y="8354"/>
                  <a:pt x="43200" y="12606"/>
                </a:cubicBezTo>
                <a:cubicBezTo>
                  <a:pt x="43200" y="24535"/>
                  <a:pt x="33529" y="34206"/>
                  <a:pt x="21600" y="34206"/>
                </a:cubicBezTo>
                <a:cubicBezTo>
                  <a:pt x="9670" y="34206"/>
                  <a:pt x="0" y="24535"/>
                  <a:pt x="0" y="12606"/>
                </a:cubicBezTo>
                <a:cubicBezTo>
                  <a:pt x="-1" y="8082"/>
                  <a:pt x="1420" y="3673"/>
                  <a:pt x="4060" y="0"/>
                </a:cubicBezTo>
              </a:path>
              <a:path w="43200" h="34206" stroke="0" extrusionOk="0">
                <a:moveTo>
                  <a:pt x="39593" y="657"/>
                </a:moveTo>
                <a:cubicBezTo>
                  <a:pt x="41945" y="4198"/>
                  <a:pt x="43200" y="8354"/>
                  <a:pt x="43200" y="12606"/>
                </a:cubicBezTo>
                <a:cubicBezTo>
                  <a:pt x="43200" y="24535"/>
                  <a:pt x="33529" y="34206"/>
                  <a:pt x="21600" y="34206"/>
                </a:cubicBezTo>
                <a:cubicBezTo>
                  <a:pt x="9670" y="34206"/>
                  <a:pt x="0" y="24535"/>
                  <a:pt x="0" y="12606"/>
                </a:cubicBezTo>
                <a:cubicBezTo>
                  <a:pt x="-1" y="8082"/>
                  <a:pt x="1420" y="3673"/>
                  <a:pt x="4060" y="0"/>
                </a:cubicBezTo>
                <a:lnTo>
                  <a:pt x="21600" y="12606"/>
                </a:lnTo>
                <a:lnTo>
                  <a:pt x="39593" y="657"/>
                </a:lnTo>
                <a:close/>
              </a:path>
            </a:pathLst>
          </a:custGeom>
          <a:noFill/>
          <a:ln w="76200">
            <a:solidFill>
              <a:srgbClr val="FF5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" name="Text Box 30">
            <a:extLst>
              <a:ext uri="{FF2B5EF4-FFF2-40B4-BE49-F238E27FC236}">
                <a16:creationId xmlns:a16="http://schemas.microsoft.com/office/drawing/2014/main" id="{A6C353FA-8755-5129-5FF1-1EE9DA8B74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486" y="1718982"/>
            <a:ext cx="202331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80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80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空间分析</a:t>
            </a:r>
          </a:p>
        </p:txBody>
      </p:sp>
      <p:sp>
        <p:nvSpPr>
          <p:cNvPr id="33" name="Text Box 34">
            <a:extLst>
              <a:ext uri="{FF2B5EF4-FFF2-40B4-BE49-F238E27FC236}">
                <a16:creationId xmlns:a16="http://schemas.microsoft.com/office/drawing/2014/main" id="{AC437E92-BAED-FCDB-874E-D441DC6107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486" y="2357674"/>
            <a:ext cx="202331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80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280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投影分析</a:t>
            </a:r>
          </a:p>
        </p:txBody>
      </p:sp>
      <p:sp>
        <p:nvSpPr>
          <p:cNvPr id="34" name="Arc 36">
            <a:extLst>
              <a:ext uri="{FF2B5EF4-FFF2-40B4-BE49-F238E27FC236}">
                <a16:creationId xmlns:a16="http://schemas.microsoft.com/office/drawing/2014/main" id="{51B3D3B5-85B3-ADFF-5A1A-21E0F2F4E8AF}"/>
              </a:ext>
            </a:extLst>
          </p:cNvPr>
          <p:cNvSpPr>
            <a:spLocks/>
          </p:cNvSpPr>
          <p:nvPr/>
        </p:nvSpPr>
        <p:spPr bwMode="auto">
          <a:xfrm flipV="1">
            <a:off x="9856072" y="612859"/>
            <a:ext cx="1185862" cy="1905000"/>
          </a:xfrm>
          <a:custGeom>
            <a:avLst/>
            <a:gdLst>
              <a:gd name="T0" fmla="*/ 2147483646 w 26908"/>
              <a:gd name="T1" fmla="*/ 2147483646 h 43200"/>
              <a:gd name="T2" fmla="*/ 0 w 26908"/>
              <a:gd name="T3" fmla="*/ 2147483646 h 43200"/>
              <a:gd name="T4" fmla="*/ 2147483646 w 26908"/>
              <a:gd name="T5" fmla="*/ 2147483646 h 43200"/>
              <a:gd name="T6" fmla="*/ 0 60000 65536"/>
              <a:gd name="T7" fmla="*/ 0 60000 65536"/>
              <a:gd name="T8" fmla="*/ 0 60000 65536"/>
              <a:gd name="T9" fmla="*/ 0 w 26908"/>
              <a:gd name="T10" fmla="*/ 0 h 43200"/>
              <a:gd name="T11" fmla="*/ 26908 w 26908"/>
              <a:gd name="T12" fmla="*/ 43200 h 43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6908" h="43200" fill="none" extrusionOk="0">
                <a:moveTo>
                  <a:pt x="920" y="450"/>
                </a:moveTo>
                <a:cubicBezTo>
                  <a:pt x="2363" y="150"/>
                  <a:pt x="3833" y="-1"/>
                  <a:pt x="5308" y="0"/>
                </a:cubicBezTo>
                <a:cubicBezTo>
                  <a:pt x="17237" y="0"/>
                  <a:pt x="26908" y="9670"/>
                  <a:pt x="26908" y="21600"/>
                </a:cubicBezTo>
                <a:cubicBezTo>
                  <a:pt x="26908" y="33529"/>
                  <a:pt x="17237" y="43200"/>
                  <a:pt x="5308" y="43200"/>
                </a:cubicBezTo>
                <a:cubicBezTo>
                  <a:pt x="3518" y="43200"/>
                  <a:pt x="1735" y="42977"/>
                  <a:pt x="0" y="42537"/>
                </a:cubicBezTo>
              </a:path>
              <a:path w="26908" h="43200" stroke="0" extrusionOk="0">
                <a:moveTo>
                  <a:pt x="920" y="450"/>
                </a:moveTo>
                <a:cubicBezTo>
                  <a:pt x="2363" y="150"/>
                  <a:pt x="3833" y="-1"/>
                  <a:pt x="5308" y="0"/>
                </a:cubicBezTo>
                <a:cubicBezTo>
                  <a:pt x="17237" y="0"/>
                  <a:pt x="26908" y="9670"/>
                  <a:pt x="26908" y="21600"/>
                </a:cubicBezTo>
                <a:cubicBezTo>
                  <a:pt x="26908" y="33529"/>
                  <a:pt x="17237" y="43200"/>
                  <a:pt x="5308" y="43200"/>
                </a:cubicBezTo>
                <a:cubicBezTo>
                  <a:pt x="3518" y="43200"/>
                  <a:pt x="1735" y="42977"/>
                  <a:pt x="0" y="42537"/>
                </a:cubicBezTo>
                <a:lnTo>
                  <a:pt x="5308" y="21600"/>
                </a:lnTo>
                <a:lnTo>
                  <a:pt x="920" y="450"/>
                </a:lnTo>
                <a:close/>
              </a:path>
            </a:pathLst>
          </a:custGeom>
          <a:noFill/>
          <a:ln w="762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5" name="Text Box 41">
            <a:extLst>
              <a:ext uri="{FF2B5EF4-FFF2-40B4-BE49-F238E27FC236}">
                <a16:creationId xmlns:a16="http://schemas.microsoft.com/office/drawing/2014/main" id="{829A8BD5-34E4-C666-9F50-702B309909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486" y="3043201"/>
            <a:ext cx="130516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80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280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作图</a:t>
            </a:r>
          </a:p>
        </p:txBody>
      </p:sp>
      <p:sp>
        <p:nvSpPr>
          <p:cNvPr id="36" name="Text Box 42">
            <a:extLst>
              <a:ext uri="{FF2B5EF4-FFF2-40B4-BE49-F238E27FC236}">
                <a16:creationId xmlns:a16="http://schemas.microsoft.com/office/drawing/2014/main" id="{62FF1991-D500-C7C2-E562-83E796F8F8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3713" y="3612023"/>
            <a:ext cx="2031325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特殊点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中间点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光滑连接曲线</a:t>
            </a:r>
          </a:p>
        </p:txBody>
      </p:sp>
      <p:sp>
        <p:nvSpPr>
          <p:cNvPr id="38" name="Line 43">
            <a:extLst>
              <a:ext uri="{FF2B5EF4-FFF2-40B4-BE49-F238E27FC236}">
                <a16:creationId xmlns:a16="http://schemas.microsoft.com/office/drawing/2014/main" id="{4D17E289-DCCF-64EE-69A0-49817791D7E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23947" y="1557421"/>
            <a:ext cx="0" cy="3448050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9" name="Line 44">
            <a:extLst>
              <a:ext uri="{FF2B5EF4-FFF2-40B4-BE49-F238E27FC236}">
                <a16:creationId xmlns:a16="http://schemas.microsoft.com/office/drawing/2014/main" id="{AC1F84BF-1DFB-11FF-FDE8-031AC1B3374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059022" y="1536784"/>
            <a:ext cx="0" cy="3448050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0" name="Line 45">
            <a:extLst>
              <a:ext uri="{FF2B5EF4-FFF2-40B4-BE49-F238E27FC236}">
                <a16:creationId xmlns:a16="http://schemas.microsoft.com/office/drawing/2014/main" id="{C9805B25-66AD-6852-34C6-97F24904A1E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93772" y="797009"/>
            <a:ext cx="3959225" cy="0"/>
          </a:xfrm>
          <a:prstGeom prst="line">
            <a:avLst/>
          </a:prstGeom>
          <a:noFill/>
          <a:ln w="952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1" name="Line 46">
            <a:extLst>
              <a:ext uri="{FF2B5EF4-FFF2-40B4-BE49-F238E27FC236}">
                <a16:creationId xmlns:a16="http://schemas.microsoft.com/office/drawing/2014/main" id="{57F71B86-23C2-1908-0A96-DA686F33DDA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96947" y="2321009"/>
            <a:ext cx="3949700" cy="0"/>
          </a:xfrm>
          <a:prstGeom prst="line">
            <a:avLst/>
          </a:prstGeom>
          <a:noFill/>
          <a:ln w="952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2" name="Line 47">
            <a:extLst>
              <a:ext uri="{FF2B5EF4-FFF2-40B4-BE49-F238E27FC236}">
                <a16:creationId xmlns:a16="http://schemas.microsoft.com/office/drawing/2014/main" id="{717D8358-EDC0-8F9C-D74C-9BBFADB2AD7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958884" y="595396"/>
            <a:ext cx="0" cy="347821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3" name="Line 48">
            <a:extLst>
              <a:ext uri="{FF2B5EF4-FFF2-40B4-BE49-F238E27FC236}">
                <a16:creationId xmlns:a16="http://schemas.microsoft.com/office/drawing/2014/main" id="{76751255-1D31-E97D-608A-FDEF96A90CC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919322" y="574759"/>
            <a:ext cx="0" cy="347821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4" name="Line 49">
            <a:extLst>
              <a:ext uri="{FF2B5EF4-FFF2-40B4-BE49-F238E27FC236}">
                <a16:creationId xmlns:a16="http://schemas.microsoft.com/office/drawing/2014/main" id="{AB5DDF90-E1EF-55E4-F3A7-40616C03596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435134" y="638259"/>
            <a:ext cx="2466975" cy="0"/>
          </a:xfrm>
          <a:prstGeom prst="line">
            <a:avLst/>
          </a:prstGeom>
          <a:noFill/>
          <a:ln w="9525">
            <a:solidFill>
              <a:srgbClr val="0066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5" name="Line 50">
            <a:extLst>
              <a:ext uri="{FF2B5EF4-FFF2-40B4-BE49-F238E27FC236}">
                <a16:creationId xmlns:a16="http://schemas.microsoft.com/office/drawing/2014/main" id="{0CADE605-82FB-D472-1B70-AF8988D71EC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428784" y="2492459"/>
            <a:ext cx="2466975" cy="0"/>
          </a:xfrm>
          <a:prstGeom prst="line">
            <a:avLst/>
          </a:prstGeom>
          <a:noFill/>
          <a:ln w="9525">
            <a:solidFill>
              <a:srgbClr val="0066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6" name="Line 51">
            <a:extLst>
              <a:ext uri="{FF2B5EF4-FFF2-40B4-BE49-F238E27FC236}">
                <a16:creationId xmlns:a16="http://schemas.microsoft.com/office/drawing/2014/main" id="{03902EB9-C913-10F9-5754-19FD5C7A1ABB}"/>
              </a:ext>
            </a:extLst>
          </p:cNvPr>
          <p:cNvSpPr>
            <a:spLocks noChangeShapeType="1"/>
          </p:cNvSpPr>
          <p:nvPr/>
        </p:nvSpPr>
        <p:spPr bwMode="auto">
          <a:xfrm>
            <a:off x="5933359" y="4867359"/>
            <a:ext cx="2900363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7" name="Line 54">
            <a:extLst>
              <a:ext uri="{FF2B5EF4-FFF2-40B4-BE49-F238E27FC236}">
                <a16:creationId xmlns:a16="http://schemas.microsoft.com/office/drawing/2014/main" id="{A8E493D9-4317-5C60-377E-332CEA1654E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57272" y="1041484"/>
            <a:ext cx="0" cy="38401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8" name="Line 55">
            <a:extLst>
              <a:ext uri="{FF2B5EF4-FFF2-40B4-BE49-F238E27FC236}">
                <a16:creationId xmlns:a16="http://schemas.microsoft.com/office/drawing/2014/main" id="{9D3FBA1F-56E9-6030-37B2-B7459C3FB4C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132047" y="1058946"/>
            <a:ext cx="0" cy="37877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9" name="Line 56">
            <a:extLst>
              <a:ext uri="{FF2B5EF4-FFF2-40B4-BE49-F238E27FC236}">
                <a16:creationId xmlns:a16="http://schemas.microsoft.com/office/drawing/2014/main" id="{36419839-9CDA-A2F9-F86E-4BC33E2153E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47747" y="1071646"/>
            <a:ext cx="41497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0" name="Line 57">
            <a:extLst>
              <a:ext uri="{FF2B5EF4-FFF2-40B4-BE49-F238E27FC236}">
                <a16:creationId xmlns:a16="http://schemas.microsoft.com/office/drawing/2014/main" id="{AC5847BE-DE2D-956B-4668-31240FFBA5F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50922" y="2060659"/>
            <a:ext cx="416877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1" name="Oval 58">
            <a:extLst>
              <a:ext uri="{FF2B5EF4-FFF2-40B4-BE49-F238E27FC236}">
                <a16:creationId xmlns:a16="http://schemas.microsoft.com/office/drawing/2014/main" id="{41E1C7D3-39D7-F00B-8494-81CAAFC0E6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29209" y="979571"/>
            <a:ext cx="158750" cy="158750"/>
          </a:xfrm>
          <a:prstGeom prst="ellipse">
            <a:avLst/>
          </a:prstGeom>
          <a:gradFill rotWithShape="0">
            <a:gsLst>
              <a:gs pos="0">
                <a:srgbClr val="99FF99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2" name="Oval 59">
            <a:extLst>
              <a:ext uri="{FF2B5EF4-FFF2-40B4-BE49-F238E27FC236}">
                <a16:creationId xmlns:a16="http://schemas.microsoft.com/office/drawing/2014/main" id="{F7A35038-57DA-A098-CF7B-759D353FB8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72084" y="1471696"/>
            <a:ext cx="158750" cy="158750"/>
          </a:xfrm>
          <a:prstGeom prst="ellipse">
            <a:avLst/>
          </a:prstGeom>
          <a:gradFill rotWithShape="0">
            <a:gsLst>
              <a:gs pos="0">
                <a:srgbClr val="FF0000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3" name="Oval 60">
            <a:extLst>
              <a:ext uri="{FF2B5EF4-FFF2-40B4-BE49-F238E27FC236}">
                <a16:creationId xmlns:a16="http://schemas.microsoft.com/office/drawing/2014/main" id="{DE8AE89F-93A7-A5D4-595E-FD60A91ACE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70447" y="693821"/>
            <a:ext cx="158750" cy="158750"/>
          </a:xfrm>
          <a:prstGeom prst="ellipse">
            <a:avLst/>
          </a:prstGeom>
          <a:gradFill rotWithShape="0">
            <a:gsLst>
              <a:gs pos="0">
                <a:srgbClr val="6699FF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4" name="Oval 61">
            <a:extLst>
              <a:ext uri="{FF2B5EF4-FFF2-40B4-BE49-F238E27FC236}">
                <a16:creationId xmlns:a16="http://schemas.microsoft.com/office/drawing/2014/main" id="{92AFD2B5-BE30-309B-4B40-11100CAEFB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78384" y="2246396"/>
            <a:ext cx="158750" cy="158750"/>
          </a:xfrm>
          <a:prstGeom prst="ellipse">
            <a:avLst/>
          </a:prstGeom>
          <a:gradFill rotWithShape="0">
            <a:gsLst>
              <a:gs pos="0">
                <a:srgbClr val="6699FF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5" name="Oval 62">
            <a:extLst>
              <a:ext uri="{FF2B5EF4-FFF2-40B4-BE49-F238E27FC236}">
                <a16:creationId xmlns:a16="http://schemas.microsoft.com/office/drawing/2014/main" id="{7476899C-61AB-45E0-4040-7DFC3263FC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03709" y="527134"/>
            <a:ext cx="158750" cy="158750"/>
          </a:xfrm>
          <a:prstGeom prst="ellipse">
            <a:avLst/>
          </a:prstGeom>
          <a:gradFill rotWithShape="0">
            <a:gsLst>
              <a:gs pos="0">
                <a:srgbClr val="FFFF66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6" name="Oval 63">
            <a:extLst>
              <a:ext uri="{FF2B5EF4-FFF2-40B4-BE49-F238E27FC236}">
                <a16:creationId xmlns:a16="http://schemas.microsoft.com/office/drawing/2014/main" id="{8BE2619C-513A-88D5-F2F8-022670AA35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11647" y="2427371"/>
            <a:ext cx="158750" cy="158750"/>
          </a:xfrm>
          <a:prstGeom prst="ellipse">
            <a:avLst/>
          </a:prstGeom>
          <a:gradFill rotWithShape="0">
            <a:gsLst>
              <a:gs pos="0">
                <a:srgbClr val="FFFF66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7" name="Oval 64">
            <a:extLst>
              <a:ext uri="{FF2B5EF4-FFF2-40B4-BE49-F238E27FC236}">
                <a16:creationId xmlns:a16="http://schemas.microsoft.com/office/drawing/2014/main" id="{C9542233-8E27-1D72-39AC-7E44002FE0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22734" y="2414671"/>
            <a:ext cx="158750" cy="158750"/>
          </a:xfrm>
          <a:prstGeom prst="ellipse">
            <a:avLst/>
          </a:prstGeom>
          <a:gradFill rotWithShape="0">
            <a:gsLst>
              <a:gs pos="0">
                <a:srgbClr val="00CC99"/>
              </a:gs>
              <a:gs pos="100000">
                <a:srgbClr val="00CC99">
                  <a:gamma/>
                  <a:shade val="0"/>
                  <a:invGamma/>
                </a:srgbClr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8" name="Oval 65">
            <a:extLst>
              <a:ext uri="{FF2B5EF4-FFF2-40B4-BE49-F238E27FC236}">
                <a16:creationId xmlns:a16="http://schemas.microsoft.com/office/drawing/2014/main" id="{E52DC58C-8A48-D9B1-CDCF-85FA66A2F8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37022" y="552534"/>
            <a:ext cx="158750" cy="158750"/>
          </a:xfrm>
          <a:prstGeom prst="ellipse">
            <a:avLst/>
          </a:prstGeom>
          <a:gradFill rotWithShape="0">
            <a:gsLst>
              <a:gs pos="0">
                <a:srgbClr val="00CC99"/>
              </a:gs>
              <a:gs pos="100000">
                <a:srgbClr val="00CC99">
                  <a:gamma/>
                  <a:shade val="0"/>
                  <a:invGamma/>
                </a:srgbClr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9" name="Oval 66">
            <a:extLst>
              <a:ext uri="{FF2B5EF4-FFF2-40B4-BE49-F238E27FC236}">
                <a16:creationId xmlns:a16="http://schemas.microsoft.com/office/drawing/2014/main" id="{94351169-2F98-9E86-87C5-45B135A02B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38734" y="1998746"/>
            <a:ext cx="158750" cy="158750"/>
          </a:xfrm>
          <a:prstGeom prst="ellipse">
            <a:avLst/>
          </a:prstGeom>
          <a:gradFill rotWithShape="0">
            <a:gsLst>
              <a:gs pos="0">
                <a:srgbClr val="99FF99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0" name="Oval 67">
            <a:extLst>
              <a:ext uri="{FF2B5EF4-FFF2-40B4-BE49-F238E27FC236}">
                <a16:creationId xmlns:a16="http://schemas.microsoft.com/office/drawing/2014/main" id="{7B6FEA72-114D-1A42-5B0A-74AFCD0931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6159" y="4956259"/>
            <a:ext cx="158750" cy="158750"/>
          </a:xfrm>
          <a:prstGeom prst="ellipse">
            <a:avLst/>
          </a:prstGeom>
          <a:gradFill rotWithShape="0">
            <a:gsLst>
              <a:gs pos="0">
                <a:srgbClr val="FF0000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" name="Oval 68">
            <a:extLst>
              <a:ext uri="{FF2B5EF4-FFF2-40B4-BE49-F238E27FC236}">
                <a16:creationId xmlns:a16="http://schemas.microsoft.com/office/drawing/2014/main" id="{77DE2EDD-6371-BF49-7992-9C9AC61586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4409" y="4935621"/>
            <a:ext cx="158750" cy="158750"/>
          </a:xfrm>
          <a:prstGeom prst="ellipse">
            <a:avLst/>
          </a:prstGeom>
          <a:gradFill rotWithShape="0">
            <a:gsLst>
              <a:gs pos="0">
                <a:srgbClr val="FF0000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2" name="Oval 69">
            <a:extLst>
              <a:ext uri="{FF2B5EF4-FFF2-40B4-BE49-F238E27FC236}">
                <a16:creationId xmlns:a16="http://schemas.microsoft.com/office/drawing/2014/main" id="{A16C1FD9-A9BD-10DD-C6DE-79584AD37B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2334" y="4553034"/>
            <a:ext cx="158750" cy="158750"/>
          </a:xfrm>
          <a:prstGeom prst="ellipse">
            <a:avLst/>
          </a:prstGeom>
          <a:gradFill rotWithShape="0">
            <a:gsLst>
              <a:gs pos="0">
                <a:srgbClr val="6699FF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3" name="Oval 70">
            <a:extLst>
              <a:ext uri="{FF2B5EF4-FFF2-40B4-BE49-F238E27FC236}">
                <a16:creationId xmlns:a16="http://schemas.microsoft.com/office/drawing/2014/main" id="{CD4DACDF-E174-791A-2CD5-B398E623CF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17759" y="4546684"/>
            <a:ext cx="158750" cy="158750"/>
          </a:xfrm>
          <a:prstGeom prst="ellipse">
            <a:avLst/>
          </a:prstGeom>
          <a:gradFill rotWithShape="0">
            <a:gsLst>
              <a:gs pos="0">
                <a:srgbClr val="6699FF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4" name="Oval 71">
            <a:extLst>
              <a:ext uri="{FF2B5EF4-FFF2-40B4-BE49-F238E27FC236}">
                <a16:creationId xmlns:a16="http://schemas.microsoft.com/office/drawing/2014/main" id="{0845F563-E7DB-2204-6B5D-9D85DCA93F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9984" y="4019634"/>
            <a:ext cx="158750" cy="158750"/>
          </a:xfrm>
          <a:prstGeom prst="ellipse">
            <a:avLst/>
          </a:prstGeom>
          <a:gradFill rotWithShape="0">
            <a:gsLst>
              <a:gs pos="0">
                <a:srgbClr val="FFFF66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5" name="Oval 72">
            <a:extLst>
              <a:ext uri="{FF2B5EF4-FFF2-40B4-BE49-F238E27FC236}">
                <a16:creationId xmlns:a16="http://schemas.microsoft.com/office/drawing/2014/main" id="{77DCC5F2-10CC-DCFB-39C9-A47C827216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3122" y="3984709"/>
            <a:ext cx="158750" cy="158750"/>
          </a:xfrm>
          <a:prstGeom prst="ellipse">
            <a:avLst/>
          </a:prstGeom>
          <a:gradFill rotWithShape="0">
            <a:gsLst>
              <a:gs pos="0">
                <a:srgbClr val="FFFF66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6" name="Oval 73">
            <a:extLst>
              <a:ext uri="{FF2B5EF4-FFF2-40B4-BE49-F238E27FC236}">
                <a16:creationId xmlns:a16="http://schemas.microsoft.com/office/drawing/2014/main" id="{13EF5010-5B00-6084-630E-6262F0545F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7347" y="3805321"/>
            <a:ext cx="158750" cy="158750"/>
          </a:xfrm>
          <a:prstGeom prst="ellipse">
            <a:avLst/>
          </a:prstGeom>
          <a:gradFill rotWithShape="0">
            <a:gsLst>
              <a:gs pos="0">
                <a:srgbClr val="00CC99"/>
              </a:gs>
              <a:gs pos="100000">
                <a:srgbClr val="00CC99">
                  <a:gamma/>
                  <a:shade val="0"/>
                  <a:invGamma/>
                </a:srgbClr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7" name="Oval 74">
            <a:extLst>
              <a:ext uri="{FF2B5EF4-FFF2-40B4-BE49-F238E27FC236}">
                <a16:creationId xmlns:a16="http://schemas.microsoft.com/office/drawing/2014/main" id="{6C2DE7B3-5DC2-39F9-2525-A53A00D06E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76309" y="4786396"/>
            <a:ext cx="158750" cy="158750"/>
          </a:xfrm>
          <a:prstGeom prst="ellipse">
            <a:avLst/>
          </a:prstGeom>
          <a:gradFill rotWithShape="0">
            <a:gsLst>
              <a:gs pos="0">
                <a:srgbClr val="99FF99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8" name="Oval 75">
            <a:extLst>
              <a:ext uri="{FF2B5EF4-FFF2-40B4-BE49-F238E27FC236}">
                <a16:creationId xmlns:a16="http://schemas.microsoft.com/office/drawing/2014/main" id="{7CB19F6D-7D1A-A782-8907-EEA13EA333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47909" y="4781634"/>
            <a:ext cx="158750" cy="158750"/>
          </a:xfrm>
          <a:prstGeom prst="ellipse">
            <a:avLst/>
          </a:prstGeom>
          <a:gradFill rotWithShape="0">
            <a:gsLst>
              <a:gs pos="0">
                <a:srgbClr val="99FF99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9" name="Freeform 76">
            <a:extLst>
              <a:ext uri="{FF2B5EF4-FFF2-40B4-BE49-F238E27FC236}">
                <a16:creationId xmlns:a16="http://schemas.microsoft.com/office/drawing/2014/main" id="{EEDB3488-D802-27C7-0D75-0BDACCDE1F05}"/>
              </a:ext>
            </a:extLst>
          </p:cNvPr>
          <p:cNvSpPr>
            <a:spLocks/>
          </p:cNvSpPr>
          <p:nvPr/>
        </p:nvSpPr>
        <p:spPr bwMode="auto">
          <a:xfrm>
            <a:off x="6698534" y="604921"/>
            <a:ext cx="1485900" cy="1916113"/>
          </a:xfrm>
          <a:custGeom>
            <a:avLst/>
            <a:gdLst>
              <a:gd name="T0" fmla="*/ 2147483646 w 936"/>
              <a:gd name="T1" fmla="*/ 2147483646 h 1207"/>
              <a:gd name="T2" fmla="*/ 2147483646 w 936"/>
              <a:gd name="T3" fmla="*/ 2147483646 h 1207"/>
              <a:gd name="T4" fmla="*/ 2147483646 w 936"/>
              <a:gd name="T5" fmla="*/ 2147483646 h 1207"/>
              <a:gd name="T6" fmla="*/ 2147483646 w 936"/>
              <a:gd name="T7" fmla="*/ 2147483646 h 1207"/>
              <a:gd name="T8" fmla="*/ 2147483646 w 936"/>
              <a:gd name="T9" fmla="*/ 2147483646 h 1207"/>
              <a:gd name="T10" fmla="*/ 2147483646 w 936"/>
              <a:gd name="T11" fmla="*/ 2147483646 h 1207"/>
              <a:gd name="T12" fmla="*/ 2147483646 w 936"/>
              <a:gd name="T13" fmla="*/ 2147483646 h 1207"/>
              <a:gd name="T14" fmla="*/ 2147483646 w 936"/>
              <a:gd name="T15" fmla="*/ 2147483646 h 1207"/>
              <a:gd name="T16" fmla="*/ 2147483646 w 936"/>
              <a:gd name="T17" fmla="*/ 2147483646 h 1207"/>
              <a:gd name="T18" fmla="*/ 2147483646 w 936"/>
              <a:gd name="T19" fmla="*/ 2147483646 h 1207"/>
              <a:gd name="T20" fmla="*/ 2147483646 w 936"/>
              <a:gd name="T21" fmla="*/ 2147483646 h 1207"/>
              <a:gd name="T22" fmla="*/ 2147483646 w 936"/>
              <a:gd name="T23" fmla="*/ 2147483646 h 1207"/>
              <a:gd name="T24" fmla="*/ 2147483646 w 936"/>
              <a:gd name="T25" fmla="*/ 2147483646 h 1207"/>
              <a:gd name="T26" fmla="*/ 2147483646 w 936"/>
              <a:gd name="T27" fmla="*/ 2147483646 h 1207"/>
              <a:gd name="T28" fmla="*/ 2147483646 w 936"/>
              <a:gd name="T29" fmla="*/ 2147483646 h 1207"/>
              <a:gd name="T30" fmla="*/ 2147483646 w 936"/>
              <a:gd name="T31" fmla="*/ 2147483646 h 1207"/>
              <a:gd name="T32" fmla="*/ 2147483646 w 936"/>
              <a:gd name="T33" fmla="*/ 2147483646 h 1207"/>
              <a:gd name="T34" fmla="*/ 2147483646 w 936"/>
              <a:gd name="T35" fmla="*/ 2147483646 h 1207"/>
              <a:gd name="T36" fmla="*/ 2147483646 w 936"/>
              <a:gd name="T37" fmla="*/ 2147483646 h 1207"/>
              <a:gd name="T38" fmla="*/ 2147483646 w 936"/>
              <a:gd name="T39" fmla="*/ 2147483646 h 1207"/>
              <a:gd name="T40" fmla="*/ 2147483646 w 936"/>
              <a:gd name="T41" fmla="*/ 2147483646 h 1207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w 936"/>
              <a:gd name="T64" fmla="*/ 0 h 1207"/>
              <a:gd name="T65" fmla="*/ 936 w 936"/>
              <a:gd name="T66" fmla="*/ 1207 h 1207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T63" t="T64" r="T65" b="T66"/>
            <a:pathLst>
              <a:path w="936" h="1207">
                <a:moveTo>
                  <a:pt x="470" y="23"/>
                </a:moveTo>
                <a:cubicBezTo>
                  <a:pt x="369" y="23"/>
                  <a:pt x="237" y="0"/>
                  <a:pt x="166" y="3"/>
                </a:cubicBezTo>
                <a:cubicBezTo>
                  <a:pt x="95" y="6"/>
                  <a:pt x="68" y="24"/>
                  <a:pt x="41" y="43"/>
                </a:cubicBezTo>
                <a:cubicBezTo>
                  <a:pt x="14" y="62"/>
                  <a:pt x="5" y="77"/>
                  <a:pt x="5" y="118"/>
                </a:cubicBezTo>
                <a:cubicBezTo>
                  <a:pt x="5" y="159"/>
                  <a:pt x="26" y="211"/>
                  <a:pt x="38" y="292"/>
                </a:cubicBezTo>
                <a:cubicBezTo>
                  <a:pt x="50" y="373"/>
                  <a:pt x="78" y="499"/>
                  <a:pt x="78" y="603"/>
                </a:cubicBezTo>
                <a:cubicBezTo>
                  <a:pt x="78" y="707"/>
                  <a:pt x="51" y="839"/>
                  <a:pt x="38" y="919"/>
                </a:cubicBezTo>
                <a:cubicBezTo>
                  <a:pt x="25" y="999"/>
                  <a:pt x="0" y="1042"/>
                  <a:pt x="2" y="1083"/>
                </a:cubicBezTo>
                <a:cubicBezTo>
                  <a:pt x="4" y="1124"/>
                  <a:pt x="26" y="1145"/>
                  <a:pt x="53" y="1165"/>
                </a:cubicBezTo>
                <a:cubicBezTo>
                  <a:pt x="80" y="1185"/>
                  <a:pt x="97" y="1199"/>
                  <a:pt x="166" y="1203"/>
                </a:cubicBezTo>
                <a:cubicBezTo>
                  <a:pt x="235" y="1207"/>
                  <a:pt x="369" y="1187"/>
                  <a:pt x="470" y="1187"/>
                </a:cubicBezTo>
                <a:cubicBezTo>
                  <a:pt x="571" y="1187"/>
                  <a:pt x="700" y="1207"/>
                  <a:pt x="770" y="1203"/>
                </a:cubicBezTo>
                <a:cubicBezTo>
                  <a:pt x="840" y="1199"/>
                  <a:pt x="863" y="1185"/>
                  <a:pt x="890" y="1165"/>
                </a:cubicBezTo>
                <a:cubicBezTo>
                  <a:pt x="917" y="1145"/>
                  <a:pt x="933" y="1124"/>
                  <a:pt x="934" y="1083"/>
                </a:cubicBezTo>
                <a:cubicBezTo>
                  <a:pt x="935" y="1042"/>
                  <a:pt x="911" y="999"/>
                  <a:pt x="898" y="919"/>
                </a:cubicBezTo>
                <a:cubicBezTo>
                  <a:pt x="885" y="839"/>
                  <a:pt x="857" y="707"/>
                  <a:pt x="858" y="603"/>
                </a:cubicBezTo>
                <a:cubicBezTo>
                  <a:pt x="859" y="499"/>
                  <a:pt x="889" y="375"/>
                  <a:pt x="902" y="295"/>
                </a:cubicBezTo>
                <a:cubicBezTo>
                  <a:pt x="915" y="215"/>
                  <a:pt x="936" y="165"/>
                  <a:pt x="934" y="123"/>
                </a:cubicBezTo>
                <a:cubicBezTo>
                  <a:pt x="932" y="81"/>
                  <a:pt x="917" y="63"/>
                  <a:pt x="890" y="43"/>
                </a:cubicBezTo>
                <a:cubicBezTo>
                  <a:pt x="863" y="23"/>
                  <a:pt x="844" y="6"/>
                  <a:pt x="774" y="3"/>
                </a:cubicBezTo>
                <a:cubicBezTo>
                  <a:pt x="704" y="0"/>
                  <a:pt x="571" y="23"/>
                  <a:pt x="470" y="23"/>
                </a:cubicBezTo>
                <a:close/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0" name="Freeform 77">
            <a:extLst>
              <a:ext uri="{FF2B5EF4-FFF2-40B4-BE49-F238E27FC236}">
                <a16:creationId xmlns:a16="http://schemas.microsoft.com/office/drawing/2014/main" id="{9806165A-6BD6-D292-8A7C-0ACFD95CEFD4}"/>
              </a:ext>
            </a:extLst>
          </p:cNvPr>
          <p:cNvSpPr>
            <a:spLocks/>
          </p:cNvSpPr>
          <p:nvPr/>
        </p:nvSpPr>
        <p:spPr bwMode="auto">
          <a:xfrm>
            <a:off x="6701709" y="792246"/>
            <a:ext cx="120650" cy="1528763"/>
          </a:xfrm>
          <a:custGeom>
            <a:avLst/>
            <a:gdLst>
              <a:gd name="T0" fmla="*/ 0 w 76"/>
              <a:gd name="T1" fmla="*/ 0 h 963"/>
              <a:gd name="T2" fmla="*/ 2147483646 w 76"/>
              <a:gd name="T3" fmla="*/ 2147483646 h 963"/>
              <a:gd name="T4" fmla="*/ 2147483646 w 76"/>
              <a:gd name="T5" fmla="*/ 2147483646 h 963"/>
              <a:gd name="T6" fmla="*/ 2147483646 w 76"/>
              <a:gd name="T7" fmla="*/ 2147483646 h 963"/>
              <a:gd name="T8" fmla="*/ 2147483646 w 76"/>
              <a:gd name="T9" fmla="*/ 2147483646 h 963"/>
              <a:gd name="T10" fmla="*/ 2147483646 w 76"/>
              <a:gd name="T11" fmla="*/ 2147483646 h 963"/>
              <a:gd name="T12" fmla="*/ 2147483646 w 76"/>
              <a:gd name="T13" fmla="*/ 2147483646 h 963"/>
              <a:gd name="T14" fmla="*/ 2147483646 w 76"/>
              <a:gd name="T15" fmla="*/ 2147483646 h 963"/>
              <a:gd name="T16" fmla="*/ 2147483646 w 76"/>
              <a:gd name="T17" fmla="*/ 2147483646 h 963"/>
              <a:gd name="T18" fmla="*/ 2147483646 w 76"/>
              <a:gd name="T19" fmla="*/ 2147483646 h 963"/>
              <a:gd name="T20" fmla="*/ 2147483646 w 76"/>
              <a:gd name="T21" fmla="*/ 2147483646 h 963"/>
              <a:gd name="T22" fmla="*/ 2147483646 w 76"/>
              <a:gd name="T23" fmla="*/ 2147483646 h 963"/>
              <a:gd name="T24" fmla="*/ 2147483646 w 76"/>
              <a:gd name="T25" fmla="*/ 2147483646 h 963"/>
              <a:gd name="T26" fmla="*/ 2147483646 w 76"/>
              <a:gd name="T27" fmla="*/ 2147483646 h 963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76"/>
              <a:gd name="T43" fmla="*/ 0 h 963"/>
              <a:gd name="T44" fmla="*/ 76 w 76"/>
              <a:gd name="T45" fmla="*/ 963 h 963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76" h="963">
                <a:moveTo>
                  <a:pt x="0" y="0"/>
                </a:moveTo>
                <a:cubicBezTo>
                  <a:pt x="1" y="14"/>
                  <a:pt x="3" y="29"/>
                  <a:pt x="6" y="45"/>
                </a:cubicBezTo>
                <a:cubicBezTo>
                  <a:pt x="9" y="61"/>
                  <a:pt x="17" y="79"/>
                  <a:pt x="21" y="99"/>
                </a:cubicBezTo>
                <a:cubicBezTo>
                  <a:pt x="25" y="119"/>
                  <a:pt x="28" y="143"/>
                  <a:pt x="33" y="168"/>
                </a:cubicBezTo>
                <a:cubicBezTo>
                  <a:pt x="38" y="193"/>
                  <a:pt x="43" y="218"/>
                  <a:pt x="48" y="249"/>
                </a:cubicBezTo>
                <a:cubicBezTo>
                  <a:pt x="53" y="280"/>
                  <a:pt x="62" y="315"/>
                  <a:pt x="66" y="354"/>
                </a:cubicBezTo>
                <a:cubicBezTo>
                  <a:pt x="70" y="393"/>
                  <a:pt x="74" y="442"/>
                  <a:pt x="75" y="483"/>
                </a:cubicBezTo>
                <a:cubicBezTo>
                  <a:pt x="76" y="524"/>
                  <a:pt x="75" y="565"/>
                  <a:pt x="72" y="600"/>
                </a:cubicBezTo>
                <a:cubicBezTo>
                  <a:pt x="69" y="635"/>
                  <a:pt x="63" y="661"/>
                  <a:pt x="57" y="693"/>
                </a:cubicBezTo>
                <a:cubicBezTo>
                  <a:pt x="51" y="725"/>
                  <a:pt x="41" y="771"/>
                  <a:pt x="36" y="795"/>
                </a:cubicBezTo>
                <a:cubicBezTo>
                  <a:pt x="31" y="819"/>
                  <a:pt x="28" y="825"/>
                  <a:pt x="24" y="840"/>
                </a:cubicBezTo>
                <a:cubicBezTo>
                  <a:pt x="20" y="855"/>
                  <a:pt x="18" y="873"/>
                  <a:pt x="15" y="885"/>
                </a:cubicBezTo>
                <a:cubicBezTo>
                  <a:pt x="12" y="897"/>
                  <a:pt x="8" y="899"/>
                  <a:pt x="6" y="912"/>
                </a:cubicBezTo>
                <a:cubicBezTo>
                  <a:pt x="4" y="925"/>
                  <a:pt x="4" y="956"/>
                  <a:pt x="3" y="963"/>
                </a:cubicBezTo>
              </a:path>
            </a:pathLst>
          </a:custGeom>
          <a:noFill/>
          <a:ln w="38100" cmpd="sng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" name="Freeform 78">
            <a:extLst>
              <a:ext uri="{FF2B5EF4-FFF2-40B4-BE49-F238E27FC236}">
                <a16:creationId xmlns:a16="http://schemas.microsoft.com/office/drawing/2014/main" id="{D993D49D-2AE9-E40C-C458-E8ABCE75B4DC}"/>
              </a:ext>
            </a:extLst>
          </p:cNvPr>
          <p:cNvSpPr>
            <a:spLocks/>
          </p:cNvSpPr>
          <p:nvPr/>
        </p:nvSpPr>
        <p:spPr bwMode="auto">
          <a:xfrm>
            <a:off x="8073309" y="792246"/>
            <a:ext cx="120650" cy="1528763"/>
          </a:xfrm>
          <a:custGeom>
            <a:avLst/>
            <a:gdLst>
              <a:gd name="T0" fmla="*/ 2147483646 w 76"/>
              <a:gd name="T1" fmla="*/ 0 h 963"/>
              <a:gd name="T2" fmla="*/ 2147483646 w 76"/>
              <a:gd name="T3" fmla="*/ 2147483646 h 963"/>
              <a:gd name="T4" fmla="*/ 2147483646 w 76"/>
              <a:gd name="T5" fmla="*/ 2147483646 h 963"/>
              <a:gd name="T6" fmla="*/ 2147483646 w 76"/>
              <a:gd name="T7" fmla="*/ 2147483646 h 963"/>
              <a:gd name="T8" fmla="*/ 2147483646 w 76"/>
              <a:gd name="T9" fmla="*/ 2147483646 h 963"/>
              <a:gd name="T10" fmla="*/ 2147483646 w 76"/>
              <a:gd name="T11" fmla="*/ 2147483646 h 963"/>
              <a:gd name="T12" fmla="*/ 2147483646 w 76"/>
              <a:gd name="T13" fmla="*/ 2147483646 h 963"/>
              <a:gd name="T14" fmla="*/ 2147483646 w 76"/>
              <a:gd name="T15" fmla="*/ 2147483646 h 963"/>
              <a:gd name="T16" fmla="*/ 2147483646 w 76"/>
              <a:gd name="T17" fmla="*/ 2147483646 h 963"/>
              <a:gd name="T18" fmla="*/ 2147483646 w 76"/>
              <a:gd name="T19" fmla="*/ 2147483646 h 963"/>
              <a:gd name="T20" fmla="*/ 2147483646 w 76"/>
              <a:gd name="T21" fmla="*/ 2147483646 h 963"/>
              <a:gd name="T22" fmla="*/ 2147483646 w 76"/>
              <a:gd name="T23" fmla="*/ 2147483646 h 963"/>
              <a:gd name="T24" fmla="*/ 2147483646 w 76"/>
              <a:gd name="T25" fmla="*/ 2147483646 h 963"/>
              <a:gd name="T26" fmla="*/ 2147483646 w 76"/>
              <a:gd name="T27" fmla="*/ 2147483646 h 963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76"/>
              <a:gd name="T43" fmla="*/ 0 h 963"/>
              <a:gd name="T44" fmla="*/ 76 w 76"/>
              <a:gd name="T45" fmla="*/ 963 h 963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76" h="963">
                <a:moveTo>
                  <a:pt x="76" y="0"/>
                </a:moveTo>
                <a:cubicBezTo>
                  <a:pt x="75" y="14"/>
                  <a:pt x="73" y="29"/>
                  <a:pt x="70" y="45"/>
                </a:cubicBezTo>
                <a:cubicBezTo>
                  <a:pt x="67" y="61"/>
                  <a:pt x="59" y="79"/>
                  <a:pt x="55" y="99"/>
                </a:cubicBezTo>
                <a:cubicBezTo>
                  <a:pt x="51" y="119"/>
                  <a:pt x="48" y="143"/>
                  <a:pt x="43" y="168"/>
                </a:cubicBezTo>
                <a:cubicBezTo>
                  <a:pt x="38" y="193"/>
                  <a:pt x="33" y="220"/>
                  <a:pt x="28" y="249"/>
                </a:cubicBezTo>
                <a:cubicBezTo>
                  <a:pt x="23" y="278"/>
                  <a:pt x="17" y="306"/>
                  <a:pt x="13" y="345"/>
                </a:cubicBezTo>
                <a:cubicBezTo>
                  <a:pt x="9" y="384"/>
                  <a:pt x="2" y="440"/>
                  <a:pt x="1" y="483"/>
                </a:cubicBezTo>
                <a:cubicBezTo>
                  <a:pt x="0" y="526"/>
                  <a:pt x="3" y="568"/>
                  <a:pt x="6" y="603"/>
                </a:cubicBezTo>
                <a:cubicBezTo>
                  <a:pt x="9" y="638"/>
                  <a:pt x="14" y="666"/>
                  <a:pt x="18" y="693"/>
                </a:cubicBezTo>
                <a:cubicBezTo>
                  <a:pt x="22" y="720"/>
                  <a:pt x="27" y="744"/>
                  <a:pt x="33" y="768"/>
                </a:cubicBezTo>
                <a:cubicBezTo>
                  <a:pt x="39" y="792"/>
                  <a:pt x="47" y="821"/>
                  <a:pt x="52" y="840"/>
                </a:cubicBezTo>
                <a:cubicBezTo>
                  <a:pt x="57" y="859"/>
                  <a:pt x="58" y="873"/>
                  <a:pt x="61" y="885"/>
                </a:cubicBezTo>
                <a:cubicBezTo>
                  <a:pt x="64" y="897"/>
                  <a:pt x="68" y="899"/>
                  <a:pt x="70" y="912"/>
                </a:cubicBezTo>
                <a:cubicBezTo>
                  <a:pt x="72" y="925"/>
                  <a:pt x="72" y="956"/>
                  <a:pt x="73" y="963"/>
                </a:cubicBezTo>
              </a:path>
            </a:pathLst>
          </a:custGeom>
          <a:noFill/>
          <a:ln w="38100" cmpd="sng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2" name="Line 79">
            <a:extLst>
              <a:ext uri="{FF2B5EF4-FFF2-40B4-BE49-F238E27FC236}">
                <a16:creationId xmlns:a16="http://schemas.microsoft.com/office/drawing/2014/main" id="{3E76D51E-E2C7-35F3-C744-361B92304F69}"/>
              </a:ext>
            </a:extLst>
          </p:cNvPr>
          <p:cNvSpPr>
            <a:spLocks noChangeShapeType="1"/>
          </p:cNvSpPr>
          <p:nvPr/>
        </p:nvSpPr>
        <p:spPr bwMode="auto">
          <a:xfrm>
            <a:off x="6701709" y="401721"/>
            <a:ext cx="0" cy="390525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3" name="Line 80">
            <a:extLst>
              <a:ext uri="{FF2B5EF4-FFF2-40B4-BE49-F238E27FC236}">
                <a16:creationId xmlns:a16="http://schemas.microsoft.com/office/drawing/2014/main" id="{9651BFF9-52C6-3E1C-DA4A-11E3F6D287F0}"/>
              </a:ext>
            </a:extLst>
          </p:cNvPr>
          <p:cNvSpPr>
            <a:spLocks noChangeShapeType="1"/>
          </p:cNvSpPr>
          <p:nvPr/>
        </p:nvSpPr>
        <p:spPr bwMode="auto">
          <a:xfrm>
            <a:off x="6701709" y="2321009"/>
            <a:ext cx="0" cy="40005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4" name="Line 81">
            <a:extLst>
              <a:ext uri="{FF2B5EF4-FFF2-40B4-BE49-F238E27FC236}">
                <a16:creationId xmlns:a16="http://schemas.microsoft.com/office/drawing/2014/main" id="{1311D587-7356-A10C-4C18-D04E3671327B}"/>
              </a:ext>
            </a:extLst>
          </p:cNvPr>
          <p:cNvSpPr>
            <a:spLocks noChangeShapeType="1"/>
          </p:cNvSpPr>
          <p:nvPr/>
        </p:nvSpPr>
        <p:spPr bwMode="auto">
          <a:xfrm>
            <a:off x="8187609" y="416009"/>
            <a:ext cx="0" cy="390525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5" name="Line 82">
            <a:extLst>
              <a:ext uri="{FF2B5EF4-FFF2-40B4-BE49-F238E27FC236}">
                <a16:creationId xmlns:a16="http://schemas.microsoft.com/office/drawing/2014/main" id="{964EE2E8-0AA9-22DA-B6C7-A167CF9872FF}"/>
              </a:ext>
            </a:extLst>
          </p:cNvPr>
          <p:cNvSpPr>
            <a:spLocks noChangeShapeType="1"/>
          </p:cNvSpPr>
          <p:nvPr/>
        </p:nvSpPr>
        <p:spPr bwMode="auto">
          <a:xfrm>
            <a:off x="8187609" y="2321009"/>
            <a:ext cx="0" cy="390525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6" name="Line 83">
            <a:extLst>
              <a:ext uri="{FF2B5EF4-FFF2-40B4-BE49-F238E27FC236}">
                <a16:creationId xmlns:a16="http://schemas.microsoft.com/office/drawing/2014/main" id="{F0DC56C3-0D40-5262-AEAD-159BE5BB5938}"/>
              </a:ext>
            </a:extLst>
          </p:cNvPr>
          <p:cNvSpPr>
            <a:spLocks noChangeShapeType="1"/>
          </p:cNvSpPr>
          <p:nvPr/>
        </p:nvSpPr>
        <p:spPr bwMode="auto">
          <a:xfrm>
            <a:off x="6687422" y="411246"/>
            <a:ext cx="1519237" cy="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7" name="Line 84">
            <a:extLst>
              <a:ext uri="{FF2B5EF4-FFF2-40B4-BE49-F238E27FC236}">
                <a16:creationId xmlns:a16="http://schemas.microsoft.com/office/drawing/2014/main" id="{13DFA620-B392-5807-4400-E674608E24D5}"/>
              </a:ext>
            </a:extLst>
          </p:cNvPr>
          <p:cNvSpPr>
            <a:spLocks noChangeShapeType="1"/>
          </p:cNvSpPr>
          <p:nvPr/>
        </p:nvSpPr>
        <p:spPr bwMode="auto">
          <a:xfrm>
            <a:off x="6687422" y="2716296"/>
            <a:ext cx="1519237" cy="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8" name="Line 85">
            <a:extLst>
              <a:ext uri="{FF2B5EF4-FFF2-40B4-BE49-F238E27FC236}">
                <a16:creationId xmlns:a16="http://schemas.microsoft.com/office/drawing/2014/main" id="{DA47E371-487B-D11F-422C-C463E1808911}"/>
              </a:ext>
            </a:extLst>
          </p:cNvPr>
          <p:cNvSpPr>
            <a:spLocks noChangeShapeType="1"/>
          </p:cNvSpPr>
          <p:nvPr/>
        </p:nvSpPr>
        <p:spPr bwMode="auto">
          <a:xfrm>
            <a:off x="6230222" y="611271"/>
            <a:ext cx="452437" cy="0"/>
          </a:xfrm>
          <a:prstGeom prst="line">
            <a:avLst/>
          </a:prstGeom>
          <a:noFill/>
          <a:ln w="381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9" name="Rectangle 86">
            <a:extLst>
              <a:ext uri="{FF2B5EF4-FFF2-40B4-BE49-F238E27FC236}">
                <a16:creationId xmlns:a16="http://schemas.microsoft.com/office/drawing/2014/main" id="{D49A9620-C8C4-E9FA-AFA7-18FEF4529E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5522" y="563646"/>
            <a:ext cx="1438275" cy="163513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0" name="Freeform 87">
            <a:extLst>
              <a:ext uri="{FF2B5EF4-FFF2-40B4-BE49-F238E27FC236}">
                <a16:creationId xmlns:a16="http://schemas.microsoft.com/office/drawing/2014/main" id="{B3718939-C1AB-473B-C1B0-5EA9A7EA01C1}"/>
              </a:ext>
            </a:extLst>
          </p:cNvPr>
          <p:cNvSpPr>
            <a:spLocks/>
          </p:cNvSpPr>
          <p:nvPr/>
        </p:nvSpPr>
        <p:spPr bwMode="auto">
          <a:xfrm>
            <a:off x="6696947" y="611271"/>
            <a:ext cx="1490662" cy="180975"/>
          </a:xfrm>
          <a:custGeom>
            <a:avLst/>
            <a:gdLst>
              <a:gd name="T0" fmla="*/ 0 w 939"/>
              <a:gd name="T1" fmla="*/ 2147483646 h 114"/>
              <a:gd name="T2" fmla="*/ 2147483646 w 939"/>
              <a:gd name="T3" fmla="*/ 2147483646 h 114"/>
              <a:gd name="T4" fmla="*/ 2147483646 w 939"/>
              <a:gd name="T5" fmla="*/ 2147483646 h 114"/>
              <a:gd name="T6" fmla="*/ 2147483646 w 939"/>
              <a:gd name="T7" fmla="*/ 2147483646 h 114"/>
              <a:gd name="T8" fmla="*/ 2147483646 w 939"/>
              <a:gd name="T9" fmla="*/ 2147483646 h 114"/>
              <a:gd name="T10" fmla="*/ 2147483646 w 939"/>
              <a:gd name="T11" fmla="*/ 2147483646 h 114"/>
              <a:gd name="T12" fmla="*/ 2147483646 w 939"/>
              <a:gd name="T13" fmla="*/ 2147483646 h 114"/>
              <a:gd name="T14" fmla="*/ 2147483646 w 939"/>
              <a:gd name="T15" fmla="*/ 2147483646 h 114"/>
              <a:gd name="T16" fmla="*/ 2147483646 w 939"/>
              <a:gd name="T17" fmla="*/ 2147483646 h 114"/>
              <a:gd name="T18" fmla="*/ 2147483646 w 939"/>
              <a:gd name="T19" fmla="*/ 2147483646 h 114"/>
              <a:gd name="T20" fmla="*/ 2147483646 w 939"/>
              <a:gd name="T21" fmla="*/ 2147483646 h 114"/>
              <a:gd name="T22" fmla="*/ 2147483646 w 939"/>
              <a:gd name="T23" fmla="*/ 0 h 114"/>
              <a:gd name="T24" fmla="*/ 2147483646 w 939"/>
              <a:gd name="T25" fmla="*/ 2147483646 h 114"/>
              <a:gd name="T26" fmla="*/ 2147483646 w 939"/>
              <a:gd name="T27" fmla="*/ 2147483646 h 114"/>
              <a:gd name="T28" fmla="*/ 2147483646 w 939"/>
              <a:gd name="T29" fmla="*/ 2147483646 h 114"/>
              <a:gd name="T30" fmla="*/ 2147483646 w 939"/>
              <a:gd name="T31" fmla="*/ 2147483646 h 114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939"/>
              <a:gd name="T49" fmla="*/ 0 h 114"/>
              <a:gd name="T50" fmla="*/ 939 w 939"/>
              <a:gd name="T51" fmla="*/ 114 h 114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939" h="114">
                <a:moveTo>
                  <a:pt x="0" y="114"/>
                </a:moveTo>
                <a:cubicBezTo>
                  <a:pt x="2" y="103"/>
                  <a:pt x="5" y="92"/>
                  <a:pt x="9" y="81"/>
                </a:cubicBezTo>
                <a:cubicBezTo>
                  <a:pt x="13" y="70"/>
                  <a:pt x="19" y="55"/>
                  <a:pt x="27" y="45"/>
                </a:cubicBezTo>
                <a:cubicBezTo>
                  <a:pt x="35" y="35"/>
                  <a:pt x="49" y="27"/>
                  <a:pt x="60" y="21"/>
                </a:cubicBezTo>
                <a:cubicBezTo>
                  <a:pt x="71" y="15"/>
                  <a:pt x="79" y="12"/>
                  <a:pt x="96" y="9"/>
                </a:cubicBezTo>
                <a:cubicBezTo>
                  <a:pt x="113" y="6"/>
                  <a:pt x="132" y="3"/>
                  <a:pt x="162" y="3"/>
                </a:cubicBezTo>
                <a:cubicBezTo>
                  <a:pt x="192" y="3"/>
                  <a:pt x="243" y="7"/>
                  <a:pt x="279" y="9"/>
                </a:cubicBezTo>
                <a:cubicBezTo>
                  <a:pt x="315" y="11"/>
                  <a:pt x="349" y="17"/>
                  <a:pt x="381" y="18"/>
                </a:cubicBezTo>
                <a:cubicBezTo>
                  <a:pt x="413" y="19"/>
                  <a:pt x="438" y="18"/>
                  <a:pt x="471" y="18"/>
                </a:cubicBezTo>
                <a:cubicBezTo>
                  <a:pt x="504" y="18"/>
                  <a:pt x="551" y="17"/>
                  <a:pt x="582" y="15"/>
                </a:cubicBezTo>
                <a:cubicBezTo>
                  <a:pt x="613" y="13"/>
                  <a:pt x="629" y="8"/>
                  <a:pt x="660" y="6"/>
                </a:cubicBezTo>
                <a:cubicBezTo>
                  <a:pt x="691" y="4"/>
                  <a:pt x="741" y="0"/>
                  <a:pt x="771" y="0"/>
                </a:cubicBezTo>
                <a:cubicBezTo>
                  <a:pt x="801" y="0"/>
                  <a:pt x="823" y="4"/>
                  <a:pt x="843" y="9"/>
                </a:cubicBezTo>
                <a:cubicBezTo>
                  <a:pt x="863" y="14"/>
                  <a:pt x="877" y="20"/>
                  <a:pt x="891" y="30"/>
                </a:cubicBezTo>
                <a:cubicBezTo>
                  <a:pt x="905" y="40"/>
                  <a:pt x="919" y="58"/>
                  <a:pt x="927" y="72"/>
                </a:cubicBezTo>
                <a:cubicBezTo>
                  <a:pt x="935" y="86"/>
                  <a:pt x="937" y="105"/>
                  <a:pt x="939" y="114"/>
                </a:cubicBezTo>
              </a:path>
            </a:pathLst>
          </a:custGeom>
          <a:noFill/>
          <a:ln w="19050" cap="flat" cmpd="sng">
            <a:solidFill>
              <a:srgbClr val="CC0000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1" name="Line 88">
            <a:extLst>
              <a:ext uri="{FF2B5EF4-FFF2-40B4-BE49-F238E27FC236}">
                <a16:creationId xmlns:a16="http://schemas.microsoft.com/office/drawing/2014/main" id="{B9B1CF73-ECD6-3431-AC71-016146D90EF9}"/>
              </a:ext>
            </a:extLst>
          </p:cNvPr>
          <p:cNvSpPr>
            <a:spLocks noChangeShapeType="1"/>
          </p:cNvSpPr>
          <p:nvPr/>
        </p:nvSpPr>
        <p:spPr bwMode="auto">
          <a:xfrm>
            <a:off x="6739809" y="611271"/>
            <a:ext cx="219075" cy="0"/>
          </a:xfrm>
          <a:prstGeom prst="line">
            <a:avLst/>
          </a:prstGeom>
          <a:noFill/>
          <a:ln w="19050">
            <a:solidFill>
              <a:srgbClr val="333399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2" name="Line 89">
            <a:extLst>
              <a:ext uri="{FF2B5EF4-FFF2-40B4-BE49-F238E27FC236}">
                <a16:creationId xmlns:a16="http://schemas.microsoft.com/office/drawing/2014/main" id="{1B198D7E-14EB-FDAE-6A35-50A9311D45D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920909" y="611271"/>
            <a:ext cx="219075" cy="0"/>
          </a:xfrm>
          <a:prstGeom prst="line">
            <a:avLst/>
          </a:prstGeom>
          <a:noFill/>
          <a:ln w="19050">
            <a:solidFill>
              <a:srgbClr val="333399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3" name="Line 90">
            <a:extLst>
              <a:ext uri="{FF2B5EF4-FFF2-40B4-BE49-F238E27FC236}">
                <a16:creationId xmlns:a16="http://schemas.microsoft.com/office/drawing/2014/main" id="{312F2F0E-ADCE-785B-B708-4C0E1183673E}"/>
              </a:ext>
            </a:extLst>
          </p:cNvPr>
          <p:cNvSpPr>
            <a:spLocks noChangeShapeType="1"/>
          </p:cNvSpPr>
          <p:nvPr/>
        </p:nvSpPr>
        <p:spPr bwMode="auto">
          <a:xfrm>
            <a:off x="8206659" y="611271"/>
            <a:ext cx="452438" cy="0"/>
          </a:xfrm>
          <a:prstGeom prst="line">
            <a:avLst/>
          </a:prstGeom>
          <a:noFill/>
          <a:ln w="381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4" name="Line 91">
            <a:extLst>
              <a:ext uri="{FF2B5EF4-FFF2-40B4-BE49-F238E27FC236}">
                <a16:creationId xmlns:a16="http://schemas.microsoft.com/office/drawing/2014/main" id="{9EEFBFAC-2C68-931C-ED7D-F3AF45969250}"/>
              </a:ext>
            </a:extLst>
          </p:cNvPr>
          <p:cNvSpPr>
            <a:spLocks noChangeShapeType="1"/>
          </p:cNvSpPr>
          <p:nvPr/>
        </p:nvSpPr>
        <p:spPr bwMode="auto">
          <a:xfrm>
            <a:off x="6234984" y="2516271"/>
            <a:ext cx="452438" cy="0"/>
          </a:xfrm>
          <a:prstGeom prst="line">
            <a:avLst/>
          </a:prstGeom>
          <a:noFill/>
          <a:ln w="381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5" name="Rectangle 92">
            <a:extLst>
              <a:ext uri="{FF2B5EF4-FFF2-40B4-BE49-F238E27FC236}">
                <a16:creationId xmlns:a16="http://schemas.microsoft.com/office/drawing/2014/main" id="{BCA3F05C-7A2C-EFC6-19D7-DEB449E965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5522" y="2384509"/>
            <a:ext cx="1438275" cy="16986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6" name="Freeform 93">
            <a:extLst>
              <a:ext uri="{FF2B5EF4-FFF2-40B4-BE49-F238E27FC236}">
                <a16:creationId xmlns:a16="http://schemas.microsoft.com/office/drawing/2014/main" id="{4DFE326D-22D3-C2F5-D87A-B57912FBA26E}"/>
              </a:ext>
            </a:extLst>
          </p:cNvPr>
          <p:cNvSpPr>
            <a:spLocks/>
          </p:cNvSpPr>
          <p:nvPr/>
        </p:nvSpPr>
        <p:spPr bwMode="auto">
          <a:xfrm flipV="1">
            <a:off x="6701709" y="2330534"/>
            <a:ext cx="1490663" cy="180975"/>
          </a:xfrm>
          <a:custGeom>
            <a:avLst/>
            <a:gdLst>
              <a:gd name="T0" fmla="*/ 0 w 939"/>
              <a:gd name="T1" fmla="*/ 2147483646 h 114"/>
              <a:gd name="T2" fmla="*/ 2147483646 w 939"/>
              <a:gd name="T3" fmla="*/ 2147483646 h 114"/>
              <a:gd name="T4" fmla="*/ 2147483646 w 939"/>
              <a:gd name="T5" fmla="*/ 2147483646 h 114"/>
              <a:gd name="T6" fmla="*/ 2147483646 w 939"/>
              <a:gd name="T7" fmla="*/ 2147483646 h 114"/>
              <a:gd name="T8" fmla="*/ 2147483646 w 939"/>
              <a:gd name="T9" fmla="*/ 2147483646 h 114"/>
              <a:gd name="T10" fmla="*/ 2147483646 w 939"/>
              <a:gd name="T11" fmla="*/ 2147483646 h 114"/>
              <a:gd name="T12" fmla="*/ 2147483646 w 939"/>
              <a:gd name="T13" fmla="*/ 2147483646 h 114"/>
              <a:gd name="T14" fmla="*/ 2147483646 w 939"/>
              <a:gd name="T15" fmla="*/ 2147483646 h 114"/>
              <a:gd name="T16" fmla="*/ 2147483646 w 939"/>
              <a:gd name="T17" fmla="*/ 2147483646 h 114"/>
              <a:gd name="T18" fmla="*/ 2147483646 w 939"/>
              <a:gd name="T19" fmla="*/ 2147483646 h 114"/>
              <a:gd name="T20" fmla="*/ 2147483646 w 939"/>
              <a:gd name="T21" fmla="*/ 2147483646 h 114"/>
              <a:gd name="T22" fmla="*/ 2147483646 w 939"/>
              <a:gd name="T23" fmla="*/ 0 h 114"/>
              <a:gd name="T24" fmla="*/ 2147483646 w 939"/>
              <a:gd name="T25" fmla="*/ 2147483646 h 114"/>
              <a:gd name="T26" fmla="*/ 2147483646 w 939"/>
              <a:gd name="T27" fmla="*/ 2147483646 h 114"/>
              <a:gd name="T28" fmla="*/ 2147483646 w 939"/>
              <a:gd name="T29" fmla="*/ 2147483646 h 114"/>
              <a:gd name="T30" fmla="*/ 2147483646 w 939"/>
              <a:gd name="T31" fmla="*/ 2147483646 h 114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939"/>
              <a:gd name="T49" fmla="*/ 0 h 114"/>
              <a:gd name="T50" fmla="*/ 939 w 939"/>
              <a:gd name="T51" fmla="*/ 114 h 114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939" h="114">
                <a:moveTo>
                  <a:pt x="0" y="114"/>
                </a:moveTo>
                <a:cubicBezTo>
                  <a:pt x="2" y="103"/>
                  <a:pt x="5" y="92"/>
                  <a:pt x="9" y="81"/>
                </a:cubicBezTo>
                <a:cubicBezTo>
                  <a:pt x="13" y="70"/>
                  <a:pt x="19" y="55"/>
                  <a:pt x="27" y="45"/>
                </a:cubicBezTo>
                <a:cubicBezTo>
                  <a:pt x="35" y="35"/>
                  <a:pt x="49" y="27"/>
                  <a:pt x="60" y="21"/>
                </a:cubicBezTo>
                <a:cubicBezTo>
                  <a:pt x="71" y="15"/>
                  <a:pt x="79" y="12"/>
                  <a:pt x="96" y="9"/>
                </a:cubicBezTo>
                <a:cubicBezTo>
                  <a:pt x="113" y="6"/>
                  <a:pt x="132" y="3"/>
                  <a:pt x="162" y="3"/>
                </a:cubicBezTo>
                <a:cubicBezTo>
                  <a:pt x="192" y="3"/>
                  <a:pt x="243" y="7"/>
                  <a:pt x="279" y="9"/>
                </a:cubicBezTo>
                <a:cubicBezTo>
                  <a:pt x="315" y="11"/>
                  <a:pt x="349" y="17"/>
                  <a:pt x="381" y="18"/>
                </a:cubicBezTo>
                <a:cubicBezTo>
                  <a:pt x="413" y="19"/>
                  <a:pt x="438" y="18"/>
                  <a:pt x="471" y="18"/>
                </a:cubicBezTo>
                <a:cubicBezTo>
                  <a:pt x="504" y="18"/>
                  <a:pt x="551" y="17"/>
                  <a:pt x="582" y="15"/>
                </a:cubicBezTo>
                <a:cubicBezTo>
                  <a:pt x="613" y="13"/>
                  <a:pt x="629" y="8"/>
                  <a:pt x="660" y="6"/>
                </a:cubicBezTo>
                <a:cubicBezTo>
                  <a:pt x="691" y="4"/>
                  <a:pt x="741" y="0"/>
                  <a:pt x="771" y="0"/>
                </a:cubicBezTo>
                <a:cubicBezTo>
                  <a:pt x="801" y="0"/>
                  <a:pt x="823" y="4"/>
                  <a:pt x="843" y="9"/>
                </a:cubicBezTo>
                <a:cubicBezTo>
                  <a:pt x="863" y="14"/>
                  <a:pt x="877" y="20"/>
                  <a:pt x="891" y="30"/>
                </a:cubicBezTo>
                <a:cubicBezTo>
                  <a:pt x="905" y="40"/>
                  <a:pt x="919" y="58"/>
                  <a:pt x="927" y="72"/>
                </a:cubicBezTo>
                <a:cubicBezTo>
                  <a:pt x="935" y="86"/>
                  <a:pt x="937" y="105"/>
                  <a:pt x="939" y="114"/>
                </a:cubicBezTo>
              </a:path>
            </a:pathLst>
          </a:custGeom>
          <a:noFill/>
          <a:ln w="19050" cap="flat" cmpd="sng">
            <a:solidFill>
              <a:srgbClr val="CC0000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7" name="Line 94">
            <a:extLst>
              <a:ext uri="{FF2B5EF4-FFF2-40B4-BE49-F238E27FC236}">
                <a16:creationId xmlns:a16="http://schemas.microsoft.com/office/drawing/2014/main" id="{3E9B9ADA-F4DC-3583-E43D-E10B250253C5}"/>
              </a:ext>
            </a:extLst>
          </p:cNvPr>
          <p:cNvSpPr>
            <a:spLocks noChangeShapeType="1"/>
          </p:cNvSpPr>
          <p:nvPr/>
        </p:nvSpPr>
        <p:spPr bwMode="auto">
          <a:xfrm>
            <a:off x="6739809" y="2511509"/>
            <a:ext cx="219075" cy="0"/>
          </a:xfrm>
          <a:prstGeom prst="line">
            <a:avLst/>
          </a:prstGeom>
          <a:noFill/>
          <a:ln w="19050">
            <a:solidFill>
              <a:srgbClr val="333399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8" name="Line 95">
            <a:extLst>
              <a:ext uri="{FF2B5EF4-FFF2-40B4-BE49-F238E27FC236}">
                <a16:creationId xmlns:a16="http://schemas.microsoft.com/office/drawing/2014/main" id="{811CC641-32D5-9D0C-7E85-FC0A86F7BB3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925672" y="2516271"/>
            <a:ext cx="219075" cy="0"/>
          </a:xfrm>
          <a:prstGeom prst="line">
            <a:avLst/>
          </a:prstGeom>
          <a:noFill/>
          <a:ln w="19050">
            <a:solidFill>
              <a:srgbClr val="333399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9" name="Line 96">
            <a:extLst>
              <a:ext uri="{FF2B5EF4-FFF2-40B4-BE49-F238E27FC236}">
                <a16:creationId xmlns:a16="http://schemas.microsoft.com/office/drawing/2014/main" id="{A7C648DC-9F31-94BE-7296-1A89C9861186}"/>
              </a:ext>
            </a:extLst>
          </p:cNvPr>
          <p:cNvSpPr>
            <a:spLocks noChangeShapeType="1"/>
          </p:cNvSpPr>
          <p:nvPr/>
        </p:nvSpPr>
        <p:spPr bwMode="auto">
          <a:xfrm>
            <a:off x="8206659" y="2514684"/>
            <a:ext cx="452438" cy="0"/>
          </a:xfrm>
          <a:prstGeom prst="line">
            <a:avLst/>
          </a:prstGeom>
          <a:noFill/>
          <a:ln w="381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0" name="Line 97">
            <a:extLst>
              <a:ext uri="{FF2B5EF4-FFF2-40B4-BE49-F238E27FC236}">
                <a16:creationId xmlns:a16="http://schemas.microsoft.com/office/drawing/2014/main" id="{4B08FE10-F264-35C7-09CA-3E0E8EA09DC6}"/>
              </a:ext>
            </a:extLst>
          </p:cNvPr>
          <p:cNvSpPr>
            <a:spLocks noChangeShapeType="1"/>
          </p:cNvSpPr>
          <p:nvPr/>
        </p:nvSpPr>
        <p:spPr bwMode="auto">
          <a:xfrm>
            <a:off x="6231809" y="600159"/>
            <a:ext cx="0" cy="1936750"/>
          </a:xfrm>
          <a:prstGeom prst="line">
            <a:avLst/>
          </a:prstGeom>
          <a:noFill/>
          <a:ln w="381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1" name="Line 98">
            <a:extLst>
              <a:ext uri="{FF2B5EF4-FFF2-40B4-BE49-F238E27FC236}">
                <a16:creationId xmlns:a16="http://schemas.microsoft.com/office/drawing/2014/main" id="{87DAAF94-5885-2DD3-382C-EA681D8C0B54}"/>
              </a:ext>
            </a:extLst>
          </p:cNvPr>
          <p:cNvSpPr>
            <a:spLocks noChangeShapeType="1"/>
          </p:cNvSpPr>
          <p:nvPr/>
        </p:nvSpPr>
        <p:spPr bwMode="auto">
          <a:xfrm>
            <a:off x="8644809" y="596984"/>
            <a:ext cx="0" cy="1936750"/>
          </a:xfrm>
          <a:prstGeom prst="line">
            <a:avLst/>
          </a:prstGeom>
          <a:noFill/>
          <a:ln w="381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2" name="Oval 99">
            <a:extLst>
              <a:ext uri="{FF2B5EF4-FFF2-40B4-BE49-F238E27FC236}">
                <a16:creationId xmlns:a16="http://schemas.microsoft.com/office/drawing/2014/main" id="{52880C05-61C8-6869-7C7C-57AFD8E309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5047" y="1479634"/>
            <a:ext cx="158750" cy="158750"/>
          </a:xfrm>
          <a:prstGeom prst="ellipse">
            <a:avLst/>
          </a:prstGeom>
          <a:gradFill rotWithShape="0">
            <a:gsLst>
              <a:gs pos="0">
                <a:srgbClr val="FF0000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3" name="Oval 100">
            <a:extLst>
              <a:ext uri="{FF2B5EF4-FFF2-40B4-BE49-F238E27FC236}">
                <a16:creationId xmlns:a16="http://schemas.microsoft.com/office/drawing/2014/main" id="{F368A662-AF0D-CCBD-A53D-0624F12325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5997" y="1479634"/>
            <a:ext cx="158750" cy="158750"/>
          </a:xfrm>
          <a:prstGeom prst="ellipse">
            <a:avLst/>
          </a:prstGeom>
          <a:gradFill rotWithShape="0">
            <a:gsLst>
              <a:gs pos="0">
                <a:srgbClr val="FF0000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4" name="Oval 101">
            <a:extLst>
              <a:ext uri="{FF2B5EF4-FFF2-40B4-BE49-F238E27FC236}">
                <a16:creationId xmlns:a16="http://schemas.microsoft.com/office/drawing/2014/main" id="{B07E4B31-85CD-595D-DE91-028915CBA6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7572" y="727159"/>
            <a:ext cx="158750" cy="158750"/>
          </a:xfrm>
          <a:prstGeom prst="ellipse">
            <a:avLst/>
          </a:prstGeom>
          <a:gradFill rotWithShape="0">
            <a:gsLst>
              <a:gs pos="0">
                <a:srgbClr val="6699FF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5" name="Oval 102">
            <a:extLst>
              <a:ext uri="{FF2B5EF4-FFF2-40B4-BE49-F238E27FC236}">
                <a16:creationId xmlns:a16="http://schemas.microsoft.com/office/drawing/2014/main" id="{BBB8FDD0-635C-1306-D416-3CE1F7FDFE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08234" y="711284"/>
            <a:ext cx="158750" cy="158750"/>
          </a:xfrm>
          <a:prstGeom prst="ellipse">
            <a:avLst/>
          </a:prstGeom>
          <a:gradFill rotWithShape="0">
            <a:gsLst>
              <a:gs pos="0">
                <a:srgbClr val="6699FF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6" name="Oval 103">
            <a:extLst>
              <a:ext uri="{FF2B5EF4-FFF2-40B4-BE49-F238E27FC236}">
                <a16:creationId xmlns:a16="http://schemas.microsoft.com/office/drawing/2014/main" id="{4EECAF77-4C23-D93D-86B0-3715305BFE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1222" y="2244809"/>
            <a:ext cx="158750" cy="158750"/>
          </a:xfrm>
          <a:prstGeom prst="ellipse">
            <a:avLst/>
          </a:prstGeom>
          <a:gradFill rotWithShape="0">
            <a:gsLst>
              <a:gs pos="0">
                <a:srgbClr val="6699FF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7" name="Oval 104">
            <a:extLst>
              <a:ext uri="{FF2B5EF4-FFF2-40B4-BE49-F238E27FC236}">
                <a16:creationId xmlns:a16="http://schemas.microsoft.com/office/drawing/2014/main" id="{A5975042-E4E9-CA10-AF2F-D1FAF1B817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12997" y="2244809"/>
            <a:ext cx="158750" cy="158750"/>
          </a:xfrm>
          <a:prstGeom prst="ellipse">
            <a:avLst/>
          </a:prstGeom>
          <a:gradFill rotWithShape="0">
            <a:gsLst>
              <a:gs pos="0">
                <a:srgbClr val="6699FF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8" name="Oval 105">
            <a:extLst>
              <a:ext uri="{FF2B5EF4-FFF2-40B4-BE49-F238E27FC236}">
                <a16:creationId xmlns:a16="http://schemas.microsoft.com/office/drawing/2014/main" id="{7E0B8878-BCB1-BC4F-6DE2-7EC09A7F4A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9509" y="528721"/>
            <a:ext cx="158750" cy="158750"/>
          </a:xfrm>
          <a:prstGeom prst="ellipse">
            <a:avLst/>
          </a:prstGeom>
          <a:gradFill rotWithShape="0">
            <a:gsLst>
              <a:gs pos="0">
                <a:srgbClr val="FFFF66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9" name="Oval 106">
            <a:extLst>
              <a:ext uri="{FF2B5EF4-FFF2-40B4-BE49-F238E27FC236}">
                <a16:creationId xmlns:a16="http://schemas.microsoft.com/office/drawing/2014/main" id="{85598064-6BEC-99E4-3469-C13B263C7E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7922" y="2427371"/>
            <a:ext cx="158750" cy="158750"/>
          </a:xfrm>
          <a:prstGeom prst="ellipse">
            <a:avLst/>
          </a:prstGeom>
          <a:gradFill rotWithShape="0">
            <a:gsLst>
              <a:gs pos="0">
                <a:srgbClr val="FFFF66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0" name="Oval 107">
            <a:extLst>
              <a:ext uri="{FF2B5EF4-FFF2-40B4-BE49-F238E27FC236}">
                <a16:creationId xmlns:a16="http://schemas.microsoft.com/office/drawing/2014/main" id="{FBB7AF60-95F9-7245-9083-72E1D89F35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38359" y="528721"/>
            <a:ext cx="158750" cy="158750"/>
          </a:xfrm>
          <a:prstGeom prst="ellipse">
            <a:avLst/>
          </a:prstGeom>
          <a:gradFill rotWithShape="0">
            <a:gsLst>
              <a:gs pos="0">
                <a:srgbClr val="FFFF66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1" name="Oval 108">
            <a:extLst>
              <a:ext uri="{FF2B5EF4-FFF2-40B4-BE49-F238E27FC236}">
                <a16:creationId xmlns:a16="http://schemas.microsoft.com/office/drawing/2014/main" id="{C11983AE-5136-D0B4-7113-1A432F873D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39947" y="2435309"/>
            <a:ext cx="158750" cy="158750"/>
          </a:xfrm>
          <a:prstGeom prst="ellipse">
            <a:avLst/>
          </a:prstGeom>
          <a:gradFill rotWithShape="0">
            <a:gsLst>
              <a:gs pos="0">
                <a:srgbClr val="FFFF66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2" name="Oval 109">
            <a:extLst>
              <a:ext uri="{FF2B5EF4-FFF2-40B4-BE49-F238E27FC236}">
                <a16:creationId xmlns:a16="http://schemas.microsoft.com/office/drawing/2014/main" id="{3F1937DB-9AA3-954C-5847-148B3F90BB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8934" y="555709"/>
            <a:ext cx="158750" cy="158750"/>
          </a:xfrm>
          <a:prstGeom prst="ellipse">
            <a:avLst/>
          </a:prstGeom>
          <a:gradFill rotWithShape="0">
            <a:gsLst>
              <a:gs pos="0">
                <a:srgbClr val="00CC99"/>
              </a:gs>
              <a:gs pos="100000">
                <a:srgbClr val="00CC99">
                  <a:gamma/>
                  <a:shade val="0"/>
                  <a:invGamma/>
                </a:srgbClr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3" name="Oval 110">
            <a:extLst>
              <a:ext uri="{FF2B5EF4-FFF2-40B4-BE49-F238E27FC236}">
                <a16:creationId xmlns:a16="http://schemas.microsoft.com/office/drawing/2014/main" id="{715341CD-5A37-C82B-54BE-8ABC42AE5F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65284" y="2394034"/>
            <a:ext cx="158750" cy="158750"/>
          </a:xfrm>
          <a:prstGeom prst="ellipse">
            <a:avLst/>
          </a:prstGeom>
          <a:gradFill rotWithShape="0">
            <a:gsLst>
              <a:gs pos="0">
                <a:srgbClr val="00CC99"/>
              </a:gs>
              <a:gs pos="100000">
                <a:srgbClr val="00CC99">
                  <a:gamma/>
                  <a:shade val="0"/>
                  <a:invGamma/>
                </a:srgbClr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4" name="Oval 111">
            <a:extLst>
              <a:ext uri="{FF2B5EF4-FFF2-40B4-BE49-F238E27FC236}">
                <a16:creationId xmlns:a16="http://schemas.microsoft.com/office/drawing/2014/main" id="{E714E415-FE83-D3FF-2D8A-D664933426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8372" y="990684"/>
            <a:ext cx="158750" cy="158750"/>
          </a:xfrm>
          <a:prstGeom prst="ellipse">
            <a:avLst/>
          </a:prstGeom>
          <a:gradFill rotWithShape="0">
            <a:gsLst>
              <a:gs pos="0">
                <a:srgbClr val="99FF99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5" name="Oval 112">
            <a:extLst>
              <a:ext uri="{FF2B5EF4-FFF2-40B4-BE49-F238E27FC236}">
                <a16:creationId xmlns:a16="http://schemas.microsoft.com/office/drawing/2014/main" id="{C180D515-D767-2F70-340F-27E7673796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39972" y="992271"/>
            <a:ext cx="158750" cy="158750"/>
          </a:xfrm>
          <a:prstGeom prst="ellipse">
            <a:avLst/>
          </a:prstGeom>
          <a:gradFill rotWithShape="0">
            <a:gsLst>
              <a:gs pos="0">
                <a:srgbClr val="99FF99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6" name="Oval 113">
            <a:extLst>
              <a:ext uri="{FF2B5EF4-FFF2-40B4-BE49-F238E27FC236}">
                <a16:creationId xmlns:a16="http://schemas.microsoft.com/office/drawing/2014/main" id="{CFF537CB-B8C6-613F-ECFD-59CB7AB295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9959" y="1984459"/>
            <a:ext cx="158750" cy="158750"/>
          </a:xfrm>
          <a:prstGeom prst="ellipse">
            <a:avLst/>
          </a:prstGeom>
          <a:gradFill rotWithShape="0">
            <a:gsLst>
              <a:gs pos="0">
                <a:srgbClr val="99FF99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7" name="Oval 114">
            <a:extLst>
              <a:ext uri="{FF2B5EF4-FFF2-40B4-BE49-F238E27FC236}">
                <a16:creationId xmlns:a16="http://schemas.microsoft.com/office/drawing/2014/main" id="{6E0E7D41-A622-3058-F026-459C81BBC6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51084" y="1981284"/>
            <a:ext cx="158750" cy="158750"/>
          </a:xfrm>
          <a:prstGeom prst="ellipse">
            <a:avLst/>
          </a:prstGeom>
          <a:gradFill rotWithShape="0">
            <a:gsLst>
              <a:gs pos="0">
                <a:srgbClr val="99FF99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8" name="Text Box 117">
            <a:extLst>
              <a:ext uri="{FF2B5EF4-FFF2-40B4-BE49-F238E27FC236}">
                <a16:creationId xmlns:a16="http://schemas.microsoft.com/office/drawing/2014/main" id="{BA3BA170-56E2-EC99-3718-B245D27009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486" y="4964323"/>
            <a:ext cx="130516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80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 </a:t>
            </a:r>
            <a:r>
              <a:rPr lang="zh-CN" altLang="en-US" sz="280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检查</a:t>
            </a:r>
          </a:p>
        </p:txBody>
      </p:sp>
      <p:sp>
        <p:nvSpPr>
          <p:cNvPr id="109" name="Text Box 118">
            <a:extLst>
              <a:ext uri="{FF2B5EF4-FFF2-40B4-BE49-F238E27FC236}">
                <a16:creationId xmlns:a16="http://schemas.microsoft.com/office/drawing/2014/main" id="{749394F7-BE91-F3BB-FC99-9374C18DEF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3713" y="5479992"/>
            <a:ext cx="233910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外形轮廓线投影</a:t>
            </a:r>
          </a:p>
        </p:txBody>
      </p:sp>
      <p:grpSp>
        <p:nvGrpSpPr>
          <p:cNvPr id="110" name="Group 120">
            <a:extLst>
              <a:ext uri="{FF2B5EF4-FFF2-40B4-BE49-F238E27FC236}">
                <a16:creationId xmlns:a16="http://schemas.microsoft.com/office/drawing/2014/main" id="{DA1F49AC-6CC3-5826-B32F-8234D5169342}"/>
              </a:ext>
            </a:extLst>
          </p:cNvPr>
          <p:cNvGrpSpPr>
            <a:grpSpLocks/>
          </p:cNvGrpSpPr>
          <p:nvPr/>
        </p:nvGrpSpPr>
        <p:grpSpPr bwMode="auto">
          <a:xfrm>
            <a:off x="9659222" y="3202071"/>
            <a:ext cx="1895475" cy="1666875"/>
            <a:chOff x="3660" y="2466"/>
            <a:chExt cx="1194" cy="1050"/>
          </a:xfrm>
        </p:grpSpPr>
        <p:sp>
          <p:nvSpPr>
            <p:cNvPr id="111" name="Line 121">
              <a:extLst>
                <a:ext uri="{FF2B5EF4-FFF2-40B4-BE49-F238E27FC236}">
                  <a16:creationId xmlns:a16="http://schemas.microsoft.com/office/drawing/2014/main" id="{01F50E92-CE72-9E7F-4248-6F58804EF8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76" y="2466"/>
              <a:ext cx="0" cy="618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2" name="Line 122">
              <a:extLst>
                <a:ext uri="{FF2B5EF4-FFF2-40B4-BE49-F238E27FC236}">
                  <a16:creationId xmlns:a16="http://schemas.microsoft.com/office/drawing/2014/main" id="{CB81912B-C09E-8A7F-3AEB-4DD74171CA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0" y="2640"/>
              <a:ext cx="492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3" name="Line 123">
              <a:extLst>
                <a:ext uri="{FF2B5EF4-FFF2-40B4-BE49-F238E27FC236}">
                  <a16:creationId xmlns:a16="http://schemas.microsoft.com/office/drawing/2014/main" id="{FE2ACEFA-4B75-6C6D-E956-B93F0E90FB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82" y="2640"/>
              <a:ext cx="372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4" name="Freeform 124">
              <a:extLst>
                <a:ext uri="{FF2B5EF4-FFF2-40B4-BE49-F238E27FC236}">
                  <a16:creationId xmlns:a16="http://schemas.microsoft.com/office/drawing/2014/main" id="{7FCE3C40-8B06-C90B-6503-170A30FFDE9E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0" y="2639"/>
              <a:ext cx="810" cy="433"/>
            </a:xfrm>
            <a:custGeom>
              <a:avLst/>
              <a:gdLst>
                <a:gd name="T0" fmla="*/ 0 w 810"/>
                <a:gd name="T1" fmla="*/ 91 h 433"/>
                <a:gd name="T2" fmla="*/ 192 w 810"/>
                <a:gd name="T3" fmla="*/ 31 h 433"/>
                <a:gd name="T4" fmla="*/ 330 w 810"/>
                <a:gd name="T5" fmla="*/ 1 h 433"/>
                <a:gd name="T6" fmla="*/ 522 w 810"/>
                <a:gd name="T7" fmla="*/ 25 h 433"/>
                <a:gd name="T8" fmla="*/ 678 w 810"/>
                <a:gd name="T9" fmla="*/ 139 h 433"/>
                <a:gd name="T10" fmla="*/ 768 w 810"/>
                <a:gd name="T11" fmla="*/ 277 h 433"/>
                <a:gd name="T12" fmla="*/ 810 w 810"/>
                <a:gd name="T13" fmla="*/ 433 h 43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810"/>
                <a:gd name="T22" fmla="*/ 0 h 433"/>
                <a:gd name="T23" fmla="*/ 810 w 810"/>
                <a:gd name="T24" fmla="*/ 433 h 43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810" h="433">
                  <a:moveTo>
                    <a:pt x="0" y="91"/>
                  </a:moveTo>
                  <a:cubicBezTo>
                    <a:pt x="32" y="82"/>
                    <a:pt x="137" y="46"/>
                    <a:pt x="192" y="31"/>
                  </a:cubicBezTo>
                  <a:cubicBezTo>
                    <a:pt x="247" y="16"/>
                    <a:pt x="275" y="2"/>
                    <a:pt x="330" y="1"/>
                  </a:cubicBezTo>
                  <a:cubicBezTo>
                    <a:pt x="385" y="0"/>
                    <a:pt x="464" y="2"/>
                    <a:pt x="522" y="25"/>
                  </a:cubicBezTo>
                  <a:cubicBezTo>
                    <a:pt x="580" y="48"/>
                    <a:pt x="637" y="97"/>
                    <a:pt x="678" y="139"/>
                  </a:cubicBezTo>
                  <a:cubicBezTo>
                    <a:pt x="719" y="181"/>
                    <a:pt x="746" y="228"/>
                    <a:pt x="768" y="277"/>
                  </a:cubicBezTo>
                  <a:cubicBezTo>
                    <a:pt x="790" y="326"/>
                    <a:pt x="801" y="401"/>
                    <a:pt x="810" y="433"/>
                  </a:cubicBezTo>
                </a:path>
              </a:pathLst>
            </a:custGeom>
            <a:noFill/>
            <a:ln w="19050" cap="flat" cmpd="sng">
              <a:solidFill>
                <a:srgbClr val="CC0000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5" name="Freeform 125">
              <a:extLst>
                <a:ext uri="{FF2B5EF4-FFF2-40B4-BE49-F238E27FC236}">
                  <a16:creationId xmlns:a16="http://schemas.microsoft.com/office/drawing/2014/main" id="{0127EBFE-A36F-60A9-33B0-150CAB0A9A1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2" y="3072"/>
              <a:ext cx="54" cy="444"/>
            </a:xfrm>
            <a:custGeom>
              <a:avLst/>
              <a:gdLst>
                <a:gd name="T0" fmla="*/ 54 w 54"/>
                <a:gd name="T1" fmla="*/ 0 h 444"/>
                <a:gd name="T2" fmla="*/ 30 w 54"/>
                <a:gd name="T3" fmla="*/ 126 h 444"/>
                <a:gd name="T4" fmla="*/ 6 w 54"/>
                <a:gd name="T5" fmla="*/ 312 h 444"/>
                <a:gd name="T6" fmla="*/ 0 w 54"/>
                <a:gd name="T7" fmla="*/ 444 h 44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4"/>
                <a:gd name="T13" fmla="*/ 0 h 444"/>
                <a:gd name="T14" fmla="*/ 54 w 54"/>
                <a:gd name="T15" fmla="*/ 444 h 44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4" h="444">
                  <a:moveTo>
                    <a:pt x="54" y="0"/>
                  </a:moveTo>
                  <a:cubicBezTo>
                    <a:pt x="50" y="21"/>
                    <a:pt x="38" y="74"/>
                    <a:pt x="30" y="126"/>
                  </a:cubicBezTo>
                  <a:cubicBezTo>
                    <a:pt x="22" y="178"/>
                    <a:pt x="11" y="259"/>
                    <a:pt x="6" y="312"/>
                  </a:cubicBezTo>
                  <a:cubicBezTo>
                    <a:pt x="1" y="365"/>
                    <a:pt x="1" y="417"/>
                    <a:pt x="0" y="444"/>
                  </a:cubicBezTo>
                </a:path>
              </a:pathLst>
            </a:custGeom>
            <a:noFill/>
            <a:ln w="38100" cmpd="sng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6" name="Oval 126">
              <a:extLst>
                <a:ext uri="{FF2B5EF4-FFF2-40B4-BE49-F238E27FC236}">
                  <a16:creationId xmlns:a16="http://schemas.microsoft.com/office/drawing/2014/main" id="{7A599D40-E1C7-7FE4-6E24-7F0322C16E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4" y="2585"/>
              <a:ext cx="100" cy="100"/>
            </a:xfrm>
            <a:prstGeom prst="ellipse">
              <a:avLst/>
            </a:prstGeom>
            <a:gradFill rotWithShape="0">
              <a:gsLst>
                <a:gs pos="0">
                  <a:srgbClr val="FFFF66"/>
                </a:gs>
                <a:gs pos="100000">
                  <a:srgbClr val="00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7" name="Oval 127">
              <a:extLst>
                <a:ext uri="{FF2B5EF4-FFF2-40B4-BE49-F238E27FC236}">
                  <a16:creationId xmlns:a16="http://schemas.microsoft.com/office/drawing/2014/main" id="{E254CC2B-908B-CAA7-A801-0EAD66F538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8" y="2987"/>
              <a:ext cx="100" cy="100"/>
            </a:xfrm>
            <a:prstGeom prst="ellipse">
              <a:avLst/>
            </a:prstGeom>
            <a:gradFill rotWithShape="0">
              <a:gsLst>
                <a:gs pos="0">
                  <a:srgbClr val="6699FF"/>
                </a:gs>
                <a:gs pos="100000">
                  <a:srgbClr val="00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18" name="Group 128">
            <a:extLst>
              <a:ext uri="{FF2B5EF4-FFF2-40B4-BE49-F238E27FC236}">
                <a16:creationId xmlns:a16="http://schemas.microsoft.com/office/drawing/2014/main" id="{83A2DE87-4A9D-5AEB-64EE-093D9095CF4B}"/>
              </a:ext>
            </a:extLst>
          </p:cNvPr>
          <p:cNvGrpSpPr>
            <a:grpSpLocks/>
          </p:cNvGrpSpPr>
          <p:nvPr/>
        </p:nvGrpSpPr>
        <p:grpSpPr bwMode="auto">
          <a:xfrm>
            <a:off x="6850934" y="3608472"/>
            <a:ext cx="4119563" cy="2609851"/>
            <a:chOff x="2540" y="2554"/>
            <a:chExt cx="2595" cy="1644"/>
          </a:xfrm>
          <a:solidFill>
            <a:schemeClr val="accent5">
              <a:lumMod val="40000"/>
              <a:lumOff val="60000"/>
            </a:schemeClr>
          </a:solidFill>
        </p:grpSpPr>
        <p:sp>
          <p:nvSpPr>
            <p:cNvPr id="119" name="Freeform 129">
              <a:extLst>
                <a:ext uri="{FF2B5EF4-FFF2-40B4-BE49-F238E27FC236}">
                  <a16:creationId xmlns:a16="http://schemas.microsoft.com/office/drawing/2014/main" id="{AF5F4DEA-68B8-2DC1-891F-37498829A9EF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7" y="2554"/>
              <a:ext cx="345" cy="1167"/>
            </a:xfrm>
            <a:custGeom>
              <a:avLst/>
              <a:gdLst>
                <a:gd name="T0" fmla="*/ 0 w 411"/>
                <a:gd name="T1" fmla="*/ 2515 h 1111"/>
                <a:gd name="T2" fmla="*/ 20 w 411"/>
                <a:gd name="T3" fmla="*/ 0 h 1111"/>
                <a:gd name="T4" fmla="*/ 7 w 411"/>
                <a:gd name="T5" fmla="*/ 2563 h 1111"/>
                <a:gd name="T6" fmla="*/ 0 w 411"/>
                <a:gd name="T7" fmla="*/ 2515 h 111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11"/>
                <a:gd name="T13" fmla="*/ 0 h 1111"/>
                <a:gd name="T14" fmla="*/ 411 w 411"/>
                <a:gd name="T15" fmla="*/ 1111 h 111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11" h="1111">
                  <a:moveTo>
                    <a:pt x="0" y="1089"/>
                  </a:moveTo>
                  <a:lnTo>
                    <a:pt x="411" y="0"/>
                  </a:lnTo>
                  <a:lnTo>
                    <a:pt x="133" y="1111"/>
                  </a:lnTo>
                  <a:lnTo>
                    <a:pt x="0" y="1089"/>
                  </a:lnTo>
                  <a:close/>
                </a:path>
              </a:pathLst>
            </a:custGeom>
            <a:grpFill/>
            <a:ln w="9525">
              <a:solidFill>
                <a:schemeClr val="accent5">
                  <a:lumMod val="40000"/>
                  <a:lumOff val="60000"/>
                </a:scheme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0" name="Text Box 130">
              <a:extLst>
                <a:ext uri="{FF2B5EF4-FFF2-40B4-BE49-F238E27FC236}">
                  <a16:creationId xmlns:a16="http://schemas.microsoft.com/office/drawing/2014/main" id="{49313CA5-F305-4E73-57C7-F539AFDD3A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0" y="3675"/>
              <a:ext cx="2595" cy="523"/>
            </a:xfrm>
            <a:prstGeom prst="rect">
              <a:avLst/>
            </a:prstGeom>
            <a:grpFill/>
            <a:ln w="9525">
              <a:solidFill>
                <a:schemeClr val="accent5">
                  <a:lumMod val="40000"/>
                  <a:lumOff val="60000"/>
                </a:schemeClr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ea"/>
                  <a:ea typeface="+mn-ea"/>
                </a:rPr>
                <a:t>大圆柱</a:t>
              </a:r>
              <a:r>
                <a:rPr kumimoji="1" lang="en-US" altLang="zh-CN" sz="240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ea"/>
                  <a:ea typeface="+mn-ea"/>
                </a:rPr>
                <a:t>V</a:t>
              </a:r>
              <a:r>
                <a:rPr kumimoji="1" lang="zh-CN" altLang="en-US" sz="240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ea"/>
                  <a:ea typeface="+mn-ea"/>
                </a:rPr>
                <a:t>面外形轮廓线终止点</a:t>
              </a:r>
            </a:p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ea"/>
                  <a:ea typeface="+mn-ea"/>
                </a:rPr>
                <a:t>外形轮廓线与曲线的切点</a:t>
              </a:r>
            </a:p>
          </p:txBody>
        </p:sp>
      </p:grpSp>
      <p:grpSp>
        <p:nvGrpSpPr>
          <p:cNvPr id="121" name="Group 132">
            <a:extLst>
              <a:ext uri="{FF2B5EF4-FFF2-40B4-BE49-F238E27FC236}">
                <a16:creationId xmlns:a16="http://schemas.microsoft.com/office/drawing/2014/main" id="{DE19698C-D934-A4DF-BC35-77A066D1BD14}"/>
              </a:ext>
            </a:extLst>
          </p:cNvPr>
          <p:cNvGrpSpPr>
            <a:grpSpLocks/>
          </p:cNvGrpSpPr>
          <p:nvPr/>
        </p:nvGrpSpPr>
        <p:grpSpPr bwMode="auto">
          <a:xfrm>
            <a:off x="6225162" y="4194091"/>
            <a:ext cx="5599112" cy="2060576"/>
            <a:chOff x="2103" y="2916"/>
            <a:chExt cx="3527" cy="1298"/>
          </a:xfrm>
          <a:solidFill>
            <a:schemeClr val="accent5">
              <a:lumMod val="40000"/>
              <a:lumOff val="60000"/>
            </a:schemeClr>
          </a:solidFill>
        </p:grpSpPr>
        <p:sp>
          <p:nvSpPr>
            <p:cNvPr id="122" name="Freeform 133" descr="信纸">
              <a:extLst>
                <a:ext uri="{FF2B5EF4-FFF2-40B4-BE49-F238E27FC236}">
                  <a16:creationId xmlns:a16="http://schemas.microsoft.com/office/drawing/2014/main" id="{73B07D94-97F0-F1FD-62CD-AE98CC42F48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4" y="2916"/>
              <a:ext cx="600" cy="789"/>
            </a:xfrm>
            <a:custGeom>
              <a:avLst/>
              <a:gdLst>
                <a:gd name="T0" fmla="*/ 0 w 411"/>
                <a:gd name="T1" fmla="*/ 3 h 1111"/>
                <a:gd name="T2" fmla="*/ 255428 w 411"/>
                <a:gd name="T3" fmla="*/ 0 h 1111"/>
                <a:gd name="T4" fmla="*/ 82499 w 411"/>
                <a:gd name="T5" fmla="*/ 3 h 1111"/>
                <a:gd name="T6" fmla="*/ 0 w 411"/>
                <a:gd name="T7" fmla="*/ 3 h 111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11"/>
                <a:gd name="T13" fmla="*/ 0 h 1111"/>
                <a:gd name="T14" fmla="*/ 411 w 411"/>
                <a:gd name="T15" fmla="*/ 1111 h 111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11" h="1111">
                  <a:moveTo>
                    <a:pt x="0" y="1089"/>
                  </a:moveTo>
                  <a:lnTo>
                    <a:pt x="411" y="0"/>
                  </a:lnTo>
                  <a:lnTo>
                    <a:pt x="133" y="1111"/>
                  </a:lnTo>
                  <a:lnTo>
                    <a:pt x="0" y="1089"/>
                  </a:lnTo>
                  <a:close/>
                </a:path>
              </a:pathLst>
            </a:custGeom>
            <a:grpFill/>
            <a:ln w="9525">
              <a:solidFill>
                <a:schemeClr val="accent5">
                  <a:lumMod val="40000"/>
                  <a:lumOff val="60000"/>
                </a:scheme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3" name="Text Box 134" descr="信纸">
              <a:extLst>
                <a:ext uri="{FF2B5EF4-FFF2-40B4-BE49-F238E27FC236}">
                  <a16:creationId xmlns:a16="http://schemas.microsoft.com/office/drawing/2014/main" id="{F0769C33-949B-BBD7-650B-54E5B9D363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03" y="3691"/>
              <a:ext cx="3527" cy="523"/>
            </a:xfrm>
            <a:prstGeom prst="rect">
              <a:avLst/>
            </a:prstGeom>
            <a:grpFill/>
            <a:ln w="9525">
              <a:solidFill>
                <a:schemeClr val="accent5">
                  <a:lumMod val="40000"/>
                  <a:lumOff val="60000"/>
                </a:schemeClr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小圆柱</a:t>
              </a:r>
              <a:r>
                <a:rPr kumimoji="1" lang="en-US" altLang="zh-CN" sz="240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V</a:t>
              </a:r>
              <a:r>
                <a:rPr kumimoji="1" lang="zh-CN" altLang="en-US" sz="240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面外形轮廓线终止点，外形轮廓</a:t>
              </a:r>
            </a:p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线与曲线的切点，曲线投影虚实分界点</a:t>
              </a:r>
            </a:p>
          </p:txBody>
        </p:sp>
      </p:grpSp>
      <p:sp>
        <p:nvSpPr>
          <p:cNvPr id="124" name="Arc 119">
            <a:extLst>
              <a:ext uri="{FF2B5EF4-FFF2-40B4-BE49-F238E27FC236}">
                <a16:creationId xmlns:a16="http://schemas.microsoft.com/office/drawing/2014/main" id="{AAB31AD2-B877-9520-08E7-D67CFD9094EC}"/>
              </a:ext>
            </a:extLst>
          </p:cNvPr>
          <p:cNvSpPr>
            <a:spLocks/>
          </p:cNvSpPr>
          <p:nvPr/>
        </p:nvSpPr>
        <p:spPr bwMode="auto">
          <a:xfrm flipV="1">
            <a:off x="7779622" y="349334"/>
            <a:ext cx="609600" cy="609600"/>
          </a:xfrm>
          <a:prstGeom prst="ellipse">
            <a:avLst/>
          </a:prstGeom>
          <a:noFill/>
          <a:ln w="9525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35614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00"/>
                            </p:stCondLst>
                            <p:childTnLst>
                              <p:par>
                                <p:cTn id="9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1000"/>
                            </p:stCondLst>
                            <p:childTnLst>
                              <p:par>
                                <p:cTn id="9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500"/>
                            </p:stCondLst>
                            <p:childTnLst>
                              <p:par>
                                <p:cTn id="10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5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1000"/>
                            </p:stCondLst>
                            <p:childTnLst>
                              <p:par>
                                <p:cTn id="10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9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500"/>
                            </p:stCondLst>
                            <p:childTnLst>
                              <p:par>
                                <p:cTn id="11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500"/>
                            </p:stCondLst>
                            <p:childTnLst>
                              <p:par>
                                <p:cTn id="12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500"/>
                            </p:stCondLst>
                            <p:childTnLst>
                              <p:par>
                                <p:cTn id="13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6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1000"/>
                            </p:stCondLst>
                            <p:childTnLst>
                              <p:par>
                                <p:cTn id="13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0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>
                            <p:stCondLst>
                              <p:cond delay="500"/>
                            </p:stCondLst>
                            <p:childTnLst>
                              <p:par>
                                <p:cTn id="14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9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>
                            <p:stCondLst>
                              <p:cond delay="1000"/>
                            </p:stCondLst>
                            <p:childTnLst>
                              <p:par>
                                <p:cTn id="15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3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500"/>
                            </p:stCondLst>
                            <p:childTnLst>
                              <p:par>
                                <p:cTn id="16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" fill="hold">
                            <p:stCondLst>
                              <p:cond delay="500"/>
                            </p:stCondLst>
                            <p:childTnLst>
                              <p:par>
                                <p:cTn id="17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6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2" fill="hold">
                            <p:stCondLst>
                              <p:cond delay="500"/>
                            </p:stCondLst>
                            <p:childTnLst>
                              <p:par>
                                <p:cTn id="18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5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1" fill="hold">
                            <p:stCondLst>
                              <p:cond delay="500"/>
                            </p:stCondLst>
                            <p:childTnLst>
                              <p:par>
                                <p:cTn id="19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4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5" fill="hold">
                            <p:stCondLst>
                              <p:cond delay="500"/>
                            </p:stCondLst>
                            <p:childTnLst>
                              <p:par>
                                <p:cTn id="20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indefinite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4" fill="hold">
                            <p:stCondLst>
                              <p:cond delay="500"/>
                            </p:stCondLst>
                            <p:childTnLst>
                              <p:par>
                                <p:cTn id="22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7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2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1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>
                      <p:stCondLst>
                        <p:cond delay="indefinite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id="23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7" fill="hold">
                            <p:stCondLst>
                              <p:cond delay="500"/>
                            </p:stCondLst>
                            <p:childTnLst>
                              <p:par>
                                <p:cTn id="23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0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1" fill="hold">
                            <p:stCondLst>
                              <p:cond delay="1000"/>
                            </p:stCondLst>
                            <p:childTnLst>
                              <p:par>
                                <p:cTn id="24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4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>
                      <p:stCondLst>
                        <p:cond delay="indefinite"/>
                      </p:stCondLst>
                      <p:childTnLst>
                        <p:par>
                          <p:cTn id="246" fill="hold">
                            <p:stCondLst>
                              <p:cond delay="0"/>
                            </p:stCondLst>
                            <p:childTnLst>
                              <p:par>
                                <p:cTn id="2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0" fill="hold">
                      <p:stCondLst>
                        <p:cond delay="indefinite"/>
                      </p:stCondLst>
                      <p:childTnLst>
                        <p:par>
                          <p:cTn id="251" fill="hold">
                            <p:stCondLst>
                              <p:cond delay="0"/>
                            </p:stCondLst>
                            <p:childTnLst>
                              <p:par>
                                <p:cTn id="25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4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indefinite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0" fill="hold">
                      <p:stCondLst>
                        <p:cond delay="indefinite"/>
                      </p:stCondLst>
                      <p:childTnLst>
                        <p:par>
                          <p:cTn id="261" fill="hold">
                            <p:stCondLst>
                              <p:cond delay="0"/>
                            </p:stCondLst>
                            <p:childTnLst>
                              <p:par>
                                <p:cTn id="2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4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5" fill="hold">
                      <p:stCondLst>
                        <p:cond delay="indefinite"/>
                      </p:stCondLst>
                      <p:childTnLst>
                        <p:par>
                          <p:cTn id="266" fill="hold">
                            <p:stCondLst>
                              <p:cond delay="0"/>
                            </p:stCondLst>
                            <p:childTnLst>
                              <p:par>
                                <p:cTn id="2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9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0" fill="hold">
                      <p:stCondLst>
                        <p:cond delay="indefinite"/>
                      </p:stCondLst>
                      <p:childTnLst>
                        <p:par>
                          <p:cTn id="271" fill="hold">
                            <p:stCondLst>
                              <p:cond delay="0"/>
                            </p:stCondLst>
                            <p:childTnLst>
                              <p:par>
                                <p:cTn id="2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4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5" fill="hold">
                      <p:stCondLst>
                        <p:cond delay="indefinite"/>
                      </p:stCondLst>
                      <p:childTnLst>
                        <p:par>
                          <p:cTn id="276" fill="hold">
                            <p:stCondLst>
                              <p:cond delay="0"/>
                            </p:stCondLst>
                            <p:childTnLst>
                              <p:par>
                                <p:cTn id="2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9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0" fill="hold">
                      <p:stCondLst>
                        <p:cond delay="indefinite"/>
                      </p:stCondLst>
                      <p:childTnLst>
                        <p:par>
                          <p:cTn id="281" fill="hold">
                            <p:stCondLst>
                              <p:cond delay="0"/>
                            </p:stCondLst>
                            <p:childTnLst>
                              <p:par>
                                <p:cTn id="2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4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5" fill="hold">
                      <p:stCondLst>
                        <p:cond delay="indefinite"/>
                      </p:stCondLst>
                      <p:childTnLst>
                        <p:par>
                          <p:cTn id="286" fill="hold">
                            <p:stCondLst>
                              <p:cond delay="0"/>
                            </p:stCondLst>
                            <p:childTnLst>
                              <p:par>
                                <p:cTn id="2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9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0" fill="hold">
                      <p:stCondLst>
                        <p:cond delay="indefinite"/>
                      </p:stCondLst>
                      <p:childTnLst>
                        <p:par>
                          <p:cTn id="291" fill="hold">
                            <p:stCondLst>
                              <p:cond delay="0"/>
                            </p:stCondLst>
                            <p:childTnLst>
                              <p:par>
                                <p:cTn id="29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5" fill="hold">
                      <p:stCondLst>
                        <p:cond delay="indefinite"/>
                      </p:stCondLst>
                      <p:childTnLst>
                        <p:par>
                          <p:cTn id="296" fill="hold">
                            <p:stCondLst>
                              <p:cond delay="0"/>
                            </p:stCondLst>
                            <p:childTnLst>
                              <p:par>
                                <p:cTn id="29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0" fill="hold">
                      <p:stCondLst>
                        <p:cond delay="indefinite"/>
                      </p:stCondLst>
                      <p:childTnLst>
                        <p:par>
                          <p:cTn id="301" fill="hold">
                            <p:stCondLst>
                              <p:cond delay="0"/>
                            </p:stCondLst>
                            <p:childTnLst>
                              <p:par>
                                <p:cTn id="30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4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5" fill="hold">
                      <p:stCondLst>
                        <p:cond delay="indefinite"/>
                      </p:stCondLst>
                      <p:childTnLst>
                        <p:par>
                          <p:cTn id="306" fill="hold">
                            <p:stCondLst>
                              <p:cond delay="0"/>
                            </p:stCondLst>
                            <p:childTnLst>
                              <p:par>
                                <p:cTn id="30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0" fill="hold">
                      <p:stCondLst>
                        <p:cond delay="indefinite"/>
                      </p:stCondLst>
                      <p:childTnLst>
                        <p:par>
                          <p:cTn id="311" fill="hold">
                            <p:stCondLst>
                              <p:cond delay="0"/>
                            </p:stCondLst>
                            <p:childTnLst>
                              <p:par>
                                <p:cTn id="3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5" fill="hold">
                            <p:stCondLst>
                              <p:cond delay="500"/>
                            </p:stCondLst>
                            <p:childTnLst>
                              <p:par>
                                <p:cTn id="3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9" fill="hold">
                      <p:stCondLst>
                        <p:cond delay="indefinite"/>
                      </p:stCondLst>
                      <p:childTnLst>
                        <p:par>
                          <p:cTn id="320" fill="hold">
                            <p:stCondLst>
                              <p:cond delay="0"/>
                            </p:stCondLst>
                            <p:childTnLst>
                              <p:par>
                                <p:cTn id="3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3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4" fill="hold">
                      <p:stCondLst>
                        <p:cond delay="indefinite"/>
                      </p:stCondLst>
                      <p:childTnLst>
                        <p:par>
                          <p:cTn id="325" fill="hold">
                            <p:stCondLst>
                              <p:cond delay="0"/>
                            </p:stCondLst>
                            <p:childTnLst>
                              <p:par>
                                <p:cTn id="3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8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9" fill="hold">
                      <p:stCondLst>
                        <p:cond delay="indefinite"/>
                      </p:stCondLst>
                      <p:childTnLst>
                        <p:par>
                          <p:cTn id="330" fill="hold">
                            <p:stCondLst>
                              <p:cond delay="0"/>
                            </p:stCondLst>
                            <p:childTnLst>
                              <p:par>
                                <p:cTn id="3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3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4" fill="hold">
                      <p:stCondLst>
                        <p:cond delay="indefinite"/>
                      </p:stCondLst>
                      <p:childTnLst>
                        <p:par>
                          <p:cTn id="335" fill="hold">
                            <p:stCondLst>
                              <p:cond delay="0"/>
                            </p:stCondLst>
                            <p:childTnLst>
                              <p:par>
                                <p:cTn id="3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8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9" fill="hold">
                      <p:stCondLst>
                        <p:cond delay="indefinite"/>
                      </p:stCondLst>
                      <p:childTnLst>
                        <p:par>
                          <p:cTn id="340" fill="hold">
                            <p:stCondLst>
                              <p:cond delay="0"/>
                            </p:stCondLst>
                            <p:childTnLst>
                              <p:par>
                                <p:cTn id="3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3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4" fill="hold">
                      <p:stCondLst>
                        <p:cond delay="indefinite"/>
                      </p:stCondLst>
                      <p:childTnLst>
                        <p:par>
                          <p:cTn id="345" fill="hold">
                            <p:stCondLst>
                              <p:cond delay="0"/>
                            </p:stCondLst>
                            <p:childTnLst>
                              <p:par>
                                <p:cTn id="3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8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9" fill="hold">
                      <p:stCondLst>
                        <p:cond delay="indefinite"/>
                      </p:stCondLst>
                      <p:childTnLst>
                        <p:par>
                          <p:cTn id="350" fill="hold">
                            <p:stCondLst>
                              <p:cond delay="0"/>
                            </p:stCondLst>
                            <p:childTnLst>
                              <p:par>
                                <p:cTn id="3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3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4" fill="hold">
                      <p:stCondLst>
                        <p:cond delay="indefinite"/>
                      </p:stCondLst>
                      <p:childTnLst>
                        <p:par>
                          <p:cTn id="355" fill="hold">
                            <p:stCondLst>
                              <p:cond delay="0"/>
                            </p:stCondLst>
                            <p:childTnLst>
                              <p:par>
                                <p:cTn id="3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8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9" fill="hold">
                      <p:stCondLst>
                        <p:cond delay="indefinite"/>
                      </p:stCondLst>
                      <p:childTnLst>
                        <p:par>
                          <p:cTn id="360" fill="hold">
                            <p:stCondLst>
                              <p:cond delay="0"/>
                            </p:stCondLst>
                            <p:childTnLst>
                              <p:par>
                                <p:cTn id="36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3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4" fill="hold">
                            <p:stCondLst>
                              <p:cond delay="500"/>
                            </p:stCondLst>
                            <p:childTnLst>
                              <p:par>
                                <p:cTn id="36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8" fill="hold">
                      <p:stCondLst>
                        <p:cond delay="indefinite"/>
                      </p:stCondLst>
                      <p:childTnLst>
                        <p:par>
                          <p:cTn id="369" fill="hold">
                            <p:stCondLst>
                              <p:cond delay="0"/>
                            </p:stCondLst>
                            <p:childTnLst>
                              <p:par>
                                <p:cTn id="3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2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3" fill="hold">
                      <p:stCondLst>
                        <p:cond delay="indefinite"/>
                      </p:stCondLst>
                      <p:childTnLst>
                        <p:par>
                          <p:cTn id="374" fill="hold">
                            <p:stCondLst>
                              <p:cond delay="0"/>
                            </p:stCondLst>
                            <p:childTnLst>
                              <p:par>
                                <p:cTn id="37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7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8" fill="hold">
                      <p:stCondLst>
                        <p:cond delay="indefinite"/>
                      </p:stCondLst>
                      <p:childTnLst>
                        <p:par>
                          <p:cTn id="379" fill="hold">
                            <p:stCondLst>
                              <p:cond delay="0"/>
                            </p:stCondLst>
                            <p:childTnLst>
                              <p:par>
                                <p:cTn id="38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2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3" fill="hold">
                      <p:stCondLst>
                        <p:cond delay="indefinite"/>
                      </p:stCondLst>
                      <p:childTnLst>
                        <p:par>
                          <p:cTn id="384" fill="hold">
                            <p:stCondLst>
                              <p:cond delay="0"/>
                            </p:stCondLst>
                            <p:childTnLst>
                              <p:par>
                                <p:cTn id="38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6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8" fill="hold">
                      <p:stCondLst>
                        <p:cond delay="indefinite"/>
                      </p:stCondLst>
                      <p:childTnLst>
                        <p:par>
                          <p:cTn id="389" fill="hold">
                            <p:stCondLst>
                              <p:cond delay="0"/>
                            </p:stCondLst>
                            <p:childTnLst>
                              <p:par>
                                <p:cTn id="39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2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3" fill="hold">
                      <p:stCondLst>
                        <p:cond delay="indefinite"/>
                      </p:stCondLst>
                      <p:childTnLst>
                        <p:par>
                          <p:cTn id="394" fill="hold">
                            <p:stCondLst>
                              <p:cond delay="0"/>
                            </p:stCondLst>
                            <p:childTnLst>
                              <p:par>
                                <p:cTn id="39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/>
      <p:bldP spid="33" grpId="0"/>
      <p:bldP spid="34" grpId="0" animBg="1"/>
      <p:bldP spid="35" grpId="0"/>
      <p:bldP spid="36" grpId="0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 animBg="1"/>
      <p:bldP spid="93" grpId="0" animBg="1"/>
      <p:bldP spid="94" grpId="0" animBg="1"/>
      <p:bldP spid="95" grpId="0" animBg="1"/>
      <p:bldP spid="96" grpId="0" animBg="1"/>
      <p:bldP spid="97" grpId="0" animBg="1"/>
      <p:bldP spid="98" grpId="0" animBg="1"/>
      <p:bldP spid="99" grpId="0" animBg="1"/>
      <p:bldP spid="100" grpId="0" animBg="1"/>
      <p:bldP spid="101" grpId="0" animBg="1"/>
      <p:bldP spid="102" grpId="0" animBg="1"/>
      <p:bldP spid="103" grpId="0" animBg="1"/>
      <p:bldP spid="104" grpId="0" animBg="1"/>
      <p:bldP spid="105" grpId="0" animBg="1"/>
      <p:bldP spid="106" grpId="0" animBg="1"/>
      <p:bldP spid="107" grpId="0" animBg="1"/>
      <p:bldP spid="108" grpId="0"/>
      <p:bldP spid="109" grpId="0"/>
      <p:bldP spid="12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C35184-71D1-5516-7995-02CF34D2E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>
            <a:extLst>
              <a:ext uri="{FF2B5EF4-FFF2-40B4-BE49-F238E27FC236}">
                <a16:creationId xmlns:a16="http://schemas.microsoft.com/office/drawing/2014/main" id="{AD821F79-84A8-C088-8DE4-26E63D16D3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19" y="412176"/>
            <a:ext cx="45801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8.3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回转体与回转体相交</a:t>
            </a:r>
          </a:p>
        </p:txBody>
      </p:sp>
      <p:sp>
        <p:nvSpPr>
          <p:cNvPr id="16" name="灯片编号占位符 3">
            <a:extLst>
              <a:ext uri="{FF2B5EF4-FFF2-40B4-BE49-F238E27FC236}">
                <a16:creationId xmlns:a16="http://schemas.microsoft.com/office/drawing/2014/main" id="{23EBCF64-266E-FC03-818C-168FC8D4CC45}"/>
              </a:ext>
            </a:extLst>
          </p:cNvPr>
          <p:cNvSpPr txBox="1">
            <a:spLocks/>
          </p:cNvSpPr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  <a:pPr/>
              <a:t>15</a:t>
            </a:fld>
            <a:endParaRPr lang="en-US" altLang="zh-CN" dirty="0"/>
          </a:p>
        </p:txBody>
      </p:sp>
      <p:sp>
        <p:nvSpPr>
          <p:cNvPr id="2" name="Text Box 21" descr="信纸">
            <a:extLst>
              <a:ext uri="{FF2B5EF4-FFF2-40B4-BE49-F238E27FC236}">
                <a16:creationId xmlns:a16="http://schemas.microsoft.com/office/drawing/2014/main" id="{EF7F41DE-F342-F632-59C0-4686A03BF0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262" y="1161299"/>
            <a:ext cx="2441694" cy="52322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indent="-4572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辅助平面法</a:t>
            </a:r>
          </a:p>
        </p:txBody>
      </p:sp>
      <p:grpSp>
        <p:nvGrpSpPr>
          <p:cNvPr id="3" name="Group 5">
            <a:extLst>
              <a:ext uri="{FF2B5EF4-FFF2-40B4-BE49-F238E27FC236}">
                <a16:creationId xmlns:a16="http://schemas.microsoft.com/office/drawing/2014/main" id="{DCD18FE2-092C-22D0-8EDA-CD9F23F9C1BC}"/>
              </a:ext>
            </a:extLst>
          </p:cNvPr>
          <p:cNvGrpSpPr>
            <a:grpSpLocks/>
          </p:cNvGrpSpPr>
          <p:nvPr/>
        </p:nvGrpSpPr>
        <p:grpSpPr bwMode="auto">
          <a:xfrm>
            <a:off x="1546475" y="3414131"/>
            <a:ext cx="1725613" cy="2128837"/>
            <a:chOff x="686" y="957"/>
            <a:chExt cx="1087" cy="1341"/>
          </a:xfrm>
        </p:grpSpPr>
        <p:pic>
          <p:nvPicPr>
            <p:cNvPr id="4" name="Picture 6">
              <a:extLst>
                <a:ext uri="{FF2B5EF4-FFF2-40B4-BE49-F238E27FC236}">
                  <a16:creationId xmlns:a16="http://schemas.microsoft.com/office/drawing/2014/main" id="{0C28AF9D-E202-9DCE-EB7B-D1F8760AFD5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6" y="957"/>
              <a:ext cx="1087" cy="13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" name="Text Box 7">
              <a:extLst>
                <a:ext uri="{FF2B5EF4-FFF2-40B4-BE49-F238E27FC236}">
                  <a16:creationId xmlns:a16="http://schemas.microsoft.com/office/drawing/2014/main" id="{BA1F1DC4-82C2-CC15-7C89-3A7D5ABB69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2" y="1672"/>
              <a:ext cx="61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kumimoji="0" lang="en-US" altLang="zh-CN" sz="2000" b="1" i="1">
                  <a:solidFill>
                    <a:srgbClr val="000000"/>
                  </a:solidFill>
                  <a:latin typeface="ISOCPEUR" pitchFamily="34" charset="0"/>
                  <a:ea typeface="黑体" panose="02010609060101010101" pitchFamily="49" charset="-122"/>
                </a:rPr>
                <a:t>P</a:t>
              </a:r>
            </a:p>
          </p:txBody>
        </p:sp>
      </p:grpSp>
      <p:sp>
        <p:nvSpPr>
          <p:cNvPr id="6" name="Text Box 8">
            <a:extLst>
              <a:ext uri="{FF2B5EF4-FFF2-40B4-BE49-F238E27FC236}">
                <a16:creationId xmlns:a16="http://schemas.microsoft.com/office/drawing/2014/main" id="{99A4D511-D9A4-1D78-823A-4E5C3E8987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6212" y="1766078"/>
            <a:ext cx="4320507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0" lang="zh-CN" altLang="en-US" sz="2400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根据</a:t>
            </a:r>
            <a:r>
              <a:rPr kumimoji="0" lang="zh-CN" altLang="en-US" sz="2400" dirty="0">
                <a:solidFill>
                  <a:srgbClr val="000066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“</a:t>
            </a:r>
            <a:r>
              <a:rPr kumimoji="0" lang="zh-CN" altLang="en-US" sz="2400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三面共点</a:t>
            </a:r>
            <a:r>
              <a:rPr kumimoji="0" lang="zh-CN" altLang="en-US" sz="2400" dirty="0">
                <a:solidFill>
                  <a:srgbClr val="000066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”</a:t>
            </a:r>
            <a:r>
              <a:rPr kumimoji="0" lang="zh-CN" altLang="en-US" sz="2400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的原理，利用辅助平面求出两回转体表面上的若干共有点，从而画出相贯线的投影。    </a:t>
            </a:r>
          </a:p>
        </p:txBody>
      </p:sp>
      <p:grpSp>
        <p:nvGrpSpPr>
          <p:cNvPr id="7" name="Group 11">
            <a:extLst>
              <a:ext uri="{FF2B5EF4-FFF2-40B4-BE49-F238E27FC236}">
                <a16:creationId xmlns:a16="http://schemas.microsoft.com/office/drawing/2014/main" id="{9467AA06-F4AC-7EBF-E075-E9816838C182}"/>
              </a:ext>
            </a:extLst>
          </p:cNvPr>
          <p:cNvGrpSpPr>
            <a:grpSpLocks/>
          </p:cNvGrpSpPr>
          <p:nvPr/>
        </p:nvGrpSpPr>
        <p:grpSpPr bwMode="auto">
          <a:xfrm>
            <a:off x="2733925" y="3695118"/>
            <a:ext cx="1603375" cy="757238"/>
            <a:chOff x="1434" y="1134"/>
            <a:chExt cx="1010" cy="477"/>
          </a:xfrm>
        </p:grpSpPr>
        <p:sp>
          <p:nvSpPr>
            <p:cNvPr id="8" name="Line 12">
              <a:extLst>
                <a:ext uri="{FF2B5EF4-FFF2-40B4-BE49-F238E27FC236}">
                  <a16:creationId xmlns:a16="http://schemas.microsoft.com/office/drawing/2014/main" id="{7E8EBDCE-743A-6034-422C-EF58BC007DD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34" y="1334"/>
              <a:ext cx="350" cy="277"/>
            </a:xfrm>
            <a:prstGeom prst="line">
              <a:avLst/>
            </a:prstGeom>
            <a:noFill/>
            <a:ln w="9525">
              <a:solidFill>
                <a:srgbClr val="A5002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" name="Text Box 13">
              <a:extLst>
                <a:ext uri="{FF2B5EF4-FFF2-40B4-BE49-F238E27FC236}">
                  <a16:creationId xmlns:a16="http://schemas.microsoft.com/office/drawing/2014/main" id="{CC404789-34EE-2C50-4432-773ECE5EED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51" y="1134"/>
              <a:ext cx="693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kumimoji="0" lang="en-US" altLang="zh-CN" sz="1600" b="1">
                  <a:solidFill>
                    <a:srgbClr val="A5002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P</a:t>
              </a:r>
              <a:r>
                <a:rPr kumimoji="0" lang="zh-CN" altLang="en-US" sz="1600" b="1">
                  <a:solidFill>
                    <a:srgbClr val="A5002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与圆锥面的交线</a:t>
              </a:r>
            </a:p>
          </p:txBody>
        </p:sp>
      </p:grpSp>
      <p:grpSp>
        <p:nvGrpSpPr>
          <p:cNvPr id="10" name="Group 14">
            <a:extLst>
              <a:ext uri="{FF2B5EF4-FFF2-40B4-BE49-F238E27FC236}">
                <a16:creationId xmlns:a16="http://schemas.microsoft.com/office/drawing/2014/main" id="{0B543600-43C8-4211-D101-BA7147525454}"/>
              </a:ext>
            </a:extLst>
          </p:cNvPr>
          <p:cNvGrpSpPr>
            <a:grpSpLocks/>
          </p:cNvGrpSpPr>
          <p:nvPr/>
        </p:nvGrpSpPr>
        <p:grpSpPr bwMode="auto">
          <a:xfrm>
            <a:off x="2062413" y="4320593"/>
            <a:ext cx="723900" cy="441325"/>
            <a:chOff x="1011" y="1528"/>
            <a:chExt cx="456" cy="278"/>
          </a:xfrm>
        </p:grpSpPr>
        <p:sp>
          <p:nvSpPr>
            <p:cNvPr id="11" name="Oval 15">
              <a:extLst>
                <a:ext uri="{FF2B5EF4-FFF2-40B4-BE49-F238E27FC236}">
                  <a16:creationId xmlns:a16="http://schemas.microsoft.com/office/drawing/2014/main" id="{93CFEB6F-3C5B-99FD-ECA8-1A12E825FA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6" y="1770"/>
              <a:ext cx="36" cy="36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A5002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" name="Oval 16">
              <a:extLst>
                <a:ext uri="{FF2B5EF4-FFF2-40B4-BE49-F238E27FC236}">
                  <a16:creationId xmlns:a16="http://schemas.microsoft.com/office/drawing/2014/main" id="{63B95BC5-167C-E5D9-5DFB-512FF8AD2D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1" y="1671"/>
              <a:ext cx="36" cy="36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A5002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" name="Oval 17">
              <a:extLst>
                <a:ext uri="{FF2B5EF4-FFF2-40B4-BE49-F238E27FC236}">
                  <a16:creationId xmlns:a16="http://schemas.microsoft.com/office/drawing/2014/main" id="{DDB8469A-6F24-A9BE-D421-4724B6C134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1" y="1627"/>
              <a:ext cx="36" cy="36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A5002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" name="Oval 18">
              <a:extLst>
                <a:ext uri="{FF2B5EF4-FFF2-40B4-BE49-F238E27FC236}">
                  <a16:creationId xmlns:a16="http://schemas.microsoft.com/office/drawing/2014/main" id="{B2C98F5E-EF3D-0A39-8300-996843AAFA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6" y="1528"/>
              <a:ext cx="36" cy="36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A5002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5" name="Group 19">
            <a:extLst>
              <a:ext uri="{FF2B5EF4-FFF2-40B4-BE49-F238E27FC236}">
                <a16:creationId xmlns:a16="http://schemas.microsoft.com/office/drawing/2014/main" id="{3EC6AC42-9EEB-AE5B-1B30-F716233A9293}"/>
              </a:ext>
            </a:extLst>
          </p:cNvPr>
          <p:cNvGrpSpPr>
            <a:grpSpLocks/>
          </p:cNvGrpSpPr>
          <p:nvPr/>
        </p:nvGrpSpPr>
        <p:grpSpPr bwMode="auto">
          <a:xfrm>
            <a:off x="668588" y="4139618"/>
            <a:ext cx="1214437" cy="581025"/>
            <a:chOff x="137" y="1414"/>
            <a:chExt cx="765" cy="366"/>
          </a:xfrm>
        </p:grpSpPr>
        <p:sp>
          <p:nvSpPr>
            <p:cNvPr id="17" name="Text Box 20">
              <a:extLst>
                <a:ext uri="{FF2B5EF4-FFF2-40B4-BE49-F238E27FC236}">
                  <a16:creationId xmlns:a16="http://schemas.microsoft.com/office/drawing/2014/main" id="{0EBD5C3A-3AFD-84D1-A70A-0DCB0A8847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7" y="1414"/>
              <a:ext cx="765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kumimoji="0" lang="en-US" altLang="zh-CN" sz="1600" b="1">
                  <a:solidFill>
                    <a:srgbClr val="A5002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P</a:t>
              </a:r>
              <a:r>
                <a:rPr kumimoji="0" lang="zh-CN" altLang="en-US" sz="1600" b="1">
                  <a:solidFill>
                    <a:srgbClr val="A5002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与圆柱面的交线</a:t>
              </a:r>
            </a:p>
          </p:txBody>
        </p:sp>
        <p:sp>
          <p:nvSpPr>
            <p:cNvPr id="18" name="Line 21">
              <a:extLst>
                <a:ext uri="{FF2B5EF4-FFF2-40B4-BE49-F238E27FC236}">
                  <a16:creationId xmlns:a16="http://schemas.microsoft.com/office/drawing/2014/main" id="{6690DD88-3318-512C-ABA5-5BFB8A55CDA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88" y="1638"/>
              <a:ext cx="174" cy="104"/>
            </a:xfrm>
            <a:prstGeom prst="line">
              <a:avLst/>
            </a:prstGeom>
            <a:noFill/>
            <a:ln w="9525">
              <a:solidFill>
                <a:srgbClr val="A5002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9" name="Group 22">
            <a:extLst>
              <a:ext uri="{FF2B5EF4-FFF2-40B4-BE49-F238E27FC236}">
                <a16:creationId xmlns:a16="http://schemas.microsoft.com/office/drawing/2014/main" id="{7F3020D2-7C6D-10E4-4252-921A2297C463}"/>
              </a:ext>
            </a:extLst>
          </p:cNvPr>
          <p:cNvGrpSpPr>
            <a:grpSpLocks/>
          </p:cNvGrpSpPr>
          <p:nvPr/>
        </p:nvGrpSpPr>
        <p:grpSpPr bwMode="auto">
          <a:xfrm>
            <a:off x="2803775" y="4587293"/>
            <a:ext cx="1804988" cy="588963"/>
            <a:chOff x="1478" y="1696"/>
            <a:chExt cx="1137" cy="371"/>
          </a:xfrm>
        </p:grpSpPr>
        <p:sp>
          <p:nvSpPr>
            <p:cNvPr id="20" name="Text Box 23">
              <a:extLst>
                <a:ext uri="{FF2B5EF4-FFF2-40B4-BE49-F238E27FC236}">
                  <a16:creationId xmlns:a16="http://schemas.microsoft.com/office/drawing/2014/main" id="{C19507D9-CFA8-8D2C-331A-B70FFEF0C4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72" y="1701"/>
              <a:ext cx="943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kumimoji="0" lang="zh-CN" altLang="en-US" sz="1600" b="1">
                  <a:solidFill>
                    <a:srgbClr val="A5002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圆柱面与圆锥面交线上的点</a:t>
              </a:r>
            </a:p>
          </p:txBody>
        </p:sp>
        <p:sp>
          <p:nvSpPr>
            <p:cNvPr id="21" name="Line 24">
              <a:extLst>
                <a:ext uri="{FF2B5EF4-FFF2-40B4-BE49-F238E27FC236}">
                  <a16:creationId xmlns:a16="http://schemas.microsoft.com/office/drawing/2014/main" id="{1E5F9162-51C3-4651-95E2-8B455A6940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8" y="1696"/>
              <a:ext cx="214" cy="160"/>
            </a:xfrm>
            <a:prstGeom prst="line">
              <a:avLst/>
            </a:prstGeom>
            <a:noFill/>
            <a:ln w="9525">
              <a:solidFill>
                <a:srgbClr val="A5002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2" name="Group 25">
            <a:extLst>
              <a:ext uri="{FF2B5EF4-FFF2-40B4-BE49-F238E27FC236}">
                <a16:creationId xmlns:a16="http://schemas.microsoft.com/office/drawing/2014/main" id="{335415E7-8E53-E366-1F45-DA3C7B09608C}"/>
              </a:ext>
            </a:extLst>
          </p:cNvPr>
          <p:cNvGrpSpPr>
            <a:grpSpLocks/>
          </p:cNvGrpSpPr>
          <p:nvPr/>
        </p:nvGrpSpPr>
        <p:grpSpPr bwMode="auto">
          <a:xfrm>
            <a:off x="973388" y="4814306"/>
            <a:ext cx="1765300" cy="911225"/>
            <a:chOff x="325" y="1839"/>
            <a:chExt cx="1112" cy="574"/>
          </a:xfrm>
        </p:grpSpPr>
        <p:sp>
          <p:nvSpPr>
            <p:cNvPr id="23" name="Text Box 26">
              <a:extLst>
                <a:ext uri="{FF2B5EF4-FFF2-40B4-BE49-F238E27FC236}">
                  <a16:creationId xmlns:a16="http://schemas.microsoft.com/office/drawing/2014/main" id="{10AF8720-497B-F1EF-BF3A-120B224158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5" y="2201"/>
              <a:ext cx="111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kumimoji="0" lang="zh-CN" altLang="en-US" sz="1600" b="1">
                  <a:solidFill>
                    <a:srgbClr val="A50021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辅助平面</a:t>
              </a:r>
            </a:p>
          </p:txBody>
        </p:sp>
        <p:sp>
          <p:nvSpPr>
            <p:cNvPr id="24" name="Line 27">
              <a:extLst>
                <a:ext uri="{FF2B5EF4-FFF2-40B4-BE49-F238E27FC236}">
                  <a16:creationId xmlns:a16="http://schemas.microsoft.com/office/drawing/2014/main" id="{F6F4A961-7E69-5701-3764-6B895DF970F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29" y="1839"/>
              <a:ext cx="312" cy="396"/>
            </a:xfrm>
            <a:prstGeom prst="line">
              <a:avLst/>
            </a:prstGeom>
            <a:noFill/>
            <a:ln w="9525">
              <a:solidFill>
                <a:srgbClr val="A5002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25" name="Text Box 32">
            <a:extLst>
              <a:ext uri="{FF2B5EF4-FFF2-40B4-BE49-F238E27FC236}">
                <a16:creationId xmlns:a16="http://schemas.microsoft.com/office/drawing/2014/main" id="{17A57313-86D2-6B76-E247-4BE0BBAB59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21538" y="1476570"/>
            <a:ext cx="33845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8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求交点的基本步骤：</a:t>
            </a:r>
          </a:p>
        </p:txBody>
      </p:sp>
      <p:sp>
        <p:nvSpPr>
          <p:cNvPr id="26" name="Text Box 33">
            <a:extLst>
              <a:ext uri="{FF2B5EF4-FFF2-40B4-BE49-F238E27FC236}">
                <a16:creationId xmlns:a16="http://schemas.microsoft.com/office/drawing/2014/main" id="{91D9257B-2D99-A3F2-8698-F476B3D05E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21538" y="1973458"/>
            <a:ext cx="51498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42900" indent="-342900" fontAlgn="base">
              <a:spcBef>
                <a:spcPct val="0"/>
              </a:spcBef>
              <a:spcAft>
                <a:spcPct val="0"/>
              </a:spcAft>
            </a:pPr>
            <a:r>
              <a:rPr kumimoji="0" lang="zh-CN" altLang="en-US" sz="2400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作辅助平面与相贯的两立体相交</a:t>
            </a:r>
          </a:p>
        </p:txBody>
      </p:sp>
      <p:sp>
        <p:nvSpPr>
          <p:cNvPr id="27" name="Text Box 34">
            <a:extLst>
              <a:ext uri="{FF2B5EF4-FFF2-40B4-BE49-F238E27FC236}">
                <a16:creationId xmlns:a16="http://schemas.microsoft.com/office/drawing/2014/main" id="{E1528EC8-802B-CAFE-61AB-058C86F96B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21538" y="2971351"/>
            <a:ext cx="545534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42900" indent="-342900" fontAlgn="base">
              <a:spcBef>
                <a:spcPct val="0"/>
              </a:spcBef>
              <a:spcAft>
                <a:spcPct val="0"/>
              </a:spcAft>
            </a:pPr>
            <a:r>
              <a:rPr kumimoji="0" lang="zh-CN" altLang="en-US" sz="2400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求出交线的交点（即相贯线上的点）</a:t>
            </a:r>
          </a:p>
        </p:txBody>
      </p:sp>
      <p:sp>
        <p:nvSpPr>
          <p:cNvPr id="28" name="Text Box 35">
            <a:extLst>
              <a:ext uri="{FF2B5EF4-FFF2-40B4-BE49-F238E27FC236}">
                <a16:creationId xmlns:a16="http://schemas.microsoft.com/office/drawing/2014/main" id="{DEE65D57-D974-6309-AA6D-E42A768B1F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21538" y="2468758"/>
            <a:ext cx="69484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42900" indent="-342900" fontAlgn="base">
              <a:spcBef>
                <a:spcPct val="0"/>
              </a:spcBef>
              <a:spcAft>
                <a:spcPct val="0"/>
              </a:spcAft>
            </a:pPr>
            <a:r>
              <a:rPr kumimoji="0" lang="zh-CN" altLang="en-US" sz="2400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分别求出辅助平面与相贯的两立体表面的交线</a:t>
            </a:r>
          </a:p>
        </p:txBody>
      </p:sp>
      <p:sp>
        <p:nvSpPr>
          <p:cNvPr id="29" name="Text Box 36">
            <a:extLst>
              <a:ext uri="{FF2B5EF4-FFF2-40B4-BE49-F238E27FC236}">
                <a16:creationId xmlns:a16="http://schemas.microsoft.com/office/drawing/2014/main" id="{1D2174DE-02B6-60CF-7BF6-8D34656711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21538" y="3770891"/>
            <a:ext cx="35639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8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辅助平面的选择原则：</a:t>
            </a:r>
          </a:p>
        </p:txBody>
      </p:sp>
      <p:sp>
        <p:nvSpPr>
          <p:cNvPr id="30" name="Text Box 37">
            <a:extLst>
              <a:ext uri="{FF2B5EF4-FFF2-40B4-BE49-F238E27FC236}">
                <a16:creationId xmlns:a16="http://schemas.microsoft.com/office/drawing/2014/main" id="{58D6C85C-8036-A51C-4D3A-88E87B0EBF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2001" y="4305144"/>
            <a:ext cx="6755396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kumimoji="0" lang="zh-CN" altLang="en-US" sz="2400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使辅助平面与两回转体表面的交线的投影简单易画，如直线或圆。</a:t>
            </a:r>
          </a:p>
        </p:txBody>
      </p:sp>
    </p:spTree>
    <p:extLst>
      <p:ext uri="{BB962C8B-B14F-4D97-AF65-F5344CB8AC3E}">
        <p14:creationId xmlns:p14="http://schemas.microsoft.com/office/powerpoint/2010/main" val="735729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5" grpId="0"/>
      <p:bldP spid="26" grpId="0"/>
      <p:bldP spid="27" grpId="0"/>
      <p:bldP spid="28" grpId="0"/>
      <p:bldP spid="29" grpId="0"/>
      <p:bldP spid="3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1240E-F4A1-B81E-F55F-229715E6E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>
            <a:extLst>
              <a:ext uri="{FF2B5EF4-FFF2-40B4-BE49-F238E27FC236}">
                <a16:creationId xmlns:a16="http://schemas.microsoft.com/office/drawing/2014/main" id="{5A3D2C22-AAE8-0987-206E-4F12E64A42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19" y="412176"/>
            <a:ext cx="45801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8.3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回转体与回转体相交</a:t>
            </a:r>
          </a:p>
        </p:txBody>
      </p:sp>
      <p:sp>
        <p:nvSpPr>
          <p:cNvPr id="16" name="灯片编号占位符 3">
            <a:extLst>
              <a:ext uri="{FF2B5EF4-FFF2-40B4-BE49-F238E27FC236}">
                <a16:creationId xmlns:a16="http://schemas.microsoft.com/office/drawing/2014/main" id="{FC1E37FB-7E64-622B-2F41-21728226FB3A}"/>
              </a:ext>
            </a:extLst>
          </p:cNvPr>
          <p:cNvSpPr txBox="1">
            <a:spLocks/>
          </p:cNvSpPr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  <a:pPr/>
              <a:t>16</a:t>
            </a:fld>
            <a:endParaRPr lang="en-US" altLang="zh-CN" dirty="0"/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BCAB1D7D-FAE4-5F62-F832-7E4D09CB600A}"/>
              </a:ext>
            </a:extLst>
          </p:cNvPr>
          <p:cNvGrpSpPr>
            <a:grpSpLocks/>
          </p:cNvGrpSpPr>
          <p:nvPr/>
        </p:nvGrpSpPr>
        <p:grpSpPr bwMode="auto">
          <a:xfrm>
            <a:off x="6571037" y="1102518"/>
            <a:ext cx="4316413" cy="4652963"/>
            <a:chOff x="2312" y="62"/>
            <a:chExt cx="2719" cy="2931"/>
          </a:xfrm>
        </p:grpSpPr>
        <p:sp>
          <p:nvSpPr>
            <p:cNvPr id="3" name="AutoShape 3">
              <a:extLst>
                <a:ext uri="{FF2B5EF4-FFF2-40B4-BE49-F238E27FC236}">
                  <a16:creationId xmlns:a16="http://schemas.microsoft.com/office/drawing/2014/main" id="{6EF70EAB-7287-9E0C-F210-F86572C65F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3" y="98"/>
              <a:ext cx="864" cy="1041"/>
            </a:xfrm>
            <a:prstGeom prst="triangle">
              <a:avLst>
                <a:gd name="adj" fmla="val 50000"/>
              </a:avLst>
            </a:prstGeom>
            <a:solidFill>
              <a:srgbClr val="FFFFFF"/>
            </a:solidFill>
            <a:ln w="381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" name="AutoShape 4">
              <a:extLst>
                <a:ext uri="{FF2B5EF4-FFF2-40B4-BE49-F238E27FC236}">
                  <a16:creationId xmlns:a16="http://schemas.microsoft.com/office/drawing/2014/main" id="{FB5B58A8-186E-5C43-0224-BB63F507E7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30" y="100"/>
              <a:ext cx="864" cy="1041"/>
            </a:xfrm>
            <a:prstGeom prst="triangle">
              <a:avLst>
                <a:gd name="adj" fmla="val 50000"/>
              </a:avLst>
            </a:prstGeom>
            <a:solidFill>
              <a:srgbClr val="FFFFFF"/>
            </a:solidFill>
            <a:ln w="381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2D3C40D8-E179-90F6-192A-BC373C7F21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2" y="850"/>
              <a:ext cx="1447" cy="953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" name="Oval 6">
              <a:extLst>
                <a:ext uri="{FF2B5EF4-FFF2-40B4-BE49-F238E27FC236}">
                  <a16:creationId xmlns:a16="http://schemas.microsoft.com/office/drawing/2014/main" id="{FB022154-184B-E171-6582-0CB83C4F35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6" y="850"/>
              <a:ext cx="935" cy="935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" name="Rectangle 7">
              <a:extLst>
                <a:ext uri="{FF2B5EF4-FFF2-40B4-BE49-F238E27FC236}">
                  <a16:creationId xmlns:a16="http://schemas.microsoft.com/office/drawing/2014/main" id="{822AAC76-C20A-F81E-5161-A999D39111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9" y="2040"/>
              <a:ext cx="1447" cy="953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" name="Rectangle 8">
              <a:extLst>
                <a:ext uri="{FF2B5EF4-FFF2-40B4-BE49-F238E27FC236}">
                  <a16:creationId xmlns:a16="http://schemas.microsoft.com/office/drawing/2014/main" id="{CCBFF558-7E64-DFE6-F418-7CFDB77FF8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4" y="75"/>
              <a:ext cx="439" cy="44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" name="Rectangle 9">
              <a:extLst>
                <a:ext uri="{FF2B5EF4-FFF2-40B4-BE49-F238E27FC236}">
                  <a16:creationId xmlns:a16="http://schemas.microsoft.com/office/drawing/2014/main" id="{3A6F876F-6F46-48CA-1D2D-F919EE7625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4" y="62"/>
              <a:ext cx="476" cy="46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" name="Line 11">
              <a:extLst>
                <a:ext uri="{FF2B5EF4-FFF2-40B4-BE49-F238E27FC236}">
                  <a16:creationId xmlns:a16="http://schemas.microsoft.com/office/drawing/2014/main" id="{630E532C-CA72-2B96-3276-0ADF95315B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75" y="537"/>
              <a:ext cx="372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" name="Line 12">
              <a:extLst>
                <a:ext uri="{FF2B5EF4-FFF2-40B4-BE49-F238E27FC236}">
                  <a16:creationId xmlns:a16="http://schemas.microsoft.com/office/drawing/2014/main" id="{CC8C33C7-FA2C-012E-3943-41FF1F6BEE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42" y="847"/>
              <a:ext cx="583" cy="0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" name="Oval 14">
              <a:extLst>
                <a:ext uri="{FF2B5EF4-FFF2-40B4-BE49-F238E27FC236}">
                  <a16:creationId xmlns:a16="http://schemas.microsoft.com/office/drawing/2014/main" id="{4E2FAF1C-73AB-A99D-CB3F-41B031467B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1" y="2303"/>
              <a:ext cx="391" cy="391"/>
            </a:xfrm>
            <a:prstGeom prst="ellipse">
              <a:avLst/>
            </a:prstGeom>
            <a:solidFill>
              <a:srgbClr val="FFFFFF">
                <a:alpha val="50195"/>
              </a:srgbClr>
            </a:solidFill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" name="Line 19">
              <a:extLst>
                <a:ext uri="{FF2B5EF4-FFF2-40B4-BE49-F238E27FC236}">
                  <a16:creationId xmlns:a16="http://schemas.microsoft.com/office/drawing/2014/main" id="{97BBA1D0-6205-AB44-863D-6B0794BB40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50" y="537"/>
              <a:ext cx="38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pic>
        <p:nvPicPr>
          <p:cNvPr id="14" name="图片 13">
            <a:extLst>
              <a:ext uri="{FF2B5EF4-FFF2-40B4-BE49-F238E27FC236}">
                <a16:creationId xmlns:a16="http://schemas.microsoft.com/office/drawing/2014/main" id="{9F2897E3-B0C2-B6CD-8C28-D7C122B6157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222" t="33437" r="25642" b="21490"/>
          <a:stretch/>
        </p:blipFill>
        <p:spPr>
          <a:xfrm>
            <a:off x="6468430" y="3071831"/>
            <a:ext cx="2500312" cy="152400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0A706849-9E3A-21AE-9E67-FFEE5B68F17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46" t="40293" r="37056" b="29956"/>
          <a:stretch/>
        </p:blipFill>
        <p:spPr>
          <a:xfrm rot="5400000">
            <a:off x="6592372" y="2809197"/>
            <a:ext cx="2242325" cy="100591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B7023ECD-8296-1B4D-EB0F-C6648D9E668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77" t="33668" r="45259" b="17265"/>
          <a:stretch/>
        </p:blipFill>
        <p:spPr>
          <a:xfrm>
            <a:off x="9307945" y="3072615"/>
            <a:ext cx="1661047" cy="165903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7228D46C-C63A-ECB3-712C-C88C2FD8E44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023" t="30604" r="37056" b="13695"/>
          <a:stretch/>
        </p:blipFill>
        <p:spPr>
          <a:xfrm rot="5400000">
            <a:off x="9020452" y="2767707"/>
            <a:ext cx="2237563" cy="188333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983F02C0-12D1-7AA2-3FC0-B58BD67C3F6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993" t="33437" r="25871" b="21490"/>
          <a:stretch/>
        </p:blipFill>
        <p:spPr>
          <a:xfrm>
            <a:off x="6468430" y="4895055"/>
            <a:ext cx="2500312" cy="152400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B566E402-4A75-F380-D61C-E8E574C7715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51" t="40293" r="42923" b="21676"/>
          <a:stretch/>
        </p:blipFill>
        <p:spPr>
          <a:xfrm rot="5400000">
            <a:off x="7116131" y="4924443"/>
            <a:ext cx="1195388" cy="128588"/>
          </a:xfrm>
          <a:prstGeom prst="rect">
            <a:avLst/>
          </a:prstGeom>
        </p:spPr>
      </p:pic>
      <p:sp>
        <p:nvSpPr>
          <p:cNvPr id="21" name="Text Box 20">
            <a:extLst>
              <a:ext uri="{FF2B5EF4-FFF2-40B4-BE49-F238E27FC236}">
                <a16:creationId xmlns:a16="http://schemas.microsoft.com/office/drawing/2014/main" id="{AD1D37AF-579B-E852-4848-C55E6502D5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766" y="2193800"/>
            <a:ext cx="162095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800" dirty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空间分析</a:t>
            </a:r>
          </a:p>
        </p:txBody>
      </p:sp>
      <p:sp>
        <p:nvSpPr>
          <p:cNvPr id="22" name="Text Box 21">
            <a:extLst>
              <a:ext uri="{FF2B5EF4-FFF2-40B4-BE49-F238E27FC236}">
                <a16:creationId xmlns:a16="http://schemas.microsoft.com/office/drawing/2014/main" id="{949C1855-CFB9-E770-2EF1-CE76BB7082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405" y="1210533"/>
            <a:ext cx="592982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已知左视图，完成主、俯视图</a:t>
            </a:r>
          </a:p>
        </p:txBody>
      </p:sp>
      <p:graphicFrame>
        <p:nvGraphicFramePr>
          <p:cNvPr id="23" name="Object 22">
            <a:extLst>
              <a:ext uri="{FF2B5EF4-FFF2-40B4-BE49-F238E27FC236}">
                <a16:creationId xmlns:a16="http://schemas.microsoft.com/office/drawing/2014/main" id="{8FB00A7D-67DD-9B60-0C22-C7A0C67D07C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2220633"/>
              </p:ext>
            </p:extLst>
          </p:nvPr>
        </p:nvGraphicFramePr>
        <p:xfrm>
          <a:off x="9538074" y="4121943"/>
          <a:ext cx="2147888" cy="1989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MP 图象" r:id="rId4" imgW="2392726" imgH="2392726" progId="Paint.Picture">
                  <p:embed/>
                </p:oleObj>
              </mc:Choice>
              <mc:Fallback>
                <p:oleObj name="BMP 图象" r:id="rId4" imgW="2392726" imgH="2392726" progId="Paint.Picture">
                  <p:embed/>
                  <p:pic>
                    <p:nvPicPr>
                      <p:cNvPr id="23" name="Object 22">
                        <a:extLst>
                          <a:ext uri="{FF2B5EF4-FFF2-40B4-BE49-F238E27FC236}">
                            <a16:creationId xmlns:a16="http://schemas.microsoft.com/office/drawing/2014/main" id="{8FB00A7D-67DD-9B60-0C22-C7A0C67D07C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38074" y="4121943"/>
                        <a:ext cx="2147888" cy="1989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 Box 23">
            <a:extLst>
              <a:ext uri="{FF2B5EF4-FFF2-40B4-BE49-F238E27FC236}">
                <a16:creationId xmlns:a16="http://schemas.microsoft.com/office/drawing/2014/main" id="{73F235D7-3953-D97C-3F00-3E9F4D16DA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766" y="2792834"/>
            <a:ext cx="162095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800" dirty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投影分析</a:t>
            </a:r>
            <a:endParaRPr lang="zh-CN" altLang="en-US" sz="2800" dirty="0">
              <a:solidFill>
                <a:srgbClr val="A5002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Line 24">
            <a:extLst>
              <a:ext uri="{FF2B5EF4-FFF2-40B4-BE49-F238E27FC236}">
                <a16:creationId xmlns:a16="http://schemas.microsoft.com/office/drawing/2014/main" id="{3C9E3673-5D18-EDF9-D2A2-FD74C0ECAFB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729912" y="2709068"/>
            <a:ext cx="30607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" name="Line 25">
            <a:extLst>
              <a:ext uri="{FF2B5EF4-FFF2-40B4-BE49-F238E27FC236}">
                <a16:creationId xmlns:a16="http://schemas.microsoft.com/office/drawing/2014/main" id="{15BBEA6A-1553-6F79-8188-5492B7C7191E}"/>
              </a:ext>
            </a:extLst>
          </p:cNvPr>
          <p:cNvSpPr>
            <a:spLocks noChangeShapeType="1"/>
          </p:cNvSpPr>
          <p:nvPr/>
        </p:nvSpPr>
        <p:spPr bwMode="auto">
          <a:xfrm>
            <a:off x="7213975" y="2350293"/>
            <a:ext cx="0" cy="2641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7" name="Line 26">
            <a:extLst>
              <a:ext uri="{FF2B5EF4-FFF2-40B4-BE49-F238E27FC236}">
                <a16:creationId xmlns:a16="http://schemas.microsoft.com/office/drawing/2014/main" id="{1F16E6CB-F70A-97D6-9CF1-DD548E3FAFCF}"/>
              </a:ext>
            </a:extLst>
          </p:cNvPr>
          <p:cNvSpPr>
            <a:spLocks noChangeShapeType="1"/>
          </p:cNvSpPr>
          <p:nvPr/>
        </p:nvSpPr>
        <p:spPr bwMode="auto">
          <a:xfrm>
            <a:off x="8199812" y="2412206"/>
            <a:ext cx="0" cy="2556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8" name="Text Box 27">
            <a:extLst>
              <a:ext uri="{FF2B5EF4-FFF2-40B4-BE49-F238E27FC236}">
                <a16:creationId xmlns:a16="http://schemas.microsoft.com/office/drawing/2014/main" id="{66A4B1A3-4AFC-1413-59CF-E7C8F8BBD5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630" y="4392402"/>
            <a:ext cx="110799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400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中间点</a:t>
            </a:r>
          </a:p>
        </p:txBody>
      </p:sp>
      <p:sp>
        <p:nvSpPr>
          <p:cNvPr id="29" name="Line 28">
            <a:extLst>
              <a:ext uri="{FF2B5EF4-FFF2-40B4-BE49-F238E27FC236}">
                <a16:creationId xmlns:a16="http://schemas.microsoft.com/office/drawing/2014/main" id="{BBC6BEEF-F6B0-9A29-B425-2E7D68A84C4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39275" y="2496343"/>
            <a:ext cx="4918075" cy="0"/>
          </a:xfrm>
          <a:prstGeom prst="line">
            <a:avLst/>
          </a:prstGeom>
          <a:noFill/>
          <a:ln w="12700">
            <a:solidFill>
              <a:srgbClr val="9900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" name="Text Box 29">
            <a:extLst>
              <a:ext uri="{FF2B5EF4-FFF2-40B4-BE49-F238E27FC236}">
                <a16:creationId xmlns:a16="http://schemas.microsoft.com/office/drawing/2014/main" id="{BAB3B680-CC85-47D8-058B-D50340F387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90637" y="2047081"/>
            <a:ext cx="6302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990033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kumimoji="1" lang="en-US" altLang="zh-CN" sz="1800" b="1" i="0" u="none" strike="noStrike" kern="0" cap="none" spc="0" normalizeH="0" baseline="0" noProof="0">
                <a:ln>
                  <a:noFill/>
                </a:ln>
                <a:solidFill>
                  <a:srgbClr val="990033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W</a:t>
            </a:r>
            <a:endParaRPr kumimoji="1" lang="en-US" altLang="zh-CN" sz="2800" b="1" i="0" u="none" strike="noStrike" kern="0" cap="none" spc="0" normalizeH="0" baseline="0" noProof="0">
              <a:ln>
                <a:noFill/>
              </a:ln>
              <a:solidFill>
                <a:srgbClr val="990033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" name="Line 30">
            <a:extLst>
              <a:ext uri="{FF2B5EF4-FFF2-40B4-BE49-F238E27FC236}">
                <a16:creationId xmlns:a16="http://schemas.microsoft.com/office/drawing/2014/main" id="{A3EFC43D-8454-7568-4FD9-85DB1F95A4DB}"/>
              </a:ext>
            </a:extLst>
          </p:cNvPr>
          <p:cNvSpPr>
            <a:spLocks noChangeShapeType="1"/>
          </p:cNvSpPr>
          <p:nvPr/>
        </p:nvSpPr>
        <p:spPr bwMode="auto">
          <a:xfrm>
            <a:off x="6590087" y="5426868"/>
            <a:ext cx="2295525" cy="0"/>
          </a:xfrm>
          <a:prstGeom prst="line">
            <a:avLst/>
          </a:prstGeom>
          <a:noFill/>
          <a:ln w="12700">
            <a:solidFill>
              <a:srgbClr val="9900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2" name="Line 31">
            <a:extLst>
              <a:ext uri="{FF2B5EF4-FFF2-40B4-BE49-F238E27FC236}">
                <a16:creationId xmlns:a16="http://schemas.microsoft.com/office/drawing/2014/main" id="{915B2A3C-C6CA-D732-604F-02B7B7F56EFA}"/>
              </a:ext>
            </a:extLst>
          </p:cNvPr>
          <p:cNvSpPr>
            <a:spLocks noChangeShapeType="1"/>
          </p:cNvSpPr>
          <p:nvPr/>
        </p:nvSpPr>
        <p:spPr bwMode="auto">
          <a:xfrm>
            <a:off x="6574212" y="4585493"/>
            <a:ext cx="2295525" cy="0"/>
          </a:xfrm>
          <a:prstGeom prst="line">
            <a:avLst/>
          </a:prstGeom>
          <a:noFill/>
          <a:ln w="12700">
            <a:solidFill>
              <a:srgbClr val="9900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3" name="Arc 32">
            <a:extLst>
              <a:ext uri="{FF2B5EF4-FFF2-40B4-BE49-F238E27FC236}">
                <a16:creationId xmlns:a16="http://schemas.microsoft.com/office/drawing/2014/main" id="{9D5BC66E-93AD-B104-7C80-287480E67BCC}"/>
              </a:ext>
            </a:extLst>
          </p:cNvPr>
          <p:cNvSpPr>
            <a:spLocks/>
          </p:cNvSpPr>
          <p:nvPr/>
        </p:nvSpPr>
        <p:spPr bwMode="auto">
          <a:xfrm flipH="1" flipV="1">
            <a:off x="7177462" y="4452992"/>
            <a:ext cx="1082675" cy="1038225"/>
          </a:xfrm>
          <a:prstGeom prst="ellipse">
            <a:avLst/>
          </a:prstGeom>
          <a:noFill/>
          <a:ln w="12700">
            <a:solidFill>
              <a:srgbClr val="9900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4" name="Line 33">
            <a:extLst>
              <a:ext uri="{FF2B5EF4-FFF2-40B4-BE49-F238E27FC236}">
                <a16:creationId xmlns:a16="http://schemas.microsoft.com/office/drawing/2014/main" id="{CAE77B42-29AC-5C8A-FBBD-63EF56F35F2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93362" y="2467768"/>
            <a:ext cx="0" cy="29591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5" name="Line 34">
            <a:extLst>
              <a:ext uri="{FF2B5EF4-FFF2-40B4-BE49-F238E27FC236}">
                <a16:creationId xmlns:a16="http://schemas.microsoft.com/office/drawing/2014/main" id="{49758858-26D2-A0B6-2EDC-975E627A849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045825" y="2447131"/>
            <a:ext cx="0" cy="29591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6" name="Text Box 35">
            <a:extLst>
              <a:ext uri="{FF2B5EF4-FFF2-40B4-BE49-F238E27FC236}">
                <a16:creationId xmlns:a16="http://schemas.microsoft.com/office/drawing/2014/main" id="{E7C438DE-434E-148D-F67C-E24BD6FDB8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630" y="4822429"/>
            <a:ext cx="14157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400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光滑连接</a:t>
            </a:r>
            <a:endParaRPr lang="zh-CN" altLang="en-US" sz="2400" dirty="0">
              <a:solidFill>
                <a:srgbClr val="3333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Arc 36">
            <a:extLst>
              <a:ext uri="{FF2B5EF4-FFF2-40B4-BE49-F238E27FC236}">
                <a16:creationId xmlns:a16="http://schemas.microsoft.com/office/drawing/2014/main" id="{FF3D0B57-8E45-CBB8-8B90-09F507A6B455}"/>
              </a:ext>
            </a:extLst>
          </p:cNvPr>
          <p:cNvSpPr>
            <a:spLocks/>
          </p:cNvSpPr>
          <p:nvPr/>
        </p:nvSpPr>
        <p:spPr bwMode="auto">
          <a:xfrm flipV="1">
            <a:off x="7228262" y="4404518"/>
            <a:ext cx="981075" cy="1182688"/>
          </a:xfrm>
          <a:prstGeom prst="ellipse">
            <a:avLst/>
          </a:prstGeom>
          <a:noFill/>
          <a:ln w="381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9" name="Arc 37">
            <a:extLst>
              <a:ext uri="{FF2B5EF4-FFF2-40B4-BE49-F238E27FC236}">
                <a16:creationId xmlns:a16="http://schemas.microsoft.com/office/drawing/2014/main" id="{ED458014-888C-42F8-4F3C-CF7612BFD1BD}"/>
              </a:ext>
            </a:extLst>
          </p:cNvPr>
          <p:cNvSpPr>
            <a:spLocks/>
          </p:cNvSpPr>
          <p:nvPr/>
        </p:nvSpPr>
        <p:spPr bwMode="auto">
          <a:xfrm rot="10701584">
            <a:off x="7250487" y="1797843"/>
            <a:ext cx="911225" cy="895350"/>
          </a:xfrm>
          <a:custGeom>
            <a:avLst/>
            <a:gdLst>
              <a:gd name="T0" fmla="*/ 0 w 34448"/>
              <a:gd name="T1" fmla="*/ 2147483646 h 21600"/>
              <a:gd name="T2" fmla="*/ 2147483646 w 34448"/>
              <a:gd name="T3" fmla="*/ 2147483646 h 21600"/>
              <a:gd name="T4" fmla="*/ 2147483646 w 34448"/>
              <a:gd name="T5" fmla="*/ 2147483646 h 21600"/>
              <a:gd name="T6" fmla="*/ 0 60000 65536"/>
              <a:gd name="T7" fmla="*/ 0 60000 65536"/>
              <a:gd name="T8" fmla="*/ 0 60000 65536"/>
              <a:gd name="T9" fmla="*/ 0 w 34448"/>
              <a:gd name="T10" fmla="*/ 0 h 21600"/>
              <a:gd name="T11" fmla="*/ 34448 w 34448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4448" h="21600" fill="none" extrusionOk="0">
                <a:moveTo>
                  <a:pt x="0" y="8604"/>
                </a:moveTo>
                <a:cubicBezTo>
                  <a:pt x="4081" y="3186"/>
                  <a:pt x="10470" y="-1"/>
                  <a:pt x="17253" y="0"/>
                </a:cubicBezTo>
                <a:cubicBezTo>
                  <a:pt x="24002" y="0"/>
                  <a:pt x="30363" y="3154"/>
                  <a:pt x="34447" y="8527"/>
                </a:cubicBezTo>
              </a:path>
              <a:path w="34448" h="21600" stroke="0" extrusionOk="0">
                <a:moveTo>
                  <a:pt x="0" y="8604"/>
                </a:moveTo>
                <a:cubicBezTo>
                  <a:pt x="4081" y="3186"/>
                  <a:pt x="10470" y="-1"/>
                  <a:pt x="17253" y="0"/>
                </a:cubicBezTo>
                <a:cubicBezTo>
                  <a:pt x="24002" y="0"/>
                  <a:pt x="30363" y="3154"/>
                  <a:pt x="34447" y="8527"/>
                </a:cubicBezTo>
                <a:lnTo>
                  <a:pt x="17253" y="21600"/>
                </a:lnTo>
                <a:lnTo>
                  <a:pt x="0" y="8604"/>
                </a:lnTo>
                <a:close/>
              </a:path>
            </a:pathLst>
          </a:custGeom>
          <a:noFill/>
          <a:ln w="381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0" name="Text Box 38">
            <a:extLst>
              <a:ext uri="{FF2B5EF4-FFF2-40B4-BE49-F238E27FC236}">
                <a16:creationId xmlns:a16="http://schemas.microsoft.com/office/drawing/2014/main" id="{3D103FEF-7E9E-ECD4-662A-BEE60426F3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7595" y="2803947"/>
            <a:ext cx="2234907" cy="52322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28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kumimoji="1" lang="en-US" altLang="zh-CN" sz="28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</a:t>
            </a:r>
            <a:r>
              <a:rPr kumimoji="1" lang="zh-CN" altLang="en-US" sz="28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圆锥 </a:t>
            </a:r>
            <a:r>
              <a:rPr kumimoji="1" lang="en-US" altLang="zh-CN" sz="28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= </a:t>
            </a:r>
            <a:r>
              <a:rPr kumimoji="1" lang="zh-CN" altLang="en-US" sz="2800" dirty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圆</a:t>
            </a:r>
            <a:endParaRPr kumimoji="1" lang="zh-CN" altLang="en-US" sz="2800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Text Box 39">
            <a:extLst>
              <a:ext uri="{FF2B5EF4-FFF2-40B4-BE49-F238E27FC236}">
                <a16:creationId xmlns:a16="http://schemas.microsoft.com/office/drawing/2014/main" id="{962137BC-981B-6923-1264-45278F40CF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5845" y="3446438"/>
            <a:ext cx="3673475" cy="51911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2800" dirty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圆</a:t>
            </a:r>
            <a:r>
              <a:rPr kumimoji="1" lang="zh-CN" altLang="en-US" sz="2800" dirty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直线 </a:t>
            </a:r>
            <a:r>
              <a:rPr kumimoji="1" lang="en-US" altLang="zh-CN" sz="2800" dirty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=</a:t>
            </a:r>
            <a:r>
              <a:rPr kumimoji="1" lang="zh-CN" altLang="en-US" sz="2800" dirty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交线上的点</a:t>
            </a:r>
          </a:p>
        </p:txBody>
      </p:sp>
      <p:sp>
        <p:nvSpPr>
          <p:cNvPr id="42" name="Text Box 41">
            <a:extLst>
              <a:ext uri="{FF2B5EF4-FFF2-40B4-BE49-F238E27FC236}">
                <a16:creationId xmlns:a16="http://schemas.microsoft.com/office/drawing/2014/main" id="{F72949CD-D791-3198-A6EE-9CD01E32DB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766" y="3446437"/>
            <a:ext cx="90281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800" dirty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作图</a:t>
            </a:r>
          </a:p>
        </p:txBody>
      </p:sp>
      <p:sp>
        <p:nvSpPr>
          <p:cNvPr id="43" name="Text Box 42">
            <a:extLst>
              <a:ext uri="{FF2B5EF4-FFF2-40B4-BE49-F238E27FC236}">
                <a16:creationId xmlns:a16="http://schemas.microsoft.com/office/drawing/2014/main" id="{F5B2EBCC-4EEC-813E-23D1-F31ECE2A8C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630" y="3962375"/>
            <a:ext cx="110799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400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特殊点</a:t>
            </a:r>
            <a:endParaRPr lang="zh-CN" altLang="en-US" sz="2400" dirty="0">
              <a:solidFill>
                <a:srgbClr val="3333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Text Box 43">
            <a:extLst>
              <a:ext uri="{FF2B5EF4-FFF2-40B4-BE49-F238E27FC236}">
                <a16:creationId xmlns:a16="http://schemas.microsoft.com/office/drawing/2014/main" id="{80FB7D5B-4CA3-AB52-8BB4-0FC479CA4E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66482" y="2193801"/>
            <a:ext cx="2953053" cy="52322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28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kumimoji="1" lang="en-US" altLang="zh-CN" sz="28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</a:t>
            </a:r>
            <a:r>
              <a:rPr kumimoji="1" lang="zh-CN" altLang="en-US" sz="28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圆柱面 </a:t>
            </a:r>
            <a:r>
              <a:rPr kumimoji="1" lang="en-US" altLang="zh-CN" sz="28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= </a:t>
            </a:r>
            <a:r>
              <a:rPr kumimoji="1" lang="zh-CN" altLang="en-US" sz="2800" dirty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直线</a:t>
            </a:r>
            <a:endParaRPr kumimoji="1" lang="zh-CN" altLang="en-US" sz="2800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Line 49">
            <a:extLst>
              <a:ext uri="{FF2B5EF4-FFF2-40B4-BE49-F238E27FC236}">
                <a16:creationId xmlns:a16="http://schemas.microsoft.com/office/drawing/2014/main" id="{66AF8417-029C-D400-91D9-484BC7C70BAA}"/>
              </a:ext>
            </a:extLst>
          </p:cNvPr>
          <p:cNvSpPr>
            <a:spLocks noChangeShapeType="1"/>
          </p:cNvSpPr>
          <p:nvPr/>
        </p:nvSpPr>
        <p:spPr bwMode="auto">
          <a:xfrm>
            <a:off x="9592050" y="2494756"/>
            <a:ext cx="1112837" cy="0"/>
          </a:xfrm>
          <a:prstGeom prst="line">
            <a:avLst/>
          </a:prstGeom>
          <a:noFill/>
          <a:ln w="762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6" name="Arc 51">
            <a:extLst>
              <a:ext uri="{FF2B5EF4-FFF2-40B4-BE49-F238E27FC236}">
                <a16:creationId xmlns:a16="http://schemas.microsoft.com/office/drawing/2014/main" id="{375E02FE-799B-459B-0A15-33C13D5E1290}"/>
              </a:ext>
            </a:extLst>
          </p:cNvPr>
          <p:cNvSpPr>
            <a:spLocks/>
          </p:cNvSpPr>
          <p:nvPr/>
        </p:nvSpPr>
        <p:spPr bwMode="auto">
          <a:xfrm rot="14582062" flipV="1">
            <a:off x="9750006" y="2089149"/>
            <a:ext cx="727075" cy="1147763"/>
          </a:xfrm>
          <a:custGeom>
            <a:avLst/>
            <a:gdLst>
              <a:gd name="T0" fmla="*/ 0 w 21600"/>
              <a:gd name="T1" fmla="*/ 0 h 34087"/>
              <a:gd name="T2" fmla="*/ 2147483646 w 21600"/>
              <a:gd name="T3" fmla="*/ 2147483646 h 34087"/>
              <a:gd name="T4" fmla="*/ 0 w 21600"/>
              <a:gd name="T5" fmla="*/ 2147483646 h 34087"/>
              <a:gd name="T6" fmla="*/ 0 60000 65536"/>
              <a:gd name="T7" fmla="*/ 0 60000 65536"/>
              <a:gd name="T8" fmla="*/ 0 60000 65536"/>
              <a:gd name="T9" fmla="*/ 0 w 21600"/>
              <a:gd name="T10" fmla="*/ 0 h 34087"/>
              <a:gd name="T11" fmla="*/ 21600 w 21600"/>
              <a:gd name="T12" fmla="*/ 34087 h 3408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34087" fill="none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6073"/>
                  <a:pt x="20211" y="30436"/>
                  <a:pt x="17624" y="34086"/>
                </a:cubicBezTo>
              </a:path>
              <a:path w="21600" h="34087" stroke="0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6073"/>
                  <a:pt x="20211" y="30436"/>
                  <a:pt x="17624" y="34086"/>
                </a:cubicBez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762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7" name="Oval 52">
            <a:extLst>
              <a:ext uri="{FF2B5EF4-FFF2-40B4-BE49-F238E27FC236}">
                <a16:creationId xmlns:a16="http://schemas.microsoft.com/office/drawing/2014/main" id="{1339A8B3-6033-C7D8-7239-C365723D93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3237" y="2661443"/>
            <a:ext cx="79375" cy="77788"/>
          </a:xfrm>
          <a:prstGeom prst="ellipse">
            <a:avLst/>
          </a:prstGeom>
          <a:solidFill>
            <a:srgbClr val="FF33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8" name="Oval 53">
            <a:extLst>
              <a:ext uri="{FF2B5EF4-FFF2-40B4-BE49-F238E27FC236}">
                <a16:creationId xmlns:a16="http://schemas.microsoft.com/office/drawing/2014/main" id="{DA7B1208-F0F9-2A88-DCB4-CABFBAC6A1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12487" y="2437606"/>
            <a:ext cx="96838" cy="96837"/>
          </a:xfrm>
          <a:prstGeom prst="ellipse">
            <a:avLst/>
          </a:prstGeom>
          <a:solidFill>
            <a:srgbClr val="FF00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9" name="Oval 54">
            <a:extLst>
              <a:ext uri="{FF2B5EF4-FFF2-40B4-BE49-F238E27FC236}">
                <a16:creationId xmlns:a16="http://schemas.microsoft.com/office/drawing/2014/main" id="{FAF623BC-1420-C341-820A-A4C881822A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25100" y="2458243"/>
            <a:ext cx="87312" cy="87313"/>
          </a:xfrm>
          <a:prstGeom prst="ellipse">
            <a:avLst/>
          </a:prstGeom>
          <a:solidFill>
            <a:srgbClr val="FF00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0" name="Oval 55">
            <a:extLst>
              <a:ext uri="{FF2B5EF4-FFF2-40B4-BE49-F238E27FC236}">
                <a16:creationId xmlns:a16="http://schemas.microsoft.com/office/drawing/2014/main" id="{651C8F4A-627C-08F0-47C4-F2C30E6799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2225" y="2294731"/>
            <a:ext cx="90487" cy="90487"/>
          </a:xfrm>
          <a:prstGeom prst="ellipse">
            <a:avLst/>
          </a:prstGeom>
          <a:solidFill>
            <a:srgbClr val="FF33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1" name="Oval 56">
            <a:extLst>
              <a:ext uri="{FF2B5EF4-FFF2-40B4-BE49-F238E27FC236}">
                <a16:creationId xmlns:a16="http://schemas.microsoft.com/office/drawing/2014/main" id="{746897F9-85D4-2C6F-C591-E5A09AEECD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39487" y="2294731"/>
            <a:ext cx="96838" cy="96837"/>
          </a:xfrm>
          <a:prstGeom prst="ellipse">
            <a:avLst/>
          </a:prstGeom>
          <a:solidFill>
            <a:srgbClr val="FF33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2" name="Oval 57">
            <a:extLst>
              <a:ext uri="{FF2B5EF4-FFF2-40B4-BE49-F238E27FC236}">
                <a16:creationId xmlns:a16="http://schemas.microsoft.com/office/drawing/2014/main" id="{D52AAF6C-CCEF-FC79-CE9D-F054AC2B7A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5462" y="4356889"/>
            <a:ext cx="73025" cy="73025"/>
          </a:xfrm>
          <a:prstGeom prst="ellipse">
            <a:avLst/>
          </a:prstGeom>
          <a:solidFill>
            <a:srgbClr val="FF33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3" name="Oval 58">
            <a:extLst>
              <a:ext uri="{FF2B5EF4-FFF2-40B4-BE49-F238E27FC236}">
                <a16:creationId xmlns:a16="http://schemas.microsoft.com/office/drawing/2014/main" id="{D94FF510-2825-74CE-FDB6-CB60E2911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8637" y="5541168"/>
            <a:ext cx="79375" cy="79375"/>
          </a:xfrm>
          <a:prstGeom prst="ellipse">
            <a:avLst/>
          </a:prstGeom>
          <a:solidFill>
            <a:srgbClr val="FF33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4" name="Oval 59">
            <a:extLst>
              <a:ext uri="{FF2B5EF4-FFF2-40B4-BE49-F238E27FC236}">
                <a16:creationId xmlns:a16="http://schemas.microsoft.com/office/drawing/2014/main" id="{7B4EC502-DFED-ECD6-085A-BCD215AA3F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62" y="4918868"/>
            <a:ext cx="95250" cy="95250"/>
          </a:xfrm>
          <a:prstGeom prst="ellipse">
            <a:avLst/>
          </a:prstGeom>
          <a:solidFill>
            <a:srgbClr val="FF33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5" name="Oval 60">
            <a:extLst>
              <a:ext uri="{FF2B5EF4-FFF2-40B4-BE49-F238E27FC236}">
                <a16:creationId xmlns:a16="http://schemas.microsoft.com/office/drawing/2014/main" id="{E5AD55C4-7FAD-E227-578F-4CA897D358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5837" y="4918868"/>
            <a:ext cx="87313" cy="87313"/>
          </a:xfrm>
          <a:prstGeom prst="ellipse">
            <a:avLst/>
          </a:prstGeom>
          <a:solidFill>
            <a:srgbClr val="FF33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6" name="Oval 61">
            <a:extLst>
              <a:ext uri="{FF2B5EF4-FFF2-40B4-BE49-F238E27FC236}">
                <a16:creationId xmlns:a16="http://schemas.microsoft.com/office/drawing/2014/main" id="{08C94111-15E0-0836-0A83-B527BD4616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5570" y="4552156"/>
            <a:ext cx="87312" cy="87312"/>
          </a:xfrm>
          <a:prstGeom prst="ellipse">
            <a:avLst/>
          </a:prstGeom>
          <a:solidFill>
            <a:srgbClr val="FF00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7" name="Oval 62">
            <a:extLst>
              <a:ext uri="{FF2B5EF4-FFF2-40B4-BE49-F238E27FC236}">
                <a16:creationId xmlns:a16="http://schemas.microsoft.com/office/drawing/2014/main" id="{4744694E-2AA0-737D-49F8-EC361DABDF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40975" y="5366538"/>
            <a:ext cx="96837" cy="96838"/>
          </a:xfrm>
          <a:prstGeom prst="ellipse">
            <a:avLst/>
          </a:prstGeom>
          <a:solidFill>
            <a:srgbClr val="FF00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8" name="Oval 63">
            <a:extLst>
              <a:ext uri="{FF2B5EF4-FFF2-40B4-BE49-F238E27FC236}">
                <a16:creationId xmlns:a16="http://schemas.microsoft.com/office/drawing/2014/main" id="{8B4CE168-C6C4-B02A-0983-7DA566CD72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4550" y="5371305"/>
            <a:ext cx="87312" cy="87312"/>
          </a:xfrm>
          <a:prstGeom prst="ellipse">
            <a:avLst/>
          </a:prstGeom>
          <a:solidFill>
            <a:srgbClr val="FF00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9" name="Oval 64">
            <a:extLst>
              <a:ext uri="{FF2B5EF4-FFF2-40B4-BE49-F238E27FC236}">
                <a16:creationId xmlns:a16="http://schemas.microsoft.com/office/drawing/2014/main" id="{E09902A5-D285-65BD-C5D8-C59E6A1EB5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23603" y="4545806"/>
            <a:ext cx="87312" cy="87312"/>
          </a:xfrm>
          <a:prstGeom prst="ellipse">
            <a:avLst/>
          </a:prstGeom>
          <a:solidFill>
            <a:srgbClr val="FF00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0" name="Oval 65">
            <a:extLst>
              <a:ext uri="{FF2B5EF4-FFF2-40B4-BE49-F238E27FC236}">
                <a16:creationId xmlns:a16="http://schemas.microsoft.com/office/drawing/2014/main" id="{3379B9C5-8FBF-0458-5169-B513287E8C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42987" y="2674143"/>
            <a:ext cx="82550" cy="82550"/>
          </a:xfrm>
          <a:prstGeom prst="ellipse">
            <a:avLst/>
          </a:prstGeom>
          <a:solidFill>
            <a:srgbClr val="FF33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" name="Oval 66">
            <a:extLst>
              <a:ext uri="{FF2B5EF4-FFF2-40B4-BE49-F238E27FC236}">
                <a16:creationId xmlns:a16="http://schemas.microsoft.com/office/drawing/2014/main" id="{0B7A8E16-39D6-24DE-4820-D6F5D79988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60287" y="2672556"/>
            <a:ext cx="82550" cy="79375"/>
          </a:xfrm>
          <a:prstGeom prst="ellipse">
            <a:avLst/>
          </a:prstGeom>
          <a:solidFill>
            <a:srgbClr val="FF33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2" name="Oval 67">
            <a:extLst>
              <a:ext uri="{FF2B5EF4-FFF2-40B4-BE49-F238E27FC236}">
                <a16:creationId xmlns:a16="http://schemas.microsoft.com/office/drawing/2014/main" id="{D52733DE-F8E6-BECD-907F-2434AFA48A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49312" y="2442368"/>
            <a:ext cx="96838" cy="96838"/>
          </a:xfrm>
          <a:prstGeom prst="ellipse">
            <a:avLst/>
          </a:prstGeom>
          <a:solidFill>
            <a:srgbClr val="FF00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3" name="Oval 68">
            <a:extLst>
              <a:ext uri="{FF2B5EF4-FFF2-40B4-BE49-F238E27FC236}">
                <a16:creationId xmlns:a16="http://schemas.microsoft.com/office/drawing/2014/main" id="{29A23D9E-4167-D4EA-B871-592F4E0F1C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06402" y="2294730"/>
            <a:ext cx="79375" cy="79375"/>
          </a:xfrm>
          <a:prstGeom prst="ellipse">
            <a:avLst/>
          </a:prstGeom>
          <a:solidFill>
            <a:srgbClr val="FF33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4" name="Line 70">
            <a:extLst>
              <a:ext uri="{FF2B5EF4-FFF2-40B4-BE49-F238E27FC236}">
                <a16:creationId xmlns:a16="http://schemas.microsoft.com/office/drawing/2014/main" id="{290E9DB6-FF8A-CD00-E22D-5B2370ED2A3D}"/>
              </a:ext>
            </a:extLst>
          </p:cNvPr>
          <p:cNvSpPr>
            <a:spLocks noChangeShapeType="1"/>
          </p:cNvSpPr>
          <p:nvPr/>
        </p:nvSpPr>
        <p:spPr bwMode="auto">
          <a:xfrm>
            <a:off x="8815762" y="4775993"/>
            <a:ext cx="133350" cy="66675"/>
          </a:xfrm>
          <a:prstGeom prst="line">
            <a:avLst/>
          </a:prstGeom>
          <a:noFill/>
          <a:ln w="25400">
            <a:solidFill>
              <a:srgbClr val="99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5" name="Line 71">
            <a:extLst>
              <a:ext uri="{FF2B5EF4-FFF2-40B4-BE49-F238E27FC236}">
                <a16:creationId xmlns:a16="http://schemas.microsoft.com/office/drawing/2014/main" id="{269F16E0-8B83-4DB1-6756-98BD70F6D431}"/>
              </a:ext>
            </a:extLst>
          </p:cNvPr>
          <p:cNvSpPr>
            <a:spLocks noChangeShapeType="1"/>
          </p:cNvSpPr>
          <p:nvPr/>
        </p:nvSpPr>
        <p:spPr bwMode="auto">
          <a:xfrm>
            <a:off x="8815762" y="5156993"/>
            <a:ext cx="133350" cy="66675"/>
          </a:xfrm>
          <a:prstGeom prst="line">
            <a:avLst/>
          </a:prstGeom>
          <a:noFill/>
          <a:ln w="25400">
            <a:solidFill>
              <a:srgbClr val="99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6" name="Line 72">
            <a:extLst>
              <a:ext uri="{FF2B5EF4-FFF2-40B4-BE49-F238E27FC236}">
                <a16:creationId xmlns:a16="http://schemas.microsoft.com/office/drawing/2014/main" id="{68816FF7-5992-CBF7-F76A-895B03E45875}"/>
              </a:ext>
            </a:extLst>
          </p:cNvPr>
          <p:cNvSpPr>
            <a:spLocks noChangeShapeType="1"/>
          </p:cNvSpPr>
          <p:nvPr/>
        </p:nvSpPr>
        <p:spPr bwMode="auto">
          <a:xfrm>
            <a:off x="10311187" y="2432843"/>
            <a:ext cx="38100" cy="133350"/>
          </a:xfrm>
          <a:prstGeom prst="line">
            <a:avLst/>
          </a:prstGeom>
          <a:noFill/>
          <a:ln w="31750">
            <a:solidFill>
              <a:srgbClr val="99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7" name="Line 73">
            <a:extLst>
              <a:ext uri="{FF2B5EF4-FFF2-40B4-BE49-F238E27FC236}">
                <a16:creationId xmlns:a16="http://schemas.microsoft.com/office/drawing/2014/main" id="{36D5C1EA-2675-7075-07D6-8C10F5BED90E}"/>
              </a:ext>
            </a:extLst>
          </p:cNvPr>
          <p:cNvSpPr>
            <a:spLocks noChangeShapeType="1"/>
          </p:cNvSpPr>
          <p:nvPr/>
        </p:nvSpPr>
        <p:spPr bwMode="auto">
          <a:xfrm>
            <a:off x="9911137" y="2432843"/>
            <a:ext cx="38100" cy="133350"/>
          </a:xfrm>
          <a:prstGeom prst="line">
            <a:avLst/>
          </a:prstGeom>
          <a:noFill/>
          <a:ln w="31750">
            <a:solidFill>
              <a:srgbClr val="99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36909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500"/>
                            </p:stCondLst>
                            <p:childTnLst>
                              <p:par>
                                <p:cTn id="9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500"/>
                            </p:stCondLst>
                            <p:childTnLst>
                              <p:par>
                                <p:cTn id="1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500"/>
                            </p:stCondLst>
                            <p:childTnLst>
                              <p:par>
                                <p:cTn id="14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500"/>
                            </p:stCondLst>
                            <p:childTnLst>
                              <p:par>
                                <p:cTn id="16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>
                            <p:stCondLst>
                              <p:cond delay="1000"/>
                            </p:stCondLst>
                            <p:childTnLst>
                              <p:par>
                                <p:cTn id="16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>
                            <p:stCondLst>
                              <p:cond delay="1500"/>
                            </p:stCondLst>
                            <p:childTnLst>
                              <p:par>
                                <p:cTn id="17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" fill="hold">
                            <p:stCondLst>
                              <p:cond delay="500"/>
                            </p:stCondLst>
                            <p:childTnLst>
                              <p:par>
                                <p:cTn id="18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1" fill="hold">
                            <p:stCondLst>
                              <p:cond delay="500"/>
                            </p:stCondLst>
                            <p:childTnLst>
                              <p:par>
                                <p:cTn id="19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9" fill="hold">
                            <p:stCondLst>
                              <p:cond delay="500"/>
                            </p:stCondLst>
                            <p:childTnLst>
                              <p:par>
                                <p:cTn id="210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4" grpId="0"/>
      <p:bldP spid="25" grpId="0" animBg="1"/>
      <p:bldP spid="26" grpId="0" animBg="1"/>
      <p:bldP spid="27" grpId="0" animBg="1"/>
      <p:bldP spid="28" grpId="0"/>
      <p:bldP spid="29" grpId="0" animBg="1"/>
      <p:bldP spid="30" grpId="0" autoUpdateAnimBg="0"/>
      <p:bldP spid="31" grpId="0" animBg="1"/>
      <p:bldP spid="32" grpId="0" animBg="1"/>
      <p:bldP spid="33" grpId="0" animBg="1"/>
      <p:bldP spid="34" grpId="0" animBg="1"/>
      <p:bldP spid="35" grpId="0" animBg="1"/>
      <p:bldP spid="36" grpId="0"/>
      <p:bldP spid="38" grpId="0" animBg="1"/>
      <p:bldP spid="39" grpId="0" animBg="1"/>
      <p:bldP spid="40" grpId="0"/>
      <p:bldP spid="41" grpId="0"/>
      <p:bldP spid="42" grpId="0"/>
      <p:bldP spid="43" grpId="0"/>
      <p:bldP spid="44" grpId="0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7" grpId="1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 idx="4294967295"/>
          </p:nvPr>
        </p:nvSpPr>
        <p:spPr>
          <a:xfrm>
            <a:off x="5080337" y="2727903"/>
            <a:ext cx="2031326" cy="830997"/>
          </a:xfr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zh-CN" altLang="en-US" sz="4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组合体</a:t>
            </a:r>
          </a:p>
        </p:txBody>
      </p:sp>
      <p:sp>
        <p:nvSpPr>
          <p:cNvPr id="3" name="Rectangle 2"/>
          <p:cNvSpPr/>
          <p:nvPr/>
        </p:nvSpPr>
        <p:spPr>
          <a:xfrm>
            <a:off x="2783632" y="1136817"/>
            <a:ext cx="41870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A50021"/>
                </a:solidFill>
                <a:latin typeface="华文新魏" pitchFamily="2" charset="-122"/>
                <a:ea typeface="华文新魏" pitchFamily="2" charset="-122"/>
              </a:rPr>
              <a:t>9</a:t>
            </a:r>
            <a:endParaRPr lang="zh-CN" altLang="en-US" sz="3200" b="1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539C24-2525-2989-E85B-B8C268691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>
            <a:extLst>
              <a:ext uri="{FF2B5EF4-FFF2-40B4-BE49-F238E27FC236}">
                <a16:creationId xmlns:a16="http://schemas.microsoft.com/office/drawing/2014/main" id="{C691E32E-08D2-8E50-54DF-1B7B8C9207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19" y="412176"/>
            <a:ext cx="4169731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9.1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组合体的组成方式</a:t>
            </a:r>
          </a:p>
        </p:txBody>
      </p:sp>
      <p:sp>
        <p:nvSpPr>
          <p:cNvPr id="16" name="灯片编号占位符 3">
            <a:extLst>
              <a:ext uri="{FF2B5EF4-FFF2-40B4-BE49-F238E27FC236}">
                <a16:creationId xmlns:a16="http://schemas.microsoft.com/office/drawing/2014/main" id="{E59597C2-7EFB-37D6-B7FF-B793D8B5EE65}"/>
              </a:ext>
            </a:extLst>
          </p:cNvPr>
          <p:cNvSpPr txBox="1">
            <a:spLocks/>
          </p:cNvSpPr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  <a:pPr/>
              <a:t>18</a:t>
            </a:fld>
            <a:endParaRPr lang="en-US" altLang="zh-CN" dirty="0"/>
          </a:p>
        </p:txBody>
      </p:sp>
      <p:sp>
        <p:nvSpPr>
          <p:cNvPr id="2" name="Text Box 87">
            <a:extLst>
              <a:ext uri="{FF2B5EF4-FFF2-40B4-BE49-F238E27FC236}">
                <a16:creationId xmlns:a16="http://schemas.microsoft.com/office/drawing/2014/main" id="{6041DF81-9276-39EA-253D-CE9F194C66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376" y="1268089"/>
            <a:ext cx="280076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fontAlgn="base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组合体的概念</a:t>
            </a:r>
          </a:p>
        </p:txBody>
      </p:sp>
      <p:sp>
        <p:nvSpPr>
          <p:cNvPr id="3" name="Text Box 89">
            <a:extLst>
              <a:ext uri="{FF2B5EF4-FFF2-40B4-BE49-F238E27FC236}">
                <a16:creationId xmlns:a16="http://schemas.microsoft.com/office/drawing/2014/main" id="{29F328F3-54A9-0E1F-CFA3-38C8E2C67D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376" y="1999346"/>
            <a:ext cx="5616624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/>
              </a:rPr>
              <a:t>由平面体和曲面体经叠加、切割等布尔运算而组成的物体。</a:t>
            </a:r>
          </a:p>
        </p:txBody>
      </p:sp>
      <p:pic>
        <p:nvPicPr>
          <p:cNvPr id="4" name="Picture 90">
            <a:extLst>
              <a:ext uri="{FF2B5EF4-FFF2-40B4-BE49-F238E27FC236}">
                <a16:creationId xmlns:a16="http://schemas.microsoft.com/office/drawing/2014/main" id="{CD63C258-8F23-0195-086D-FA32575CCF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209"/>
          <a:stretch>
            <a:fillRect/>
          </a:stretch>
        </p:blipFill>
        <p:spPr bwMode="auto">
          <a:xfrm>
            <a:off x="7176120" y="1340768"/>
            <a:ext cx="4114800" cy="4497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Box 6">
            <a:extLst>
              <a:ext uri="{FF2B5EF4-FFF2-40B4-BE49-F238E27FC236}">
                <a16:creationId xmlns:a16="http://schemas.microsoft.com/office/drawing/2014/main" id="{827942CD-5241-2FBC-9810-CF21884BA2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0618" y="3298141"/>
            <a:ext cx="464742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/>
              </a:rPr>
              <a:t>画图</a:t>
            </a:r>
            <a:r>
              <a:rPr lang="zh-CN" altLang="en-US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/>
              </a:rPr>
              <a:t>：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/>
              </a:rPr>
              <a:t>由已知形体画出其投影。</a:t>
            </a:r>
          </a:p>
        </p:txBody>
      </p:sp>
      <p:sp>
        <p:nvSpPr>
          <p:cNvPr id="6" name="Text Box 9">
            <a:extLst>
              <a:ext uri="{FF2B5EF4-FFF2-40B4-BE49-F238E27FC236}">
                <a16:creationId xmlns:a16="http://schemas.microsoft.com/office/drawing/2014/main" id="{E6A32A2E-1959-A466-741C-464B683B50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0618" y="4166049"/>
            <a:ext cx="5535382" cy="892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/>
              </a:rPr>
              <a:t>读图</a:t>
            </a:r>
            <a:r>
              <a:rPr lang="zh-CN" altLang="en-US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/>
              </a:rPr>
              <a:t>：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/>
              </a:rPr>
              <a:t>根据形体投影，经过分析，搞清其组成、形状和结构。</a:t>
            </a:r>
          </a:p>
        </p:txBody>
      </p:sp>
    </p:spTree>
    <p:extLst>
      <p:ext uri="{BB962C8B-B14F-4D97-AF65-F5344CB8AC3E}">
        <p14:creationId xmlns:p14="http://schemas.microsoft.com/office/powerpoint/2010/main" val="1438079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7AC987-A835-BEC1-D165-C1B3C059C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>
            <a:extLst>
              <a:ext uri="{FF2B5EF4-FFF2-40B4-BE49-F238E27FC236}">
                <a16:creationId xmlns:a16="http://schemas.microsoft.com/office/drawing/2014/main" id="{DBAF90FF-C6C6-B373-72D2-5D128790DB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19" y="412176"/>
            <a:ext cx="4169731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9.1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组合体的组成方式</a:t>
            </a:r>
          </a:p>
        </p:txBody>
      </p:sp>
      <p:sp>
        <p:nvSpPr>
          <p:cNvPr id="16" name="灯片编号占位符 3">
            <a:extLst>
              <a:ext uri="{FF2B5EF4-FFF2-40B4-BE49-F238E27FC236}">
                <a16:creationId xmlns:a16="http://schemas.microsoft.com/office/drawing/2014/main" id="{8E4FCA20-5678-EE35-0C75-B919BE7D4057}"/>
              </a:ext>
            </a:extLst>
          </p:cNvPr>
          <p:cNvSpPr txBox="1">
            <a:spLocks/>
          </p:cNvSpPr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  <a:pPr/>
              <a:t>19</a:t>
            </a:fld>
            <a:endParaRPr lang="en-US" altLang="zh-CN" dirty="0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51E257E8-62BF-F72C-B567-246F35D7CA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3247" y="3747487"/>
            <a:ext cx="2293937" cy="1957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AutoShape 3">
            <a:extLst>
              <a:ext uri="{FF2B5EF4-FFF2-40B4-BE49-F238E27FC236}">
                <a16:creationId xmlns:a16="http://schemas.microsoft.com/office/drawing/2014/main" id="{5E9306FD-64A9-557D-E523-3EB97D916A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0018" y="5704875"/>
            <a:ext cx="1240394" cy="503299"/>
          </a:xfrm>
          <a:prstGeom prst="rect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对称</a:t>
            </a:r>
            <a:r>
              <a:rPr kumimoji="1" lang="zh-CN" altLang="en-US" sz="20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叠加</a:t>
            </a:r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1020F68F-037B-D2DA-D3A3-3372E6EBCD8F}"/>
              </a:ext>
            </a:extLst>
          </p:cNvPr>
          <p:cNvGrpSpPr>
            <a:grpSpLocks/>
          </p:cNvGrpSpPr>
          <p:nvPr/>
        </p:nvGrpSpPr>
        <p:grpSpPr bwMode="auto">
          <a:xfrm>
            <a:off x="1839444" y="4197811"/>
            <a:ext cx="2017713" cy="1125538"/>
            <a:chOff x="2687" y="623"/>
            <a:chExt cx="1680" cy="1248"/>
          </a:xfrm>
        </p:grpSpPr>
        <p:sp>
          <p:nvSpPr>
            <p:cNvPr id="5" name="AutoShape 5">
              <a:extLst>
                <a:ext uri="{FF2B5EF4-FFF2-40B4-BE49-F238E27FC236}">
                  <a16:creationId xmlns:a16="http://schemas.microsoft.com/office/drawing/2014/main" id="{2A0EF7B8-E562-166A-FF9D-DCB16783EDD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3207" y="710"/>
              <a:ext cx="1248" cy="1073"/>
            </a:xfrm>
            <a:prstGeom prst="can">
              <a:avLst>
                <a:gd name="adj" fmla="val 25000"/>
              </a:avLst>
            </a:prstGeom>
            <a:gradFill rotWithShape="0">
              <a:gsLst>
                <a:gs pos="0">
                  <a:srgbClr val="454545"/>
                </a:gs>
                <a:gs pos="50000">
                  <a:srgbClr val="969696"/>
                </a:gs>
                <a:gs pos="100000">
                  <a:srgbClr val="454545"/>
                </a:gs>
              </a:gsLst>
              <a:lin ang="5400000" scaled="1"/>
            </a:gradFill>
            <a:ln w="9525">
              <a:solidFill>
                <a:srgbClr val="1C1C1C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6" name="AutoShape 6">
              <a:extLst>
                <a:ext uri="{FF2B5EF4-FFF2-40B4-BE49-F238E27FC236}">
                  <a16:creationId xmlns:a16="http://schemas.microsoft.com/office/drawing/2014/main" id="{DDCE23BC-37A1-9A8F-45B3-18C5A8E9A79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683" y="850"/>
              <a:ext cx="802" cy="793"/>
            </a:xfrm>
            <a:prstGeom prst="can">
              <a:avLst>
                <a:gd name="adj" fmla="val 25000"/>
              </a:avLst>
            </a:prstGeom>
            <a:gradFill rotWithShape="0">
              <a:gsLst>
                <a:gs pos="0">
                  <a:srgbClr val="595959"/>
                </a:gs>
                <a:gs pos="50000">
                  <a:srgbClr val="C0C0C0"/>
                </a:gs>
                <a:gs pos="100000">
                  <a:srgbClr val="595959"/>
                </a:gs>
              </a:gsLst>
              <a:lin ang="5400000" scaled="1"/>
            </a:gradFill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</p:grpSp>
      <p:sp>
        <p:nvSpPr>
          <p:cNvPr id="7" name="AutoShape 7">
            <a:extLst>
              <a:ext uri="{FF2B5EF4-FFF2-40B4-BE49-F238E27FC236}">
                <a16:creationId xmlns:a16="http://schemas.microsoft.com/office/drawing/2014/main" id="{B5F9CD2C-9F57-5C88-3E6A-96E9FB65D0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1951" y="5634558"/>
            <a:ext cx="1352698" cy="503299"/>
          </a:xfrm>
          <a:prstGeom prst="rect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同轴叠加</a:t>
            </a:r>
          </a:p>
        </p:txBody>
      </p:sp>
      <p:grpSp>
        <p:nvGrpSpPr>
          <p:cNvPr id="8" name="Group 8">
            <a:extLst>
              <a:ext uri="{FF2B5EF4-FFF2-40B4-BE49-F238E27FC236}">
                <a16:creationId xmlns:a16="http://schemas.microsoft.com/office/drawing/2014/main" id="{CF2D4E31-CDFE-C5B7-1B89-EF273564434F}"/>
              </a:ext>
            </a:extLst>
          </p:cNvPr>
          <p:cNvGrpSpPr>
            <a:grpSpLocks/>
          </p:cNvGrpSpPr>
          <p:nvPr/>
        </p:nvGrpSpPr>
        <p:grpSpPr bwMode="auto">
          <a:xfrm>
            <a:off x="8162458" y="3860994"/>
            <a:ext cx="2382838" cy="1730375"/>
            <a:chOff x="3177" y="2188"/>
            <a:chExt cx="2306" cy="1757"/>
          </a:xfrm>
        </p:grpSpPr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EB9224E0-4C35-D612-A374-B29F2CB6EDA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80" y="3057"/>
              <a:ext cx="2296" cy="870"/>
              <a:chOff x="3180" y="3226"/>
              <a:chExt cx="2296" cy="870"/>
            </a:xfrm>
          </p:grpSpPr>
          <p:sp>
            <p:nvSpPr>
              <p:cNvPr id="45" name="Freeform 10">
                <a:extLst>
                  <a:ext uri="{FF2B5EF4-FFF2-40B4-BE49-F238E27FC236}">
                    <a16:creationId xmlns:a16="http://schemas.microsoft.com/office/drawing/2014/main" id="{9BF82006-CAD8-A3C3-E4DC-B11B1C7D82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30" y="3630"/>
                <a:ext cx="216" cy="185"/>
              </a:xfrm>
              <a:custGeom>
                <a:avLst/>
                <a:gdLst>
                  <a:gd name="T0" fmla="*/ 1951 w 165"/>
                  <a:gd name="T1" fmla="*/ 0 h 165"/>
                  <a:gd name="T2" fmla="*/ 0 w 165"/>
                  <a:gd name="T3" fmla="*/ 1174 h 165"/>
                  <a:gd name="T4" fmla="*/ 21036 w 165"/>
                  <a:gd name="T5" fmla="*/ 1291 h 165"/>
                  <a:gd name="T6" fmla="*/ 1951 w 165"/>
                  <a:gd name="T7" fmla="*/ 0 h 16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65"/>
                  <a:gd name="T13" fmla="*/ 0 h 165"/>
                  <a:gd name="T14" fmla="*/ 165 w 165"/>
                  <a:gd name="T15" fmla="*/ 165 h 16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65" h="165">
                    <a:moveTo>
                      <a:pt x="15" y="0"/>
                    </a:moveTo>
                    <a:lnTo>
                      <a:pt x="0" y="150"/>
                    </a:lnTo>
                    <a:lnTo>
                      <a:pt x="165" y="165"/>
                    </a:lnTo>
                    <a:lnTo>
                      <a:pt x="15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3399FF"/>
                  </a:gs>
                  <a:gs pos="100000">
                    <a:srgbClr val="184776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46" name="Freeform 11">
                <a:extLst>
                  <a:ext uri="{FF2B5EF4-FFF2-40B4-BE49-F238E27FC236}">
                    <a16:creationId xmlns:a16="http://schemas.microsoft.com/office/drawing/2014/main" id="{73F94D61-6B7C-08DF-9CAD-1E0878F9E3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0" y="3226"/>
                <a:ext cx="2296" cy="870"/>
              </a:xfrm>
              <a:custGeom>
                <a:avLst/>
                <a:gdLst>
                  <a:gd name="T0" fmla="*/ 17 w 2296"/>
                  <a:gd name="T1" fmla="*/ 0 h 870"/>
                  <a:gd name="T2" fmla="*/ 0 w 2296"/>
                  <a:gd name="T3" fmla="*/ 404 h 870"/>
                  <a:gd name="T4" fmla="*/ 165 w 2296"/>
                  <a:gd name="T5" fmla="*/ 570 h 870"/>
                  <a:gd name="T6" fmla="*/ 180 w 2296"/>
                  <a:gd name="T7" fmla="*/ 420 h 870"/>
                  <a:gd name="T8" fmla="*/ 645 w 2296"/>
                  <a:gd name="T9" fmla="*/ 870 h 870"/>
                  <a:gd name="T10" fmla="*/ 2281 w 2296"/>
                  <a:gd name="T11" fmla="*/ 870 h 870"/>
                  <a:gd name="T12" fmla="*/ 2296 w 2296"/>
                  <a:gd name="T13" fmla="*/ 645 h 870"/>
                  <a:gd name="T14" fmla="*/ 1665 w 2296"/>
                  <a:gd name="T15" fmla="*/ 0 h 870"/>
                  <a:gd name="T16" fmla="*/ 17 w 2296"/>
                  <a:gd name="T17" fmla="*/ 0 h 870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2296"/>
                  <a:gd name="T28" fmla="*/ 0 h 870"/>
                  <a:gd name="T29" fmla="*/ 2296 w 2296"/>
                  <a:gd name="T30" fmla="*/ 870 h 870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2296" h="870">
                    <a:moveTo>
                      <a:pt x="17" y="0"/>
                    </a:moveTo>
                    <a:lnTo>
                      <a:pt x="0" y="404"/>
                    </a:lnTo>
                    <a:lnTo>
                      <a:pt x="165" y="570"/>
                    </a:lnTo>
                    <a:lnTo>
                      <a:pt x="180" y="420"/>
                    </a:lnTo>
                    <a:lnTo>
                      <a:pt x="645" y="870"/>
                    </a:lnTo>
                    <a:lnTo>
                      <a:pt x="2281" y="870"/>
                    </a:lnTo>
                    <a:lnTo>
                      <a:pt x="2296" y="645"/>
                    </a:lnTo>
                    <a:lnTo>
                      <a:pt x="1665" y="0"/>
                    </a:lnTo>
                    <a:lnTo>
                      <a:pt x="17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3399FF"/>
                  </a:gs>
                  <a:gs pos="100000">
                    <a:srgbClr val="184776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</p:grpSp>
        <p:grpSp>
          <p:nvGrpSpPr>
            <p:cNvPr id="10" name="Group 12">
              <a:extLst>
                <a:ext uri="{FF2B5EF4-FFF2-40B4-BE49-F238E27FC236}">
                  <a16:creationId xmlns:a16="http://schemas.microsoft.com/office/drawing/2014/main" id="{BB6124BA-BA88-8177-D845-4145FFFC837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77" y="3065"/>
              <a:ext cx="2306" cy="880"/>
              <a:chOff x="3177" y="3065"/>
              <a:chExt cx="2306" cy="880"/>
            </a:xfrm>
          </p:grpSpPr>
          <p:grpSp>
            <p:nvGrpSpPr>
              <p:cNvPr id="30" name="Group 13">
                <a:extLst>
                  <a:ext uri="{FF2B5EF4-FFF2-40B4-BE49-F238E27FC236}">
                    <a16:creationId xmlns:a16="http://schemas.microsoft.com/office/drawing/2014/main" id="{887C9049-2E79-3A64-79A6-2CD2D14B108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819" y="3703"/>
                <a:ext cx="1653" cy="223"/>
                <a:chOff x="2016" y="3312"/>
                <a:chExt cx="2496" cy="336"/>
              </a:xfrm>
            </p:grpSpPr>
            <p:sp>
              <p:nvSpPr>
                <p:cNvPr id="43" name="Line 14">
                  <a:extLst>
                    <a:ext uri="{FF2B5EF4-FFF2-40B4-BE49-F238E27FC236}">
                      <a16:creationId xmlns:a16="http://schemas.microsoft.com/office/drawing/2014/main" id="{D207C592-A5B8-88CC-6BCB-93EA724D454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16" y="3312"/>
                  <a:ext cx="2496" cy="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44" name="Line 15">
                  <a:extLst>
                    <a:ext uri="{FF2B5EF4-FFF2-40B4-BE49-F238E27FC236}">
                      <a16:creationId xmlns:a16="http://schemas.microsoft.com/office/drawing/2014/main" id="{D45430E4-693F-45D1-4E65-1DCAD1ECDFB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16" y="3312"/>
                  <a:ext cx="0" cy="336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</p:grpSp>
          <p:grpSp>
            <p:nvGrpSpPr>
              <p:cNvPr id="31" name="Group 16">
                <a:extLst>
                  <a:ext uri="{FF2B5EF4-FFF2-40B4-BE49-F238E27FC236}">
                    <a16:creationId xmlns:a16="http://schemas.microsoft.com/office/drawing/2014/main" id="{93D5EFAB-6384-402A-9C17-C7CEC60A682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77" y="3065"/>
                <a:ext cx="2306" cy="880"/>
                <a:chOff x="3177" y="3065"/>
                <a:chExt cx="2306" cy="880"/>
              </a:xfrm>
            </p:grpSpPr>
            <p:sp>
              <p:nvSpPr>
                <p:cNvPr id="33" name="Line 17">
                  <a:extLst>
                    <a:ext uri="{FF2B5EF4-FFF2-40B4-BE49-F238E27FC236}">
                      <a16:creationId xmlns:a16="http://schemas.microsoft.com/office/drawing/2014/main" id="{A173676E-6803-E75E-CABD-471EB0879EF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83" y="3065"/>
                  <a:ext cx="1653" cy="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34" name="Line 18">
                  <a:extLst>
                    <a:ext uri="{FF2B5EF4-FFF2-40B4-BE49-F238E27FC236}">
                      <a16:creationId xmlns:a16="http://schemas.microsoft.com/office/drawing/2014/main" id="{3D8CE8CC-660F-1D72-D114-052C985834E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36" y="3065"/>
                  <a:ext cx="636" cy="638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35" name="Freeform 19">
                  <a:extLst>
                    <a:ext uri="{FF2B5EF4-FFF2-40B4-BE49-F238E27FC236}">
                      <a16:creationId xmlns:a16="http://schemas.microsoft.com/office/drawing/2014/main" id="{BB5B3806-5877-5B73-270F-1544F828116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85" y="3068"/>
                  <a:ext cx="633" cy="632"/>
                </a:xfrm>
                <a:custGeom>
                  <a:avLst/>
                  <a:gdLst>
                    <a:gd name="T0" fmla="*/ 0 w 633"/>
                    <a:gd name="T1" fmla="*/ 0 h 632"/>
                    <a:gd name="T2" fmla="*/ 633 w 633"/>
                    <a:gd name="T3" fmla="*/ 632 h 632"/>
                    <a:gd name="T4" fmla="*/ 0 60000 65536"/>
                    <a:gd name="T5" fmla="*/ 0 60000 65536"/>
                    <a:gd name="T6" fmla="*/ 0 w 633"/>
                    <a:gd name="T7" fmla="*/ 0 h 632"/>
                    <a:gd name="T8" fmla="*/ 633 w 633"/>
                    <a:gd name="T9" fmla="*/ 632 h 632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633" h="632">
                      <a:moveTo>
                        <a:pt x="0" y="0"/>
                      </a:moveTo>
                      <a:lnTo>
                        <a:pt x="633" y="632"/>
                      </a:lnTo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36" name="Freeform 20">
                  <a:extLst>
                    <a:ext uri="{FF2B5EF4-FFF2-40B4-BE49-F238E27FC236}">
                      <a16:creationId xmlns:a16="http://schemas.microsoft.com/office/drawing/2014/main" id="{0ABC7BDE-5739-D072-2C64-0349FBD6652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472" y="3703"/>
                  <a:ext cx="3" cy="242"/>
                </a:xfrm>
                <a:custGeom>
                  <a:avLst/>
                  <a:gdLst>
                    <a:gd name="T0" fmla="*/ 0 w 3"/>
                    <a:gd name="T1" fmla="*/ 0 h 242"/>
                    <a:gd name="T2" fmla="*/ 3 w 3"/>
                    <a:gd name="T3" fmla="*/ 242 h 242"/>
                    <a:gd name="T4" fmla="*/ 0 60000 65536"/>
                    <a:gd name="T5" fmla="*/ 0 60000 65536"/>
                    <a:gd name="T6" fmla="*/ 0 w 3"/>
                    <a:gd name="T7" fmla="*/ 0 h 242"/>
                    <a:gd name="T8" fmla="*/ 3 w 3"/>
                    <a:gd name="T9" fmla="*/ 242 h 242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3" h="242">
                      <a:moveTo>
                        <a:pt x="0" y="0"/>
                      </a:moveTo>
                      <a:lnTo>
                        <a:pt x="3" y="242"/>
                      </a:lnTo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38" name="Freeform 21">
                  <a:extLst>
                    <a:ext uri="{FF2B5EF4-FFF2-40B4-BE49-F238E27FC236}">
                      <a16:creationId xmlns:a16="http://schemas.microsoft.com/office/drawing/2014/main" id="{6A560D47-C916-933C-3AE3-108D01D3009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19" y="3919"/>
                  <a:ext cx="1664" cy="7"/>
                </a:xfrm>
                <a:custGeom>
                  <a:avLst/>
                  <a:gdLst>
                    <a:gd name="T0" fmla="*/ 0 w 1664"/>
                    <a:gd name="T1" fmla="*/ 7 h 7"/>
                    <a:gd name="T2" fmla="*/ 1664 w 1664"/>
                    <a:gd name="T3" fmla="*/ 0 h 7"/>
                    <a:gd name="T4" fmla="*/ 0 60000 65536"/>
                    <a:gd name="T5" fmla="*/ 0 60000 65536"/>
                    <a:gd name="T6" fmla="*/ 0 w 1664"/>
                    <a:gd name="T7" fmla="*/ 0 h 7"/>
                    <a:gd name="T8" fmla="*/ 1664 w 1664"/>
                    <a:gd name="T9" fmla="*/ 7 h 7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1664" h="7">
                      <a:moveTo>
                        <a:pt x="0" y="7"/>
                      </a:moveTo>
                      <a:lnTo>
                        <a:pt x="1664" y="0"/>
                      </a:lnTo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39" name="Freeform 22">
                  <a:extLst>
                    <a:ext uri="{FF2B5EF4-FFF2-40B4-BE49-F238E27FC236}">
                      <a16:creationId xmlns:a16="http://schemas.microsoft.com/office/drawing/2014/main" id="{AA76A2BC-04E7-4680-3179-FD96BA4004A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85" y="3068"/>
                  <a:ext cx="1" cy="429"/>
                </a:xfrm>
                <a:custGeom>
                  <a:avLst/>
                  <a:gdLst>
                    <a:gd name="T0" fmla="*/ 0 w 1"/>
                    <a:gd name="T1" fmla="*/ 0 h 429"/>
                    <a:gd name="T2" fmla="*/ 0 w 1"/>
                    <a:gd name="T3" fmla="*/ 429 h 429"/>
                    <a:gd name="T4" fmla="*/ 0 60000 65536"/>
                    <a:gd name="T5" fmla="*/ 0 60000 65536"/>
                    <a:gd name="T6" fmla="*/ 0 w 1"/>
                    <a:gd name="T7" fmla="*/ 0 h 429"/>
                    <a:gd name="T8" fmla="*/ 1 w 1"/>
                    <a:gd name="T9" fmla="*/ 429 h 429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1" h="429">
                      <a:moveTo>
                        <a:pt x="0" y="0"/>
                      </a:moveTo>
                      <a:lnTo>
                        <a:pt x="0" y="429"/>
                      </a:lnTo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40" name="Freeform 23">
                  <a:extLst>
                    <a:ext uri="{FF2B5EF4-FFF2-40B4-BE49-F238E27FC236}">
                      <a16:creationId xmlns:a16="http://schemas.microsoft.com/office/drawing/2014/main" id="{DF8E9186-5670-1D58-8FE1-6E7800C47D3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77" y="3474"/>
                  <a:ext cx="170" cy="172"/>
                </a:xfrm>
                <a:custGeom>
                  <a:avLst/>
                  <a:gdLst>
                    <a:gd name="T0" fmla="*/ 0 w 170"/>
                    <a:gd name="T1" fmla="*/ 0 h 172"/>
                    <a:gd name="T2" fmla="*/ 170 w 170"/>
                    <a:gd name="T3" fmla="*/ 172 h 172"/>
                    <a:gd name="T4" fmla="*/ 0 60000 65536"/>
                    <a:gd name="T5" fmla="*/ 0 60000 65536"/>
                    <a:gd name="T6" fmla="*/ 0 w 170"/>
                    <a:gd name="T7" fmla="*/ 0 h 172"/>
                    <a:gd name="T8" fmla="*/ 170 w 170"/>
                    <a:gd name="T9" fmla="*/ 172 h 172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170" h="172">
                      <a:moveTo>
                        <a:pt x="0" y="0"/>
                      </a:moveTo>
                      <a:lnTo>
                        <a:pt x="170" y="172"/>
                      </a:lnTo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41" name="Freeform 24">
                  <a:extLst>
                    <a:ext uri="{FF2B5EF4-FFF2-40B4-BE49-F238E27FC236}">
                      <a16:creationId xmlns:a16="http://schemas.microsoft.com/office/drawing/2014/main" id="{E588CE03-9464-605F-5D10-1A93410BEFA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343" y="3448"/>
                  <a:ext cx="482" cy="478"/>
                </a:xfrm>
                <a:custGeom>
                  <a:avLst/>
                  <a:gdLst>
                    <a:gd name="T0" fmla="*/ 482 w 482"/>
                    <a:gd name="T1" fmla="*/ 478 h 478"/>
                    <a:gd name="T2" fmla="*/ 0 w 482"/>
                    <a:gd name="T3" fmla="*/ 0 h 478"/>
                    <a:gd name="T4" fmla="*/ 0 60000 65536"/>
                    <a:gd name="T5" fmla="*/ 0 60000 65536"/>
                    <a:gd name="T6" fmla="*/ 0 w 482"/>
                    <a:gd name="T7" fmla="*/ 0 h 478"/>
                    <a:gd name="T8" fmla="*/ 482 w 482"/>
                    <a:gd name="T9" fmla="*/ 478 h 478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482" h="478">
                      <a:moveTo>
                        <a:pt x="482" y="478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42" name="Line 25">
                  <a:extLst>
                    <a:ext uri="{FF2B5EF4-FFF2-40B4-BE49-F238E27FC236}">
                      <a16:creationId xmlns:a16="http://schemas.microsoft.com/office/drawing/2014/main" id="{E5CE8768-14E3-298F-6A5D-76A2DAA7C0E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42" y="3448"/>
                  <a:ext cx="0" cy="191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</p:grpSp>
          <p:sp>
            <p:nvSpPr>
              <p:cNvPr id="32" name="Line 26">
                <a:extLst>
                  <a:ext uri="{FF2B5EF4-FFF2-40B4-BE49-F238E27FC236}">
                    <a16:creationId xmlns:a16="http://schemas.microsoft.com/office/drawing/2014/main" id="{2CF247E2-7936-6B17-CBBD-920B7E7914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42" y="3639"/>
                <a:ext cx="191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</p:grpSp>
        <p:sp>
          <p:nvSpPr>
            <p:cNvPr id="11" name="Freeform 27">
              <a:extLst>
                <a:ext uri="{FF2B5EF4-FFF2-40B4-BE49-F238E27FC236}">
                  <a16:creationId xmlns:a16="http://schemas.microsoft.com/office/drawing/2014/main" id="{DFB0BFD9-D37F-EFA8-76CC-AF89220D406D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1" y="2222"/>
              <a:ext cx="1201" cy="1275"/>
            </a:xfrm>
            <a:custGeom>
              <a:avLst/>
              <a:gdLst>
                <a:gd name="T0" fmla="*/ 0 w 1291"/>
                <a:gd name="T1" fmla="*/ 379 h 1335"/>
                <a:gd name="T2" fmla="*/ 123 w 1291"/>
                <a:gd name="T3" fmla="*/ 583 h 1335"/>
                <a:gd name="T4" fmla="*/ 352 w 1291"/>
                <a:gd name="T5" fmla="*/ 578 h 1335"/>
                <a:gd name="T6" fmla="*/ 352 w 1291"/>
                <a:gd name="T7" fmla="*/ 346 h 1335"/>
                <a:gd name="T8" fmla="*/ 342 w 1291"/>
                <a:gd name="T9" fmla="*/ 287 h 1335"/>
                <a:gd name="T10" fmla="*/ 327 w 1291"/>
                <a:gd name="T11" fmla="*/ 250 h 1335"/>
                <a:gd name="T12" fmla="*/ 306 w 1291"/>
                <a:gd name="T13" fmla="*/ 223 h 1335"/>
                <a:gd name="T14" fmla="*/ 177 w 1291"/>
                <a:gd name="T15" fmla="*/ 27 h 1335"/>
                <a:gd name="T16" fmla="*/ 139 w 1291"/>
                <a:gd name="T17" fmla="*/ 11 h 1335"/>
                <a:gd name="T18" fmla="*/ 93 w 1291"/>
                <a:gd name="T19" fmla="*/ 0 h 1335"/>
                <a:gd name="T20" fmla="*/ 45 w 1291"/>
                <a:gd name="T21" fmla="*/ 27 h 1335"/>
                <a:gd name="T22" fmla="*/ 17 w 1291"/>
                <a:gd name="T23" fmla="*/ 73 h 1335"/>
                <a:gd name="T24" fmla="*/ 0 w 1291"/>
                <a:gd name="T25" fmla="*/ 138 h 1335"/>
                <a:gd name="T26" fmla="*/ 0 w 1291"/>
                <a:gd name="T27" fmla="*/ 379 h 1335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1291"/>
                <a:gd name="T43" fmla="*/ 0 h 1335"/>
                <a:gd name="T44" fmla="*/ 1291 w 1291"/>
                <a:gd name="T45" fmla="*/ 1335 h 1335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1291" h="1335">
                  <a:moveTo>
                    <a:pt x="0" y="870"/>
                  </a:moveTo>
                  <a:lnTo>
                    <a:pt x="450" y="1335"/>
                  </a:lnTo>
                  <a:lnTo>
                    <a:pt x="1291" y="1320"/>
                  </a:lnTo>
                  <a:lnTo>
                    <a:pt x="1291" y="795"/>
                  </a:lnTo>
                  <a:lnTo>
                    <a:pt x="1261" y="660"/>
                  </a:lnTo>
                  <a:lnTo>
                    <a:pt x="1201" y="570"/>
                  </a:lnTo>
                  <a:lnTo>
                    <a:pt x="1126" y="510"/>
                  </a:lnTo>
                  <a:lnTo>
                    <a:pt x="646" y="60"/>
                  </a:lnTo>
                  <a:lnTo>
                    <a:pt x="510" y="15"/>
                  </a:lnTo>
                  <a:lnTo>
                    <a:pt x="345" y="0"/>
                  </a:lnTo>
                  <a:lnTo>
                    <a:pt x="165" y="60"/>
                  </a:lnTo>
                  <a:lnTo>
                    <a:pt x="60" y="165"/>
                  </a:lnTo>
                  <a:lnTo>
                    <a:pt x="0" y="315"/>
                  </a:lnTo>
                  <a:lnTo>
                    <a:pt x="0" y="870"/>
                  </a:lnTo>
                  <a:close/>
                </a:path>
              </a:pathLst>
            </a:custGeom>
            <a:solidFill>
              <a:srgbClr val="9696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12" name="Oval 28">
              <a:extLst>
                <a:ext uri="{FF2B5EF4-FFF2-40B4-BE49-F238E27FC236}">
                  <a16:creationId xmlns:a16="http://schemas.microsoft.com/office/drawing/2014/main" id="{57B162A6-86A2-95DD-59EB-5379E7ACF4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8" y="2657"/>
              <a:ext cx="776" cy="720"/>
            </a:xfrm>
            <a:prstGeom prst="ellipse">
              <a:avLst/>
            </a:prstGeom>
            <a:solidFill>
              <a:srgbClr val="969696"/>
            </a:solidFill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13" name="Rectangle 29">
              <a:extLst>
                <a:ext uri="{FF2B5EF4-FFF2-40B4-BE49-F238E27FC236}">
                  <a16:creationId xmlns:a16="http://schemas.microsoft.com/office/drawing/2014/main" id="{9F9B0CBB-7F9D-F6DE-4DB1-70C60182A5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8" y="3016"/>
              <a:ext cx="776" cy="480"/>
            </a:xfrm>
            <a:prstGeom prst="rect">
              <a:avLst/>
            </a:prstGeom>
            <a:solidFill>
              <a:srgbClr val="969696"/>
            </a:solidFill>
            <a:ln w="381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14" name="Freeform 30">
              <a:extLst>
                <a:ext uri="{FF2B5EF4-FFF2-40B4-BE49-F238E27FC236}">
                  <a16:creationId xmlns:a16="http://schemas.microsoft.com/office/drawing/2014/main" id="{E47D6893-0FB8-43E2-0191-12A47408D3A5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1" y="3016"/>
              <a:ext cx="757" cy="1"/>
            </a:xfrm>
            <a:custGeom>
              <a:avLst/>
              <a:gdLst>
                <a:gd name="T0" fmla="*/ 0 w 757"/>
                <a:gd name="T1" fmla="*/ 0 h 1"/>
                <a:gd name="T2" fmla="*/ 757 w 757"/>
                <a:gd name="T3" fmla="*/ 1 h 1"/>
                <a:gd name="T4" fmla="*/ 0 60000 65536"/>
                <a:gd name="T5" fmla="*/ 0 60000 65536"/>
                <a:gd name="T6" fmla="*/ 0 w 757"/>
                <a:gd name="T7" fmla="*/ 0 h 1"/>
                <a:gd name="T8" fmla="*/ 757 w 757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757" h="1">
                  <a:moveTo>
                    <a:pt x="0" y="0"/>
                  </a:moveTo>
                  <a:lnTo>
                    <a:pt x="757" y="1"/>
                  </a:lnTo>
                </a:path>
              </a:pathLst>
            </a:custGeom>
            <a:solidFill>
              <a:srgbClr val="969696"/>
            </a:solidFill>
            <a:ln w="76200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15" name="Freeform 31">
              <a:extLst>
                <a:ext uri="{FF2B5EF4-FFF2-40B4-BE49-F238E27FC236}">
                  <a16:creationId xmlns:a16="http://schemas.microsoft.com/office/drawing/2014/main" id="{99D0E212-B45A-B2A6-14BD-C26881C50487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1" y="3059"/>
              <a:ext cx="427" cy="437"/>
            </a:xfrm>
            <a:custGeom>
              <a:avLst/>
              <a:gdLst>
                <a:gd name="T0" fmla="*/ 12 w 527"/>
                <a:gd name="T1" fmla="*/ 19 h 525"/>
                <a:gd name="T2" fmla="*/ 0 w 527"/>
                <a:gd name="T3" fmla="*/ 0 h 525"/>
                <a:gd name="T4" fmla="*/ 0 60000 65536"/>
                <a:gd name="T5" fmla="*/ 0 60000 65536"/>
                <a:gd name="T6" fmla="*/ 0 w 527"/>
                <a:gd name="T7" fmla="*/ 0 h 525"/>
                <a:gd name="T8" fmla="*/ 527 w 527"/>
                <a:gd name="T9" fmla="*/ 525 h 52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27" h="525">
                  <a:moveTo>
                    <a:pt x="527" y="525"/>
                  </a:moveTo>
                  <a:lnTo>
                    <a:pt x="0" y="0"/>
                  </a:lnTo>
                </a:path>
              </a:pathLst>
            </a:custGeom>
            <a:solidFill>
              <a:srgbClr val="969696"/>
            </a:solidFill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17" name="Freeform 32">
              <a:extLst>
                <a:ext uri="{FF2B5EF4-FFF2-40B4-BE49-F238E27FC236}">
                  <a16:creationId xmlns:a16="http://schemas.microsoft.com/office/drawing/2014/main" id="{8EC30C48-3B92-F019-9EB7-4E4B4F7E28D6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6" y="2349"/>
              <a:ext cx="398" cy="399"/>
            </a:xfrm>
            <a:custGeom>
              <a:avLst/>
              <a:gdLst>
                <a:gd name="T0" fmla="*/ 398 w 398"/>
                <a:gd name="T1" fmla="*/ 399 h 399"/>
                <a:gd name="T2" fmla="*/ 0 w 398"/>
                <a:gd name="T3" fmla="*/ 0 h 399"/>
                <a:gd name="T4" fmla="*/ 0 60000 65536"/>
                <a:gd name="T5" fmla="*/ 0 60000 65536"/>
                <a:gd name="T6" fmla="*/ 0 w 398"/>
                <a:gd name="T7" fmla="*/ 0 h 399"/>
                <a:gd name="T8" fmla="*/ 398 w 398"/>
                <a:gd name="T9" fmla="*/ 399 h 39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98" h="399">
                  <a:moveTo>
                    <a:pt x="398" y="399"/>
                  </a:moveTo>
                  <a:lnTo>
                    <a:pt x="0" y="0"/>
                  </a:lnTo>
                </a:path>
              </a:pathLst>
            </a:custGeom>
            <a:solidFill>
              <a:srgbClr val="969696"/>
            </a:solidFill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18" name="Freeform 33">
              <a:extLst>
                <a:ext uri="{FF2B5EF4-FFF2-40B4-BE49-F238E27FC236}">
                  <a16:creationId xmlns:a16="http://schemas.microsoft.com/office/drawing/2014/main" id="{B4B04D9E-E49D-A464-2A0A-EE75CBA30289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1" y="2530"/>
              <a:ext cx="1" cy="541"/>
            </a:xfrm>
            <a:custGeom>
              <a:avLst/>
              <a:gdLst>
                <a:gd name="T0" fmla="*/ 0 w 1"/>
                <a:gd name="T1" fmla="*/ 24 h 650"/>
                <a:gd name="T2" fmla="*/ 0 w 1"/>
                <a:gd name="T3" fmla="*/ 0 h 650"/>
                <a:gd name="T4" fmla="*/ 0 60000 65536"/>
                <a:gd name="T5" fmla="*/ 0 60000 65536"/>
                <a:gd name="T6" fmla="*/ 0 w 1"/>
                <a:gd name="T7" fmla="*/ 0 h 650"/>
                <a:gd name="T8" fmla="*/ 1 w 1"/>
                <a:gd name="T9" fmla="*/ 650 h 65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650">
                  <a:moveTo>
                    <a:pt x="0" y="650"/>
                  </a:moveTo>
                  <a:lnTo>
                    <a:pt x="0" y="0"/>
                  </a:lnTo>
                </a:path>
              </a:pathLst>
            </a:custGeom>
            <a:solidFill>
              <a:srgbClr val="969696"/>
            </a:solidFill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19" name="Freeform 34">
              <a:extLst>
                <a:ext uri="{FF2B5EF4-FFF2-40B4-BE49-F238E27FC236}">
                  <a16:creationId xmlns:a16="http://schemas.microsoft.com/office/drawing/2014/main" id="{51D6F94E-1740-EB01-A649-6EA5054FCC28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1" y="2188"/>
              <a:ext cx="688" cy="363"/>
            </a:xfrm>
            <a:custGeom>
              <a:avLst/>
              <a:gdLst>
                <a:gd name="T0" fmla="*/ 0 w 688"/>
                <a:gd name="T1" fmla="*/ 363 h 363"/>
                <a:gd name="T2" fmla="*/ 4 w 688"/>
                <a:gd name="T3" fmla="*/ 292 h 363"/>
                <a:gd name="T4" fmla="*/ 26 w 688"/>
                <a:gd name="T5" fmla="*/ 219 h 363"/>
                <a:gd name="T6" fmla="*/ 65 w 688"/>
                <a:gd name="T7" fmla="*/ 161 h 363"/>
                <a:gd name="T8" fmla="*/ 128 w 688"/>
                <a:gd name="T9" fmla="*/ 89 h 363"/>
                <a:gd name="T10" fmla="*/ 215 w 688"/>
                <a:gd name="T11" fmla="*/ 38 h 363"/>
                <a:gd name="T12" fmla="*/ 280 w 688"/>
                <a:gd name="T13" fmla="*/ 16 h 363"/>
                <a:gd name="T14" fmla="*/ 382 w 688"/>
                <a:gd name="T15" fmla="*/ 1 h 363"/>
                <a:gd name="T16" fmla="*/ 491 w 688"/>
                <a:gd name="T17" fmla="*/ 23 h 363"/>
                <a:gd name="T18" fmla="*/ 564 w 688"/>
                <a:gd name="T19" fmla="*/ 67 h 363"/>
                <a:gd name="T20" fmla="*/ 637 w 688"/>
                <a:gd name="T21" fmla="*/ 123 h 363"/>
                <a:gd name="T22" fmla="*/ 688 w 688"/>
                <a:gd name="T23" fmla="*/ 174 h 363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688"/>
                <a:gd name="T37" fmla="*/ 0 h 363"/>
                <a:gd name="T38" fmla="*/ 688 w 688"/>
                <a:gd name="T39" fmla="*/ 363 h 363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688" h="363">
                  <a:moveTo>
                    <a:pt x="0" y="363"/>
                  </a:moveTo>
                  <a:cubicBezTo>
                    <a:pt x="1" y="351"/>
                    <a:pt x="0" y="316"/>
                    <a:pt x="4" y="292"/>
                  </a:cubicBezTo>
                  <a:cubicBezTo>
                    <a:pt x="8" y="268"/>
                    <a:pt x="16" y="241"/>
                    <a:pt x="26" y="219"/>
                  </a:cubicBezTo>
                  <a:cubicBezTo>
                    <a:pt x="36" y="197"/>
                    <a:pt x="48" y="183"/>
                    <a:pt x="65" y="161"/>
                  </a:cubicBezTo>
                  <a:cubicBezTo>
                    <a:pt x="82" y="139"/>
                    <a:pt x="103" y="110"/>
                    <a:pt x="128" y="89"/>
                  </a:cubicBezTo>
                  <a:cubicBezTo>
                    <a:pt x="153" y="68"/>
                    <a:pt x="190" y="50"/>
                    <a:pt x="215" y="38"/>
                  </a:cubicBezTo>
                  <a:cubicBezTo>
                    <a:pt x="240" y="26"/>
                    <a:pt x="252" y="22"/>
                    <a:pt x="280" y="16"/>
                  </a:cubicBezTo>
                  <a:cubicBezTo>
                    <a:pt x="308" y="10"/>
                    <a:pt x="347" y="0"/>
                    <a:pt x="382" y="1"/>
                  </a:cubicBezTo>
                  <a:cubicBezTo>
                    <a:pt x="417" y="2"/>
                    <a:pt x="461" y="12"/>
                    <a:pt x="491" y="23"/>
                  </a:cubicBezTo>
                  <a:cubicBezTo>
                    <a:pt x="521" y="34"/>
                    <a:pt x="540" y="50"/>
                    <a:pt x="564" y="67"/>
                  </a:cubicBezTo>
                  <a:cubicBezTo>
                    <a:pt x="588" y="84"/>
                    <a:pt x="616" y="105"/>
                    <a:pt x="637" y="123"/>
                  </a:cubicBezTo>
                  <a:cubicBezTo>
                    <a:pt x="658" y="141"/>
                    <a:pt x="678" y="164"/>
                    <a:pt x="688" y="174"/>
                  </a:cubicBezTo>
                </a:path>
              </a:pathLst>
            </a:custGeom>
            <a:solidFill>
              <a:srgbClr val="969696"/>
            </a:solidFill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20" name="Oval 35">
              <a:extLst>
                <a:ext uri="{FF2B5EF4-FFF2-40B4-BE49-F238E27FC236}">
                  <a16:creationId xmlns:a16="http://schemas.microsoft.com/office/drawing/2014/main" id="{13DD3ECB-38D8-5F32-6F37-5EA06DC5FB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6" y="2817"/>
              <a:ext cx="388" cy="360"/>
            </a:xfrm>
            <a:prstGeom prst="ellipse">
              <a:avLst/>
            </a:prstGeom>
            <a:gradFill rotWithShape="0">
              <a:gsLst>
                <a:gs pos="0">
                  <a:srgbClr val="454545"/>
                </a:gs>
                <a:gs pos="50000">
                  <a:srgbClr val="969696"/>
                </a:gs>
                <a:gs pos="100000">
                  <a:srgbClr val="454545"/>
                </a:gs>
              </a:gsLst>
              <a:lin ang="18900000" scaled="1"/>
            </a:gradFill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21" name="Freeform 36">
              <a:extLst>
                <a:ext uri="{FF2B5EF4-FFF2-40B4-BE49-F238E27FC236}">
                  <a16:creationId xmlns:a16="http://schemas.microsoft.com/office/drawing/2014/main" id="{D3555E41-A4AE-1215-BD4A-055CD6F293DB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9" y="2677"/>
              <a:ext cx="1084" cy="580"/>
            </a:xfrm>
            <a:custGeom>
              <a:avLst/>
              <a:gdLst>
                <a:gd name="T0" fmla="*/ 0 w 1084"/>
                <a:gd name="T1" fmla="*/ 163 h 580"/>
                <a:gd name="T2" fmla="*/ 9 w 1084"/>
                <a:gd name="T3" fmla="*/ 412 h 580"/>
                <a:gd name="T4" fmla="*/ 181 w 1084"/>
                <a:gd name="T5" fmla="*/ 580 h 580"/>
                <a:gd name="T6" fmla="*/ 1075 w 1084"/>
                <a:gd name="T7" fmla="*/ 575 h 580"/>
                <a:gd name="T8" fmla="*/ 1084 w 1084"/>
                <a:gd name="T9" fmla="*/ 211 h 580"/>
                <a:gd name="T10" fmla="*/ 883 w 1084"/>
                <a:gd name="T11" fmla="*/ 0 h 580"/>
                <a:gd name="T12" fmla="*/ 0 w 1084"/>
                <a:gd name="T13" fmla="*/ 163 h 58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84"/>
                <a:gd name="T22" fmla="*/ 0 h 580"/>
                <a:gd name="T23" fmla="*/ 1084 w 1084"/>
                <a:gd name="T24" fmla="*/ 580 h 58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84" h="580">
                  <a:moveTo>
                    <a:pt x="0" y="163"/>
                  </a:moveTo>
                  <a:lnTo>
                    <a:pt x="9" y="412"/>
                  </a:lnTo>
                  <a:lnTo>
                    <a:pt x="181" y="580"/>
                  </a:lnTo>
                  <a:lnTo>
                    <a:pt x="1075" y="575"/>
                  </a:lnTo>
                  <a:lnTo>
                    <a:pt x="1084" y="211"/>
                  </a:lnTo>
                  <a:lnTo>
                    <a:pt x="883" y="0"/>
                  </a:lnTo>
                  <a:lnTo>
                    <a:pt x="0" y="163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22" name="Freeform 37">
              <a:extLst>
                <a:ext uri="{FF2B5EF4-FFF2-40B4-BE49-F238E27FC236}">
                  <a16:creationId xmlns:a16="http://schemas.microsoft.com/office/drawing/2014/main" id="{1CC83690-B5E8-9EE0-EAB4-58624C3B34B0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8" y="3240"/>
              <a:ext cx="896" cy="6"/>
            </a:xfrm>
            <a:custGeom>
              <a:avLst/>
              <a:gdLst>
                <a:gd name="T0" fmla="*/ 0 w 896"/>
                <a:gd name="T1" fmla="*/ 6 h 6"/>
                <a:gd name="T2" fmla="*/ 896 w 896"/>
                <a:gd name="T3" fmla="*/ 0 h 6"/>
                <a:gd name="T4" fmla="*/ 0 60000 65536"/>
                <a:gd name="T5" fmla="*/ 0 60000 65536"/>
                <a:gd name="T6" fmla="*/ 0 w 896"/>
                <a:gd name="T7" fmla="*/ 0 h 6"/>
                <a:gd name="T8" fmla="*/ 896 w 896"/>
                <a:gd name="T9" fmla="*/ 6 h 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896" h="6">
                  <a:moveTo>
                    <a:pt x="0" y="6"/>
                  </a:moveTo>
                  <a:lnTo>
                    <a:pt x="896" y="0"/>
                  </a:lnTo>
                </a:path>
              </a:pathLst>
            </a:custGeom>
            <a:gradFill rotWithShape="0">
              <a:gsLst>
                <a:gs pos="0">
                  <a:srgbClr val="FF00FF"/>
                </a:gs>
                <a:gs pos="100000">
                  <a:srgbClr val="760076"/>
                </a:gs>
              </a:gsLst>
              <a:lin ang="18900000" scaled="1"/>
            </a:gradFill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23" name="Freeform 38">
              <a:extLst>
                <a:ext uri="{FF2B5EF4-FFF2-40B4-BE49-F238E27FC236}">
                  <a16:creationId xmlns:a16="http://schemas.microsoft.com/office/drawing/2014/main" id="{16170BAA-3EB0-5FC9-15A1-16122ABB7222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4" y="2907"/>
              <a:ext cx="1" cy="355"/>
            </a:xfrm>
            <a:custGeom>
              <a:avLst/>
              <a:gdLst>
                <a:gd name="T0" fmla="*/ 0 w 1"/>
                <a:gd name="T1" fmla="*/ 355 h 355"/>
                <a:gd name="T2" fmla="*/ 0 w 1"/>
                <a:gd name="T3" fmla="*/ 0 h 355"/>
                <a:gd name="T4" fmla="*/ 0 60000 65536"/>
                <a:gd name="T5" fmla="*/ 0 60000 65536"/>
                <a:gd name="T6" fmla="*/ 0 w 1"/>
                <a:gd name="T7" fmla="*/ 0 h 355"/>
                <a:gd name="T8" fmla="*/ 1 w 1"/>
                <a:gd name="T9" fmla="*/ 355 h 35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355">
                  <a:moveTo>
                    <a:pt x="0" y="355"/>
                  </a:moveTo>
                  <a:lnTo>
                    <a:pt x="0" y="0"/>
                  </a:lnTo>
                </a:path>
              </a:pathLst>
            </a:custGeom>
            <a:gradFill rotWithShape="0">
              <a:gsLst>
                <a:gs pos="0">
                  <a:srgbClr val="FF00FF"/>
                </a:gs>
                <a:gs pos="100000">
                  <a:srgbClr val="760076"/>
                </a:gs>
              </a:gsLst>
              <a:lin ang="18900000" scaled="1"/>
            </a:gradFill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24" name="Freeform 39">
              <a:extLst>
                <a:ext uri="{FF2B5EF4-FFF2-40B4-BE49-F238E27FC236}">
                  <a16:creationId xmlns:a16="http://schemas.microsoft.com/office/drawing/2014/main" id="{5E0F752D-1FF8-3E9D-7B09-F3B4BC976C42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5" y="3020"/>
              <a:ext cx="1" cy="230"/>
            </a:xfrm>
            <a:custGeom>
              <a:avLst/>
              <a:gdLst>
                <a:gd name="T0" fmla="*/ 1 w 1"/>
                <a:gd name="T1" fmla="*/ 230 h 230"/>
                <a:gd name="T2" fmla="*/ 0 w 1"/>
                <a:gd name="T3" fmla="*/ 0 h 230"/>
                <a:gd name="T4" fmla="*/ 0 60000 65536"/>
                <a:gd name="T5" fmla="*/ 0 60000 65536"/>
                <a:gd name="T6" fmla="*/ 0 w 1"/>
                <a:gd name="T7" fmla="*/ 0 h 230"/>
                <a:gd name="T8" fmla="*/ 1 w 1"/>
                <a:gd name="T9" fmla="*/ 230 h 23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230">
                  <a:moveTo>
                    <a:pt x="1" y="230"/>
                  </a:moveTo>
                  <a:lnTo>
                    <a:pt x="0" y="0"/>
                  </a:lnTo>
                </a:path>
              </a:pathLst>
            </a:custGeom>
            <a:gradFill rotWithShape="0">
              <a:gsLst>
                <a:gs pos="0">
                  <a:srgbClr val="FF00FF"/>
                </a:gs>
                <a:gs pos="100000">
                  <a:srgbClr val="760076"/>
                </a:gs>
              </a:gsLst>
              <a:lin ang="18900000" scaled="1"/>
            </a:gradFill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25" name="Freeform 40">
              <a:extLst>
                <a:ext uri="{FF2B5EF4-FFF2-40B4-BE49-F238E27FC236}">
                  <a16:creationId xmlns:a16="http://schemas.microsoft.com/office/drawing/2014/main" id="{4F66BDCC-7031-E63A-13F8-0D18AF414D4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1" y="2895"/>
              <a:ext cx="903" cy="134"/>
            </a:xfrm>
            <a:custGeom>
              <a:avLst/>
              <a:gdLst>
                <a:gd name="T0" fmla="*/ 0 w 903"/>
                <a:gd name="T1" fmla="*/ 134 h 134"/>
                <a:gd name="T2" fmla="*/ 903 w 903"/>
                <a:gd name="T3" fmla="*/ 0 h 134"/>
                <a:gd name="T4" fmla="*/ 0 60000 65536"/>
                <a:gd name="T5" fmla="*/ 0 60000 65536"/>
                <a:gd name="T6" fmla="*/ 0 w 903"/>
                <a:gd name="T7" fmla="*/ 0 h 134"/>
                <a:gd name="T8" fmla="*/ 903 w 903"/>
                <a:gd name="T9" fmla="*/ 134 h 13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903" h="134">
                  <a:moveTo>
                    <a:pt x="0" y="134"/>
                  </a:moveTo>
                  <a:lnTo>
                    <a:pt x="903" y="0"/>
                  </a:lnTo>
                </a:path>
              </a:pathLst>
            </a:custGeom>
            <a:gradFill rotWithShape="0">
              <a:gsLst>
                <a:gs pos="0">
                  <a:srgbClr val="FF00FF"/>
                </a:gs>
                <a:gs pos="100000">
                  <a:srgbClr val="760076"/>
                </a:gs>
              </a:gsLst>
              <a:lin ang="18900000" scaled="1"/>
            </a:gradFill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26" name="Freeform 41">
              <a:extLst>
                <a:ext uri="{FF2B5EF4-FFF2-40B4-BE49-F238E27FC236}">
                  <a16:creationId xmlns:a16="http://schemas.microsoft.com/office/drawing/2014/main" id="{579810AA-FF84-0922-B9ED-396258C726F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8" y="2856"/>
              <a:ext cx="173" cy="173"/>
            </a:xfrm>
            <a:custGeom>
              <a:avLst/>
              <a:gdLst>
                <a:gd name="T0" fmla="*/ 173 w 173"/>
                <a:gd name="T1" fmla="*/ 173 h 173"/>
                <a:gd name="T2" fmla="*/ 0 w 173"/>
                <a:gd name="T3" fmla="*/ 0 h 173"/>
                <a:gd name="T4" fmla="*/ 0 60000 65536"/>
                <a:gd name="T5" fmla="*/ 0 60000 65536"/>
                <a:gd name="T6" fmla="*/ 0 w 173"/>
                <a:gd name="T7" fmla="*/ 0 h 173"/>
                <a:gd name="T8" fmla="*/ 173 w 173"/>
                <a:gd name="T9" fmla="*/ 173 h 173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73" h="173">
                  <a:moveTo>
                    <a:pt x="173" y="173"/>
                  </a:moveTo>
                  <a:lnTo>
                    <a:pt x="0" y="0"/>
                  </a:lnTo>
                </a:path>
              </a:pathLst>
            </a:custGeom>
            <a:gradFill rotWithShape="0">
              <a:gsLst>
                <a:gs pos="0">
                  <a:srgbClr val="FF00FF"/>
                </a:gs>
                <a:gs pos="100000">
                  <a:srgbClr val="760076"/>
                </a:gs>
              </a:gsLst>
              <a:lin ang="18900000" scaled="1"/>
            </a:gradFill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27" name="Freeform 42">
              <a:extLst>
                <a:ext uri="{FF2B5EF4-FFF2-40B4-BE49-F238E27FC236}">
                  <a16:creationId xmlns:a16="http://schemas.microsoft.com/office/drawing/2014/main" id="{7573D98F-BC4B-DA59-1A45-5F433739DA6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1" y="2684"/>
              <a:ext cx="183" cy="220"/>
            </a:xfrm>
            <a:custGeom>
              <a:avLst/>
              <a:gdLst>
                <a:gd name="T0" fmla="*/ 183 w 183"/>
                <a:gd name="T1" fmla="*/ 220 h 220"/>
                <a:gd name="T2" fmla="*/ 0 w 183"/>
                <a:gd name="T3" fmla="*/ 0 h 220"/>
                <a:gd name="T4" fmla="*/ 0 60000 65536"/>
                <a:gd name="T5" fmla="*/ 0 60000 65536"/>
                <a:gd name="T6" fmla="*/ 0 w 183"/>
                <a:gd name="T7" fmla="*/ 0 h 220"/>
                <a:gd name="T8" fmla="*/ 183 w 183"/>
                <a:gd name="T9" fmla="*/ 220 h 22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83" h="220">
                  <a:moveTo>
                    <a:pt x="183" y="220"/>
                  </a:moveTo>
                  <a:lnTo>
                    <a:pt x="0" y="0"/>
                  </a:lnTo>
                </a:path>
              </a:pathLst>
            </a:custGeom>
            <a:gradFill rotWithShape="0">
              <a:gsLst>
                <a:gs pos="0">
                  <a:srgbClr val="FF00FF"/>
                </a:gs>
                <a:gs pos="100000">
                  <a:srgbClr val="760076"/>
                </a:gs>
              </a:gsLst>
              <a:lin ang="18900000" scaled="1"/>
            </a:gradFill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28" name="Freeform 43">
              <a:extLst>
                <a:ext uri="{FF2B5EF4-FFF2-40B4-BE49-F238E27FC236}">
                  <a16:creationId xmlns:a16="http://schemas.microsoft.com/office/drawing/2014/main" id="{1E36738C-68D7-783B-FE42-21241FBC6EC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9" y="2684"/>
              <a:ext cx="902" cy="163"/>
            </a:xfrm>
            <a:custGeom>
              <a:avLst/>
              <a:gdLst>
                <a:gd name="T0" fmla="*/ 0 w 902"/>
                <a:gd name="T1" fmla="*/ 163 h 163"/>
                <a:gd name="T2" fmla="*/ 902 w 902"/>
                <a:gd name="T3" fmla="*/ 0 h 163"/>
                <a:gd name="T4" fmla="*/ 0 60000 65536"/>
                <a:gd name="T5" fmla="*/ 0 60000 65536"/>
                <a:gd name="T6" fmla="*/ 0 w 902"/>
                <a:gd name="T7" fmla="*/ 0 h 163"/>
                <a:gd name="T8" fmla="*/ 902 w 902"/>
                <a:gd name="T9" fmla="*/ 163 h 163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902" h="163">
                  <a:moveTo>
                    <a:pt x="0" y="163"/>
                  </a:moveTo>
                  <a:lnTo>
                    <a:pt x="902" y="0"/>
                  </a:lnTo>
                </a:path>
              </a:pathLst>
            </a:custGeom>
            <a:gradFill rotWithShape="0">
              <a:gsLst>
                <a:gs pos="0">
                  <a:srgbClr val="FF00FF"/>
                </a:gs>
                <a:gs pos="100000">
                  <a:srgbClr val="760076"/>
                </a:gs>
              </a:gsLst>
              <a:lin ang="18900000" scaled="1"/>
            </a:gradFill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29" name="Freeform 44">
              <a:extLst>
                <a:ext uri="{FF2B5EF4-FFF2-40B4-BE49-F238E27FC236}">
                  <a16:creationId xmlns:a16="http://schemas.microsoft.com/office/drawing/2014/main" id="{8FE29A67-057A-CD1B-2AA9-148C900D12E2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5" y="2840"/>
              <a:ext cx="3" cy="264"/>
            </a:xfrm>
            <a:custGeom>
              <a:avLst/>
              <a:gdLst>
                <a:gd name="T0" fmla="*/ 0 w 3"/>
                <a:gd name="T1" fmla="*/ 264 h 264"/>
                <a:gd name="T2" fmla="*/ 3 w 3"/>
                <a:gd name="T3" fmla="*/ 0 h 264"/>
                <a:gd name="T4" fmla="*/ 0 60000 65536"/>
                <a:gd name="T5" fmla="*/ 0 60000 65536"/>
                <a:gd name="T6" fmla="*/ 0 w 3"/>
                <a:gd name="T7" fmla="*/ 0 h 264"/>
                <a:gd name="T8" fmla="*/ 3 w 3"/>
                <a:gd name="T9" fmla="*/ 264 h 26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" h="264">
                  <a:moveTo>
                    <a:pt x="0" y="264"/>
                  </a:moveTo>
                  <a:lnTo>
                    <a:pt x="3" y="0"/>
                  </a:lnTo>
                </a:path>
              </a:pathLst>
            </a:custGeom>
            <a:gradFill rotWithShape="0">
              <a:gsLst>
                <a:gs pos="0">
                  <a:srgbClr val="FF00FF"/>
                </a:gs>
                <a:gs pos="100000">
                  <a:srgbClr val="760076"/>
                </a:gs>
              </a:gsLst>
              <a:lin ang="18900000" scaled="1"/>
            </a:gradFill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endParaRPr>
            </a:p>
          </p:txBody>
        </p:sp>
      </p:grpSp>
      <p:sp>
        <p:nvSpPr>
          <p:cNvPr id="47" name="AutoShape 45">
            <a:extLst>
              <a:ext uri="{FF2B5EF4-FFF2-40B4-BE49-F238E27FC236}">
                <a16:creationId xmlns:a16="http://schemas.microsoft.com/office/drawing/2014/main" id="{5F1619B5-E8AD-47BC-5251-550768FC6E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2749" y="5721186"/>
            <a:ext cx="1502256" cy="503299"/>
          </a:xfrm>
          <a:prstGeom prst="rect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非</a:t>
            </a:r>
            <a:r>
              <a:rPr kumimoji="1" lang="zh-CN" altLang="en-US" sz="20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对称</a:t>
            </a:r>
            <a:r>
              <a:rPr kumimoji="1" lang="zh-CN" altLang="en-US" sz="20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叠加</a:t>
            </a:r>
          </a:p>
        </p:txBody>
      </p:sp>
      <p:sp>
        <p:nvSpPr>
          <p:cNvPr id="50" name="AutoShape 48">
            <a:extLst>
              <a:ext uri="{FF2B5EF4-FFF2-40B4-BE49-F238E27FC236}">
                <a16:creationId xmlns:a16="http://schemas.microsoft.com/office/drawing/2014/main" id="{0702A6D9-5087-F412-84AB-9A609FD736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40146" y="3165890"/>
            <a:ext cx="2227462" cy="368013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000" kern="0" dirty="0">
                <a:latin typeface="+mn-ea"/>
                <a:ea typeface="+mn-ea"/>
                <a:sym typeface="Symbol" panose="05050102010706020507" pitchFamily="18" charset="2"/>
              </a:rPr>
              <a:t>非共面</a:t>
            </a:r>
            <a:r>
              <a:rPr kumimoji="1" lang="zh-CN" altLang="en-US" sz="20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叠加</a:t>
            </a:r>
          </a:p>
        </p:txBody>
      </p:sp>
      <p:grpSp>
        <p:nvGrpSpPr>
          <p:cNvPr id="51" name="Group 49">
            <a:extLst>
              <a:ext uri="{FF2B5EF4-FFF2-40B4-BE49-F238E27FC236}">
                <a16:creationId xmlns:a16="http://schemas.microsoft.com/office/drawing/2014/main" id="{E036992A-D489-9B8F-61AD-8BBD276598DF}"/>
              </a:ext>
            </a:extLst>
          </p:cNvPr>
          <p:cNvGrpSpPr>
            <a:grpSpLocks/>
          </p:cNvGrpSpPr>
          <p:nvPr/>
        </p:nvGrpSpPr>
        <p:grpSpPr bwMode="auto">
          <a:xfrm>
            <a:off x="7584609" y="1283670"/>
            <a:ext cx="3538537" cy="1784350"/>
            <a:chOff x="3111" y="2769"/>
            <a:chExt cx="2229" cy="1124"/>
          </a:xfrm>
        </p:grpSpPr>
        <p:grpSp>
          <p:nvGrpSpPr>
            <p:cNvPr id="52" name="Group 50">
              <a:extLst>
                <a:ext uri="{FF2B5EF4-FFF2-40B4-BE49-F238E27FC236}">
                  <a16:creationId xmlns:a16="http://schemas.microsoft.com/office/drawing/2014/main" id="{D37D95EB-1AED-6BE1-7224-3941DB461EE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11" y="2860"/>
              <a:ext cx="1048" cy="1033"/>
              <a:chOff x="3254" y="2692"/>
              <a:chExt cx="1048" cy="1033"/>
            </a:xfrm>
          </p:grpSpPr>
          <p:grpSp>
            <p:nvGrpSpPr>
              <p:cNvPr id="81" name="Group 51">
                <a:extLst>
                  <a:ext uri="{FF2B5EF4-FFF2-40B4-BE49-F238E27FC236}">
                    <a16:creationId xmlns:a16="http://schemas.microsoft.com/office/drawing/2014/main" id="{25E0D72D-64DD-47A5-5F0E-E9BE7A61F31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254" y="3149"/>
                <a:ext cx="1048" cy="576"/>
                <a:chOff x="3254" y="3149"/>
                <a:chExt cx="1048" cy="576"/>
              </a:xfrm>
            </p:grpSpPr>
            <p:sp>
              <p:nvSpPr>
                <p:cNvPr id="96" name="Freeform 52">
                  <a:extLst>
                    <a:ext uri="{FF2B5EF4-FFF2-40B4-BE49-F238E27FC236}">
                      <a16:creationId xmlns:a16="http://schemas.microsoft.com/office/drawing/2014/main" id="{EDF31369-5C94-B0AA-6D94-B3C018C442C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64" y="3158"/>
                  <a:ext cx="1037" cy="567"/>
                </a:xfrm>
                <a:custGeom>
                  <a:avLst/>
                  <a:gdLst>
                    <a:gd name="T0" fmla="*/ 0 w 1037"/>
                    <a:gd name="T1" fmla="*/ 202 h 567"/>
                    <a:gd name="T2" fmla="*/ 0 w 1037"/>
                    <a:gd name="T3" fmla="*/ 413 h 567"/>
                    <a:gd name="T4" fmla="*/ 442 w 1037"/>
                    <a:gd name="T5" fmla="*/ 567 h 567"/>
                    <a:gd name="T6" fmla="*/ 1037 w 1037"/>
                    <a:gd name="T7" fmla="*/ 375 h 567"/>
                    <a:gd name="T8" fmla="*/ 1037 w 1037"/>
                    <a:gd name="T9" fmla="*/ 154 h 567"/>
                    <a:gd name="T10" fmla="*/ 614 w 1037"/>
                    <a:gd name="T11" fmla="*/ 0 h 567"/>
                    <a:gd name="T12" fmla="*/ 0 w 1037"/>
                    <a:gd name="T13" fmla="*/ 202 h 56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37"/>
                    <a:gd name="T22" fmla="*/ 0 h 567"/>
                    <a:gd name="T23" fmla="*/ 1037 w 1037"/>
                    <a:gd name="T24" fmla="*/ 567 h 56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37" h="567">
                      <a:moveTo>
                        <a:pt x="0" y="202"/>
                      </a:moveTo>
                      <a:lnTo>
                        <a:pt x="0" y="413"/>
                      </a:lnTo>
                      <a:lnTo>
                        <a:pt x="442" y="567"/>
                      </a:lnTo>
                      <a:lnTo>
                        <a:pt x="1037" y="375"/>
                      </a:lnTo>
                      <a:lnTo>
                        <a:pt x="1037" y="154"/>
                      </a:lnTo>
                      <a:lnTo>
                        <a:pt x="614" y="0"/>
                      </a:lnTo>
                      <a:lnTo>
                        <a:pt x="0" y="202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05E2F"/>
                    </a:gs>
                    <a:gs pos="100000">
                      <a:srgbClr val="00CC66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grpSp>
              <p:nvGrpSpPr>
                <p:cNvPr id="97" name="Group 53">
                  <a:extLst>
                    <a:ext uri="{FF2B5EF4-FFF2-40B4-BE49-F238E27FC236}">
                      <a16:creationId xmlns:a16="http://schemas.microsoft.com/office/drawing/2014/main" id="{B81B1A03-8140-4FBF-61AA-DDCFC56DD44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254" y="3149"/>
                  <a:ext cx="1048" cy="576"/>
                  <a:chOff x="3254" y="3149"/>
                  <a:chExt cx="1048" cy="576"/>
                </a:xfrm>
              </p:grpSpPr>
              <p:sp>
                <p:nvSpPr>
                  <p:cNvPr id="98" name="Line 54">
                    <a:extLst>
                      <a:ext uri="{FF2B5EF4-FFF2-40B4-BE49-F238E27FC236}">
                        <a16:creationId xmlns:a16="http://schemas.microsoft.com/office/drawing/2014/main" id="{DE869773-C857-C66B-7677-153C08F4E40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254" y="3158"/>
                    <a:ext cx="595" cy="202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+mn-ea"/>
                    </a:endParaRPr>
                  </a:p>
                </p:txBody>
              </p:sp>
              <p:sp>
                <p:nvSpPr>
                  <p:cNvPr id="99" name="Line 55">
                    <a:extLst>
                      <a:ext uri="{FF2B5EF4-FFF2-40B4-BE49-F238E27FC236}">
                        <a16:creationId xmlns:a16="http://schemas.microsoft.com/office/drawing/2014/main" id="{1CA9A2CC-D033-B18A-E2B3-972987E6451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3840" y="3149"/>
                    <a:ext cx="452" cy="163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+mn-ea"/>
                    </a:endParaRPr>
                  </a:p>
                </p:txBody>
              </p:sp>
              <p:grpSp>
                <p:nvGrpSpPr>
                  <p:cNvPr id="100" name="Group 56">
                    <a:extLst>
                      <a:ext uri="{FF2B5EF4-FFF2-40B4-BE49-F238E27FC236}">
                        <a16:creationId xmlns:a16="http://schemas.microsoft.com/office/drawing/2014/main" id="{7FEBDB42-56FC-D256-E580-8CC8F86C1498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254" y="3312"/>
                    <a:ext cx="1048" cy="413"/>
                    <a:chOff x="3254" y="3312"/>
                    <a:chExt cx="1048" cy="413"/>
                  </a:xfrm>
                </p:grpSpPr>
                <p:sp>
                  <p:nvSpPr>
                    <p:cNvPr id="101" name="Line 57">
                      <a:extLst>
                        <a:ext uri="{FF2B5EF4-FFF2-40B4-BE49-F238E27FC236}">
                          <a16:creationId xmlns:a16="http://schemas.microsoft.com/office/drawing/2014/main" id="{4B50E770-DA44-6108-9B69-52644F1C2B84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3706" y="3312"/>
                      <a:ext cx="595" cy="202"/>
                    </a:xfrm>
                    <a:prstGeom prst="line">
                      <a:avLst/>
                    </a:prstGeom>
                    <a:noFill/>
                    <a:ln w="381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zh-CN" altLang="en-US" sz="24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</p:txBody>
                </p:sp>
                <p:sp>
                  <p:nvSpPr>
                    <p:cNvPr id="102" name="Line 58">
                      <a:extLst>
                        <a:ext uri="{FF2B5EF4-FFF2-40B4-BE49-F238E27FC236}">
                          <a16:creationId xmlns:a16="http://schemas.microsoft.com/office/drawing/2014/main" id="{0A0F3C29-1533-7007-A373-315B411F3EFA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H="1" flipV="1">
                      <a:off x="3254" y="3360"/>
                      <a:ext cx="452" cy="163"/>
                    </a:xfrm>
                    <a:prstGeom prst="line">
                      <a:avLst/>
                    </a:prstGeom>
                    <a:noFill/>
                    <a:ln w="381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zh-CN" altLang="en-US" sz="24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</p:txBody>
                </p:sp>
                <p:sp>
                  <p:nvSpPr>
                    <p:cNvPr id="103" name="Line 59">
                      <a:extLst>
                        <a:ext uri="{FF2B5EF4-FFF2-40B4-BE49-F238E27FC236}">
                          <a16:creationId xmlns:a16="http://schemas.microsoft.com/office/drawing/2014/main" id="{3F1AF55F-4C1A-2583-C9DF-EA12D0EEC1FB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264" y="3360"/>
                      <a:ext cx="0" cy="221"/>
                    </a:xfrm>
                    <a:prstGeom prst="line">
                      <a:avLst/>
                    </a:prstGeom>
                    <a:noFill/>
                    <a:ln w="381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zh-CN" altLang="en-US" sz="24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</p:txBody>
                </p:sp>
                <p:sp>
                  <p:nvSpPr>
                    <p:cNvPr id="104" name="Line 60">
                      <a:extLst>
                        <a:ext uri="{FF2B5EF4-FFF2-40B4-BE49-F238E27FC236}">
                          <a16:creationId xmlns:a16="http://schemas.microsoft.com/office/drawing/2014/main" id="{D39453EF-DABA-3A8C-EC09-0DD16644F2D0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264" y="3572"/>
                      <a:ext cx="442" cy="153"/>
                    </a:xfrm>
                    <a:prstGeom prst="line">
                      <a:avLst/>
                    </a:prstGeom>
                    <a:noFill/>
                    <a:ln w="381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zh-CN" altLang="en-US" sz="24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</p:txBody>
                </p:sp>
                <p:sp>
                  <p:nvSpPr>
                    <p:cNvPr id="105" name="Line 61">
                      <a:extLst>
                        <a:ext uri="{FF2B5EF4-FFF2-40B4-BE49-F238E27FC236}">
                          <a16:creationId xmlns:a16="http://schemas.microsoft.com/office/drawing/2014/main" id="{2CB5A2D3-87A7-34A0-D92A-47FFBAF024A4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706" y="3523"/>
                      <a:ext cx="0" cy="202"/>
                    </a:xfrm>
                    <a:prstGeom prst="line">
                      <a:avLst/>
                    </a:prstGeom>
                    <a:noFill/>
                    <a:ln w="381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zh-CN" altLang="en-US" sz="24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</p:txBody>
                </p:sp>
                <p:sp>
                  <p:nvSpPr>
                    <p:cNvPr id="106" name="Freeform 62">
                      <a:extLst>
                        <a:ext uri="{FF2B5EF4-FFF2-40B4-BE49-F238E27FC236}">
                          <a16:creationId xmlns:a16="http://schemas.microsoft.com/office/drawing/2014/main" id="{7D7F112F-FEC3-6826-889B-35FC7401608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4301" y="3312"/>
                      <a:ext cx="1" cy="221"/>
                    </a:xfrm>
                    <a:custGeom>
                      <a:avLst/>
                      <a:gdLst>
                        <a:gd name="T0" fmla="*/ 0 w 1"/>
                        <a:gd name="T1" fmla="*/ 0 h 221"/>
                        <a:gd name="T2" fmla="*/ 0 w 1"/>
                        <a:gd name="T3" fmla="*/ 221 h 221"/>
                        <a:gd name="T4" fmla="*/ 0 60000 65536"/>
                        <a:gd name="T5" fmla="*/ 0 60000 65536"/>
                        <a:gd name="T6" fmla="*/ 0 w 1"/>
                        <a:gd name="T7" fmla="*/ 0 h 221"/>
                        <a:gd name="T8" fmla="*/ 1 w 1"/>
                        <a:gd name="T9" fmla="*/ 221 h 221"/>
                      </a:gdLst>
                      <a:ahLst/>
                      <a:cxnLst>
                        <a:cxn ang="T4">
                          <a:pos x="T0" y="T1"/>
                        </a:cxn>
                        <a:cxn ang="T5">
                          <a:pos x="T2" y="T3"/>
                        </a:cxn>
                      </a:cxnLst>
                      <a:rect l="T6" t="T7" r="T8" b="T9"/>
                      <a:pathLst>
                        <a:path w="1" h="221">
                          <a:moveTo>
                            <a:pt x="0" y="0"/>
                          </a:moveTo>
                          <a:lnTo>
                            <a:pt x="0" y="221"/>
                          </a:lnTo>
                        </a:path>
                      </a:pathLst>
                    </a:custGeom>
                    <a:noFill/>
                    <a:ln w="381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zh-CN" altLang="en-US" sz="24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</p:txBody>
                </p:sp>
                <p:sp>
                  <p:nvSpPr>
                    <p:cNvPr id="107" name="Freeform 63">
                      <a:extLst>
                        <a:ext uri="{FF2B5EF4-FFF2-40B4-BE49-F238E27FC236}">
                          <a16:creationId xmlns:a16="http://schemas.microsoft.com/office/drawing/2014/main" id="{C3F878B9-8E70-D37F-C0E0-12966C19235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3706" y="3523"/>
                      <a:ext cx="595" cy="202"/>
                    </a:xfrm>
                    <a:custGeom>
                      <a:avLst/>
                      <a:gdLst>
                        <a:gd name="T0" fmla="*/ 595 w 595"/>
                        <a:gd name="T1" fmla="*/ 0 h 202"/>
                        <a:gd name="T2" fmla="*/ 0 w 595"/>
                        <a:gd name="T3" fmla="*/ 202 h 202"/>
                        <a:gd name="T4" fmla="*/ 0 60000 65536"/>
                        <a:gd name="T5" fmla="*/ 0 60000 65536"/>
                        <a:gd name="T6" fmla="*/ 0 w 595"/>
                        <a:gd name="T7" fmla="*/ 0 h 202"/>
                        <a:gd name="T8" fmla="*/ 595 w 595"/>
                        <a:gd name="T9" fmla="*/ 202 h 202"/>
                      </a:gdLst>
                      <a:ahLst/>
                      <a:cxnLst>
                        <a:cxn ang="T4">
                          <a:pos x="T0" y="T1"/>
                        </a:cxn>
                        <a:cxn ang="T5">
                          <a:pos x="T2" y="T3"/>
                        </a:cxn>
                      </a:cxnLst>
                      <a:rect l="T6" t="T7" r="T8" b="T9"/>
                      <a:pathLst>
                        <a:path w="595" h="202">
                          <a:moveTo>
                            <a:pt x="595" y="0"/>
                          </a:moveTo>
                          <a:lnTo>
                            <a:pt x="0" y="202"/>
                          </a:lnTo>
                        </a:path>
                      </a:pathLst>
                    </a:custGeom>
                    <a:noFill/>
                    <a:ln w="381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zh-CN" altLang="en-US" sz="24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</p:txBody>
                </p:sp>
              </p:grpSp>
            </p:grpSp>
          </p:grpSp>
          <p:grpSp>
            <p:nvGrpSpPr>
              <p:cNvPr id="82" name="Group 64">
                <a:extLst>
                  <a:ext uri="{FF2B5EF4-FFF2-40B4-BE49-F238E27FC236}">
                    <a16:creationId xmlns:a16="http://schemas.microsoft.com/office/drawing/2014/main" id="{77BACFF0-BC1F-144D-AC01-A99BB026B8C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23" y="2692"/>
                <a:ext cx="544" cy="745"/>
                <a:chOff x="3104" y="2424"/>
                <a:chExt cx="544" cy="745"/>
              </a:xfrm>
            </p:grpSpPr>
            <p:sp>
              <p:nvSpPr>
                <p:cNvPr id="83" name="Freeform 65">
                  <a:extLst>
                    <a:ext uri="{FF2B5EF4-FFF2-40B4-BE49-F238E27FC236}">
                      <a16:creationId xmlns:a16="http://schemas.microsoft.com/office/drawing/2014/main" id="{C1408C0A-0FFD-D195-C5C8-306F7B97DDE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06" y="2424"/>
                  <a:ext cx="542" cy="730"/>
                </a:xfrm>
                <a:custGeom>
                  <a:avLst/>
                  <a:gdLst>
                    <a:gd name="T0" fmla="*/ 0 w 542"/>
                    <a:gd name="T1" fmla="*/ 682 h 730"/>
                    <a:gd name="T2" fmla="*/ 153 w 542"/>
                    <a:gd name="T3" fmla="*/ 730 h 730"/>
                    <a:gd name="T4" fmla="*/ 537 w 542"/>
                    <a:gd name="T5" fmla="*/ 600 h 730"/>
                    <a:gd name="T6" fmla="*/ 542 w 542"/>
                    <a:gd name="T7" fmla="*/ 221 h 730"/>
                    <a:gd name="T8" fmla="*/ 523 w 542"/>
                    <a:gd name="T9" fmla="*/ 149 h 730"/>
                    <a:gd name="T10" fmla="*/ 499 w 542"/>
                    <a:gd name="T11" fmla="*/ 110 h 730"/>
                    <a:gd name="T12" fmla="*/ 465 w 542"/>
                    <a:gd name="T13" fmla="*/ 67 h 730"/>
                    <a:gd name="T14" fmla="*/ 422 w 542"/>
                    <a:gd name="T15" fmla="*/ 62 h 730"/>
                    <a:gd name="T16" fmla="*/ 273 w 542"/>
                    <a:gd name="T17" fmla="*/ 0 h 730"/>
                    <a:gd name="T18" fmla="*/ 230 w 542"/>
                    <a:gd name="T19" fmla="*/ 5 h 730"/>
                    <a:gd name="T20" fmla="*/ 134 w 542"/>
                    <a:gd name="T21" fmla="*/ 43 h 730"/>
                    <a:gd name="T22" fmla="*/ 81 w 542"/>
                    <a:gd name="T23" fmla="*/ 86 h 730"/>
                    <a:gd name="T24" fmla="*/ 33 w 542"/>
                    <a:gd name="T25" fmla="*/ 154 h 730"/>
                    <a:gd name="T26" fmla="*/ 4 w 542"/>
                    <a:gd name="T27" fmla="*/ 230 h 730"/>
                    <a:gd name="T28" fmla="*/ 0 w 542"/>
                    <a:gd name="T29" fmla="*/ 278 h 730"/>
                    <a:gd name="T30" fmla="*/ 0 w 542"/>
                    <a:gd name="T31" fmla="*/ 682 h 730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w 542"/>
                    <a:gd name="T49" fmla="*/ 0 h 730"/>
                    <a:gd name="T50" fmla="*/ 542 w 542"/>
                    <a:gd name="T51" fmla="*/ 730 h 730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T48" t="T49" r="T50" b="T51"/>
                  <a:pathLst>
                    <a:path w="542" h="730">
                      <a:moveTo>
                        <a:pt x="0" y="682"/>
                      </a:moveTo>
                      <a:lnTo>
                        <a:pt x="153" y="730"/>
                      </a:lnTo>
                      <a:lnTo>
                        <a:pt x="537" y="600"/>
                      </a:lnTo>
                      <a:lnTo>
                        <a:pt x="542" y="221"/>
                      </a:lnTo>
                      <a:lnTo>
                        <a:pt x="523" y="149"/>
                      </a:lnTo>
                      <a:lnTo>
                        <a:pt x="499" y="110"/>
                      </a:lnTo>
                      <a:lnTo>
                        <a:pt x="465" y="67"/>
                      </a:lnTo>
                      <a:lnTo>
                        <a:pt x="422" y="62"/>
                      </a:lnTo>
                      <a:lnTo>
                        <a:pt x="273" y="0"/>
                      </a:lnTo>
                      <a:lnTo>
                        <a:pt x="230" y="5"/>
                      </a:lnTo>
                      <a:lnTo>
                        <a:pt x="134" y="43"/>
                      </a:lnTo>
                      <a:lnTo>
                        <a:pt x="81" y="86"/>
                      </a:lnTo>
                      <a:lnTo>
                        <a:pt x="33" y="154"/>
                      </a:lnTo>
                      <a:lnTo>
                        <a:pt x="4" y="230"/>
                      </a:lnTo>
                      <a:lnTo>
                        <a:pt x="0" y="278"/>
                      </a:lnTo>
                      <a:lnTo>
                        <a:pt x="0" y="682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765E47"/>
                    </a:gs>
                    <a:gs pos="100000">
                      <a:srgbClr val="FFCC99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84" name="Line 66">
                  <a:extLst>
                    <a:ext uri="{FF2B5EF4-FFF2-40B4-BE49-F238E27FC236}">
                      <a16:creationId xmlns:a16="http://schemas.microsoft.com/office/drawing/2014/main" id="{EFC004E2-8A3F-DDCD-3A3E-A6A1B989A3C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04" y="3100"/>
                  <a:ext cx="153" cy="51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85" name="Line 67">
                  <a:extLst>
                    <a:ext uri="{FF2B5EF4-FFF2-40B4-BE49-F238E27FC236}">
                      <a16:creationId xmlns:a16="http://schemas.microsoft.com/office/drawing/2014/main" id="{CAE592A8-CC6E-CCA7-B3AA-429DD9273CF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257" y="3023"/>
                  <a:ext cx="384" cy="135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86" name="Line 68">
                  <a:extLst>
                    <a:ext uri="{FF2B5EF4-FFF2-40B4-BE49-F238E27FC236}">
                      <a16:creationId xmlns:a16="http://schemas.microsoft.com/office/drawing/2014/main" id="{E8C58FF3-3B06-D3BE-9DDA-5C230C787B3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3257" y="2786"/>
                  <a:ext cx="1" cy="383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87" name="Line 69">
                  <a:extLst>
                    <a:ext uri="{FF2B5EF4-FFF2-40B4-BE49-F238E27FC236}">
                      <a16:creationId xmlns:a16="http://schemas.microsoft.com/office/drawing/2014/main" id="{CB7D9953-2838-B287-7BDB-61312930C8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41" y="2639"/>
                  <a:ext cx="0" cy="40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88" name="Line 70">
                  <a:extLst>
                    <a:ext uri="{FF2B5EF4-FFF2-40B4-BE49-F238E27FC236}">
                      <a16:creationId xmlns:a16="http://schemas.microsoft.com/office/drawing/2014/main" id="{E7D6AE3A-FBDD-CDEA-4FB0-6BE2DE39683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110" y="2735"/>
                  <a:ext cx="0" cy="371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89" name="Freeform 71">
                  <a:extLst>
                    <a:ext uri="{FF2B5EF4-FFF2-40B4-BE49-F238E27FC236}">
                      <a16:creationId xmlns:a16="http://schemas.microsoft.com/office/drawing/2014/main" id="{962EEC0D-7032-17FB-6F52-479BCF188BD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59" y="2486"/>
                  <a:ext cx="384" cy="307"/>
                </a:xfrm>
                <a:custGeom>
                  <a:avLst/>
                  <a:gdLst>
                    <a:gd name="T0" fmla="*/ 384 w 384"/>
                    <a:gd name="T1" fmla="*/ 177 h 307"/>
                    <a:gd name="T2" fmla="*/ 379 w 384"/>
                    <a:gd name="T3" fmla="*/ 129 h 307"/>
                    <a:gd name="T4" fmla="*/ 369 w 384"/>
                    <a:gd name="T5" fmla="*/ 96 h 307"/>
                    <a:gd name="T6" fmla="*/ 341 w 384"/>
                    <a:gd name="T7" fmla="*/ 43 h 307"/>
                    <a:gd name="T8" fmla="*/ 293 w 384"/>
                    <a:gd name="T9" fmla="*/ 6 h 307"/>
                    <a:gd name="T10" fmla="*/ 230 w 384"/>
                    <a:gd name="T11" fmla="*/ 4 h 307"/>
                    <a:gd name="T12" fmla="*/ 171 w 384"/>
                    <a:gd name="T13" fmla="*/ 12 h 307"/>
                    <a:gd name="T14" fmla="*/ 129 w 384"/>
                    <a:gd name="T15" fmla="*/ 43 h 307"/>
                    <a:gd name="T16" fmla="*/ 101 w 384"/>
                    <a:gd name="T17" fmla="*/ 72 h 307"/>
                    <a:gd name="T18" fmla="*/ 72 w 384"/>
                    <a:gd name="T19" fmla="*/ 110 h 307"/>
                    <a:gd name="T20" fmla="*/ 43 w 384"/>
                    <a:gd name="T21" fmla="*/ 148 h 307"/>
                    <a:gd name="T22" fmla="*/ 24 w 384"/>
                    <a:gd name="T23" fmla="*/ 201 h 307"/>
                    <a:gd name="T24" fmla="*/ 9 w 384"/>
                    <a:gd name="T25" fmla="*/ 254 h 307"/>
                    <a:gd name="T26" fmla="*/ 0 w 384"/>
                    <a:gd name="T27" fmla="*/ 307 h 307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w 384"/>
                    <a:gd name="T43" fmla="*/ 0 h 307"/>
                    <a:gd name="T44" fmla="*/ 384 w 384"/>
                    <a:gd name="T45" fmla="*/ 307 h 307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T42" t="T43" r="T44" b="T45"/>
                  <a:pathLst>
                    <a:path w="384" h="307">
                      <a:moveTo>
                        <a:pt x="384" y="177"/>
                      </a:moveTo>
                      <a:cubicBezTo>
                        <a:pt x="383" y="169"/>
                        <a:pt x="381" y="142"/>
                        <a:pt x="379" y="129"/>
                      </a:cubicBezTo>
                      <a:cubicBezTo>
                        <a:pt x="377" y="116"/>
                        <a:pt x="375" y="110"/>
                        <a:pt x="369" y="96"/>
                      </a:cubicBezTo>
                      <a:cubicBezTo>
                        <a:pt x="363" y="82"/>
                        <a:pt x="354" y="58"/>
                        <a:pt x="341" y="43"/>
                      </a:cubicBezTo>
                      <a:cubicBezTo>
                        <a:pt x="328" y="28"/>
                        <a:pt x="311" y="12"/>
                        <a:pt x="293" y="6"/>
                      </a:cubicBezTo>
                      <a:cubicBezTo>
                        <a:pt x="275" y="0"/>
                        <a:pt x="250" y="3"/>
                        <a:pt x="230" y="4"/>
                      </a:cubicBezTo>
                      <a:cubicBezTo>
                        <a:pt x="210" y="5"/>
                        <a:pt x="188" y="6"/>
                        <a:pt x="171" y="12"/>
                      </a:cubicBezTo>
                      <a:cubicBezTo>
                        <a:pt x="154" y="18"/>
                        <a:pt x="141" y="33"/>
                        <a:pt x="129" y="43"/>
                      </a:cubicBezTo>
                      <a:cubicBezTo>
                        <a:pt x="117" y="53"/>
                        <a:pt x="111" y="61"/>
                        <a:pt x="101" y="72"/>
                      </a:cubicBezTo>
                      <a:cubicBezTo>
                        <a:pt x="91" y="83"/>
                        <a:pt x="82" y="97"/>
                        <a:pt x="72" y="110"/>
                      </a:cubicBezTo>
                      <a:cubicBezTo>
                        <a:pt x="62" y="123"/>
                        <a:pt x="51" y="133"/>
                        <a:pt x="43" y="148"/>
                      </a:cubicBezTo>
                      <a:cubicBezTo>
                        <a:pt x="35" y="163"/>
                        <a:pt x="30" y="183"/>
                        <a:pt x="24" y="201"/>
                      </a:cubicBezTo>
                      <a:cubicBezTo>
                        <a:pt x="18" y="219"/>
                        <a:pt x="13" y="236"/>
                        <a:pt x="9" y="254"/>
                      </a:cubicBezTo>
                      <a:cubicBezTo>
                        <a:pt x="5" y="272"/>
                        <a:pt x="2" y="296"/>
                        <a:pt x="0" y="307"/>
                      </a:cubicBezTo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90" name="Line 72">
                  <a:extLst>
                    <a:ext uri="{FF2B5EF4-FFF2-40B4-BE49-F238E27FC236}">
                      <a16:creationId xmlns:a16="http://schemas.microsoft.com/office/drawing/2014/main" id="{5E530852-BDA7-FE73-6264-8F275D56FAB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79" y="2428"/>
                  <a:ext cx="187" cy="67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91" name="Freeform 73">
                  <a:extLst>
                    <a:ext uri="{FF2B5EF4-FFF2-40B4-BE49-F238E27FC236}">
                      <a16:creationId xmlns:a16="http://schemas.microsoft.com/office/drawing/2014/main" id="{8856EF68-AF5F-5508-0B96-F56031823BE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08" y="2427"/>
                  <a:ext cx="271" cy="328"/>
                </a:xfrm>
                <a:custGeom>
                  <a:avLst/>
                  <a:gdLst>
                    <a:gd name="T0" fmla="*/ 271 w 271"/>
                    <a:gd name="T1" fmla="*/ 1 h 328"/>
                    <a:gd name="T2" fmla="*/ 232 w 271"/>
                    <a:gd name="T3" fmla="*/ 1 h 328"/>
                    <a:gd name="T4" fmla="*/ 189 w 271"/>
                    <a:gd name="T5" fmla="*/ 6 h 328"/>
                    <a:gd name="T6" fmla="*/ 160 w 271"/>
                    <a:gd name="T7" fmla="*/ 25 h 328"/>
                    <a:gd name="T8" fmla="*/ 136 w 271"/>
                    <a:gd name="T9" fmla="*/ 39 h 328"/>
                    <a:gd name="T10" fmla="*/ 108 w 271"/>
                    <a:gd name="T11" fmla="*/ 63 h 328"/>
                    <a:gd name="T12" fmla="*/ 84 w 271"/>
                    <a:gd name="T13" fmla="*/ 87 h 328"/>
                    <a:gd name="T14" fmla="*/ 64 w 271"/>
                    <a:gd name="T15" fmla="*/ 116 h 328"/>
                    <a:gd name="T16" fmla="*/ 45 w 271"/>
                    <a:gd name="T17" fmla="*/ 145 h 328"/>
                    <a:gd name="T18" fmla="*/ 31 w 271"/>
                    <a:gd name="T19" fmla="*/ 179 h 328"/>
                    <a:gd name="T20" fmla="*/ 16 w 271"/>
                    <a:gd name="T21" fmla="*/ 212 h 328"/>
                    <a:gd name="T22" fmla="*/ 12 w 271"/>
                    <a:gd name="T23" fmla="*/ 241 h 328"/>
                    <a:gd name="T24" fmla="*/ 2 w 271"/>
                    <a:gd name="T25" fmla="*/ 285 h 328"/>
                    <a:gd name="T26" fmla="*/ 2 w 271"/>
                    <a:gd name="T27" fmla="*/ 328 h 328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w 271"/>
                    <a:gd name="T43" fmla="*/ 0 h 328"/>
                    <a:gd name="T44" fmla="*/ 271 w 271"/>
                    <a:gd name="T45" fmla="*/ 328 h 328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T42" t="T43" r="T44" b="T45"/>
                  <a:pathLst>
                    <a:path w="271" h="328">
                      <a:moveTo>
                        <a:pt x="271" y="1"/>
                      </a:moveTo>
                      <a:cubicBezTo>
                        <a:pt x="258" y="0"/>
                        <a:pt x="246" y="0"/>
                        <a:pt x="232" y="1"/>
                      </a:cubicBezTo>
                      <a:cubicBezTo>
                        <a:pt x="218" y="2"/>
                        <a:pt x="201" y="2"/>
                        <a:pt x="189" y="6"/>
                      </a:cubicBezTo>
                      <a:cubicBezTo>
                        <a:pt x="177" y="10"/>
                        <a:pt x="169" y="19"/>
                        <a:pt x="160" y="25"/>
                      </a:cubicBezTo>
                      <a:cubicBezTo>
                        <a:pt x="151" y="31"/>
                        <a:pt x="145" y="33"/>
                        <a:pt x="136" y="39"/>
                      </a:cubicBezTo>
                      <a:cubicBezTo>
                        <a:pt x="127" y="45"/>
                        <a:pt x="117" y="55"/>
                        <a:pt x="108" y="63"/>
                      </a:cubicBezTo>
                      <a:cubicBezTo>
                        <a:pt x="99" y="71"/>
                        <a:pt x="91" y="78"/>
                        <a:pt x="84" y="87"/>
                      </a:cubicBezTo>
                      <a:cubicBezTo>
                        <a:pt x="77" y="96"/>
                        <a:pt x="70" y="107"/>
                        <a:pt x="64" y="116"/>
                      </a:cubicBezTo>
                      <a:cubicBezTo>
                        <a:pt x="58" y="125"/>
                        <a:pt x="50" y="135"/>
                        <a:pt x="45" y="145"/>
                      </a:cubicBezTo>
                      <a:cubicBezTo>
                        <a:pt x="40" y="155"/>
                        <a:pt x="36" y="168"/>
                        <a:pt x="31" y="179"/>
                      </a:cubicBezTo>
                      <a:cubicBezTo>
                        <a:pt x="26" y="190"/>
                        <a:pt x="19" y="202"/>
                        <a:pt x="16" y="212"/>
                      </a:cubicBezTo>
                      <a:cubicBezTo>
                        <a:pt x="13" y="222"/>
                        <a:pt x="14" y="229"/>
                        <a:pt x="12" y="241"/>
                      </a:cubicBezTo>
                      <a:cubicBezTo>
                        <a:pt x="10" y="253"/>
                        <a:pt x="4" y="271"/>
                        <a:pt x="2" y="285"/>
                      </a:cubicBezTo>
                      <a:cubicBezTo>
                        <a:pt x="0" y="299"/>
                        <a:pt x="2" y="319"/>
                        <a:pt x="2" y="328"/>
                      </a:cubicBezTo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92" name="Freeform 74">
                  <a:extLst>
                    <a:ext uri="{FF2B5EF4-FFF2-40B4-BE49-F238E27FC236}">
                      <a16:creationId xmlns:a16="http://schemas.microsoft.com/office/drawing/2014/main" id="{2F545AE2-85DD-53BF-4940-C2F1E06038D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345" y="2621"/>
                  <a:ext cx="77" cy="173"/>
                </a:xfrm>
                <a:custGeom>
                  <a:avLst/>
                  <a:gdLst>
                    <a:gd name="T0" fmla="*/ 67 w 77"/>
                    <a:gd name="T1" fmla="*/ 0 h 173"/>
                    <a:gd name="T2" fmla="*/ 77 w 77"/>
                    <a:gd name="T3" fmla="*/ 62 h 173"/>
                    <a:gd name="T4" fmla="*/ 62 w 77"/>
                    <a:gd name="T5" fmla="*/ 101 h 173"/>
                    <a:gd name="T6" fmla="*/ 53 w 77"/>
                    <a:gd name="T7" fmla="*/ 134 h 173"/>
                    <a:gd name="T8" fmla="*/ 33 w 77"/>
                    <a:gd name="T9" fmla="*/ 153 h 173"/>
                    <a:gd name="T10" fmla="*/ 9 w 77"/>
                    <a:gd name="T11" fmla="*/ 173 h 173"/>
                    <a:gd name="T12" fmla="*/ 0 w 77"/>
                    <a:gd name="T13" fmla="*/ 134 h 173"/>
                    <a:gd name="T14" fmla="*/ 5 w 77"/>
                    <a:gd name="T15" fmla="*/ 91 h 173"/>
                    <a:gd name="T16" fmla="*/ 19 w 77"/>
                    <a:gd name="T17" fmla="*/ 62 h 173"/>
                    <a:gd name="T18" fmla="*/ 29 w 77"/>
                    <a:gd name="T19" fmla="*/ 29 h 173"/>
                    <a:gd name="T20" fmla="*/ 67 w 77"/>
                    <a:gd name="T21" fmla="*/ 0 h 173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77"/>
                    <a:gd name="T34" fmla="*/ 0 h 173"/>
                    <a:gd name="T35" fmla="*/ 77 w 77"/>
                    <a:gd name="T36" fmla="*/ 173 h 173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77" h="173">
                      <a:moveTo>
                        <a:pt x="67" y="0"/>
                      </a:moveTo>
                      <a:lnTo>
                        <a:pt x="77" y="62"/>
                      </a:lnTo>
                      <a:lnTo>
                        <a:pt x="62" y="101"/>
                      </a:lnTo>
                      <a:lnTo>
                        <a:pt x="53" y="134"/>
                      </a:lnTo>
                      <a:lnTo>
                        <a:pt x="33" y="153"/>
                      </a:lnTo>
                      <a:lnTo>
                        <a:pt x="9" y="173"/>
                      </a:lnTo>
                      <a:lnTo>
                        <a:pt x="0" y="134"/>
                      </a:lnTo>
                      <a:lnTo>
                        <a:pt x="5" y="91"/>
                      </a:lnTo>
                      <a:lnTo>
                        <a:pt x="19" y="62"/>
                      </a:lnTo>
                      <a:lnTo>
                        <a:pt x="29" y="29"/>
                      </a:lnTo>
                      <a:lnTo>
                        <a:pt x="67" y="0"/>
                      </a:lnTo>
                      <a:close/>
                    </a:path>
                  </a:pathLst>
                </a:custGeom>
                <a:solidFill>
                  <a:srgbClr val="CC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93" name="Freeform 75">
                  <a:extLst>
                    <a:ext uri="{FF2B5EF4-FFF2-40B4-BE49-F238E27FC236}">
                      <a16:creationId xmlns:a16="http://schemas.microsoft.com/office/drawing/2014/main" id="{95C29531-C87E-46D5-F5C7-80F77EBD63F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364" y="2573"/>
                  <a:ext cx="211" cy="302"/>
                </a:xfrm>
                <a:custGeom>
                  <a:avLst/>
                  <a:gdLst>
                    <a:gd name="T0" fmla="*/ 43 w 211"/>
                    <a:gd name="T1" fmla="*/ 43 h 302"/>
                    <a:gd name="T2" fmla="*/ 58 w 211"/>
                    <a:gd name="T3" fmla="*/ 91 h 302"/>
                    <a:gd name="T4" fmla="*/ 48 w 211"/>
                    <a:gd name="T5" fmla="*/ 144 h 302"/>
                    <a:gd name="T6" fmla="*/ 29 w 211"/>
                    <a:gd name="T7" fmla="*/ 192 h 302"/>
                    <a:gd name="T8" fmla="*/ 0 w 211"/>
                    <a:gd name="T9" fmla="*/ 225 h 302"/>
                    <a:gd name="T10" fmla="*/ 0 w 211"/>
                    <a:gd name="T11" fmla="*/ 269 h 302"/>
                    <a:gd name="T12" fmla="*/ 43 w 211"/>
                    <a:gd name="T13" fmla="*/ 297 h 302"/>
                    <a:gd name="T14" fmla="*/ 91 w 211"/>
                    <a:gd name="T15" fmla="*/ 302 h 302"/>
                    <a:gd name="T16" fmla="*/ 154 w 211"/>
                    <a:gd name="T17" fmla="*/ 269 h 302"/>
                    <a:gd name="T18" fmla="*/ 197 w 211"/>
                    <a:gd name="T19" fmla="*/ 201 h 302"/>
                    <a:gd name="T20" fmla="*/ 211 w 211"/>
                    <a:gd name="T21" fmla="*/ 134 h 302"/>
                    <a:gd name="T22" fmla="*/ 202 w 211"/>
                    <a:gd name="T23" fmla="*/ 62 h 302"/>
                    <a:gd name="T24" fmla="*/ 182 w 211"/>
                    <a:gd name="T25" fmla="*/ 19 h 302"/>
                    <a:gd name="T26" fmla="*/ 149 w 211"/>
                    <a:gd name="T27" fmla="*/ 0 h 302"/>
                    <a:gd name="T28" fmla="*/ 101 w 211"/>
                    <a:gd name="T29" fmla="*/ 0 h 302"/>
                    <a:gd name="T30" fmla="*/ 62 w 211"/>
                    <a:gd name="T31" fmla="*/ 19 h 302"/>
                    <a:gd name="T32" fmla="*/ 43 w 211"/>
                    <a:gd name="T33" fmla="*/ 43 h 302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211"/>
                    <a:gd name="T52" fmla="*/ 0 h 302"/>
                    <a:gd name="T53" fmla="*/ 211 w 211"/>
                    <a:gd name="T54" fmla="*/ 302 h 302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211" h="302">
                      <a:moveTo>
                        <a:pt x="43" y="43"/>
                      </a:moveTo>
                      <a:lnTo>
                        <a:pt x="58" y="91"/>
                      </a:lnTo>
                      <a:lnTo>
                        <a:pt x="48" y="144"/>
                      </a:lnTo>
                      <a:lnTo>
                        <a:pt x="29" y="192"/>
                      </a:lnTo>
                      <a:lnTo>
                        <a:pt x="0" y="225"/>
                      </a:lnTo>
                      <a:lnTo>
                        <a:pt x="0" y="269"/>
                      </a:lnTo>
                      <a:lnTo>
                        <a:pt x="43" y="297"/>
                      </a:lnTo>
                      <a:lnTo>
                        <a:pt x="91" y="302"/>
                      </a:lnTo>
                      <a:lnTo>
                        <a:pt x="154" y="269"/>
                      </a:lnTo>
                      <a:lnTo>
                        <a:pt x="197" y="201"/>
                      </a:lnTo>
                      <a:lnTo>
                        <a:pt x="211" y="134"/>
                      </a:lnTo>
                      <a:lnTo>
                        <a:pt x="202" y="62"/>
                      </a:lnTo>
                      <a:lnTo>
                        <a:pt x="182" y="19"/>
                      </a:lnTo>
                      <a:lnTo>
                        <a:pt x="149" y="0"/>
                      </a:lnTo>
                      <a:lnTo>
                        <a:pt x="101" y="0"/>
                      </a:lnTo>
                      <a:lnTo>
                        <a:pt x="62" y="19"/>
                      </a:lnTo>
                      <a:lnTo>
                        <a:pt x="43" y="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765E47"/>
                    </a:gs>
                    <a:gs pos="50000">
                      <a:srgbClr val="FFCC99"/>
                    </a:gs>
                    <a:gs pos="100000">
                      <a:srgbClr val="765E47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94" name="Oval 76">
                  <a:extLst>
                    <a:ext uri="{FF2B5EF4-FFF2-40B4-BE49-F238E27FC236}">
                      <a16:creationId xmlns:a16="http://schemas.microsoft.com/office/drawing/2014/main" id="{B03681E5-3DDA-3293-0EC7-CA790A1CC08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109855">
                  <a:off x="3354" y="2565"/>
                  <a:ext cx="215" cy="317"/>
                </a:xfrm>
                <a:prstGeom prst="ellipse">
                  <a:avLst/>
                </a:prstGeom>
                <a:noFill/>
                <a:ln w="38100">
                  <a:solidFill>
                    <a:srgbClr val="333399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  <a:ea typeface="+mn-ea"/>
                  </a:endParaRPr>
                </a:p>
              </p:txBody>
            </p:sp>
            <p:sp>
              <p:nvSpPr>
                <p:cNvPr id="95" name="Freeform 77">
                  <a:extLst>
                    <a:ext uri="{FF2B5EF4-FFF2-40B4-BE49-F238E27FC236}">
                      <a16:creationId xmlns:a16="http://schemas.microsoft.com/office/drawing/2014/main" id="{557B61ED-B9CD-CF71-405B-3ABD11633C8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350" y="2615"/>
                  <a:ext cx="68" cy="197"/>
                </a:xfrm>
                <a:custGeom>
                  <a:avLst/>
                  <a:gdLst>
                    <a:gd name="T0" fmla="*/ 62 w 68"/>
                    <a:gd name="T1" fmla="*/ 0 h 197"/>
                    <a:gd name="T2" fmla="*/ 67 w 68"/>
                    <a:gd name="T3" fmla="*/ 48 h 197"/>
                    <a:gd name="T4" fmla="*/ 58 w 68"/>
                    <a:gd name="T5" fmla="*/ 91 h 197"/>
                    <a:gd name="T6" fmla="*/ 48 w 68"/>
                    <a:gd name="T7" fmla="*/ 130 h 197"/>
                    <a:gd name="T8" fmla="*/ 29 w 68"/>
                    <a:gd name="T9" fmla="*/ 159 h 197"/>
                    <a:gd name="T10" fmla="*/ 0 w 68"/>
                    <a:gd name="T11" fmla="*/ 197 h 197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68"/>
                    <a:gd name="T19" fmla="*/ 0 h 197"/>
                    <a:gd name="T20" fmla="*/ 68 w 68"/>
                    <a:gd name="T21" fmla="*/ 197 h 197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68" h="197">
                      <a:moveTo>
                        <a:pt x="62" y="0"/>
                      </a:moveTo>
                      <a:cubicBezTo>
                        <a:pt x="65" y="16"/>
                        <a:pt x="68" y="33"/>
                        <a:pt x="67" y="48"/>
                      </a:cubicBezTo>
                      <a:cubicBezTo>
                        <a:pt x="66" y="63"/>
                        <a:pt x="61" y="77"/>
                        <a:pt x="58" y="91"/>
                      </a:cubicBezTo>
                      <a:cubicBezTo>
                        <a:pt x="55" y="105"/>
                        <a:pt x="53" y="119"/>
                        <a:pt x="48" y="130"/>
                      </a:cubicBezTo>
                      <a:cubicBezTo>
                        <a:pt x="43" y="141"/>
                        <a:pt x="37" y="148"/>
                        <a:pt x="29" y="159"/>
                      </a:cubicBezTo>
                      <a:cubicBezTo>
                        <a:pt x="21" y="170"/>
                        <a:pt x="6" y="189"/>
                        <a:pt x="0" y="197"/>
                      </a:cubicBezTo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</p:grpSp>
        </p:grpSp>
        <p:grpSp>
          <p:nvGrpSpPr>
            <p:cNvPr id="53" name="Group 78">
              <a:extLst>
                <a:ext uri="{FF2B5EF4-FFF2-40B4-BE49-F238E27FC236}">
                  <a16:creationId xmlns:a16="http://schemas.microsoft.com/office/drawing/2014/main" id="{F0E0A7A9-9917-48CB-7E93-B10FECF0D35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92" y="2769"/>
              <a:ext cx="1048" cy="1099"/>
              <a:chOff x="3254" y="2626"/>
              <a:chExt cx="1048" cy="1099"/>
            </a:xfrm>
          </p:grpSpPr>
          <p:grpSp>
            <p:nvGrpSpPr>
              <p:cNvPr id="54" name="Group 79">
                <a:extLst>
                  <a:ext uri="{FF2B5EF4-FFF2-40B4-BE49-F238E27FC236}">
                    <a16:creationId xmlns:a16="http://schemas.microsoft.com/office/drawing/2014/main" id="{B4844263-75E5-1C0C-FA30-61246FDCBB4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254" y="3149"/>
                <a:ext cx="1048" cy="576"/>
                <a:chOff x="3254" y="3149"/>
                <a:chExt cx="1048" cy="576"/>
              </a:xfrm>
            </p:grpSpPr>
            <p:sp>
              <p:nvSpPr>
                <p:cNvPr id="69" name="Freeform 80">
                  <a:extLst>
                    <a:ext uri="{FF2B5EF4-FFF2-40B4-BE49-F238E27FC236}">
                      <a16:creationId xmlns:a16="http://schemas.microsoft.com/office/drawing/2014/main" id="{07DB15C6-DA68-8B02-5ABD-A40D3D9F44B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64" y="3158"/>
                  <a:ext cx="1037" cy="567"/>
                </a:xfrm>
                <a:custGeom>
                  <a:avLst/>
                  <a:gdLst>
                    <a:gd name="T0" fmla="*/ 0 w 1037"/>
                    <a:gd name="T1" fmla="*/ 202 h 567"/>
                    <a:gd name="T2" fmla="*/ 0 w 1037"/>
                    <a:gd name="T3" fmla="*/ 413 h 567"/>
                    <a:gd name="T4" fmla="*/ 442 w 1037"/>
                    <a:gd name="T5" fmla="*/ 567 h 567"/>
                    <a:gd name="T6" fmla="*/ 1037 w 1037"/>
                    <a:gd name="T7" fmla="*/ 375 h 567"/>
                    <a:gd name="T8" fmla="*/ 1037 w 1037"/>
                    <a:gd name="T9" fmla="*/ 154 h 567"/>
                    <a:gd name="T10" fmla="*/ 614 w 1037"/>
                    <a:gd name="T11" fmla="*/ 0 h 567"/>
                    <a:gd name="T12" fmla="*/ 0 w 1037"/>
                    <a:gd name="T13" fmla="*/ 202 h 56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37"/>
                    <a:gd name="T22" fmla="*/ 0 h 567"/>
                    <a:gd name="T23" fmla="*/ 1037 w 1037"/>
                    <a:gd name="T24" fmla="*/ 567 h 56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37" h="567">
                      <a:moveTo>
                        <a:pt x="0" y="202"/>
                      </a:moveTo>
                      <a:lnTo>
                        <a:pt x="0" y="413"/>
                      </a:lnTo>
                      <a:lnTo>
                        <a:pt x="442" y="567"/>
                      </a:lnTo>
                      <a:lnTo>
                        <a:pt x="1037" y="375"/>
                      </a:lnTo>
                      <a:lnTo>
                        <a:pt x="1037" y="154"/>
                      </a:lnTo>
                      <a:lnTo>
                        <a:pt x="614" y="0"/>
                      </a:lnTo>
                      <a:lnTo>
                        <a:pt x="0" y="202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05E2F"/>
                    </a:gs>
                    <a:gs pos="100000">
                      <a:srgbClr val="00CC66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grpSp>
              <p:nvGrpSpPr>
                <p:cNvPr id="70" name="Group 81">
                  <a:extLst>
                    <a:ext uri="{FF2B5EF4-FFF2-40B4-BE49-F238E27FC236}">
                      <a16:creationId xmlns:a16="http://schemas.microsoft.com/office/drawing/2014/main" id="{5295D7FE-26EB-A954-F52B-E47957D96E0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254" y="3149"/>
                  <a:ext cx="1048" cy="576"/>
                  <a:chOff x="3254" y="3149"/>
                  <a:chExt cx="1048" cy="576"/>
                </a:xfrm>
              </p:grpSpPr>
              <p:sp>
                <p:nvSpPr>
                  <p:cNvPr id="71" name="Line 82">
                    <a:extLst>
                      <a:ext uri="{FF2B5EF4-FFF2-40B4-BE49-F238E27FC236}">
                        <a16:creationId xmlns:a16="http://schemas.microsoft.com/office/drawing/2014/main" id="{149EBDFD-9A6C-A927-CEB3-F2BA64E0FFA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254" y="3158"/>
                    <a:ext cx="595" cy="202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+mn-ea"/>
                    </a:endParaRPr>
                  </a:p>
                </p:txBody>
              </p:sp>
              <p:sp>
                <p:nvSpPr>
                  <p:cNvPr id="72" name="Line 83">
                    <a:extLst>
                      <a:ext uri="{FF2B5EF4-FFF2-40B4-BE49-F238E27FC236}">
                        <a16:creationId xmlns:a16="http://schemas.microsoft.com/office/drawing/2014/main" id="{8B21660F-FAA6-9761-D343-6C118588315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3840" y="3149"/>
                    <a:ext cx="452" cy="163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+mn-ea"/>
                    </a:endParaRPr>
                  </a:p>
                </p:txBody>
              </p:sp>
              <p:grpSp>
                <p:nvGrpSpPr>
                  <p:cNvPr id="73" name="Group 84">
                    <a:extLst>
                      <a:ext uri="{FF2B5EF4-FFF2-40B4-BE49-F238E27FC236}">
                        <a16:creationId xmlns:a16="http://schemas.microsoft.com/office/drawing/2014/main" id="{C8A1ADE6-B9DE-9EC8-D08C-33D6A9C19FE8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254" y="3312"/>
                    <a:ext cx="1048" cy="413"/>
                    <a:chOff x="3254" y="3312"/>
                    <a:chExt cx="1048" cy="413"/>
                  </a:xfrm>
                </p:grpSpPr>
                <p:sp>
                  <p:nvSpPr>
                    <p:cNvPr id="74" name="Line 85">
                      <a:extLst>
                        <a:ext uri="{FF2B5EF4-FFF2-40B4-BE49-F238E27FC236}">
                          <a16:creationId xmlns:a16="http://schemas.microsoft.com/office/drawing/2014/main" id="{02E51B0C-7E0A-027F-70C3-8F891BDE3D54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3706" y="3312"/>
                      <a:ext cx="595" cy="202"/>
                    </a:xfrm>
                    <a:prstGeom prst="line">
                      <a:avLst/>
                    </a:prstGeom>
                    <a:noFill/>
                    <a:ln w="381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zh-CN" altLang="en-US" sz="24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</p:txBody>
                </p:sp>
                <p:sp>
                  <p:nvSpPr>
                    <p:cNvPr id="75" name="Line 86">
                      <a:extLst>
                        <a:ext uri="{FF2B5EF4-FFF2-40B4-BE49-F238E27FC236}">
                          <a16:creationId xmlns:a16="http://schemas.microsoft.com/office/drawing/2014/main" id="{954A37CC-C71F-7306-B071-5B65FD13A571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H="1" flipV="1">
                      <a:off x="3254" y="3360"/>
                      <a:ext cx="452" cy="163"/>
                    </a:xfrm>
                    <a:prstGeom prst="line">
                      <a:avLst/>
                    </a:prstGeom>
                    <a:noFill/>
                    <a:ln w="381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zh-CN" altLang="en-US" sz="24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</p:txBody>
                </p:sp>
                <p:sp>
                  <p:nvSpPr>
                    <p:cNvPr id="76" name="Line 87">
                      <a:extLst>
                        <a:ext uri="{FF2B5EF4-FFF2-40B4-BE49-F238E27FC236}">
                          <a16:creationId xmlns:a16="http://schemas.microsoft.com/office/drawing/2014/main" id="{FABF84E3-14C9-227D-DA4A-0FB991AECC46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264" y="3360"/>
                      <a:ext cx="0" cy="221"/>
                    </a:xfrm>
                    <a:prstGeom prst="line">
                      <a:avLst/>
                    </a:prstGeom>
                    <a:noFill/>
                    <a:ln w="381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zh-CN" altLang="en-US" sz="24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</p:txBody>
                </p:sp>
                <p:sp>
                  <p:nvSpPr>
                    <p:cNvPr id="77" name="Line 88">
                      <a:extLst>
                        <a:ext uri="{FF2B5EF4-FFF2-40B4-BE49-F238E27FC236}">
                          <a16:creationId xmlns:a16="http://schemas.microsoft.com/office/drawing/2014/main" id="{A170131B-0B0B-C347-ED88-DC3E157215AF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264" y="3572"/>
                      <a:ext cx="442" cy="153"/>
                    </a:xfrm>
                    <a:prstGeom prst="line">
                      <a:avLst/>
                    </a:prstGeom>
                    <a:noFill/>
                    <a:ln w="381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zh-CN" altLang="en-US" sz="24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</p:txBody>
                </p:sp>
                <p:sp>
                  <p:nvSpPr>
                    <p:cNvPr id="78" name="Line 89">
                      <a:extLst>
                        <a:ext uri="{FF2B5EF4-FFF2-40B4-BE49-F238E27FC236}">
                          <a16:creationId xmlns:a16="http://schemas.microsoft.com/office/drawing/2014/main" id="{D315EFED-F449-290E-F1D2-0EAFD3D2AADE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706" y="3523"/>
                      <a:ext cx="0" cy="202"/>
                    </a:xfrm>
                    <a:prstGeom prst="line">
                      <a:avLst/>
                    </a:prstGeom>
                    <a:noFill/>
                    <a:ln w="381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zh-CN" altLang="en-US" sz="24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</p:txBody>
                </p:sp>
                <p:sp>
                  <p:nvSpPr>
                    <p:cNvPr id="79" name="Freeform 90">
                      <a:extLst>
                        <a:ext uri="{FF2B5EF4-FFF2-40B4-BE49-F238E27FC236}">
                          <a16:creationId xmlns:a16="http://schemas.microsoft.com/office/drawing/2014/main" id="{0CCCF1AE-6AF5-BAEC-5358-C4767161BBE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4301" y="3312"/>
                      <a:ext cx="1" cy="221"/>
                    </a:xfrm>
                    <a:custGeom>
                      <a:avLst/>
                      <a:gdLst>
                        <a:gd name="T0" fmla="*/ 0 w 1"/>
                        <a:gd name="T1" fmla="*/ 0 h 221"/>
                        <a:gd name="T2" fmla="*/ 0 w 1"/>
                        <a:gd name="T3" fmla="*/ 221 h 221"/>
                        <a:gd name="T4" fmla="*/ 0 60000 65536"/>
                        <a:gd name="T5" fmla="*/ 0 60000 65536"/>
                        <a:gd name="T6" fmla="*/ 0 w 1"/>
                        <a:gd name="T7" fmla="*/ 0 h 221"/>
                        <a:gd name="T8" fmla="*/ 1 w 1"/>
                        <a:gd name="T9" fmla="*/ 221 h 221"/>
                      </a:gdLst>
                      <a:ahLst/>
                      <a:cxnLst>
                        <a:cxn ang="T4">
                          <a:pos x="T0" y="T1"/>
                        </a:cxn>
                        <a:cxn ang="T5">
                          <a:pos x="T2" y="T3"/>
                        </a:cxn>
                      </a:cxnLst>
                      <a:rect l="T6" t="T7" r="T8" b="T9"/>
                      <a:pathLst>
                        <a:path w="1" h="221">
                          <a:moveTo>
                            <a:pt x="0" y="0"/>
                          </a:moveTo>
                          <a:lnTo>
                            <a:pt x="0" y="221"/>
                          </a:lnTo>
                        </a:path>
                      </a:pathLst>
                    </a:custGeom>
                    <a:noFill/>
                    <a:ln w="381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zh-CN" altLang="en-US" sz="24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</p:txBody>
                </p:sp>
                <p:sp>
                  <p:nvSpPr>
                    <p:cNvPr id="80" name="Freeform 91">
                      <a:extLst>
                        <a:ext uri="{FF2B5EF4-FFF2-40B4-BE49-F238E27FC236}">
                          <a16:creationId xmlns:a16="http://schemas.microsoft.com/office/drawing/2014/main" id="{C00B118E-5324-A73C-14E0-694A695E867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3706" y="3523"/>
                      <a:ext cx="595" cy="202"/>
                    </a:xfrm>
                    <a:custGeom>
                      <a:avLst/>
                      <a:gdLst>
                        <a:gd name="T0" fmla="*/ 595 w 595"/>
                        <a:gd name="T1" fmla="*/ 0 h 202"/>
                        <a:gd name="T2" fmla="*/ 0 w 595"/>
                        <a:gd name="T3" fmla="*/ 202 h 202"/>
                        <a:gd name="T4" fmla="*/ 0 60000 65536"/>
                        <a:gd name="T5" fmla="*/ 0 60000 65536"/>
                        <a:gd name="T6" fmla="*/ 0 w 595"/>
                        <a:gd name="T7" fmla="*/ 0 h 202"/>
                        <a:gd name="T8" fmla="*/ 595 w 595"/>
                        <a:gd name="T9" fmla="*/ 202 h 202"/>
                      </a:gdLst>
                      <a:ahLst/>
                      <a:cxnLst>
                        <a:cxn ang="T4">
                          <a:pos x="T0" y="T1"/>
                        </a:cxn>
                        <a:cxn ang="T5">
                          <a:pos x="T2" y="T3"/>
                        </a:cxn>
                      </a:cxnLst>
                      <a:rect l="T6" t="T7" r="T8" b="T9"/>
                      <a:pathLst>
                        <a:path w="595" h="202">
                          <a:moveTo>
                            <a:pt x="595" y="0"/>
                          </a:moveTo>
                          <a:lnTo>
                            <a:pt x="0" y="202"/>
                          </a:lnTo>
                        </a:path>
                      </a:pathLst>
                    </a:custGeom>
                    <a:noFill/>
                    <a:ln w="381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zh-CN" altLang="en-US" sz="24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</p:txBody>
                </p:sp>
              </p:grpSp>
            </p:grpSp>
          </p:grpSp>
          <p:grpSp>
            <p:nvGrpSpPr>
              <p:cNvPr id="55" name="Group 92">
                <a:extLst>
                  <a:ext uri="{FF2B5EF4-FFF2-40B4-BE49-F238E27FC236}">
                    <a16:creationId xmlns:a16="http://schemas.microsoft.com/office/drawing/2014/main" id="{BA93A332-3504-E0C1-0FE5-EFDEFD96203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93" y="2626"/>
                <a:ext cx="544" cy="745"/>
                <a:chOff x="3104" y="2424"/>
                <a:chExt cx="544" cy="745"/>
              </a:xfrm>
            </p:grpSpPr>
            <p:sp>
              <p:nvSpPr>
                <p:cNvPr id="56" name="Freeform 93">
                  <a:extLst>
                    <a:ext uri="{FF2B5EF4-FFF2-40B4-BE49-F238E27FC236}">
                      <a16:creationId xmlns:a16="http://schemas.microsoft.com/office/drawing/2014/main" id="{4C4F6273-103B-B6D2-224B-A0A32317861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06" y="2424"/>
                  <a:ext cx="542" cy="730"/>
                </a:xfrm>
                <a:custGeom>
                  <a:avLst/>
                  <a:gdLst>
                    <a:gd name="T0" fmla="*/ 0 w 542"/>
                    <a:gd name="T1" fmla="*/ 682 h 730"/>
                    <a:gd name="T2" fmla="*/ 153 w 542"/>
                    <a:gd name="T3" fmla="*/ 730 h 730"/>
                    <a:gd name="T4" fmla="*/ 537 w 542"/>
                    <a:gd name="T5" fmla="*/ 600 h 730"/>
                    <a:gd name="T6" fmla="*/ 542 w 542"/>
                    <a:gd name="T7" fmla="*/ 221 h 730"/>
                    <a:gd name="T8" fmla="*/ 523 w 542"/>
                    <a:gd name="T9" fmla="*/ 149 h 730"/>
                    <a:gd name="T10" fmla="*/ 499 w 542"/>
                    <a:gd name="T11" fmla="*/ 110 h 730"/>
                    <a:gd name="T12" fmla="*/ 465 w 542"/>
                    <a:gd name="T13" fmla="*/ 67 h 730"/>
                    <a:gd name="T14" fmla="*/ 422 w 542"/>
                    <a:gd name="T15" fmla="*/ 62 h 730"/>
                    <a:gd name="T16" fmla="*/ 273 w 542"/>
                    <a:gd name="T17" fmla="*/ 0 h 730"/>
                    <a:gd name="T18" fmla="*/ 230 w 542"/>
                    <a:gd name="T19" fmla="*/ 5 h 730"/>
                    <a:gd name="T20" fmla="*/ 134 w 542"/>
                    <a:gd name="T21" fmla="*/ 43 h 730"/>
                    <a:gd name="T22" fmla="*/ 81 w 542"/>
                    <a:gd name="T23" fmla="*/ 86 h 730"/>
                    <a:gd name="T24" fmla="*/ 33 w 542"/>
                    <a:gd name="T25" fmla="*/ 154 h 730"/>
                    <a:gd name="T26" fmla="*/ 4 w 542"/>
                    <a:gd name="T27" fmla="*/ 230 h 730"/>
                    <a:gd name="T28" fmla="*/ 0 w 542"/>
                    <a:gd name="T29" fmla="*/ 278 h 730"/>
                    <a:gd name="T30" fmla="*/ 0 w 542"/>
                    <a:gd name="T31" fmla="*/ 682 h 730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w 542"/>
                    <a:gd name="T49" fmla="*/ 0 h 730"/>
                    <a:gd name="T50" fmla="*/ 542 w 542"/>
                    <a:gd name="T51" fmla="*/ 730 h 730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T48" t="T49" r="T50" b="T51"/>
                  <a:pathLst>
                    <a:path w="542" h="730">
                      <a:moveTo>
                        <a:pt x="0" y="682"/>
                      </a:moveTo>
                      <a:lnTo>
                        <a:pt x="153" y="730"/>
                      </a:lnTo>
                      <a:lnTo>
                        <a:pt x="537" y="600"/>
                      </a:lnTo>
                      <a:lnTo>
                        <a:pt x="542" y="221"/>
                      </a:lnTo>
                      <a:lnTo>
                        <a:pt x="523" y="149"/>
                      </a:lnTo>
                      <a:lnTo>
                        <a:pt x="499" y="110"/>
                      </a:lnTo>
                      <a:lnTo>
                        <a:pt x="465" y="67"/>
                      </a:lnTo>
                      <a:lnTo>
                        <a:pt x="422" y="62"/>
                      </a:lnTo>
                      <a:lnTo>
                        <a:pt x="273" y="0"/>
                      </a:lnTo>
                      <a:lnTo>
                        <a:pt x="230" y="5"/>
                      </a:lnTo>
                      <a:lnTo>
                        <a:pt x="134" y="43"/>
                      </a:lnTo>
                      <a:lnTo>
                        <a:pt x="81" y="86"/>
                      </a:lnTo>
                      <a:lnTo>
                        <a:pt x="33" y="154"/>
                      </a:lnTo>
                      <a:lnTo>
                        <a:pt x="4" y="230"/>
                      </a:lnTo>
                      <a:lnTo>
                        <a:pt x="0" y="278"/>
                      </a:lnTo>
                      <a:lnTo>
                        <a:pt x="0" y="682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765E47"/>
                    </a:gs>
                    <a:gs pos="100000">
                      <a:srgbClr val="FFCC99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57" name="Line 94">
                  <a:extLst>
                    <a:ext uri="{FF2B5EF4-FFF2-40B4-BE49-F238E27FC236}">
                      <a16:creationId xmlns:a16="http://schemas.microsoft.com/office/drawing/2014/main" id="{B59E56B7-DC33-CE16-7C0B-01D05504448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04" y="3100"/>
                  <a:ext cx="153" cy="51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58" name="Line 95">
                  <a:extLst>
                    <a:ext uri="{FF2B5EF4-FFF2-40B4-BE49-F238E27FC236}">
                      <a16:creationId xmlns:a16="http://schemas.microsoft.com/office/drawing/2014/main" id="{25F5A82B-85C4-38C1-4277-BA46EF56AF0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257" y="3023"/>
                  <a:ext cx="384" cy="135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59" name="Line 96">
                  <a:extLst>
                    <a:ext uri="{FF2B5EF4-FFF2-40B4-BE49-F238E27FC236}">
                      <a16:creationId xmlns:a16="http://schemas.microsoft.com/office/drawing/2014/main" id="{01CD6E63-361F-24D7-92D7-68E887DACA8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3257" y="2786"/>
                  <a:ext cx="1" cy="383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60" name="Line 97">
                  <a:extLst>
                    <a:ext uri="{FF2B5EF4-FFF2-40B4-BE49-F238E27FC236}">
                      <a16:creationId xmlns:a16="http://schemas.microsoft.com/office/drawing/2014/main" id="{DDEEF8ED-0EBC-BD17-4BB1-50444E527EF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41" y="2639"/>
                  <a:ext cx="0" cy="40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61" name="Line 98">
                  <a:extLst>
                    <a:ext uri="{FF2B5EF4-FFF2-40B4-BE49-F238E27FC236}">
                      <a16:creationId xmlns:a16="http://schemas.microsoft.com/office/drawing/2014/main" id="{F1923775-7320-25AB-9C93-26BE9A38C4A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110" y="2735"/>
                  <a:ext cx="0" cy="371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62" name="Freeform 99">
                  <a:extLst>
                    <a:ext uri="{FF2B5EF4-FFF2-40B4-BE49-F238E27FC236}">
                      <a16:creationId xmlns:a16="http://schemas.microsoft.com/office/drawing/2014/main" id="{5A761D44-7160-F3C5-5015-72460D2009D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59" y="2486"/>
                  <a:ext cx="384" cy="307"/>
                </a:xfrm>
                <a:custGeom>
                  <a:avLst/>
                  <a:gdLst>
                    <a:gd name="T0" fmla="*/ 384 w 384"/>
                    <a:gd name="T1" fmla="*/ 177 h 307"/>
                    <a:gd name="T2" fmla="*/ 379 w 384"/>
                    <a:gd name="T3" fmla="*/ 129 h 307"/>
                    <a:gd name="T4" fmla="*/ 369 w 384"/>
                    <a:gd name="T5" fmla="*/ 96 h 307"/>
                    <a:gd name="T6" fmla="*/ 341 w 384"/>
                    <a:gd name="T7" fmla="*/ 43 h 307"/>
                    <a:gd name="T8" fmla="*/ 293 w 384"/>
                    <a:gd name="T9" fmla="*/ 6 h 307"/>
                    <a:gd name="T10" fmla="*/ 230 w 384"/>
                    <a:gd name="T11" fmla="*/ 4 h 307"/>
                    <a:gd name="T12" fmla="*/ 171 w 384"/>
                    <a:gd name="T13" fmla="*/ 12 h 307"/>
                    <a:gd name="T14" fmla="*/ 129 w 384"/>
                    <a:gd name="T15" fmla="*/ 43 h 307"/>
                    <a:gd name="T16" fmla="*/ 101 w 384"/>
                    <a:gd name="T17" fmla="*/ 72 h 307"/>
                    <a:gd name="T18" fmla="*/ 72 w 384"/>
                    <a:gd name="T19" fmla="*/ 110 h 307"/>
                    <a:gd name="T20" fmla="*/ 43 w 384"/>
                    <a:gd name="T21" fmla="*/ 148 h 307"/>
                    <a:gd name="T22" fmla="*/ 24 w 384"/>
                    <a:gd name="T23" fmla="*/ 201 h 307"/>
                    <a:gd name="T24" fmla="*/ 9 w 384"/>
                    <a:gd name="T25" fmla="*/ 254 h 307"/>
                    <a:gd name="T26" fmla="*/ 0 w 384"/>
                    <a:gd name="T27" fmla="*/ 307 h 307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w 384"/>
                    <a:gd name="T43" fmla="*/ 0 h 307"/>
                    <a:gd name="T44" fmla="*/ 384 w 384"/>
                    <a:gd name="T45" fmla="*/ 307 h 307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T42" t="T43" r="T44" b="T45"/>
                  <a:pathLst>
                    <a:path w="384" h="307">
                      <a:moveTo>
                        <a:pt x="384" y="177"/>
                      </a:moveTo>
                      <a:cubicBezTo>
                        <a:pt x="383" y="169"/>
                        <a:pt x="381" y="142"/>
                        <a:pt x="379" y="129"/>
                      </a:cubicBezTo>
                      <a:cubicBezTo>
                        <a:pt x="377" y="116"/>
                        <a:pt x="375" y="110"/>
                        <a:pt x="369" y="96"/>
                      </a:cubicBezTo>
                      <a:cubicBezTo>
                        <a:pt x="363" y="82"/>
                        <a:pt x="354" y="58"/>
                        <a:pt x="341" y="43"/>
                      </a:cubicBezTo>
                      <a:cubicBezTo>
                        <a:pt x="328" y="28"/>
                        <a:pt x="311" y="12"/>
                        <a:pt x="293" y="6"/>
                      </a:cubicBezTo>
                      <a:cubicBezTo>
                        <a:pt x="275" y="0"/>
                        <a:pt x="250" y="3"/>
                        <a:pt x="230" y="4"/>
                      </a:cubicBezTo>
                      <a:cubicBezTo>
                        <a:pt x="210" y="5"/>
                        <a:pt x="188" y="6"/>
                        <a:pt x="171" y="12"/>
                      </a:cubicBezTo>
                      <a:cubicBezTo>
                        <a:pt x="154" y="18"/>
                        <a:pt x="141" y="33"/>
                        <a:pt x="129" y="43"/>
                      </a:cubicBezTo>
                      <a:cubicBezTo>
                        <a:pt x="117" y="53"/>
                        <a:pt x="111" y="61"/>
                        <a:pt x="101" y="72"/>
                      </a:cubicBezTo>
                      <a:cubicBezTo>
                        <a:pt x="91" y="83"/>
                        <a:pt x="82" y="97"/>
                        <a:pt x="72" y="110"/>
                      </a:cubicBezTo>
                      <a:cubicBezTo>
                        <a:pt x="62" y="123"/>
                        <a:pt x="51" y="133"/>
                        <a:pt x="43" y="148"/>
                      </a:cubicBezTo>
                      <a:cubicBezTo>
                        <a:pt x="35" y="163"/>
                        <a:pt x="30" y="183"/>
                        <a:pt x="24" y="201"/>
                      </a:cubicBezTo>
                      <a:cubicBezTo>
                        <a:pt x="18" y="219"/>
                        <a:pt x="13" y="236"/>
                        <a:pt x="9" y="254"/>
                      </a:cubicBezTo>
                      <a:cubicBezTo>
                        <a:pt x="5" y="272"/>
                        <a:pt x="2" y="296"/>
                        <a:pt x="0" y="307"/>
                      </a:cubicBezTo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63" name="Line 100">
                  <a:extLst>
                    <a:ext uri="{FF2B5EF4-FFF2-40B4-BE49-F238E27FC236}">
                      <a16:creationId xmlns:a16="http://schemas.microsoft.com/office/drawing/2014/main" id="{D85C92B9-8DC2-DBFE-969D-74CCAE7C6F3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79" y="2428"/>
                  <a:ext cx="187" cy="67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64" name="Freeform 101">
                  <a:extLst>
                    <a:ext uri="{FF2B5EF4-FFF2-40B4-BE49-F238E27FC236}">
                      <a16:creationId xmlns:a16="http://schemas.microsoft.com/office/drawing/2014/main" id="{CC379D00-17C1-A993-D24B-A64439ADB60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08" y="2427"/>
                  <a:ext cx="271" cy="328"/>
                </a:xfrm>
                <a:custGeom>
                  <a:avLst/>
                  <a:gdLst>
                    <a:gd name="T0" fmla="*/ 271 w 271"/>
                    <a:gd name="T1" fmla="*/ 1 h 328"/>
                    <a:gd name="T2" fmla="*/ 232 w 271"/>
                    <a:gd name="T3" fmla="*/ 1 h 328"/>
                    <a:gd name="T4" fmla="*/ 189 w 271"/>
                    <a:gd name="T5" fmla="*/ 6 h 328"/>
                    <a:gd name="T6" fmla="*/ 160 w 271"/>
                    <a:gd name="T7" fmla="*/ 25 h 328"/>
                    <a:gd name="T8" fmla="*/ 136 w 271"/>
                    <a:gd name="T9" fmla="*/ 39 h 328"/>
                    <a:gd name="T10" fmla="*/ 108 w 271"/>
                    <a:gd name="T11" fmla="*/ 63 h 328"/>
                    <a:gd name="T12" fmla="*/ 84 w 271"/>
                    <a:gd name="T13" fmla="*/ 87 h 328"/>
                    <a:gd name="T14" fmla="*/ 64 w 271"/>
                    <a:gd name="T15" fmla="*/ 116 h 328"/>
                    <a:gd name="T16" fmla="*/ 45 w 271"/>
                    <a:gd name="T17" fmla="*/ 145 h 328"/>
                    <a:gd name="T18" fmla="*/ 31 w 271"/>
                    <a:gd name="T19" fmla="*/ 179 h 328"/>
                    <a:gd name="T20" fmla="*/ 16 w 271"/>
                    <a:gd name="T21" fmla="*/ 212 h 328"/>
                    <a:gd name="T22" fmla="*/ 12 w 271"/>
                    <a:gd name="T23" fmla="*/ 241 h 328"/>
                    <a:gd name="T24" fmla="*/ 2 w 271"/>
                    <a:gd name="T25" fmla="*/ 285 h 328"/>
                    <a:gd name="T26" fmla="*/ 2 w 271"/>
                    <a:gd name="T27" fmla="*/ 328 h 328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w 271"/>
                    <a:gd name="T43" fmla="*/ 0 h 328"/>
                    <a:gd name="T44" fmla="*/ 271 w 271"/>
                    <a:gd name="T45" fmla="*/ 328 h 328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T42" t="T43" r="T44" b="T45"/>
                  <a:pathLst>
                    <a:path w="271" h="328">
                      <a:moveTo>
                        <a:pt x="271" y="1"/>
                      </a:moveTo>
                      <a:cubicBezTo>
                        <a:pt x="258" y="0"/>
                        <a:pt x="246" y="0"/>
                        <a:pt x="232" y="1"/>
                      </a:cubicBezTo>
                      <a:cubicBezTo>
                        <a:pt x="218" y="2"/>
                        <a:pt x="201" y="2"/>
                        <a:pt x="189" y="6"/>
                      </a:cubicBezTo>
                      <a:cubicBezTo>
                        <a:pt x="177" y="10"/>
                        <a:pt x="169" y="19"/>
                        <a:pt x="160" y="25"/>
                      </a:cubicBezTo>
                      <a:cubicBezTo>
                        <a:pt x="151" y="31"/>
                        <a:pt x="145" y="33"/>
                        <a:pt x="136" y="39"/>
                      </a:cubicBezTo>
                      <a:cubicBezTo>
                        <a:pt x="127" y="45"/>
                        <a:pt x="117" y="55"/>
                        <a:pt x="108" y="63"/>
                      </a:cubicBezTo>
                      <a:cubicBezTo>
                        <a:pt x="99" y="71"/>
                        <a:pt x="91" y="78"/>
                        <a:pt x="84" y="87"/>
                      </a:cubicBezTo>
                      <a:cubicBezTo>
                        <a:pt x="77" y="96"/>
                        <a:pt x="70" y="107"/>
                        <a:pt x="64" y="116"/>
                      </a:cubicBezTo>
                      <a:cubicBezTo>
                        <a:pt x="58" y="125"/>
                        <a:pt x="50" y="135"/>
                        <a:pt x="45" y="145"/>
                      </a:cubicBezTo>
                      <a:cubicBezTo>
                        <a:pt x="40" y="155"/>
                        <a:pt x="36" y="168"/>
                        <a:pt x="31" y="179"/>
                      </a:cubicBezTo>
                      <a:cubicBezTo>
                        <a:pt x="26" y="190"/>
                        <a:pt x="19" y="202"/>
                        <a:pt x="16" y="212"/>
                      </a:cubicBezTo>
                      <a:cubicBezTo>
                        <a:pt x="13" y="222"/>
                        <a:pt x="14" y="229"/>
                        <a:pt x="12" y="241"/>
                      </a:cubicBezTo>
                      <a:cubicBezTo>
                        <a:pt x="10" y="253"/>
                        <a:pt x="4" y="271"/>
                        <a:pt x="2" y="285"/>
                      </a:cubicBezTo>
                      <a:cubicBezTo>
                        <a:pt x="0" y="299"/>
                        <a:pt x="2" y="319"/>
                        <a:pt x="2" y="328"/>
                      </a:cubicBezTo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65" name="Freeform 102">
                  <a:extLst>
                    <a:ext uri="{FF2B5EF4-FFF2-40B4-BE49-F238E27FC236}">
                      <a16:creationId xmlns:a16="http://schemas.microsoft.com/office/drawing/2014/main" id="{932FCAFB-011E-46F9-D268-2B59E9DD42D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345" y="2621"/>
                  <a:ext cx="77" cy="173"/>
                </a:xfrm>
                <a:custGeom>
                  <a:avLst/>
                  <a:gdLst>
                    <a:gd name="T0" fmla="*/ 67 w 77"/>
                    <a:gd name="T1" fmla="*/ 0 h 173"/>
                    <a:gd name="T2" fmla="*/ 77 w 77"/>
                    <a:gd name="T3" fmla="*/ 62 h 173"/>
                    <a:gd name="T4" fmla="*/ 62 w 77"/>
                    <a:gd name="T5" fmla="*/ 101 h 173"/>
                    <a:gd name="T6" fmla="*/ 53 w 77"/>
                    <a:gd name="T7" fmla="*/ 134 h 173"/>
                    <a:gd name="T8" fmla="*/ 33 w 77"/>
                    <a:gd name="T9" fmla="*/ 153 h 173"/>
                    <a:gd name="T10" fmla="*/ 9 w 77"/>
                    <a:gd name="T11" fmla="*/ 173 h 173"/>
                    <a:gd name="T12" fmla="*/ 0 w 77"/>
                    <a:gd name="T13" fmla="*/ 134 h 173"/>
                    <a:gd name="T14" fmla="*/ 5 w 77"/>
                    <a:gd name="T15" fmla="*/ 91 h 173"/>
                    <a:gd name="T16" fmla="*/ 19 w 77"/>
                    <a:gd name="T17" fmla="*/ 62 h 173"/>
                    <a:gd name="T18" fmla="*/ 29 w 77"/>
                    <a:gd name="T19" fmla="*/ 29 h 173"/>
                    <a:gd name="T20" fmla="*/ 67 w 77"/>
                    <a:gd name="T21" fmla="*/ 0 h 173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77"/>
                    <a:gd name="T34" fmla="*/ 0 h 173"/>
                    <a:gd name="T35" fmla="*/ 77 w 77"/>
                    <a:gd name="T36" fmla="*/ 173 h 173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77" h="173">
                      <a:moveTo>
                        <a:pt x="67" y="0"/>
                      </a:moveTo>
                      <a:lnTo>
                        <a:pt x="77" y="62"/>
                      </a:lnTo>
                      <a:lnTo>
                        <a:pt x="62" y="101"/>
                      </a:lnTo>
                      <a:lnTo>
                        <a:pt x="53" y="134"/>
                      </a:lnTo>
                      <a:lnTo>
                        <a:pt x="33" y="153"/>
                      </a:lnTo>
                      <a:lnTo>
                        <a:pt x="9" y="173"/>
                      </a:lnTo>
                      <a:lnTo>
                        <a:pt x="0" y="134"/>
                      </a:lnTo>
                      <a:lnTo>
                        <a:pt x="5" y="91"/>
                      </a:lnTo>
                      <a:lnTo>
                        <a:pt x="19" y="62"/>
                      </a:lnTo>
                      <a:lnTo>
                        <a:pt x="29" y="29"/>
                      </a:lnTo>
                      <a:lnTo>
                        <a:pt x="67" y="0"/>
                      </a:lnTo>
                      <a:close/>
                    </a:path>
                  </a:pathLst>
                </a:custGeom>
                <a:solidFill>
                  <a:srgbClr val="CC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66" name="Freeform 103">
                  <a:extLst>
                    <a:ext uri="{FF2B5EF4-FFF2-40B4-BE49-F238E27FC236}">
                      <a16:creationId xmlns:a16="http://schemas.microsoft.com/office/drawing/2014/main" id="{DFEFEDA0-1DB0-D5FB-982B-8B6B8467FC6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364" y="2573"/>
                  <a:ext cx="211" cy="302"/>
                </a:xfrm>
                <a:custGeom>
                  <a:avLst/>
                  <a:gdLst>
                    <a:gd name="T0" fmla="*/ 43 w 211"/>
                    <a:gd name="T1" fmla="*/ 43 h 302"/>
                    <a:gd name="T2" fmla="*/ 58 w 211"/>
                    <a:gd name="T3" fmla="*/ 91 h 302"/>
                    <a:gd name="T4" fmla="*/ 48 w 211"/>
                    <a:gd name="T5" fmla="*/ 144 h 302"/>
                    <a:gd name="T6" fmla="*/ 29 w 211"/>
                    <a:gd name="T7" fmla="*/ 192 h 302"/>
                    <a:gd name="T8" fmla="*/ 0 w 211"/>
                    <a:gd name="T9" fmla="*/ 225 h 302"/>
                    <a:gd name="T10" fmla="*/ 0 w 211"/>
                    <a:gd name="T11" fmla="*/ 269 h 302"/>
                    <a:gd name="T12" fmla="*/ 43 w 211"/>
                    <a:gd name="T13" fmla="*/ 297 h 302"/>
                    <a:gd name="T14" fmla="*/ 91 w 211"/>
                    <a:gd name="T15" fmla="*/ 302 h 302"/>
                    <a:gd name="T16" fmla="*/ 154 w 211"/>
                    <a:gd name="T17" fmla="*/ 269 h 302"/>
                    <a:gd name="T18" fmla="*/ 197 w 211"/>
                    <a:gd name="T19" fmla="*/ 201 h 302"/>
                    <a:gd name="T20" fmla="*/ 211 w 211"/>
                    <a:gd name="T21" fmla="*/ 134 h 302"/>
                    <a:gd name="T22" fmla="*/ 202 w 211"/>
                    <a:gd name="T23" fmla="*/ 62 h 302"/>
                    <a:gd name="T24" fmla="*/ 182 w 211"/>
                    <a:gd name="T25" fmla="*/ 19 h 302"/>
                    <a:gd name="T26" fmla="*/ 149 w 211"/>
                    <a:gd name="T27" fmla="*/ 0 h 302"/>
                    <a:gd name="T28" fmla="*/ 101 w 211"/>
                    <a:gd name="T29" fmla="*/ 0 h 302"/>
                    <a:gd name="T30" fmla="*/ 62 w 211"/>
                    <a:gd name="T31" fmla="*/ 19 h 302"/>
                    <a:gd name="T32" fmla="*/ 43 w 211"/>
                    <a:gd name="T33" fmla="*/ 43 h 302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211"/>
                    <a:gd name="T52" fmla="*/ 0 h 302"/>
                    <a:gd name="T53" fmla="*/ 211 w 211"/>
                    <a:gd name="T54" fmla="*/ 302 h 302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211" h="302">
                      <a:moveTo>
                        <a:pt x="43" y="43"/>
                      </a:moveTo>
                      <a:lnTo>
                        <a:pt x="58" y="91"/>
                      </a:lnTo>
                      <a:lnTo>
                        <a:pt x="48" y="144"/>
                      </a:lnTo>
                      <a:lnTo>
                        <a:pt x="29" y="192"/>
                      </a:lnTo>
                      <a:lnTo>
                        <a:pt x="0" y="225"/>
                      </a:lnTo>
                      <a:lnTo>
                        <a:pt x="0" y="269"/>
                      </a:lnTo>
                      <a:lnTo>
                        <a:pt x="43" y="297"/>
                      </a:lnTo>
                      <a:lnTo>
                        <a:pt x="91" y="302"/>
                      </a:lnTo>
                      <a:lnTo>
                        <a:pt x="154" y="269"/>
                      </a:lnTo>
                      <a:lnTo>
                        <a:pt x="197" y="201"/>
                      </a:lnTo>
                      <a:lnTo>
                        <a:pt x="211" y="134"/>
                      </a:lnTo>
                      <a:lnTo>
                        <a:pt x="202" y="62"/>
                      </a:lnTo>
                      <a:lnTo>
                        <a:pt x="182" y="19"/>
                      </a:lnTo>
                      <a:lnTo>
                        <a:pt x="149" y="0"/>
                      </a:lnTo>
                      <a:lnTo>
                        <a:pt x="101" y="0"/>
                      </a:lnTo>
                      <a:lnTo>
                        <a:pt x="62" y="19"/>
                      </a:lnTo>
                      <a:lnTo>
                        <a:pt x="43" y="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765E47"/>
                    </a:gs>
                    <a:gs pos="50000">
                      <a:srgbClr val="FFCC99"/>
                    </a:gs>
                    <a:gs pos="100000">
                      <a:srgbClr val="765E47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67" name="Oval 104">
                  <a:extLst>
                    <a:ext uri="{FF2B5EF4-FFF2-40B4-BE49-F238E27FC236}">
                      <a16:creationId xmlns:a16="http://schemas.microsoft.com/office/drawing/2014/main" id="{8BD7E6C9-7E9E-ACDC-3AFE-B03ED9E4E5E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109855">
                  <a:off x="3354" y="2565"/>
                  <a:ext cx="215" cy="317"/>
                </a:xfrm>
                <a:prstGeom prst="ellipse">
                  <a:avLst/>
                </a:prstGeom>
                <a:noFill/>
                <a:ln w="38100">
                  <a:solidFill>
                    <a:srgbClr val="333399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  <a:ea typeface="+mn-ea"/>
                  </a:endParaRPr>
                </a:p>
              </p:txBody>
            </p:sp>
            <p:sp>
              <p:nvSpPr>
                <p:cNvPr id="68" name="Freeform 105">
                  <a:extLst>
                    <a:ext uri="{FF2B5EF4-FFF2-40B4-BE49-F238E27FC236}">
                      <a16:creationId xmlns:a16="http://schemas.microsoft.com/office/drawing/2014/main" id="{DC555FF0-5794-724B-B782-3A4CDBFF6D9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350" y="2615"/>
                  <a:ext cx="68" cy="197"/>
                </a:xfrm>
                <a:custGeom>
                  <a:avLst/>
                  <a:gdLst>
                    <a:gd name="T0" fmla="*/ 62 w 68"/>
                    <a:gd name="T1" fmla="*/ 0 h 197"/>
                    <a:gd name="T2" fmla="*/ 67 w 68"/>
                    <a:gd name="T3" fmla="*/ 48 h 197"/>
                    <a:gd name="T4" fmla="*/ 58 w 68"/>
                    <a:gd name="T5" fmla="*/ 91 h 197"/>
                    <a:gd name="T6" fmla="*/ 48 w 68"/>
                    <a:gd name="T7" fmla="*/ 130 h 197"/>
                    <a:gd name="T8" fmla="*/ 29 w 68"/>
                    <a:gd name="T9" fmla="*/ 159 h 197"/>
                    <a:gd name="T10" fmla="*/ 0 w 68"/>
                    <a:gd name="T11" fmla="*/ 197 h 197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68"/>
                    <a:gd name="T19" fmla="*/ 0 h 197"/>
                    <a:gd name="T20" fmla="*/ 68 w 68"/>
                    <a:gd name="T21" fmla="*/ 197 h 197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68" h="197">
                      <a:moveTo>
                        <a:pt x="62" y="0"/>
                      </a:moveTo>
                      <a:cubicBezTo>
                        <a:pt x="65" y="16"/>
                        <a:pt x="68" y="33"/>
                        <a:pt x="67" y="48"/>
                      </a:cubicBezTo>
                      <a:cubicBezTo>
                        <a:pt x="66" y="63"/>
                        <a:pt x="61" y="77"/>
                        <a:pt x="58" y="91"/>
                      </a:cubicBezTo>
                      <a:cubicBezTo>
                        <a:pt x="55" y="105"/>
                        <a:pt x="53" y="119"/>
                        <a:pt x="48" y="130"/>
                      </a:cubicBezTo>
                      <a:cubicBezTo>
                        <a:pt x="43" y="141"/>
                        <a:pt x="37" y="148"/>
                        <a:pt x="29" y="159"/>
                      </a:cubicBezTo>
                      <a:cubicBezTo>
                        <a:pt x="21" y="170"/>
                        <a:pt x="6" y="189"/>
                        <a:pt x="0" y="197"/>
                      </a:cubicBezTo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</p:grpSp>
        </p:grpSp>
      </p:grpSp>
      <p:grpSp>
        <p:nvGrpSpPr>
          <p:cNvPr id="108" name="Group 106">
            <a:extLst>
              <a:ext uri="{FF2B5EF4-FFF2-40B4-BE49-F238E27FC236}">
                <a16:creationId xmlns:a16="http://schemas.microsoft.com/office/drawing/2014/main" id="{4469F2F7-CD33-33A4-53D9-A33030F0BF8A}"/>
              </a:ext>
            </a:extLst>
          </p:cNvPr>
          <p:cNvGrpSpPr>
            <a:grpSpLocks/>
          </p:cNvGrpSpPr>
          <p:nvPr/>
        </p:nvGrpSpPr>
        <p:grpSpPr bwMode="auto">
          <a:xfrm>
            <a:off x="5079159" y="1345583"/>
            <a:ext cx="1662112" cy="1660525"/>
            <a:chOff x="1646" y="2762"/>
            <a:chExt cx="1047" cy="1046"/>
          </a:xfrm>
        </p:grpSpPr>
        <p:sp>
          <p:nvSpPr>
            <p:cNvPr id="109" name="Freeform 107">
              <a:extLst>
                <a:ext uri="{FF2B5EF4-FFF2-40B4-BE49-F238E27FC236}">
                  <a16:creationId xmlns:a16="http://schemas.microsoft.com/office/drawing/2014/main" id="{7B08DFE1-A9AF-E790-79B0-DBA03B57E1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7" y="2762"/>
              <a:ext cx="1033" cy="1046"/>
            </a:xfrm>
            <a:custGeom>
              <a:avLst/>
              <a:gdLst>
                <a:gd name="T0" fmla="*/ 5 w 1033"/>
                <a:gd name="T1" fmla="*/ 899 h 1046"/>
                <a:gd name="T2" fmla="*/ 441 w 1033"/>
                <a:gd name="T3" fmla="*/ 1046 h 1046"/>
                <a:gd name="T4" fmla="*/ 1033 w 1033"/>
                <a:gd name="T5" fmla="*/ 844 h 1046"/>
                <a:gd name="T6" fmla="*/ 1026 w 1033"/>
                <a:gd name="T7" fmla="*/ 656 h 1046"/>
                <a:gd name="T8" fmla="*/ 925 w 1033"/>
                <a:gd name="T9" fmla="*/ 620 h 1046"/>
                <a:gd name="T10" fmla="*/ 932 w 1033"/>
                <a:gd name="T11" fmla="*/ 671 h 1046"/>
                <a:gd name="T12" fmla="*/ 917 w 1033"/>
                <a:gd name="T13" fmla="*/ 306 h 1046"/>
                <a:gd name="T14" fmla="*/ 906 w 1033"/>
                <a:gd name="T15" fmla="*/ 230 h 1046"/>
                <a:gd name="T16" fmla="*/ 873 w 1033"/>
                <a:gd name="T17" fmla="*/ 189 h 1046"/>
                <a:gd name="T18" fmla="*/ 822 w 1033"/>
                <a:gd name="T19" fmla="*/ 146 h 1046"/>
                <a:gd name="T20" fmla="*/ 771 w 1033"/>
                <a:gd name="T21" fmla="*/ 139 h 1046"/>
                <a:gd name="T22" fmla="*/ 313 w 1033"/>
                <a:gd name="T23" fmla="*/ 0 h 1046"/>
                <a:gd name="T24" fmla="*/ 248 w 1033"/>
                <a:gd name="T25" fmla="*/ 22 h 1046"/>
                <a:gd name="T26" fmla="*/ 210 w 1033"/>
                <a:gd name="T27" fmla="*/ 54 h 1046"/>
                <a:gd name="T28" fmla="*/ 159 w 1033"/>
                <a:gd name="T29" fmla="*/ 105 h 1046"/>
                <a:gd name="T30" fmla="*/ 127 w 1033"/>
                <a:gd name="T31" fmla="*/ 163 h 1046"/>
                <a:gd name="T32" fmla="*/ 109 w 1033"/>
                <a:gd name="T33" fmla="*/ 211 h 1046"/>
                <a:gd name="T34" fmla="*/ 102 w 1033"/>
                <a:gd name="T35" fmla="*/ 255 h 1046"/>
                <a:gd name="T36" fmla="*/ 95 w 1033"/>
                <a:gd name="T37" fmla="*/ 648 h 1046"/>
                <a:gd name="T38" fmla="*/ 0 w 1033"/>
                <a:gd name="T39" fmla="*/ 691 h 1046"/>
                <a:gd name="T40" fmla="*/ 5 w 1033"/>
                <a:gd name="T41" fmla="*/ 899 h 104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033"/>
                <a:gd name="T64" fmla="*/ 0 h 1046"/>
                <a:gd name="T65" fmla="*/ 1033 w 1033"/>
                <a:gd name="T66" fmla="*/ 1046 h 104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033" h="1046">
                  <a:moveTo>
                    <a:pt x="5" y="899"/>
                  </a:moveTo>
                  <a:lnTo>
                    <a:pt x="441" y="1046"/>
                  </a:lnTo>
                  <a:lnTo>
                    <a:pt x="1033" y="844"/>
                  </a:lnTo>
                  <a:lnTo>
                    <a:pt x="1026" y="656"/>
                  </a:lnTo>
                  <a:lnTo>
                    <a:pt x="925" y="620"/>
                  </a:lnTo>
                  <a:lnTo>
                    <a:pt x="932" y="671"/>
                  </a:lnTo>
                  <a:lnTo>
                    <a:pt x="917" y="306"/>
                  </a:lnTo>
                  <a:lnTo>
                    <a:pt x="906" y="230"/>
                  </a:lnTo>
                  <a:lnTo>
                    <a:pt x="873" y="189"/>
                  </a:lnTo>
                  <a:lnTo>
                    <a:pt x="822" y="146"/>
                  </a:lnTo>
                  <a:lnTo>
                    <a:pt x="771" y="139"/>
                  </a:lnTo>
                  <a:lnTo>
                    <a:pt x="313" y="0"/>
                  </a:lnTo>
                  <a:lnTo>
                    <a:pt x="248" y="22"/>
                  </a:lnTo>
                  <a:lnTo>
                    <a:pt x="210" y="54"/>
                  </a:lnTo>
                  <a:lnTo>
                    <a:pt x="159" y="105"/>
                  </a:lnTo>
                  <a:lnTo>
                    <a:pt x="127" y="163"/>
                  </a:lnTo>
                  <a:lnTo>
                    <a:pt x="109" y="211"/>
                  </a:lnTo>
                  <a:lnTo>
                    <a:pt x="102" y="255"/>
                  </a:lnTo>
                  <a:lnTo>
                    <a:pt x="95" y="648"/>
                  </a:lnTo>
                  <a:lnTo>
                    <a:pt x="0" y="691"/>
                  </a:lnTo>
                  <a:lnTo>
                    <a:pt x="5" y="899"/>
                  </a:lnTo>
                  <a:close/>
                </a:path>
              </a:pathLst>
            </a:custGeom>
            <a:gradFill rotWithShape="0">
              <a:gsLst>
                <a:gs pos="0">
                  <a:srgbClr val="008442"/>
                </a:gs>
                <a:gs pos="100000">
                  <a:srgbClr val="00CC66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endParaRPr>
            </a:p>
          </p:txBody>
        </p:sp>
        <p:grpSp>
          <p:nvGrpSpPr>
            <p:cNvPr id="110" name="Group 108">
              <a:extLst>
                <a:ext uri="{FF2B5EF4-FFF2-40B4-BE49-F238E27FC236}">
                  <a16:creationId xmlns:a16="http://schemas.microsoft.com/office/drawing/2014/main" id="{A8D23934-A579-96B5-DA01-75F3B71161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46" y="2762"/>
              <a:ext cx="1047" cy="1046"/>
              <a:chOff x="1646" y="2762"/>
              <a:chExt cx="1047" cy="1046"/>
            </a:xfrm>
          </p:grpSpPr>
          <p:sp>
            <p:nvSpPr>
              <p:cNvPr id="111" name="Freeform 109">
                <a:extLst>
                  <a:ext uri="{FF2B5EF4-FFF2-40B4-BE49-F238E27FC236}">
                    <a16:creationId xmlns:a16="http://schemas.microsoft.com/office/drawing/2014/main" id="{CC77EC23-EB06-6C4B-0018-39573E0D9B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46" y="3453"/>
                <a:ext cx="458" cy="157"/>
              </a:xfrm>
              <a:custGeom>
                <a:avLst/>
                <a:gdLst>
                  <a:gd name="T0" fmla="*/ 0 w 458"/>
                  <a:gd name="T1" fmla="*/ 0 h 157"/>
                  <a:gd name="T2" fmla="*/ 458 w 458"/>
                  <a:gd name="T3" fmla="*/ 157 h 157"/>
                  <a:gd name="T4" fmla="*/ 0 60000 65536"/>
                  <a:gd name="T5" fmla="*/ 0 60000 65536"/>
                  <a:gd name="T6" fmla="*/ 0 w 458"/>
                  <a:gd name="T7" fmla="*/ 0 h 157"/>
                  <a:gd name="T8" fmla="*/ 458 w 458"/>
                  <a:gd name="T9" fmla="*/ 157 h 157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458" h="157">
                    <a:moveTo>
                      <a:pt x="0" y="0"/>
                    </a:moveTo>
                    <a:lnTo>
                      <a:pt x="458" y="157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112" name="Line 110">
                <a:extLst>
                  <a:ext uri="{FF2B5EF4-FFF2-40B4-BE49-F238E27FC236}">
                    <a16:creationId xmlns:a16="http://schemas.microsoft.com/office/drawing/2014/main" id="{7445A4DE-F896-EABC-BEA8-AE8AE739DA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653" y="3460"/>
                <a:ext cx="0" cy="195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113" name="Freeform 111">
                <a:extLst>
                  <a:ext uri="{FF2B5EF4-FFF2-40B4-BE49-F238E27FC236}">
                    <a16:creationId xmlns:a16="http://schemas.microsoft.com/office/drawing/2014/main" id="{F1A21184-C4A7-C409-26CD-A61DE5AEF5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0" y="3648"/>
                <a:ext cx="448" cy="160"/>
              </a:xfrm>
              <a:custGeom>
                <a:avLst/>
                <a:gdLst>
                  <a:gd name="T0" fmla="*/ 0 w 448"/>
                  <a:gd name="T1" fmla="*/ 0 h 160"/>
                  <a:gd name="T2" fmla="*/ 448 w 448"/>
                  <a:gd name="T3" fmla="*/ 160 h 160"/>
                  <a:gd name="T4" fmla="*/ 0 60000 65536"/>
                  <a:gd name="T5" fmla="*/ 0 60000 65536"/>
                  <a:gd name="T6" fmla="*/ 0 w 448"/>
                  <a:gd name="T7" fmla="*/ 0 h 160"/>
                  <a:gd name="T8" fmla="*/ 448 w 448"/>
                  <a:gd name="T9" fmla="*/ 160 h 16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448" h="160">
                    <a:moveTo>
                      <a:pt x="0" y="0"/>
                    </a:moveTo>
                    <a:lnTo>
                      <a:pt x="448" y="16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114" name="Line 112">
                <a:extLst>
                  <a:ext uri="{FF2B5EF4-FFF2-40B4-BE49-F238E27FC236}">
                    <a16:creationId xmlns:a16="http://schemas.microsoft.com/office/drawing/2014/main" id="{2AC03048-CB40-AA35-2D8C-292F271D0C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98" y="3606"/>
                <a:ext cx="0" cy="202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115" name="Line 113">
                <a:extLst>
                  <a:ext uri="{FF2B5EF4-FFF2-40B4-BE49-F238E27FC236}">
                    <a16:creationId xmlns:a16="http://schemas.microsoft.com/office/drawing/2014/main" id="{B0404E2C-B34E-5806-DDF0-3B4520868C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46" y="3404"/>
                <a:ext cx="122" cy="58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116" name="Freeform 114">
                <a:extLst>
                  <a:ext uri="{FF2B5EF4-FFF2-40B4-BE49-F238E27FC236}">
                    <a16:creationId xmlns:a16="http://schemas.microsoft.com/office/drawing/2014/main" id="{9DD38904-C1D1-E7B3-3B43-76176B2CF0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2" y="3410"/>
                <a:ext cx="437" cy="154"/>
              </a:xfrm>
              <a:custGeom>
                <a:avLst/>
                <a:gdLst>
                  <a:gd name="T0" fmla="*/ 0 w 437"/>
                  <a:gd name="T1" fmla="*/ 0 h 154"/>
                  <a:gd name="T2" fmla="*/ 437 w 437"/>
                  <a:gd name="T3" fmla="*/ 154 h 154"/>
                  <a:gd name="T4" fmla="*/ 0 60000 65536"/>
                  <a:gd name="T5" fmla="*/ 0 60000 65536"/>
                  <a:gd name="T6" fmla="*/ 0 w 437"/>
                  <a:gd name="T7" fmla="*/ 0 h 154"/>
                  <a:gd name="T8" fmla="*/ 437 w 437"/>
                  <a:gd name="T9" fmla="*/ 154 h 154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437" h="154">
                    <a:moveTo>
                      <a:pt x="0" y="0"/>
                    </a:moveTo>
                    <a:lnTo>
                      <a:pt x="437" y="154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117" name="Freeform 115">
                <a:extLst>
                  <a:ext uri="{FF2B5EF4-FFF2-40B4-BE49-F238E27FC236}">
                    <a16:creationId xmlns:a16="http://schemas.microsoft.com/office/drawing/2014/main" id="{36CC749A-0FF1-AC21-C0EB-57EED51C37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98" y="3564"/>
                <a:ext cx="98" cy="46"/>
              </a:xfrm>
              <a:custGeom>
                <a:avLst/>
                <a:gdLst>
                  <a:gd name="T0" fmla="*/ 0 w 98"/>
                  <a:gd name="T1" fmla="*/ 46 h 46"/>
                  <a:gd name="T2" fmla="*/ 98 w 98"/>
                  <a:gd name="T3" fmla="*/ 0 h 46"/>
                  <a:gd name="T4" fmla="*/ 0 60000 65536"/>
                  <a:gd name="T5" fmla="*/ 0 60000 65536"/>
                  <a:gd name="T6" fmla="*/ 0 w 98"/>
                  <a:gd name="T7" fmla="*/ 0 h 46"/>
                  <a:gd name="T8" fmla="*/ 98 w 98"/>
                  <a:gd name="T9" fmla="*/ 46 h 4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8" h="46">
                    <a:moveTo>
                      <a:pt x="0" y="46"/>
                    </a:moveTo>
                    <a:lnTo>
                      <a:pt x="98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118" name="Freeform 116">
                <a:extLst>
                  <a:ext uri="{FF2B5EF4-FFF2-40B4-BE49-F238E27FC236}">
                    <a16:creationId xmlns:a16="http://schemas.microsoft.com/office/drawing/2014/main" id="{356B35A5-5662-C68B-E390-0D3D0E7DF0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82" y="3411"/>
                <a:ext cx="101" cy="37"/>
              </a:xfrm>
              <a:custGeom>
                <a:avLst/>
                <a:gdLst>
                  <a:gd name="T0" fmla="*/ 0 w 101"/>
                  <a:gd name="T1" fmla="*/ 37 h 37"/>
                  <a:gd name="T2" fmla="*/ 101 w 101"/>
                  <a:gd name="T3" fmla="*/ 0 h 37"/>
                  <a:gd name="T4" fmla="*/ 0 60000 65536"/>
                  <a:gd name="T5" fmla="*/ 0 60000 65536"/>
                  <a:gd name="T6" fmla="*/ 0 w 101"/>
                  <a:gd name="T7" fmla="*/ 0 h 37"/>
                  <a:gd name="T8" fmla="*/ 101 w 101"/>
                  <a:gd name="T9" fmla="*/ 37 h 37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01" h="37">
                    <a:moveTo>
                      <a:pt x="0" y="37"/>
                    </a:moveTo>
                    <a:lnTo>
                      <a:pt x="101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119" name="Line 117">
                <a:extLst>
                  <a:ext uri="{FF2B5EF4-FFF2-40B4-BE49-F238E27FC236}">
                    <a16:creationId xmlns:a16="http://schemas.microsoft.com/office/drawing/2014/main" id="{1BCAAA5E-9002-EAE3-1F16-0E7D0B33D2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93" y="3402"/>
                <a:ext cx="0" cy="221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120" name="Freeform 118">
                <a:extLst>
                  <a:ext uri="{FF2B5EF4-FFF2-40B4-BE49-F238E27FC236}">
                    <a16:creationId xmlns:a16="http://schemas.microsoft.com/office/drawing/2014/main" id="{FA1A824C-14E0-AF15-9965-3AA8573204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91" y="3606"/>
                <a:ext cx="602" cy="202"/>
              </a:xfrm>
              <a:custGeom>
                <a:avLst/>
                <a:gdLst>
                  <a:gd name="T0" fmla="*/ 602 w 602"/>
                  <a:gd name="T1" fmla="*/ 0 h 202"/>
                  <a:gd name="T2" fmla="*/ 0 w 602"/>
                  <a:gd name="T3" fmla="*/ 202 h 202"/>
                  <a:gd name="T4" fmla="*/ 0 60000 65536"/>
                  <a:gd name="T5" fmla="*/ 0 60000 65536"/>
                  <a:gd name="T6" fmla="*/ 0 w 602"/>
                  <a:gd name="T7" fmla="*/ 0 h 202"/>
                  <a:gd name="T8" fmla="*/ 602 w 602"/>
                  <a:gd name="T9" fmla="*/ 202 h 202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602" h="202">
                    <a:moveTo>
                      <a:pt x="602" y="0"/>
                    </a:moveTo>
                    <a:lnTo>
                      <a:pt x="0" y="202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121" name="Line 119">
                <a:extLst>
                  <a:ext uri="{FF2B5EF4-FFF2-40B4-BE49-F238E27FC236}">
                    <a16:creationId xmlns:a16="http://schemas.microsoft.com/office/drawing/2014/main" id="{D64F2A81-E843-A0C9-6586-8E2FE94C6E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578" y="3056"/>
                <a:ext cx="0" cy="393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122" name="Freeform 120">
                <a:extLst>
                  <a:ext uri="{FF2B5EF4-FFF2-40B4-BE49-F238E27FC236}">
                    <a16:creationId xmlns:a16="http://schemas.microsoft.com/office/drawing/2014/main" id="{51122A45-A0A4-DFDE-5DB8-850DBEA0F0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5" y="2762"/>
                <a:ext cx="506" cy="153"/>
              </a:xfrm>
              <a:custGeom>
                <a:avLst/>
                <a:gdLst>
                  <a:gd name="T0" fmla="*/ 0 w 506"/>
                  <a:gd name="T1" fmla="*/ 0 h 153"/>
                  <a:gd name="T2" fmla="*/ 506 w 506"/>
                  <a:gd name="T3" fmla="*/ 153 h 153"/>
                  <a:gd name="T4" fmla="*/ 0 60000 65536"/>
                  <a:gd name="T5" fmla="*/ 0 60000 65536"/>
                  <a:gd name="T6" fmla="*/ 0 w 506"/>
                  <a:gd name="T7" fmla="*/ 0 h 153"/>
                  <a:gd name="T8" fmla="*/ 506 w 506"/>
                  <a:gd name="T9" fmla="*/ 153 h 15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506" h="153">
                    <a:moveTo>
                      <a:pt x="0" y="0"/>
                    </a:moveTo>
                    <a:lnTo>
                      <a:pt x="506" y="153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123" name="Line 121">
                <a:extLst>
                  <a:ext uri="{FF2B5EF4-FFF2-40B4-BE49-F238E27FC236}">
                    <a16:creationId xmlns:a16="http://schemas.microsoft.com/office/drawing/2014/main" id="{4E8475AC-164A-1D1C-9A8B-1B5C55ACC3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62" y="3040"/>
                <a:ext cx="0" cy="37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124" name="Freeform 122">
                <a:extLst>
                  <a:ext uri="{FF2B5EF4-FFF2-40B4-BE49-F238E27FC236}">
                    <a16:creationId xmlns:a16="http://schemas.microsoft.com/office/drawing/2014/main" id="{9723F047-6E1A-11AC-B373-2B3752EA22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81" y="3381"/>
                <a:ext cx="112" cy="25"/>
              </a:xfrm>
              <a:custGeom>
                <a:avLst/>
                <a:gdLst>
                  <a:gd name="T0" fmla="*/ 112 w 112"/>
                  <a:gd name="T1" fmla="*/ 25 h 25"/>
                  <a:gd name="T2" fmla="*/ 0 w 112"/>
                  <a:gd name="T3" fmla="*/ 0 h 25"/>
                  <a:gd name="T4" fmla="*/ 0 60000 65536"/>
                  <a:gd name="T5" fmla="*/ 0 60000 65536"/>
                  <a:gd name="T6" fmla="*/ 0 w 112"/>
                  <a:gd name="T7" fmla="*/ 0 h 25"/>
                  <a:gd name="T8" fmla="*/ 112 w 112"/>
                  <a:gd name="T9" fmla="*/ 25 h 25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12" h="25">
                    <a:moveTo>
                      <a:pt x="112" y="25"/>
                    </a:move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125" name="Oval 123">
                <a:extLst>
                  <a:ext uri="{FF2B5EF4-FFF2-40B4-BE49-F238E27FC236}">
                    <a16:creationId xmlns:a16="http://schemas.microsoft.com/office/drawing/2014/main" id="{668F4065-19C0-B810-5B5C-0A110CCB91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298593">
                <a:off x="2290" y="2992"/>
                <a:ext cx="206" cy="325"/>
              </a:xfrm>
              <a:prstGeom prst="ellipse">
                <a:avLst/>
              </a:prstGeom>
              <a:gradFill rotWithShape="0">
                <a:gsLst>
                  <a:gs pos="0">
                    <a:srgbClr val="005E2F"/>
                  </a:gs>
                  <a:gs pos="100000">
                    <a:srgbClr val="00CC66"/>
                  </a:gs>
                </a:gsLst>
                <a:lin ang="18900000" scaled="1"/>
              </a:gradFill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  <a:ea typeface="+mn-ea"/>
                </a:endParaRPr>
              </a:p>
            </p:txBody>
          </p:sp>
          <p:sp>
            <p:nvSpPr>
              <p:cNvPr id="126" name="Freeform 124">
                <a:extLst>
                  <a:ext uri="{FF2B5EF4-FFF2-40B4-BE49-F238E27FC236}">
                    <a16:creationId xmlns:a16="http://schemas.microsoft.com/office/drawing/2014/main" id="{965DA5E9-2609-7DD1-CF25-C3649C1363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94" y="2903"/>
                <a:ext cx="385" cy="310"/>
              </a:xfrm>
              <a:custGeom>
                <a:avLst/>
                <a:gdLst>
                  <a:gd name="T0" fmla="*/ 384 w 385"/>
                  <a:gd name="T1" fmla="*/ 161 h 310"/>
                  <a:gd name="T2" fmla="*/ 379 w 385"/>
                  <a:gd name="T3" fmla="*/ 103 h 310"/>
                  <a:gd name="T4" fmla="*/ 345 w 385"/>
                  <a:gd name="T5" fmla="*/ 46 h 310"/>
                  <a:gd name="T6" fmla="*/ 297 w 385"/>
                  <a:gd name="T7" fmla="*/ 12 h 310"/>
                  <a:gd name="T8" fmla="*/ 211 w 385"/>
                  <a:gd name="T9" fmla="*/ 3 h 310"/>
                  <a:gd name="T10" fmla="*/ 144 w 385"/>
                  <a:gd name="T11" fmla="*/ 31 h 310"/>
                  <a:gd name="T12" fmla="*/ 81 w 385"/>
                  <a:gd name="T13" fmla="*/ 92 h 310"/>
                  <a:gd name="T14" fmla="*/ 38 w 385"/>
                  <a:gd name="T15" fmla="*/ 158 h 310"/>
                  <a:gd name="T16" fmla="*/ 9 w 385"/>
                  <a:gd name="T17" fmla="*/ 233 h 310"/>
                  <a:gd name="T18" fmla="*/ 0 w 385"/>
                  <a:gd name="T19" fmla="*/ 310 h 31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385"/>
                  <a:gd name="T31" fmla="*/ 0 h 310"/>
                  <a:gd name="T32" fmla="*/ 385 w 385"/>
                  <a:gd name="T33" fmla="*/ 310 h 31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385" h="310">
                    <a:moveTo>
                      <a:pt x="384" y="161"/>
                    </a:moveTo>
                    <a:cubicBezTo>
                      <a:pt x="383" y="151"/>
                      <a:pt x="385" y="122"/>
                      <a:pt x="379" y="103"/>
                    </a:cubicBezTo>
                    <a:cubicBezTo>
                      <a:pt x="373" y="84"/>
                      <a:pt x="359" y="61"/>
                      <a:pt x="345" y="46"/>
                    </a:cubicBezTo>
                    <a:cubicBezTo>
                      <a:pt x="331" y="31"/>
                      <a:pt x="319" y="19"/>
                      <a:pt x="297" y="12"/>
                    </a:cubicBezTo>
                    <a:cubicBezTo>
                      <a:pt x="275" y="5"/>
                      <a:pt x="236" y="0"/>
                      <a:pt x="211" y="3"/>
                    </a:cubicBezTo>
                    <a:cubicBezTo>
                      <a:pt x="186" y="6"/>
                      <a:pt x="166" y="16"/>
                      <a:pt x="144" y="31"/>
                    </a:cubicBezTo>
                    <a:cubicBezTo>
                      <a:pt x="122" y="46"/>
                      <a:pt x="99" y="71"/>
                      <a:pt x="81" y="92"/>
                    </a:cubicBezTo>
                    <a:cubicBezTo>
                      <a:pt x="63" y="113"/>
                      <a:pt x="50" y="134"/>
                      <a:pt x="38" y="158"/>
                    </a:cubicBezTo>
                    <a:cubicBezTo>
                      <a:pt x="26" y="182"/>
                      <a:pt x="15" y="208"/>
                      <a:pt x="9" y="233"/>
                    </a:cubicBezTo>
                    <a:cubicBezTo>
                      <a:pt x="3" y="258"/>
                      <a:pt x="2" y="294"/>
                      <a:pt x="0" y="310"/>
                    </a:cubicBez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127" name="Freeform 125">
                <a:extLst>
                  <a:ext uri="{FF2B5EF4-FFF2-40B4-BE49-F238E27FC236}">
                    <a16:creationId xmlns:a16="http://schemas.microsoft.com/office/drawing/2014/main" id="{D25B5B74-346B-30B9-81C1-0A723F557B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62" y="2770"/>
                <a:ext cx="230" cy="270"/>
              </a:xfrm>
              <a:custGeom>
                <a:avLst/>
                <a:gdLst>
                  <a:gd name="T0" fmla="*/ 230 w 230"/>
                  <a:gd name="T1" fmla="*/ 0 h 270"/>
                  <a:gd name="T2" fmla="*/ 150 w 230"/>
                  <a:gd name="T3" fmla="*/ 14 h 270"/>
                  <a:gd name="T4" fmla="*/ 77 w 230"/>
                  <a:gd name="T5" fmla="*/ 58 h 270"/>
                  <a:gd name="T6" fmla="*/ 33 w 230"/>
                  <a:gd name="T7" fmla="*/ 116 h 270"/>
                  <a:gd name="T8" fmla="*/ 5 w 230"/>
                  <a:gd name="T9" fmla="*/ 183 h 270"/>
                  <a:gd name="T10" fmla="*/ 0 w 230"/>
                  <a:gd name="T11" fmla="*/ 270 h 27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30"/>
                  <a:gd name="T19" fmla="*/ 0 h 270"/>
                  <a:gd name="T20" fmla="*/ 230 w 230"/>
                  <a:gd name="T21" fmla="*/ 270 h 27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30" h="270">
                    <a:moveTo>
                      <a:pt x="230" y="0"/>
                    </a:moveTo>
                    <a:cubicBezTo>
                      <a:pt x="217" y="2"/>
                      <a:pt x="176" y="4"/>
                      <a:pt x="150" y="14"/>
                    </a:cubicBezTo>
                    <a:cubicBezTo>
                      <a:pt x="124" y="24"/>
                      <a:pt x="96" y="41"/>
                      <a:pt x="77" y="58"/>
                    </a:cubicBezTo>
                    <a:cubicBezTo>
                      <a:pt x="58" y="75"/>
                      <a:pt x="45" y="95"/>
                      <a:pt x="33" y="116"/>
                    </a:cubicBezTo>
                    <a:cubicBezTo>
                      <a:pt x="21" y="137"/>
                      <a:pt x="10" y="157"/>
                      <a:pt x="5" y="183"/>
                    </a:cubicBezTo>
                    <a:cubicBezTo>
                      <a:pt x="0" y="209"/>
                      <a:pt x="1" y="252"/>
                      <a:pt x="0" y="270"/>
                    </a:cubicBez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128" name="Freeform 126">
                <a:extLst>
                  <a:ext uri="{FF2B5EF4-FFF2-40B4-BE49-F238E27FC236}">
                    <a16:creationId xmlns:a16="http://schemas.microsoft.com/office/drawing/2014/main" id="{8158B62F-D098-81D9-9183-31EF253860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89" y="3194"/>
                <a:ext cx="3" cy="377"/>
              </a:xfrm>
              <a:custGeom>
                <a:avLst/>
                <a:gdLst>
                  <a:gd name="T0" fmla="*/ 0 w 3"/>
                  <a:gd name="T1" fmla="*/ 377 h 377"/>
                  <a:gd name="T2" fmla="*/ 3 w 3"/>
                  <a:gd name="T3" fmla="*/ 0 h 377"/>
                  <a:gd name="T4" fmla="*/ 0 60000 65536"/>
                  <a:gd name="T5" fmla="*/ 0 60000 65536"/>
                  <a:gd name="T6" fmla="*/ 0 w 3"/>
                  <a:gd name="T7" fmla="*/ 0 h 377"/>
                  <a:gd name="T8" fmla="*/ 3 w 3"/>
                  <a:gd name="T9" fmla="*/ 377 h 377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3" h="377">
                    <a:moveTo>
                      <a:pt x="0" y="377"/>
                    </a:moveTo>
                    <a:lnTo>
                      <a:pt x="3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</p:grpSp>
      </p:grpSp>
      <p:sp>
        <p:nvSpPr>
          <p:cNvPr id="129" name="AutoShape 127">
            <a:extLst>
              <a:ext uri="{FF2B5EF4-FFF2-40B4-BE49-F238E27FC236}">
                <a16:creationId xmlns:a16="http://schemas.microsoft.com/office/drawing/2014/main" id="{9A9D5E11-A9FC-C0DC-D54E-FF5CB6C3A0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9472" y="3159223"/>
            <a:ext cx="1741487" cy="38134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000" kern="0" dirty="0">
                <a:latin typeface="+mn-ea"/>
                <a:ea typeface="+mn-ea"/>
                <a:sym typeface="Symbol" panose="05050102010706020507" pitchFamily="18" charset="2"/>
              </a:rPr>
              <a:t>共面</a:t>
            </a:r>
            <a:r>
              <a:rPr kumimoji="1" lang="zh-CN" altLang="en-US" sz="20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叠加</a:t>
            </a:r>
          </a:p>
        </p:txBody>
      </p:sp>
      <p:sp>
        <p:nvSpPr>
          <p:cNvPr id="132" name="Text Box 46">
            <a:extLst>
              <a:ext uri="{FF2B5EF4-FFF2-40B4-BE49-F238E27FC236}">
                <a16:creationId xmlns:a16="http://schemas.microsoft.com/office/drawing/2014/main" id="{757CDA3A-5913-9F9E-8F2E-35FB3E7A56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5400" y="1879498"/>
            <a:ext cx="181812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(1) </a:t>
            </a: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叠加式</a:t>
            </a:r>
            <a:endParaRPr lang="zh-CN" altLang="en-US" sz="2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3" name="Text Box 87">
            <a:extLst>
              <a:ext uri="{FF2B5EF4-FFF2-40B4-BE49-F238E27FC236}">
                <a16:creationId xmlns:a16="http://schemas.microsoft.com/office/drawing/2014/main" id="{E84ED352-CF82-A9FB-217E-B5F4260D18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376" y="1177588"/>
            <a:ext cx="351891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fontAlgn="base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组合体的组成方式</a:t>
            </a:r>
          </a:p>
        </p:txBody>
      </p:sp>
    </p:spTree>
    <p:extLst>
      <p:ext uri="{BB962C8B-B14F-4D97-AF65-F5344CB8AC3E}">
        <p14:creationId xmlns:p14="http://schemas.microsoft.com/office/powerpoint/2010/main" val="3219903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2C444D-D23A-96E2-4D03-F618B8B93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>
            <a:extLst>
              <a:ext uri="{FF2B5EF4-FFF2-40B4-BE49-F238E27FC236}">
                <a16:creationId xmlns:a16="http://schemas.microsoft.com/office/drawing/2014/main" id="{63303D5A-9703-4948-A9C4-E47CB23177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19" y="412176"/>
            <a:ext cx="4169731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9.1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组合体的组成方式</a:t>
            </a:r>
          </a:p>
        </p:txBody>
      </p:sp>
      <p:sp>
        <p:nvSpPr>
          <p:cNvPr id="16" name="灯片编号占位符 3">
            <a:extLst>
              <a:ext uri="{FF2B5EF4-FFF2-40B4-BE49-F238E27FC236}">
                <a16:creationId xmlns:a16="http://schemas.microsoft.com/office/drawing/2014/main" id="{A3D12CD5-267C-46ED-59E4-CEB28A27F77A}"/>
              </a:ext>
            </a:extLst>
          </p:cNvPr>
          <p:cNvSpPr txBox="1">
            <a:spLocks/>
          </p:cNvSpPr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  <a:pPr/>
              <a:t>20</a:t>
            </a:fld>
            <a:endParaRPr lang="en-US" altLang="zh-CN" dirty="0"/>
          </a:p>
        </p:txBody>
      </p:sp>
      <p:pic>
        <p:nvPicPr>
          <p:cNvPr id="3" name="Picture 12">
            <a:extLst>
              <a:ext uri="{FF2B5EF4-FFF2-40B4-BE49-F238E27FC236}">
                <a16:creationId xmlns:a16="http://schemas.microsoft.com/office/drawing/2014/main" id="{A3FFCD9A-3C6E-6151-4562-B61945240A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24000" contrast="-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8248" y="3007672"/>
            <a:ext cx="2210477" cy="2366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Picture 13">
            <a:extLst>
              <a:ext uri="{FF2B5EF4-FFF2-40B4-BE49-F238E27FC236}">
                <a16:creationId xmlns:a16="http://schemas.microsoft.com/office/drawing/2014/main" id="{33599EF7-E173-6537-A1E0-EDC04D1795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3832" y="3158278"/>
            <a:ext cx="3187280" cy="20654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5" name="Group 14">
            <a:extLst>
              <a:ext uri="{FF2B5EF4-FFF2-40B4-BE49-F238E27FC236}">
                <a16:creationId xmlns:a16="http://schemas.microsoft.com/office/drawing/2014/main" id="{AB473966-051F-2B51-C0C7-AEF241493F8B}"/>
              </a:ext>
            </a:extLst>
          </p:cNvPr>
          <p:cNvGrpSpPr>
            <a:grpSpLocks/>
          </p:cNvGrpSpPr>
          <p:nvPr/>
        </p:nvGrpSpPr>
        <p:grpSpPr bwMode="auto">
          <a:xfrm>
            <a:off x="1564303" y="2978089"/>
            <a:ext cx="2684026" cy="2425822"/>
            <a:chOff x="288" y="444"/>
            <a:chExt cx="1085" cy="870"/>
          </a:xfrm>
        </p:grpSpPr>
        <p:sp>
          <p:nvSpPr>
            <p:cNvPr id="6" name="Freeform 15">
              <a:extLst>
                <a:ext uri="{FF2B5EF4-FFF2-40B4-BE49-F238E27FC236}">
                  <a16:creationId xmlns:a16="http://schemas.microsoft.com/office/drawing/2014/main" id="{5DC4716A-1C5D-2291-5B58-45544D49950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" y="444"/>
              <a:ext cx="624" cy="476"/>
            </a:xfrm>
            <a:custGeom>
              <a:avLst/>
              <a:gdLst>
                <a:gd name="T0" fmla="*/ 242 w 624"/>
                <a:gd name="T1" fmla="*/ 476 h 476"/>
                <a:gd name="T2" fmla="*/ 0 w 624"/>
                <a:gd name="T3" fmla="*/ 194 h 476"/>
                <a:gd name="T4" fmla="*/ 624 w 624"/>
                <a:gd name="T5" fmla="*/ 0 h 476"/>
                <a:gd name="T6" fmla="*/ 242 w 624"/>
                <a:gd name="T7" fmla="*/ 476 h 47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24" h="476">
                  <a:moveTo>
                    <a:pt x="242" y="476"/>
                  </a:moveTo>
                  <a:lnTo>
                    <a:pt x="0" y="194"/>
                  </a:lnTo>
                  <a:lnTo>
                    <a:pt x="624" y="0"/>
                  </a:lnTo>
                  <a:lnTo>
                    <a:pt x="242" y="476"/>
                  </a:lnTo>
                  <a:close/>
                </a:path>
              </a:pathLst>
            </a:custGeom>
            <a:solidFill>
              <a:srgbClr val="FF33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" name="Freeform 16">
              <a:extLst>
                <a:ext uri="{FF2B5EF4-FFF2-40B4-BE49-F238E27FC236}">
                  <a16:creationId xmlns:a16="http://schemas.microsoft.com/office/drawing/2014/main" id="{B30FC7D4-1AFD-67F9-77A1-91350826024E}"/>
                </a:ext>
              </a:extLst>
            </p:cNvPr>
            <p:cNvSpPr>
              <a:spLocks/>
            </p:cNvSpPr>
            <p:nvPr/>
          </p:nvSpPr>
          <p:spPr bwMode="auto">
            <a:xfrm>
              <a:off x="624" y="450"/>
              <a:ext cx="749" cy="864"/>
            </a:xfrm>
            <a:custGeom>
              <a:avLst/>
              <a:gdLst>
                <a:gd name="T0" fmla="*/ 48 w 749"/>
                <a:gd name="T1" fmla="*/ 480 h 864"/>
                <a:gd name="T2" fmla="*/ 0 w 749"/>
                <a:gd name="T3" fmla="*/ 864 h 864"/>
                <a:gd name="T4" fmla="*/ 749 w 749"/>
                <a:gd name="T5" fmla="*/ 552 h 864"/>
                <a:gd name="T6" fmla="*/ 432 w 749"/>
                <a:gd name="T7" fmla="*/ 0 h 864"/>
                <a:gd name="T8" fmla="*/ 48 w 749"/>
                <a:gd name="T9" fmla="*/ 480 h 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49" h="864">
                  <a:moveTo>
                    <a:pt x="48" y="480"/>
                  </a:moveTo>
                  <a:lnTo>
                    <a:pt x="0" y="864"/>
                  </a:lnTo>
                  <a:lnTo>
                    <a:pt x="749" y="552"/>
                  </a:lnTo>
                  <a:lnTo>
                    <a:pt x="432" y="0"/>
                  </a:lnTo>
                  <a:lnTo>
                    <a:pt x="48" y="480"/>
                  </a:lnTo>
                  <a:close/>
                </a:path>
              </a:pathLst>
            </a:custGeom>
            <a:gradFill rotWithShape="0">
              <a:gsLst>
                <a:gs pos="0">
                  <a:srgbClr val="00E4A8"/>
                </a:gs>
                <a:gs pos="100000">
                  <a:srgbClr val="00E4A8">
                    <a:gamma/>
                    <a:shade val="46275"/>
                    <a:invGamma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charset="-122"/>
              </a:endParaRPr>
            </a:p>
          </p:txBody>
        </p:sp>
        <p:sp>
          <p:nvSpPr>
            <p:cNvPr id="8" name="Freeform 17">
              <a:extLst>
                <a:ext uri="{FF2B5EF4-FFF2-40B4-BE49-F238E27FC236}">
                  <a16:creationId xmlns:a16="http://schemas.microsoft.com/office/drawing/2014/main" id="{580F4B6C-7DBF-FABB-6C01-CB69CEFE8FC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" y="636"/>
              <a:ext cx="384" cy="672"/>
            </a:xfrm>
            <a:custGeom>
              <a:avLst/>
              <a:gdLst>
                <a:gd name="T0" fmla="*/ 384 w 384"/>
                <a:gd name="T1" fmla="*/ 288 h 672"/>
                <a:gd name="T2" fmla="*/ 144 w 384"/>
                <a:gd name="T3" fmla="*/ 0 h 672"/>
                <a:gd name="T4" fmla="*/ 0 w 384"/>
                <a:gd name="T5" fmla="*/ 240 h 672"/>
                <a:gd name="T6" fmla="*/ 336 w 384"/>
                <a:gd name="T7" fmla="*/ 672 h 672"/>
                <a:gd name="T8" fmla="*/ 384 w 384"/>
                <a:gd name="T9" fmla="*/ 288 h 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4" h="672">
                  <a:moveTo>
                    <a:pt x="384" y="288"/>
                  </a:moveTo>
                  <a:lnTo>
                    <a:pt x="144" y="0"/>
                  </a:lnTo>
                  <a:lnTo>
                    <a:pt x="0" y="240"/>
                  </a:lnTo>
                  <a:lnTo>
                    <a:pt x="336" y="672"/>
                  </a:lnTo>
                  <a:lnTo>
                    <a:pt x="384" y="288"/>
                  </a:lnTo>
                  <a:close/>
                </a:path>
              </a:pathLst>
            </a:custGeom>
            <a:gradFill rotWithShape="0">
              <a:gsLst>
                <a:gs pos="0">
                  <a:srgbClr val="00E4A8"/>
                </a:gs>
                <a:gs pos="100000">
                  <a:srgbClr val="00E4A8">
                    <a:gamma/>
                    <a:shade val="46275"/>
                    <a:invGamma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charset="-122"/>
              </a:endParaRPr>
            </a:p>
          </p:txBody>
        </p:sp>
      </p:grpSp>
      <p:sp>
        <p:nvSpPr>
          <p:cNvPr id="11" name="Text Box 46">
            <a:extLst>
              <a:ext uri="{FF2B5EF4-FFF2-40B4-BE49-F238E27FC236}">
                <a16:creationId xmlns:a16="http://schemas.microsoft.com/office/drawing/2014/main" id="{EFA85479-87A7-9B7E-4326-3F1DB8ECE6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5400" y="1879498"/>
            <a:ext cx="181812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(2) </a:t>
            </a: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切割式</a:t>
            </a:r>
            <a:endParaRPr lang="zh-CN" altLang="en-US" sz="2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ext Box 87">
            <a:extLst>
              <a:ext uri="{FF2B5EF4-FFF2-40B4-BE49-F238E27FC236}">
                <a16:creationId xmlns:a16="http://schemas.microsoft.com/office/drawing/2014/main" id="{0DC7C0F4-13F5-8369-A2FE-5B1570884A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376" y="1177588"/>
            <a:ext cx="351891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fontAlgn="base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组合体的组成方式</a:t>
            </a:r>
          </a:p>
        </p:txBody>
      </p:sp>
    </p:spTree>
    <p:extLst>
      <p:ext uri="{BB962C8B-B14F-4D97-AF65-F5344CB8AC3E}">
        <p14:creationId xmlns:p14="http://schemas.microsoft.com/office/powerpoint/2010/main" val="1270570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304BCC-C531-AEAB-53BE-40191AD0A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>
            <a:extLst>
              <a:ext uri="{FF2B5EF4-FFF2-40B4-BE49-F238E27FC236}">
                <a16:creationId xmlns:a16="http://schemas.microsoft.com/office/drawing/2014/main" id="{3F57D462-8BF3-9666-6054-9B46206279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19" y="412176"/>
            <a:ext cx="4169731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9.1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组合体的组成方式</a:t>
            </a:r>
          </a:p>
        </p:txBody>
      </p:sp>
      <p:sp>
        <p:nvSpPr>
          <p:cNvPr id="16" name="灯片编号占位符 3">
            <a:extLst>
              <a:ext uri="{FF2B5EF4-FFF2-40B4-BE49-F238E27FC236}">
                <a16:creationId xmlns:a16="http://schemas.microsoft.com/office/drawing/2014/main" id="{6B3731AC-ECE8-BE21-F960-AE131E738936}"/>
              </a:ext>
            </a:extLst>
          </p:cNvPr>
          <p:cNvSpPr txBox="1">
            <a:spLocks/>
          </p:cNvSpPr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  <a:pPr/>
              <a:t>21</a:t>
            </a:fld>
            <a:endParaRPr lang="en-US" altLang="zh-CN" dirty="0"/>
          </a:p>
        </p:txBody>
      </p:sp>
      <p:sp>
        <p:nvSpPr>
          <p:cNvPr id="3" name="Text Box 7">
            <a:extLst>
              <a:ext uri="{FF2B5EF4-FFF2-40B4-BE49-F238E27FC236}">
                <a16:creationId xmlns:a16="http://schemas.microsoft.com/office/drawing/2014/main" id="{46CC5ED4-57B9-D1F3-2919-FF3AA1771D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6270" y="5620704"/>
            <a:ext cx="551946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形体分析为主，面形分析为辅</a:t>
            </a:r>
          </a:p>
        </p:txBody>
      </p:sp>
      <p:graphicFrame>
        <p:nvGraphicFramePr>
          <p:cNvPr id="4" name="图示 3">
            <a:extLst>
              <a:ext uri="{FF2B5EF4-FFF2-40B4-BE49-F238E27FC236}">
                <a16:creationId xmlns:a16="http://schemas.microsoft.com/office/drawing/2014/main" id="{121A947D-2627-154F-0486-43FAC91D8221}"/>
              </a:ext>
            </a:extLst>
          </p:cNvPr>
          <p:cNvGraphicFramePr/>
          <p:nvPr/>
        </p:nvGraphicFramePr>
        <p:xfrm>
          <a:off x="1819249" y="1661245"/>
          <a:ext cx="8447496" cy="39594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 Box 87">
            <a:extLst>
              <a:ext uri="{FF2B5EF4-FFF2-40B4-BE49-F238E27FC236}">
                <a16:creationId xmlns:a16="http://schemas.microsoft.com/office/drawing/2014/main" id="{202143A5-A27A-4262-F4DB-C14C3E116B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376" y="1177588"/>
            <a:ext cx="459613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fontAlgn="base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组合体的画图和读图方法</a:t>
            </a:r>
          </a:p>
        </p:txBody>
      </p:sp>
    </p:spTree>
    <p:extLst>
      <p:ext uri="{BB962C8B-B14F-4D97-AF65-F5344CB8AC3E}">
        <p14:creationId xmlns:p14="http://schemas.microsoft.com/office/powerpoint/2010/main" val="3731762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46398BE-2483-4ED8-9ED1-CBFDE68F608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graphicEl>
                                              <a:dgm id="{E46398BE-2483-4ED8-9ED1-CBFDE68F608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880C2E3-4A3E-4C41-8F82-26DE95CF17C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graphicEl>
                                              <a:dgm id="{C880C2E3-4A3E-4C41-8F82-26DE95CF17C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060522BA-C78F-4D00-899C-05E669CE4E0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graphicEl>
                                              <a:dgm id="{060522BA-C78F-4D00-899C-05E669CE4E0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93C12DA0-D8D5-4A53-B064-FE76BFEBD1B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graphicEl>
                                              <a:dgm id="{93C12DA0-D8D5-4A53-B064-FE76BFEBD1B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Graphic spid="4" grpId="0" uiExpand="1">
        <p:bldSub>
          <a:bldDgm bld="one"/>
        </p:bldSub>
      </p:bldGraphic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4006F-6210-3FD1-20A7-3EA06C194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85F6D04-2517-2A96-92B1-C486A8CB3D2A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3015675" y="2727903"/>
            <a:ext cx="6160662" cy="830997"/>
          </a:xfr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4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9.3 </a:t>
            </a:r>
            <a:r>
              <a:rPr lang="zh-CN" altLang="en-US" sz="4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组合体的读图方法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9B13D7D3-3E23-1EEB-048F-6F7A9728B0CB}"/>
              </a:ext>
            </a:extLst>
          </p:cNvPr>
          <p:cNvSpPr/>
          <p:nvPr/>
        </p:nvSpPr>
        <p:spPr>
          <a:xfrm>
            <a:off x="2783632" y="1136817"/>
            <a:ext cx="41870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A50021"/>
                </a:solidFill>
                <a:latin typeface="华文新魏" pitchFamily="2" charset="-122"/>
                <a:ea typeface="华文新魏" pitchFamily="2" charset="-122"/>
              </a:rPr>
              <a:t>9</a:t>
            </a:r>
            <a:endParaRPr lang="zh-CN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672832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4F1C01-905B-01D8-B597-9E74457E0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>
            <a:extLst>
              <a:ext uri="{FF2B5EF4-FFF2-40B4-BE49-F238E27FC236}">
                <a16:creationId xmlns:a16="http://schemas.microsoft.com/office/drawing/2014/main" id="{5407075A-9AFD-F3E8-CAE1-80F27D4E7C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19" y="412176"/>
            <a:ext cx="4169731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9.3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组合体的读图方法</a:t>
            </a:r>
          </a:p>
        </p:txBody>
      </p:sp>
      <p:sp>
        <p:nvSpPr>
          <p:cNvPr id="16" name="灯片编号占位符 3">
            <a:extLst>
              <a:ext uri="{FF2B5EF4-FFF2-40B4-BE49-F238E27FC236}">
                <a16:creationId xmlns:a16="http://schemas.microsoft.com/office/drawing/2014/main" id="{B80F585B-314C-48F5-DD52-F90FA7EE31A6}"/>
              </a:ext>
            </a:extLst>
          </p:cNvPr>
          <p:cNvSpPr txBox="1">
            <a:spLocks/>
          </p:cNvSpPr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  <a:pPr/>
              <a:t>23</a:t>
            </a:fld>
            <a:endParaRPr lang="en-US" altLang="zh-CN" dirty="0"/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4EBD558A-B732-CE64-0F22-E80A352091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43966" y="1845392"/>
            <a:ext cx="557075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始终把空间想象和投影分析相结合</a:t>
            </a: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FA62B5B0-3711-C858-6D33-C885C2783A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86551" y="2880048"/>
            <a:ext cx="1620957" cy="52322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accent5">
                <a:lumMod val="40000"/>
                <a:lumOff val="60000"/>
              </a:schemeClr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物体形状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018098C-1F70-BA1E-9707-AEFED48B3D4F}"/>
              </a:ext>
            </a:extLst>
          </p:cNvPr>
          <p:cNvGrpSpPr>
            <a:grpSpLocks/>
          </p:cNvGrpSpPr>
          <p:nvPr/>
        </p:nvGrpSpPr>
        <p:grpSpPr bwMode="auto">
          <a:xfrm>
            <a:off x="4587688" y="2456186"/>
            <a:ext cx="3562350" cy="730250"/>
            <a:chOff x="1844" y="1023"/>
            <a:chExt cx="2244" cy="460"/>
          </a:xfrm>
        </p:grpSpPr>
        <p:sp>
          <p:nvSpPr>
            <p:cNvPr id="7" name="Text Box 6">
              <a:extLst>
                <a:ext uri="{FF2B5EF4-FFF2-40B4-BE49-F238E27FC236}">
                  <a16:creationId xmlns:a16="http://schemas.microsoft.com/office/drawing/2014/main" id="{0D390374-D03B-BEDD-72CB-AB0F8733ED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09" y="1023"/>
              <a:ext cx="2161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i="0" u="none" strike="noStrike" kern="0" cap="none" spc="0" normalizeH="0" baseline="0" noProof="0" dirty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+mn-ea"/>
                  <a:ea typeface="+mn-ea"/>
                </a:rPr>
                <a:t>投影分析、空间想象</a:t>
              </a:r>
            </a:p>
          </p:txBody>
        </p:sp>
        <p:sp>
          <p:nvSpPr>
            <p:cNvPr id="8" name="Line 7">
              <a:extLst>
                <a:ext uri="{FF2B5EF4-FFF2-40B4-BE49-F238E27FC236}">
                  <a16:creationId xmlns:a16="http://schemas.microsoft.com/office/drawing/2014/main" id="{D358109D-BCA9-A757-AFBD-28723117B6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44" y="1483"/>
              <a:ext cx="2244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endParaRPr>
            </a:p>
          </p:txBody>
        </p:sp>
      </p:grpSp>
      <p:sp>
        <p:nvSpPr>
          <p:cNvPr id="9" name="Text Box 8">
            <a:extLst>
              <a:ext uri="{FF2B5EF4-FFF2-40B4-BE49-F238E27FC236}">
                <a16:creationId xmlns:a16="http://schemas.microsoft.com/office/drawing/2014/main" id="{6B49BD0C-38BA-80E9-B70B-52A3716DD8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22007" y="4289586"/>
            <a:ext cx="1980029" cy="52322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accent5">
                <a:lumMod val="40000"/>
                <a:lumOff val="60000"/>
              </a:schemeClr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物体的视图</a:t>
            </a:r>
          </a:p>
        </p:txBody>
      </p:sp>
      <p:sp>
        <p:nvSpPr>
          <p:cNvPr id="10" name="Text Box 9">
            <a:extLst>
              <a:ext uri="{FF2B5EF4-FFF2-40B4-BE49-F238E27FC236}">
                <a16:creationId xmlns:a16="http://schemas.microsoft.com/office/drawing/2014/main" id="{432B2CDE-D48F-625A-B4E2-883695E0B1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3488" y="2895923"/>
            <a:ext cx="1620957" cy="52322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accent5">
                <a:lumMod val="40000"/>
                <a:lumOff val="60000"/>
              </a:schemeClr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已知视图</a:t>
            </a:r>
          </a:p>
        </p:txBody>
      </p:sp>
      <p:sp>
        <p:nvSpPr>
          <p:cNvPr id="11" name="Line 10">
            <a:extLst>
              <a:ext uri="{FF2B5EF4-FFF2-40B4-BE49-F238E27FC236}">
                <a16:creationId xmlns:a16="http://schemas.microsoft.com/office/drawing/2014/main" id="{B49A052C-31C2-C5C6-DEEC-F354EECBA21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675376" y="3478536"/>
            <a:ext cx="1411287" cy="1039812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2" name="Line 11">
            <a:extLst>
              <a:ext uri="{FF2B5EF4-FFF2-40B4-BE49-F238E27FC236}">
                <a16:creationId xmlns:a16="http://schemas.microsoft.com/office/drawing/2014/main" id="{B0F8C1AF-4CE2-CAEE-83E9-EEB81BAC7B4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706626" y="3495998"/>
            <a:ext cx="1711325" cy="102235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3" name="Text Box 12">
            <a:extLst>
              <a:ext uri="{FF2B5EF4-FFF2-40B4-BE49-F238E27FC236}">
                <a16:creationId xmlns:a16="http://schemas.microsoft.com/office/drawing/2014/main" id="{4286654E-A72D-639C-1A00-DB8B0C38FA30}"/>
              </a:ext>
            </a:extLst>
          </p:cNvPr>
          <p:cNvSpPr txBox="1">
            <a:spLocks noChangeArrowheads="1"/>
          </p:cNvSpPr>
          <p:nvPr/>
        </p:nvSpPr>
        <p:spPr bwMode="auto">
          <a:xfrm rot="19338224">
            <a:off x="7602351" y="3648398"/>
            <a:ext cx="9017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i="0" u="none" strike="noStrike" kern="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ea"/>
                <a:ea typeface="+mn-ea"/>
              </a:rPr>
              <a:t>默想</a:t>
            </a:r>
          </a:p>
        </p:txBody>
      </p:sp>
      <p:sp>
        <p:nvSpPr>
          <p:cNvPr id="14" name="Text Box 13">
            <a:extLst>
              <a:ext uri="{FF2B5EF4-FFF2-40B4-BE49-F238E27FC236}">
                <a16:creationId xmlns:a16="http://schemas.microsoft.com/office/drawing/2014/main" id="{0E31445E-2489-FBE6-9BA4-C821222CE11C}"/>
              </a:ext>
            </a:extLst>
          </p:cNvPr>
          <p:cNvSpPr txBox="1">
            <a:spLocks noChangeArrowheads="1"/>
          </p:cNvSpPr>
          <p:nvPr/>
        </p:nvSpPr>
        <p:spPr bwMode="auto">
          <a:xfrm rot="1851660">
            <a:off x="4408301" y="3629348"/>
            <a:ext cx="9017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i="0" u="none" strike="noStrike" kern="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ea"/>
                <a:ea typeface="+mn-ea"/>
              </a:rPr>
              <a:t>对照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C83BB7B-3273-5145-098B-6C98EDD6AFE1}"/>
              </a:ext>
            </a:extLst>
          </p:cNvPr>
          <p:cNvGrpSpPr>
            <a:grpSpLocks/>
          </p:cNvGrpSpPr>
          <p:nvPr/>
        </p:nvGrpSpPr>
        <p:grpSpPr bwMode="auto">
          <a:xfrm>
            <a:off x="5598928" y="3268989"/>
            <a:ext cx="1776413" cy="906463"/>
            <a:chOff x="2292" y="1557"/>
            <a:chExt cx="1119" cy="571"/>
          </a:xfrm>
        </p:grpSpPr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1F3306F5-A92F-0EC3-FD15-0C2C45CCBC5B}"/>
                </a:ext>
              </a:extLst>
            </p:cNvPr>
            <p:cNvSpPr>
              <a:spLocks/>
            </p:cNvSpPr>
            <p:nvPr/>
          </p:nvSpPr>
          <p:spPr bwMode="auto">
            <a:xfrm>
              <a:off x="2292" y="1557"/>
              <a:ext cx="1119" cy="571"/>
            </a:xfrm>
            <a:custGeom>
              <a:avLst/>
              <a:gdLst>
                <a:gd name="T0" fmla="*/ 344 w 1175"/>
                <a:gd name="T1" fmla="*/ 11 h 416"/>
                <a:gd name="T2" fmla="*/ 677 w 1175"/>
                <a:gd name="T3" fmla="*/ 11 h 416"/>
                <a:gd name="T4" fmla="*/ 1022 w 1175"/>
                <a:gd name="T5" fmla="*/ 77 h 416"/>
                <a:gd name="T6" fmla="*/ 1144 w 1175"/>
                <a:gd name="T7" fmla="*/ 288 h 416"/>
                <a:gd name="T8" fmla="*/ 833 w 1175"/>
                <a:gd name="T9" fmla="*/ 388 h 416"/>
                <a:gd name="T10" fmla="*/ 411 w 1175"/>
                <a:gd name="T11" fmla="*/ 366 h 416"/>
                <a:gd name="T12" fmla="*/ 0 w 1175"/>
                <a:gd name="T13" fmla="*/ 88 h 41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connsiteX0" fmla="*/ 2928 w 9845"/>
                <a:gd name="connsiteY0" fmla="*/ 0 h 9368"/>
                <a:gd name="connsiteX1" fmla="*/ 8698 w 9845"/>
                <a:gd name="connsiteY1" fmla="*/ 1587 h 9368"/>
                <a:gd name="connsiteX2" fmla="*/ 9736 w 9845"/>
                <a:gd name="connsiteY2" fmla="*/ 6659 h 9368"/>
                <a:gd name="connsiteX3" fmla="*/ 7089 w 9845"/>
                <a:gd name="connsiteY3" fmla="*/ 9063 h 9368"/>
                <a:gd name="connsiteX4" fmla="*/ 3498 w 9845"/>
                <a:gd name="connsiteY4" fmla="*/ 8534 h 9368"/>
                <a:gd name="connsiteX5" fmla="*/ 0 w 9845"/>
                <a:gd name="connsiteY5" fmla="*/ 1851 h 9368"/>
                <a:gd name="connsiteX0" fmla="*/ 2974 w 10267"/>
                <a:gd name="connsiteY0" fmla="*/ 0 h 9348"/>
                <a:gd name="connsiteX1" fmla="*/ 8835 w 10267"/>
                <a:gd name="connsiteY1" fmla="*/ 1694 h 9348"/>
                <a:gd name="connsiteX2" fmla="*/ 9889 w 10267"/>
                <a:gd name="connsiteY2" fmla="*/ 7108 h 9348"/>
                <a:gd name="connsiteX3" fmla="*/ 3553 w 10267"/>
                <a:gd name="connsiteY3" fmla="*/ 9110 h 9348"/>
                <a:gd name="connsiteX4" fmla="*/ 0 w 10267"/>
                <a:gd name="connsiteY4" fmla="*/ 1976 h 9348"/>
                <a:gd name="connsiteX0" fmla="*/ 2897 w 9986"/>
                <a:gd name="connsiteY0" fmla="*/ 1978 h 11978"/>
                <a:gd name="connsiteX1" fmla="*/ 3343 w 9986"/>
                <a:gd name="connsiteY1" fmla="*/ 27 h 11978"/>
                <a:gd name="connsiteX2" fmla="*/ 8605 w 9986"/>
                <a:gd name="connsiteY2" fmla="*/ 3790 h 11978"/>
                <a:gd name="connsiteX3" fmla="*/ 9632 w 9986"/>
                <a:gd name="connsiteY3" fmla="*/ 9582 h 11978"/>
                <a:gd name="connsiteX4" fmla="*/ 3461 w 9986"/>
                <a:gd name="connsiteY4" fmla="*/ 11723 h 11978"/>
                <a:gd name="connsiteX5" fmla="*/ 0 w 9986"/>
                <a:gd name="connsiteY5" fmla="*/ 4092 h 11978"/>
                <a:gd name="connsiteX0" fmla="*/ 2901 w 10014"/>
                <a:gd name="connsiteY0" fmla="*/ 0 h 8349"/>
                <a:gd name="connsiteX1" fmla="*/ 8617 w 10014"/>
                <a:gd name="connsiteY1" fmla="*/ 1513 h 8349"/>
                <a:gd name="connsiteX2" fmla="*/ 9646 w 10014"/>
                <a:gd name="connsiteY2" fmla="*/ 6349 h 8349"/>
                <a:gd name="connsiteX3" fmla="*/ 3466 w 10014"/>
                <a:gd name="connsiteY3" fmla="*/ 8136 h 8349"/>
                <a:gd name="connsiteX4" fmla="*/ 0 w 10014"/>
                <a:gd name="connsiteY4" fmla="*/ 1765 h 8349"/>
                <a:gd name="connsiteX0" fmla="*/ 2998 w 9997"/>
                <a:gd name="connsiteY0" fmla="*/ 0 h 12137"/>
                <a:gd name="connsiteX1" fmla="*/ 8605 w 9997"/>
                <a:gd name="connsiteY1" fmla="*/ 3949 h 12137"/>
                <a:gd name="connsiteX2" fmla="*/ 9633 w 9997"/>
                <a:gd name="connsiteY2" fmla="*/ 9742 h 12137"/>
                <a:gd name="connsiteX3" fmla="*/ 3461 w 9997"/>
                <a:gd name="connsiteY3" fmla="*/ 11882 h 12137"/>
                <a:gd name="connsiteX4" fmla="*/ 0 w 9997"/>
                <a:gd name="connsiteY4" fmla="*/ 4251 h 12137"/>
                <a:gd name="connsiteX0" fmla="*/ 2999 w 10000"/>
                <a:gd name="connsiteY0" fmla="*/ 124 h 10124"/>
                <a:gd name="connsiteX1" fmla="*/ 8608 w 10000"/>
                <a:gd name="connsiteY1" fmla="*/ 3378 h 10124"/>
                <a:gd name="connsiteX2" fmla="*/ 9636 w 10000"/>
                <a:gd name="connsiteY2" fmla="*/ 8151 h 10124"/>
                <a:gd name="connsiteX3" fmla="*/ 3462 w 10000"/>
                <a:gd name="connsiteY3" fmla="*/ 9914 h 10124"/>
                <a:gd name="connsiteX4" fmla="*/ 0 w 10000"/>
                <a:gd name="connsiteY4" fmla="*/ 3627 h 10124"/>
                <a:gd name="connsiteX0" fmla="*/ 2999 w 9636"/>
                <a:gd name="connsiteY0" fmla="*/ 0 h 10000"/>
                <a:gd name="connsiteX1" fmla="*/ 9636 w 9636"/>
                <a:gd name="connsiteY1" fmla="*/ 8027 h 10000"/>
                <a:gd name="connsiteX2" fmla="*/ 3462 w 9636"/>
                <a:gd name="connsiteY2" fmla="*/ 9790 h 10000"/>
                <a:gd name="connsiteX3" fmla="*/ 0 w 9636"/>
                <a:gd name="connsiteY3" fmla="*/ 3503 h 10000"/>
                <a:gd name="connsiteX0" fmla="*/ 3112 w 10262"/>
                <a:gd name="connsiteY0" fmla="*/ 0 h 9898"/>
                <a:gd name="connsiteX1" fmla="*/ 10262 w 10262"/>
                <a:gd name="connsiteY1" fmla="*/ 6086 h 9898"/>
                <a:gd name="connsiteX2" fmla="*/ 3593 w 10262"/>
                <a:gd name="connsiteY2" fmla="*/ 9790 h 9898"/>
                <a:gd name="connsiteX3" fmla="*/ 0 w 10262"/>
                <a:gd name="connsiteY3" fmla="*/ 3503 h 9898"/>
                <a:gd name="connsiteX0" fmla="*/ 3033 w 10000"/>
                <a:gd name="connsiteY0" fmla="*/ 0 h 10147"/>
                <a:gd name="connsiteX1" fmla="*/ 10000 w 10000"/>
                <a:gd name="connsiteY1" fmla="*/ 6149 h 10147"/>
                <a:gd name="connsiteX2" fmla="*/ 3501 w 10000"/>
                <a:gd name="connsiteY2" fmla="*/ 9891 h 10147"/>
                <a:gd name="connsiteX3" fmla="*/ 0 w 10000"/>
                <a:gd name="connsiteY3" fmla="*/ 3539 h 10147"/>
                <a:gd name="connsiteX0" fmla="*/ 3033 w 10000"/>
                <a:gd name="connsiteY0" fmla="*/ 139 h 10286"/>
                <a:gd name="connsiteX1" fmla="*/ 10000 w 10000"/>
                <a:gd name="connsiteY1" fmla="*/ 6288 h 10286"/>
                <a:gd name="connsiteX2" fmla="*/ 3501 w 10000"/>
                <a:gd name="connsiteY2" fmla="*/ 10030 h 10286"/>
                <a:gd name="connsiteX3" fmla="*/ 0 w 10000"/>
                <a:gd name="connsiteY3" fmla="*/ 3678 h 10286"/>
                <a:gd name="connsiteX0" fmla="*/ 3033 w 10000"/>
                <a:gd name="connsiteY0" fmla="*/ 139 h 10765"/>
                <a:gd name="connsiteX1" fmla="*/ 10000 w 10000"/>
                <a:gd name="connsiteY1" fmla="*/ 6288 h 10765"/>
                <a:gd name="connsiteX2" fmla="*/ 3501 w 10000"/>
                <a:gd name="connsiteY2" fmla="*/ 10030 h 10765"/>
                <a:gd name="connsiteX3" fmla="*/ 0 w 10000"/>
                <a:gd name="connsiteY3" fmla="*/ 3678 h 10765"/>
                <a:gd name="connsiteX0" fmla="*/ 3033 w 10000"/>
                <a:gd name="connsiteY0" fmla="*/ 139 h 10442"/>
                <a:gd name="connsiteX1" fmla="*/ 10000 w 10000"/>
                <a:gd name="connsiteY1" fmla="*/ 6288 h 10442"/>
                <a:gd name="connsiteX2" fmla="*/ 3501 w 10000"/>
                <a:gd name="connsiteY2" fmla="*/ 10030 h 10442"/>
                <a:gd name="connsiteX3" fmla="*/ 0 w 10000"/>
                <a:gd name="connsiteY3" fmla="*/ 3678 h 10442"/>
                <a:gd name="connsiteX0" fmla="*/ 3033 w 10000"/>
                <a:gd name="connsiteY0" fmla="*/ 139 h 10969"/>
                <a:gd name="connsiteX1" fmla="*/ 10000 w 10000"/>
                <a:gd name="connsiteY1" fmla="*/ 6288 h 10969"/>
                <a:gd name="connsiteX2" fmla="*/ 3501 w 10000"/>
                <a:gd name="connsiteY2" fmla="*/ 10030 h 10969"/>
                <a:gd name="connsiteX3" fmla="*/ 0 w 10000"/>
                <a:gd name="connsiteY3" fmla="*/ 3678 h 10969"/>
                <a:gd name="connsiteX0" fmla="*/ 2744 w 9711"/>
                <a:gd name="connsiteY0" fmla="*/ 139 h 10032"/>
                <a:gd name="connsiteX1" fmla="*/ 9711 w 9711"/>
                <a:gd name="connsiteY1" fmla="*/ 6288 h 10032"/>
                <a:gd name="connsiteX2" fmla="*/ 3212 w 9711"/>
                <a:gd name="connsiteY2" fmla="*/ 10030 h 10032"/>
                <a:gd name="connsiteX3" fmla="*/ 0 w 9711"/>
                <a:gd name="connsiteY3" fmla="*/ 6146 h 10032"/>
                <a:gd name="connsiteX0" fmla="*/ 2826 w 10000"/>
                <a:gd name="connsiteY0" fmla="*/ 139 h 10000"/>
                <a:gd name="connsiteX1" fmla="*/ 10000 w 10000"/>
                <a:gd name="connsiteY1" fmla="*/ 6268 h 10000"/>
                <a:gd name="connsiteX2" fmla="*/ 3308 w 10000"/>
                <a:gd name="connsiteY2" fmla="*/ 9998 h 10000"/>
                <a:gd name="connsiteX3" fmla="*/ 0 w 10000"/>
                <a:gd name="connsiteY3" fmla="*/ 6126 h 10000"/>
                <a:gd name="connsiteX0" fmla="*/ 2826 w 10027"/>
                <a:gd name="connsiteY0" fmla="*/ 86 h 6630"/>
                <a:gd name="connsiteX1" fmla="*/ 10000 w 10027"/>
                <a:gd name="connsiteY1" fmla="*/ 6215 h 6630"/>
                <a:gd name="connsiteX2" fmla="*/ 0 w 10027"/>
                <a:gd name="connsiteY2" fmla="*/ 6073 h 6630"/>
                <a:gd name="connsiteX0" fmla="*/ 2818 w 9999"/>
                <a:gd name="connsiteY0" fmla="*/ 130 h 16186"/>
                <a:gd name="connsiteX1" fmla="*/ 9973 w 9999"/>
                <a:gd name="connsiteY1" fmla="*/ 9374 h 16186"/>
                <a:gd name="connsiteX2" fmla="*/ 0 w 9999"/>
                <a:gd name="connsiteY2" fmla="*/ 9160 h 16186"/>
                <a:gd name="connsiteX0" fmla="*/ 2818 w 10000"/>
                <a:gd name="connsiteY0" fmla="*/ 80 h 10000"/>
                <a:gd name="connsiteX1" fmla="*/ 9974 w 10000"/>
                <a:gd name="connsiteY1" fmla="*/ 5791 h 10000"/>
                <a:gd name="connsiteX2" fmla="*/ 0 w 10000"/>
                <a:gd name="connsiteY2" fmla="*/ 5659 h 10000"/>
                <a:gd name="connsiteX0" fmla="*/ 2818 w 9974"/>
                <a:gd name="connsiteY0" fmla="*/ 194 h 11210"/>
                <a:gd name="connsiteX1" fmla="*/ 9974 w 9974"/>
                <a:gd name="connsiteY1" fmla="*/ 5905 h 11210"/>
                <a:gd name="connsiteX2" fmla="*/ 0 w 9974"/>
                <a:gd name="connsiteY2" fmla="*/ 5773 h 11210"/>
                <a:gd name="connsiteX0" fmla="*/ 4332 w 10076"/>
                <a:gd name="connsiteY0" fmla="*/ 67 h 9350"/>
                <a:gd name="connsiteX1" fmla="*/ 10000 w 10076"/>
                <a:gd name="connsiteY1" fmla="*/ 5579 h 9350"/>
                <a:gd name="connsiteX2" fmla="*/ 0 w 10076"/>
                <a:gd name="connsiteY2" fmla="*/ 5461 h 9350"/>
                <a:gd name="connsiteX0" fmla="*/ 4299 w 9925"/>
                <a:gd name="connsiteY0" fmla="*/ 224 h 11508"/>
                <a:gd name="connsiteX1" fmla="*/ 9925 w 9925"/>
                <a:gd name="connsiteY1" fmla="*/ 6119 h 11508"/>
                <a:gd name="connsiteX2" fmla="*/ 0 w 9925"/>
                <a:gd name="connsiteY2" fmla="*/ 5993 h 11508"/>
                <a:gd name="connsiteX0" fmla="*/ 4121 w 9860"/>
                <a:gd name="connsiteY0" fmla="*/ 64 h 9201"/>
                <a:gd name="connsiteX1" fmla="*/ 9790 w 9860"/>
                <a:gd name="connsiteY1" fmla="*/ 5186 h 9201"/>
                <a:gd name="connsiteX2" fmla="*/ 0 w 9860"/>
                <a:gd name="connsiteY2" fmla="*/ 5746 h 9201"/>
                <a:gd name="connsiteX0" fmla="*/ 4180 w 9948"/>
                <a:gd name="connsiteY0" fmla="*/ 181 h 11138"/>
                <a:gd name="connsiteX1" fmla="*/ 9929 w 9948"/>
                <a:gd name="connsiteY1" fmla="*/ 5747 h 11138"/>
                <a:gd name="connsiteX2" fmla="*/ 0 w 9948"/>
                <a:gd name="connsiteY2" fmla="*/ 6356 h 11138"/>
                <a:gd name="connsiteX0" fmla="*/ 4202 w 10000"/>
                <a:gd name="connsiteY0" fmla="*/ 163 h 9797"/>
                <a:gd name="connsiteX1" fmla="*/ 9981 w 10000"/>
                <a:gd name="connsiteY1" fmla="*/ 5160 h 9797"/>
                <a:gd name="connsiteX2" fmla="*/ 0 w 10000"/>
                <a:gd name="connsiteY2" fmla="*/ 5707 h 9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00" h="9797">
                  <a:moveTo>
                    <a:pt x="4202" y="163"/>
                  </a:moveTo>
                  <a:cubicBezTo>
                    <a:pt x="6063" y="-495"/>
                    <a:pt x="10324" y="769"/>
                    <a:pt x="9981" y="5160"/>
                  </a:cubicBezTo>
                  <a:cubicBezTo>
                    <a:pt x="9638" y="9551"/>
                    <a:pt x="1515" y="12669"/>
                    <a:pt x="0" y="5707"/>
                  </a:cubicBezTo>
                </a:path>
              </a:pathLst>
            </a:custGeom>
            <a:noFill/>
            <a:ln w="28575" cap="flat" cmpd="sng">
              <a:solidFill>
                <a:srgbClr val="000099"/>
              </a:solidFill>
              <a:prstDash val="solid"/>
              <a:round/>
              <a:headEnd type="none" w="med" len="med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8" name="Text Box 16">
              <a:extLst>
                <a:ext uri="{FF2B5EF4-FFF2-40B4-BE49-F238E27FC236}">
                  <a16:creationId xmlns:a16="http://schemas.microsoft.com/office/drawing/2014/main" id="{CD12354C-DEF5-CE3B-F6E5-FE6A668C4D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30" y="1695"/>
              <a:ext cx="56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修正</a:t>
              </a:r>
            </a:p>
          </p:txBody>
        </p:sp>
      </p:grpSp>
      <p:grpSp>
        <p:nvGrpSpPr>
          <p:cNvPr id="19" name="Group 17">
            <a:extLst>
              <a:ext uri="{FF2B5EF4-FFF2-40B4-BE49-F238E27FC236}">
                <a16:creationId xmlns:a16="http://schemas.microsoft.com/office/drawing/2014/main" id="{06663A5F-72F2-ABA9-8C45-0A5BA80634BF}"/>
              </a:ext>
            </a:extLst>
          </p:cNvPr>
          <p:cNvGrpSpPr>
            <a:grpSpLocks/>
          </p:cNvGrpSpPr>
          <p:nvPr/>
        </p:nvGrpSpPr>
        <p:grpSpPr bwMode="auto">
          <a:xfrm>
            <a:off x="3233551" y="4113536"/>
            <a:ext cx="2349500" cy="736600"/>
            <a:chOff x="991" y="2067"/>
            <a:chExt cx="1480" cy="464"/>
          </a:xfrm>
        </p:grpSpPr>
        <p:sp>
          <p:nvSpPr>
            <p:cNvPr id="20" name="AutoShape 18">
              <a:extLst>
                <a:ext uri="{FF2B5EF4-FFF2-40B4-BE49-F238E27FC236}">
                  <a16:creationId xmlns:a16="http://schemas.microsoft.com/office/drawing/2014/main" id="{74FD0D03-3ACE-CC41-4955-6B61E7112BDC}"/>
                </a:ext>
              </a:extLst>
            </p:cNvPr>
            <p:cNvSpPr>
              <a:spLocks/>
            </p:cNvSpPr>
            <p:nvPr/>
          </p:nvSpPr>
          <p:spPr bwMode="auto">
            <a:xfrm rot="18055260">
              <a:off x="1720" y="1510"/>
              <a:ext cx="112" cy="1225"/>
            </a:xfrm>
            <a:prstGeom prst="leftBrace">
              <a:avLst>
                <a:gd name="adj1" fmla="val 41168"/>
                <a:gd name="adj2" fmla="val 50000"/>
              </a:avLst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21" name="Text Box 19">
              <a:extLst>
                <a:ext uri="{FF2B5EF4-FFF2-40B4-BE49-F238E27FC236}">
                  <a16:creationId xmlns:a16="http://schemas.microsoft.com/office/drawing/2014/main" id="{FD9B5867-316A-5476-61DF-507E30EE10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802369">
              <a:off x="991" y="2201"/>
              <a:ext cx="1480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i="0" u="none" strike="noStrike" kern="0" cap="none" spc="0" normalizeH="0" baseline="0" noProof="0" dirty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+mn-ea"/>
                  <a:ea typeface="+mn-ea"/>
                </a:rPr>
                <a:t>两者完全符合</a:t>
              </a:r>
            </a:p>
          </p:txBody>
        </p:sp>
      </p:grpSp>
      <p:grpSp>
        <p:nvGrpSpPr>
          <p:cNvPr id="22" name="Group 20">
            <a:extLst>
              <a:ext uri="{FF2B5EF4-FFF2-40B4-BE49-F238E27FC236}">
                <a16:creationId xmlns:a16="http://schemas.microsoft.com/office/drawing/2014/main" id="{173E000D-51B9-0432-6BC6-1C4A87A8B168}"/>
              </a:ext>
            </a:extLst>
          </p:cNvPr>
          <p:cNvGrpSpPr>
            <a:grpSpLocks/>
          </p:cNvGrpSpPr>
          <p:nvPr/>
        </p:nvGrpSpPr>
        <p:grpSpPr bwMode="auto">
          <a:xfrm>
            <a:off x="4525402" y="4932292"/>
            <a:ext cx="2932117" cy="1084263"/>
            <a:chOff x="1589" y="2700"/>
            <a:chExt cx="1777" cy="683"/>
          </a:xfrm>
        </p:grpSpPr>
        <p:sp>
          <p:nvSpPr>
            <p:cNvPr id="23" name="Text Box 21">
              <a:extLst>
                <a:ext uri="{FF2B5EF4-FFF2-40B4-BE49-F238E27FC236}">
                  <a16:creationId xmlns:a16="http://schemas.microsoft.com/office/drawing/2014/main" id="{448DC3CB-FCEF-E1CB-5DA5-CC695B3869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14" y="3053"/>
              <a:ext cx="1152" cy="33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9050">
              <a:solidFill>
                <a:schemeClr val="accent5">
                  <a:lumMod val="40000"/>
                  <a:lumOff val="60000"/>
                </a:scheme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  <a:ea typeface="+mn-ea"/>
                </a:rPr>
                <a:t>物体形状</a:t>
              </a:r>
            </a:p>
          </p:txBody>
        </p:sp>
        <p:sp>
          <p:nvSpPr>
            <p:cNvPr id="24" name="Line 22">
              <a:extLst>
                <a:ext uri="{FF2B5EF4-FFF2-40B4-BE49-F238E27FC236}">
                  <a16:creationId xmlns:a16="http://schemas.microsoft.com/office/drawing/2014/main" id="{68B986A4-1980-0960-9F6D-7B523722DFD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89" y="3255"/>
              <a:ext cx="625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25" name="Line 23">
              <a:extLst>
                <a:ext uri="{FF2B5EF4-FFF2-40B4-BE49-F238E27FC236}">
                  <a16:creationId xmlns:a16="http://schemas.microsoft.com/office/drawing/2014/main" id="{34C07686-B524-3882-608F-79A84D4F655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89" y="2700"/>
              <a:ext cx="0" cy="55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endParaRPr>
            </a:p>
          </p:txBody>
        </p:sp>
      </p:grpSp>
      <p:sp>
        <p:nvSpPr>
          <p:cNvPr id="26" name="Text Box 87">
            <a:extLst>
              <a:ext uri="{FF2B5EF4-FFF2-40B4-BE49-F238E27FC236}">
                <a16:creationId xmlns:a16="http://schemas.microsoft.com/office/drawing/2014/main" id="{1C43ED35-950D-6237-4236-0963037727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376" y="1177588"/>
            <a:ext cx="459613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fontAlgn="base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读图需要注意的几个问题</a:t>
            </a:r>
          </a:p>
        </p:txBody>
      </p:sp>
    </p:spTree>
    <p:extLst>
      <p:ext uri="{BB962C8B-B14F-4D97-AF65-F5344CB8AC3E}">
        <p14:creationId xmlns:p14="http://schemas.microsoft.com/office/powerpoint/2010/main" val="1699767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9" grpId="0" animBg="1"/>
      <p:bldP spid="10" grpId="0" animBg="1"/>
      <p:bldP spid="11" grpId="0" animBg="1"/>
      <p:bldP spid="12" grpId="0" animBg="1"/>
      <p:bldP spid="13" grpId="0" build="p" autoUpdateAnimBg="0"/>
      <p:bldP spid="14" grpId="0" build="p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BEDB2-5714-E879-7377-BDBD69CAE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>
            <a:extLst>
              <a:ext uri="{FF2B5EF4-FFF2-40B4-BE49-F238E27FC236}">
                <a16:creationId xmlns:a16="http://schemas.microsoft.com/office/drawing/2014/main" id="{70D608DC-46CF-5CC0-C5A5-E5AB908E37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19" y="412176"/>
            <a:ext cx="4169731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9.3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组合体的读图方法</a:t>
            </a:r>
          </a:p>
        </p:txBody>
      </p:sp>
      <p:sp>
        <p:nvSpPr>
          <p:cNvPr id="16" name="灯片编号占位符 3">
            <a:extLst>
              <a:ext uri="{FF2B5EF4-FFF2-40B4-BE49-F238E27FC236}">
                <a16:creationId xmlns:a16="http://schemas.microsoft.com/office/drawing/2014/main" id="{C312B6B2-C3C2-6B50-6609-0845FC01C80D}"/>
              </a:ext>
            </a:extLst>
          </p:cNvPr>
          <p:cNvSpPr txBox="1">
            <a:spLocks/>
          </p:cNvSpPr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  <a:pPr/>
              <a:t>24</a:t>
            </a:fld>
            <a:endParaRPr lang="en-US" altLang="zh-CN" dirty="0"/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id="{5DBD0B7F-F747-1856-55E2-1ECBAB3D02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3512" y="1768412"/>
            <a:ext cx="32162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看视图，抓特征</a:t>
            </a:r>
          </a:p>
        </p:txBody>
      </p:sp>
      <p:sp>
        <p:nvSpPr>
          <p:cNvPr id="5" name="Text Box 6">
            <a:extLst>
              <a:ext uri="{FF2B5EF4-FFF2-40B4-BE49-F238E27FC236}">
                <a16:creationId xmlns:a16="http://schemas.microsoft.com/office/drawing/2014/main" id="{E2249841-1455-342A-E8B1-9723B7B1E7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3552" y="2230077"/>
            <a:ext cx="9249648" cy="820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ts val="400"/>
              </a:spcAft>
              <a:buFont typeface="Symbol" panose="05050102010706020507" pitchFamily="18" charset="2"/>
              <a:buNone/>
            </a:pP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看视图 </a:t>
            </a:r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– 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以主视图为主，配合其它视图，进行初步的投影分析和空间分析</a:t>
            </a:r>
            <a:endParaRPr lang="en-US" altLang="zh-CN" sz="2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Symbol" panose="05050102010706020507" pitchFamily="18" charset="2"/>
            </a:endParaRPr>
          </a:p>
          <a:p>
            <a:pPr fontAlgn="base">
              <a:spcBef>
                <a:spcPct val="0"/>
              </a:spcBef>
              <a:spcAft>
                <a:spcPts val="400"/>
              </a:spcAft>
              <a:buFont typeface="Symbol" panose="05050102010706020507" pitchFamily="18" charset="2"/>
              <a:buNone/>
            </a:pP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抓特征 </a:t>
            </a:r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– 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找出反映物体特征较多的视图，较短时间内对物体有个大概了解</a:t>
            </a:r>
          </a:p>
        </p:txBody>
      </p:sp>
      <p:sp>
        <p:nvSpPr>
          <p:cNvPr id="9" name="Text Box 87">
            <a:extLst>
              <a:ext uri="{FF2B5EF4-FFF2-40B4-BE49-F238E27FC236}">
                <a16:creationId xmlns:a16="http://schemas.microsoft.com/office/drawing/2014/main" id="{1B901734-323F-5B2C-752C-3F14DF7CA8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376" y="1177588"/>
            <a:ext cx="351891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fontAlgn="base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读图的方法和步骤</a:t>
            </a:r>
          </a:p>
        </p:txBody>
      </p:sp>
      <p:sp>
        <p:nvSpPr>
          <p:cNvPr id="10" name="Text Box 5">
            <a:extLst>
              <a:ext uri="{FF2B5EF4-FFF2-40B4-BE49-F238E27FC236}">
                <a16:creationId xmlns:a16="http://schemas.microsoft.com/office/drawing/2014/main" id="{89537147-5A86-2EC4-C9F4-11A5C78ACE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3512" y="3319746"/>
            <a:ext cx="32162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分解形体，对投影</a:t>
            </a:r>
          </a:p>
        </p:txBody>
      </p:sp>
      <p:sp>
        <p:nvSpPr>
          <p:cNvPr id="11" name="Text Box 6">
            <a:extLst>
              <a:ext uri="{FF2B5EF4-FFF2-40B4-BE49-F238E27FC236}">
                <a16:creationId xmlns:a16="http://schemas.microsoft.com/office/drawing/2014/main" id="{A6A8CD31-1344-E805-9B6D-61A46023A6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3552" y="3781411"/>
            <a:ext cx="8685391" cy="820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ts val="400"/>
              </a:spcAft>
              <a:buFont typeface="Symbol" panose="05050102010706020507" pitchFamily="18" charset="2"/>
              <a:buNone/>
            </a:pP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分解形体 </a:t>
            </a:r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– 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参照特征视图，分解形体</a:t>
            </a:r>
            <a:endParaRPr lang="en-US" altLang="zh-CN" sz="2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Symbol" panose="05050102010706020507" pitchFamily="18" charset="2"/>
            </a:endParaRPr>
          </a:p>
          <a:p>
            <a:pPr fontAlgn="base">
              <a:spcBef>
                <a:spcPct val="0"/>
              </a:spcBef>
              <a:spcAft>
                <a:spcPts val="400"/>
              </a:spcAft>
              <a:buFont typeface="Symbol" panose="05050102010706020507" pitchFamily="18" charset="2"/>
              <a:buNone/>
            </a:pP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对投影 </a:t>
            </a:r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– 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利用“三等”关系，找出每一部分的三个投影，想象出形状</a:t>
            </a:r>
          </a:p>
        </p:txBody>
      </p:sp>
      <p:sp>
        <p:nvSpPr>
          <p:cNvPr id="12" name="Text Box 5">
            <a:extLst>
              <a:ext uri="{FF2B5EF4-FFF2-40B4-BE49-F238E27FC236}">
                <a16:creationId xmlns:a16="http://schemas.microsoft.com/office/drawing/2014/main" id="{5CB9D145-5A66-0848-B819-1CFAF1440D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3512" y="4871080"/>
            <a:ext cx="32162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综合起来想整体</a:t>
            </a:r>
          </a:p>
        </p:txBody>
      </p:sp>
      <p:sp>
        <p:nvSpPr>
          <p:cNvPr id="13" name="Text Box 6">
            <a:extLst>
              <a:ext uri="{FF2B5EF4-FFF2-40B4-BE49-F238E27FC236}">
                <a16:creationId xmlns:a16="http://schemas.microsoft.com/office/drawing/2014/main" id="{1EC4EA8C-8F42-A420-D596-3B6E3694B3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3552" y="5332745"/>
            <a:ext cx="9217024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ts val="400"/>
              </a:spcAft>
              <a:buFont typeface="Symbol" panose="05050102010706020507" pitchFamily="18" charset="2"/>
              <a:buNone/>
            </a:pP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在看懂每部分形体的基础上，进一步分析它们之间的组合方式和相对位置关系，从而想象出整体的形状。</a:t>
            </a:r>
          </a:p>
        </p:txBody>
      </p:sp>
      <p:sp>
        <p:nvSpPr>
          <p:cNvPr id="14" name="Text Box 87">
            <a:extLst>
              <a:ext uri="{FF2B5EF4-FFF2-40B4-BE49-F238E27FC236}">
                <a16:creationId xmlns:a16="http://schemas.microsoft.com/office/drawing/2014/main" id="{1274DC8B-7C5F-2AFB-0986-FDA4939DB6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206" y="2248667"/>
            <a:ext cx="90281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srgbClr val="650D6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整体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C5DFBF28-4FD3-BDEB-6AF1-E8B900D91401}"/>
              </a:ext>
            </a:extLst>
          </p:cNvPr>
          <p:cNvGrpSpPr/>
          <p:nvPr/>
        </p:nvGrpSpPr>
        <p:grpSpPr>
          <a:xfrm>
            <a:off x="660206" y="2771887"/>
            <a:ext cx="902811" cy="1612381"/>
            <a:chOff x="660206" y="2771887"/>
            <a:chExt cx="902811" cy="1612381"/>
          </a:xfrm>
        </p:grpSpPr>
        <p:sp>
          <p:nvSpPr>
            <p:cNvPr id="15" name="Text Box 87">
              <a:extLst>
                <a:ext uri="{FF2B5EF4-FFF2-40B4-BE49-F238E27FC236}">
                  <a16:creationId xmlns:a16="http://schemas.microsoft.com/office/drawing/2014/main" id="{B4C34C49-0CD1-50D6-16A6-A24BDC86EF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0206" y="3861048"/>
              <a:ext cx="902811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 dirty="0">
                  <a:solidFill>
                    <a:srgbClr val="650D6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局部</a:t>
              </a:r>
            </a:p>
          </p:txBody>
        </p:sp>
        <p:cxnSp>
          <p:nvCxnSpPr>
            <p:cNvPr id="19" name="直接箭头连接符 18">
              <a:extLst>
                <a:ext uri="{FF2B5EF4-FFF2-40B4-BE49-F238E27FC236}">
                  <a16:creationId xmlns:a16="http://schemas.microsoft.com/office/drawing/2014/main" id="{2D39EA7E-C836-4471-5281-1CE68C525898}"/>
                </a:ext>
              </a:extLst>
            </p:cNvPr>
            <p:cNvCxnSpPr>
              <a:stCxn id="14" idx="2"/>
              <a:endCxn id="15" idx="0"/>
            </p:cNvCxnSpPr>
            <p:nvPr/>
          </p:nvCxnSpPr>
          <p:spPr>
            <a:xfrm>
              <a:off x="1111612" y="2771887"/>
              <a:ext cx="0" cy="108916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BE0D9C83-A21B-C077-5547-D878D2651ADB}"/>
              </a:ext>
            </a:extLst>
          </p:cNvPr>
          <p:cNvGrpSpPr/>
          <p:nvPr/>
        </p:nvGrpSpPr>
        <p:grpSpPr>
          <a:xfrm>
            <a:off x="660205" y="4384268"/>
            <a:ext cx="902811" cy="1557754"/>
            <a:chOff x="660205" y="4384268"/>
            <a:chExt cx="902811" cy="1557754"/>
          </a:xfrm>
        </p:grpSpPr>
        <p:sp>
          <p:nvSpPr>
            <p:cNvPr id="17" name="Text Box 87">
              <a:extLst>
                <a:ext uri="{FF2B5EF4-FFF2-40B4-BE49-F238E27FC236}">
                  <a16:creationId xmlns:a16="http://schemas.microsoft.com/office/drawing/2014/main" id="{8E5A4EAA-2306-1753-D9EB-3CE4A0ACEB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0205" y="5418802"/>
              <a:ext cx="902811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 dirty="0">
                  <a:solidFill>
                    <a:srgbClr val="650D6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整体</a:t>
              </a:r>
            </a:p>
          </p:txBody>
        </p:sp>
        <p:cxnSp>
          <p:nvCxnSpPr>
            <p:cNvPr id="20" name="直接箭头连接符 19">
              <a:extLst>
                <a:ext uri="{FF2B5EF4-FFF2-40B4-BE49-F238E27FC236}">
                  <a16:creationId xmlns:a16="http://schemas.microsoft.com/office/drawing/2014/main" id="{55DC005D-B7A3-93D7-6A87-701325961E1F}"/>
                </a:ext>
              </a:extLst>
            </p:cNvPr>
            <p:cNvCxnSpPr>
              <a:cxnSpLocks/>
              <a:stCxn id="15" idx="2"/>
              <a:endCxn id="17" idx="0"/>
            </p:cNvCxnSpPr>
            <p:nvPr/>
          </p:nvCxnSpPr>
          <p:spPr>
            <a:xfrm flipH="1">
              <a:off x="1111611" y="4384268"/>
              <a:ext cx="1" cy="103453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04758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10" grpId="0"/>
      <p:bldP spid="11" grpId="0"/>
      <p:bldP spid="12" grpId="0"/>
      <p:bldP spid="13" grpId="0"/>
      <p:bldP spid="1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9524D-0C18-6C20-889B-A2B2B68A0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>
            <a:extLst>
              <a:ext uri="{FF2B5EF4-FFF2-40B4-BE49-F238E27FC236}">
                <a16:creationId xmlns:a16="http://schemas.microsoft.com/office/drawing/2014/main" id="{9BCBFE0D-BE6F-8E19-8EAD-69ADA8F528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19" y="412176"/>
            <a:ext cx="4169731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9.3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组合体的读图方法</a:t>
            </a:r>
          </a:p>
        </p:txBody>
      </p:sp>
      <p:sp>
        <p:nvSpPr>
          <p:cNvPr id="16" name="灯片编号占位符 3">
            <a:extLst>
              <a:ext uri="{FF2B5EF4-FFF2-40B4-BE49-F238E27FC236}">
                <a16:creationId xmlns:a16="http://schemas.microsoft.com/office/drawing/2014/main" id="{32B19BF5-8589-CCB6-57EC-4826249A42BA}"/>
              </a:ext>
            </a:extLst>
          </p:cNvPr>
          <p:cNvSpPr txBox="1">
            <a:spLocks/>
          </p:cNvSpPr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  <a:pPr/>
              <a:t>25</a:t>
            </a:fld>
            <a:endParaRPr lang="en-US" altLang="zh-CN" dirty="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6A1934F0-25FA-A644-E0D0-9E2A666279A3}"/>
              </a:ext>
            </a:extLst>
          </p:cNvPr>
          <p:cNvGrpSpPr/>
          <p:nvPr/>
        </p:nvGrpSpPr>
        <p:grpSpPr>
          <a:xfrm>
            <a:off x="4240103" y="1957404"/>
            <a:ext cx="5594585" cy="1765303"/>
            <a:chOff x="2679700" y="2089150"/>
            <a:chExt cx="5594585" cy="1765303"/>
          </a:xfrm>
        </p:grpSpPr>
        <p:grpSp>
          <p:nvGrpSpPr>
            <p:cNvPr id="3" name="Group 21">
              <a:extLst>
                <a:ext uri="{FF2B5EF4-FFF2-40B4-BE49-F238E27FC236}">
                  <a16:creationId xmlns:a16="http://schemas.microsoft.com/office/drawing/2014/main" id="{4944D9BA-B3DF-C768-C95C-043B65AD472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34049" y="2158093"/>
              <a:ext cx="5472113" cy="1648707"/>
              <a:chOff x="317" y="989"/>
              <a:chExt cx="3447" cy="979"/>
            </a:xfrm>
          </p:grpSpPr>
          <p:sp>
            <p:nvSpPr>
              <p:cNvPr id="9" name="Freeform 22">
                <a:extLst>
                  <a:ext uri="{FF2B5EF4-FFF2-40B4-BE49-F238E27FC236}">
                    <a16:creationId xmlns:a16="http://schemas.microsoft.com/office/drawing/2014/main" id="{57117705-9439-3619-9554-68D72D6592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55" y="989"/>
                <a:ext cx="1" cy="979"/>
              </a:xfrm>
              <a:custGeom>
                <a:avLst/>
                <a:gdLst>
                  <a:gd name="T0" fmla="*/ 0 w 1"/>
                  <a:gd name="T1" fmla="*/ 0 h 979"/>
                  <a:gd name="T2" fmla="*/ 0 w 1"/>
                  <a:gd name="T3" fmla="*/ 979 h 979"/>
                  <a:gd name="T4" fmla="*/ 0 60000 65536"/>
                  <a:gd name="T5" fmla="*/ 0 60000 65536"/>
                  <a:gd name="T6" fmla="*/ 0 w 1"/>
                  <a:gd name="T7" fmla="*/ 0 h 979"/>
                  <a:gd name="T8" fmla="*/ 1 w 1"/>
                  <a:gd name="T9" fmla="*/ 979 h 979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979">
                    <a:moveTo>
                      <a:pt x="0" y="0"/>
                    </a:moveTo>
                    <a:lnTo>
                      <a:pt x="0" y="979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" name="Freeform 23">
                <a:extLst>
                  <a:ext uri="{FF2B5EF4-FFF2-40B4-BE49-F238E27FC236}">
                    <a16:creationId xmlns:a16="http://schemas.microsoft.com/office/drawing/2014/main" id="{5B389307-F237-8A01-09F7-C0E2E51C29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59" y="996"/>
                <a:ext cx="803" cy="2"/>
              </a:xfrm>
              <a:custGeom>
                <a:avLst/>
                <a:gdLst>
                  <a:gd name="T0" fmla="*/ 0 w 803"/>
                  <a:gd name="T1" fmla="*/ 0 h 2"/>
                  <a:gd name="T2" fmla="*/ 803 w 803"/>
                  <a:gd name="T3" fmla="*/ 2 h 2"/>
                  <a:gd name="T4" fmla="*/ 0 60000 65536"/>
                  <a:gd name="T5" fmla="*/ 0 60000 65536"/>
                  <a:gd name="T6" fmla="*/ 0 w 803"/>
                  <a:gd name="T7" fmla="*/ 0 h 2"/>
                  <a:gd name="T8" fmla="*/ 803 w 803"/>
                  <a:gd name="T9" fmla="*/ 2 h 2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803" h="2">
                    <a:moveTo>
                      <a:pt x="0" y="0"/>
                    </a:moveTo>
                    <a:lnTo>
                      <a:pt x="803" y="2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" name="Line 24">
                <a:extLst>
                  <a:ext uri="{FF2B5EF4-FFF2-40B4-BE49-F238E27FC236}">
                    <a16:creationId xmlns:a16="http://schemas.microsoft.com/office/drawing/2014/main" id="{E8DE5D36-473A-80F3-1DC3-150A783F24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59" y="1956"/>
                <a:ext cx="793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" name="Freeform 25">
                <a:extLst>
                  <a:ext uri="{FF2B5EF4-FFF2-40B4-BE49-F238E27FC236}">
                    <a16:creationId xmlns:a16="http://schemas.microsoft.com/office/drawing/2014/main" id="{D3C1F265-B33A-A358-8522-A1679BD8CA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2" y="996"/>
                <a:ext cx="1" cy="252"/>
              </a:xfrm>
              <a:custGeom>
                <a:avLst/>
                <a:gdLst>
                  <a:gd name="T0" fmla="*/ 0 w 1"/>
                  <a:gd name="T1" fmla="*/ 0 h 252"/>
                  <a:gd name="T2" fmla="*/ 0 w 1"/>
                  <a:gd name="T3" fmla="*/ 252 h 252"/>
                  <a:gd name="T4" fmla="*/ 0 60000 65536"/>
                  <a:gd name="T5" fmla="*/ 0 60000 65536"/>
                  <a:gd name="T6" fmla="*/ 0 w 1"/>
                  <a:gd name="T7" fmla="*/ 0 h 252"/>
                  <a:gd name="T8" fmla="*/ 1 w 1"/>
                  <a:gd name="T9" fmla="*/ 252 h 252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252">
                    <a:moveTo>
                      <a:pt x="0" y="0"/>
                    </a:moveTo>
                    <a:lnTo>
                      <a:pt x="0" y="252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" name="Line 26">
                <a:extLst>
                  <a:ext uri="{FF2B5EF4-FFF2-40B4-BE49-F238E27FC236}">
                    <a16:creationId xmlns:a16="http://schemas.microsoft.com/office/drawing/2014/main" id="{AD5F2A5F-0A09-0F09-E60B-E8062FD0F0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1236"/>
                <a:ext cx="207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4" name="Freeform 27">
                <a:extLst>
                  <a:ext uri="{FF2B5EF4-FFF2-40B4-BE49-F238E27FC236}">
                    <a16:creationId xmlns:a16="http://schemas.microsoft.com/office/drawing/2014/main" id="{509948E4-ACFA-CED3-AFFD-DC737D3ABF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63" y="1229"/>
                <a:ext cx="1" cy="499"/>
              </a:xfrm>
              <a:custGeom>
                <a:avLst/>
                <a:gdLst>
                  <a:gd name="T0" fmla="*/ 0 w 1"/>
                  <a:gd name="T1" fmla="*/ 0 h 499"/>
                  <a:gd name="T2" fmla="*/ 0 w 1"/>
                  <a:gd name="T3" fmla="*/ 499 h 499"/>
                  <a:gd name="T4" fmla="*/ 0 60000 65536"/>
                  <a:gd name="T5" fmla="*/ 0 60000 65536"/>
                  <a:gd name="T6" fmla="*/ 0 w 1"/>
                  <a:gd name="T7" fmla="*/ 0 h 499"/>
                  <a:gd name="T8" fmla="*/ 1 w 1"/>
                  <a:gd name="T9" fmla="*/ 499 h 499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499">
                    <a:moveTo>
                      <a:pt x="0" y="0"/>
                    </a:moveTo>
                    <a:lnTo>
                      <a:pt x="0" y="499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5" name="Freeform 28">
                <a:extLst>
                  <a:ext uri="{FF2B5EF4-FFF2-40B4-BE49-F238E27FC236}">
                    <a16:creationId xmlns:a16="http://schemas.microsoft.com/office/drawing/2014/main" id="{989D563F-7A4A-23BE-F1F5-F5CE4E49BA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2" y="1716"/>
                <a:ext cx="1" cy="252"/>
              </a:xfrm>
              <a:custGeom>
                <a:avLst/>
                <a:gdLst>
                  <a:gd name="T0" fmla="*/ 0 w 1"/>
                  <a:gd name="T1" fmla="*/ 252 h 252"/>
                  <a:gd name="T2" fmla="*/ 1 w 1"/>
                  <a:gd name="T3" fmla="*/ 0 h 252"/>
                  <a:gd name="T4" fmla="*/ 0 60000 65536"/>
                  <a:gd name="T5" fmla="*/ 0 60000 65536"/>
                  <a:gd name="T6" fmla="*/ 0 w 1"/>
                  <a:gd name="T7" fmla="*/ 0 h 252"/>
                  <a:gd name="T8" fmla="*/ 1 w 1"/>
                  <a:gd name="T9" fmla="*/ 252 h 252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252">
                    <a:moveTo>
                      <a:pt x="0" y="252"/>
                    </a:moveTo>
                    <a:lnTo>
                      <a:pt x="1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7" name="Line 29">
                <a:extLst>
                  <a:ext uri="{FF2B5EF4-FFF2-40B4-BE49-F238E27FC236}">
                    <a16:creationId xmlns:a16="http://schemas.microsoft.com/office/drawing/2014/main" id="{402045D7-55F0-02E0-2863-D637DADAA3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552" y="1709"/>
                <a:ext cx="207" cy="7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8" name="Oval 31">
                <a:extLst>
                  <a:ext uri="{FF2B5EF4-FFF2-40B4-BE49-F238E27FC236}">
                    <a16:creationId xmlns:a16="http://schemas.microsoft.com/office/drawing/2014/main" id="{B8B93C13-CE91-7501-F851-EC1981F62D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21" y="996"/>
                <a:ext cx="1034" cy="960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9" name="Oval 35">
                <a:extLst>
                  <a:ext uri="{FF2B5EF4-FFF2-40B4-BE49-F238E27FC236}">
                    <a16:creationId xmlns:a16="http://schemas.microsoft.com/office/drawing/2014/main" id="{187C21A9-C420-E0E6-4D3C-F650746706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28" y="1202"/>
                <a:ext cx="620" cy="548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" name="Line 36">
                <a:extLst>
                  <a:ext uri="{FF2B5EF4-FFF2-40B4-BE49-F238E27FC236}">
                    <a16:creationId xmlns:a16="http://schemas.microsoft.com/office/drawing/2014/main" id="{CA101D41-7851-5CB0-A394-377CD67264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8" y="996"/>
                <a:ext cx="1620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1" name="Line 37">
                <a:extLst>
                  <a:ext uri="{FF2B5EF4-FFF2-40B4-BE49-F238E27FC236}">
                    <a16:creationId xmlns:a16="http://schemas.microsoft.com/office/drawing/2014/main" id="{01981DE8-ADEC-C8F5-B77B-91F2F153A0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8" y="1956"/>
                <a:ext cx="1620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2" name="Line 38">
                <a:extLst>
                  <a:ext uri="{FF2B5EF4-FFF2-40B4-BE49-F238E27FC236}">
                    <a16:creationId xmlns:a16="http://schemas.microsoft.com/office/drawing/2014/main" id="{A9AEB5D4-E03C-77A1-95DF-2EDDC0803B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8" y="996"/>
                <a:ext cx="0" cy="96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3" name="Freeform 39">
                <a:extLst>
                  <a:ext uri="{FF2B5EF4-FFF2-40B4-BE49-F238E27FC236}">
                    <a16:creationId xmlns:a16="http://schemas.microsoft.com/office/drawing/2014/main" id="{1D6DBEA1-040D-7114-0646-642CBCEA21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7" y="1123"/>
                <a:ext cx="998" cy="1"/>
              </a:xfrm>
              <a:custGeom>
                <a:avLst/>
                <a:gdLst>
                  <a:gd name="T0" fmla="*/ 0 w 998"/>
                  <a:gd name="T1" fmla="*/ 1 h 1"/>
                  <a:gd name="T2" fmla="*/ 998 w 998"/>
                  <a:gd name="T3" fmla="*/ 0 h 1"/>
                  <a:gd name="T4" fmla="*/ 0 60000 65536"/>
                  <a:gd name="T5" fmla="*/ 0 60000 65536"/>
                  <a:gd name="T6" fmla="*/ 0 w 998"/>
                  <a:gd name="T7" fmla="*/ 0 h 1"/>
                  <a:gd name="T8" fmla="*/ 998 w 998"/>
                  <a:gd name="T9" fmla="*/ 1 h 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98" h="1">
                    <a:moveTo>
                      <a:pt x="0" y="1"/>
                    </a:moveTo>
                    <a:lnTo>
                      <a:pt x="998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4" name="Freeform 40">
                <a:extLst>
                  <a:ext uri="{FF2B5EF4-FFF2-40B4-BE49-F238E27FC236}">
                    <a16:creationId xmlns:a16="http://schemas.microsoft.com/office/drawing/2014/main" id="{BB38C4CE-22AB-66F0-68F0-F821F37E4C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7" y="1814"/>
                <a:ext cx="989" cy="1"/>
              </a:xfrm>
              <a:custGeom>
                <a:avLst/>
                <a:gdLst>
                  <a:gd name="T0" fmla="*/ 0 w 989"/>
                  <a:gd name="T1" fmla="*/ 1 h 1"/>
                  <a:gd name="T2" fmla="*/ 989 w 989"/>
                  <a:gd name="T3" fmla="*/ 0 h 1"/>
                  <a:gd name="T4" fmla="*/ 0 60000 65536"/>
                  <a:gd name="T5" fmla="*/ 0 60000 65536"/>
                  <a:gd name="T6" fmla="*/ 0 w 989"/>
                  <a:gd name="T7" fmla="*/ 0 h 1"/>
                  <a:gd name="T8" fmla="*/ 989 w 989"/>
                  <a:gd name="T9" fmla="*/ 1 h 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89" h="1">
                    <a:moveTo>
                      <a:pt x="0" y="1"/>
                    </a:moveTo>
                    <a:lnTo>
                      <a:pt x="989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5" name="Freeform 41">
                <a:extLst>
                  <a:ext uri="{FF2B5EF4-FFF2-40B4-BE49-F238E27FC236}">
                    <a16:creationId xmlns:a16="http://schemas.microsoft.com/office/drawing/2014/main" id="{3EEB6CFB-2D91-B0BF-C2CB-31DFD8238B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6" y="1124"/>
                <a:ext cx="1" cy="700"/>
              </a:xfrm>
              <a:custGeom>
                <a:avLst/>
                <a:gdLst>
                  <a:gd name="T0" fmla="*/ 1 w 1"/>
                  <a:gd name="T1" fmla="*/ 0 h 700"/>
                  <a:gd name="T2" fmla="*/ 0 w 1"/>
                  <a:gd name="T3" fmla="*/ 700 h 700"/>
                  <a:gd name="T4" fmla="*/ 0 60000 65536"/>
                  <a:gd name="T5" fmla="*/ 0 60000 65536"/>
                  <a:gd name="T6" fmla="*/ 0 w 1"/>
                  <a:gd name="T7" fmla="*/ 0 h 700"/>
                  <a:gd name="T8" fmla="*/ 1 w 1"/>
                  <a:gd name="T9" fmla="*/ 700 h 70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700">
                    <a:moveTo>
                      <a:pt x="1" y="0"/>
                    </a:moveTo>
                    <a:lnTo>
                      <a:pt x="0" y="70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6" name="Freeform 42">
                <a:extLst>
                  <a:ext uri="{FF2B5EF4-FFF2-40B4-BE49-F238E27FC236}">
                    <a16:creationId xmlns:a16="http://schemas.microsoft.com/office/drawing/2014/main" id="{B0866440-D4D8-3922-0309-CEE2D69108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90" y="1229"/>
                <a:ext cx="315" cy="7"/>
              </a:xfrm>
              <a:custGeom>
                <a:avLst/>
                <a:gdLst>
                  <a:gd name="T0" fmla="*/ 0 w 315"/>
                  <a:gd name="T1" fmla="*/ 7 h 7"/>
                  <a:gd name="T2" fmla="*/ 315 w 315"/>
                  <a:gd name="T3" fmla="*/ 0 h 7"/>
                  <a:gd name="T4" fmla="*/ 0 60000 65536"/>
                  <a:gd name="T5" fmla="*/ 0 60000 65536"/>
                  <a:gd name="T6" fmla="*/ 0 w 315"/>
                  <a:gd name="T7" fmla="*/ 0 h 7"/>
                  <a:gd name="T8" fmla="*/ 315 w 315"/>
                  <a:gd name="T9" fmla="*/ 7 h 7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315" h="7">
                    <a:moveTo>
                      <a:pt x="0" y="7"/>
                    </a:moveTo>
                    <a:lnTo>
                      <a:pt x="315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7" name="Line 43">
                <a:extLst>
                  <a:ext uri="{FF2B5EF4-FFF2-40B4-BE49-F238E27FC236}">
                    <a16:creationId xmlns:a16="http://schemas.microsoft.com/office/drawing/2014/main" id="{48236D5B-3DD5-13AD-CE59-0816BD35C6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10" y="1236"/>
                <a:ext cx="276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" name="Line 44">
                <a:extLst>
                  <a:ext uri="{FF2B5EF4-FFF2-40B4-BE49-F238E27FC236}">
                    <a16:creationId xmlns:a16="http://schemas.microsoft.com/office/drawing/2014/main" id="{CAA50E6A-2E64-B881-DF6D-219C8266F3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90" y="1716"/>
                <a:ext cx="276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9" name="Line 45">
                <a:extLst>
                  <a:ext uri="{FF2B5EF4-FFF2-40B4-BE49-F238E27FC236}">
                    <a16:creationId xmlns:a16="http://schemas.microsoft.com/office/drawing/2014/main" id="{97189D9F-F901-5515-3041-1B3C9DAF7A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10" y="1716"/>
                <a:ext cx="276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30" name="Group 47">
                <a:extLst>
                  <a:ext uri="{FF2B5EF4-FFF2-40B4-BE49-F238E27FC236}">
                    <a16:creationId xmlns:a16="http://schemas.microsoft.com/office/drawing/2014/main" id="{75F78EDF-BDC0-1702-5DD0-CD6184C05F8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9" y="1313"/>
                <a:ext cx="823" cy="348"/>
                <a:chOff x="372" y="1200"/>
                <a:chExt cx="823" cy="348"/>
              </a:xfrm>
            </p:grpSpPr>
            <p:sp>
              <p:nvSpPr>
                <p:cNvPr id="41" name="Oval 48">
                  <a:extLst>
                    <a:ext uri="{FF2B5EF4-FFF2-40B4-BE49-F238E27FC236}">
                      <a16:creationId xmlns:a16="http://schemas.microsoft.com/office/drawing/2014/main" id="{64BB7189-B747-A34A-4BF4-54E7680407F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2" y="1205"/>
                  <a:ext cx="379" cy="343"/>
                </a:xfrm>
                <a:prstGeom prst="ellips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2" name="Oval 49">
                  <a:extLst>
                    <a:ext uri="{FF2B5EF4-FFF2-40B4-BE49-F238E27FC236}">
                      <a16:creationId xmlns:a16="http://schemas.microsoft.com/office/drawing/2014/main" id="{A837098A-DC3C-B9B3-5B5B-E22842FB3A8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16" y="1200"/>
                  <a:ext cx="379" cy="343"/>
                </a:xfrm>
                <a:prstGeom prst="ellips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31" name="Line 50">
                <a:extLst>
                  <a:ext uri="{FF2B5EF4-FFF2-40B4-BE49-F238E27FC236}">
                    <a16:creationId xmlns:a16="http://schemas.microsoft.com/office/drawing/2014/main" id="{DF96FDD0-7A18-BB5A-53CF-5EA79C50BE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17" y="996"/>
                <a:ext cx="0" cy="96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2" name="Line 51">
                <a:extLst>
                  <a:ext uri="{FF2B5EF4-FFF2-40B4-BE49-F238E27FC236}">
                    <a16:creationId xmlns:a16="http://schemas.microsoft.com/office/drawing/2014/main" id="{6797249E-49E7-F2B1-44C0-7EDE40E564C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65" y="1202"/>
                <a:ext cx="793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3" name="Line 52">
                <a:extLst>
                  <a:ext uri="{FF2B5EF4-FFF2-40B4-BE49-F238E27FC236}">
                    <a16:creationId xmlns:a16="http://schemas.microsoft.com/office/drawing/2014/main" id="{C9393F19-58D6-4EE4-62BD-F2825B7A34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65" y="1750"/>
                <a:ext cx="793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4" name="Line 53">
                <a:extLst>
                  <a:ext uri="{FF2B5EF4-FFF2-40B4-BE49-F238E27FC236}">
                    <a16:creationId xmlns:a16="http://schemas.microsoft.com/office/drawing/2014/main" id="{41F0FB6B-35C6-EA4E-0A6D-382DF3E345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20" y="1119"/>
                <a:ext cx="207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5" name="Line 54">
                <a:extLst>
                  <a:ext uri="{FF2B5EF4-FFF2-40B4-BE49-F238E27FC236}">
                    <a16:creationId xmlns:a16="http://schemas.microsoft.com/office/drawing/2014/main" id="{99954FB1-6E69-2594-348B-F54CAFD7CBF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20" y="1805"/>
                <a:ext cx="207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6" name="Freeform 55">
                <a:extLst>
                  <a:ext uri="{FF2B5EF4-FFF2-40B4-BE49-F238E27FC236}">
                    <a16:creationId xmlns:a16="http://schemas.microsoft.com/office/drawing/2014/main" id="{AD76E3DC-7659-D1E3-D0EB-9820B6EC0C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20" y="1119"/>
                <a:ext cx="1" cy="695"/>
              </a:xfrm>
              <a:custGeom>
                <a:avLst/>
                <a:gdLst>
                  <a:gd name="T0" fmla="*/ 0 w 1"/>
                  <a:gd name="T1" fmla="*/ 0 h 695"/>
                  <a:gd name="T2" fmla="*/ 0 w 1"/>
                  <a:gd name="T3" fmla="*/ 695 h 695"/>
                  <a:gd name="T4" fmla="*/ 0 60000 65536"/>
                  <a:gd name="T5" fmla="*/ 0 60000 65536"/>
                  <a:gd name="T6" fmla="*/ 0 w 1"/>
                  <a:gd name="T7" fmla="*/ 0 h 695"/>
                  <a:gd name="T8" fmla="*/ 1 w 1"/>
                  <a:gd name="T9" fmla="*/ 695 h 695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695">
                    <a:moveTo>
                      <a:pt x="0" y="0"/>
                    </a:moveTo>
                    <a:lnTo>
                      <a:pt x="0" y="695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38" name="Group 56">
                <a:extLst>
                  <a:ext uri="{FF2B5EF4-FFF2-40B4-BE49-F238E27FC236}">
                    <a16:creationId xmlns:a16="http://schemas.microsoft.com/office/drawing/2014/main" id="{B0437972-EE5E-3A18-DFEC-3EB1F959D0E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65" y="1318"/>
                <a:ext cx="345" cy="343"/>
                <a:chOff x="2750" y="1227"/>
                <a:chExt cx="345" cy="343"/>
              </a:xfrm>
            </p:grpSpPr>
            <p:sp>
              <p:nvSpPr>
                <p:cNvPr id="39" name="Line 57">
                  <a:extLst>
                    <a:ext uri="{FF2B5EF4-FFF2-40B4-BE49-F238E27FC236}">
                      <a16:creationId xmlns:a16="http://schemas.microsoft.com/office/drawing/2014/main" id="{0DE70BF9-0BE8-4C4C-49FE-E652E7283B4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750" y="1227"/>
                  <a:ext cx="345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0" name="Line 58">
                  <a:extLst>
                    <a:ext uri="{FF2B5EF4-FFF2-40B4-BE49-F238E27FC236}">
                      <a16:creationId xmlns:a16="http://schemas.microsoft.com/office/drawing/2014/main" id="{E2C71077-BC8F-C244-C791-B9A4D0B51DE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750" y="1570"/>
                  <a:ext cx="345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</p:grpSp>
        </p:grpSp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4B43F0C9-5D16-0572-1797-ECAD7C4913A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0047" t="33275" r="33728" b="19771"/>
            <a:stretch/>
          </p:blipFill>
          <p:spPr>
            <a:xfrm rot="5400000">
              <a:off x="4416422" y="2892427"/>
              <a:ext cx="1765303" cy="158750"/>
            </a:xfrm>
            <a:prstGeom prst="rect">
              <a:avLst/>
            </a:prstGeom>
          </p:spPr>
        </p:pic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9C6DC40E-3739-01AF-DC31-CFDA9A054A8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433" t="33891" r="37373" b="17279"/>
            <a:stretch/>
          </p:blipFill>
          <p:spPr>
            <a:xfrm rot="5400000">
              <a:off x="3489939" y="2917217"/>
              <a:ext cx="741722" cy="165100"/>
            </a:xfrm>
            <a:prstGeom prst="rect">
              <a:avLst/>
            </a:prstGeom>
          </p:spPr>
        </p:pic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07BCFAE1-6CB9-C66C-46B1-602E1FEDD5E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2701" t="32915" r="29263" b="11903"/>
            <a:stretch/>
          </p:blipFill>
          <p:spPr>
            <a:xfrm>
              <a:off x="6527801" y="2895600"/>
              <a:ext cx="1746484" cy="186574"/>
            </a:xfrm>
            <a:prstGeom prst="rect">
              <a:avLst/>
            </a:prstGeom>
          </p:spPr>
        </p:pic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B2670C31-A61B-542B-49C3-BE8CFCE0356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936" t="29161" r="9714" b="6986"/>
            <a:stretch/>
          </p:blipFill>
          <p:spPr>
            <a:xfrm>
              <a:off x="2679700" y="2882900"/>
              <a:ext cx="3488112" cy="215900"/>
            </a:xfrm>
            <a:prstGeom prst="rect">
              <a:avLst/>
            </a:prstGeom>
          </p:spPr>
        </p:pic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1C3F48BB-7E2B-DD12-951A-49D9C6FA000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433" t="33891" r="37373" b="17279"/>
            <a:stretch/>
          </p:blipFill>
          <p:spPr>
            <a:xfrm rot="5400000">
              <a:off x="2786006" y="2917217"/>
              <a:ext cx="741722" cy="165100"/>
            </a:xfrm>
            <a:prstGeom prst="rect">
              <a:avLst/>
            </a:prstGeom>
          </p:spPr>
        </p:pic>
      </p:grpSp>
      <p:grpSp>
        <p:nvGrpSpPr>
          <p:cNvPr id="43" name="Group 2">
            <a:extLst>
              <a:ext uri="{FF2B5EF4-FFF2-40B4-BE49-F238E27FC236}">
                <a16:creationId xmlns:a16="http://schemas.microsoft.com/office/drawing/2014/main" id="{0E55E56C-BF5E-D397-5CCE-DC5D61395E87}"/>
              </a:ext>
            </a:extLst>
          </p:cNvPr>
          <p:cNvGrpSpPr>
            <a:grpSpLocks/>
          </p:cNvGrpSpPr>
          <p:nvPr/>
        </p:nvGrpSpPr>
        <p:grpSpPr bwMode="auto">
          <a:xfrm>
            <a:off x="5366015" y="3912551"/>
            <a:ext cx="2894012" cy="1858962"/>
            <a:chOff x="1252" y="2638"/>
            <a:chExt cx="1823" cy="1171"/>
          </a:xfrm>
        </p:grpSpPr>
        <p:grpSp>
          <p:nvGrpSpPr>
            <p:cNvPr id="44" name="Group 3">
              <a:extLst>
                <a:ext uri="{FF2B5EF4-FFF2-40B4-BE49-F238E27FC236}">
                  <a16:creationId xmlns:a16="http://schemas.microsoft.com/office/drawing/2014/main" id="{2C024A52-B597-2BD4-AF33-1172FDF6F59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55" y="2638"/>
              <a:ext cx="1803" cy="1171"/>
              <a:chOff x="1255" y="2638"/>
              <a:chExt cx="1803" cy="1171"/>
            </a:xfrm>
          </p:grpSpPr>
          <p:sp>
            <p:nvSpPr>
              <p:cNvPr id="56" name="Freeform 4">
                <a:extLst>
                  <a:ext uri="{FF2B5EF4-FFF2-40B4-BE49-F238E27FC236}">
                    <a16:creationId xmlns:a16="http://schemas.microsoft.com/office/drawing/2014/main" id="{AB879367-D2BC-9F56-2B1D-FC6E084574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55" y="2638"/>
                <a:ext cx="1803" cy="1171"/>
              </a:xfrm>
              <a:custGeom>
                <a:avLst/>
                <a:gdLst>
                  <a:gd name="T0" fmla="*/ 1803 w 1803"/>
                  <a:gd name="T1" fmla="*/ 0 h 1171"/>
                  <a:gd name="T2" fmla="*/ 189 w 1803"/>
                  <a:gd name="T3" fmla="*/ 0 h 1171"/>
                  <a:gd name="T4" fmla="*/ 0 w 1803"/>
                  <a:gd name="T5" fmla="*/ 189 h 1171"/>
                  <a:gd name="T6" fmla="*/ 0 w 1803"/>
                  <a:gd name="T7" fmla="*/ 1171 h 1171"/>
                  <a:gd name="T8" fmla="*/ 1607 w 1803"/>
                  <a:gd name="T9" fmla="*/ 1171 h 1171"/>
                  <a:gd name="T10" fmla="*/ 1454 w 1803"/>
                  <a:gd name="T11" fmla="*/ 1120 h 1171"/>
                  <a:gd name="T12" fmla="*/ 1309 w 1803"/>
                  <a:gd name="T13" fmla="*/ 1069 h 1171"/>
                  <a:gd name="T14" fmla="*/ 1200 w 1803"/>
                  <a:gd name="T15" fmla="*/ 982 h 1171"/>
                  <a:gd name="T16" fmla="*/ 1149 w 1803"/>
                  <a:gd name="T17" fmla="*/ 909 h 1171"/>
                  <a:gd name="T18" fmla="*/ 1098 w 1803"/>
                  <a:gd name="T19" fmla="*/ 815 h 1171"/>
                  <a:gd name="T20" fmla="*/ 1083 w 1803"/>
                  <a:gd name="T21" fmla="*/ 677 h 1171"/>
                  <a:gd name="T22" fmla="*/ 1105 w 1803"/>
                  <a:gd name="T23" fmla="*/ 538 h 1171"/>
                  <a:gd name="T24" fmla="*/ 1171 w 1803"/>
                  <a:gd name="T25" fmla="*/ 393 h 1171"/>
                  <a:gd name="T26" fmla="*/ 1280 w 1803"/>
                  <a:gd name="T27" fmla="*/ 320 h 1171"/>
                  <a:gd name="T28" fmla="*/ 1389 w 1803"/>
                  <a:gd name="T29" fmla="*/ 240 h 1171"/>
                  <a:gd name="T30" fmla="*/ 1483 w 1803"/>
                  <a:gd name="T31" fmla="*/ 218 h 1171"/>
                  <a:gd name="T32" fmla="*/ 1614 w 1803"/>
                  <a:gd name="T33" fmla="*/ 204 h 1171"/>
                  <a:gd name="T34" fmla="*/ 1803 w 1803"/>
                  <a:gd name="T35" fmla="*/ 0 h 1171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803"/>
                  <a:gd name="T55" fmla="*/ 0 h 1171"/>
                  <a:gd name="T56" fmla="*/ 1803 w 1803"/>
                  <a:gd name="T57" fmla="*/ 1171 h 1171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803" h="1171">
                    <a:moveTo>
                      <a:pt x="1803" y="0"/>
                    </a:moveTo>
                    <a:lnTo>
                      <a:pt x="189" y="0"/>
                    </a:lnTo>
                    <a:lnTo>
                      <a:pt x="0" y="189"/>
                    </a:lnTo>
                    <a:lnTo>
                      <a:pt x="0" y="1171"/>
                    </a:lnTo>
                    <a:lnTo>
                      <a:pt x="1607" y="1171"/>
                    </a:lnTo>
                    <a:lnTo>
                      <a:pt x="1454" y="1120"/>
                    </a:lnTo>
                    <a:lnTo>
                      <a:pt x="1309" y="1069"/>
                    </a:lnTo>
                    <a:lnTo>
                      <a:pt x="1200" y="982"/>
                    </a:lnTo>
                    <a:lnTo>
                      <a:pt x="1149" y="909"/>
                    </a:lnTo>
                    <a:lnTo>
                      <a:pt x="1098" y="815"/>
                    </a:lnTo>
                    <a:lnTo>
                      <a:pt x="1083" y="677"/>
                    </a:lnTo>
                    <a:lnTo>
                      <a:pt x="1105" y="538"/>
                    </a:lnTo>
                    <a:lnTo>
                      <a:pt x="1171" y="393"/>
                    </a:lnTo>
                    <a:lnTo>
                      <a:pt x="1280" y="320"/>
                    </a:lnTo>
                    <a:lnTo>
                      <a:pt x="1389" y="240"/>
                    </a:lnTo>
                    <a:lnTo>
                      <a:pt x="1483" y="218"/>
                    </a:lnTo>
                    <a:lnTo>
                      <a:pt x="1614" y="204"/>
                    </a:lnTo>
                    <a:lnTo>
                      <a:pt x="1803" y="0"/>
                    </a:lnTo>
                    <a:close/>
                  </a:path>
                </a:pathLst>
              </a:custGeom>
              <a:solidFill>
                <a:srgbClr val="3366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7" name="Freeform 5">
                <a:extLst>
                  <a:ext uri="{FF2B5EF4-FFF2-40B4-BE49-F238E27FC236}">
                    <a16:creationId xmlns:a16="http://schemas.microsoft.com/office/drawing/2014/main" id="{B9BF2581-F54A-B675-93A3-0E2B394062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31" y="2895"/>
                <a:ext cx="727" cy="900"/>
              </a:xfrm>
              <a:custGeom>
                <a:avLst/>
                <a:gdLst>
                  <a:gd name="T0" fmla="*/ 265 w 727"/>
                  <a:gd name="T1" fmla="*/ 0 h 900"/>
                  <a:gd name="T2" fmla="*/ 146 w 727"/>
                  <a:gd name="T3" fmla="*/ 92 h 900"/>
                  <a:gd name="T4" fmla="*/ 80 w 727"/>
                  <a:gd name="T5" fmla="*/ 158 h 900"/>
                  <a:gd name="T6" fmla="*/ 44 w 727"/>
                  <a:gd name="T7" fmla="*/ 221 h 900"/>
                  <a:gd name="T8" fmla="*/ 0 w 727"/>
                  <a:gd name="T9" fmla="*/ 383 h 900"/>
                  <a:gd name="T10" fmla="*/ 7 w 727"/>
                  <a:gd name="T11" fmla="*/ 492 h 900"/>
                  <a:gd name="T12" fmla="*/ 29 w 727"/>
                  <a:gd name="T13" fmla="*/ 609 h 900"/>
                  <a:gd name="T14" fmla="*/ 80 w 727"/>
                  <a:gd name="T15" fmla="*/ 667 h 900"/>
                  <a:gd name="T16" fmla="*/ 153 w 727"/>
                  <a:gd name="T17" fmla="*/ 740 h 900"/>
                  <a:gd name="T18" fmla="*/ 218 w 727"/>
                  <a:gd name="T19" fmla="*/ 805 h 900"/>
                  <a:gd name="T20" fmla="*/ 320 w 727"/>
                  <a:gd name="T21" fmla="*/ 849 h 900"/>
                  <a:gd name="T22" fmla="*/ 437 w 727"/>
                  <a:gd name="T23" fmla="*/ 885 h 900"/>
                  <a:gd name="T24" fmla="*/ 531 w 727"/>
                  <a:gd name="T25" fmla="*/ 900 h 900"/>
                  <a:gd name="T26" fmla="*/ 727 w 727"/>
                  <a:gd name="T27" fmla="*/ 704 h 900"/>
                  <a:gd name="T28" fmla="*/ 626 w 727"/>
                  <a:gd name="T29" fmla="*/ 689 h 900"/>
                  <a:gd name="T30" fmla="*/ 546 w 727"/>
                  <a:gd name="T31" fmla="*/ 667 h 900"/>
                  <a:gd name="T32" fmla="*/ 451 w 727"/>
                  <a:gd name="T33" fmla="*/ 638 h 900"/>
                  <a:gd name="T34" fmla="*/ 393 w 727"/>
                  <a:gd name="T35" fmla="*/ 587 h 900"/>
                  <a:gd name="T36" fmla="*/ 306 w 727"/>
                  <a:gd name="T37" fmla="*/ 521 h 900"/>
                  <a:gd name="T38" fmla="*/ 277 w 727"/>
                  <a:gd name="T39" fmla="*/ 471 h 900"/>
                  <a:gd name="T40" fmla="*/ 236 w 727"/>
                  <a:gd name="T41" fmla="*/ 385 h 900"/>
                  <a:gd name="T42" fmla="*/ 207 w 727"/>
                  <a:gd name="T43" fmla="*/ 312 h 900"/>
                  <a:gd name="T44" fmla="*/ 207 w 727"/>
                  <a:gd name="T45" fmla="*/ 211 h 900"/>
                  <a:gd name="T46" fmla="*/ 218 w 727"/>
                  <a:gd name="T47" fmla="*/ 107 h 900"/>
                  <a:gd name="T48" fmla="*/ 265 w 727"/>
                  <a:gd name="T49" fmla="*/ 0 h 900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727"/>
                  <a:gd name="T76" fmla="*/ 0 h 900"/>
                  <a:gd name="T77" fmla="*/ 727 w 727"/>
                  <a:gd name="T78" fmla="*/ 900 h 900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727" h="900">
                    <a:moveTo>
                      <a:pt x="265" y="0"/>
                    </a:moveTo>
                    <a:lnTo>
                      <a:pt x="146" y="92"/>
                    </a:lnTo>
                    <a:lnTo>
                      <a:pt x="80" y="158"/>
                    </a:lnTo>
                    <a:lnTo>
                      <a:pt x="44" y="221"/>
                    </a:lnTo>
                    <a:lnTo>
                      <a:pt x="0" y="383"/>
                    </a:lnTo>
                    <a:lnTo>
                      <a:pt x="7" y="492"/>
                    </a:lnTo>
                    <a:lnTo>
                      <a:pt x="29" y="609"/>
                    </a:lnTo>
                    <a:lnTo>
                      <a:pt x="80" y="667"/>
                    </a:lnTo>
                    <a:lnTo>
                      <a:pt x="153" y="740"/>
                    </a:lnTo>
                    <a:lnTo>
                      <a:pt x="218" y="805"/>
                    </a:lnTo>
                    <a:lnTo>
                      <a:pt x="320" y="849"/>
                    </a:lnTo>
                    <a:lnTo>
                      <a:pt x="437" y="885"/>
                    </a:lnTo>
                    <a:lnTo>
                      <a:pt x="531" y="900"/>
                    </a:lnTo>
                    <a:lnTo>
                      <a:pt x="727" y="704"/>
                    </a:lnTo>
                    <a:lnTo>
                      <a:pt x="626" y="689"/>
                    </a:lnTo>
                    <a:lnTo>
                      <a:pt x="546" y="667"/>
                    </a:lnTo>
                    <a:lnTo>
                      <a:pt x="451" y="638"/>
                    </a:lnTo>
                    <a:lnTo>
                      <a:pt x="393" y="587"/>
                    </a:lnTo>
                    <a:lnTo>
                      <a:pt x="306" y="521"/>
                    </a:lnTo>
                    <a:lnTo>
                      <a:pt x="277" y="471"/>
                    </a:lnTo>
                    <a:lnTo>
                      <a:pt x="236" y="385"/>
                    </a:lnTo>
                    <a:lnTo>
                      <a:pt x="207" y="312"/>
                    </a:lnTo>
                    <a:lnTo>
                      <a:pt x="207" y="211"/>
                    </a:lnTo>
                    <a:lnTo>
                      <a:pt x="218" y="107"/>
                    </a:lnTo>
                    <a:lnTo>
                      <a:pt x="265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182F76"/>
                  </a:gs>
                  <a:gs pos="100000">
                    <a:srgbClr val="3366FF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45" name="Group 6">
              <a:extLst>
                <a:ext uri="{FF2B5EF4-FFF2-40B4-BE49-F238E27FC236}">
                  <a16:creationId xmlns:a16="http://schemas.microsoft.com/office/drawing/2014/main" id="{F762C937-426A-35B2-AEE3-108758B2CAF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52" y="2638"/>
              <a:ext cx="1823" cy="1160"/>
              <a:chOff x="1252" y="2638"/>
              <a:chExt cx="1823" cy="1160"/>
            </a:xfrm>
          </p:grpSpPr>
          <p:grpSp>
            <p:nvGrpSpPr>
              <p:cNvPr id="46" name="Group 7">
                <a:extLst>
                  <a:ext uri="{FF2B5EF4-FFF2-40B4-BE49-F238E27FC236}">
                    <a16:creationId xmlns:a16="http://schemas.microsoft.com/office/drawing/2014/main" id="{35F8B983-7E8F-18D7-D399-4E23F785C40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52" y="2838"/>
                <a:ext cx="1620" cy="960"/>
                <a:chOff x="3104" y="1829"/>
                <a:chExt cx="1620" cy="960"/>
              </a:xfrm>
            </p:grpSpPr>
            <p:sp>
              <p:nvSpPr>
                <p:cNvPr id="53" name="Line 8">
                  <a:extLst>
                    <a:ext uri="{FF2B5EF4-FFF2-40B4-BE49-F238E27FC236}">
                      <a16:creationId xmlns:a16="http://schemas.microsoft.com/office/drawing/2014/main" id="{0EEBBFF6-E888-D45B-2A95-1705B07A4AC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104" y="1829"/>
                  <a:ext cx="1620" cy="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4" name="Line 9">
                  <a:extLst>
                    <a:ext uri="{FF2B5EF4-FFF2-40B4-BE49-F238E27FC236}">
                      <a16:creationId xmlns:a16="http://schemas.microsoft.com/office/drawing/2014/main" id="{E3554532-9B2F-C74A-B4F4-B27F444868F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104" y="2789"/>
                  <a:ext cx="1620" cy="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5" name="Line 10">
                  <a:extLst>
                    <a:ext uri="{FF2B5EF4-FFF2-40B4-BE49-F238E27FC236}">
                      <a16:creationId xmlns:a16="http://schemas.microsoft.com/office/drawing/2014/main" id="{F31946EB-AEB1-81E4-FC5F-43A443544F9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04" y="1829"/>
                  <a:ext cx="0" cy="96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47" name="Line 11">
                <a:extLst>
                  <a:ext uri="{FF2B5EF4-FFF2-40B4-BE49-F238E27FC236}">
                    <a16:creationId xmlns:a16="http://schemas.microsoft.com/office/drawing/2014/main" id="{EC629E83-1937-B7BA-B149-39348AF4D4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445" y="2638"/>
                <a:ext cx="1630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8" name="Line 12">
                <a:extLst>
                  <a:ext uri="{FF2B5EF4-FFF2-40B4-BE49-F238E27FC236}">
                    <a16:creationId xmlns:a16="http://schemas.microsoft.com/office/drawing/2014/main" id="{68CA91B0-2DAA-DA4F-1289-10382BCBFE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254" y="2638"/>
                <a:ext cx="204" cy="20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9" name="Line 13">
                <a:extLst>
                  <a:ext uri="{FF2B5EF4-FFF2-40B4-BE49-F238E27FC236}">
                    <a16:creationId xmlns:a16="http://schemas.microsoft.com/office/drawing/2014/main" id="{F0245D05-44ED-8979-D949-2D35832080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862" y="2647"/>
                <a:ext cx="204" cy="20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0" name="Freeform 14">
                <a:extLst>
                  <a:ext uri="{FF2B5EF4-FFF2-40B4-BE49-F238E27FC236}">
                    <a16:creationId xmlns:a16="http://schemas.microsoft.com/office/drawing/2014/main" id="{4553BBAE-C37C-FD3C-6D7C-DDD8C650C3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64" y="3605"/>
                <a:ext cx="194" cy="193"/>
              </a:xfrm>
              <a:custGeom>
                <a:avLst/>
                <a:gdLst>
                  <a:gd name="T0" fmla="*/ 194 w 194"/>
                  <a:gd name="T1" fmla="*/ 0 h 193"/>
                  <a:gd name="T2" fmla="*/ 0 w 194"/>
                  <a:gd name="T3" fmla="*/ 193 h 193"/>
                  <a:gd name="T4" fmla="*/ 0 60000 65536"/>
                  <a:gd name="T5" fmla="*/ 0 60000 65536"/>
                  <a:gd name="T6" fmla="*/ 0 w 194"/>
                  <a:gd name="T7" fmla="*/ 0 h 193"/>
                  <a:gd name="T8" fmla="*/ 194 w 194"/>
                  <a:gd name="T9" fmla="*/ 193 h 19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94" h="193">
                    <a:moveTo>
                      <a:pt x="194" y="0"/>
                    </a:moveTo>
                    <a:lnTo>
                      <a:pt x="0" y="193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1" name="Arc 15">
                <a:extLst>
                  <a:ext uri="{FF2B5EF4-FFF2-40B4-BE49-F238E27FC236}">
                    <a16:creationId xmlns:a16="http://schemas.microsoft.com/office/drawing/2014/main" id="{46CE72A4-8ADF-2FB7-5183-770521440769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2332" y="2836"/>
                <a:ext cx="547" cy="956"/>
              </a:xfrm>
              <a:custGeom>
                <a:avLst/>
                <a:gdLst>
                  <a:gd name="T0" fmla="*/ 0 w 21600"/>
                  <a:gd name="T1" fmla="*/ 0 h 43199"/>
                  <a:gd name="T2" fmla="*/ 0 w 21600"/>
                  <a:gd name="T3" fmla="*/ 0 h 43199"/>
                  <a:gd name="T4" fmla="*/ 0 w 21600"/>
                  <a:gd name="T5" fmla="*/ 0 h 43199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43199"/>
                  <a:gd name="T11" fmla="*/ 21600 w 21600"/>
                  <a:gd name="T12" fmla="*/ 43199 h 4319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43199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462"/>
                      <a:pt x="12033" y="43104"/>
                      <a:pt x="172" y="43199"/>
                    </a:cubicBezTo>
                  </a:path>
                  <a:path w="21600" h="43199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462"/>
                      <a:pt x="12033" y="43104"/>
                      <a:pt x="172" y="43199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2" name="Freeform 16">
                <a:extLst>
                  <a:ext uri="{FF2B5EF4-FFF2-40B4-BE49-F238E27FC236}">
                    <a16:creationId xmlns:a16="http://schemas.microsoft.com/office/drawing/2014/main" id="{01A5AF4C-304B-858B-9955-1F3EB26A82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25" y="2902"/>
                <a:ext cx="540" cy="696"/>
              </a:xfrm>
              <a:custGeom>
                <a:avLst/>
                <a:gdLst>
                  <a:gd name="T0" fmla="*/ 86 w 540"/>
                  <a:gd name="T1" fmla="*/ 0 h 696"/>
                  <a:gd name="T2" fmla="*/ 13 w 540"/>
                  <a:gd name="T3" fmla="*/ 109 h 696"/>
                  <a:gd name="T4" fmla="*/ 6 w 540"/>
                  <a:gd name="T5" fmla="*/ 211 h 696"/>
                  <a:gd name="T6" fmla="*/ 24 w 540"/>
                  <a:gd name="T7" fmla="*/ 332 h 696"/>
                  <a:gd name="T8" fmla="*/ 53 w 540"/>
                  <a:gd name="T9" fmla="*/ 420 h 696"/>
                  <a:gd name="T10" fmla="*/ 97 w 540"/>
                  <a:gd name="T11" fmla="*/ 492 h 696"/>
                  <a:gd name="T12" fmla="*/ 148 w 540"/>
                  <a:gd name="T13" fmla="*/ 550 h 696"/>
                  <a:gd name="T14" fmla="*/ 206 w 540"/>
                  <a:gd name="T15" fmla="*/ 587 h 696"/>
                  <a:gd name="T16" fmla="*/ 264 w 540"/>
                  <a:gd name="T17" fmla="*/ 630 h 696"/>
                  <a:gd name="T18" fmla="*/ 344 w 540"/>
                  <a:gd name="T19" fmla="*/ 660 h 696"/>
                  <a:gd name="T20" fmla="*/ 446 w 540"/>
                  <a:gd name="T21" fmla="*/ 681 h 696"/>
                  <a:gd name="T22" fmla="*/ 540 w 540"/>
                  <a:gd name="T23" fmla="*/ 696 h 69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540"/>
                  <a:gd name="T37" fmla="*/ 0 h 696"/>
                  <a:gd name="T38" fmla="*/ 540 w 540"/>
                  <a:gd name="T39" fmla="*/ 696 h 69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540" h="696">
                    <a:moveTo>
                      <a:pt x="86" y="0"/>
                    </a:moveTo>
                    <a:cubicBezTo>
                      <a:pt x="75" y="19"/>
                      <a:pt x="26" y="74"/>
                      <a:pt x="13" y="109"/>
                    </a:cubicBezTo>
                    <a:cubicBezTo>
                      <a:pt x="0" y="144"/>
                      <a:pt x="4" y="174"/>
                      <a:pt x="6" y="211"/>
                    </a:cubicBezTo>
                    <a:cubicBezTo>
                      <a:pt x="8" y="248"/>
                      <a:pt x="16" y="297"/>
                      <a:pt x="24" y="332"/>
                    </a:cubicBezTo>
                    <a:cubicBezTo>
                      <a:pt x="32" y="367"/>
                      <a:pt x="41" y="393"/>
                      <a:pt x="53" y="420"/>
                    </a:cubicBezTo>
                    <a:cubicBezTo>
                      <a:pt x="65" y="447"/>
                      <a:pt x="81" y="470"/>
                      <a:pt x="97" y="492"/>
                    </a:cubicBezTo>
                    <a:cubicBezTo>
                      <a:pt x="113" y="514"/>
                      <a:pt x="130" y="534"/>
                      <a:pt x="148" y="550"/>
                    </a:cubicBezTo>
                    <a:cubicBezTo>
                      <a:pt x="166" y="566"/>
                      <a:pt x="187" y="574"/>
                      <a:pt x="206" y="587"/>
                    </a:cubicBezTo>
                    <a:cubicBezTo>
                      <a:pt x="225" y="600"/>
                      <a:pt x="241" y="618"/>
                      <a:pt x="264" y="630"/>
                    </a:cubicBezTo>
                    <a:cubicBezTo>
                      <a:pt x="287" y="642"/>
                      <a:pt x="314" y="652"/>
                      <a:pt x="344" y="660"/>
                    </a:cubicBezTo>
                    <a:cubicBezTo>
                      <a:pt x="374" y="668"/>
                      <a:pt x="413" y="675"/>
                      <a:pt x="446" y="681"/>
                    </a:cubicBezTo>
                    <a:cubicBezTo>
                      <a:pt x="479" y="687"/>
                      <a:pt x="524" y="694"/>
                      <a:pt x="540" y="696"/>
                    </a:cubicBez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</p:grpSp>
      <p:grpSp>
        <p:nvGrpSpPr>
          <p:cNvPr id="59" name="Group 59">
            <a:extLst>
              <a:ext uri="{FF2B5EF4-FFF2-40B4-BE49-F238E27FC236}">
                <a16:creationId xmlns:a16="http://schemas.microsoft.com/office/drawing/2014/main" id="{516CCCE8-4FBD-92C9-98DE-35A6661F6739}"/>
              </a:ext>
            </a:extLst>
          </p:cNvPr>
          <p:cNvGrpSpPr>
            <a:grpSpLocks/>
          </p:cNvGrpSpPr>
          <p:nvPr/>
        </p:nvGrpSpPr>
        <p:grpSpPr bwMode="auto">
          <a:xfrm>
            <a:off x="4297627" y="2042476"/>
            <a:ext cx="2571750" cy="1616075"/>
            <a:chOff x="300" y="912"/>
            <a:chExt cx="1620" cy="960"/>
          </a:xfrm>
        </p:grpSpPr>
        <p:sp>
          <p:nvSpPr>
            <p:cNvPr id="60" name="Line 60">
              <a:extLst>
                <a:ext uri="{FF2B5EF4-FFF2-40B4-BE49-F238E27FC236}">
                  <a16:creationId xmlns:a16="http://schemas.microsoft.com/office/drawing/2014/main" id="{4FCBE56E-AC56-13C3-2165-850C6109E4F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0" y="912"/>
              <a:ext cx="1620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1" name="Line 61">
              <a:extLst>
                <a:ext uri="{FF2B5EF4-FFF2-40B4-BE49-F238E27FC236}">
                  <a16:creationId xmlns:a16="http://schemas.microsoft.com/office/drawing/2014/main" id="{FA667947-6A27-EBBA-CD1A-1298A6C40AC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0" y="1872"/>
              <a:ext cx="1620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2" name="Line 62">
              <a:extLst>
                <a:ext uri="{FF2B5EF4-FFF2-40B4-BE49-F238E27FC236}">
                  <a16:creationId xmlns:a16="http://schemas.microsoft.com/office/drawing/2014/main" id="{57AD3C63-6E4F-E5DB-63E9-FD99DA7963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0" y="912"/>
              <a:ext cx="0" cy="96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63" name="Group 64">
            <a:extLst>
              <a:ext uri="{FF2B5EF4-FFF2-40B4-BE49-F238E27FC236}">
                <a16:creationId xmlns:a16="http://schemas.microsoft.com/office/drawing/2014/main" id="{990E62BB-314D-0162-7BD0-AD9ED40FE41D}"/>
              </a:ext>
            </a:extLst>
          </p:cNvPr>
          <p:cNvGrpSpPr>
            <a:grpSpLocks/>
          </p:cNvGrpSpPr>
          <p:nvPr/>
        </p:nvGrpSpPr>
        <p:grpSpPr bwMode="auto">
          <a:xfrm>
            <a:off x="4426215" y="2563176"/>
            <a:ext cx="1306512" cy="585787"/>
            <a:chOff x="372" y="1200"/>
            <a:chExt cx="823" cy="348"/>
          </a:xfrm>
        </p:grpSpPr>
        <p:sp>
          <p:nvSpPr>
            <p:cNvPr id="64" name="Oval 65">
              <a:extLst>
                <a:ext uri="{FF2B5EF4-FFF2-40B4-BE49-F238E27FC236}">
                  <a16:creationId xmlns:a16="http://schemas.microsoft.com/office/drawing/2014/main" id="{1BEB6306-DB77-3806-92AE-4E507C2C15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2" y="1205"/>
              <a:ext cx="379" cy="343"/>
            </a:xfrm>
            <a:prstGeom prst="ellipse">
              <a:avLst/>
            </a:prstGeom>
            <a:noFill/>
            <a:ln w="38100">
              <a:solidFill>
                <a:srgbClr val="CC00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5" name="Oval 66">
              <a:extLst>
                <a:ext uri="{FF2B5EF4-FFF2-40B4-BE49-F238E27FC236}">
                  <a16:creationId xmlns:a16="http://schemas.microsoft.com/office/drawing/2014/main" id="{3D1D103E-88CC-5869-9F07-F06E7CF6B3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1200"/>
              <a:ext cx="379" cy="343"/>
            </a:xfrm>
            <a:prstGeom prst="ellipse">
              <a:avLst/>
            </a:prstGeom>
            <a:noFill/>
            <a:ln w="38100">
              <a:solidFill>
                <a:srgbClr val="CC00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66" name="Group 67">
            <a:extLst>
              <a:ext uri="{FF2B5EF4-FFF2-40B4-BE49-F238E27FC236}">
                <a16:creationId xmlns:a16="http://schemas.microsoft.com/office/drawing/2014/main" id="{AC3E6592-5DC3-2F90-A5FE-762154072BA4}"/>
              </a:ext>
            </a:extLst>
          </p:cNvPr>
          <p:cNvGrpSpPr>
            <a:grpSpLocks/>
          </p:cNvGrpSpPr>
          <p:nvPr/>
        </p:nvGrpSpPr>
        <p:grpSpPr bwMode="auto">
          <a:xfrm>
            <a:off x="4308740" y="2247263"/>
            <a:ext cx="1547812" cy="1162050"/>
            <a:chOff x="303" y="1056"/>
            <a:chExt cx="965" cy="686"/>
          </a:xfrm>
        </p:grpSpPr>
        <p:sp>
          <p:nvSpPr>
            <p:cNvPr id="67" name="Line 68">
              <a:extLst>
                <a:ext uri="{FF2B5EF4-FFF2-40B4-BE49-F238E27FC236}">
                  <a16:creationId xmlns:a16="http://schemas.microsoft.com/office/drawing/2014/main" id="{ABB49FA7-4264-9A07-ACFA-41B95B8790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3" y="1056"/>
              <a:ext cx="965" cy="0"/>
            </a:xfrm>
            <a:prstGeom prst="line">
              <a:avLst/>
            </a:prstGeom>
            <a:noFill/>
            <a:ln w="38100">
              <a:solidFill>
                <a:srgbClr val="CC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8" name="Line 69">
              <a:extLst>
                <a:ext uri="{FF2B5EF4-FFF2-40B4-BE49-F238E27FC236}">
                  <a16:creationId xmlns:a16="http://schemas.microsoft.com/office/drawing/2014/main" id="{B2040D8D-071F-4EF6-AF74-CDBD3D339A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3" y="1742"/>
              <a:ext cx="965" cy="0"/>
            </a:xfrm>
            <a:prstGeom prst="line">
              <a:avLst/>
            </a:prstGeom>
            <a:noFill/>
            <a:ln w="38100">
              <a:solidFill>
                <a:srgbClr val="CC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9" name="Line 70">
              <a:extLst>
                <a:ext uri="{FF2B5EF4-FFF2-40B4-BE49-F238E27FC236}">
                  <a16:creationId xmlns:a16="http://schemas.microsoft.com/office/drawing/2014/main" id="{840B9D0E-9417-B9C4-73FD-5A15981754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68" y="1056"/>
              <a:ext cx="0" cy="686"/>
            </a:xfrm>
            <a:prstGeom prst="line">
              <a:avLst/>
            </a:prstGeom>
            <a:noFill/>
            <a:ln w="38100">
              <a:solidFill>
                <a:srgbClr val="CC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70" name="Group 71">
            <a:extLst>
              <a:ext uri="{FF2B5EF4-FFF2-40B4-BE49-F238E27FC236}">
                <a16:creationId xmlns:a16="http://schemas.microsoft.com/office/drawing/2014/main" id="{3153531A-326A-C2BC-AC21-CD66D1DDE2FC}"/>
              </a:ext>
            </a:extLst>
          </p:cNvPr>
          <p:cNvGrpSpPr>
            <a:grpSpLocks/>
          </p:cNvGrpSpPr>
          <p:nvPr/>
        </p:nvGrpSpPr>
        <p:grpSpPr bwMode="auto">
          <a:xfrm>
            <a:off x="8750565" y="2239326"/>
            <a:ext cx="328612" cy="1155700"/>
            <a:chOff x="3095" y="1056"/>
            <a:chExt cx="207" cy="686"/>
          </a:xfrm>
        </p:grpSpPr>
        <p:sp>
          <p:nvSpPr>
            <p:cNvPr id="71" name="Line 72">
              <a:extLst>
                <a:ext uri="{FF2B5EF4-FFF2-40B4-BE49-F238E27FC236}">
                  <a16:creationId xmlns:a16="http://schemas.microsoft.com/office/drawing/2014/main" id="{30D2F047-B68C-96F5-D783-FBE15C13F9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95" y="1056"/>
              <a:ext cx="207" cy="0"/>
            </a:xfrm>
            <a:prstGeom prst="line">
              <a:avLst/>
            </a:prstGeom>
            <a:noFill/>
            <a:ln w="38100">
              <a:solidFill>
                <a:srgbClr val="CC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2" name="Line 73">
              <a:extLst>
                <a:ext uri="{FF2B5EF4-FFF2-40B4-BE49-F238E27FC236}">
                  <a16:creationId xmlns:a16="http://schemas.microsoft.com/office/drawing/2014/main" id="{69E665FE-7B3B-E968-8A2B-65F7DB3121F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95" y="1742"/>
              <a:ext cx="207" cy="0"/>
            </a:xfrm>
            <a:prstGeom prst="line">
              <a:avLst/>
            </a:prstGeom>
            <a:noFill/>
            <a:ln w="38100">
              <a:solidFill>
                <a:srgbClr val="CC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3" name="Line 74">
              <a:extLst>
                <a:ext uri="{FF2B5EF4-FFF2-40B4-BE49-F238E27FC236}">
                  <a16:creationId xmlns:a16="http://schemas.microsoft.com/office/drawing/2014/main" id="{4801AF59-5356-8AD9-BE74-D48A9E3E12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95" y="1056"/>
              <a:ext cx="0" cy="686"/>
            </a:xfrm>
            <a:prstGeom prst="line">
              <a:avLst/>
            </a:prstGeom>
            <a:noFill/>
            <a:ln w="38100">
              <a:solidFill>
                <a:srgbClr val="CC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74" name="Group 89">
            <a:extLst>
              <a:ext uri="{FF2B5EF4-FFF2-40B4-BE49-F238E27FC236}">
                <a16:creationId xmlns:a16="http://schemas.microsoft.com/office/drawing/2014/main" id="{3038525B-2709-B171-1257-9C22DD14AFCD}"/>
              </a:ext>
            </a:extLst>
          </p:cNvPr>
          <p:cNvGrpSpPr>
            <a:grpSpLocks/>
          </p:cNvGrpSpPr>
          <p:nvPr/>
        </p:nvGrpSpPr>
        <p:grpSpPr bwMode="auto">
          <a:xfrm>
            <a:off x="8164777" y="2586988"/>
            <a:ext cx="547688" cy="577850"/>
            <a:chOff x="2750" y="1227"/>
            <a:chExt cx="345" cy="343"/>
          </a:xfrm>
        </p:grpSpPr>
        <p:sp>
          <p:nvSpPr>
            <p:cNvPr id="75" name="Line 90">
              <a:extLst>
                <a:ext uri="{FF2B5EF4-FFF2-40B4-BE49-F238E27FC236}">
                  <a16:creationId xmlns:a16="http://schemas.microsoft.com/office/drawing/2014/main" id="{87C8F136-0B56-6840-71E1-56975C86AB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50" y="1227"/>
              <a:ext cx="345" cy="0"/>
            </a:xfrm>
            <a:prstGeom prst="line">
              <a:avLst/>
            </a:prstGeom>
            <a:noFill/>
            <a:ln w="19050">
              <a:solidFill>
                <a:srgbClr val="CC0099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6" name="Line 91">
              <a:extLst>
                <a:ext uri="{FF2B5EF4-FFF2-40B4-BE49-F238E27FC236}">
                  <a16:creationId xmlns:a16="http://schemas.microsoft.com/office/drawing/2014/main" id="{D4602CAC-809C-DFD2-1BEC-C217291652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50" y="1570"/>
              <a:ext cx="345" cy="0"/>
            </a:xfrm>
            <a:prstGeom prst="line">
              <a:avLst/>
            </a:prstGeom>
            <a:noFill/>
            <a:ln w="19050">
              <a:solidFill>
                <a:srgbClr val="CC0099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77" name="Group 93">
            <a:extLst>
              <a:ext uri="{FF2B5EF4-FFF2-40B4-BE49-F238E27FC236}">
                <a16:creationId xmlns:a16="http://schemas.microsoft.com/office/drawing/2014/main" id="{A1626446-3D31-AD16-7CD8-1B80DC05AB4B}"/>
              </a:ext>
            </a:extLst>
          </p:cNvPr>
          <p:cNvGrpSpPr>
            <a:grpSpLocks/>
          </p:cNvGrpSpPr>
          <p:nvPr/>
        </p:nvGrpSpPr>
        <p:grpSpPr bwMode="auto">
          <a:xfrm>
            <a:off x="6839215" y="2017076"/>
            <a:ext cx="1341437" cy="1627187"/>
            <a:chOff x="1920" y="989"/>
            <a:chExt cx="845" cy="966"/>
          </a:xfrm>
        </p:grpSpPr>
        <p:sp>
          <p:nvSpPr>
            <p:cNvPr id="78" name="Line 94">
              <a:extLst>
                <a:ext uri="{FF2B5EF4-FFF2-40B4-BE49-F238E27FC236}">
                  <a16:creationId xmlns:a16="http://schemas.microsoft.com/office/drawing/2014/main" id="{75300192-C2E9-0617-0561-17A5E59795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0" y="989"/>
              <a:ext cx="840" cy="0"/>
            </a:xfrm>
            <a:prstGeom prst="line">
              <a:avLst/>
            </a:prstGeom>
            <a:noFill/>
            <a:ln w="9525">
              <a:solidFill>
                <a:srgbClr val="66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9" name="Line 95">
              <a:extLst>
                <a:ext uri="{FF2B5EF4-FFF2-40B4-BE49-F238E27FC236}">
                  <a16:creationId xmlns:a16="http://schemas.microsoft.com/office/drawing/2014/main" id="{F9214BC8-089C-2C0A-CFCE-FE0F410ABB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38" y="1955"/>
              <a:ext cx="827" cy="0"/>
            </a:xfrm>
            <a:prstGeom prst="line">
              <a:avLst/>
            </a:prstGeom>
            <a:noFill/>
            <a:ln w="9525">
              <a:solidFill>
                <a:srgbClr val="66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80" name="Group 96">
            <a:extLst>
              <a:ext uri="{FF2B5EF4-FFF2-40B4-BE49-F238E27FC236}">
                <a16:creationId xmlns:a16="http://schemas.microsoft.com/office/drawing/2014/main" id="{99AA3ECD-C998-F0B9-5E9D-524B08FF7EBA}"/>
              </a:ext>
            </a:extLst>
          </p:cNvPr>
          <p:cNvGrpSpPr>
            <a:grpSpLocks/>
          </p:cNvGrpSpPr>
          <p:nvPr/>
        </p:nvGrpSpPr>
        <p:grpSpPr bwMode="auto">
          <a:xfrm>
            <a:off x="5856552" y="2244088"/>
            <a:ext cx="2987675" cy="1163638"/>
            <a:chOff x="1301" y="1114"/>
            <a:chExt cx="1882" cy="691"/>
          </a:xfrm>
        </p:grpSpPr>
        <p:sp>
          <p:nvSpPr>
            <p:cNvPr id="81" name="Line 97">
              <a:extLst>
                <a:ext uri="{FF2B5EF4-FFF2-40B4-BE49-F238E27FC236}">
                  <a16:creationId xmlns:a16="http://schemas.microsoft.com/office/drawing/2014/main" id="{F35B7F3B-C775-0973-2AFE-CF1C031A43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01" y="1114"/>
              <a:ext cx="1882" cy="0"/>
            </a:xfrm>
            <a:prstGeom prst="line">
              <a:avLst/>
            </a:prstGeom>
            <a:noFill/>
            <a:ln w="9525">
              <a:solidFill>
                <a:srgbClr val="66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2" name="Line 98">
              <a:extLst>
                <a:ext uri="{FF2B5EF4-FFF2-40B4-BE49-F238E27FC236}">
                  <a16:creationId xmlns:a16="http://schemas.microsoft.com/office/drawing/2014/main" id="{16310F23-6E3B-227F-FD88-7F921D63BF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01" y="1805"/>
              <a:ext cx="1882" cy="0"/>
            </a:xfrm>
            <a:prstGeom prst="line">
              <a:avLst/>
            </a:prstGeom>
            <a:noFill/>
            <a:ln w="9525">
              <a:solidFill>
                <a:srgbClr val="66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83" name="Group 99">
            <a:extLst>
              <a:ext uri="{FF2B5EF4-FFF2-40B4-BE49-F238E27FC236}">
                <a16:creationId xmlns:a16="http://schemas.microsoft.com/office/drawing/2014/main" id="{9C9B039E-A183-5F4B-20BC-2E2298C24095}"/>
              </a:ext>
            </a:extLst>
          </p:cNvPr>
          <p:cNvGrpSpPr>
            <a:grpSpLocks/>
          </p:cNvGrpSpPr>
          <p:nvPr/>
        </p:nvGrpSpPr>
        <p:grpSpPr bwMode="auto">
          <a:xfrm>
            <a:off x="5410465" y="2560001"/>
            <a:ext cx="2762250" cy="593725"/>
            <a:chOff x="1020" y="1313"/>
            <a:chExt cx="1740" cy="353"/>
          </a:xfrm>
        </p:grpSpPr>
        <p:sp>
          <p:nvSpPr>
            <p:cNvPr id="84" name="Line 100">
              <a:extLst>
                <a:ext uri="{FF2B5EF4-FFF2-40B4-BE49-F238E27FC236}">
                  <a16:creationId xmlns:a16="http://schemas.microsoft.com/office/drawing/2014/main" id="{0BD12351-2D3C-0974-D51A-4D8846BB9D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20" y="1313"/>
              <a:ext cx="1740" cy="0"/>
            </a:xfrm>
            <a:prstGeom prst="line">
              <a:avLst/>
            </a:prstGeom>
            <a:noFill/>
            <a:ln w="9525">
              <a:solidFill>
                <a:srgbClr val="66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5" name="Freeform 101">
              <a:extLst>
                <a:ext uri="{FF2B5EF4-FFF2-40B4-BE49-F238E27FC236}">
                  <a16:creationId xmlns:a16="http://schemas.microsoft.com/office/drawing/2014/main" id="{C35B78E8-9A89-75A7-FA21-7310E1D8A0E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5" y="1665"/>
              <a:ext cx="1710" cy="1"/>
            </a:xfrm>
            <a:custGeom>
              <a:avLst/>
              <a:gdLst>
                <a:gd name="T0" fmla="*/ 0 w 1710"/>
                <a:gd name="T1" fmla="*/ 0 h 1"/>
                <a:gd name="T2" fmla="*/ 1710 w 1710"/>
                <a:gd name="T3" fmla="*/ 0 h 1"/>
                <a:gd name="T4" fmla="*/ 0 60000 65536"/>
                <a:gd name="T5" fmla="*/ 0 60000 65536"/>
                <a:gd name="T6" fmla="*/ 0 w 1710"/>
                <a:gd name="T7" fmla="*/ 0 h 1"/>
                <a:gd name="T8" fmla="*/ 1710 w 1710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710" h="1">
                  <a:moveTo>
                    <a:pt x="0" y="0"/>
                  </a:moveTo>
                  <a:lnTo>
                    <a:pt x="1710" y="0"/>
                  </a:lnTo>
                </a:path>
              </a:pathLst>
            </a:custGeom>
            <a:noFill/>
            <a:ln w="9525">
              <a:solidFill>
                <a:srgbClr val="66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86" name="Group 102">
            <a:extLst>
              <a:ext uri="{FF2B5EF4-FFF2-40B4-BE49-F238E27FC236}">
                <a16:creationId xmlns:a16="http://schemas.microsoft.com/office/drawing/2014/main" id="{601273AA-E667-ABD8-687E-633E89E01D3A}"/>
              </a:ext>
            </a:extLst>
          </p:cNvPr>
          <p:cNvGrpSpPr>
            <a:grpSpLocks/>
          </p:cNvGrpSpPr>
          <p:nvPr/>
        </p:nvGrpSpPr>
        <p:grpSpPr bwMode="auto">
          <a:xfrm>
            <a:off x="5185040" y="4423726"/>
            <a:ext cx="1708150" cy="1128712"/>
            <a:chOff x="1112" y="2271"/>
            <a:chExt cx="1076" cy="711"/>
          </a:xfrm>
        </p:grpSpPr>
        <p:sp>
          <p:nvSpPr>
            <p:cNvPr id="87" name="Freeform 103">
              <a:extLst>
                <a:ext uri="{FF2B5EF4-FFF2-40B4-BE49-F238E27FC236}">
                  <a16:creationId xmlns:a16="http://schemas.microsoft.com/office/drawing/2014/main" id="{EA958A69-EC9F-AEDD-AF41-3520D046240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5" y="2866"/>
              <a:ext cx="946" cy="102"/>
            </a:xfrm>
            <a:custGeom>
              <a:avLst/>
              <a:gdLst>
                <a:gd name="T0" fmla="*/ 102 w 946"/>
                <a:gd name="T1" fmla="*/ 0 h 102"/>
                <a:gd name="T2" fmla="*/ 0 w 946"/>
                <a:gd name="T3" fmla="*/ 102 h 102"/>
                <a:gd name="T4" fmla="*/ 946 w 946"/>
                <a:gd name="T5" fmla="*/ 102 h 102"/>
                <a:gd name="T6" fmla="*/ 946 w 946"/>
                <a:gd name="T7" fmla="*/ 0 h 102"/>
                <a:gd name="T8" fmla="*/ 102 w 946"/>
                <a:gd name="T9" fmla="*/ 0 h 10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46"/>
                <a:gd name="T16" fmla="*/ 0 h 102"/>
                <a:gd name="T17" fmla="*/ 946 w 946"/>
                <a:gd name="T18" fmla="*/ 102 h 10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46" h="102">
                  <a:moveTo>
                    <a:pt x="102" y="0"/>
                  </a:moveTo>
                  <a:lnTo>
                    <a:pt x="0" y="102"/>
                  </a:lnTo>
                  <a:lnTo>
                    <a:pt x="946" y="102"/>
                  </a:lnTo>
                  <a:lnTo>
                    <a:pt x="946" y="0"/>
                  </a:lnTo>
                  <a:lnTo>
                    <a:pt x="102" y="0"/>
                  </a:ln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8" name="Rectangle 104">
              <a:extLst>
                <a:ext uri="{FF2B5EF4-FFF2-40B4-BE49-F238E27FC236}">
                  <a16:creationId xmlns:a16="http://schemas.microsoft.com/office/drawing/2014/main" id="{180ECAC1-C559-8784-63D0-2DE27B8D43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5" y="2277"/>
              <a:ext cx="836" cy="582"/>
            </a:xfrm>
            <a:prstGeom prst="rect">
              <a:avLst/>
            </a:prstGeom>
            <a:gradFill rotWithShape="0">
              <a:gsLst>
                <a:gs pos="0">
                  <a:srgbClr val="767600"/>
                </a:gs>
                <a:gs pos="100000">
                  <a:srgbClr val="FFFF00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89" name="Group 105">
              <a:extLst>
                <a:ext uri="{FF2B5EF4-FFF2-40B4-BE49-F238E27FC236}">
                  <a16:creationId xmlns:a16="http://schemas.microsoft.com/office/drawing/2014/main" id="{F3DFD12A-C7B8-2923-6663-5B01C8AC55F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12" y="2271"/>
              <a:ext cx="1076" cy="711"/>
              <a:chOff x="1112" y="2271"/>
              <a:chExt cx="1076" cy="711"/>
            </a:xfrm>
          </p:grpSpPr>
          <p:sp>
            <p:nvSpPr>
              <p:cNvPr id="91" name="Line 106">
                <a:extLst>
                  <a:ext uri="{FF2B5EF4-FFF2-40B4-BE49-F238E27FC236}">
                    <a16:creationId xmlns:a16="http://schemas.microsoft.com/office/drawing/2014/main" id="{7B1DB849-02ED-B64C-A419-3564B3602F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42" y="2969"/>
                <a:ext cx="939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2" name="Line 107">
                <a:extLst>
                  <a:ext uri="{FF2B5EF4-FFF2-40B4-BE49-F238E27FC236}">
                    <a16:creationId xmlns:a16="http://schemas.microsoft.com/office/drawing/2014/main" id="{FAD19118-4D82-C083-DC5E-F0A5B86EB8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81" y="2271"/>
                <a:ext cx="0" cy="711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3" name="Line 108">
                <a:extLst>
                  <a:ext uri="{FF2B5EF4-FFF2-40B4-BE49-F238E27FC236}">
                    <a16:creationId xmlns:a16="http://schemas.microsoft.com/office/drawing/2014/main" id="{DBBD14C5-7796-EE66-23D3-4450CD343F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45" y="2867"/>
                <a:ext cx="843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4" name="Freeform 109">
                <a:extLst>
                  <a:ext uri="{FF2B5EF4-FFF2-40B4-BE49-F238E27FC236}">
                    <a16:creationId xmlns:a16="http://schemas.microsoft.com/office/drawing/2014/main" id="{C111C0E1-9210-9DF2-7D5E-6DB174CCE3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12" y="2285"/>
                <a:ext cx="218" cy="683"/>
              </a:xfrm>
              <a:custGeom>
                <a:avLst/>
                <a:gdLst>
                  <a:gd name="T0" fmla="*/ 65 w 218"/>
                  <a:gd name="T1" fmla="*/ 0 h 683"/>
                  <a:gd name="T2" fmla="*/ 218 w 218"/>
                  <a:gd name="T3" fmla="*/ 0 h 683"/>
                  <a:gd name="T4" fmla="*/ 218 w 218"/>
                  <a:gd name="T5" fmla="*/ 574 h 683"/>
                  <a:gd name="T6" fmla="*/ 109 w 218"/>
                  <a:gd name="T7" fmla="*/ 683 h 683"/>
                  <a:gd name="T8" fmla="*/ 0 w 218"/>
                  <a:gd name="T9" fmla="*/ 683 h 683"/>
                  <a:gd name="T10" fmla="*/ 0 w 218"/>
                  <a:gd name="T11" fmla="*/ 0 h 683"/>
                  <a:gd name="T12" fmla="*/ 109 w 218"/>
                  <a:gd name="T13" fmla="*/ 0 h 683"/>
                  <a:gd name="T14" fmla="*/ 65 w 218"/>
                  <a:gd name="T15" fmla="*/ 0 h 68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218"/>
                  <a:gd name="T25" fmla="*/ 0 h 683"/>
                  <a:gd name="T26" fmla="*/ 218 w 218"/>
                  <a:gd name="T27" fmla="*/ 683 h 683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8" h="683">
                    <a:moveTo>
                      <a:pt x="65" y="0"/>
                    </a:moveTo>
                    <a:lnTo>
                      <a:pt x="218" y="0"/>
                    </a:lnTo>
                    <a:lnTo>
                      <a:pt x="218" y="574"/>
                    </a:lnTo>
                    <a:lnTo>
                      <a:pt x="109" y="683"/>
                    </a:lnTo>
                    <a:lnTo>
                      <a:pt x="0" y="683"/>
                    </a:lnTo>
                    <a:lnTo>
                      <a:pt x="0" y="0"/>
                    </a:lnTo>
                    <a:lnTo>
                      <a:pt x="109" y="0"/>
                    </a:lnTo>
                    <a:lnTo>
                      <a:pt x="65" y="0"/>
                    </a:lnTo>
                    <a:close/>
                  </a:path>
                </a:pathLst>
              </a:custGeom>
              <a:solidFill>
                <a:schemeClr val="bg1"/>
              </a:solidFill>
              <a:ln w="12700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5" name="Line 110">
                <a:extLst>
                  <a:ext uri="{FF2B5EF4-FFF2-40B4-BE49-F238E27FC236}">
                    <a16:creationId xmlns:a16="http://schemas.microsoft.com/office/drawing/2014/main" id="{E8F18B63-80B8-4AD2-CAE8-FEABBF6E44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337" y="2278"/>
                <a:ext cx="0" cy="589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6" name="Line 111">
                <a:extLst>
                  <a:ext uri="{FF2B5EF4-FFF2-40B4-BE49-F238E27FC236}">
                    <a16:creationId xmlns:a16="http://schemas.microsoft.com/office/drawing/2014/main" id="{A2A2BCC6-0806-2052-6AA0-A8F6E0FCB9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20" y="2279"/>
                <a:ext cx="961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90" name="Freeform 112">
              <a:extLst>
                <a:ext uri="{FF2B5EF4-FFF2-40B4-BE49-F238E27FC236}">
                  <a16:creationId xmlns:a16="http://schemas.microsoft.com/office/drawing/2014/main" id="{925B8566-6D4C-A5AA-AA5D-FB2136CE05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5" y="2859"/>
              <a:ext cx="117" cy="118"/>
            </a:xfrm>
            <a:custGeom>
              <a:avLst/>
              <a:gdLst>
                <a:gd name="T0" fmla="*/ 0 w 117"/>
                <a:gd name="T1" fmla="*/ 118 h 118"/>
                <a:gd name="T2" fmla="*/ 117 w 117"/>
                <a:gd name="T3" fmla="*/ 0 h 118"/>
                <a:gd name="T4" fmla="*/ 0 60000 65536"/>
                <a:gd name="T5" fmla="*/ 0 60000 65536"/>
                <a:gd name="T6" fmla="*/ 0 w 117"/>
                <a:gd name="T7" fmla="*/ 0 h 118"/>
                <a:gd name="T8" fmla="*/ 117 w 117"/>
                <a:gd name="T9" fmla="*/ 118 h 11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7" h="118">
                  <a:moveTo>
                    <a:pt x="0" y="118"/>
                  </a:moveTo>
                  <a:lnTo>
                    <a:pt x="117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97" name="Group 113">
            <a:extLst>
              <a:ext uri="{FF2B5EF4-FFF2-40B4-BE49-F238E27FC236}">
                <a16:creationId xmlns:a16="http://schemas.microsoft.com/office/drawing/2014/main" id="{90B060BB-051D-E4BB-CE2C-36C6B7A9E685}"/>
              </a:ext>
            </a:extLst>
          </p:cNvPr>
          <p:cNvGrpSpPr>
            <a:grpSpLocks/>
          </p:cNvGrpSpPr>
          <p:nvPr/>
        </p:nvGrpSpPr>
        <p:grpSpPr bwMode="auto">
          <a:xfrm>
            <a:off x="5659702" y="4571363"/>
            <a:ext cx="1225550" cy="511175"/>
            <a:chOff x="1437" y="3053"/>
            <a:chExt cx="772" cy="322"/>
          </a:xfrm>
        </p:grpSpPr>
        <p:grpSp>
          <p:nvGrpSpPr>
            <p:cNvPr id="98" name="Group 114">
              <a:extLst>
                <a:ext uri="{FF2B5EF4-FFF2-40B4-BE49-F238E27FC236}">
                  <a16:creationId xmlns:a16="http://schemas.microsoft.com/office/drawing/2014/main" id="{474685DF-C67A-FD8F-A888-FEEB9F4CA33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37" y="3053"/>
              <a:ext cx="364" cy="322"/>
              <a:chOff x="2916" y="2422"/>
              <a:chExt cx="364" cy="322"/>
            </a:xfrm>
          </p:grpSpPr>
          <p:sp>
            <p:nvSpPr>
              <p:cNvPr id="105" name="Freeform 115">
                <a:extLst>
                  <a:ext uri="{FF2B5EF4-FFF2-40B4-BE49-F238E27FC236}">
                    <a16:creationId xmlns:a16="http://schemas.microsoft.com/office/drawing/2014/main" id="{DD913D18-3931-A80A-BC8A-FBDCD51BFC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32" y="2422"/>
                <a:ext cx="248" cy="225"/>
              </a:xfrm>
              <a:custGeom>
                <a:avLst/>
                <a:gdLst>
                  <a:gd name="T0" fmla="*/ 0 w 248"/>
                  <a:gd name="T1" fmla="*/ 22 h 225"/>
                  <a:gd name="T2" fmla="*/ 8 w 248"/>
                  <a:gd name="T3" fmla="*/ 95 h 225"/>
                  <a:gd name="T4" fmla="*/ 37 w 248"/>
                  <a:gd name="T5" fmla="*/ 138 h 225"/>
                  <a:gd name="T6" fmla="*/ 59 w 248"/>
                  <a:gd name="T7" fmla="*/ 182 h 225"/>
                  <a:gd name="T8" fmla="*/ 102 w 248"/>
                  <a:gd name="T9" fmla="*/ 211 h 225"/>
                  <a:gd name="T10" fmla="*/ 168 w 248"/>
                  <a:gd name="T11" fmla="*/ 218 h 225"/>
                  <a:gd name="T12" fmla="*/ 226 w 248"/>
                  <a:gd name="T13" fmla="*/ 225 h 225"/>
                  <a:gd name="T14" fmla="*/ 248 w 248"/>
                  <a:gd name="T15" fmla="*/ 175 h 225"/>
                  <a:gd name="T16" fmla="*/ 226 w 248"/>
                  <a:gd name="T17" fmla="*/ 87 h 225"/>
                  <a:gd name="T18" fmla="*/ 168 w 248"/>
                  <a:gd name="T19" fmla="*/ 29 h 225"/>
                  <a:gd name="T20" fmla="*/ 109 w 248"/>
                  <a:gd name="T21" fmla="*/ 7 h 225"/>
                  <a:gd name="T22" fmla="*/ 66 w 248"/>
                  <a:gd name="T23" fmla="*/ 0 h 225"/>
                  <a:gd name="T24" fmla="*/ 0 w 248"/>
                  <a:gd name="T25" fmla="*/ 22 h 225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248"/>
                  <a:gd name="T40" fmla="*/ 0 h 225"/>
                  <a:gd name="T41" fmla="*/ 248 w 248"/>
                  <a:gd name="T42" fmla="*/ 225 h 225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248" h="225">
                    <a:moveTo>
                      <a:pt x="0" y="22"/>
                    </a:moveTo>
                    <a:lnTo>
                      <a:pt x="8" y="95"/>
                    </a:lnTo>
                    <a:lnTo>
                      <a:pt x="37" y="138"/>
                    </a:lnTo>
                    <a:lnTo>
                      <a:pt x="59" y="182"/>
                    </a:lnTo>
                    <a:lnTo>
                      <a:pt x="102" y="211"/>
                    </a:lnTo>
                    <a:lnTo>
                      <a:pt x="168" y="218"/>
                    </a:lnTo>
                    <a:lnTo>
                      <a:pt x="226" y="225"/>
                    </a:lnTo>
                    <a:lnTo>
                      <a:pt x="248" y="175"/>
                    </a:lnTo>
                    <a:lnTo>
                      <a:pt x="226" y="87"/>
                    </a:lnTo>
                    <a:lnTo>
                      <a:pt x="168" y="29"/>
                    </a:lnTo>
                    <a:lnTo>
                      <a:pt x="109" y="7"/>
                    </a:lnTo>
                    <a:lnTo>
                      <a:pt x="66" y="0"/>
                    </a:lnTo>
                    <a:lnTo>
                      <a:pt x="0" y="22"/>
                    </a:lnTo>
                    <a:close/>
                  </a:path>
                </a:pathLst>
              </a:custGeom>
              <a:solidFill>
                <a:schemeClr val="bg1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6" name="Freeform 116">
                <a:extLst>
                  <a:ext uri="{FF2B5EF4-FFF2-40B4-BE49-F238E27FC236}">
                    <a16:creationId xmlns:a16="http://schemas.microsoft.com/office/drawing/2014/main" id="{BF86A766-0E1C-3A54-A144-475BD6039B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2437"/>
                <a:ext cx="349" cy="305"/>
              </a:xfrm>
              <a:custGeom>
                <a:avLst/>
                <a:gdLst>
                  <a:gd name="T0" fmla="*/ 116 w 349"/>
                  <a:gd name="T1" fmla="*/ 0 h 305"/>
                  <a:gd name="T2" fmla="*/ 44 w 349"/>
                  <a:gd name="T3" fmla="*/ 36 h 305"/>
                  <a:gd name="T4" fmla="*/ 15 w 349"/>
                  <a:gd name="T5" fmla="*/ 102 h 305"/>
                  <a:gd name="T6" fmla="*/ 0 w 349"/>
                  <a:gd name="T7" fmla="*/ 167 h 305"/>
                  <a:gd name="T8" fmla="*/ 22 w 349"/>
                  <a:gd name="T9" fmla="*/ 233 h 305"/>
                  <a:gd name="T10" fmla="*/ 58 w 349"/>
                  <a:gd name="T11" fmla="*/ 276 h 305"/>
                  <a:gd name="T12" fmla="*/ 116 w 349"/>
                  <a:gd name="T13" fmla="*/ 298 h 305"/>
                  <a:gd name="T14" fmla="*/ 204 w 349"/>
                  <a:gd name="T15" fmla="*/ 305 h 305"/>
                  <a:gd name="T16" fmla="*/ 284 w 349"/>
                  <a:gd name="T17" fmla="*/ 291 h 305"/>
                  <a:gd name="T18" fmla="*/ 327 w 349"/>
                  <a:gd name="T19" fmla="*/ 254 h 305"/>
                  <a:gd name="T20" fmla="*/ 349 w 349"/>
                  <a:gd name="T21" fmla="*/ 211 h 305"/>
                  <a:gd name="T22" fmla="*/ 291 w 349"/>
                  <a:gd name="T23" fmla="*/ 211 h 305"/>
                  <a:gd name="T24" fmla="*/ 211 w 349"/>
                  <a:gd name="T25" fmla="*/ 196 h 305"/>
                  <a:gd name="T26" fmla="*/ 153 w 349"/>
                  <a:gd name="T27" fmla="*/ 131 h 305"/>
                  <a:gd name="T28" fmla="*/ 131 w 349"/>
                  <a:gd name="T29" fmla="*/ 80 h 305"/>
                  <a:gd name="T30" fmla="*/ 116 w 349"/>
                  <a:gd name="T31" fmla="*/ 0 h 305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349"/>
                  <a:gd name="T49" fmla="*/ 0 h 305"/>
                  <a:gd name="T50" fmla="*/ 349 w 349"/>
                  <a:gd name="T51" fmla="*/ 305 h 305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349" h="305">
                    <a:moveTo>
                      <a:pt x="116" y="0"/>
                    </a:moveTo>
                    <a:lnTo>
                      <a:pt x="44" y="36"/>
                    </a:lnTo>
                    <a:lnTo>
                      <a:pt x="15" y="102"/>
                    </a:lnTo>
                    <a:lnTo>
                      <a:pt x="0" y="167"/>
                    </a:lnTo>
                    <a:lnTo>
                      <a:pt x="22" y="233"/>
                    </a:lnTo>
                    <a:lnTo>
                      <a:pt x="58" y="276"/>
                    </a:lnTo>
                    <a:lnTo>
                      <a:pt x="116" y="298"/>
                    </a:lnTo>
                    <a:lnTo>
                      <a:pt x="204" y="305"/>
                    </a:lnTo>
                    <a:lnTo>
                      <a:pt x="284" y="291"/>
                    </a:lnTo>
                    <a:lnTo>
                      <a:pt x="327" y="254"/>
                    </a:lnTo>
                    <a:lnTo>
                      <a:pt x="349" y="211"/>
                    </a:lnTo>
                    <a:lnTo>
                      <a:pt x="291" y="211"/>
                    </a:lnTo>
                    <a:lnTo>
                      <a:pt x="211" y="196"/>
                    </a:lnTo>
                    <a:lnTo>
                      <a:pt x="153" y="131"/>
                    </a:lnTo>
                    <a:lnTo>
                      <a:pt x="131" y="80"/>
                    </a:lnTo>
                    <a:lnTo>
                      <a:pt x="116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107" name="Group 117">
                <a:extLst>
                  <a:ext uri="{FF2B5EF4-FFF2-40B4-BE49-F238E27FC236}">
                    <a16:creationId xmlns:a16="http://schemas.microsoft.com/office/drawing/2014/main" id="{0B545505-2E97-C643-2477-99D1737AEB3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23" y="2422"/>
                <a:ext cx="350" cy="322"/>
                <a:chOff x="1425" y="2378"/>
                <a:chExt cx="350" cy="322"/>
              </a:xfrm>
            </p:grpSpPr>
            <p:sp>
              <p:nvSpPr>
                <p:cNvPr id="108" name="Oval 118">
                  <a:extLst>
                    <a:ext uri="{FF2B5EF4-FFF2-40B4-BE49-F238E27FC236}">
                      <a16:creationId xmlns:a16="http://schemas.microsoft.com/office/drawing/2014/main" id="{5E92A107-75A7-61F7-A21C-7F0BC2AE7AD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25" y="2378"/>
                  <a:ext cx="350" cy="322"/>
                </a:xfrm>
                <a:prstGeom prst="ellipse">
                  <a:avLst/>
                </a:prstGeom>
                <a:noFill/>
                <a:ln w="38100">
                  <a:solidFill>
                    <a:srgbClr val="333399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9" name="Freeform 119">
                  <a:extLst>
                    <a:ext uri="{FF2B5EF4-FFF2-40B4-BE49-F238E27FC236}">
                      <a16:creationId xmlns:a16="http://schemas.microsoft.com/office/drawing/2014/main" id="{AC449A6C-32BD-5D99-C2F5-8363398AA82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42" y="2386"/>
                  <a:ext cx="218" cy="218"/>
                </a:xfrm>
                <a:custGeom>
                  <a:avLst/>
                  <a:gdLst>
                    <a:gd name="T0" fmla="*/ 0 w 218"/>
                    <a:gd name="T1" fmla="*/ 0 h 218"/>
                    <a:gd name="T2" fmla="*/ 7 w 218"/>
                    <a:gd name="T3" fmla="*/ 65 h 218"/>
                    <a:gd name="T4" fmla="*/ 29 w 218"/>
                    <a:gd name="T5" fmla="*/ 131 h 218"/>
                    <a:gd name="T6" fmla="*/ 65 w 218"/>
                    <a:gd name="T7" fmla="*/ 181 h 218"/>
                    <a:gd name="T8" fmla="*/ 138 w 218"/>
                    <a:gd name="T9" fmla="*/ 211 h 218"/>
                    <a:gd name="T10" fmla="*/ 218 w 218"/>
                    <a:gd name="T11" fmla="*/ 218 h 218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18"/>
                    <a:gd name="T19" fmla="*/ 0 h 218"/>
                    <a:gd name="T20" fmla="*/ 218 w 218"/>
                    <a:gd name="T21" fmla="*/ 218 h 218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18" h="218">
                      <a:moveTo>
                        <a:pt x="0" y="0"/>
                      </a:moveTo>
                      <a:cubicBezTo>
                        <a:pt x="1" y="11"/>
                        <a:pt x="2" y="43"/>
                        <a:pt x="7" y="65"/>
                      </a:cubicBezTo>
                      <a:cubicBezTo>
                        <a:pt x="12" y="87"/>
                        <a:pt x="19" y="112"/>
                        <a:pt x="29" y="131"/>
                      </a:cubicBezTo>
                      <a:cubicBezTo>
                        <a:pt x="39" y="150"/>
                        <a:pt x="47" y="168"/>
                        <a:pt x="65" y="181"/>
                      </a:cubicBezTo>
                      <a:cubicBezTo>
                        <a:pt x="83" y="194"/>
                        <a:pt x="113" y="205"/>
                        <a:pt x="138" y="211"/>
                      </a:cubicBezTo>
                      <a:cubicBezTo>
                        <a:pt x="163" y="217"/>
                        <a:pt x="201" y="217"/>
                        <a:pt x="218" y="218"/>
                      </a:cubicBezTo>
                    </a:path>
                  </a:pathLst>
                </a:custGeom>
                <a:noFill/>
                <a:ln w="38100">
                  <a:solidFill>
                    <a:srgbClr val="333399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</p:grpSp>
        </p:grpSp>
        <p:grpSp>
          <p:nvGrpSpPr>
            <p:cNvPr id="99" name="Group 120">
              <a:extLst>
                <a:ext uri="{FF2B5EF4-FFF2-40B4-BE49-F238E27FC236}">
                  <a16:creationId xmlns:a16="http://schemas.microsoft.com/office/drawing/2014/main" id="{B69B4723-3398-E03E-F696-5660D46216D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45" y="3053"/>
              <a:ext cx="364" cy="322"/>
              <a:chOff x="2916" y="2422"/>
              <a:chExt cx="364" cy="322"/>
            </a:xfrm>
          </p:grpSpPr>
          <p:sp>
            <p:nvSpPr>
              <p:cNvPr id="100" name="Freeform 121">
                <a:extLst>
                  <a:ext uri="{FF2B5EF4-FFF2-40B4-BE49-F238E27FC236}">
                    <a16:creationId xmlns:a16="http://schemas.microsoft.com/office/drawing/2014/main" id="{8A67E44C-22C5-DDE4-53F4-59E499B86C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32" y="2422"/>
                <a:ext cx="248" cy="225"/>
              </a:xfrm>
              <a:custGeom>
                <a:avLst/>
                <a:gdLst>
                  <a:gd name="T0" fmla="*/ 0 w 248"/>
                  <a:gd name="T1" fmla="*/ 22 h 225"/>
                  <a:gd name="T2" fmla="*/ 8 w 248"/>
                  <a:gd name="T3" fmla="*/ 95 h 225"/>
                  <a:gd name="T4" fmla="*/ 37 w 248"/>
                  <a:gd name="T5" fmla="*/ 138 h 225"/>
                  <a:gd name="T6" fmla="*/ 59 w 248"/>
                  <a:gd name="T7" fmla="*/ 182 h 225"/>
                  <a:gd name="T8" fmla="*/ 102 w 248"/>
                  <a:gd name="T9" fmla="*/ 211 h 225"/>
                  <a:gd name="T10" fmla="*/ 168 w 248"/>
                  <a:gd name="T11" fmla="*/ 218 h 225"/>
                  <a:gd name="T12" fmla="*/ 226 w 248"/>
                  <a:gd name="T13" fmla="*/ 225 h 225"/>
                  <a:gd name="T14" fmla="*/ 248 w 248"/>
                  <a:gd name="T15" fmla="*/ 175 h 225"/>
                  <a:gd name="T16" fmla="*/ 226 w 248"/>
                  <a:gd name="T17" fmla="*/ 87 h 225"/>
                  <a:gd name="T18" fmla="*/ 168 w 248"/>
                  <a:gd name="T19" fmla="*/ 29 h 225"/>
                  <a:gd name="T20" fmla="*/ 109 w 248"/>
                  <a:gd name="T21" fmla="*/ 7 h 225"/>
                  <a:gd name="T22" fmla="*/ 66 w 248"/>
                  <a:gd name="T23" fmla="*/ 0 h 225"/>
                  <a:gd name="T24" fmla="*/ 0 w 248"/>
                  <a:gd name="T25" fmla="*/ 22 h 225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248"/>
                  <a:gd name="T40" fmla="*/ 0 h 225"/>
                  <a:gd name="T41" fmla="*/ 248 w 248"/>
                  <a:gd name="T42" fmla="*/ 225 h 225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248" h="225">
                    <a:moveTo>
                      <a:pt x="0" y="22"/>
                    </a:moveTo>
                    <a:lnTo>
                      <a:pt x="8" y="95"/>
                    </a:lnTo>
                    <a:lnTo>
                      <a:pt x="37" y="138"/>
                    </a:lnTo>
                    <a:lnTo>
                      <a:pt x="59" y="182"/>
                    </a:lnTo>
                    <a:lnTo>
                      <a:pt x="102" y="211"/>
                    </a:lnTo>
                    <a:lnTo>
                      <a:pt x="168" y="218"/>
                    </a:lnTo>
                    <a:lnTo>
                      <a:pt x="226" y="225"/>
                    </a:lnTo>
                    <a:lnTo>
                      <a:pt x="248" y="175"/>
                    </a:lnTo>
                    <a:lnTo>
                      <a:pt x="226" y="87"/>
                    </a:lnTo>
                    <a:lnTo>
                      <a:pt x="168" y="29"/>
                    </a:lnTo>
                    <a:lnTo>
                      <a:pt x="109" y="7"/>
                    </a:lnTo>
                    <a:lnTo>
                      <a:pt x="66" y="0"/>
                    </a:lnTo>
                    <a:lnTo>
                      <a:pt x="0" y="22"/>
                    </a:lnTo>
                    <a:close/>
                  </a:path>
                </a:pathLst>
              </a:custGeom>
              <a:solidFill>
                <a:schemeClr val="bg1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1" name="Freeform 122">
                <a:extLst>
                  <a:ext uri="{FF2B5EF4-FFF2-40B4-BE49-F238E27FC236}">
                    <a16:creationId xmlns:a16="http://schemas.microsoft.com/office/drawing/2014/main" id="{8253D3DD-80C0-754F-683A-C4E28F380C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2437"/>
                <a:ext cx="349" cy="305"/>
              </a:xfrm>
              <a:custGeom>
                <a:avLst/>
                <a:gdLst>
                  <a:gd name="T0" fmla="*/ 116 w 349"/>
                  <a:gd name="T1" fmla="*/ 0 h 305"/>
                  <a:gd name="T2" fmla="*/ 44 w 349"/>
                  <a:gd name="T3" fmla="*/ 36 h 305"/>
                  <a:gd name="T4" fmla="*/ 15 w 349"/>
                  <a:gd name="T5" fmla="*/ 102 h 305"/>
                  <a:gd name="T6" fmla="*/ 0 w 349"/>
                  <a:gd name="T7" fmla="*/ 167 h 305"/>
                  <a:gd name="T8" fmla="*/ 22 w 349"/>
                  <a:gd name="T9" fmla="*/ 233 h 305"/>
                  <a:gd name="T10" fmla="*/ 58 w 349"/>
                  <a:gd name="T11" fmla="*/ 276 h 305"/>
                  <a:gd name="T12" fmla="*/ 116 w 349"/>
                  <a:gd name="T13" fmla="*/ 298 h 305"/>
                  <a:gd name="T14" fmla="*/ 204 w 349"/>
                  <a:gd name="T15" fmla="*/ 305 h 305"/>
                  <a:gd name="T16" fmla="*/ 284 w 349"/>
                  <a:gd name="T17" fmla="*/ 291 h 305"/>
                  <a:gd name="T18" fmla="*/ 327 w 349"/>
                  <a:gd name="T19" fmla="*/ 254 h 305"/>
                  <a:gd name="T20" fmla="*/ 349 w 349"/>
                  <a:gd name="T21" fmla="*/ 211 h 305"/>
                  <a:gd name="T22" fmla="*/ 291 w 349"/>
                  <a:gd name="T23" fmla="*/ 211 h 305"/>
                  <a:gd name="T24" fmla="*/ 211 w 349"/>
                  <a:gd name="T25" fmla="*/ 196 h 305"/>
                  <a:gd name="T26" fmla="*/ 153 w 349"/>
                  <a:gd name="T27" fmla="*/ 131 h 305"/>
                  <a:gd name="T28" fmla="*/ 131 w 349"/>
                  <a:gd name="T29" fmla="*/ 80 h 305"/>
                  <a:gd name="T30" fmla="*/ 116 w 349"/>
                  <a:gd name="T31" fmla="*/ 0 h 305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349"/>
                  <a:gd name="T49" fmla="*/ 0 h 305"/>
                  <a:gd name="T50" fmla="*/ 349 w 349"/>
                  <a:gd name="T51" fmla="*/ 305 h 305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349" h="305">
                    <a:moveTo>
                      <a:pt x="116" y="0"/>
                    </a:moveTo>
                    <a:lnTo>
                      <a:pt x="44" y="36"/>
                    </a:lnTo>
                    <a:lnTo>
                      <a:pt x="15" y="102"/>
                    </a:lnTo>
                    <a:lnTo>
                      <a:pt x="0" y="167"/>
                    </a:lnTo>
                    <a:lnTo>
                      <a:pt x="22" y="233"/>
                    </a:lnTo>
                    <a:lnTo>
                      <a:pt x="58" y="276"/>
                    </a:lnTo>
                    <a:lnTo>
                      <a:pt x="116" y="298"/>
                    </a:lnTo>
                    <a:lnTo>
                      <a:pt x="204" y="305"/>
                    </a:lnTo>
                    <a:lnTo>
                      <a:pt x="284" y="291"/>
                    </a:lnTo>
                    <a:lnTo>
                      <a:pt x="327" y="254"/>
                    </a:lnTo>
                    <a:lnTo>
                      <a:pt x="349" y="211"/>
                    </a:lnTo>
                    <a:lnTo>
                      <a:pt x="291" y="211"/>
                    </a:lnTo>
                    <a:lnTo>
                      <a:pt x="211" y="196"/>
                    </a:lnTo>
                    <a:lnTo>
                      <a:pt x="153" y="131"/>
                    </a:lnTo>
                    <a:lnTo>
                      <a:pt x="131" y="80"/>
                    </a:lnTo>
                    <a:lnTo>
                      <a:pt x="116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102" name="Group 123">
                <a:extLst>
                  <a:ext uri="{FF2B5EF4-FFF2-40B4-BE49-F238E27FC236}">
                    <a16:creationId xmlns:a16="http://schemas.microsoft.com/office/drawing/2014/main" id="{1CFAB20E-87E2-80A0-D540-DCFD8715F8F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23" y="2422"/>
                <a:ext cx="350" cy="322"/>
                <a:chOff x="1425" y="2378"/>
                <a:chExt cx="350" cy="322"/>
              </a:xfrm>
            </p:grpSpPr>
            <p:sp>
              <p:nvSpPr>
                <p:cNvPr id="103" name="Oval 124">
                  <a:extLst>
                    <a:ext uri="{FF2B5EF4-FFF2-40B4-BE49-F238E27FC236}">
                      <a16:creationId xmlns:a16="http://schemas.microsoft.com/office/drawing/2014/main" id="{50DB5CA7-308A-C8BC-458E-CE0AA528B7D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25" y="2378"/>
                  <a:ext cx="350" cy="322"/>
                </a:xfrm>
                <a:prstGeom prst="ellipse">
                  <a:avLst/>
                </a:prstGeom>
                <a:noFill/>
                <a:ln w="38100">
                  <a:solidFill>
                    <a:srgbClr val="333399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4" name="Freeform 125">
                  <a:extLst>
                    <a:ext uri="{FF2B5EF4-FFF2-40B4-BE49-F238E27FC236}">
                      <a16:creationId xmlns:a16="http://schemas.microsoft.com/office/drawing/2014/main" id="{716EE1E8-BD07-1740-BC51-95B09E7F843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42" y="2386"/>
                  <a:ext cx="218" cy="218"/>
                </a:xfrm>
                <a:custGeom>
                  <a:avLst/>
                  <a:gdLst>
                    <a:gd name="T0" fmla="*/ 0 w 218"/>
                    <a:gd name="T1" fmla="*/ 0 h 218"/>
                    <a:gd name="T2" fmla="*/ 7 w 218"/>
                    <a:gd name="T3" fmla="*/ 65 h 218"/>
                    <a:gd name="T4" fmla="*/ 29 w 218"/>
                    <a:gd name="T5" fmla="*/ 131 h 218"/>
                    <a:gd name="T6" fmla="*/ 65 w 218"/>
                    <a:gd name="T7" fmla="*/ 181 h 218"/>
                    <a:gd name="T8" fmla="*/ 138 w 218"/>
                    <a:gd name="T9" fmla="*/ 211 h 218"/>
                    <a:gd name="T10" fmla="*/ 218 w 218"/>
                    <a:gd name="T11" fmla="*/ 218 h 218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18"/>
                    <a:gd name="T19" fmla="*/ 0 h 218"/>
                    <a:gd name="T20" fmla="*/ 218 w 218"/>
                    <a:gd name="T21" fmla="*/ 218 h 218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18" h="218">
                      <a:moveTo>
                        <a:pt x="0" y="0"/>
                      </a:moveTo>
                      <a:cubicBezTo>
                        <a:pt x="1" y="11"/>
                        <a:pt x="2" y="43"/>
                        <a:pt x="7" y="65"/>
                      </a:cubicBezTo>
                      <a:cubicBezTo>
                        <a:pt x="12" y="87"/>
                        <a:pt x="19" y="112"/>
                        <a:pt x="29" y="131"/>
                      </a:cubicBezTo>
                      <a:cubicBezTo>
                        <a:pt x="39" y="150"/>
                        <a:pt x="47" y="168"/>
                        <a:pt x="65" y="181"/>
                      </a:cubicBezTo>
                      <a:cubicBezTo>
                        <a:pt x="83" y="194"/>
                        <a:pt x="113" y="205"/>
                        <a:pt x="138" y="211"/>
                      </a:cubicBezTo>
                      <a:cubicBezTo>
                        <a:pt x="163" y="217"/>
                        <a:pt x="201" y="217"/>
                        <a:pt x="218" y="218"/>
                      </a:cubicBezTo>
                    </a:path>
                  </a:pathLst>
                </a:custGeom>
                <a:noFill/>
                <a:ln w="38100">
                  <a:solidFill>
                    <a:srgbClr val="333399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</p:grpSp>
        </p:grpSp>
      </p:grpSp>
      <p:grpSp>
        <p:nvGrpSpPr>
          <p:cNvPr id="110" name="Group 126">
            <a:extLst>
              <a:ext uri="{FF2B5EF4-FFF2-40B4-BE49-F238E27FC236}">
                <a16:creationId xmlns:a16="http://schemas.microsoft.com/office/drawing/2014/main" id="{C80221BE-4AA9-6B4B-39A2-1106A66B697D}"/>
              </a:ext>
            </a:extLst>
          </p:cNvPr>
          <p:cNvGrpSpPr>
            <a:grpSpLocks/>
          </p:cNvGrpSpPr>
          <p:nvPr/>
        </p:nvGrpSpPr>
        <p:grpSpPr bwMode="auto">
          <a:xfrm>
            <a:off x="8793427" y="3771263"/>
            <a:ext cx="2324100" cy="2011363"/>
            <a:chOff x="3411" y="2549"/>
            <a:chExt cx="1464" cy="1267"/>
          </a:xfrm>
        </p:grpSpPr>
        <p:sp>
          <p:nvSpPr>
            <p:cNvPr id="111" name="Freeform 127">
              <a:extLst>
                <a:ext uri="{FF2B5EF4-FFF2-40B4-BE49-F238E27FC236}">
                  <a16:creationId xmlns:a16="http://schemas.microsoft.com/office/drawing/2014/main" id="{992CDC75-1918-8C83-F71D-043F6B823AE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8" y="3556"/>
              <a:ext cx="698" cy="255"/>
            </a:xfrm>
            <a:custGeom>
              <a:avLst/>
              <a:gdLst>
                <a:gd name="T0" fmla="*/ 147 w 698"/>
                <a:gd name="T1" fmla="*/ 0 h 255"/>
                <a:gd name="T2" fmla="*/ 205 w 698"/>
                <a:gd name="T3" fmla="*/ 20 h 255"/>
                <a:gd name="T4" fmla="*/ 275 w 698"/>
                <a:gd name="T5" fmla="*/ 39 h 255"/>
                <a:gd name="T6" fmla="*/ 339 w 698"/>
                <a:gd name="T7" fmla="*/ 58 h 255"/>
                <a:gd name="T8" fmla="*/ 416 w 698"/>
                <a:gd name="T9" fmla="*/ 58 h 255"/>
                <a:gd name="T10" fmla="*/ 463 w 698"/>
                <a:gd name="T11" fmla="*/ 52 h 255"/>
                <a:gd name="T12" fmla="*/ 512 w 698"/>
                <a:gd name="T13" fmla="*/ 20 h 255"/>
                <a:gd name="T14" fmla="*/ 480 w 698"/>
                <a:gd name="T15" fmla="*/ 71 h 255"/>
                <a:gd name="T16" fmla="*/ 416 w 698"/>
                <a:gd name="T17" fmla="*/ 122 h 255"/>
                <a:gd name="T18" fmla="*/ 698 w 698"/>
                <a:gd name="T19" fmla="*/ 122 h 255"/>
                <a:gd name="T20" fmla="*/ 659 w 698"/>
                <a:gd name="T21" fmla="*/ 160 h 255"/>
                <a:gd name="T22" fmla="*/ 595 w 698"/>
                <a:gd name="T23" fmla="*/ 199 h 255"/>
                <a:gd name="T24" fmla="*/ 499 w 698"/>
                <a:gd name="T25" fmla="*/ 237 h 255"/>
                <a:gd name="T26" fmla="*/ 391 w 698"/>
                <a:gd name="T27" fmla="*/ 248 h 255"/>
                <a:gd name="T28" fmla="*/ 282 w 698"/>
                <a:gd name="T29" fmla="*/ 255 h 255"/>
                <a:gd name="T30" fmla="*/ 199 w 698"/>
                <a:gd name="T31" fmla="*/ 237 h 255"/>
                <a:gd name="T32" fmla="*/ 135 w 698"/>
                <a:gd name="T33" fmla="*/ 212 h 255"/>
                <a:gd name="T34" fmla="*/ 64 w 698"/>
                <a:gd name="T35" fmla="*/ 180 h 255"/>
                <a:gd name="T36" fmla="*/ 0 w 698"/>
                <a:gd name="T37" fmla="*/ 148 h 255"/>
                <a:gd name="T38" fmla="*/ 147 w 698"/>
                <a:gd name="T39" fmla="*/ 0 h 255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698"/>
                <a:gd name="T61" fmla="*/ 0 h 255"/>
                <a:gd name="T62" fmla="*/ 698 w 698"/>
                <a:gd name="T63" fmla="*/ 255 h 255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698" h="255">
                  <a:moveTo>
                    <a:pt x="147" y="0"/>
                  </a:moveTo>
                  <a:lnTo>
                    <a:pt x="205" y="20"/>
                  </a:lnTo>
                  <a:lnTo>
                    <a:pt x="275" y="39"/>
                  </a:lnTo>
                  <a:lnTo>
                    <a:pt x="339" y="58"/>
                  </a:lnTo>
                  <a:lnTo>
                    <a:pt x="416" y="58"/>
                  </a:lnTo>
                  <a:lnTo>
                    <a:pt x="463" y="52"/>
                  </a:lnTo>
                  <a:lnTo>
                    <a:pt x="512" y="20"/>
                  </a:lnTo>
                  <a:lnTo>
                    <a:pt x="480" y="71"/>
                  </a:lnTo>
                  <a:lnTo>
                    <a:pt x="416" y="122"/>
                  </a:lnTo>
                  <a:lnTo>
                    <a:pt x="698" y="122"/>
                  </a:lnTo>
                  <a:lnTo>
                    <a:pt x="659" y="160"/>
                  </a:lnTo>
                  <a:lnTo>
                    <a:pt x="595" y="199"/>
                  </a:lnTo>
                  <a:lnTo>
                    <a:pt x="499" y="237"/>
                  </a:lnTo>
                  <a:lnTo>
                    <a:pt x="391" y="248"/>
                  </a:lnTo>
                  <a:lnTo>
                    <a:pt x="282" y="255"/>
                  </a:lnTo>
                  <a:lnTo>
                    <a:pt x="199" y="237"/>
                  </a:lnTo>
                  <a:lnTo>
                    <a:pt x="135" y="212"/>
                  </a:lnTo>
                  <a:lnTo>
                    <a:pt x="64" y="180"/>
                  </a:lnTo>
                  <a:lnTo>
                    <a:pt x="0" y="148"/>
                  </a:lnTo>
                  <a:lnTo>
                    <a:pt x="147" y="0"/>
                  </a:lnTo>
                  <a:close/>
                </a:path>
              </a:pathLst>
            </a:custGeom>
            <a:gradFill rotWithShape="0">
              <a:gsLst>
                <a:gs pos="0">
                  <a:srgbClr val="FF3300"/>
                </a:gs>
                <a:gs pos="100000">
                  <a:srgbClr val="76180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2" name="Freeform 128">
              <a:extLst>
                <a:ext uri="{FF2B5EF4-FFF2-40B4-BE49-F238E27FC236}">
                  <a16:creationId xmlns:a16="http://schemas.microsoft.com/office/drawing/2014/main" id="{D15F185A-2C70-12F4-05A0-1434419D2A3C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4" y="3217"/>
              <a:ext cx="320" cy="461"/>
            </a:xfrm>
            <a:custGeom>
              <a:avLst/>
              <a:gdLst>
                <a:gd name="T0" fmla="*/ 0 w 320"/>
                <a:gd name="T1" fmla="*/ 0 h 461"/>
                <a:gd name="T2" fmla="*/ 250 w 320"/>
                <a:gd name="T3" fmla="*/ 0 h 461"/>
                <a:gd name="T4" fmla="*/ 275 w 320"/>
                <a:gd name="T5" fmla="*/ 64 h 461"/>
                <a:gd name="T6" fmla="*/ 301 w 320"/>
                <a:gd name="T7" fmla="*/ 135 h 461"/>
                <a:gd name="T8" fmla="*/ 320 w 320"/>
                <a:gd name="T9" fmla="*/ 237 h 461"/>
                <a:gd name="T10" fmla="*/ 301 w 320"/>
                <a:gd name="T11" fmla="*/ 327 h 461"/>
                <a:gd name="T12" fmla="*/ 275 w 320"/>
                <a:gd name="T13" fmla="*/ 397 h 461"/>
                <a:gd name="T14" fmla="*/ 256 w 320"/>
                <a:gd name="T15" fmla="*/ 461 h 461"/>
                <a:gd name="T16" fmla="*/ 7 w 320"/>
                <a:gd name="T17" fmla="*/ 461 h 461"/>
                <a:gd name="T18" fmla="*/ 51 w 320"/>
                <a:gd name="T19" fmla="*/ 416 h 461"/>
                <a:gd name="T20" fmla="*/ 83 w 320"/>
                <a:gd name="T21" fmla="*/ 365 h 461"/>
                <a:gd name="T22" fmla="*/ 128 w 320"/>
                <a:gd name="T23" fmla="*/ 295 h 461"/>
                <a:gd name="T24" fmla="*/ 128 w 320"/>
                <a:gd name="T25" fmla="*/ 224 h 461"/>
                <a:gd name="T26" fmla="*/ 122 w 320"/>
                <a:gd name="T27" fmla="*/ 154 h 461"/>
                <a:gd name="T28" fmla="*/ 90 w 320"/>
                <a:gd name="T29" fmla="*/ 90 h 461"/>
                <a:gd name="T30" fmla="*/ 32 w 320"/>
                <a:gd name="T31" fmla="*/ 39 h 461"/>
                <a:gd name="T32" fmla="*/ 0 w 320"/>
                <a:gd name="T33" fmla="*/ 0 h 46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320"/>
                <a:gd name="T52" fmla="*/ 0 h 461"/>
                <a:gd name="T53" fmla="*/ 320 w 320"/>
                <a:gd name="T54" fmla="*/ 461 h 461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320" h="461">
                  <a:moveTo>
                    <a:pt x="0" y="0"/>
                  </a:moveTo>
                  <a:lnTo>
                    <a:pt x="250" y="0"/>
                  </a:lnTo>
                  <a:lnTo>
                    <a:pt x="275" y="64"/>
                  </a:lnTo>
                  <a:lnTo>
                    <a:pt x="301" y="135"/>
                  </a:lnTo>
                  <a:lnTo>
                    <a:pt x="320" y="237"/>
                  </a:lnTo>
                  <a:lnTo>
                    <a:pt x="301" y="327"/>
                  </a:lnTo>
                  <a:lnTo>
                    <a:pt x="275" y="397"/>
                  </a:lnTo>
                  <a:lnTo>
                    <a:pt x="256" y="461"/>
                  </a:lnTo>
                  <a:lnTo>
                    <a:pt x="7" y="461"/>
                  </a:lnTo>
                  <a:lnTo>
                    <a:pt x="51" y="416"/>
                  </a:lnTo>
                  <a:lnTo>
                    <a:pt x="83" y="365"/>
                  </a:lnTo>
                  <a:lnTo>
                    <a:pt x="128" y="295"/>
                  </a:lnTo>
                  <a:lnTo>
                    <a:pt x="128" y="224"/>
                  </a:lnTo>
                  <a:lnTo>
                    <a:pt x="122" y="154"/>
                  </a:lnTo>
                  <a:lnTo>
                    <a:pt x="90" y="90"/>
                  </a:lnTo>
                  <a:lnTo>
                    <a:pt x="32" y="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3" name="Freeform 129">
              <a:extLst>
                <a:ext uri="{FF2B5EF4-FFF2-40B4-BE49-F238E27FC236}">
                  <a16:creationId xmlns:a16="http://schemas.microsoft.com/office/drawing/2014/main" id="{14A8A5AA-C2DE-755C-8D78-E7D5A5628D6A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1" y="3224"/>
              <a:ext cx="326" cy="455"/>
            </a:xfrm>
            <a:custGeom>
              <a:avLst/>
              <a:gdLst>
                <a:gd name="T0" fmla="*/ 70 w 326"/>
                <a:gd name="T1" fmla="*/ 0 h 455"/>
                <a:gd name="T2" fmla="*/ 326 w 326"/>
                <a:gd name="T3" fmla="*/ 0 h 455"/>
                <a:gd name="T4" fmla="*/ 250 w 326"/>
                <a:gd name="T5" fmla="*/ 51 h 455"/>
                <a:gd name="T6" fmla="*/ 211 w 326"/>
                <a:gd name="T7" fmla="*/ 121 h 455"/>
                <a:gd name="T8" fmla="*/ 192 w 326"/>
                <a:gd name="T9" fmla="*/ 211 h 455"/>
                <a:gd name="T10" fmla="*/ 198 w 326"/>
                <a:gd name="T11" fmla="*/ 281 h 455"/>
                <a:gd name="T12" fmla="*/ 230 w 326"/>
                <a:gd name="T13" fmla="*/ 332 h 455"/>
                <a:gd name="T14" fmla="*/ 262 w 326"/>
                <a:gd name="T15" fmla="*/ 377 h 455"/>
                <a:gd name="T16" fmla="*/ 307 w 326"/>
                <a:gd name="T17" fmla="*/ 455 h 455"/>
                <a:gd name="T18" fmla="*/ 205 w 326"/>
                <a:gd name="T19" fmla="*/ 454 h 455"/>
                <a:gd name="T20" fmla="*/ 77 w 326"/>
                <a:gd name="T21" fmla="*/ 448 h 455"/>
                <a:gd name="T22" fmla="*/ 51 w 326"/>
                <a:gd name="T23" fmla="*/ 403 h 455"/>
                <a:gd name="T24" fmla="*/ 19 w 326"/>
                <a:gd name="T25" fmla="*/ 348 h 455"/>
                <a:gd name="T26" fmla="*/ 0 w 326"/>
                <a:gd name="T27" fmla="*/ 278 h 455"/>
                <a:gd name="T28" fmla="*/ 0 w 326"/>
                <a:gd name="T29" fmla="*/ 160 h 455"/>
                <a:gd name="T30" fmla="*/ 26 w 326"/>
                <a:gd name="T31" fmla="*/ 115 h 455"/>
                <a:gd name="T32" fmla="*/ 45 w 326"/>
                <a:gd name="T33" fmla="*/ 82 h 455"/>
                <a:gd name="T34" fmla="*/ 70 w 326"/>
                <a:gd name="T35" fmla="*/ 0 h 45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326"/>
                <a:gd name="T55" fmla="*/ 0 h 455"/>
                <a:gd name="T56" fmla="*/ 326 w 326"/>
                <a:gd name="T57" fmla="*/ 455 h 45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326" h="455">
                  <a:moveTo>
                    <a:pt x="70" y="0"/>
                  </a:moveTo>
                  <a:lnTo>
                    <a:pt x="326" y="0"/>
                  </a:lnTo>
                  <a:lnTo>
                    <a:pt x="250" y="51"/>
                  </a:lnTo>
                  <a:lnTo>
                    <a:pt x="211" y="121"/>
                  </a:lnTo>
                  <a:lnTo>
                    <a:pt x="192" y="211"/>
                  </a:lnTo>
                  <a:lnTo>
                    <a:pt x="198" y="281"/>
                  </a:lnTo>
                  <a:lnTo>
                    <a:pt x="230" y="332"/>
                  </a:lnTo>
                  <a:lnTo>
                    <a:pt x="262" y="377"/>
                  </a:lnTo>
                  <a:lnTo>
                    <a:pt x="307" y="455"/>
                  </a:lnTo>
                  <a:lnTo>
                    <a:pt x="205" y="454"/>
                  </a:lnTo>
                  <a:lnTo>
                    <a:pt x="77" y="448"/>
                  </a:lnTo>
                  <a:lnTo>
                    <a:pt x="51" y="403"/>
                  </a:lnTo>
                  <a:lnTo>
                    <a:pt x="19" y="348"/>
                  </a:lnTo>
                  <a:lnTo>
                    <a:pt x="0" y="278"/>
                  </a:lnTo>
                  <a:lnTo>
                    <a:pt x="0" y="160"/>
                  </a:lnTo>
                  <a:lnTo>
                    <a:pt x="26" y="115"/>
                  </a:lnTo>
                  <a:lnTo>
                    <a:pt x="45" y="82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4" name="Freeform 130">
              <a:extLst>
                <a:ext uri="{FF2B5EF4-FFF2-40B4-BE49-F238E27FC236}">
                  <a16:creationId xmlns:a16="http://schemas.microsoft.com/office/drawing/2014/main" id="{E73F4F4E-B82E-3583-CC71-97C456ECEA10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3" y="3032"/>
              <a:ext cx="646" cy="652"/>
            </a:xfrm>
            <a:custGeom>
              <a:avLst/>
              <a:gdLst>
                <a:gd name="T0" fmla="*/ 134 w 646"/>
                <a:gd name="T1" fmla="*/ 192 h 652"/>
                <a:gd name="T2" fmla="*/ 45 w 646"/>
                <a:gd name="T3" fmla="*/ 249 h 652"/>
                <a:gd name="T4" fmla="*/ 19 w 646"/>
                <a:gd name="T5" fmla="*/ 339 h 652"/>
                <a:gd name="T6" fmla="*/ 0 w 646"/>
                <a:gd name="T7" fmla="*/ 422 h 652"/>
                <a:gd name="T8" fmla="*/ 26 w 646"/>
                <a:gd name="T9" fmla="*/ 518 h 652"/>
                <a:gd name="T10" fmla="*/ 77 w 646"/>
                <a:gd name="T11" fmla="*/ 563 h 652"/>
                <a:gd name="T12" fmla="*/ 115 w 646"/>
                <a:gd name="T13" fmla="*/ 652 h 652"/>
                <a:gd name="T14" fmla="*/ 249 w 646"/>
                <a:gd name="T15" fmla="*/ 518 h 652"/>
                <a:gd name="T16" fmla="*/ 320 w 646"/>
                <a:gd name="T17" fmla="*/ 544 h 652"/>
                <a:gd name="T18" fmla="*/ 390 w 646"/>
                <a:gd name="T19" fmla="*/ 569 h 652"/>
                <a:gd name="T20" fmla="*/ 486 w 646"/>
                <a:gd name="T21" fmla="*/ 588 h 652"/>
                <a:gd name="T22" fmla="*/ 564 w 646"/>
                <a:gd name="T23" fmla="*/ 583 h 652"/>
                <a:gd name="T24" fmla="*/ 614 w 646"/>
                <a:gd name="T25" fmla="*/ 537 h 652"/>
                <a:gd name="T26" fmla="*/ 646 w 646"/>
                <a:gd name="T27" fmla="*/ 480 h 652"/>
                <a:gd name="T28" fmla="*/ 646 w 646"/>
                <a:gd name="T29" fmla="*/ 377 h 652"/>
                <a:gd name="T30" fmla="*/ 634 w 646"/>
                <a:gd name="T31" fmla="*/ 300 h 652"/>
                <a:gd name="T32" fmla="*/ 576 w 646"/>
                <a:gd name="T33" fmla="*/ 236 h 652"/>
                <a:gd name="T34" fmla="*/ 525 w 646"/>
                <a:gd name="T35" fmla="*/ 192 h 652"/>
                <a:gd name="T36" fmla="*/ 646 w 646"/>
                <a:gd name="T37" fmla="*/ 71 h 652"/>
                <a:gd name="T38" fmla="*/ 602 w 646"/>
                <a:gd name="T39" fmla="*/ 51 h 652"/>
                <a:gd name="T40" fmla="*/ 544 w 646"/>
                <a:gd name="T41" fmla="*/ 25 h 652"/>
                <a:gd name="T42" fmla="*/ 493 w 646"/>
                <a:gd name="T43" fmla="*/ 6 h 652"/>
                <a:gd name="T44" fmla="*/ 403 w 646"/>
                <a:gd name="T45" fmla="*/ 0 h 652"/>
                <a:gd name="T46" fmla="*/ 339 w 646"/>
                <a:gd name="T47" fmla="*/ 12 h 652"/>
                <a:gd name="T48" fmla="*/ 294 w 646"/>
                <a:gd name="T49" fmla="*/ 25 h 652"/>
                <a:gd name="T50" fmla="*/ 256 w 646"/>
                <a:gd name="T51" fmla="*/ 70 h 652"/>
                <a:gd name="T52" fmla="*/ 134 w 646"/>
                <a:gd name="T53" fmla="*/ 192 h 652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646"/>
                <a:gd name="T82" fmla="*/ 0 h 652"/>
                <a:gd name="T83" fmla="*/ 646 w 646"/>
                <a:gd name="T84" fmla="*/ 652 h 652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646" h="652">
                  <a:moveTo>
                    <a:pt x="134" y="192"/>
                  </a:moveTo>
                  <a:lnTo>
                    <a:pt x="45" y="249"/>
                  </a:lnTo>
                  <a:lnTo>
                    <a:pt x="19" y="339"/>
                  </a:lnTo>
                  <a:lnTo>
                    <a:pt x="0" y="422"/>
                  </a:lnTo>
                  <a:lnTo>
                    <a:pt x="26" y="518"/>
                  </a:lnTo>
                  <a:lnTo>
                    <a:pt x="77" y="563"/>
                  </a:lnTo>
                  <a:lnTo>
                    <a:pt x="115" y="652"/>
                  </a:lnTo>
                  <a:lnTo>
                    <a:pt x="249" y="518"/>
                  </a:lnTo>
                  <a:lnTo>
                    <a:pt x="320" y="544"/>
                  </a:lnTo>
                  <a:lnTo>
                    <a:pt x="390" y="569"/>
                  </a:lnTo>
                  <a:lnTo>
                    <a:pt x="486" y="588"/>
                  </a:lnTo>
                  <a:lnTo>
                    <a:pt x="564" y="583"/>
                  </a:lnTo>
                  <a:lnTo>
                    <a:pt x="614" y="537"/>
                  </a:lnTo>
                  <a:lnTo>
                    <a:pt x="646" y="480"/>
                  </a:lnTo>
                  <a:lnTo>
                    <a:pt x="646" y="377"/>
                  </a:lnTo>
                  <a:lnTo>
                    <a:pt x="634" y="300"/>
                  </a:lnTo>
                  <a:lnTo>
                    <a:pt x="576" y="236"/>
                  </a:lnTo>
                  <a:lnTo>
                    <a:pt x="525" y="192"/>
                  </a:lnTo>
                  <a:lnTo>
                    <a:pt x="646" y="71"/>
                  </a:lnTo>
                  <a:lnTo>
                    <a:pt x="602" y="51"/>
                  </a:lnTo>
                  <a:lnTo>
                    <a:pt x="544" y="25"/>
                  </a:lnTo>
                  <a:lnTo>
                    <a:pt x="493" y="6"/>
                  </a:lnTo>
                  <a:lnTo>
                    <a:pt x="403" y="0"/>
                  </a:lnTo>
                  <a:lnTo>
                    <a:pt x="339" y="12"/>
                  </a:lnTo>
                  <a:lnTo>
                    <a:pt x="294" y="25"/>
                  </a:lnTo>
                  <a:lnTo>
                    <a:pt x="256" y="70"/>
                  </a:lnTo>
                  <a:lnTo>
                    <a:pt x="134" y="192"/>
                  </a:lnTo>
                  <a:close/>
                </a:path>
              </a:pathLst>
            </a:custGeom>
            <a:gradFill rotWithShape="0">
              <a:gsLst>
                <a:gs pos="0">
                  <a:srgbClr val="761800"/>
                </a:gs>
                <a:gs pos="50000">
                  <a:srgbClr val="FF3300"/>
                </a:gs>
                <a:gs pos="100000">
                  <a:srgbClr val="761800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5" name="Freeform 131">
              <a:extLst>
                <a:ext uri="{FF2B5EF4-FFF2-40B4-BE49-F238E27FC236}">
                  <a16:creationId xmlns:a16="http://schemas.microsoft.com/office/drawing/2014/main" id="{51CE8C38-BEA1-157F-49FB-DB67DBF3F6DB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4" y="3102"/>
              <a:ext cx="371" cy="122"/>
            </a:xfrm>
            <a:custGeom>
              <a:avLst/>
              <a:gdLst>
                <a:gd name="T0" fmla="*/ 115 w 371"/>
                <a:gd name="T1" fmla="*/ 0 h 122"/>
                <a:gd name="T2" fmla="*/ 371 w 371"/>
                <a:gd name="T3" fmla="*/ 0 h 122"/>
                <a:gd name="T4" fmla="*/ 249 w 371"/>
                <a:gd name="T5" fmla="*/ 122 h 122"/>
                <a:gd name="T6" fmla="*/ 0 w 371"/>
                <a:gd name="T7" fmla="*/ 122 h 122"/>
                <a:gd name="T8" fmla="*/ 115 w 371"/>
                <a:gd name="T9" fmla="*/ 0 h 1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71"/>
                <a:gd name="T16" fmla="*/ 0 h 122"/>
                <a:gd name="T17" fmla="*/ 371 w 371"/>
                <a:gd name="T18" fmla="*/ 122 h 12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71" h="122">
                  <a:moveTo>
                    <a:pt x="115" y="0"/>
                  </a:moveTo>
                  <a:lnTo>
                    <a:pt x="371" y="0"/>
                  </a:lnTo>
                  <a:lnTo>
                    <a:pt x="249" y="122"/>
                  </a:lnTo>
                  <a:lnTo>
                    <a:pt x="0" y="122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6" name="Freeform 132">
              <a:extLst>
                <a:ext uri="{FF2B5EF4-FFF2-40B4-BE49-F238E27FC236}">
                  <a16:creationId xmlns:a16="http://schemas.microsoft.com/office/drawing/2014/main" id="{BF0F7D73-5E1C-26B5-821E-7272B6D2C32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4" y="3102"/>
              <a:ext cx="371" cy="122"/>
            </a:xfrm>
            <a:custGeom>
              <a:avLst/>
              <a:gdLst>
                <a:gd name="T0" fmla="*/ 115 w 371"/>
                <a:gd name="T1" fmla="*/ 0 h 122"/>
                <a:gd name="T2" fmla="*/ 371 w 371"/>
                <a:gd name="T3" fmla="*/ 0 h 122"/>
                <a:gd name="T4" fmla="*/ 249 w 371"/>
                <a:gd name="T5" fmla="*/ 122 h 122"/>
                <a:gd name="T6" fmla="*/ 0 w 371"/>
                <a:gd name="T7" fmla="*/ 122 h 122"/>
                <a:gd name="T8" fmla="*/ 115 w 371"/>
                <a:gd name="T9" fmla="*/ 0 h 1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71"/>
                <a:gd name="T16" fmla="*/ 0 h 122"/>
                <a:gd name="T17" fmla="*/ 371 w 371"/>
                <a:gd name="T18" fmla="*/ 122 h 12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71" h="122">
                  <a:moveTo>
                    <a:pt x="115" y="0"/>
                  </a:moveTo>
                  <a:lnTo>
                    <a:pt x="371" y="0"/>
                  </a:lnTo>
                  <a:lnTo>
                    <a:pt x="249" y="122"/>
                  </a:lnTo>
                  <a:lnTo>
                    <a:pt x="0" y="122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7" name="Freeform 133">
              <a:extLst>
                <a:ext uri="{FF2B5EF4-FFF2-40B4-BE49-F238E27FC236}">
                  <a16:creationId xmlns:a16="http://schemas.microsoft.com/office/drawing/2014/main" id="{4483CB26-528F-DC91-3827-586EC719272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6" y="2840"/>
              <a:ext cx="877" cy="268"/>
            </a:xfrm>
            <a:custGeom>
              <a:avLst/>
              <a:gdLst>
                <a:gd name="T0" fmla="*/ 0 w 877"/>
                <a:gd name="T1" fmla="*/ 268 h 268"/>
                <a:gd name="T2" fmla="*/ 45 w 877"/>
                <a:gd name="T3" fmla="*/ 211 h 268"/>
                <a:gd name="T4" fmla="*/ 121 w 877"/>
                <a:gd name="T5" fmla="*/ 128 h 268"/>
                <a:gd name="T6" fmla="*/ 224 w 877"/>
                <a:gd name="T7" fmla="*/ 64 h 268"/>
                <a:gd name="T8" fmla="*/ 281 w 877"/>
                <a:gd name="T9" fmla="*/ 38 h 268"/>
                <a:gd name="T10" fmla="*/ 371 w 877"/>
                <a:gd name="T11" fmla="*/ 12 h 268"/>
                <a:gd name="T12" fmla="*/ 448 w 877"/>
                <a:gd name="T13" fmla="*/ 0 h 268"/>
                <a:gd name="T14" fmla="*/ 537 w 877"/>
                <a:gd name="T15" fmla="*/ 6 h 268"/>
                <a:gd name="T16" fmla="*/ 633 w 877"/>
                <a:gd name="T17" fmla="*/ 25 h 268"/>
                <a:gd name="T18" fmla="*/ 685 w 877"/>
                <a:gd name="T19" fmla="*/ 57 h 268"/>
                <a:gd name="T20" fmla="*/ 761 w 877"/>
                <a:gd name="T21" fmla="*/ 102 h 268"/>
                <a:gd name="T22" fmla="*/ 819 w 877"/>
                <a:gd name="T23" fmla="*/ 160 h 268"/>
                <a:gd name="T24" fmla="*/ 877 w 877"/>
                <a:gd name="T25" fmla="*/ 262 h 268"/>
                <a:gd name="T26" fmla="*/ 614 w 877"/>
                <a:gd name="T27" fmla="*/ 262 h 268"/>
                <a:gd name="T28" fmla="*/ 557 w 877"/>
                <a:gd name="T29" fmla="*/ 230 h 268"/>
                <a:gd name="T30" fmla="*/ 454 w 877"/>
                <a:gd name="T31" fmla="*/ 204 h 268"/>
                <a:gd name="T32" fmla="*/ 377 w 877"/>
                <a:gd name="T33" fmla="*/ 204 h 268"/>
                <a:gd name="T34" fmla="*/ 301 w 877"/>
                <a:gd name="T35" fmla="*/ 230 h 268"/>
                <a:gd name="T36" fmla="*/ 237 w 877"/>
                <a:gd name="T37" fmla="*/ 268 h 268"/>
                <a:gd name="T38" fmla="*/ 0 w 877"/>
                <a:gd name="T39" fmla="*/ 268 h 268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877"/>
                <a:gd name="T61" fmla="*/ 0 h 268"/>
                <a:gd name="T62" fmla="*/ 877 w 877"/>
                <a:gd name="T63" fmla="*/ 268 h 268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877" h="268">
                  <a:moveTo>
                    <a:pt x="0" y="268"/>
                  </a:moveTo>
                  <a:lnTo>
                    <a:pt x="45" y="211"/>
                  </a:lnTo>
                  <a:lnTo>
                    <a:pt x="121" y="128"/>
                  </a:lnTo>
                  <a:lnTo>
                    <a:pt x="224" y="64"/>
                  </a:lnTo>
                  <a:lnTo>
                    <a:pt x="281" y="38"/>
                  </a:lnTo>
                  <a:lnTo>
                    <a:pt x="371" y="12"/>
                  </a:lnTo>
                  <a:lnTo>
                    <a:pt x="448" y="0"/>
                  </a:lnTo>
                  <a:lnTo>
                    <a:pt x="537" y="6"/>
                  </a:lnTo>
                  <a:lnTo>
                    <a:pt x="633" y="25"/>
                  </a:lnTo>
                  <a:lnTo>
                    <a:pt x="685" y="57"/>
                  </a:lnTo>
                  <a:lnTo>
                    <a:pt x="761" y="102"/>
                  </a:lnTo>
                  <a:lnTo>
                    <a:pt x="819" y="160"/>
                  </a:lnTo>
                  <a:lnTo>
                    <a:pt x="877" y="262"/>
                  </a:lnTo>
                  <a:lnTo>
                    <a:pt x="614" y="262"/>
                  </a:lnTo>
                  <a:lnTo>
                    <a:pt x="557" y="230"/>
                  </a:lnTo>
                  <a:lnTo>
                    <a:pt x="454" y="204"/>
                  </a:lnTo>
                  <a:lnTo>
                    <a:pt x="377" y="204"/>
                  </a:lnTo>
                  <a:lnTo>
                    <a:pt x="301" y="230"/>
                  </a:lnTo>
                  <a:lnTo>
                    <a:pt x="237" y="268"/>
                  </a:lnTo>
                  <a:lnTo>
                    <a:pt x="0" y="268"/>
                  </a:lnTo>
                  <a:close/>
                </a:path>
              </a:pathLst>
            </a:cu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118" name="Group 134">
              <a:extLst>
                <a:ext uri="{FF2B5EF4-FFF2-40B4-BE49-F238E27FC236}">
                  <a16:creationId xmlns:a16="http://schemas.microsoft.com/office/drawing/2014/main" id="{475D328F-DFF0-FD38-D8CB-CD2E6E8B5D6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12" y="2549"/>
              <a:ext cx="1463" cy="1267"/>
              <a:chOff x="3412" y="2549"/>
              <a:chExt cx="1463" cy="1267"/>
            </a:xfrm>
          </p:grpSpPr>
          <p:sp>
            <p:nvSpPr>
              <p:cNvPr id="119" name="Line 135">
                <a:extLst>
                  <a:ext uri="{FF2B5EF4-FFF2-40B4-BE49-F238E27FC236}">
                    <a16:creationId xmlns:a16="http://schemas.microsoft.com/office/drawing/2014/main" id="{796C5C39-5820-92F6-BF97-DBA4E60798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85" y="3226"/>
                <a:ext cx="269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0" name="Line 136">
                <a:extLst>
                  <a:ext uri="{FF2B5EF4-FFF2-40B4-BE49-F238E27FC236}">
                    <a16:creationId xmlns:a16="http://schemas.microsoft.com/office/drawing/2014/main" id="{1694C510-8CFD-0E8A-1630-86DFFD895F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376" y="3567"/>
                <a:ext cx="116" cy="11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1" name="Freeform 137">
                <a:extLst>
                  <a:ext uri="{FF2B5EF4-FFF2-40B4-BE49-F238E27FC236}">
                    <a16:creationId xmlns:a16="http://schemas.microsoft.com/office/drawing/2014/main" id="{C3B35910-A936-DBF5-EE4D-A24E44DF0B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50" y="2552"/>
                <a:ext cx="1120" cy="1107"/>
              </a:xfrm>
              <a:custGeom>
                <a:avLst/>
                <a:gdLst>
                  <a:gd name="T0" fmla="*/ 0 w 1120"/>
                  <a:gd name="T1" fmla="*/ 409 h 1107"/>
                  <a:gd name="T2" fmla="*/ 269 w 1120"/>
                  <a:gd name="T3" fmla="*/ 140 h 1107"/>
                  <a:gd name="T4" fmla="*/ 327 w 1120"/>
                  <a:gd name="T5" fmla="*/ 76 h 1107"/>
                  <a:gd name="T6" fmla="*/ 403 w 1120"/>
                  <a:gd name="T7" fmla="*/ 38 h 1107"/>
                  <a:gd name="T8" fmla="*/ 499 w 1120"/>
                  <a:gd name="T9" fmla="*/ 12 h 1107"/>
                  <a:gd name="T10" fmla="*/ 595 w 1120"/>
                  <a:gd name="T11" fmla="*/ 0 h 1107"/>
                  <a:gd name="T12" fmla="*/ 704 w 1120"/>
                  <a:gd name="T13" fmla="*/ 6 h 1107"/>
                  <a:gd name="T14" fmla="*/ 807 w 1120"/>
                  <a:gd name="T15" fmla="*/ 38 h 1107"/>
                  <a:gd name="T16" fmla="*/ 890 w 1120"/>
                  <a:gd name="T17" fmla="*/ 83 h 1107"/>
                  <a:gd name="T18" fmla="*/ 973 w 1120"/>
                  <a:gd name="T19" fmla="*/ 128 h 1107"/>
                  <a:gd name="T20" fmla="*/ 1005 w 1120"/>
                  <a:gd name="T21" fmla="*/ 166 h 1107"/>
                  <a:gd name="T22" fmla="*/ 1043 w 1120"/>
                  <a:gd name="T23" fmla="*/ 224 h 1107"/>
                  <a:gd name="T24" fmla="*/ 1082 w 1120"/>
                  <a:gd name="T25" fmla="*/ 288 h 1107"/>
                  <a:gd name="T26" fmla="*/ 1114 w 1120"/>
                  <a:gd name="T27" fmla="*/ 364 h 1107"/>
                  <a:gd name="T28" fmla="*/ 1120 w 1120"/>
                  <a:gd name="T29" fmla="*/ 460 h 1107"/>
                  <a:gd name="T30" fmla="*/ 1120 w 1120"/>
                  <a:gd name="T31" fmla="*/ 544 h 1107"/>
                  <a:gd name="T32" fmla="*/ 1101 w 1120"/>
                  <a:gd name="T33" fmla="*/ 608 h 1107"/>
                  <a:gd name="T34" fmla="*/ 1075 w 1120"/>
                  <a:gd name="T35" fmla="*/ 665 h 1107"/>
                  <a:gd name="T36" fmla="*/ 1056 w 1120"/>
                  <a:gd name="T37" fmla="*/ 716 h 1107"/>
                  <a:gd name="T38" fmla="*/ 1018 w 1120"/>
                  <a:gd name="T39" fmla="*/ 761 h 1107"/>
                  <a:gd name="T40" fmla="*/ 986 w 1120"/>
                  <a:gd name="T41" fmla="*/ 800 h 1107"/>
                  <a:gd name="T42" fmla="*/ 711 w 1120"/>
                  <a:gd name="T43" fmla="*/ 1075 h 1107"/>
                  <a:gd name="T44" fmla="*/ 736 w 1120"/>
                  <a:gd name="T45" fmla="*/ 1017 h 1107"/>
                  <a:gd name="T46" fmla="*/ 646 w 1120"/>
                  <a:gd name="T47" fmla="*/ 1107 h 1107"/>
                  <a:gd name="T48" fmla="*/ 672 w 1120"/>
                  <a:gd name="T49" fmla="*/ 1004 h 1107"/>
                  <a:gd name="T50" fmla="*/ 711 w 1120"/>
                  <a:gd name="T51" fmla="*/ 908 h 1107"/>
                  <a:gd name="T52" fmla="*/ 685 w 1120"/>
                  <a:gd name="T53" fmla="*/ 793 h 1107"/>
                  <a:gd name="T54" fmla="*/ 666 w 1120"/>
                  <a:gd name="T55" fmla="*/ 716 h 1107"/>
                  <a:gd name="T56" fmla="*/ 640 w 1120"/>
                  <a:gd name="T57" fmla="*/ 665 h 1107"/>
                  <a:gd name="T58" fmla="*/ 743 w 1120"/>
                  <a:gd name="T59" fmla="*/ 562 h 1107"/>
                  <a:gd name="T60" fmla="*/ 708 w 1120"/>
                  <a:gd name="T61" fmla="*/ 481 h 1107"/>
                  <a:gd name="T62" fmla="*/ 635 w 1120"/>
                  <a:gd name="T63" fmla="*/ 423 h 1107"/>
                  <a:gd name="T64" fmla="*/ 576 w 1120"/>
                  <a:gd name="T65" fmla="*/ 364 h 1107"/>
                  <a:gd name="T66" fmla="*/ 487 w 1120"/>
                  <a:gd name="T67" fmla="*/ 313 h 1107"/>
                  <a:gd name="T68" fmla="*/ 359 w 1120"/>
                  <a:gd name="T69" fmla="*/ 299 h 1107"/>
                  <a:gd name="T70" fmla="*/ 271 w 1120"/>
                  <a:gd name="T71" fmla="*/ 299 h 1107"/>
                  <a:gd name="T72" fmla="*/ 162 w 1120"/>
                  <a:gd name="T73" fmla="*/ 321 h 1107"/>
                  <a:gd name="T74" fmla="*/ 83 w 1120"/>
                  <a:gd name="T75" fmla="*/ 352 h 1107"/>
                  <a:gd name="T76" fmla="*/ 0 w 1120"/>
                  <a:gd name="T77" fmla="*/ 409 h 1107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1120"/>
                  <a:gd name="T118" fmla="*/ 0 h 1107"/>
                  <a:gd name="T119" fmla="*/ 1120 w 1120"/>
                  <a:gd name="T120" fmla="*/ 1107 h 1107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1120" h="1107">
                    <a:moveTo>
                      <a:pt x="0" y="409"/>
                    </a:moveTo>
                    <a:lnTo>
                      <a:pt x="269" y="140"/>
                    </a:lnTo>
                    <a:lnTo>
                      <a:pt x="327" y="76"/>
                    </a:lnTo>
                    <a:lnTo>
                      <a:pt x="403" y="38"/>
                    </a:lnTo>
                    <a:lnTo>
                      <a:pt x="499" y="12"/>
                    </a:lnTo>
                    <a:lnTo>
                      <a:pt x="595" y="0"/>
                    </a:lnTo>
                    <a:lnTo>
                      <a:pt x="704" y="6"/>
                    </a:lnTo>
                    <a:lnTo>
                      <a:pt x="807" y="38"/>
                    </a:lnTo>
                    <a:lnTo>
                      <a:pt x="890" y="83"/>
                    </a:lnTo>
                    <a:lnTo>
                      <a:pt x="973" y="128"/>
                    </a:lnTo>
                    <a:lnTo>
                      <a:pt x="1005" y="166"/>
                    </a:lnTo>
                    <a:lnTo>
                      <a:pt x="1043" y="224"/>
                    </a:lnTo>
                    <a:lnTo>
                      <a:pt x="1082" y="288"/>
                    </a:lnTo>
                    <a:lnTo>
                      <a:pt x="1114" y="364"/>
                    </a:lnTo>
                    <a:lnTo>
                      <a:pt x="1120" y="460"/>
                    </a:lnTo>
                    <a:lnTo>
                      <a:pt x="1120" y="544"/>
                    </a:lnTo>
                    <a:lnTo>
                      <a:pt x="1101" y="608"/>
                    </a:lnTo>
                    <a:lnTo>
                      <a:pt x="1075" y="665"/>
                    </a:lnTo>
                    <a:lnTo>
                      <a:pt x="1056" y="716"/>
                    </a:lnTo>
                    <a:lnTo>
                      <a:pt x="1018" y="761"/>
                    </a:lnTo>
                    <a:lnTo>
                      <a:pt x="986" y="800"/>
                    </a:lnTo>
                    <a:lnTo>
                      <a:pt x="711" y="1075"/>
                    </a:lnTo>
                    <a:lnTo>
                      <a:pt x="736" y="1017"/>
                    </a:lnTo>
                    <a:lnTo>
                      <a:pt x="646" y="1107"/>
                    </a:lnTo>
                    <a:lnTo>
                      <a:pt x="672" y="1004"/>
                    </a:lnTo>
                    <a:lnTo>
                      <a:pt x="711" y="908"/>
                    </a:lnTo>
                    <a:lnTo>
                      <a:pt x="685" y="793"/>
                    </a:lnTo>
                    <a:lnTo>
                      <a:pt x="666" y="716"/>
                    </a:lnTo>
                    <a:lnTo>
                      <a:pt x="640" y="665"/>
                    </a:lnTo>
                    <a:lnTo>
                      <a:pt x="743" y="562"/>
                    </a:lnTo>
                    <a:lnTo>
                      <a:pt x="708" y="481"/>
                    </a:lnTo>
                    <a:lnTo>
                      <a:pt x="635" y="423"/>
                    </a:lnTo>
                    <a:lnTo>
                      <a:pt x="576" y="364"/>
                    </a:lnTo>
                    <a:lnTo>
                      <a:pt x="487" y="313"/>
                    </a:lnTo>
                    <a:lnTo>
                      <a:pt x="359" y="299"/>
                    </a:lnTo>
                    <a:lnTo>
                      <a:pt x="271" y="299"/>
                    </a:lnTo>
                    <a:lnTo>
                      <a:pt x="162" y="321"/>
                    </a:lnTo>
                    <a:lnTo>
                      <a:pt x="83" y="352"/>
                    </a:lnTo>
                    <a:lnTo>
                      <a:pt x="0" y="409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761800"/>
                  </a:gs>
                  <a:gs pos="50000">
                    <a:srgbClr val="FF3300"/>
                  </a:gs>
                  <a:gs pos="100000">
                    <a:srgbClr val="761800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2" name="Freeform 138">
                <a:extLst>
                  <a:ext uri="{FF2B5EF4-FFF2-40B4-BE49-F238E27FC236}">
                    <a16:creationId xmlns:a16="http://schemas.microsoft.com/office/drawing/2014/main" id="{4F65AAF1-5187-D7D2-8CEA-F6D7D2E146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72" y="3357"/>
                <a:ext cx="356" cy="356"/>
              </a:xfrm>
              <a:custGeom>
                <a:avLst/>
                <a:gdLst>
                  <a:gd name="T0" fmla="*/ 356 w 356"/>
                  <a:gd name="T1" fmla="*/ 0 h 356"/>
                  <a:gd name="T2" fmla="*/ 0 w 356"/>
                  <a:gd name="T3" fmla="*/ 356 h 356"/>
                  <a:gd name="T4" fmla="*/ 0 60000 65536"/>
                  <a:gd name="T5" fmla="*/ 0 60000 65536"/>
                  <a:gd name="T6" fmla="*/ 0 w 356"/>
                  <a:gd name="T7" fmla="*/ 0 h 356"/>
                  <a:gd name="T8" fmla="*/ 356 w 356"/>
                  <a:gd name="T9" fmla="*/ 356 h 35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356" h="356">
                    <a:moveTo>
                      <a:pt x="356" y="0"/>
                    </a:moveTo>
                    <a:lnTo>
                      <a:pt x="0" y="356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3" name="Line 139">
                <a:extLst>
                  <a:ext uri="{FF2B5EF4-FFF2-40B4-BE49-F238E27FC236}">
                    <a16:creationId xmlns:a16="http://schemas.microsoft.com/office/drawing/2014/main" id="{4A109D62-C447-B762-5AD3-05F2716B13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85" y="3677"/>
                <a:ext cx="269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4" name="Line 140">
                <a:extLst>
                  <a:ext uri="{FF2B5EF4-FFF2-40B4-BE49-F238E27FC236}">
                    <a16:creationId xmlns:a16="http://schemas.microsoft.com/office/drawing/2014/main" id="{41B9A561-F019-A080-BA18-04B0B0F964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27" y="3224"/>
                <a:ext cx="262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5" name="Freeform 141">
                <a:extLst>
                  <a:ext uri="{FF2B5EF4-FFF2-40B4-BE49-F238E27FC236}">
                    <a16:creationId xmlns:a16="http://schemas.microsoft.com/office/drawing/2014/main" id="{9540E2BE-A3DA-410D-E302-5F8C2CEC8E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4" y="3675"/>
                <a:ext cx="267" cy="2"/>
              </a:xfrm>
              <a:custGeom>
                <a:avLst/>
                <a:gdLst>
                  <a:gd name="T0" fmla="*/ 0 w 267"/>
                  <a:gd name="T1" fmla="*/ 0 h 2"/>
                  <a:gd name="T2" fmla="*/ 267 w 267"/>
                  <a:gd name="T3" fmla="*/ 2 h 2"/>
                  <a:gd name="T4" fmla="*/ 0 60000 65536"/>
                  <a:gd name="T5" fmla="*/ 0 60000 65536"/>
                  <a:gd name="T6" fmla="*/ 0 w 267"/>
                  <a:gd name="T7" fmla="*/ 0 h 2"/>
                  <a:gd name="T8" fmla="*/ 267 w 267"/>
                  <a:gd name="T9" fmla="*/ 2 h 2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67" h="2">
                    <a:moveTo>
                      <a:pt x="0" y="0"/>
                    </a:moveTo>
                    <a:lnTo>
                      <a:pt x="267" y="2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6" name="Freeform 142">
                <a:extLst>
                  <a:ext uri="{FF2B5EF4-FFF2-40B4-BE49-F238E27FC236}">
                    <a16:creationId xmlns:a16="http://schemas.microsoft.com/office/drawing/2014/main" id="{2884B506-EFB2-FF81-3A94-55A0B8DF00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09" y="3108"/>
                <a:ext cx="247" cy="1"/>
              </a:xfrm>
              <a:custGeom>
                <a:avLst/>
                <a:gdLst>
                  <a:gd name="T0" fmla="*/ 0 w 247"/>
                  <a:gd name="T1" fmla="*/ 0 h 1"/>
                  <a:gd name="T2" fmla="*/ 247 w 247"/>
                  <a:gd name="T3" fmla="*/ 1 h 1"/>
                  <a:gd name="T4" fmla="*/ 0 60000 65536"/>
                  <a:gd name="T5" fmla="*/ 0 60000 65536"/>
                  <a:gd name="T6" fmla="*/ 0 w 247"/>
                  <a:gd name="T7" fmla="*/ 0 h 1"/>
                  <a:gd name="T8" fmla="*/ 247 w 247"/>
                  <a:gd name="T9" fmla="*/ 1 h 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47" h="1">
                    <a:moveTo>
                      <a:pt x="0" y="0"/>
                    </a:moveTo>
                    <a:lnTo>
                      <a:pt x="247" y="1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7" name="Line 143">
                <a:extLst>
                  <a:ext uri="{FF2B5EF4-FFF2-40B4-BE49-F238E27FC236}">
                    <a16:creationId xmlns:a16="http://schemas.microsoft.com/office/drawing/2014/main" id="{25BE2DC4-7883-5E50-263D-592AAA6117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739" y="3546"/>
                <a:ext cx="124" cy="12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8" name="Freeform 144">
                <a:extLst>
                  <a:ext uri="{FF2B5EF4-FFF2-40B4-BE49-F238E27FC236}">
                    <a16:creationId xmlns:a16="http://schemas.microsoft.com/office/drawing/2014/main" id="{5BF1E06F-0D73-6B2D-2598-B189793941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28" y="3095"/>
                <a:ext cx="135" cy="135"/>
              </a:xfrm>
              <a:custGeom>
                <a:avLst/>
                <a:gdLst>
                  <a:gd name="T0" fmla="*/ 135 w 135"/>
                  <a:gd name="T1" fmla="*/ 0 h 135"/>
                  <a:gd name="T2" fmla="*/ 0 w 135"/>
                  <a:gd name="T3" fmla="*/ 135 h 135"/>
                  <a:gd name="T4" fmla="*/ 0 60000 65536"/>
                  <a:gd name="T5" fmla="*/ 0 60000 65536"/>
                  <a:gd name="T6" fmla="*/ 0 w 135"/>
                  <a:gd name="T7" fmla="*/ 0 h 135"/>
                  <a:gd name="T8" fmla="*/ 135 w 135"/>
                  <a:gd name="T9" fmla="*/ 135 h 135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35" h="135">
                    <a:moveTo>
                      <a:pt x="135" y="0"/>
                    </a:moveTo>
                    <a:lnTo>
                      <a:pt x="0" y="135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9" name="Line 145">
                <a:extLst>
                  <a:ext uri="{FF2B5EF4-FFF2-40B4-BE49-F238E27FC236}">
                    <a16:creationId xmlns:a16="http://schemas.microsoft.com/office/drawing/2014/main" id="{776F2498-7922-9649-0427-976D21A73C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95" y="3109"/>
                <a:ext cx="116" cy="11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0" name="Freeform 146">
                <a:extLst>
                  <a:ext uri="{FF2B5EF4-FFF2-40B4-BE49-F238E27FC236}">
                    <a16:creationId xmlns:a16="http://schemas.microsoft.com/office/drawing/2014/main" id="{9CA3E408-041F-2B98-4823-C17A4C515F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25" y="3102"/>
                <a:ext cx="120" cy="124"/>
              </a:xfrm>
              <a:custGeom>
                <a:avLst/>
                <a:gdLst>
                  <a:gd name="T0" fmla="*/ 120 w 120"/>
                  <a:gd name="T1" fmla="*/ 0 h 124"/>
                  <a:gd name="T2" fmla="*/ 0 w 120"/>
                  <a:gd name="T3" fmla="*/ 124 h 124"/>
                  <a:gd name="T4" fmla="*/ 0 60000 65536"/>
                  <a:gd name="T5" fmla="*/ 0 60000 65536"/>
                  <a:gd name="T6" fmla="*/ 0 w 120"/>
                  <a:gd name="T7" fmla="*/ 0 h 124"/>
                  <a:gd name="T8" fmla="*/ 120 w 120"/>
                  <a:gd name="T9" fmla="*/ 124 h 124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20" h="124">
                    <a:moveTo>
                      <a:pt x="120" y="0"/>
                    </a:moveTo>
                    <a:lnTo>
                      <a:pt x="0" y="124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1" name="Line 147">
                <a:extLst>
                  <a:ext uri="{FF2B5EF4-FFF2-40B4-BE49-F238E27FC236}">
                    <a16:creationId xmlns:a16="http://schemas.microsoft.com/office/drawing/2014/main" id="{7D339DD1-E9CB-5408-7F95-278686CA12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383" y="3101"/>
                <a:ext cx="116" cy="11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2" name="Line 148">
                <a:extLst>
                  <a:ext uri="{FF2B5EF4-FFF2-40B4-BE49-F238E27FC236}">
                    <a16:creationId xmlns:a16="http://schemas.microsoft.com/office/drawing/2014/main" id="{73BBB6B7-B609-A7D3-21E0-0003116584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34" y="3102"/>
                <a:ext cx="269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3" name="Freeform 149">
                <a:extLst>
                  <a:ext uri="{FF2B5EF4-FFF2-40B4-BE49-F238E27FC236}">
                    <a16:creationId xmlns:a16="http://schemas.microsoft.com/office/drawing/2014/main" id="{BC9ED60F-6691-24CC-83E7-45CB1CCD52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16" y="2846"/>
                <a:ext cx="880" cy="256"/>
              </a:xfrm>
              <a:custGeom>
                <a:avLst/>
                <a:gdLst>
                  <a:gd name="T0" fmla="*/ 0 w 880"/>
                  <a:gd name="T1" fmla="*/ 256 h 256"/>
                  <a:gd name="T2" fmla="*/ 43 w 880"/>
                  <a:gd name="T3" fmla="*/ 198 h 256"/>
                  <a:gd name="T4" fmla="*/ 116 w 880"/>
                  <a:gd name="T5" fmla="*/ 132 h 256"/>
                  <a:gd name="T6" fmla="*/ 174 w 880"/>
                  <a:gd name="T7" fmla="*/ 89 h 256"/>
                  <a:gd name="T8" fmla="*/ 247 w 880"/>
                  <a:gd name="T9" fmla="*/ 45 h 256"/>
                  <a:gd name="T10" fmla="*/ 320 w 880"/>
                  <a:gd name="T11" fmla="*/ 16 h 256"/>
                  <a:gd name="T12" fmla="*/ 385 w 880"/>
                  <a:gd name="T13" fmla="*/ 2 h 256"/>
                  <a:gd name="T14" fmla="*/ 458 w 880"/>
                  <a:gd name="T15" fmla="*/ 2 h 256"/>
                  <a:gd name="T16" fmla="*/ 545 w 880"/>
                  <a:gd name="T17" fmla="*/ 9 h 256"/>
                  <a:gd name="T18" fmla="*/ 627 w 880"/>
                  <a:gd name="T19" fmla="*/ 26 h 256"/>
                  <a:gd name="T20" fmla="*/ 712 w 880"/>
                  <a:gd name="T21" fmla="*/ 67 h 256"/>
                  <a:gd name="T22" fmla="*/ 763 w 880"/>
                  <a:gd name="T23" fmla="*/ 111 h 256"/>
                  <a:gd name="T24" fmla="*/ 807 w 880"/>
                  <a:gd name="T25" fmla="*/ 147 h 256"/>
                  <a:gd name="T26" fmla="*/ 851 w 880"/>
                  <a:gd name="T27" fmla="*/ 205 h 256"/>
                  <a:gd name="T28" fmla="*/ 880 w 880"/>
                  <a:gd name="T29" fmla="*/ 249 h 25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880"/>
                  <a:gd name="T46" fmla="*/ 0 h 256"/>
                  <a:gd name="T47" fmla="*/ 880 w 880"/>
                  <a:gd name="T48" fmla="*/ 256 h 25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880" h="256">
                    <a:moveTo>
                      <a:pt x="0" y="256"/>
                    </a:moveTo>
                    <a:cubicBezTo>
                      <a:pt x="7" y="246"/>
                      <a:pt x="24" y="219"/>
                      <a:pt x="43" y="198"/>
                    </a:cubicBezTo>
                    <a:cubicBezTo>
                      <a:pt x="62" y="177"/>
                      <a:pt x="94" y="150"/>
                      <a:pt x="116" y="132"/>
                    </a:cubicBezTo>
                    <a:cubicBezTo>
                      <a:pt x="138" y="114"/>
                      <a:pt x="152" y="104"/>
                      <a:pt x="174" y="89"/>
                    </a:cubicBezTo>
                    <a:cubicBezTo>
                      <a:pt x="196" y="74"/>
                      <a:pt x="223" y="57"/>
                      <a:pt x="247" y="45"/>
                    </a:cubicBezTo>
                    <a:cubicBezTo>
                      <a:pt x="271" y="33"/>
                      <a:pt x="297" y="23"/>
                      <a:pt x="320" y="16"/>
                    </a:cubicBezTo>
                    <a:cubicBezTo>
                      <a:pt x="343" y="9"/>
                      <a:pt x="362" y="4"/>
                      <a:pt x="385" y="2"/>
                    </a:cubicBezTo>
                    <a:cubicBezTo>
                      <a:pt x="408" y="0"/>
                      <a:pt x="431" y="1"/>
                      <a:pt x="458" y="2"/>
                    </a:cubicBezTo>
                    <a:cubicBezTo>
                      <a:pt x="485" y="3"/>
                      <a:pt x="517" y="5"/>
                      <a:pt x="545" y="9"/>
                    </a:cubicBezTo>
                    <a:cubicBezTo>
                      <a:pt x="573" y="13"/>
                      <a:pt x="599" y="16"/>
                      <a:pt x="627" y="26"/>
                    </a:cubicBezTo>
                    <a:cubicBezTo>
                      <a:pt x="655" y="36"/>
                      <a:pt x="689" y="53"/>
                      <a:pt x="712" y="67"/>
                    </a:cubicBezTo>
                    <a:cubicBezTo>
                      <a:pt x="735" y="81"/>
                      <a:pt x="747" y="98"/>
                      <a:pt x="763" y="111"/>
                    </a:cubicBezTo>
                    <a:cubicBezTo>
                      <a:pt x="779" y="124"/>
                      <a:pt x="793" y="132"/>
                      <a:pt x="807" y="147"/>
                    </a:cubicBezTo>
                    <a:cubicBezTo>
                      <a:pt x="821" y="162"/>
                      <a:pt x="839" y="188"/>
                      <a:pt x="851" y="205"/>
                    </a:cubicBezTo>
                    <a:cubicBezTo>
                      <a:pt x="863" y="222"/>
                      <a:pt x="875" y="242"/>
                      <a:pt x="880" y="249"/>
                    </a:cubicBez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4" name="Freeform 150">
                <a:extLst>
                  <a:ext uri="{FF2B5EF4-FFF2-40B4-BE49-F238E27FC236}">
                    <a16:creationId xmlns:a16="http://schemas.microsoft.com/office/drawing/2014/main" id="{4F4C7825-D47D-359E-42D3-033F6FC5F8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03" y="3575"/>
                <a:ext cx="785" cy="241"/>
              </a:xfrm>
              <a:custGeom>
                <a:avLst/>
                <a:gdLst>
                  <a:gd name="T0" fmla="*/ 0 w 785"/>
                  <a:gd name="T1" fmla="*/ 102 h 241"/>
                  <a:gd name="T2" fmla="*/ 58 w 785"/>
                  <a:gd name="T3" fmla="*/ 145 h 241"/>
                  <a:gd name="T4" fmla="*/ 102 w 785"/>
                  <a:gd name="T5" fmla="*/ 167 h 241"/>
                  <a:gd name="T6" fmla="*/ 167 w 785"/>
                  <a:gd name="T7" fmla="*/ 204 h 241"/>
                  <a:gd name="T8" fmla="*/ 269 w 785"/>
                  <a:gd name="T9" fmla="*/ 225 h 241"/>
                  <a:gd name="T10" fmla="*/ 342 w 785"/>
                  <a:gd name="T11" fmla="*/ 240 h 241"/>
                  <a:gd name="T12" fmla="*/ 429 w 785"/>
                  <a:gd name="T13" fmla="*/ 233 h 241"/>
                  <a:gd name="T14" fmla="*/ 509 w 785"/>
                  <a:gd name="T15" fmla="*/ 218 h 241"/>
                  <a:gd name="T16" fmla="*/ 553 w 785"/>
                  <a:gd name="T17" fmla="*/ 196 h 241"/>
                  <a:gd name="T18" fmla="*/ 647 w 785"/>
                  <a:gd name="T19" fmla="*/ 160 h 241"/>
                  <a:gd name="T20" fmla="*/ 691 w 785"/>
                  <a:gd name="T21" fmla="*/ 124 h 241"/>
                  <a:gd name="T22" fmla="*/ 742 w 785"/>
                  <a:gd name="T23" fmla="*/ 73 h 241"/>
                  <a:gd name="T24" fmla="*/ 785 w 785"/>
                  <a:gd name="T25" fmla="*/ 0 h 241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785"/>
                  <a:gd name="T40" fmla="*/ 0 h 241"/>
                  <a:gd name="T41" fmla="*/ 785 w 785"/>
                  <a:gd name="T42" fmla="*/ 241 h 241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785" h="241">
                    <a:moveTo>
                      <a:pt x="0" y="102"/>
                    </a:moveTo>
                    <a:cubicBezTo>
                      <a:pt x="20" y="118"/>
                      <a:pt x="41" y="134"/>
                      <a:pt x="58" y="145"/>
                    </a:cubicBezTo>
                    <a:cubicBezTo>
                      <a:pt x="75" y="156"/>
                      <a:pt x="84" y="157"/>
                      <a:pt x="102" y="167"/>
                    </a:cubicBezTo>
                    <a:cubicBezTo>
                      <a:pt x="120" y="177"/>
                      <a:pt x="139" y="194"/>
                      <a:pt x="167" y="204"/>
                    </a:cubicBezTo>
                    <a:cubicBezTo>
                      <a:pt x="195" y="214"/>
                      <a:pt x="240" y="219"/>
                      <a:pt x="269" y="225"/>
                    </a:cubicBezTo>
                    <a:cubicBezTo>
                      <a:pt x="298" y="231"/>
                      <a:pt x="315" y="239"/>
                      <a:pt x="342" y="240"/>
                    </a:cubicBezTo>
                    <a:cubicBezTo>
                      <a:pt x="369" y="241"/>
                      <a:pt x="401" y="237"/>
                      <a:pt x="429" y="233"/>
                    </a:cubicBezTo>
                    <a:cubicBezTo>
                      <a:pt x="457" y="229"/>
                      <a:pt x="488" y="224"/>
                      <a:pt x="509" y="218"/>
                    </a:cubicBezTo>
                    <a:cubicBezTo>
                      <a:pt x="530" y="212"/>
                      <a:pt x="530" y="206"/>
                      <a:pt x="553" y="196"/>
                    </a:cubicBezTo>
                    <a:cubicBezTo>
                      <a:pt x="576" y="186"/>
                      <a:pt x="624" y="172"/>
                      <a:pt x="647" y="160"/>
                    </a:cubicBezTo>
                    <a:cubicBezTo>
                      <a:pt x="670" y="148"/>
                      <a:pt x="675" y="138"/>
                      <a:pt x="691" y="124"/>
                    </a:cubicBezTo>
                    <a:cubicBezTo>
                      <a:pt x="707" y="110"/>
                      <a:pt x="726" y="94"/>
                      <a:pt x="742" y="73"/>
                    </a:cubicBezTo>
                    <a:cubicBezTo>
                      <a:pt x="758" y="52"/>
                      <a:pt x="772" y="26"/>
                      <a:pt x="785" y="0"/>
                    </a:cubicBez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5" name="Freeform 151">
                <a:extLst>
                  <a:ext uri="{FF2B5EF4-FFF2-40B4-BE49-F238E27FC236}">
                    <a16:creationId xmlns:a16="http://schemas.microsoft.com/office/drawing/2014/main" id="{A5E0FCD7-A280-7E2B-5CC7-6584FB8A5C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09" y="3226"/>
                <a:ext cx="130" cy="436"/>
              </a:xfrm>
              <a:custGeom>
                <a:avLst/>
                <a:gdLst>
                  <a:gd name="T0" fmla="*/ 130 w 130"/>
                  <a:gd name="T1" fmla="*/ 0 h 436"/>
                  <a:gd name="T2" fmla="*/ 87 w 130"/>
                  <a:gd name="T3" fmla="*/ 29 h 436"/>
                  <a:gd name="T4" fmla="*/ 36 w 130"/>
                  <a:gd name="T5" fmla="*/ 80 h 436"/>
                  <a:gd name="T6" fmla="*/ 14 w 130"/>
                  <a:gd name="T7" fmla="*/ 145 h 436"/>
                  <a:gd name="T8" fmla="*/ 0 w 130"/>
                  <a:gd name="T9" fmla="*/ 234 h 436"/>
                  <a:gd name="T10" fmla="*/ 14 w 130"/>
                  <a:gd name="T11" fmla="*/ 298 h 436"/>
                  <a:gd name="T12" fmla="*/ 58 w 130"/>
                  <a:gd name="T13" fmla="*/ 363 h 436"/>
                  <a:gd name="T14" fmla="*/ 79 w 130"/>
                  <a:gd name="T15" fmla="*/ 407 h 436"/>
                  <a:gd name="T16" fmla="*/ 116 w 130"/>
                  <a:gd name="T17" fmla="*/ 436 h 4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30"/>
                  <a:gd name="T28" fmla="*/ 0 h 436"/>
                  <a:gd name="T29" fmla="*/ 130 w 130"/>
                  <a:gd name="T30" fmla="*/ 436 h 4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30" h="436">
                    <a:moveTo>
                      <a:pt x="130" y="0"/>
                    </a:moveTo>
                    <a:cubicBezTo>
                      <a:pt x="116" y="8"/>
                      <a:pt x="103" y="16"/>
                      <a:pt x="87" y="29"/>
                    </a:cubicBezTo>
                    <a:cubicBezTo>
                      <a:pt x="71" y="42"/>
                      <a:pt x="48" y="61"/>
                      <a:pt x="36" y="80"/>
                    </a:cubicBezTo>
                    <a:cubicBezTo>
                      <a:pt x="24" y="99"/>
                      <a:pt x="20" y="119"/>
                      <a:pt x="14" y="145"/>
                    </a:cubicBezTo>
                    <a:cubicBezTo>
                      <a:pt x="8" y="171"/>
                      <a:pt x="0" y="209"/>
                      <a:pt x="0" y="234"/>
                    </a:cubicBezTo>
                    <a:cubicBezTo>
                      <a:pt x="0" y="259"/>
                      <a:pt x="4" y="276"/>
                      <a:pt x="14" y="298"/>
                    </a:cubicBezTo>
                    <a:cubicBezTo>
                      <a:pt x="24" y="320"/>
                      <a:pt x="47" y="345"/>
                      <a:pt x="58" y="363"/>
                    </a:cubicBezTo>
                    <a:cubicBezTo>
                      <a:pt x="69" y="381"/>
                      <a:pt x="69" y="395"/>
                      <a:pt x="79" y="407"/>
                    </a:cubicBezTo>
                    <a:cubicBezTo>
                      <a:pt x="89" y="419"/>
                      <a:pt x="106" y="430"/>
                      <a:pt x="116" y="436"/>
                    </a:cubicBez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6" name="Freeform 152">
                <a:extLst>
                  <a:ext uri="{FF2B5EF4-FFF2-40B4-BE49-F238E27FC236}">
                    <a16:creationId xmlns:a16="http://schemas.microsoft.com/office/drawing/2014/main" id="{1F086356-4706-D1BF-A39C-762E19B7F3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12" y="3226"/>
                <a:ext cx="73" cy="451"/>
              </a:xfrm>
              <a:custGeom>
                <a:avLst/>
                <a:gdLst>
                  <a:gd name="T0" fmla="*/ 73 w 73"/>
                  <a:gd name="T1" fmla="*/ 0 h 451"/>
                  <a:gd name="T2" fmla="*/ 36 w 73"/>
                  <a:gd name="T3" fmla="*/ 73 h 451"/>
                  <a:gd name="T4" fmla="*/ 7 w 73"/>
                  <a:gd name="T5" fmla="*/ 145 h 451"/>
                  <a:gd name="T6" fmla="*/ 0 w 73"/>
                  <a:gd name="T7" fmla="*/ 211 h 451"/>
                  <a:gd name="T8" fmla="*/ 7 w 73"/>
                  <a:gd name="T9" fmla="*/ 269 h 451"/>
                  <a:gd name="T10" fmla="*/ 22 w 73"/>
                  <a:gd name="T11" fmla="*/ 342 h 451"/>
                  <a:gd name="T12" fmla="*/ 44 w 73"/>
                  <a:gd name="T13" fmla="*/ 393 h 451"/>
                  <a:gd name="T14" fmla="*/ 73 w 73"/>
                  <a:gd name="T15" fmla="*/ 451 h 451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73"/>
                  <a:gd name="T25" fmla="*/ 0 h 451"/>
                  <a:gd name="T26" fmla="*/ 73 w 73"/>
                  <a:gd name="T27" fmla="*/ 451 h 451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73" h="451">
                    <a:moveTo>
                      <a:pt x="73" y="0"/>
                    </a:moveTo>
                    <a:cubicBezTo>
                      <a:pt x="59" y="25"/>
                      <a:pt x="47" y="49"/>
                      <a:pt x="36" y="73"/>
                    </a:cubicBezTo>
                    <a:cubicBezTo>
                      <a:pt x="25" y="97"/>
                      <a:pt x="13" y="122"/>
                      <a:pt x="7" y="145"/>
                    </a:cubicBezTo>
                    <a:cubicBezTo>
                      <a:pt x="1" y="168"/>
                      <a:pt x="0" y="190"/>
                      <a:pt x="0" y="211"/>
                    </a:cubicBezTo>
                    <a:cubicBezTo>
                      <a:pt x="0" y="232"/>
                      <a:pt x="3" y="247"/>
                      <a:pt x="7" y="269"/>
                    </a:cubicBezTo>
                    <a:cubicBezTo>
                      <a:pt x="11" y="291"/>
                      <a:pt x="16" y="321"/>
                      <a:pt x="22" y="342"/>
                    </a:cubicBezTo>
                    <a:cubicBezTo>
                      <a:pt x="28" y="363"/>
                      <a:pt x="35" y="375"/>
                      <a:pt x="44" y="393"/>
                    </a:cubicBezTo>
                    <a:cubicBezTo>
                      <a:pt x="53" y="411"/>
                      <a:pt x="62" y="431"/>
                      <a:pt x="73" y="451"/>
                    </a:cubicBez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7" name="Freeform 153">
                <a:extLst>
                  <a:ext uri="{FF2B5EF4-FFF2-40B4-BE49-F238E27FC236}">
                    <a16:creationId xmlns:a16="http://schemas.microsoft.com/office/drawing/2014/main" id="{C099BF22-685D-3828-E027-CB378A84C6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2" y="3218"/>
                <a:ext cx="128" cy="451"/>
              </a:xfrm>
              <a:custGeom>
                <a:avLst/>
                <a:gdLst>
                  <a:gd name="T0" fmla="*/ 0 w 128"/>
                  <a:gd name="T1" fmla="*/ 0 h 451"/>
                  <a:gd name="T2" fmla="*/ 29 w 128"/>
                  <a:gd name="T3" fmla="*/ 37 h 451"/>
                  <a:gd name="T4" fmla="*/ 80 w 128"/>
                  <a:gd name="T5" fmla="*/ 81 h 451"/>
                  <a:gd name="T6" fmla="*/ 102 w 128"/>
                  <a:gd name="T7" fmla="*/ 124 h 451"/>
                  <a:gd name="T8" fmla="*/ 124 w 128"/>
                  <a:gd name="T9" fmla="*/ 190 h 451"/>
                  <a:gd name="T10" fmla="*/ 124 w 128"/>
                  <a:gd name="T11" fmla="*/ 233 h 451"/>
                  <a:gd name="T12" fmla="*/ 124 w 128"/>
                  <a:gd name="T13" fmla="*/ 284 h 451"/>
                  <a:gd name="T14" fmla="*/ 102 w 128"/>
                  <a:gd name="T15" fmla="*/ 335 h 451"/>
                  <a:gd name="T16" fmla="*/ 80 w 128"/>
                  <a:gd name="T17" fmla="*/ 379 h 451"/>
                  <a:gd name="T18" fmla="*/ 51 w 128"/>
                  <a:gd name="T19" fmla="*/ 415 h 451"/>
                  <a:gd name="T20" fmla="*/ 7 w 128"/>
                  <a:gd name="T21" fmla="*/ 451 h 451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28"/>
                  <a:gd name="T34" fmla="*/ 0 h 451"/>
                  <a:gd name="T35" fmla="*/ 128 w 128"/>
                  <a:gd name="T36" fmla="*/ 451 h 451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28" h="451">
                    <a:moveTo>
                      <a:pt x="0" y="0"/>
                    </a:moveTo>
                    <a:cubicBezTo>
                      <a:pt x="8" y="12"/>
                      <a:pt x="16" y="24"/>
                      <a:pt x="29" y="37"/>
                    </a:cubicBezTo>
                    <a:cubicBezTo>
                      <a:pt x="42" y="50"/>
                      <a:pt x="68" y="66"/>
                      <a:pt x="80" y="81"/>
                    </a:cubicBezTo>
                    <a:cubicBezTo>
                      <a:pt x="92" y="96"/>
                      <a:pt x="95" y="106"/>
                      <a:pt x="102" y="124"/>
                    </a:cubicBezTo>
                    <a:cubicBezTo>
                      <a:pt x="109" y="142"/>
                      <a:pt x="120" y="172"/>
                      <a:pt x="124" y="190"/>
                    </a:cubicBezTo>
                    <a:cubicBezTo>
                      <a:pt x="128" y="208"/>
                      <a:pt x="124" y="217"/>
                      <a:pt x="124" y="233"/>
                    </a:cubicBezTo>
                    <a:cubicBezTo>
                      <a:pt x="124" y="249"/>
                      <a:pt x="128" y="267"/>
                      <a:pt x="124" y="284"/>
                    </a:cubicBezTo>
                    <a:cubicBezTo>
                      <a:pt x="120" y="301"/>
                      <a:pt x="109" y="319"/>
                      <a:pt x="102" y="335"/>
                    </a:cubicBezTo>
                    <a:cubicBezTo>
                      <a:pt x="95" y="351"/>
                      <a:pt x="88" y="366"/>
                      <a:pt x="80" y="379"/>
                    </a:cubicBezTo>
                    <a:cubicBezTo>
                      <a:pt x="72" y="392"/>
                      <a:pt x="63" y="403"/>
                      <a:pt x="51" y="415"/>
                    </a:cubicBezTo>
                    <a:cubicBezTo>
                      <a:pt x="39" y="427"/>
                      <a:pt x="23" y="439"/>
                      <a:pt x="7" y="451"/>
                    </a:cubicBez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8" name="Freeform 154">
                <a:extLst>
                  <a:ext uri="{FF2B5EF4-FFF2-40B4-BE49-F238E27FC236}">
                    <a16:creationId xmlns:a16="http://schemas.microsoft.com/office/drawing/2014/main" id="{0A8DED84-2AD4-2DEB-AA30-665D256FAC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87" y="3218"/>
                <a:ext cx="65" cy="451"/>
              </a:xfrm>
              <a:custGeom>
                <a:avLst/>
                <a:gdLst>
                  <a:gd name="T0" fmla="*/ 0 w 65"/>
                  <a:gd name="T1" fmla="*/ 0 h 451"/>
                  <a:gd name="T2" fmla="*/ 21 w 65"/>
                  <a:gd name="T3" fmla="*/ 44 h 451"/>
                  <a:gd name="T4" fmla="*/ 43 w 65"/>
                  <a:gd name="T5" fmla="*/ 95 h 451"/>
                  <a:gd name="T6" fmla="*/ 58 w 65"/>
                  <a:gd name="T7" fmla="*/ 161 h 451"/>
                  <a:gd name="T8" fmla="*/ 65 w 65"/>
                  <a:gd name="T9" fmla="*/ 233 h 451"/>
                  <a:gd name="T10" fmla="*/ 58 w 65"/>
                  <a:gd name="T11" fmla="*/ 284 h 451"/>
                  <a:gd name="T12" fmla="*/ 43 w 65"/>
                  <a:gd name="T13" fmla="*/ 335 h 451"/>
                  <a:gd name="T14" fmla="*/ 29 w 65"/>
                  <a:gd name="T15" fmla="*/ 393 h 451"/>
                  <a:gd name="T16" fmla="*/ 0 w 65"/>
                  <a:gd name="T17" fmla="*/ 451 h 451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65"/>
                  <a:gd name="T28" fmla="*/ 0 h 451"/>
                  <a:gd name="T29" fmla="*/ 65 w 65"/>
                  <a:gd name="T30" fmla="*/ 451 h 451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65" h="451">
                    <a:moveTo>
                      <a:pt x="0" y="0"/>
                    </a:moveTo>
                    <a:cubicBezTo>
                      <a:pt x="6" y="13"/>
                      <a:pt x="14" y="28"/>
                      <a:pt x="21" y="44"/>
                    </a:cubicBezTo>
                    <a:cubicBezTo>
                      <a:pt x="28" y="60"/>
                      <a:pt x="37" y="76"/>
                      <a:pt x="43" y="95"/>
                    </a:cubicBezTo>
                    <a:cubicBezTo>
                      <a:pt x="49" y="114"/>
                      <a:pt x="54" y="138"/>
                      <a:pt x="58" y="161"/>
                    </a:cubicBezTo>
                    <a:cubicBezTo>
                      <a:pt x="62" y="184"/>
                      <a:pt x="65" y="213"/>
                      <a:pt x="65" y="233"/>
                    </a:cubicBezTo>
                    <a:cubicBezTo>
                      <a:pt x="65" y="253"/>
                      <a:pt x="62" y="267"/>
                      <a:pt x="58" y="284"/>
                    </a:cubicBezTo>
                    <a:cubicBezTo>
                      <a:pt x="54" y="301"/>
                      <a:pt x="48" y="317"/>
                      <a:pt x="43" y="335"/>
                    </a:cubicBezTo>
                    <a:cubicBezTo>
                      <a:pt x="38" y="353"/>
                      <a:pt x="36" y="374"/>
                      <a:pt x="29" y="393"/>
                    </a:cubicBezTo>
                    <a:cubicBezTo>
                      <a:pt x="22" y="412"/>
                      <a:pt x="11" y="431"/>
                      <a:pt x="0" y="451"/>
                    </a:cubicBez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9" name="Freeform 155">
                <a:extLst>
                  <a:ext uri="{FF2B5EF4-FFF2-40B4-BE49-F238E27FC236}">
                    <a16:creationId xmlns:a16="http://schemas.microsoft.com/office/drawing/2014/main" id="{6D8F05B9-6EFB-5EFA-DA49-BFB2F42DC4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56" y="3042"/>
                <a:ext cx="392" cy="67"/>
              </a:xfrm>
              <a:custGeom>
                <a:avLst/>
                <a:gdLst>
                  <a:gd name="T0" fmla="*/ 0 w 392"/>
                  <a:gd name="T1" fmla="*/ 67 h 67"/>
                  <a:gd name="T2" fmla="*/ 43 w 392"/>
                  <a:gd name="T3" fmla="*/ 31 h 67"/>
                  <a:gd name="T4" fmla="*/ 101 w 392"/>
                  <a:gd name="T5" fmla="*/ 9 h 67"/>
                  <a:gd name="T6" fmla="*/ 160 w 392"/>
                  <a:gd name="T7" fmla="*/ 2 h 67"/>
                  <a:gd name="T8" fmla="*/ 225 w 392"/>
                  <a:gd name="T9" fmla="*/ 2 h 67"/>
                  <a:gd name="T10" fmla="*/ 283 w 392"/>
                  <a:gd name="T11" fmla="*/ 16 h 67"/>
                  <a:gd name="T12" fmla="*/ 341 w 392"/>
                  <a:gd name="T13" fmla="*/ 38 h 67"/>
                  <a:gd name="T14" fmla="*/ 392 w 392"/>
                  <a:gd name="T15" fmla="*/ 60 h 6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392"/>
                  <a:gd name="T25" fmla="*/ 0 h 67"/>
                  <a:gd name="T26" fmla="*/ 392 w 392"/>
                  <a:gd name="T27" fmla="*/ 67 h 67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392" h="67">
                    <a:moveTo>
                      <a:pt x="0" y="67"/>
                    </a:moveTo>
                    <a:cubicBezTo>
                      <a:pt x="7" y="62"/>
                      <a:pt x="26" y="41"/>
                      <a:pt x="43" y="31"/>
                    </a:cubicBezTo>
                    <a:cubicBezTo>
                      <a:pt x="60" y="21"/>
                      <a:pt x="82" y="14"/>
                      <a:pt x="101" y="9"/>
                    </a:cubicBezTo>
                    <a:cubicBezTo>
                      <a:pt x="120" y="4"/>
                      <a:pt x="139" y="3"/>
                      <a:pt x="160" y="2"/>
                    </a:cubicBezTo>
                    <a:cubicBezTo>
                      <a:pt x="181" y="1"/>
                      <a:pt x="205" y="0"/>
                      <a:pt x="225" y="2"/>
                    </a:cubicBezTo>
                    <a:cubicBezTo>
                      <a:pt x="245" y="4"/>
                      <a:pt x="264" y="10"/>
                      <a:pt x="283" y="16"/>
                    </a:cubicBezTo>
                    <a:cubicBezTo>
                      <a:pt x="302" y="22"/>
                      <a:pt x="323" y="31"/>
                      <a:pt x="341" y="38"/>
                    </a:cubicBezTo>
                    <a:cubicBezTo>
                      <a:pt x="359" y="45"/>
                      <a:pt x="381" y="56"/>
                      <a:pt x="392" y="60"/>
                    </a:cubicBez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40" name="Freeform 156">
                <a:extLst>
                  <a:ext uri="{FF2B5EF4-FFF2-40B4-BE49-F238E27FC236}">
                    <a16:creationId xmlns:a16="http://schemas.microsoft.com/office/drawing/2014/main" id="{FEFF6D52-6A54-F464-9D44-E9FE61D8F7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56" y="3546"/>
                <a:ext cx="385" cy="66"/>
              </a:xfrm>
              <a:custGeom>
                <a:avLst/>
                <a:gdLst>
                  <a:gd name="T0" fmla="*/ 0 w 385"/>
                  <a:gd name="T1" fmla="*/ 0 h 66"/>
                  <a:gd name="T2" fmla="*/ 51 w 385"/>
                  <a:gd name="T3" fmla="*/ 22 h 66"/>
                  <a:gd name="T4" fmla="*/ 94 w 385"/>
                  <a:gd name="T5" fmla="*/ 43 h 66"/>
                  <a:gd name="T6" fmla="*/ 138 w 385"/>
                  <a:gd name="T7" fmla="*/ 58 h 66"/>
                  <a:gd name="T8" fmla="*/ 211 w 385"/>
                  <a:gd name="T9" fmla="*/ 65 h 66"/>
                  <a:gd name="T10" fmla="*/ 278 w 385"/>
                  <a:gd name="T11" fmla="*/ 62 h 66"/>
                  <a:gd name="T12" fmla="*/ 336 w 385"/>
                  <a:gd name="T13" fmla="*/ 42 h 66"/>
                  <a:gd name="T14" fmla="*/ 385 w 385"/>
                  <a:gd name="T15" fmla="*/ 14 h 6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385"/>
                  <a:gd name="T25" fmla="*/ 0 h 66"/>
                  <a:gd name="T26" fmla="*/ 385 w 385"/>
                  <a:gd name="T27" fmla="*/ 66 h 6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385" h="66">
                    <a:moveTo>
                      <a:pt x="0" y="0"/>
                    </a:moveTo>
                    <a:cubicBezTo>
                      <a:pt x="17" y="7"/>
                      <a:pt x="35" y="15"/>
                      <a:pt x="51" y="22"/>
                    </a:cubicBezTo>
                    <a:cubicBezTo>
                      <a:pt x="67" y="29"/>
                      <a:pt x="80" y="37"/>
                      <a:pt x="94" y="43"/>
                    </a:cubicBezTo>
                    <a:cubicBezTo>
                      <a:pt x="108" y="49"/>
                      <a:pt x="119" y="54"/>
                      <a:pt x="138" y="58"/>
                    </a:cubicBezTo>
                    <a:cubicBezTo>
                      <a:pt x="157" y="62"/>
                      <a:pt x="188" y="64"/>
                      <a:pt x="211" y="65"/>
                    </a:cubicBezTo>
                    <a:cubicBezTo>
                      <a:pt x="234" y="66"/>
                      <a:pt x="257" y="66"/>
                      <a:pt x="278" y="62"/>
                    </a:cubicBezTo>
                    <a:cubicBezTo>
                      <a:pt x="299" y="58"/>
                      <a:pt x="318" y="50"/>
                      <a:pt x="336" y="42"/>
                    </a:cubicBezTo>
                    <a:cubicBezTo>
                      <a:pt x="354" y="34"/>
                      <a:pt x="375" y="20"/>
                      <a:pt x="385" y="14"/>
                    </a:cubicBez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41" name="Freeform 157">
                <a:extLst>
                  <a:ext uri="{FF2B5EF4-FFF2-40B4-BE49-F238E27FC236}">
                    <a16:creationId xmlns:a16="http://schemas.microsoft.com/office/drawing/2014/main" id="{9DABD36E-3094-2FCE-5FFB-EF9CB780A2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16" y="2549"/>
                <a:ext cx="859" cy="830"/>
              </a:xfrm>
              <a:custGeom>
                <a:avLst/>
                <a:gdLst>
                  <a:gd name="T0" fmla="*/ 0 w 859"/>
                  <a:gd name="T1" fmla="*/ 131 h 830"/>
                  <a:gd name="T2" fmla="*/ 43 w 859"/>
                  <a:gd name="T3" fmla="*/ 102 h 830"/>
                  <a:gd name="T4" fmla="*/ 87 w 859"/>
                  <a:gd name="T5" fmla="*/ 66 h 830"/>
                  <a:gd name="T6" fmla="*/ 145 w 859"/>
                  <a:gd name="T7" fmla="*/ 37 h 830"/>
                  <a:gd name="T8" fmla="*/ 196 w 859"/>
                  <a:gd name="T9" fmla="*/ 22 h 830"/>
                  <a:gd name="T10" fmla="*/ 269 w 859"/>
                  <a:gd name="T11" fmla="*/ 8 h 830"/>
                  <a:gd name="T12" fmla="*/ 341 w 859"/>
                  <a:gd name="T13" fmla="*/ 0 h 830"/>
                  <a:gd name="T14" fmla="*/ 414 w 859"/>
                  <a:gd name="T15" fmla="*/ 8 h 830"/>
                  <a:gd name="T16" fmla="*/ 480 w 859"/>
                  <a:gd name="T17" fmla="*/ 22 h 830"/>
                  <a:gd name="T18" fmla="*/ 545 w 859"/>
                  <a:gd name="T19" fmla="*/ 44 h 830"/>
                  <a:gd name="T20" fmla="*/ 603 w 859"/>
                  <a:gd name="T21" fmla="*/ 73 h 830"/>
                  <a:gd name="T22" fmla="*/ 654 w 859"/>
                  <a:gd name="T23" fmla="*/ 102 h 830"/>
                  <a:gd name="T24" fmla="*/ 720 w 859"/>
                  <a:gd name="T25" fmla="*/ 146 h 830"/>
                  <a:gd name="T26" fmla="*/ 763 w 859"/>
                  <a:gd name="T27" fmla="*/ 204 h 830"/>
                  <a:gd name="T28" fmla="*/ 792 w 859"/>
                  <a:gd name="T29" fmla="*/ 255 h 830"/>
                  <a:gd name="T30" fmla="*/ 829 w 859"/>
                  <a:gd name="T31" fmla="*/ 320 h 830"/>
                  <a:gd name="T32" fmla="*/ 843 w 859"/>
                  <a:gd name="T33" fmla="*/ 386 h 830"/>
                  <a:gd name="T34" fmla="*/ 858 w 859"/>
                  <a:gd name="T35" fmla="*/ 473 h 830"/>
                  <a:gd name="T36" fmla="*/ 850 w 859"/>
                  <a:gd name="T37" fmla="*/ 517 h 830"/>
                  <a:gd name="T38" fmla="*/ 836 w 859"/>
                  <a:gd name="T39" fmla="*/ 604 h 830"/>
                  <a:gd name="T40" fmla="*/ 814 w 859"/>
                  <a:gd name="T41" fmla="*/ 662 h 830"/>
                  <a:gd name="T42" fmla="*/ 785 w 859"/>
                  <a:gd name="T43" fmla="*/ 720 h 830"/>
                  <a:gd name="T44" fmla="*/ 741 w 859"/>
                  <a:gd name="T45" fmla="*/ 771 h 830"/>
                  <a:gd name="T46" fmla="*/ 691 w 859"/>
                  <a:gd name="T47" fmla="*/ 830 h 830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w 859"/>
                  <a:gd name="T73" fmla="*/ 0 h 830"/>
                  <a:gd name="T74" fmla="*/ 859 w 859"/>
                  <a:gd name="T75" fmla="*/ 830 h 830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T72" t="T73" r="T74" b="T75"/>
                <a:pathLst>
                  <a:path w="859" h="830">
                    <a:moveTo>
                      <a:pt x="0" y="131"/>
                    </a:moveTo>
                    <a:cubicBezTo>
                      <a:pt x="14" y="122"/>
                      <a:pt x="29" y="113"/>
                      <a:pt x="43" y="102"/>
                    </a:cubicBezTo>
                    <a:cubicBezTo>
                      <a:pt x="57" y="91"/>
                      <a:pt x="70" y="77"/>
                      <a:pt x="87" y="66"/>
                    </a:cubicBezTo>
                    <a:cubicBezTo>
                      <a:pt x="104" y="55"/>
                      <a:pt x="127" y="44"/>
                      <a:pt x="145" y="37"/>
                    </a:cubicBezTo>
                    <a:cubicBezTo>
                      <a:pt x="163" y="30"/>
                      <a:pt x="175" y="27"/>
                      <a:pt x="196" y="22"/>
                    </a:cubicBezTo>
                    <a:cubicBezTo>
                      <a:pt x="217" y="17"/>
                      <a:pt x="245" y="12"/>
                      <a:pt x="269" y="8"/>
                    </a:cubicBezTo>
                    <a:cubicBezTo>
                      <a:pt x="293" y="4"/>
                      <a:pt x="317" y="0"/>
                      <a:pt x="341" y="0"/>
                    </a:cubicBezTo>
                    <a:cubicBezTo>
                      <a:pt x="365" y="0"/>
                      <a:pt x="391" y="4"/>
                      <a:pt x="414" y="8"/>
                    </a:cubicBezTo>
                    <a:cubicBezTo>
                      <a:pt x="437" y="12"/>
                      <a:pt x="458" y="16"/>
                      <a:pt x="480" y="22"/>
                    </a:cubicBezTo>
                    <a:cubicBezTo>
                      <a:pt x="502" y="28"/>
                      <a:pt x="524" y="35"/>
                      <a:pt x="545" y="44"/>
                    </a:cubicBezTo>
                    <a:cubicBezTo>
                      <a:pt x="566" y="53"/>
                      <a:pt x="585" y="63"/>
                      <a:pt x="603" y="73"/>
                    </a:cubicBezTo>
                    <a:cubicBezTo>
                      <a:pt x="621" y="83"/>
                      <a:pt x="635" y="90"/>
                      <a:pt x="654" y="102"/>
                    </a:cubicBezTo>
                    <a:cubicBezTo>
                      <a:pt x="673" y="114"/>
                      <a:pt x="702" y="129"/>
                      <a:pt x="720" y="146"/>
                    </a:cubicBezTo>
                    <a:cubicBezTo>
                      <a:pt x="738" y="163"/>
                      <a:pt x="751" y="186"/>
                      <a:pt x="763" y="204"/>
                    </a:cubicBezTo>
                    <a:cubicBezTo>
                      <a:pt x="775" y="222"/>
                      <a:pt x="781" y="236"/>
                      <a:pt x="792" y="255"/>
                    </a:cubicBezTo>
                    <a:cubicBezTo>
                      <a:pt x="803" y="274"/>
                      <a:pt x="821" y="298"/>
                      <a:pt x="829" y="320"/>
                    </a:cubicBezTo>
                    <a:cubicBezTo>
                      <a:pt x="837" y="342"/>
                      <a:pt x="838" y="361"/>
                      <a:pt x="843" y="386"/>
                    </a:cubicBezTo>
                    <a:cubicBezTo>
                      <a:pt x="848" y="411"/>
                      <a:pt x="857" y="451"/>
                      <a:pt x="858" y="473"/>
                    </a:cubicBezTo>
                    <a:cubicBezTo>
                      <a:pt x="859" y="495"/>
                      <a:pt x="854" y="495"/>
                      <a:pt x="850" y="517"/>
                    </a:cubicBezTo>
                    <a:cubicBezTo>
                      <a:pt x="846" y="539"/>
                      <a:pt x="842" y="580"/>
                      <a:pt x="836" y="604"/>
                    </a:cubicBezTo>
                    <a:cubicBezTo>
                      <a:pt x="830" y="628"/>
                      <a:pt x="822" y="643"/>
                      <a:pt x="814" y="662"/>
                    </a:cubicBezTo>
                    <a:cubicBezTo>
                      <a:pt x="806" y="681"/>
                      <a:pt x="797" y="702"/>
                      <a:pt x="785" y="720"/>
                    </a:cubicBezTo>
                    <a:cubicBezTo>
                      <a:pt x="773" y="738"/>
                      <a:pt x="757" y="753"/>
                      <a:pt x="741" y="771"/>
                    </a:cubicBezTo>
                    <a:cubicBezTo>
                      <a:pt x="725" y="789"/>
                      <a:pt x="701" y="818"/>
                      <a:pt x="691" y="830"/>
                    </a:cubicBez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42" name="Freeform 158">
                <a:extLst>
                  <a:ext uri="{FF2B5EF4-FFF2-40B4-BE49-F238E27FC236}">
                    <a16:creationId xmlns:a16="http://schemas.microsoft.com/office/drawing/2014/main" id="{D9BD7195-60FD-EED1-5927-6BCE4A568F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10" y="2655"/>
                <a:ext cx="340" cy="338"/>
              </a:xfrm>
              <a:custGeom>
                <a:avLst/>
                <a:gdLst>
                  <a:gd name="T0" fmla="*/ 340 w 340"/>
                  <a:gd name="T1" fmla="*/ 0 h 338"/>
                  <a:gd name="T2" fmla="*/ 0 w 340"/>
                  <a:gd name="T3" fmla="*/ 338 h 338"/>
                  <a:gd name="T4" fmla="*/ 0 60000 65536"/>
                  <a:gd name="T5" fmla="*/ 0 60000 65536"/>
                  <a:gd name="T6" fmla="*/ 0 w 340"/>
                  <a:gd name="T7" fmla="*/ 0 h 338"/>
                  <a:gd name="T8" fmla="*/ 340 w 340"/>
                  <a:gd name="T9" fmla="*/ 338 h 338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340" h="338">
                    <a:moveTo>
                      <a:pt x="340" y="0"/>
                    </a:moveTo>
                    <a:lnTo>
                      <a:pt x="0" y="338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</p:grpSp>
      <p:grpSp>
        <p:nvGrpSpPr>
          <p:cNvPr id="143" name="Group 159">
            <a:extLst>
              <a:ext uri="{FF2B5EF4-FFF2-40B4-BE49-F238E27FC236}">
                <a16:creationId xmlns:a16="http://schemas.microsoft.com/office/drawing/2014/main" id="{E74982D6-B77E-4D27-0231-2D34AAECB488}"/>
              </a:ext>
            </a:extLst>
          </p:cNvPr>
          <p:cNvGrpSpPr>
            <a:grpSpLocks/>
          </p:cNvGrpSpPr>
          <p:nvPr/>
        </p:nvGrpSpPr>
        <p:grpSpPr bwMode="auto">
          <a:xfrm>
            <a:off x="4007768" y="3666349"/>
            <a:ext cx="7578725" cy="2389187"/>
            <a:chOff x="597" y="2414"/>
            <a:chExt cx="4774" cy="1505"/>
          </a:xfrm>
        </p:grpSpPr>
        <p:sp>
          <p:nvSpPr>
            <p:cNvPr id="144" name="Rectangle 160">
              <a:extLst>
                <a:ext uri="{FF2B5EF4-FFF2-40B4-BE49-F238E27FC236}">
                  <a16:creationId xmlns:a16="http://schemas.microsoft.com/office/drawing/2014/main" id="{F482AFA7-8104-D728-EDA3-3C291EF16A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7" y="2414"/>
              <a:ext cx="4774" cy="150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145" name="Group 161">
              <a:extLst>
                <a:ext uri="{FF2B5EF4-FFF2-40B4-BE49-F238E27FC236}">
                  <a16:creationId xmlns:a16="http://schemas.microsoft.com/office/drawing/2014/main" id="{17250346-9C68-FAB6-B7AD-49D19A3DF16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90" y="2538"/>
              <a:ext cx="2385" cy="1279"/>
              <a:chOff x="2490" y="2538"/>
              <a:chExt cx="2385" cy="1279"/>
            </a:xfrm>
          </p:grpSpPr>
          <p:sp>
            <p:nvSpPr>
              <p:cNvPr id="146" name="Freeform 162">
                <a:extLst>
                  <a:ext uri="{FF2B5EF4-FFF2-40B4-BE49-F238E27FC236}">
                    <a16:creationId xmlns:a16="http://schemas.microsoft.com/office/drawing/2014/main" id="{4BF0D81C-B6AE-CE9E-DD8F-141CCE02B3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11" y="2757"/>
                <a:ext cx="1330" cy="421"/>
              </a:xfrm>
              <a:custGeom>
                <a:avLst/>
                <a:gdLst>
                  <a:gd name="T0" fmla="*/ 0 w 1330"/>
                  <a:gd name="T1" fmla="*/ 7 h 421"/>
                  <a:gd name="T2" fmla="*/ 1330 w 1330"/>
                  <a:gd name="T3" fmla="*/ 0 h 421"/>
                  <a:gd name="T4" fmla="*/ 1105 w 1330"/>
                  <a:gd name="T5" fmla="*/ 225 h 421"/>
                  <a:gd name="T6" fmla="*/ 1069 w 1330"/>
                  <a:gd name="T7" fmla="*/ 261 h 421"/>
                  <a:gd name="T8" fmla="*/ 1018 w 1330"/>
                  <a:gd name="T9" fmla="*/ 341 h 421"/>
                  <a:gd name="T10" fmla="*/ 930 w 1330"/>
                  <a:gd name="T11" fmla="*/ 421 h 421"/>
                  <a:gd name="T12" fmla="*/ 923 w 1330"/>
                  <a:gd name="T13" fmla="*/ 130 h 421"/>
                  <a:gd name="T14" fmla="*/ 0 w 1330"/>
                  <a:gd name="T15" fmla="*/ 138 h 421"/>
                  <a:gd name="T16" fmla="*/ 0 w 1330"/>
                  <a:gd name="T17" fmla="*/ 7 h 421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330"/>
                  <a:gd name="T28" fmla="*/ 0 h 421"/>
                  <a:gd name="T29" fmla="*/ 1330 w 1330"/>
                  <a:gd name="T30" fmla="*/ 421 h 421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330" h="421">
                    <a:moveTo>
                      <a:pt x="0" y="7"/>
                    </a:moveTo>
                    <a:lnTo>
                      <a:pt x="1330" y="0"/>
                    </a:lnTo>
                    <a:lnTo>
                      <a:pt x="1105" y="225"/>
                    </a:lnTo>
                    <a:lnTo>
                      <a:pt x="1069" y="261"/>
                    </a:lnTo>
                    <a:lnTo>
                      <a:pt x="1018" y="341"/>
                    </a:lnTo>
                    <a:lnTo>
                      <a:pt x="930" y="421"/>
                    </a:lnTo>
                    <a:lnTo>
                      <a:pt x="923" y="130"/>
                    </a:lnTo>
                    <a:lnTo>
                      <a:pt x="0" y="138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3366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47" name="Line 163">
                <a:extLst>
                  <a:ext uri="{FF2B5EF4-FFF2-40B4-BE49-F238E27FC236}">
                    <a16:creationId xmlns:a16="http://schemas.microsoft.com/office/drawing/2014/main" id="{668D0814-DE8B-C43B-EEAA-F459B7E7C7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03" y="2760"/>
                <a:ext cx="0" cy="96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48" name="Freeform 164">
                <a:extLst>
                  <a:ext uri="{FF2B5EF4-FFF2-40B4-BE49-F238E27FC236}">
                    <a16:creationId xmlns:a16="http://schemas.microsoft.com/office/drawing/2014/main" id="{47AC5941-2437-D9C7-7061-FB43D0EF61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18" y="3578"/>
                <a:ext cx="1142" cy="146"/>
              </a:xfrm>
              <a:custGeom>
                <a:avLst/>
                <a:gdLst>
                  <a:gd name="T0" fmla="*/ 0 w 1142"/>
                  <a:gd name="T1" fmla="*/ 8 h 146"/>
                  <a:gd name="T2" fmla="*/ 0 w 1142"/>
                  <a:gd name="T3" fmla="*/ 146 h 146"/>
                  <a:gd name="T4" fmla="*/ 1142 w 1142"/>
                  <a:gd name="T5" fmla="*/ 146 h 146"/>
                  <a:gd name="T6" fmla="*/ 1098 w 1142"/>
                  <a:gd name="T7" fmla="*/ 110 h 146"/>
                  <a:gd name="T8" fmla="*/ 865 w 1142"/>
                  <a:gd name="T9" fmla="*/ 110 h 146"/>
                  <a:gd name="T10" fmla="*/ 843 w 1142"/>
                  <a:gd name="T11" fmla="*/ 66 h 146"/>
                  <a:gd name="T12" fmla="*/ 814 w 1142"/>
                  <a:gd name="T13" fmla="*/ 0 h 146"/>
                  <a:gd name="T14" fmla="*/ 0 w 1142"/>
                  <a:gd name="T15" fmla="*/ 8 h 14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142"/>
                  <a:gd name="T25" fmla="*/ 0 h 146"/>
                  <a:gd name="T26" fmla="*/ 1142 w 1142"/>
                  <a:gd name="T27" fmla="*/ 146 h 14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142" h="146">
                    <a:moveTo>
                      <a:pt x="0" y="8"/>
                    </a:moveTo>
                    <a:lnTo>
                      <a:pt x="0" y="146"/>
                    </a:lnTo>
                    <a:lnTo>
                      <a:pt x="1142" y="146"/>
                    </a:lnTo>
                    <a:lnTo>
                      <a:pt x="1098" y="110"/>
                    </a:lnTo>
                    <a:lnTo>
                      <a:pt x="865" y="110"/>
                    </a:lnTo>
                    <a:lnTo>
                      <a:pt x="843" y="66"/>
                    </a:lnTo>
                    <a:lnTo>
                      <a:pt x="814" y="0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3366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49" name="Freeform 165">
                <a:extLst>
                  <a:ext uri="{FF2B5EF4-FFF2-40B4-BE49-F238E27FC236}">
                    <a16:creationId xmlns:a16="http://schemas.microsoft.com/office/drawing/2014/main" id="{CC35AF74-B199-D0D3-8D78-0B52CFC8D8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54" y="2817"/>
                <a:ext cx="727" cy="900"/>
              </a:xfrm>
              <a:custGeom>
                <a:avLst/>
                <a:gdLst>
                  <a:gd name="T0" fmla="*/ 265 w 727"/>
                  <a:gd name="T1" fmla="*/ 0 h 900"/>
                  <a:gd name="T2" fmla="*/ 146 w 727"/>
                  <a:gd name="T3" fmla="*/ 92 h 900"/>
                  <a:gd name="T4" fmla="*/ 80 w 727"/>
                  <a:gd name="T5" fmla="*/ 158 h 900"/>
                  <a:gd name="T6" fmla="*/ 44 w 727"/>
                  <a:gd name="T7" fmla="*/ 221 h 900"/>
                  <a:gd name="T8" fmla="*/ 0 w 727"/>
                  <a:gd name="T9" fmla="*/ 383 h 900"/>
                  <a:gd name="T10" fmla="*/ 7 w 727"/>
                  <a:gd name="T11" fmla="*/ 492 h 900"/>
                  <a:gd name="T12" fmla="*/ 29 w 727"/>
                  <a:gd name="T13" fmla="*/ 609 h 900"/>
                  <a:gd name="T14" fmla="*/ 80 w 727"/>
                  <a:gd name="T15" fmla="*/ 667 h 900"/>
                  <a:gd name="T16" fmla="*/ 153 w 727"/>
                  <a:gd name="T17" fmla="*/ 740 h 900"/>
                  <a:gd name="T18" fmla="*/ 218 w 727"/>
                  <a:gd name="T19" fmla="*/ 805 h 900"/>
                  <a:gd name="T20" fmla="*/ 320 w 727"/>
                  <a:gd name="T21" fmla="*/ 849 h 900"/>
                  <a:gd name="T22" fmla="*/ 437 w 727"/>
                  <a:gd name="T23" fmla="*/ 885 h 900"/>
                  <a:gd name="T24" fmla="*/ 531 w 727"/>
                  <a:gd name="T25" fmla="*/ 900 h 900"/>
                  <a:gd name="T26" fmla="*/ 727 w 727"/>
                  <a:gd name="T27" fmla="*/ 704 h 900"/>
                  <a:gd name="T28" fmla="*/ 626 w 727"/>
                  <a:gd name="T29" fmla="*/ 689 h 900"/>
                  <a:gd name="T30" fmla="*/ 546 w 727"/>
                  <a:gd name="T31" fmla="*/ 667 h 900"/>
                  <a:gd name="T32" fmla="*/ 451 w 727"/>
                  <a:gd name="T33" fmla="*/ 638 h 900"/>
                  <a:gd name="T34" fmla="*/ 393 w 727"/>
                  <a:gd name="T35" fmla="*/ 587 h 900"/>
                  <a:gd name="T36" fmla="*/ 306 w 727"/>
                  <a:gd name="T37" fmla="*/ 521 h 900"/>
                  <a:gd name="T38" fmla="*/ 277 w 727"/>
                  <a:gd name="T39" fmla="*/ 471 h 900"/>
                  <a:gd name="T40" fmla="*/ 236 w 727"/>
                  <a:gd name="T41" fmla="*/ 385 h 900"/>
                  <a:gd name="T42" fmla="*/ 207 w 727"/>
                  <a:gd name="T43" fmla="*/ 312 h 900"/>
                  <a:gd name="T44" fmla="*/ 207 w 727"/>
                  <a:gd name="T45" fmla="*/ 211 h 900"/>
                  <a:gd name="T46" fmla="*/ 218 w 727"/>
                  <a:gd name="T47" fmla="*/ 107 h 900"/>
                  <a:gd name="T48" fmla="*/ 265 w 727"/>
                  <a:gd name="T49" fmla="*/ 0 h 900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727"/>
                  <a:gd name="T76" fmla="*/ 0 h 900"/>
                  <a:gd name="T77" fmla="*/ 727 w 727"/>
                  <a:gd name="T78" fmla="*/ 900 h 900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727" h="900">
                    <a:moveTo>
                      <a:pt x="265" y="0"/>
                    </a:moveTo>
                    <a:lnTo>
                      <a:pt x="146" y="92"/>
                    </a:lnTo>
                    <a:lnTo>
                      <a:pt x="80" y="158"/>
                    </a:lnTo>
                    <a:lnTo>
                      <a:pt x="44" y="221"/>
                    </a:lnTo>
                    <a:lnTo>
                      <a:pt x="0" y="383"/>
                    </a:lnTo>
                    <a:lnTo>
                      <a:pt x="7" y="492"/>
                    </a:lnTo>
                    <a:lnTo>
                      <a:pt x="29" y="609"/>
                    </a:lnTo>
                    <a:lnTo>
                      <a:pt x="80" y="667"/>
                    </a:lnTo>
                    <a:lnTo>
                      <a:pt x="153" y="740"/>
                    </a:lnTo>
                    <a:lnTo>
                      <a:pt x="218" y="805"/>
                    </a:lnTo>
                    <a:lnTo>
                      <a:pt x="320" y="849"/>
                    </a:lnTo>
                    <a:lnTo>
                      <a:pt x="437" y="885"/>
                    </a:lnTo>
                    <a:lnTo>
                      <a:pt x="531" y="900"/>
                    </a:lnTo>
                    <a:lnTo>
                      <a:pt x="727" y="704"/>
                    </a:lnTo>
                    <a:lnTo>
                      <a:pt x="626" y="689"/>
                    </a:lnTo>
                    <a:lnTo>
                      <a:pt x="546" y="667"/>
                    </a:lnTo>
                    <a:lnTo>
                      <a:pt x="451" y="638"/>
                    </a:lnTo>
                    <a:lnTo>
                      <a:pt x="393" y="587"/>
                    </a:lnTo>
                    <a:lnTo>
                      <a:pt x="306" y="521"/>
                    </a:lnTo>
                    <a:lnTo>
                      <a:pt x="277" y="471"/>
                    </a:lnTo>
                    <a:lnTo>
                      <a:pt x="236" y="385"/>
                    </a:lnTo>
                    <a:lnTo>
                      <a:pt x="207" y="312"/>
                    </a:lnTo>
                    <a:lnTo>
                      <a:pt x="207" y="211"/>
                    </a:lnTo>
                    <a:lnTo>
                      <a:pt x="218" y="107"/>
                    </a:lnTo>
                    <a:lnTo>
                      <a:pt x="265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182F76"/>
                  </a:gs>
                  <a:gs pos="100000">
                    <a:srgbClr val="3366FF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50" name="Line 166">
                <a:extLst>
                  <a:ext uri="{FF2B5EF4-FFF2-40B4-BE49-F238E27FC236}">
                    <a16:creationId xmlns:a16="http://schemas.microsoft.com/office/drawing/2014/main" id="{6387765E-2D93-90BC-7EAE-B9E4F93CEF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185" y="2569"/>
                <a:ext cx="204" cy="20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51" name="Freeform 167">
                <a:extLst>
                  <a:ext uri="{FF2B5EF4-FFF2-40B4-BE49-F238E27FC236}">
                    <a16:creationId xmlns:a16="http://schemas.microsoft.com/office/drawing/2014/main" id="{1FF95192-40D4-A7EA-5088-D8A13DC3F1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87" y="3527"/>
                <a:ext cx="194" cy="193"/>
              </a:xfrm>
              <a:custGeom>
                <a:avLst/>
                <a:gdLst>
                  <a:gd name="T0" fmla="*/ 194 w 194"/>
                  <a:gd name="T1" fmla="*/ 0 h 193"/>
                  <a:gd name="T2" fmla="*/ 0 w 194"/>
                  <a:gd name="T3" fmla="*/ 193 h 193"/>
                  <a:gd name="T4" fmla="*/ 0 60000 65536"/>
                  <a:gd name="T5" fmla="*/ 0 60000 65536"/>
                  <a:gd name="T6" fmla="*/ 0 w 194"/>
                  <a:gd name="T7" fmla="*/ 0 h 193"/>
                  <a:gd name="T8" fmla="*/ 194 w 194"/>
                  <a:gd name="T9" fmla="*/ 193 h 19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94" h="193">
                    <a:moveTo>
                      <a:pt x="194" y="0"/>
                    </a:moveTo>
                    <a:lnTo>
                      <a:pt x="0" y="193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52" name="Arc 168">
                <a:extLst>
                  <a:ext uri="{FF2B5EF4-FFF2-40B4-BE49-F238E27FC236}">
                    <a16:creationId xmlns:a16="http://schemas.microsoft.com/office/drawing/2014/main" id="{7D2A9A41-2645-9577-B195-A8F733ADA271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655" y="2758"/>
                <a:ext cx="547" cy="956"/>
              </a:xfrm>
              <a:custGeom>
                <a:avLst/>
                <a:gdLst>
                  <a:gd name="T0" fmla="*/ 0 w 21600"/>
                  <a:gd name="T1" fmla="*/ 0 h 43199"/>
                  <a:gd name="T2" fmla="*/ 0 w 21600"/>
                  <a:gd name="T3" fmla="*/ 0 h 43199"/>
                  <a:gd name="T4" fmla="*/ 0 w 21600"/>
                  <a:gd name="T5" fmla="*/ 0 h 43199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43199"/>
                  <a:gd name="T11" fmla="*/ 21600 w 21600"/>
                  <a:gd name="T12" fmla="*/ 43199 h 4319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43199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462"/>
                      <a:pt x="12033" y="43104"/>
                      <a:pt x="172" y="43199"/>
                    </a:cubicBezTo>
                  </a:path>
                  <a:path w="21600" h="43199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462"/>
                      <a:pt x="12033" y="43104"/>
                      <a:pt x="172" y="43199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53" name="Freeform 169">
                <a:extLst>
                  <a:ext uri="{FF2B5EF4-FFF2-40B4-BE49-F238E27FC236}">
                    <a16:creationId xmlns:a16="http://schemas.microsoft.com/office/drawing/2014/main" id="{55994CF0-1C96-F386-1366-9E023EBBF2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48" y="2824"/>
                <a:ext cx="540" cy="696"/>
              </a:xfrm>
              <a:custGeom>
                <a:avLst/>
                <a:gdLst>
                  <a:gd name="T0" fmla="*/ 86 w 540"/>
                  <a:gd name="T1" fmla="*/ 0 h 696"/>
                  <a:gd name="T2" fmla="*/ 13 w 540"/>
                  <a:gd name="T3" fmla="*/ 109 h 696"/>
                  <a:gd name="T4" fmla="*/ 6 w 540"/>
                  <a:gd name="T5" fmla="*/ 211 h 696"/>
                  <a:gd name="T6" fmla="*/ 24 w 540"/>
                  <a:gd name="T7" fmla="*/ 332 h 696"/>
                  <a:gd name="T8" fmla="*/ 53 w 540"/>
                  <a:gd name="T9" fmla="*/ 420 h 696"/>
                  <a:gd name="T10" fmla="*/ 97 w 540"/>
                  <a:gd name="T11" fmla="*/ 492 h 696"/>
                  <a:gd name="T12" fmla="*/ 148 w 540"/>
                  <a:gd name="T13" fmla="*/ 550 h 696"/>
                  <a:gd name="T14" fmla="*/ 206 w 540"/>
                  <a:gd name="T15" fmla="*/ 587 h 696"/>
                  <a:gd name="T16" fmla="*/ 264 w 540"/>
                  <a:gd name="T17" fmla="*/ 630 h 696"/>
                  <a:gd name="T18" fmla="*/ 344 w 540"/>
                  <a:gd name="T19" fmla="*/ 660 h 696"/>
                  <a:gd name="T20" fmla="*/ 446 w 540"/>
                  <a:gd name="T21" fmla="*/ 681 h 696"/>
                  <a:gd name="T22" fmla="*/ 540 w 540"/>
                  <a:gd name="T23" fmla="*/ 696 h 69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540"/>
                  <a:gd name="T37" fmla="*/ 0 h 696"/>
                  <a:gd name="T38" fmla="*/ 540 w 540"/>
                  <a:gd name="T39" fmla="*/ 696 h 69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540" h="696">
                    <a:moveTo>
                      <a:pt x="86" y="0"/>
                    </a:moveTo>
                    <a:cubicBezTo>
                      <a:pt x="75" y="19"/>
                      <a:pt x="26" y="74"/>
                      <a:pt x="13" y="109"/>
                    </a:cubicBezTo>
                    <a:cubicBezTo>
                      <a:pt x="0" y="144"/>
                      <a:pt x="4" y="174"/>
                      <a:pt x="6" y="211"/>
                    </a:cubicBezTo>
                    <a:cubicBezTo>
                      <a:pt x="8" y="248"/>
                      <a:pt x="16" y="297"/>
                      <a:pt x="24" y="332"/>
                    </a:cubicBezTo>
                    <a:cubicBezTo>
                      <a:pt x="32" y="367"/>
                      <a:pt x="41" y="393"/>
                      <a:pt x="53" y="420"/>
                    </a:cubicBezTo>
                    <a:cubicBezTo>
                      <a:pt x="65" y="447"/>
                      <a:pt x="81" y="470"/>
                      <a:pt x="97" y="492"/>
                    </a:cubicBezTo>
                    <a:cubicBezTo>
                      <a:pt x="113" y="514"/>
                      <a:pt x="130" y="534"/>
                      <a:pt x="148" y="550"/>
                    </a:cubicBezTo>
                    <a:cubicBezTo>
                      <a:pt x="166" y="566"/>
                      <a:pt x="187" y="574"/>
                      <a:pt x="206" y="587"/>
                    </a:cubicBezTo>
                    <a:cubicBezTo>
                      <a:pt x="225" y="600"/>
                      <a:pt x="241" y="618"/>
                      <a:pt x="264" y="630"/>
                    </a:cubicBezTo>
                    <a:cubicBezTo>
                      <a:pt x="287" y="642"/>
                      <a:pt x="314" y="652"/>
                      <a:pt x="344" y="660"/>
                    </a:cubicBezTo>
                    <a:cubicBezTo>
                      <a:pt x="374" y="668"/>
                      <a:pt x="413" y="675"/>
                      <a:pt x="446" y="681"/>
                    </a:cubicBezTo>
                    <a:cubicBezTo>
                      <a:pt x="479" y="687"/>
                      <a:pt x="524" y="694"/>
                      <a:pt x="540" y="696"/>
                    </a:cubicBez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154" name="Group 170">
                <a:extLst>
                  <a:ext uri="{FF2B5EF4-FFF2-40B4-BE49-F238E27FC236}">
                    <a16:creationId xmlns:a16="http://schemas.microsoft.com/office/drawing/2014/main" id="{AC4AB29C-FF63-1E55-07C2-2CFA3B86246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90" y="2882"/>
                <a:ext cx="1076" cy="711"/>
                <a:chOff x="1112" y="2271"/>
                <a:chExt cx="1076" cy="711"/>
              </a:xfrm>
            </p:grpSpPr>
            <p:sp>
              <p:nvSpPr>
                <p:cNvPr id="204" name="Freeform 171">
                  <a:extLst>
                    <a:ext uri="{FF2B5EF4-FFF2-40B4-BE49-F238E27FC236}">
                      <a16:creationId xmlns:a16="http://schemas.microsoft.com/office/drawing/2014/main" id="{9A62CC8F-80AD-DAD8-8DCB-92F26D5A98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235" y="2866"/>
                  <a:ext cx="946" cy="102"/>
                </a:xfrm>
                <a:custGeom>
                  <a:avLst/>
                  <a:gdLst>
                    <a:gd name="T0" fmla="*/ 102 w 946"/>
                    <a:gd name="T1" fmla="*/ 0 h 102"/>
                    <a:gd name="T2" fmla="*/ 0 w 946"/>
                    <a:gd name="T3" fmla="*/ 102 h 102"/>
                    <a:gd name="T4" fmla="*/ 946 w 946"/>
                    <a:gd name="T5" fmla="*/ 102 h 102"/>
                    <a:gd name="T6" fmla="*/ 946 w 946"/>
                    <a:gd name="T7" fmla="*/ 0 h 102"/>
                    <a:gd name="T8" fmla="*/ 102 w 946"/>
                    <a:gd name="T9" fmla="*/ 0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946"/>
                    <a:gd name="T16" fmla="*/ 0 h 102"/>
                    <a:gd name="T17" fmla="*/ 946 w 946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946" h="102">
                      <a:moveTo>
                        <a:pt x="102" y="0"/>
                      </a:moveTo>
                      <a:lnTo>
                        <a:pt x="0" y="102"/>
                      </a:lnTo>
                      <a:lnTo>
                        <a:pt x="946" y="102"/>
                      </a:lnTo>
                      <a:lnTo>
                        <a:pt x="946" y="0"/>
                      </a:lnTo>
                      <a:lnTo>
                        <a:pt x="102" y="0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05" name="Rectangle 172">
                  <a:extLst>
                    <a:ext uri="{FF2B5EF4-FFF2-40B4-BE49-F238E27FC236}">
                      <a16:creationId xmlns:a16="http://schemas.microsoft.com/office/drawing/2014/main" id="{74085F54-1507-FDB4-DA98-1FB70136D15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45" y="2277"/>
                  <a:ext cx="836" cy="582"/>
                </a:xfrm>
                <a:prstGeom prst="rect">
                  <a:avLst/>
                </a:prstGeom>
                <a:gradFill rotWithShape="0">
                  <a:gsLst>
                    <a:gs pos="0">
                      <a:srgbClr val="767600"/>
                    </a:gs>
                    <a:gs pos="100000">
                      <a:srgbClr val="FFFF00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206" name="Group 173">
                  <a:extLst>
                    <a:ext uri="{FF2B5EF4-FFF2-40B4-BE49-F238E27FC236}">
                      <a16:creationId xmlns:a16="http://schemas.microsoft.com/office/drawing/2014/main" id="{D1664A31-F370-7A72-3AA7-49BAA65FACD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112" y="2271"/>
                  <a:ext cx="1076" cy="711"/>
                  <a:chOff x="1112" y="2271"/>
                  <a:chExt cx="1076" cy="711"/>
                </a:xfrm>
              </p:grpSpPr>
              <p:sp>
                <p:nvSpPr>
                  <p:cNvPr id="208" name="Line 174">
                    <a:extLst>
                      <a:ext uri="{FF2B5EF4-FFF2-40B4-BE49-F238E27FC236}">
                        <a16:creationId xmlns:a16="http://schemas.microsoft.com/office/drawing/2014/main" id="{3C85C4D1-9EF0-ADDB-2331-69C66B11E0C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242" y="2969"/>
                    <a:ext cx="939" cy="0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09" name="Line 175">
                    <a:extLst>
                      <a:ext uri="{FF2B5EF4-FFF2-40B4-BE49-F238E27FC236}">
                        <a16:creationId xmlns:a16="http://schemas.microsoft.com/office/drawing/2014/main" id="{09949DD9-80CC-2D1E-97F7-B2FB355E0D9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181" y="2271"/>
                    <a:ext cx="0" cy="711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10" name="Line 176">
                    <a:extLst>
                      <a:ext uri="{FF2B5EF4-FFF2-40B4-BE49-F238E27FC236}">
                        <a16:creationId xmlns:a16="http://schemas.microsoft.com/office/drawing/2014/main" id="{8AFE559B-C73B-E9B2-9A9A-01F59EF00D7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345" y="2867"/>
                    <a:ext cx="843" cy="0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11" name="Freeform 177">
                    <a:extLst>
                      <a:ext uri="{FF2B5EF4-FFF2-40B4-BE49-F238E27FC236}">
                        <a16:creationId xmlns:a16="http://schemas.microsoft.com/office/drawing/2014/main" id="{5A81629D-46A8-98EB-8145-13E96EC3A8F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112" y="2285"/>
                    <a:ext cx="218" cy="683"/>
                  </a:xfrm>
                  <a:custGeom>
                    <a:avLst/>
                    <a:gdLst>
                      <a:gd name="T0" fmla="*/ 65 w 218"/>
                      <a:gd name="T1" fmla="*/ 0 h 683"/>
                      <a:gd name="T2" fmla="*/ 218 w 218"/>
                      <a:gd name="T3" fmla="*/ 0 h 683"/>
                      <a:gd name="T4" fmla="*/ 218 w 218"/>
                      <a:gd name="T5" fmla="*/ 574 h 683"/>
                      <a:gd name="T6" fmla="*/ 109 w 218"/>
                      <a:gd name="T7" fmla="*/ 683 h 683"/>
                      <a:gd name="T8" fmla="*/ 0 w 218"/>
                      <a:gd name="T9" fmla="*/ 683 h 683"/>
                      <a:gd name="T10" fmla="*/ 0 w 218"/>
                      <a:gd name="T11" fmla="*/ 0 h 683"/>
                      <a:gd name="T12" fmla="*/ 109 w 218"/>
                      <a:gd name="T13" fmla="*/ 0 h 683"/>
                      <a:gd name="T14" fmla="*/ 65 w 218"/>
                      <a:gd name="T15" fmla="*/ 0 h 683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218"/>
                      <a:gd name="T25" fmla="*/ 0 h 683"/>
                      <a:gd name="T26" fmla="*/ 218 w 218"/>
                      <a:gd name="T27" fmla="*/ 683 h 683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218" h="683">
                        <a:moveTo>
                          <a:pt x="65" y="0"/>
                        </a:moveTo>
                        <a:lnTo>
                          <a:pt x="218" y="0"/>
                        </a:lnTo>
                        <a:lnTo>
                          <a:pt x="218" y="574"/>
                        </a:lnTo>
                        <a:lnTo>
                          <a:pt x="109" y="683"/>
                        </a:lnTo>
                        <a:lnTo>
                          <a:pt x="0" y="683"/>
                        </a:lnTo>
                        <a:lnTo>
                          <a:pt x="0" y="0"/>
                        </a:lnTo>
                        <a:lnTo>
                          <a:pt x="109" y="0"/>
                        </a:lnTo>
                        <a:lnTo>
                          <a:pt x="65" y="0"/>
                        </a:lnTo>
                        <a:close/>
                      </a:path>
                    </a:pathLst>
                  </a:custGeom>
                  <a:solidFill>
                    <a:schemeClr val="bg1"/>
                  </a:solidFill>
                  <a:ln w="12700">
                    <a:noFill/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12" name="Line 178">
                    <a:extLst>
                      <a:ext uri="{FF2B5EF4-FFF2-40B4-BE49-F238E27FC236}">
                        <a16:creationId xmlns:a16="http://schemas.microsoft.com/office/drawing/2014/main" id="{329C5F8B-71BD-9BD7-FE1F-D22F8B9ACAB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337" y="2278"/>
                    <a:ext cx="0" cy="589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13" name="Line 179">
                    <a:extLst>
                      <a:ext uri="{FF2B5EF4-FFF2-40B4-BE49-F238E27FC236}">
                        <a16:creationId xmlns:a16="http://schemas.microsoft.com/office/drawing/2014/main" id="{C779E469-2AAC-2089-9346-8FEF991864F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220" y="2279"/>
                    <a:ext cx="961" cy="0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</a:endParaRPr>
                  </a:p>
                </p:txBody>
              </p:sp>
            </p:grpSp>
            <p:sp>
              <p:nvSpPr>
                <p:cNvPr id="207" name="Freeform 180">
                  <a:extLst>
                    <a:ext uri="{FF2B5EF4-FFF2-40B4-BE49-F238E27FC236}">
                      <a16:creationId xmlns:a16="http://schemas.microsoft.com/office/drawing/2014/main" id="{12999018-AECA-27AF-ABB1-6C802FAB4EE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235" y="2859"/>
                  <a:ext cx="117" cy="118"/>
                </a:xfrm>
                <a:custGeom>
                  <a:avLst/>
                  <a:gdLst>
                    <a:gd name="T0" fmla="*/ 0 w 117"/>
                    <a:gd name="T1" fmla="*/ 118 h 118"/>
                    <a:gd name="T2" fmla="*/ 117 w 117"/>
                    <a:gd name="T3" fmla="*/ 0 h 118"/>
                    <a:gd name="T4" fmla="*/ 0 60000 65536"/>
                    <a:gd name="T5" fmla="*/ 0 60000 65536"/>
                    <a:gd name="T6" fmla="*/ 0 w 117"/>
                    <a:gd name="T7" fmla="*/ 0 h 118"/>
                    <a:gd name="T8" fmla="*/ 117 w 117"/>
                    <a:gd name="T9" fmla="*/ 118 h 118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117" h="118">
                      <a:moveTo>
                        <a:pt x="0" y="118"/>
                      </a:moveTo>
                      <a:lnTo>
                        <a:pt x="117" y="0"/>
                      </a:lnTo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55" name="Group 181">
                <a:extLst>
                  <a:ext uri="{FF2B5EF4-FFF2-40B4-BE49-F238E27FC236}">
                    <a16:creationId xmlns:a16="http://schemas.microsoft.com/office/drawing/2014/main" id="{72A49F52-81CC-E20E-2F1C-791C1672E83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60" y="3002"/>
                <a:ext cx="772" cy="322"/>
                <a:chOff x="1437" y="3053"/>
                <a:chExt cx="772" cy="322"/>
              </a:xfrm>
            </p:grpSpPr>
            <p:grpSp>
              <p:nvGrpSpPr>
                <p:cNvPr id="192" name="Group 182">
                  <a:extLst>
                    <a:ext uri="{FF2B5EF4-FFF2-40B4-BE49-F238E27FC236}">
                      <a16:creationId xmlns:a16="http://schemas.microsoft.com/office/drawing/2014/main" id="{DCBDCFA0-65E5-A7DA-C9EC-24A3A52CDB8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437" y="3053"/>
                  <a:ext cx="364" cy="322"/>
                  <a:chOff x="2916" y="2422"/>
                  <a:chExt cx="364" cy="322"/>
                </a:xfrm>
              </p:grpSpPr>
              <p:sp>
                <p:nvSpPr>
                  <p:cNvPr id="199" name="Freeform 183">
                    <a:extLst>
                      <a:ext uri="{FF2B5EF4-FFF2-40B4-BE49-F238E27FC236}">
                        <a16:creationId xmlns:a16="http://schemas.microsoft.com/office/drawing/2014/main" id="{C0DEED0A-67D9-DBA4-6FF7-E1A0FA2F516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32" y="2422"/>
                    <a:ext cx="248" cy="225"/>
                  </a:xfrm>
                  <a:custGeom>
                    <a:avLst/>
                    <a:gdLst>
                      <a:gd name="T0" fmla="*/ 0 w 248"/>
                      <a:gd name="T1" fmla="*/ 22 h 225"/>
                      <a:gd name="T2" fmla="*/ 8 w 248"/>
                      <a:gd name="T3" fmla="*/ 95 h 225"/>
                      <a:gd name="T4" fmla="*/ 37 w 248"/>
                      <a:gd name="T5" fmla="*/ 138 h 225"/>
                      <a:gd name="T6" fmla="*/ 59 w 248"/>
                      <a:gd name="T7" fmla="*/ 182 h 225"/>
                      <a:gd name="T8" fmla="*/ 102 w 248"/>
                      <a:gd name="T9" fmla="*/ 211 h 225"/>
                      <a:gd name="T10" fmla="*/ 168 w 248"/>
                      <a:gd name="T11" fmla="*/ 218 h 225"/>
                      <a:gd name="T12" fmla="*/ 226 w 248"/>
                      <a:gd name="T13" fmla="*/ 225 h 225"/>
                      <a:gd name="T14" fmla="*/ 248 w 248"/>
                      <a:gd name="T15" fmla="*/ 175 h 225"/>
                      <a:gd name="T16" fmla="*/ 226 w 248"/>
                      <a:gd name="T17" fmla="*/ 87 h 225"/>
                      <a:gd name="T18" fmla="*/ 168 w 248"/>
                      <a:gd name="T19" fmla="*/ 29 h 225"/>
                      <a:gd name="T20" fmla="*/ 109 w 248"/>
                      <a:gd name="T21" fmla="*/ 7 h 225"/>
                      <a:gd name="T22" fmla="*/ 66 w 248"/>
                      <a:gd name="T23" fmla="*/ 0 h 225"/>
                      <a:gd name="T24" fmla="*/ 0 w 248"/>
                      <a:gd name="T25" fmla="*/ 22 h 225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w 248"/>
                      <a:gd name="T40" fmla="*/ 0 h 225"/>
                      <a:gd name="T41" fmla="*/ 248 w 248"/>
                      <a:gd name="T42" fmla="*/ 225 h 225"/>
                    </a:gdLst>
                    <a:ahLst/>
                    <a:cxnLst>
                      <a:cxn ang="T26">
                        <a:pos x="T0" y="T1"/>
                      </a:cxn>
                      <a:cxn ang="T27">
                        <a:pos x="T2" y="T3"/>
                      </a:cxn>
                      <a:cxn ang="T28">
                        <a:pos x="T4" y="T5"/>
                      </a:cxn>
                      <a:cxn ang="T29">
                        <a:pos x="T6" y="T7"/>
                      </a:cxn>
                      <a:cxn ang="T30">
                        <a:pos x="T8" y="T9"/>
                      </a:cxn>
                      <a:cxn ang="T31">
                        <a:pos x="T10" y="T11"/>
                      </a:cxn>
                      <a:cxn ang="T32">
                        <a:pos x="T12" y="T13"/>
                      </a:cxn>
                      <a:cxn ang="T33">
                        <a:pos x="T14" y="T15"/>
                      </a:cxn>
                      <a:cxn ang="T34">
                        <a:pos x="T16" y="T17"/>
                      </a:cxn>
                      <a:cxn ang="T35">
                        <a:pos x="T18" y="T19"/>
                      </a:cxn>
                      <a:cxn ang="T36">
                        <a:pos x="T20" y="T21"/>
                      </a:cxn>
                      <a:cxn ang="T37">
                        <a:pos x="T22" y="T23"/>
                      </a:cxn>
                      <a:cxn ang="T38">
                        <a:pos x="T24" y="T25"/>
                      </a:cxn>
                    </a:cxnLst>
                    <a:rect l="T39" t="T40" r="T41" b="T42"/>
                    <a:pathLst>
                      <a:path w="248" h="225">
                        <a:moveTo>
                          <a:pt x="0" y="22"/>
                        </a:moveTo>
                        <a:lnTo>
                          <a:pt x="8" y="95"/>
                        </a:lnTo>
                        <a:lnTo>
                          <a:pt x="37" y="138"/>
                        </a:lnTo>
                        <a:lnTo>
                          <a:pt x="59" y="182"/>
                        </a:lnTo>
                        <a:lnTo>
                          <a:pt x="102" y="211"/>
                        </a:lnTo>
                        <a:lnTo>
                          <a:pt x="168" y="218"/>
                        </a:lnTo>
                        <a:lnTo>
                          <a:pt x="226" y="225"/>
                        </a:lnTo>
                        <a:lnTo>
                          <a:pt x="248" y="175"/>
                        </a:lnTo>
                        <a:lnTo>
                          <a:pt x="226" y="87"/>
                        </a:lnTo>
                        <a:lnTo>
                          <a:pt x="168" y="29"/>
                        </a:lnTo>
                        <a:lnTo>
                          <a:pt x="109" y="7"/>
                        </a:lnTo>
                        <a:lnTo>
                          <a:pt x="66" y="0"/>
                        </a:lnTo>
                        <a:lnTo>
                          <a:pt x="0" y="22"/>
                        </a:lnTo>
                        <a:close/>
                      </a:path>
                    </a:pathLst>
                  </a:custGeom>
                  <a:solidFill>
                    <a:schemeClr val="bg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00" name="Freeform 184">
                    <a:extLst>
                      <a:ext uri="{FF2B5EF4-FFF2-40B4-BE49-F238E27FC236}">
                        <a16:creationId xmlns:a16="http://schemas.microsoft.com/office/drawing/2014/main" id="{5179F62F-1443-F7B8-F16E-06A76B813F6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916" y="2437"/>
                    <a:ext cx="349" cy="305"/>
                  </a:xfrm>
                  <a:custGeom>
                    <a:avLst/>
                    <a:gdLst>
                      <a:gd name="T0" fmla="*/ 116 w 349"/>
                      <a:gd name="T1" fmla="*/ 0 h 305"/>
                      <a:gd name="T2" fmla="*/ 44 w 349"/>
                      <a:gd name="T3" fmla="*/ 36 h 305"/>
                      <a:gd name="T4" fmla="*/ 15 w 349"/>
                      <a:gd name="T5" fmla="*/ 102 h 305"/>
                      <a:gd name="T6" fmla="*/ 0 w 349"/>
                      <a:gd name="T7" fmla="*/ 167 h 305"/>
                      <a:gd name="T8" fmla="*/ 22 w 349"/>
                      <a:gd name="T9" fmla="*/ 233 h 305"/>
                      <a:gd name="T10" fmla="*/ 58 w 349"/>
                      <a:gd name="T11" fmla="*/ 276 h 305"/>
                      <a:gd name="T12" fmla="*/ 116 w 349"/>
                      <a:gd name="T13" fmla="*/ 298 h 305"/>
                      <a:gd name="T14" fmla="*/ 204 w 349"/>
                      <a:gd name="T15" fmla="*/ 305 h 305"/>
                      <a:gd name="T16" fmla="*/ 284 w 349"/>
                      <a:gd name="T17" fmla="*/ 291 h 305"/>
                      <a:gd name="T18" fmla="*/ 327 w 349"/>
                      <a:gd name="T19" fmla="*/ 254 h 305"/>
                      <a:gd name="T20" fmla="*/ 349 w 349"/>
                      <a:gd name="T21" fmla="*/ 211 h 305"/>
                      <a:gd name="T22" fmla="*/ 291 w 349"/>
                      <a:gd name="T23" fmla="*/ 211 h 305"/>
                      <a:gd name="T24" fmla="*/ 211 w 349"/>
                      <a:gd name="T25" fmla="*/ 196 h 305"/>
                      <a:gd name="T26" fmla="*/ 153 w 349"/>
                      <a:gd name="T27" fmla="*/ 131 h 305"/>
                      <a:gd name="T28" fmla="*/ 131 w 349"/>
                      <a:gd name="T29" fmla="*/ 80 h 305"/>
                      <a:gd name="T30" fmla="*/ 116 w 349"/>
                      <a:gd name="T31" fmla="*/ 0 h 305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w 349"/>
                      <a:gd name="T49" fmla="*/ 0 h 305"/>
                      <a:gd name="T50" fmla="*/ 349 w 349"/>
                      <a:gd name="T51" fmla="*/ 305 h 305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T48" t="T49" r="T50" b="T51"/>
                    <a:pathLst>
                      <a:path w="349" h="305">
                        <a:moveTo>
                          <a:pt x="116" y="0"/>
                        </a:moveTo>
                        <a:lnTo>
                          <a:pt x="44" y="36"/>
                        </a:lnTo>
                        <a:lnTo>
                          <a:pt x="15" y="102"/>
                        </a:lnTo>
                        <a:lnTo>
                          <a:pt x="0" y="167"/>
                        </a:lnTo>
                        <a:lnTo>
                          <a:pt x="22" y="233"/>
                        </a:lnTo>
                        <a:lnTo>
                          <a:pt x="58" y="276"/>
                        </a:lnTo>
                        <a:lnTo>
                          <a:pt x="116" y="298"/>
                        </a:lnTo>
                        <a:lnTo>
                          <a:pt x="204" y="305"/>
                        </a:lnTo>
                        <a:lnTo>
                          <a:pt x="284" y="291"/>
                        </a:lnTo>
                        <a:lnTo>
                          <a:pt x="327" y="254"/>
                        </a:lnTo>
                        <a:lnTo>
                          <a:pt x="349" y="211"/>
                        </a:lnTo>
                        <a:lnTo>
                          <a:pt x="291" y="211"/>
                        </a:lnTo>
                        <a:lnTo>
                          <a:pt x="211" y="196"/>
                        </a:lnTo>
                        <a:lnTo>
                          <a:pt x="153" y="131"/>
                        </a:lnTo>
                        <a:lnTo>
                          <a:pt x="131" y="80"/>
                        </a:lnTo>
                        <a:lnTo>
                          <a:pt x="116" y="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764700"/>
                      </a:gs>
                      <a:gs pos="50000">
                        <a:srgbClr val="FF9900"/>
                      </a:gs>
                      <a:gs pos="100000">
                        <a:srgbClr val="764700"/>
                      </a:gs>
                    </a:gsLst>
                    <a:lin ang="27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</a:endParaRPr>
                  </a:p>
                </p:txBody>
              </p:sp>
              <p:grpSp>
                <p:nvGrpSpPr>
                  <p:cNvPr id="201" name="Group 185">
                    <a:extLst>
                      <a:ext uri="{FF2B5EF4-FFF2-40B4-BE49-F238E27FC236}">
                        <a16:creationId xmlns:a16="http://schemas.microsoft.com/office/drawing/2014/main" id="{5233B3BD-6ADA-4414-611A-72024CD82F46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923" y="2422"/>
                    <a:ext cx="350" cy="322"/>
                    <a:chOff x="1425" y="2378"/>
                    <a:chExt cx="350" cy="322"/>
                  </a:xfrm>
                </p:grpSpPr>
                <p:sp>
                  <p:nvSpPr>
                    <p:cNvPr id="202" name="Oval 186">
                      <a:extLst>
                        <a:ext uri="{FF2B5EF4-FFF2-40B4-BE49-F238E27FC236}">
                          <a16:creationId xmlns:a16="http://schemas.microsoft.com/office/drawing/2014/main" id="{3397D286-0F78-5175-CB48-5ECBB09A5C94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425" y="2378"/>
                      <a:ext cx="350" cy="322"/>
                    </a:xfrm>
                    <a:prstGeom prst="ellipse">
                      <a:avLst/>
                    </a:prstGeom>
                    <a:noFill/>
                    <a:ln w="38100">
                      <a:solidFill>
                        <a:srgbClr val="333399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zh-CN" altLang="en-US" sz="24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203" name="Freeform 187">
                      <a:extLst>
                        <a:ext uri="{FF2B5EF4-FFF2-40B4-BE49-F238E27FC236}">
                          <a16:creationId xmlns:a16="http://schemas.microsoft.com/office/drawing/2014/main" id="{3A97D0B3-BC8D-D31A-C718-067718DF34B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542" y="2386"/>
                      <a:ext cx="218" cy="218"/>
                    </a:xfrm>
                    <a:custGeom>
                      <a:avLst/>
                      <a:gdLst>
                        <a:gd name="T0" fmla="*/ 0 w 218"/>
                        <a:gd name="T1" fmla="*/ 0 h 218"/>
                        <a:gd name="T2" fmla="*/ 7 w 218"/>
                        <a:gd name="T3" fmla="*/ 65 h 218"/>
                        <a:gd name="T4" fmla="*/ 29 w 218"/>
                        <a:gd name="T5" fmla="*/ 131 h 218"/>
                        <a:gd name="T6" fmla="*/ 65 w 218"/>
                        <a:gd name="T7" fmla="*/ 181 h 218"/>
                        <a:gd name="T8" fmla="*/ 138 w 218"/>
                        <a:gd name="T9" fmla="*/ 211 h 218"/>
                        <a:gd name="T10" fmla="*/ 218 w 218"/>
                        <a:gd name="T11" fmla="*/ 218 h 218"/>
                        <a:gd name="T12" fmla="*/ 0 60000 65536"/>
                        <a:gd name="T13" fmla="*/ 0 60000 65536"/>
                        <a:gd name="T14" fmla="*/ 0 60000 65536"/>
                        <a:gd name="T15" fmla="*/ 0 60000 65536"/>
                        <a:gd name="T16" fmla="*/ 0 60000 65536"/>
                        <a:gd name="T17" fmla="*/ 0 60000 65536"/>
                        <a:gd name="T18" fmla="*/ 0 w 218"/>
                        <a:gd name="T19" fmla="*/ 0 h 218"/>
                        <a:gd name="T20" fmla="*/ 218 w 218"/>
                        <a:gd name="T21" fmla="*/ 218 h 218"/>
                      </a:gdLst>
                      <a:ahLst/>
                      <a:cxnLst>
                        <a:cxn ang="T12">
                          <a:pos x="T0" y="T1"/>
                        </a:cxn>
                        <a:cxn ang="T13">
                          <a:pos x="T2" y="T3"/>
                        </a:cxn>
                        <a:cxn ang="T14">
                          <a:pos x="T4" y="T5"/>
                        </a:cxn>
                        <a:cxn ang="T15">
                          <a:pos x="T6" y="T7"/>
                        </a:cxn>
                        <a:cxn ang="T16">
                          <a:pos x="T8" y="T9"/>
                        </a:cxn>
                        <a:cxn ang="T17">
                          <a:pos x="T10" y="T11"/>
                        </a:cxn>
                      </a:cxnLst>
                      <a:rect l="T18" t="T19" r="T20" b="T21"/>
                      <a:pathLst>
                        <a:path w="218" h="218">
                          <a:moveTo>
                            <a:pt x="0" y="0"/>
                          </a:moveTo>
                          <a:cubicBezTo>
                            <a:pt x="1" y="11"/>
                            <a:pt x="2" y="43"/>
                            <a:pt x="7" y="65"/>
                          </a:cubicBezTo>
                          <a:cubicBezTo>
                            <a:pt x="12" y="87"/>
                            <a:pt x="19" y="112"/>
                            <a:pt x="29" y="131"/>
                          </a:cubicBezTo>
                          <a:cubicBezTo>
                            <a:pt x="39" y="150"/>
                            <a:pt x="47" y="168"/>
                            <a:pt x="65" y="181"/>
                          </a:cubicBezTo>
                          <a:cubicBezTo>
                            <a:pt x="83" y="194"/>
                            <a:pt x="113" y="205"/>
                            <a:pt x="138" y="211"/>
                          </a:cubicBezTo>
                          <a:cubicBezTo>
                            <a:pt x="163" y="217"/>
                            <a:pt x="201" y="217"/>
                            <a:pt x="218" y="218"/>
                          </a:cubicBezTo>
                        </a:path>
                      </a:pathLst>
                    </a:custGeom>
                    <a:noFill/>
                    <a:ln w="38100">
                      <a:solidFill>
                        <a:srgbClr val="333399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zh-CN" altLang="en-US" sz="24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p:txBody>
                </p:sp>
              </p:grpSp>
            </p:grpSp>
            <p:grpSp>
              <p:nvGrpSpPr>
                <p:cNvPr id="193" name="Group 188">
                  <a:extLst>
                    <a:ext uri="{FF2B5EF4-FFF2-40B4-BE49-F238E27FC236}">
                      <a16:creationId xmlns:a16="http://schemas.microsoft.com/office/drawing/2014/main" id="{F24B485A-9C76-3109-DD73-00BAD993FA8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845" y="3053"/>
                  <a:ext cx="364" cy="322"/>
                  <a:chOff x="2916" y="2422"/>
                  <a:chExt cx="364" cy="322"/>
                </a:xfrm>
              </p:grpSpPr>
              <p:sp>
                <p:nvSpPr>
                  <p:cNvPr id="194" name="Freeform 189">
                    <a:extLst>
                      <a:ext uri="{FF2B5EF4-FFF2-40B4-BE49-F238E27FC236}">
                        <a16:creationId xmlns:a16="http://schemas.microsoft.com/office/drawing/2014/main" id="{B0EDE188-5C84-73E0-A24F-95F17817DBA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32" y="2422"/>
                    <a:ext cx="248" cy="225"/>
                  </a:xfrm>
                  <a:custGeom>
                    <a:avLst/>
                    <a:gdLst>
                      <a:gd name="T0" fmla="*/ 0 w 248"/>
                      <a:gd name="T1" fmla="*/ 22 h 225"/>
                      <a:gd name="T2" fmla="*/ 8 w 248"/>
                      <a:gd name="T3" fmla="*/ 95 h 225"/>
                      <a:gd name="T4" fmla="*/ 37 w 248"/>
                      <a:gd name="T5" fmla="*/ 138 h 225"/>
                      <a:gd name="T6" fmla="*/ 59 w 248"/>
                      <a:gd name="T7" fmla="*/ 182 h 225"/>
                      <a:gd name="T8" fmla="*/ 102 w 248"/>
                      <a:gd name="T9" fmla="*/ 211 h 225"/>
                      <a:gd name="T10" fmla="*/ 168 w 248"/>
                      <a:gd name="T11" fmla="*/ 218 h 225"/>
                      <a:gd name="T12" fmla="*/ 226 w 248"/>
                      <a:gd name="T13" fmla="*/ 225 h 225"/>
                      <a:gd name="T14" fmla="*/ 248 w 248"/>
                      <a:gd name="T15" fmla="*/ 175 h 225"/>
                      <a:gd name="T16" fmla="*/ 226 w 248"/>
                      <a:gd name="T17" fmla="*/ 87 h 225"/>
                      <a:gd name="T18" fmla="*/ 168 w 248"/>
                      <a:gd name="T19" fmla="*/ 29 h 225"/>
                      <a:gd name="T20" fmla="*/ 109 w 248"/>
                      <a:gd name="T21" fmla="*/ 7 h 225"/>
                      <a:gd name="T22" fmla="*/ 66 w 248"/>
                      <a:gd name="T23" fmla="*/ 0 h 225"/>
                      <a:gd name="T24" fmla="*/ 0 w 248"/>
                      <a:gd name="T25" fmla="*/ 22 h 225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w 248"/>
                      <a:gd name="T40" fmla="*/ 0 h 225"/>
                      <a:gd name="T41" fmla="*/ 248 w 248"/>
                      <a:gd name="T42" fmla="*/ 225 h 225"/>
                    </a:gdLst>
                    <a:ahLst/>
                    <a:cxnLst>
                      <a:cxn ang="T26">
                        <a:pos x="T0" y="T1"/>
                      </a:cxn>
                      <a:cxn ang="T27">
                        <a:pos x="T2" y="T3"/>
                      </a:cxn>
                      <a:cxn ang="T28">
                        <a:pos x="T4" y="T5"/>
                      </a:cxn>
                      <a:cxn ang="T29">
                        <a:pos x="T6" y="T7"/>
                      </a:cxn>
                      <a:cxn ang="T30">
                        <a:pos x="T8" y="T9"/>
                      </a:cxn>
                      <a:cxn ang="T31">
                        <a:pos x="T10" y="T11"/>
                      </a:cxn>
                      <a:cxn ang="T32">
                        <a:pos x="T12" y="T13"/>
                      </a:cxn>
                      <a:cxn ang="T33">
                        <a:pos x="T14" y="T15"/>
                      </a:cxn>
                      <a:cxn ang="T34">
                        <a:pos x="T16" y="T17"/>
                      </a:cxn>
                      <a:cxn ang="T35">
                        <a:pos x="T18" y="T19"/>
                      </a:cxn>
                      <a:cxn ang="T36">
                        <a:pos x="T20" y="T21"/>
                      </a:cxn>
                      <a:cxn ang="T37">
                        <a:pos x="T22" y="T23"/>
                      </a:cxn>
                      <a:cxn ang="T38">
                        <a:pos x="T24" y="T25"/>
                      </a:cxn>
                    </a:cxnLst>
                    <a:rect l="T39" t="T40" r="T41" b="T42"/>
                    <a:pathLst>
                      <a:path w="248" h="225">
                        <a:moveTo>
                          <a:pt x="0" y="22"/>
                        </a:moveTo>
                        <a:lnTo>
                          <a:pt x="8" y="95"/>
                        </a:lnTo>
                        <a:lnTo>
                          <a:pt x="37" y="138"/>
                        </a:lnTo>
                        <a:lnTo>
                          <a:pt x="59" y="182"/>
                        </a:lnTo>
                        <a:lnTo>
                          <a:pt x="102" y="211"/>
                        </a:lnTo>
                        <a:lnTo>
                          <a:pt x="168" y="218"/>
                        </a:lnTo>
                        <a:lnTo>
                          <a:pt x="226" y="225"/>
                        </a:lnTo>
                        <a:lnTo>
                          <a:pt x="248" y="175"/>
                        </a:lnTo>
                        <a:lnTo>
                          <a:pt x="226" y="87"/>
                        </a:lnTo>
                        <a:lnTo>
                          <a:pt x="168" y="29"/>
                        </a:lnTo>
                        <a:lnTo>
                          <a:pt x="109" y="7"/>
                        </a:lnTo>
                        <a:lnTo>
                          <a:pt x="66" y="0"/>
                        </a:lnTo>
                        <a:lnTo>
                          <a:pt x="0" y="22"/>
                        </a:lnTo>
                        <a:close/>
                      </a:path>
                    </a:pathLst>
                  </a:custGeom>
                  <a:solidFill>
                    <a:schemeClr val="bg1"/>
                  </a:solidFill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95" name="Freeform 190">
                    <a:extLst>
                      <a:ext uri="{FF2B5EF4-FFF2-40B4-BE49-F238E27FC236}">
                        <a16:creationId xmlns:a16="http://schemas.microsoft.com/office/drawing/2014/main" id="{04FC3CA4-2DC6-93BB-5823-68BD3766BF9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916" y="2437"/>
                    <a:ext cx="349" cy="305"/>
                  </a:xfrm>
                  <a:custGeom>
                    <a:avLst/>
                    <a:gdLst>
                      <a:gd name="T0" fmla="*/ 116 w 349"/>
                      <a:gd name="T1" fmla="*/ 0 h 305"/>
                      <a:gd name="T2" fmla="*/ 44 w 349"/>
                      <a:gd name="T3" fmla="*/ 36 h 305"/>
                      <a:gd name="T4" fmla="*/ 15 w 349"/>
                      <a:gd name="T5" fmla="*/ 102 h 305"/>
                      <a:gd name="T6" fmla="*/ 0 w 349"/>
                      <a:gd name="T7" fmla="*/ 167 h 305"/>
                      <a:gd name="T8" fmla="*/ 22 w 349"/>
                      <a:gd name="T9" fmla="*/ 233 h 305"/>
                      <a:gd name="T10" fmla="*/ 58 w 349"/>
                      <a:gd name="T11" fmla="*/ 276 h 305"/>
                      <a:gd name="T12" fmla="*/ 116 w 349"/>
                      <a:gd name="T13" fmla="*/ 298 h 305"/>
                      <a:gd name="T14" fmla="*/ 204 w 349"/>
                      <a:gd name="T15" fmla="*/ 305 h 305"/>
                      <a:gd name="T16" fmla="*/ 284 w 349"/>
                      <a:gd name="T17" fmla="*/ 291 h 305"/>
                      <a:gd name="T18" fmla="*/ 327 w 349"/>
                      <a:gd name="T19" fmla="*/ 254 h 305"/>
                      <a:gd name="T20" fmla="*/ 349 w 349"/>
                      <a:gd name="T21" fmla="*/ 211 h 305"/>
                      <a:gd name="T22" fmla="*/ 291 w 349"/>
                      <a:gd name="T23" fmla="*/ 211 h 305"/>
                      <a:gd name="T24" fmla="*/ 211 w 349"/>
                      <a:gd name="T25" fmla="*/ 196 h 305"/>
                      <a:gd name="T26" fmla="*/ 153 w 349"/>
                      <a:gd name="T27" fmla="*/ 131 h 305"/>
                      <a:gd name="T28" fmla="*/ 131 w 349"/>
                      <a:gd name="T29" fmla="*/ 80 h 305"/>
                      <a:gd name="T30" fmla="*/ 116 w 349"/>
                      <a:gd name="T31" fmla="*/ 0 h 305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w 349"/>
                      <a:gd name="T49" fmla="*/ 0 h 305"/>
                      <a:gd name="T50" fmla="*/ 349 w 349"/>
                      <a:gd name="T51" fmla="*/ 305 h 305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T48" t="T49" r="T50" b="T51"/>
                    <a:pathLst>
                      <a:path w="349" h="305">
                        <a:moveTo>
                          <a:pt x="116" y="0"/>
                        </a:moveTo>
                        <a:lnTo>
                          <a:pt x="44" y="36"/>
                        </a:lnTo>
                        <a:lnTo>
                          <a:pt x="15" y="102"/>
                        </a:lnTo>
                        <a:lnTo>
                          <a:pt x="0" y="167"/>
                        </a:lnTo>
                        <a:lnTo>
                          <a:pt x="22" y="233"/>
                        </a:lnTo>
                        <a:lnTo>
                          <a:pt x="58" y="276"/>
                        </a:lnTo>
                        <a:lnTo>
                          <a:pt x="116" y="298"/>
                        </a:lnTo>
                        <a:lnTo>
                          <a:pt x="204" y="305"/>
                        </a:lnTo>
                        <a:lnTo>
                          <a:pt x="284" y="291"/>
                        </a:lnTo>
                        <a:lnTo>
                          <a:pt x="327" y="254"/>
                        </a:lnTo>
                        <a:lnTo>
                          <a:pt x="349" y="211"/>
                        </a:lnTo>
                        <a:lnTo>
                          <a:pt x="291" y="211"/>
                        </a:lnTo>
                        <a:lnTo>
                          <a:pt x="211" y="196"/>
                        </a:lnTo>
                        <a:lnTo>
                          <a:pt x="153" y="131"/>
                        </a:lnTo>
                        <a:lnTo>
                          <a:pt x="131" y="80"/>
                        </a:lnTo>
                        <a:lnTo>
                          <a:pt x="116" y="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764700"/>
                      </a:gs>
                      <a:gs pos="50000">
                        <a:srgbClr val="FF9900"/>
                      </a:gs>
                      <a:gs pos="100000">
                        <a:srgbClr val="764700"/>
                      </a:gs>
                    </a:gsLst>
                    <a:lin ang="27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</a:endParaRPr>
                  </a:p>
                </p:txBody>
              </p:sp>
              <p:grpSp>
                <p:nvGrpSpPr>
                  <p:cNvPr id="196" name="Group 191">
                    <a:extLst>
                      <a:ext uri="{FF2B5EF4-FFF2-40B4-BE49-F238E27FC236}">
                        <a16:creationId xmlns:a16="http://schemas.microsoft.com/office/drawing/2014/main" id="{43082242-74EF-72C3-7609-DD5AFAE4C8DE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923" y="2422"/>
                    <a:ext cx="350" cy="322"/>
                    <a:chOff x="1425" y="2378"/>
                    <a:chExt cx="350" cy="322"/>
                  </a:xfrm>
                </p:grpSpPr>
                <p:sp>
                  <p:nvSpPr>
                    <p:cNvPr id="197" name="Oval 192">
                      <a:extLst>
                        <a:ext uri="{FF2B5EF4-FFF2-40B4-BE49-F238E27FC236}">
                          <a16:creationId xmlns:a16="http://schemas.microsoft.com/office/drawing/2014/main" id="{825003E2-C90C-8D29-DF4D-8252C22F8803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425" y="2378"/>
                      <a:ext cx="350" cy="322"/>
                    </a:xfrm>
                    <a:prstGeom prst="ellipse">
                      <a:avLst/>
                    </a:prstGeom>
                    <a:noFill/>
                    <a:ln w="38100">
                      <a:solidFill>
                        <a:srgbClr val="333399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zh-CN" altLang="en-US" sz="24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198" name="Freeform 193">
                      <a:extLst>
                        <a:ext uri="{FF2B5EF4-FFF2-40B4-BE49-F238E27FC236}">
                          <a16:creationId xmlns:a16="http://schemas.microsoft.com/office/drawing/2014/main" id="{9D66746F-55D6-1C74-3F10-120A1349730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542" y="2386"/>
                      <a:ext cx="218" cy="218"/>
                    </a:xfrm>
                    <a:custGeom>
                      <a:avLst/>
                      <a:gdLst>
                        <a:gd name="T0" fmla="*/ 0 w 218"/>
                        <a:gd name="T1" fmla="*/ 0 h 218"/>
                        <a:gd name="T2" fmla="*/ 7 w 218"/>
                        <a:gd name="T3" fmla="*/ 65 h 218"/>
                        <a:gd name="T4" fmla="*/ 29 w 218"/>
                        <a:gd name="T5" fmla="*/ 131 h 218"/>
                        <a:gd name="T6" fmla="*/ 65 w 218"/>
                        <a:gd name="T7" fmla="*/ 181 h 218"/>
                        <a:gd name="T8" fmla="*/ 138 w 218"/>
                        <a:gd name="T9" fmla="*/ 211 h 218"/>
                        <a:gd name="T10" fmla="*/ 218 w 218"/>
                        <a:gd name="T11" fmla="*/ 218 h 218"/>
                        <a:gd name="T12" fmla="*/ 0 60000 65536"/>
                        <a:gd name="T13" fmla="*/ 0 60000 65536"/>
                        <a:gd name="T14" fmla="*/ 0 60000 65536"/>
                        <a:gd name="T15" fmla="*/ 0 60000 65536"/>
                        <a:gd name="T16" fmla="*/ 0 60000 65536"/>
                        <a:gd name="T17" fmla="*/ 0 60000 65536"/>
                        <a:gd name="T18" fmla="*/ 0 w 218"/>
                        <a:gd name="T19" fmla="*/ 0 h 218"/>
                        <a:gd name="T20" fmla="*/ 218 w 218"/>
                        <a:gd name="T21" fmla="*/ 218 h 218"/>
                      </a:gdLst>
                      <a:ahLst/>
                      <a:cxnLst>
                        <a:cxn ang="T12">
                          <a:pos x="T0" y="T1"/>
                        </a:cxn>
                        <a:cxn ang="T13">
                          <a:pos x="T2" y="T3"/>
                        </a:cxn>
                        <a:cxn ang="T14">
                          <a:pos x="T4" y="T5"/>
                        </a:cxn>
                        <a:cxn ang="T15">
                          <a:pos x="T6" y="T7"/>
                        </a:cxn>
                        <a:cxn ang="T16">
                          <a:pos x="T8" y="T9"/>
                        </a:cxn>
                        <a:cxn ang="T17">
                          <a:pos x="T10" y="T11"/>
                        </a:cxn>
                      </a:cxnLst>
                      <a:rect l="T18" t="T19" r="T20" b="T21"/>
                      <a:pathLst>
                        <a:path w="218" h="218">
                          <a:moveTo>
                            <a:pt x="0" y="0"/>
                          </a:moveTo>
                          <a:cubicBezTo>
                            <a:pt x="1" y="11"/>
                            <a:pt x="2" y="43"/>
                            <a:pt x="7" y="65"/>
                          </a:cubicBezTo>
                          <a:cubicBezTo>
                            <a:pt x="12" y="87"/>
                            <a:pt x="19" y="112"/>
                            <a:pt x="29" y="131"/>
                          </a:cubicBezTo>
                          <a:cubicBezTo>
                            <a:pt x="39" y="150"/>
                            <a:pt x="47" y="168"/>
                            <a:pt x="65" y="181"/>
                          </a:cubicBezTo>
                          <a:cubicBezTo>
                            <a:pt x="83" y="194"/>
                            <a:pt x="113" y="205"/>
                            <a:pt x="138" y="211"/>
                          </a:cubicBezTo>
                          <a:cubicBezTo>
                            <a:pt x="163" y="217"/>
                            <a:pt x="201" y="217"/>
                            <a:pt x="218" y="218"/>
                          </a:cubicBezTo>
                        </a:path>
                      </a:pathLst>
                    </a:custGeom>
                    <a:noFill/>
                    <a:ln w="38100">
                      <a:solidFill>
                        <a:srgbClr val="333399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zh-CN" altLang="en-US" sz="24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p:txBody>
                </p:sp>
              </p:grpSp>
            </p:grpSp>
          </p:grpSp>
          <p:sp>
            <p:nvSpPr>
              <p:cNvPr id="156" name="Freeform 194">
                <a:extLst>
                  <a:ext uri="{FF2B5EF4-FFF2-40B4-BE49-F238E27FC236}">
                    <a16:creationId xmlns:a16="http://schemas.microsoft.com/office/drawing/2014/main" id="{4BC962FC-CF4B-358F-E046-72EEC8FAEB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18" y="3556"/>
                <a:ext cx="698" cy="255"/>
              </a:xfrm>
              <a:custGeom>
                <a:avLst/>
                <a:gdLst>
                  <a:gd name="T0" fmla="*/ 147 w 698"/>
                  <a:gd name="T1" fmla="*/ 0 h 255"/>
                  <a:gd name="T2" fmla="*/ 205 w 698"/>
                  <a:gd name="T3" fmla="*/ 20 h 255"/>
                  <a:gd name="T4" fmla="*/ 275 w 698"/>
                  <a:gd name="T5" fmla="*/ 39 h 255"/>
                  <a:gd name="T6" fmla="*/ 339 w 698"/>
                  <a:gd name="T7" fmla="*/ 58 h 255"/>
                  <a:gd name="T8" fmla="*/ 416 w 698"/>
                  <a:gd name="T9" fmla="*/ 58 h 255"/>
                  <a:gd name="T10" fmla="*/ 463 w 698"/>
                  <a:gd name="T11" fmla="*/ 52 h 255"/>
                  <a:gd name="T12" fmla="*/ 512 w 698"/>
                  <a:gd name="T13" fmla="*/ 20 h 255"/>
                  <a:gd name="T14" fmla="*/ 480 w 698"/>
                  <a:gd name="T15" fmla="*/ 71 h 255"/>
                  <a:gd name="T16" fmla="*/ 416 w 698"/>
                  <a:gd name="T17" fmla="*/ 122 h 255"/>
                  <a:gd name="T18" fmla="*/ 698 w 698"/>
                  <a:gd name="T19" fmla="*/ 122 h 255"/>
                  <a:gd name="T20" fmla="*/ 659 w 698"/>
                  <a:gd name="T21" fmla="*/ 160 h 255"/>
                  <a:gd name="T22" fmla="*/ 595 w 698"/>
                  <a:gd name="T23" fmla="*/ 199 h 255"/>
                  <a:gd name="T24" fmla="*/ 499 w 698"/>
                  <a:gd name="T25" fmla="*/ 237 h 255"/>
                  <a:gd name="T26" fmla="*/ 391 w 698"/>
                  <a:gd name="T27" fmla="*/ 248 h 255"/>
                  <a:gd name="T28" fmla="*/ 282 w 698"/>
                  <a:gd name="T29" fmla="*/ 255 h 255"/>
                  <a:gd name="T30" fmla="*/ 199 w 698"/>
                  <a:gd name="T31" fmla="*/ 237 h 255"/>
                  <a:gd name="T32" fmla="*/ 135 w 698"/>
                  <a:gd name="T33" fmla="*/ 212 h 255"/>
                  <a:gd name="T34" fmla="*/ 64 w 698"/>
                  <a:gd name="T35" fmla="*/ 180 h 255"/>
                  <a:gd name="T36" fmla="*/ 0 w 698"/>
                  <a:gd name="T37" fmla="*/ 148 h 255"/>
                  <a:gd name="T38" fmla="*/ 147 w 698"/>
                  <a:gd name="T39" fmla="*/ 0 h 255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698"/>
                  <a:gd name="T61" fmla="*/ 0 h 255"/>
                  <a:gd name="T62" fmla="*/ 698 w 698"/>
                  <a:gd name="T63" fmla="*/ 255 h 255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698" h="255">
                    <a:moveTo>
                      <a:pt x="147" y="0"/>
                    </a:moveTo>
                    <a:lnTo>
                      <a:pt x="205" y="20"/>
                    </a:lnTo>
                    <a:lnTo>
                      <a:pt x="275" y="39"/>
                    </a:lnTo>
                    <a:lnTo>
                      <a:pt x="339" y="58"/>
                    </a:lnTo>
                    <a:lnTo>
                      <a:pt x="416" y="58"/>
                    </a:lnTo>
                    <a:lnTo>
                      <a:pt x="463" y="52"/>
                    </a:lnTo>
                    <a:lnTo>
                      <a:pt x="512" y="20"/>
                    </a:lnTo>
                    <a:lnTo>
                      <a:pt x="480" y="71"/>
                    </a:lnTo>
                    <a:lnTo>
                      <a:pt x="416" y="122"/>
                    </a:lnTo>
                    <a:lnTo>
                      <a:pt x="698" y="122"/>
                    </a:lnTo>
                    <a:lnTo>
                      <a:pt x="659" y="160"/>
                    </a:lnTo>
                    <a:lnTo>
                      <a:pt x="595" y="199"/>
                    </a:lnTo>
                    <a:lnTo>
                      <a:pt x="499" y="237"/>
                    </a:lnTo>
                    <a:lnTo>
                      <a:pt x="391" y="248"/>
                    </a:lnTo>
                    <a:lnTo>
                      <a:pt x="282" y="255"/>
                    </a:lnTo>
                    <a:lnTo>
                      <a:pt x="199" y="237"/>
                    </a:lnTo>
                    <a:lnTo>
                      <a:pt x="135" y="212"/>
                    </a:lnTo>
                    <a:lnTo>
                      <a:pt x="64" y="180"/>
                    </a:lnTo>
                    <a:lnTo>
                      <a:pt x="0" y="148"/>
                    </a:lnTo>
                    <a:lnTo>
                      <a:pt x="147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3300"/>
                  </a:gs>
                  <a:gs pos="100000">
                    <a:srgbClr val="76180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57" name="Freeform 195">
                <a:extLst>
                  <a:ext uri="{FF2B5EF4-FFF2-40B4-BE49-F238E27FC236}">
                    <a16:creationId xmlns:a16="http://schemas.microsoft.com/office/drawing/2014/main" id="{895584AB-9AFF-40B4-B420-76E1557516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4" y="3217"/>
                <a:ext cx="320" cy="461"/>
              </a:xfrm>
              <a:custGeom>
                <a:avLst/>
                <a:gdLst>
                  <a:gd name="T0" fmla="*/ 0 w 320"/>
                  <a:gd name="T1" fmla="*/ 0 h 461"/>
                  <a:gd name="T2" fmla="*/ 250 w 320"/>
                  <a:gd name="T3" fmla="*/ 0 h 461"/>
                  <a:gd name="T4" fmla="*/ 275 w 320"/>
                  <a:gd name="T5" fmla="*/ 64 h 461"/>
                  <a:gd name="T6" fmla="*/ 301 w 320"/>
                  <a:gd name="T7" fmla="*/ 135 h 461"/>
                  <a:gd name="T8" fmla="*/ 320 w 320"/>
                  <a:gd name="T9" fmla="*/ 237 h 461"/>
                  <a:gd name="T10" fmla="*/ 301 w 320"/>
                  <a:gd name="T11" fmla="*/ 327 h 461"/>
                  <a:gd name="T12" fmla="*/ 275 w 320"/>
                  <a:gd name="T13" fmla="*/ 397 h 461"/>
                  <a:gd name="T14" fmla="*/ 256 w 320"/>
                  <a:gd name="T15" fmla="*/ 461 h 461"/>
                  <a:gd name="T16" fmla="*/ 7 w 320"/>
                  <a:gd name="T17" fmla="*/ 461 h 461"/>
                  <a:gd name="T18" fmla="*/ 51 w 320"/>
                  <a:gd name="T19" fmla="*/ 416 h 461"/>
                  <a:gd name="T20" fmla="*/ 83 w 320"/>
                  <a:gd name="T21" fmla="*/ 365 h 461"/>
                  <a:gd name="T22" fmla="*/ 128 w 320"/>
                  <a:gd name="T23" fmla="*/ 295 h 461"/>
                  <a:gd name="T24" fmla="*/ 128 w 320"/>
                  <a:gd name="T25" fmla="*/ 224 h 461"/>
                  <a:gd name="T26" fmla="*/ 122 w 320"/>
                  <a:gd name="T27" fmla="*/ 154 h 461"/>
                  <a:gd name="T28" fmla="*/ 90 w 320"/>
                  <a:gd name="T29" fmla="*/ 90 h 461"/>
                  <a:gd name="T30" fmla="*/ 32 w 320"/>
                  <a:gd name="T31" fmla="*/ 39 h 461"/>
                  <a:gd name="T32" fmla="*/ 0 w 320"/>
                  <a:gd name="T33" fmla="*/ 0 h 461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320"/>
                  <a:gd name="T52" fmla="*/ 0 h 461"/>
                  <a:gd name="T53" fmla="*/ 320 w 320"/>
                  <a:gd name="T54" fmla="*/ 461 h 461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320" h="461">
                    <a:moveTo>
                      <a:pt x="0" y="0"/>
                    </a:moveTo>
                    <a:lnTo>
                      <a:pt x="250" y="0"/>
                    </a:lnTo>
                    <a:lnTo>
                      <a:pt x="275" y="64"/>
                    </a:lnTo>
                    <a:lnTo>
                      <a:pt x="301" y="135"/>
                    </a:lnTo>
                    <a:lnTo>
                      <a:pt x="320" y="237"/>
                    </a:lnTo>
                    <a:lnTo>
                      <a:pt x="301" y="327"/>
                    </a:lnTo>
                    <a:lnTo>
                      <a:pt x="275" y="397"/>
                    </a:lnTo>
                    <a:lnTo>
                      <a:pt x="256" y="461"/>
                    </a:lnTo>
                    <a:lnTo>
                      <a:pt x="7" y="461"/>
                    </a:lnTo>
                    <a:lnTo>
                      <a:pt x="51" y="416"/>
                    </a:lnTo>
                    <a:lnTo>
                      <a:pt x="83" y="365"/>
                    </a:lnTo>
                    <a:lnTo>
                      <a:pt x="128" y="295"/>
                    </a:lnTo>
                    <a:lnTo>
                      <a:pt x="128" y="224"/>
                    </a:lnTo>
                    <a:lnTo>
                      <a:pt x="122" y="154"/>
                    </a:lnTo>
                    <a:lnTo>
                      <a:pt x="90" y="90"/>
                    </a:lnTo>
                    <a:lnTo>
                      <a:pt x="32" y="3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33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58" name="Freeform 196">
                <a:extLst>
                  <a:ext uri="{FF2B5EF4-FFF2-40B4-BE49-F238E27FC236}">
                    <a16:creationId xmlns:a16="http://schemas.microsoft.com/office/drawing/2014/main" id="{4463E3C9-0B54-B88F-78C4-6C05078326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11" y="3224"/>
                <a:ext cx="326" cy="455"/>
              </a:xfrm>
              <a:custGeom>
                <a:avLst/>
                <a:gdLst>
                  <a:gd name="T0" fmla="*/ 70 w 326"/>
                  <a:gd name="T1" fmla="*/ 0 h 455"/>
                  <a:gd name="T2" fmla="*/ 326 w 326"/>
                  <a:gd name="T3" fmla="*/ 0 h 455"/>
                  <a:gd name="T4" fmla="*/ 250 w 326"/>
                  <a:gd name="T5" fmla="*/ 51 h 455"/>
                  <a:gd name="T6" fmla="*/ 211 w 326"/>
                  <a:gd name="T7" fmla="*/ 121 h 455"/>
                  <a:gd name="T8" fmla="*/ 192 w 326"/>
                  <a:gd name="T9" fmla="*/ 211 h 455"/>
                  <a:gd name="T10" fmla="*/ 198 w 326"/>
                  <a:gd name="T11" fmla="*/ 281 h 455"/>
                  <a:gd name="T12" fmla="*/ 230 w 326"/>
                  <a:gd name="T13" fmla="*/ 332 h 455"/>
                  <a:gd name="T14" fmla="*/ 262 w 326"/>
                  <a:gd name="T15" fmla="*/ 377 h 455"/>
                  <a:gd name="T16" fmla="*/ 307 w 326"/>
                  <a:gd name="T17" fmla="*/ 455 h 455"/>
                  <a:gd name="T18" fmla="*/ 205 w 326"/>
                  <a:gd name="T19" fmla="*/ 454 h 455"/>
                  <a:gd name="T20" fmla="*/ 77 w 326"/>
                  <a:gd name="T21" fmla="*/ 448 h 455"/>
                  <a:gd name="T22" fmla="*/ 51 w 326"/>
                  <a:gd name="T23" fmla="*/ 403 h 455"/>
                  <a:gd name="T24" fmla="*/ 19 w 326"/>
                  <a:gd name="T25" fmla="*/ 348 h 455"/>
                  <a:gd name="T26" fmla="*/ 0 w 326"/>
                  <a:gd name="T27" fmla="*/ 278 h 455"/>
                  <a:gd name="T28" fmla="*/ 0 w 326"/>
                  <a:gd name="T29" fmla="*/ 160 h 455"/>
                  <a:gd name="T30" fmla="*/ 26 w 326"/>
                  <a:gd name="T31" fmla="*/ 115 h 455"/>
                  <a:gd name="T32" fmla="*/ 45 w 326"/>
                  <a:gd name="T33" fmla="*/ 82 h 455"/>
                  <a:gd name="T34" fmla="*/ 70 w 326"/>
                  <a:gd name="T35" fmla="*/ 0 h 45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326"/>
                  <a:gd name="T55" fmla="*/ 0 h 455"/>
                  <a:gd name="T56" fmla="*/ 326 w 326"/>
                  <a:gd name="T57" fmla="*/ 455 h 45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326" h="455">
                    <a:moveTo>
                      <a:pt x="70" y="0"/>
                    </a:moveTo>
                    <a:lnTo>
                      <a:pt x="326" y="0"/>
                    </a:lnTo>
                    <a:lnTo>
                      <a:pt x="250" y="51"/>
                    </a:lnTo>
                    <a:lnTo>
                      <a:pt x="211" y="121"/>
                    </a:lnTo>
                    <a:lnTo>
                      <a:pt x="192" y="211"/>
                    </a:lnTo>
                    <a:lnTo>
                      <a:pt x="198" y="281"/>
                    </a:lnTo>
                    <a:lnTo>
                      <a:pt x="230" y="332"/>
                    </a:lnTo>
                    <a:lnTo>
                      <a:pt x="262" y="377"/>
                    </a:lnTo>
                    <a:lnTo>
                      <a:pt x="307" y="455"/>
                    </a:lnTo>
                    <a:lnTo>
                      <a:pt x="205" y="454"/>
                    </a:lnTo>
                    <a:lnTo>
                      <a:pt x="77" y="448"/>
                    </a:lnTo>
                    <a:lnTo>
                      <a:pt x="51" y="403"/>
                    </a:lnTo>
                    <a:lnTo>
                      <a:pt x="19" y="348"/>
                    </a:lnTo>
                    <a:lnTo>
                      <a:pt x="0" y="278"/>
                    </a:lnTo>
                    <a:lnTo>
                      <a:pt x="0" y="160"/>
                    </a:lnTo>
                    <a:lnTo>
                      <a:pt x="26" y="115"/>
                    </a:lnTo>
                    <a:lnTo>
                      <a:pt x="45" y="82"/>
                    </a:lnTo>
                    <a:lnTo>
                      <a:pt x="70" y="0"/>
                    </a:lnTo>
                    <a:close/>
                  </a:path>
                </a:pathLst>
              </a:custGeom>
              <a:solidFill>
                <a:srgbClr val="FF33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59" name="Freeform 197">
                <a:extLst>
                  <a:ext uri="{FF2B5EF4-FFF2-40B4-BE49-F238E27FC236}">
                    <a16:creationId xmlns:a16="http://schemas.microsoft.com/office/drawing/2014/main" id="{30AC87C5-EB8A-A10F-7DB6-E29F5F7696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03" y="3032"/>
                <a:ext cx="646" cy="652"/>
              </a:xfrm>
              <a:custGeom>
                <a:avLst/>
                <a:gdLst>
                  <a:gd name="T0" fmla="*/ 134 w 646"/>
                  <a:gd name="T1" fmla="*/ 192 h 652"/>
                  <a:gd name="T2" fmla="*/ 45 w 646"/>
                  <a:gd name="T3" fmla="*/ 249 h 652"/>
                  <a:gd name="T4" fmla="*/ 19 w 646"/>
                  <a:gd name="T5" fmla="*/ 339 h 652"/>
                  <a:gd name="T6" fmla="*/ 0 w 646"/>
                  <a:gd name="T7" fmla="*/ 422 h 652"/>
                  <a:gd name="T8" fmla="*/ 26 w 646"/>
                  <a:gd name="T9" fmla="*/ 518 h 652"/>
                  <a:gd name="T10" fmla="*/ 77 w 646"/>
                  <a:gd name="T11" fmla="*/ 563 h 652"/>
                  <a:gd name="T12" fmla="*/ 115 w 646"/>
                  <a:gd name="T13" fmla="*/ 652 h 652"/>
                  <a:gd name="T14" fmla="*/ 249 w 646"/>
                  <a:gd name="T15" fmla="*/ 518 h 652"/>
                  <a:gd name="T16" fmla="*/ 320 w 646"/>
                  <a:gd name="T17" fmla="*/ 544 h 652"/>
                  <a:gd name="T18" fmla="*/ 390 w 646"/>
                  <a:gd name="T19" fmla="*/ 569 h 652"/>
                  <a:gd name="T20" fmla="*/ 486 w 646"/>
                  <a:gd name="T21" fmla="*/ 588 h 652"/>
                  <a:gd name="T22" fmla="*/ 564 w 646"/>
                  <a:gd name="T23" fmla="*/ 583 h 652"/>
                  <a:gd name="T24" fmla="*/ 614 w 646"/>
                  <a:gd name="T25" fmla="*/ 537 h 652"/>
                  <a:gd name="T26" fmla="*/ 646 w 646"/>
                  <a:gd name="T27" fmla="*/ 480 h 652"/>
                  <a:gd name="T28" fmla="*/ 646 w 646"/>
                  <a:gd name="T29" fmla="*/ 377 h 652"/>
                  <a:gd name="T30" fmla="*/ 634 w 646"/>
                  <a:gd name="T31" fmla="*/ 300 h 652"/>
                  <a:gd name="T32" fmla="*/ 576 w 646"/>
                  <a:gd name="T33" fmla="*/ 236 h 652"/>
                  <a:gd name="T34" fmla="*/ 525 w 646"/>
                  <a:gd name="T35" fmla="*/ 192 h 652"/>
                  <a:gd name="T36" fmla="*/ 646 w 646"/>
                  <a:gd name="T37" fmla="*/ 71 h 652"/>
                  <a:gd name="T38" fmla="*/ 602 w 646"/>
                  <a:gd name="T39" fmla="*/ 51 h 652"/>
                  <a:gd name="T40" fmla="*/ 544 w 646"/>
                  <a:gd name="T41" fmla="*/ 25 h 652"/>
                  <a:gd name="T42" fmla="*/ 493 w 646"/>
                  <a:gd name="T43" fmla="*/ 6 h 652"/>
                  <a:gd name="T44" fmla="*/ 403 w 646"/>
                  <a:gd name="T45" fmla="*/ 0 h 652"/>
                  <a:gd name="T46" fmla="*/ 339 w 646"/>
                  <a:gd name="T47" fmla="*/ 12 h 652"/>
                  <a:gd name="T48" fmla="*/ 294 w 646"/>
                  <a:gd name="T49" fmla="*/ 25 h 652"/>
                  <a:gd name="T50" fmla="*/ 256 w 646"/>
                  <a:gd name="T51" fmla="*/ 70 h 652"/>
                  <a:gd name="T52" fmla="*/ 134 w 646"/>
                  <a:gd name="T53" fmla="*/ 192 h 652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w 646"/>
                  <a:gd name="T82" fmla="*/ 0 h 652"/>
                  <a:gd name="T83" fmla="*/ 646 w 646"/>
                  <a:gd name="T84" fmla="*/ 652 h 652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T81" t="T82" r="T83" b="T84"/>
                <a:pathLst>
                  <a:path w="646" h="652">
                    <a:moveTo>
                      <a:pt x="134" y="192"/>
                    </a:moveTo>
                    <a:lnTo>
                      <a:pt x="45" y="249"/>
                    </a:lnTo>
                    <a:lnTo>
                      <a:pt x="19" y="339"/>
                    </a:lnTo>
                    <a:lnTo>
                      <a:pt x="0" y="422"/>
                    </a:lnTo>
                    <a:lnTo>
                      <a:pt x="26" y="518"/>
                    </a:lnTo>
                    <a:lnTo>
                      <a:pt x="77" y="563"/>
                    </a:lnTo>
                    <a:lnTo>
                      <a:pt x="115" y="652"/>
                    </a:lnTo>
                    <a:lnTo>
                      <a:pt x="249" y="518"/>
                    </a:lnTo>
                    <a:lnTo>
                      <a:pt x="320" y="544"/>
                    </a:lnTo>
                    <a:lnTo>
                      <a:pt x="390" y="569"/>
                    </a:lnTo>
                    <a:lnTo>
                      <a:pt x="486" y="588"/>
                    </a:lnTo>
                    <a:lnTo>
                      <a:pt x="564" y="583"/>
                    </a:lnTo>
                    <a:lnTo>
                      <a:pt x="614" y="537"/>
                    </a:lnTo>
                    <a:lnTo>
                      <a:pt x="646" y="480"/>
                    </a:lnTo>
                    <a:lnTo>
                      <a:pt x="646" y="377"/>
                    </a:lnTo>
                    <a:lnTo>
                      <a:pt x="634" y="300"/>
                    </a:lnTo>
                    <a:lnTo>
                      <a:pt x="576" y="236"/>
                    </a:lnTo>
                    <a:lnTo>
                      <a:pt x="525" y="192"/>
                    </a:lnTo>
                    <a:lnTo>
                      <a:pt x="646" y="71"/>
                    </a:lnTo>
                    <a:lnTo>
                      <a:pt x="602" y="51"/>
                    </a:lnTo>
                    <a:lnTo>
                      <a:pt x="544" y="25"/>
                    </a:lnTo>
                    <a:lnTo>
                      <a:pt x="493" y="6"/>
                    </a:lnTo>
                    <a:lnTo>
                      <a:pt x="403" y="0"/>
                    </a:lnTo>
                    <a:lnTo>
                      <a:pt x="339" y="12"/>
                    </a:lnTo>
                    <a:lnTo>
                      <a:pt x="294" y="25"/>
                    </a:lnTo>
                    <a:lnTo>
                      <a:pt x="256" y="70"/>
                    </a:lnTo>
                    <a:lnTo>
                      <a:pt x="134" y="19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761800"/>
                  </a:gs>
                  <a:gs pos="50000">
                    <a:srgbClr val="FF3300"/>
                  </a:gs>
                  <a:gs pos="100000">
                    <a:srgbClr val="761800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60" name="Freeform 198">
                <a:extLst>
                  <a:ext uri="{FF2B5EF4-FFF2-40B4-BE49-F238E27FC236}">
                    <a16:creationId xmlns:a16="http://schemas.microsoft.com/office/drawing/2014/main" id="{1BD6B5DE-CD20-3ADA-FF41-18C4F323CE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4" y="3102"/>
                <a:ext cx="371" cy="122"/>
              </a:xfrm>
              <a:custGeom>
                <a:avLst/>
                <a:gdLst>
                  <a:gd name="T0" fmla="*/ 115 w 371"/>
                  <a:gd name="T1" fmla="*/ 0 h 122"/>
                  <a:gd name="T2" fmla="*/ 371 w 371"/>
                  <a:gd name="T3" fmla="*/ 0 h 122"/>
                  <a:gd name="T4" fmla="*/ 249 w 371"/>
                  <a:gd name="T5" fmla="*/ 122 h 122"/>
                  <a:gd name="T6" fmla="*/ 0 w 371"/>
                  <a:gd name="T7" fmla="*/ 122 h 122"/>
                  <a:gd name="T8" fmla="*/ 115 w 371"/>
                  <a:gd name="T9" fmla="*/ 0 h 12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71"/>
                  <a:gd name="T16" fmla="*/ 0 h 122"/>
                  <a:gd name="T17" fmla="*/ 371 w 371"/>
                  <a:gd name="T18" fmla="*/ 122 h 12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71" h="122">
                    <a:moveTo>
                      <a:pt x="115" y="0"/>
                    </a:moveTo>
                    <a:lnTo>
                      <a:pt x="371" y="0"/>
                    </a:lnTo>
                    <a:lnTo>
                      <a:pt x="249" y="122"/>
                    </a:lnTo>
                    <a:lnTo>
                      <a:pt x="0" y="122"/>
                    </a:lnTo>
                    <a:lnTo>
                      <a:pt x="115" y="0"/>
                    </a:lnTo>
                    <a:close/>
                  </a:path>
                </a:pathLst>
              </a:custGeom>
              <a:solidFill>
                <a:srgbClr val="FF33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61" name="Freeform 199">
                <a:extLst>
                  <a:ext uri="{FF2B5EF4-FFF2-40B4-BE49-F238E27FC236}">
                    <a16:creationId xmlns:a16="http://schemas.microsoft.com/office/drawing/2014/main" id="{EF58092F-8E1B-1DEA-5162-F48D0027DA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4" y="3102"/>
                <a:ext cx="371" cy="122"/>
              </a:xfrm>
              <a:custGeom>
                <a:avLst/>
                <a:gdLst>
                  <a:gd name="T0" fmla="*/ 115 w 371"/>
                  <a:gd name="T1" fmla="*/ 0 h 122"/>
                  <a:gd name="T2" fmla="*/ 371 w 371"/>
                  <a:gd name="T3" fmla="*/ 0 h 122"/>
                  <a:gd name="T4" fmla="*/ 249 w 371"/>
                  <a:gd name="T5" fmla="*/ 122 h 122"/>
                  <a:gd name="T6" fmla="*/ 0 w 371"/>
                  <a:gd name="T7" fmla="*/ 122 h 122"/>
                  <a:gd name="T8" fmla="*/ 115 w 371"/>
                  <a:gd name="T9" fmla="*/ 0 h 12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71"/>
                  <a:gd name="T16" fmla="*/ 0 h 122"/>
                  <a:gd name="T17" fmla="*/ 371 w 371"/>
                  <a:gd name="T18" fmla="*/ 122 h 12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71" h="122">
                    <a:moveTo>
                      <a:pt x="115" y="0"/>
                    </a:moveTo>
                    <a:lnTo>
                      <a:pt x="371" y="0"/>
                    </a:lnTo>
                    <a:lnTo>
                      <a:pt x="249" y="122"/>
                    </a:lnTo>
                    <a:lnTo>
                      <a:pt x="0" y="122"/>
                    </a:lnTo>
                    <a:lnTo>
                      <a:pt x="115" y="0"/>
                    </a:lnTo>
                    <a:close/>
                  </a:path>
                </a:pathLst>
              </a:custGeom>
              <a:solidFill>
                <a:srgbClr val="FF33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62" name="Freeform 200">
                <a:extLst>
                  <a:ext uri="{FF2B5EF4-FFF2-40B4-BE49-F238E27FC236}">
                    <a16:creationId xmlns:a16="http://schemas.microsoft.com/office/drawing/2014/main" id="{C3D3B592-E0AD-8A39-EBAE-F772B326E5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16" y="2840"/>
                <a:ext cx="877" cy="268"/>
              </a:xfrm>
              <a:custGeom>
                <a:avLst/>
                <a:gdLst>
                  <a:gd name="T0" fmla="*/ 0 w 877"/>
                  <a:gd name="T1" fmla="*/ 268 h 268"/>
                  <a:gd name="T2" fmla="*/ 45 w 877"/>
                  <a:gd name="T3" fmla="*/ 211 h 268"/>
                  <a:gd name="T4" fmla="*/ 121 w 877"/>
                  <a:gd name="T5" fmla="*/ 128 h 268"/>
                  <a:gd name="T6" fmla="*/ 224 w 877"/>
                  <a:gd name="T7" fmla="*/ 64 h 268"/>
                  <a:gd name="T8" fmla="*/ 281 w 877"/>
                  <a:gd name="T9" fmla="*/ 38 h 268"/>
                  <a:gd name="T10" fmla="*/ 371 w 877"/>
                  <a:gd name="T11" fmla="*/ 12 h 268"/>
                  <a:gd name="T12" fmla="*/ 448 w 877"/>
                  <a:gd name="T13" fmla="*/ 0 h 268"/>
                  <a:gd name="T14" fmla="*/ 537 w 877"/>
                  <a:gd name="T15" fmla="*/ 6 h 268"/>
                  <a:gd name="T16" fmla="*/ 633 w 877"/>
                  <a:gd name="T17" fmla="*/ 25 h 268"/>
                  <a:gd name="T18" fmla="*/ 685 w 877"/>
                  <a:gd name="T19" fmla="*/ 57 h 268"/>
                  <a:gd name="T20" fmla="*/ 761 w 877"/>
                  <a:gd name="T21" fmla="*/ 102 h 268"/>
                  <a:gd name="T22" fmla="*/ 819 w 877"/>
                  <a:gd name="T23" fmla="*/ 160 h 268"/>
                  <a:gd name="T24" fmla="*/ 877 w 877"/>
                  <a:gd name="T25" fmla="*/ 262 h 268"/>
                  <a:gd name="T26" fmla="*/ 614 w 877"/>
                  <a:gd name="T27" fmla="*/ 262 h 268"/>
                  <a:gd name="T28" fmla="*/ 557 w 877"/>
                  <a:gd name="T29" fmla="*/ 230 h 268"/>
                  <a:gd name="T30" fmla="*/ 454 w 877"/>
                  <a:gd name="T31" fmla="*/ 204 h 268"/>
                  <a:gd name="T32" fmla="*/ 377 w 877"/>
                  <a:gd name="T33" fmla="*/ 204 h 268"/>
                  <a:gd name="T34" fmla="*/ 301 w 877"/>
                  <a:gd name="T35" fmla="*/ 230 h 268"/>
                  <a:gd name="T36" fmla="*/ 237 w 877"/>
                  <a:gd name="T37" fmla="*/ 268 h 268"/>
                  <a:gd name="T38" fmla="*/ 0 w 877"/>
                  <a:gd name="T39" fmla="*/ 268 h 268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877"/>
                  <a:gd name="T61" fmla="*/ 0 h 268"/>
                  <a:gd name="T62" fmla="*/ 877 w 877"/>
                  <a:gd name="T63" fmla="*/ 268 h 268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877" h="268">
                    <a:moveTo>
                      <a:pt x="0" y="268"/>
                    </a:moveTo>
                    <a:lnTo>
                      <a:pt x="45" y="211"/>
                    </a:lnTo>
                    <a:lnTo>
                      <a:pt x="121" y="128"/>
                    </a:lnTo>
                    <a:lnTo>
                      <a:pt x="224" y="64"/>
                    </a:lnTo>
                    <a:lnTo>
                      <a:pt x="281" y="38"/>
                    </a:lnTo>
                    <a:lnTo>
                      <a:pt x="371" y="12"/>
                    </a:lnTo>
                    <a:lnTo>
                      <a:pt x="448" y="0"/>
                    </a:lnTo>
                    <a:lnTo>
                      <a:pt x="537" y="6"/>
                    </a:lnTo>
                    <a:lnTo>
                      <a:pt x="633" y="25"/>
                    </a:lnTo>
                    <a:lnTo>
                      <a:pt x="685" y="57"/>
                    </a:lnTo>
                    <a:lnTo>
                      <a:pt x="761" y="102"/>
                    </a:lnTo>
                    <a:lnTo>
                      <a:pt x="819" y="160"/>
                    </a:lnTo>
                    <a:lnTo>
                      <a:pt x="877" y="262"/>
                    </a:lnTo>
                    <a:lnTo>
                      <a:pt x="614" y="262"/>
                    </a:lnTo>
                    <a:lnTo>
                      <a:pt x="557" y="230"/>
                    </a:lnTo>
                    <a:lnTo>
                      <a:pt x="454" y="204"/>
                    </a:lnTo>
                    <a:lnTo>
                      <a:pt x="377" y="204"/>
                    </a:lnTo>
                    <a:lnTo>
                      <a:pt x="301" y="230"/>
                    </a:lnTo>
                    <a:lnTo>
                      <a:pt x="237" y="268"/>
                    </a:lnTo>
                    <a:lnTo>
                      <a:pt x="0" y="268"/>
                    </a:lnTo>
                    <a:close/>
                  </a:path>
                </a:pathLst>
              </a:custGeom>
              <a:solidFill>
                <a:srgbClr val="FF33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63" name="Line 201">
                <a:extLst>
                  <a:ext uri="{FF2B5EF4-FFF2-40B4-BE49-F238E27FC236}">
                    <a16:creationId xmlns:a16="http://schemas.microsoft.com/office/drawing/2014/main" id="{2F14F27F-EB0B-EF40-D982-B8C0872440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85" y="3226"/>
                <a:ext cx="269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64" name="Line 202">
                <a:extLst>
                  <a:ext uri="{FF2B5EF4-FFF2-40B4-BE49-F238E27FC236}">
                    <a16:creationId xmlns:a16="http://schemas.microsoft.com/office/drawing/2014/main" id="{2EE3E0E3-FA7E-0448-8931-3CD61FED4DF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376" y="3567"/>
                <a:ext cx="116" cy="11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65" name="Freeform 203">
                <a:extLst>
                  <a:ext uri="{FF2B5EF4-FFF2-40B4-BE49-F238E27FC236}">
                    <a16:creationId xmlns:a16="http://schemas.microsoft.com/office/drawing/2014/main" id="{F2544EEA-DE2E-3B9D-DABF-B058B46EB8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50" y="2552"/>
                <a:ext cx="1120" cy="1107"/>
              </a:xfrm>
              <a:custGeom>
                <a:avLst/>
                <a:gdLst>
                  <a:gd name="T0" fmla="*/ 0 w 1120"/>
                  <a:gd name="T1" fmla="*/ 409 h 1107"/>
                  <a:gd name="T2" fmla="*/ 269 w 1120"/>
                  <a:gd name="T3" fmla="*/ 140 h 1107"/>
                  <a:gd name="T4" fmla="*/ 327 w 1120"/>
                  <a:gd name="T5" fmla="*/ 76 h 1107"/>
                  <a:gd name="T6" fmla="*/ 403 w 1120"/>
                  <a:gd name="T7" fmla="*/ 38 h 1107"/>
                  <a:gd name="T8" fmla="*/ 499 w 1120"/>
                  <a:gd name="T9" fmla="*/ 12 h 1107"/>
                  <a:gd name="T10" fmla="*/ 595 w 1120"/>
                  <a:gd name="T11" fmla="*/ 0 h 1107"/>
                  <a:gd name="T12" fmla="*/ 704 w 1120"/>
                  <a:gd name="T13" fmla="*/ 6 h 1107"/>
                  <a:gd name="T14" fmla="*/ 807 w 1120"/>
                  <a:gd name="T15" fmla="*/ 38 h 1107"/>
                  <a:gd name="T16" fmla="*/ 890 w 1120"/>
                  <a:gd name="T17" fmla="*/ 83 h 1107"/>
                  <a:gd name="T18" fmla="*/ 973 w 1120"/>
                  <a:gd name="T19" fmla="*/ 128 h 1107"/>
                  <a:gd name="T20" fmla="*/ 1005 w 1120"/>
                  <a:gd name="T21" fmla="*/ 166 h 1107"/>
                  <a:gd name="T22" fmla="*/ 1043 w 1120"/>
                  <a:gd name="T23" fmla="*/ 224 h 1107"/>
                  <a:gd name="T24" fmla="*/ 1082 w 1120"/>
                  <a:gd name="T25" fmla="*/ 288 h 1107"/>
                  <a:gd name="T26" fmla="*/ 1114 w 1120"/>
                  <a:gd name="T27" fmla="*/ 364 h 1107"/>
                  <a:gd name="T28" fmla="*/ 1120 w 1120"/>
                  <a:gd name="T29" fmla="*/ 460 h 1107"/>
                  <a:gd name="T30" fmla="*/ 1120 w 1120"/>
                  <a:gd name="T31" fmla="*/ 544 h 1107"/>
                  <a:gd name="T32" fmla="*/ 1101 w 1120"/>
                  <a:gd name="T33" fmla="*/ 608 h 1107"/>
                  <a:gd name="T34" fmla="*/ 1075 w 1120"/>
                  <a:gd name="T35" fmla="*/ 665 h 1107"/>
                  <a:gd name="T36" fmla="*/ 1056 w 1120"/>
                  <a:gd name="T37" fmla="*/ 716 h 1107"/>
                  <a:gd name="T38" fmla="*/ 1018 w 1120"/>
                  <a:gd name="T39" fmla="*/ 761 h 1107"/>
                  <a:gd name="T40" fmla="*/ 986 w 1120"/>
                  <a:gd name="T41" fmla="*/ 800 h 1107"/>
                  <a:gd name="T42" fmla="*/ 711 w 1120"/>
                  <a:gd name="T43" fmla="*/ 1075 h 1107"/>
                  <a:gd name="T44" fmla="*/ 736 w 1120"/>
                  <a:gd name="T45" fmla="*/ 1017 h 1107"/>
                  <a:gd name="T46" fmla="*/ 646 w 1120"/>
                  <a:gd name="T47" fmla="*/ 1107 h 1107"/>
                  <a:gd name="T48" fmla="*/ 672 w 1120"/>
                  <a:gd name="T49" fmla="*/ 1004 h 1107"/>
                  <a:gd name="T50" fmla="*/ 711 w 1120"/>
                  <a:gd name="T51" fmla="*/ 908 h 1107"/>
                  <a:gd name="T52" fmla="*/ 685 w 1120"/>
                  <a:gd name="T53" fmla="*/ 793 h 1107"/>
                  <a:gd name="T54" fmla="*/ 666 w 1120"/>
                  <a:gd name="T55" fmla="*/ 716 h 1107"/>
                  <a:gd name="T56" fmla="*/ 640 w 1120"/>
                  <a:gd name="T57" fmla="*/ 665 h 1107"/>
                  <a:gd name="T58" fmla="*/ 743 w 1120"/>
                  <a:gd name="T59" fmla="*/ 562 h 1107"/>
                  <a:gd name="T60" fmla="*/ 708 w 1120"/>
                  <a:gd name="T61" fmla="*/ 481 h 1107"/>
                  <a:gd name="T62" fmla="*/ 635 w 1120"/>
                  <a:gd name="T63" fmla="*/ 423 h 1107"/>
                  <a:gd name="T64" fmla="*/ 576 w 1120"/>
                  <a:gd name="T65" fmla="*/ 364 h 1107"/>
                  <a:gd name="T66" fmla="*/ 487 w 1120"/>
                  <a:gd name="T67" fmla="*/ 313 h 1107"/>
                  <a:gd name="T68" fmla="*/ 359 w 1120"/>
                  <a:gd name="T69" fmla="*/ 299 h 1107"/>
                  <a:gd name="T70" fmla="*/ 271 w 1120"/>
                  <a:gd name="T71" fmla="*/ 299 h 1107"/>
                  <a:gd name="T72" fmla="*/ 162 w 1120"/>
                  <a:gd name="T73" fmla="*/ 321 h 1107"/>
                  <a:gd name="T74" fmla="*/ 83 w 1120"/>
                  <a:gd name="T75" fmla="*/ 352 h 1107"/>
                  <a:gd name="T76" fmla="*/ 0 w 1120"/>
                  <a:gd name="T77" fmla="*/ 409 h 1107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1120"/>
                  <a:gd name="T118" fmla="*/ 0 h 1107"/>
                  <a:gd name="T119" fmla="*/ 1120 w 1120"/>
                  <a:gd name="T120" fmla="*/ 1107 h 1107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1120" h="1107">
                    <a:moveTo>
                      <a:pt x="0" y="409"/>
                    </a:moveTo>
                    <a:lnTo>
                      <a:pt x="269" y="140"/>
                    </a:lnTo>
                    <a:lnTo>
                      <a:pt x="327" y="76"/>
                    </a:lnTo>
                    <a:lnTo>
                      <a:pt x="403" y="38"/>
                    </a:lnTo>
                    <a:lnTo>
                      <a:pt x="499" y="12"/>
                    </a:lnTo>
                    <a:lnTo>
                      <a:pt x="595" y="0"/>
                    </a:lnTo>
                    <a:lnTo>
                      <a:pt x="704" y="6"/>
                    </a:lnTo>
                    <a:lnTo>
                      <a:pt x="807" y="38"/>
                    </a:lnTo>
                    <a:lnTo>
                      <a:pt x="890" y="83"/>
                    </a:lnTo>
                    <a:lnTo>
                      <a:pt x="973" y="128"/>
                    </a:lnTo>
                    <a:lnTo>
                      <a:pt x="1005" y="166"/>
                    </a:lnTo>
                    <a:lnTo>
                      <a:pt x="1043" y="224"/>
                    </a:lnTo>
                    <a:lnTo>
                      <a:pt x="1082" y="288"/>
                    </a:lnTo>
                    <a:lnTo>
                      <a:pt x="1114" y="364"/>
                    </a:lnTo>
                    <a:lnTo>
                      <a:pt x="1120" y="460"/>
                    </a:lnTo>
                    <a:lnTo>
                      <a:pt x="1120" y="544"/>
                    </a:lnTo>
                    <a:lnTo>
                      <a:pt x="1101" y="608"/>
                    </a:lnTo>
                    <a:lnTo>
                      <a:pt x="1075" y="665"/>
                    </a:lnTo>
                    <a:lnTo>
                      <a:pt x="1056" y="716"/>
                    </a:lnTo>
                    <a:lnTo>
                      <a:pt x="1018" y="761"/>
                    </a:lnTo>
                    <a:lnTo>
                      <a:pt x="986" y="800"/>
                    </a:lnTo>
                    <a:lnTo>
                      <a:pt x="711" y="1075"/>
                    </a:lnTo>
                    <a:lnTo>
                      <a:pt x="736" y="1017"/>
                    </a:lnTo>
                    <a:lnTo>
                      <a:pt x="646" y="1107"/>
                    </a:lnTo>
                    <a:lnTo>
                      <a:pt x="672" y="1004"/>
                    </a:lnTo>
                    <a:lnTo>
                      <a:pt x="711" y="908"/>
                    </a:lnTo>
                    <a:lnTo>
                      <a:pt x="685" y="793"/>
                    </a:lnTo>
                    <a:lnTo>
                      <a:pt x="666" y="716"/>
                    </a:lnTo>
                    <a:lnTo>
                      <a:pt x="640" y="665"/>
                    </a:lnTo>
                    <a:lnTo>
                      <a:pt x="743" y="562"/>
                    </a:lnTo>
                    <a:lnTo>
                      <a:pt x="708" y="481"/>
                    </a:lnTo>
                    <a:lnTo>
                      <a:pt x="635" y="423"/>
                    </a:lnTo>
                    <a:lnTo>
                      <a:pt x="576" y="364"/>
                    </a:lnTo>
                    <a:lnTo>
                      <a:pt x="487" y="313"/>
                    </a:lnTo>
                    <a:lnTo>
                      <a:pt x="359" y="299"/>
                    </a:lnTo>
                    <a:lnTo>
                      <a:pt x="271" y="299"/>
                    </a:lnTo>
                    <a:lnTo>
                      <a:pt x="162" y="321"/>
                    </a:lnTo>
                    <a:lnTo>
                      <a:pt x="83" y="352"/>
                    </a:lnTo>
                    <a:lnTo>
                      <a:pt x="0" y="409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761800"/>
                  </a:gs>
                  <a:gs pos="50000">
                    <a:srgbClr val="FF3300"/>
                  </a:gs>
                  <a:gs pos="100000">
                    <a:srgbClr val="761800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66" name="Freeform 204">
                <a:extLst>
                  <a:ext uri="{FF2B5EF4-FFF2-40B4-BE49-F238E27FC236}">
                    <a16:creationId xmlns:a16="http://schemas.microsoft.com/office/drawing/2014/main" id="{095BBE94-BC23-099F-E129-B85A81AD0E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72" y="3357"/>
                <a:ext cx="356" cy="356"/>
              </a:xfrm>
              <a:custGeom>
                <a:avLst/>
                <a:gdLst>
                  <a:gd name="T0" fmla="*/ 356 w 356"/>
                  <a:gd name="T1" fmla="*/ 0 h 356"/>
                  <a:gd name="T2" fmla="*/ 0 w 356"/>
                  <a:gd name="T3" fmla="*/ 356 h 356"/>
                  <a:gd name="T4" fmla="*/ 0 60000 65536"/>
                  <a:gd name="T5" fmla="*/ 0 60000 65536"/>
                  <a:gd name="T6" fmla="*/ 0 w 356"/>
                  <a:gd name="T7" fmla="*/ 0 h 356"/>
                  <a:gd name="T8" fmla="*/ 356 w 356"/>
                  <a:gd name="T9" fmla="*/ 356 h 35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356" h="356">
                    <a:moveTo>
                      <a:pt x="356" y="0"/>
                    </a:moveTo>
                    <a:lnTo>
                      <a:pt x="0" y="356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67" name="Line 205">
                <a:extLst>
                  <a:ext uri="{FF2B5EF4-FFF2-40B4-BE49-F238E27FC236}">
                    <a16:creationId xmlns:a16="http://schemas.microsoft.com/office/drawing/2014/main" id="{F09D60F0-68D5-5FB0-F9F7-B6C6DEA02A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85" y="3677"/>
                <a:ext cx="269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68" name="Line 206">
                <a:extLst>
                  <a:ext uri="{FF2B5EF4-FFF2-40B4-BE49-F238E27FC236}">
                    <a16:creationId xmlns:a16="http://schemas.microsoft.com/office/drawing/2014/main" id="{E5856F5E-D714-CA8C-4E4D-B611F9A5A5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27" y="3224"/>
                <a:ext cx="262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69" name="Freeform 207">
                <a:extLst>
                  <a:ext uri="{FF2B5EF4-FFF2-40B4-BE49-F238E27FC236}">
                    <a16:creationId xmlns:a16="http://schemas.microsoft.com/office/drawing/2014/main" id="{3C481B48-1CF7-BB6F-B6B4-5FB80CDE4E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4" y="3675"/>
                <a:ext cx="267" cy="2"/>
              </a:xfrm>
              <a:custGeom>
                <a:avLst/>
                <a:gdLst>
                  <a:gd name="T0" fmla="*/ 0 w 267"/>
                  <a:gd name="T1" fmla="*/ 0 h 2"/>
                  <a:gd name="T2" fmla="*/ 267 w 267"/>
                  <a:gd name="T3" fmla="*/ 2 h 2"/>
                  <a:gd name="T4" fmla="*/ 0 60000 65536"/>
                  <a:gd name="T5" fmla="*/ 0 60000 65536"/>
                  <a:gd name="T6" fmla="*/ 0 w 267"/>
                  <a:gd name="T7" fmla="*/ 0 h 2"/>
                  <a:gd name="T8" fmla="*/ 267 w 267"/>
                  <a:gd name="T9" fmla="*/ 2 h 2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67" h="2">
                    <a:moveTo>
                      <a:pt x="0" y="0"/>
                    </a:moveTo>
                    <a:lnTo>
                      <a:pt x="267" y="2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70" name="Freeform 208">
                <a:extLst>
                  <a:ext uri="{FF2B5EF4-FFF2-40B4-BE49-F238E27FC236}">
                    <a16:creationId xmlns:a16="http://schemas.microsoft.com/office/drawing/2014/main" id="{BCD99F31-C57B-2A71-07AD-E9305670D5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09" y="3108"/>
                <a:ext cx="247" cy="1"/>
              </a:xfrm>
              <a:custGeom>
                <a:avLst/>
                <a:gdLst>
                  <a:gd name="T0" fmla="*/ 0 w 247"/>
                  <a:gd name="T1" fmla="*/ 0 h 1"/>
                  <a:gd name="T2" fmla="*/ 247 w 247"/>
                  <a:gd name="T3" fmla="*/ 1 h 1"/>
                  <a:gd name="T4" fmla="*/ 0 60000 65536"/>
                  <a:gd name="T5" fmla="*/ 0 60000 65536"/>
                  <a:gd name="T6" fmla="*/ 0 w 247"/>
                  <a:gd name="T7" fmla="*/ 0 h 1"/>
                  <a:gd name="T8" fmla="*/ 247 w 247"/>
                  <a:gd name="T9" fmla="*/ 1 h 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47" h="1">
                    <a:moveTo>
                      <a:pt x="0" y="0"/>
                    </a:moveTo>
                    <a:lnTo>
                      <a:pt x="247" y="1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71" name="Line 209">
                <a:extLst>
                  <a:ext uri="{FF2B5EF4-FFF2-40B4-BE49-F238E27FC236}">
                    <a16:creationId xmlns:a16="http://schemas.microsoft.com/office/drawing/2014/main" id="{D1601F5B-1601-B14B-ACD8-19082A7ADA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739" y="3546"/>
                <a:ext cx="124" cy="12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72" name="Freeform 210">
                <a:extLst>
                  <a:ext uri="{FF2B5EF4-FFF2-40B4-BE49-F238E27FC236}">
                    <a16:creationId xmlns:a16="http://schemas.microsoft.com/office/drawing/2014/main" id="{A5E1715A-CE6C-665C-08DB-0F34C05775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28" y="3095"/>
                <a:ext cx="135" cy="135"/>
              </a:xfrm>
              <a:custGeom>
                <a:avLst/>
                <a:gdLst>
                  <a:gd name="T0" fmla="*/ 135 w 135"/>
                  <a:gd name="T1" fmla="*/ 0 h 135"/>
                  <a:gd name="T2" fmla="*/ 0 w 135"/>
                  <a:gd name="T3" fmla="*/ 135 h 135"/>
                  <a:gd name="T4" fmla="*/ 0 60000 65536"/>
                  <a:gd name="T5" fmla="*/ 0 60000 65536"/>
                  <a:gd name="T6" fmla="*/ 0 w 135"/>
                  <a:gd name="T7" fmla="*/ 0 h 135"/>
                  <a:gd name="T8" fmla="*/ 135 w 135"/>
                  <a:gd name="T9" fmla="*/ 135 h 135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35" h="135">
                    <a:moveTo>
                      <a:pt x="135" y="0"/>
                    </a:moveTo>
                    <a:lnTo>
                      <a:pt x="0" y="135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73" name="Line 211">
                <a:extLst>
                  <a:ext uri="{FF2B5EF4-FFF2-40B4-BE49-F238E27FC236}">
                    <a16:creationId xmlns:a16="http://schemas.microsoft.com/office/drawing/2014/main" id="{7FFD6299-BA53-8F3A-C27B-506A6F1E1C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95" y="3109"/>
                <a:ext cx="116" cy="11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74" name="Freeform 212">
                <a:extLst>
                  <a:ext uri="{FF2B5EF4-FFF2-40B4-BE49-F238E27FC236}">
                    <a16:creationId xmlns:a16="http://schemas.microsoft.com/office/drawing/2014/main" id="{0B1A7F7A-61AE-AA6F-73A4-69280720D5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25" y="3102"/>
                <a:ext cx="120" cy="124"/>
              </a:xfrm>
              <a:custGeom>
                <a:avLst/>
                <a:gdLst>
                  <a:gd name="T0" fmla="*/ 120 w 120"/>
                  <a:gd name="T1" fmla="*/ 0 h 124"/>
                  <a:gd name="T2" fmla="*/ 0 w 120"/>
                  <a:gd name="T3" fmla="*/ 124 h 124"/>
                  <a:gd name="T4" fmla="*/ 0 60000 65536"/>
                  <a:gd name="T5" fmla="*/ 0 60000 65536"/>
                  <a:gd name="T6" fmla="*/ 0 w 120"/>
                  <a:gd name="T7" fmla="*/ 0 h 124"/>
                  <a:gd name="T8" fmla="*/ 120 w 120"/>
                  <a:gd name="T9" fmla="*/ 124 h 124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20" h="124">
                    <a:moveTo>
                      <a:pt x="120" y="0"/>
                    </a:moveTo>
                    <a:lnTo>
                      <a:pt x="0" y="124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75" name="Line 213">
                <a:extLst>
                  <a:ext uri="{FF2B5EF4-FFF2-40B4-BE49-F238E27FC236}">
                    <a16:creationId xmlns:a16="http://schemas.microsoft.com/office/drawing/2014/main" id="{90E70E33-86A5-5E29-4F80-E29DAF3F71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383" y="3101"/>
                <a:ext cx="116" cy="11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76" name="Line 214">
                <a:extLst>
                  <a:ext uri="{FF2B5EF4-FFF2-40B4-BE49-F238E27FC236}">
                    <a16:creationId xmlns:a16="http://schemas.microsoft.com/office/drawing/2014/main" id="{3DB0CEFB-0BEA-E2DC-65D7-39991EA2ED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34" y="3102"/>
                <a:ext cx="269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77" name="Freeform 215">
                <a:extLst>
                  <a:ext uri="{FF2B5EF4-FFF2-40B4-BE49-F238E27FC236}">
                    <a16:creationId xmlns:a16="http://schemas.microsoft.com/office/drawing/2014/main" id="{3BC7341B-BB87-02BF-CB80-210EEEB27A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16" y="2846"/>
                <a:ext cx="880" cy="256"/>
              </a:xfrm>
              <a:custGeom>
                <a:avLst/>
                <a:gdLst>
                  <a:gd name="T0" fmla="*/ 0 w 880"/>
                  <a:gd name="T1" fmla="*/ 256 h 256"/>
                  <a:gd name="T2" fmla="*/ 43 w 880"/>
                  <a:gd name="T3" fmla="*/ 198 h 256"/>
                  <a:gd name="T4" fmla="*/ 116 w 880"/>
                  <a:gd name="T5" fmla="*/ 132 h 256"/>
                  <a:gd name="T6" fmla="*/ 174 w 880"/>
                  <a:gd name="T7" fmla="*/ 89 h 256"/>
                  <a:gd name="T8" fmla="*/ 247 w 880"/>
                  <a:gd name="T9" fmla="*/ 45 h 256"/>
                  <a:gd name="T10" fmla="*/ 320 w 880"/>
                  <a:gd name="T11" fmla="*/ 16 h 256"/>
                  <a:gd name="T12" fmla="*/ 385 w 880"/>
                  <a:gd name="T13" fmla="*/ 2 h 256"/>
                  <a:gd name="T14" fmla="*/ 458 w 880"/>
                  <a:gd name="T15" fmla="*/ 2 h 256"/>
                  <a:gd name="T16" fmla="*/ 545 w 880"/>
                  <a:gd name="T17" fmla="*/ 9 h 256"/>
                  <a:gd name="T18" fmla="*/ 627 w 880"/>
                  <a:gd name="T19" fmla="*/ 26 h 256"/>
                  <a:gd name="T20" fmla="*/ 712 w 880"/>
                  <a:gd name="T21" fmla="*/ 67 h 256"/>
                  <a:gd name="T22" fmla="*/ 763 w 880"/>
                  <a:gd name="T23" fmla="*/ 111 h 256"/>
                  <a:gd name="T24" fmla="*/ 807 w 880"/>
                  <a:gd name="T25" fmla="*/ 147 h 256"/>
                  <a:gd name="T26" fmla="*/ 851 w 880"/>
                  <a:gd name="T27" fmla="*/ 205 h 256"/>
                  <a:gd name="T28" fmla="*/ 880 w 880"/>
                  <a:gd name="T29" fmla="*/ 249 h 25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880"/>
                  <a:gd name="T46" fmla="*/ 0 h 256"/>
                  <a:gd name="T47" fmla="*/ 880 w 880"/>
                  <a:gd name="T48" fmla="*/ 256 h 25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880" h="256">
                    <a:moveTo>
                      <a:pt x="0" y="256"/>
                    </a:moveTo>
                    <a:cubicBezTo>
                      <a:pt x="7" y="246"/>
                      <a:pt x="24" y="219"/>
                      <a:pt x="43" y="198"/>
                    </a:cubicBezTo>
                    <a:cubicBezTo>
                      <a:pt x="62" y="177"/>
                      <a:pt x="94" y="150"/>
                      <a:pt x="116" y="132"/>
                    </a:cubicBezTo>
                    <a:cubicBezTo>
                      <a:pt x="138" y="114"/>
                      <a:pt x="152" y="104"/>
                      <a:pt x="174" y="89"/>
                    </a:cubicBezTo>
                    <a:cubicBezTo>
                      <a:pt x="196" y="74"/>
                      <a:pt x="223" y="57"/>
                      <a:pt x="247" y="45"/>
                    </a:cubicBezTo>
                    <a:cubicBezTo>
                      <a:pt x="271" y="33"/>
                      <a:pt x="297" y="23"/>
                      <a:pt x="320" y="16"/>
                    </a:cubicBezTo>
                    <a:cubicBezTo>
                      <a:pt x="343" y="9"/>
                      <a:pt x="362" y="4"/>
                      <a:pt x="385" y="2"/>
                    </a:cubicBezTo>
                    <a:cubicBezTo>
                      <a:pt x="408" y="0"/>
                      <a:pt x="431" y="1"/>
                      <a:pt x="458" y="2"/>
                    </a:cubicBezTo>
                    <a:cubicBezTo>
                      <a:pt x="485" y="3"/>
                      <a:pt x="517" y="5"/>
                      <a:pt x="545" y="9"/>
                    </a:cubicBezTo>
                    <a:cubicBezTo>
                      <a:pt x="573" y="13"/>
                      <a:pt x="599" y="16"/>
                      <a:pt x="627" y="26"/>
                    </a:cubicBezTo>
                    <a:cubicBezTo>
                      <a:pt x="655" y="36"/>
                      <a:pt x="689" y="53"/>
                      <a:pt x="712" y="67"/>
                    </a:cubicBezTo>
                    <a:cubicBezTo>
                      <a:pt x="735" y="81"/>
                      <a:pt x="747" y="98"/>
                      <a:pt x="763" y="111"/>
                    </a:cubicBezTo>
                    <a:cubicBezTo>
                      <a:pt x="779" y="124"/>
                      <a:pt x="793" y="132"/>
                      <a:pt x="807" y="147"/>
                    </a:cubicBezTo>
                    <a:cubicBezTo>
                      <a:pt x="821" y="162"/>
                      <a:pt x="839" y="188"/>
                      <a:pt x="851" y="205"/>
                    </a:cubicBezTo>
                    <a:cubicBezTo>
                      <a:pt x="863" y="222"/>
                      <a:pt x="875" y="242"/>
                      <a:pt x="880" y="249"/>
                    </a:cubicBez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78" name="Freeform 216">
                <a:extLst>
                  <a:ext uri="{FF2B5EF4-FFF2-40B4-BE49-F238E27FC236}">
                    <a16:creationId xmlns:a16="http://schemas.microsoft.com/office/drawing/2014/main" id="{2CEC93C6-418E-89B5-5A42-B9FD38E0B9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03" y="3575"/>
                <a:ext cx="785" cy="242"/>
              </a:xfrm>
              <a:custGeom>
                <a:avLst/>
                <a:gdLst>
                  <a:gd name="T0" fmla="*/ 0 w 785"/>
                  <a:gd name="T1" fmla="*/ 102 h 242"/>
                  <a:gd name="T2" fmla="*/ 58 w 785"/>
                  <a:gd name="T3" fmla="*/ 145 h 242"/>
                  <a:gd name="T4" fmla="*/ 102 w 785"/>
                  <a:gd name="T5" fmla="*/ 167 h 242"/>
                  <a:gd name="T6" fmla="*/ 167 w 785"/>
                  <a:gd name="T7" fmla="*/ 204 h 242"/>
                  <a:gd name="T8" fmla="*/ 246 w 785"/>
                  <a:gd name="T9" fmla="*/ 236 h 242"/>
                  <a:gd name="T10" fmla="*/ 342 w 785"/>
                  <a:gd name="T11" fmla="*/ 240 h 242"/>
                  <a:gd name="T12" fmla="*/ 429 w 785"/>
                  <a:gd name="T13" fmla="*/ 233 h 242"/>
                  <a:gd name="T14" fmla="*/ 509 w 785"/>
                  <a:gd name="T15" fmla="*/ 218 h 242"/>
                  <a:gd name="T16" fmla="*/ 580 w 785"/>
                  <a:gd name="T17" fmla="*/ 193 h 242"/>
                  <a:gd name="T18" fmla="*/ 647 w 785"/>
                  <a:gd name="T19" fmla="*/ 160 h 242"/>
                  <a:gd name="T20" fmla="*/ 691 w 785"/>
                  <a:gd name="T21" fmla="*/ 124 h 242"/>
                  <a:gd name="T22" fmla="*/ 742 w 785"/>
                  <a:gd name="T23" fmla="*/ 73 h 242"/>
                  <a:gd name="T24" fmla="*/ 785 w 785"/>
                  <a:gd name="T25" fmla="*/ 0 h 242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785"/>
                  <a:gd name="T40" fmla="*/ 0 h 242"/>
                  <a:gd name="T41" fmla="*/ 785 w 785"/>
                  <a:gd name="T42" fmla="*/ 242 h 242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785" h="242">
                    <a:moveTo>
                      <a:pt x="0" y="102"/>
                    </a:moveTo>
                    <a:cubicBezTo>
                      <a:pt x="20" y="118"/>
                      <a:pt x="41" y="134"/>
                      <a:pt x="58" y="145"/>
                    </a:cubicBezTo>
                    <a:cubicBezTo>
                      <a:pt x="75" y="156"/>
                      <a:pt x="84" y="157"/>
                      <a:pt x="102" y="167"/>
                    </a:cubicBezTo>
                    <a:cubicBezTo>
                      <a:pt x="120" y="177"/>
                      <a:pt x="143" y="192"/>
                      <a:pt x="167" y="204"/>
                    </a:cubicBezTo>
                    <a:cubicBezTo>
                      <a:pt x="191" y="216"/>
                      <a:pt x="217" y="230"/>
                      <a:pt x="246" y="236"/>
                    </a:cubicBezTo>
                    <a:cubicBezTo>
                      <a:pt x="275" y="242"/>
                      <a:pt x="312" y="240"/>
                      <a:pt x="342" y="240"/>
                    </a:cubicBezTo>
                    <a:cubicBezTo>
                      <a:pt x="372" y="240"/>
                      <a:pt x="401" y="237"/>
                      <a:pt x="429" y="233"/>
                    </a:cubicBezTo>
                    <a:cubicBezTo>
                      <a:pt x="457" y="229"/>
                      <a:pt x="484" y="225"/>
                      <a:pt x="509" y="218"/>
                    </a:cubicBezTo>
                    <a:cubicBezTo>
                      <a:pt x="534" y="211"/>
                      <a:pt x="557" y="203"/>
                      <a:pt x="580" y="193"/>
                    </a:cubicBezTo>
                    <a:cubicBezTo>
                      <a:pt x="603" y="183"/>
                      <a:pt x="629" y="171"/>
                      <a:pt x="647" y="160"/>
                    </a:cubicBezTo>
                    <a:cubicBezTo>
                      <a:pt x="665" y="149"/>
                      <a:pt x="675" y="138"/>
                      <a:pt x="691" y="124"/>
                    </a:cubicBezTo>
                    <a:cubicBezTo>
                      <a:pt x="707" y="110"/>
                      <a:pt x="726" y="94"/>
                      <a:pt x="742" y="73"/>
                    </a:cubicBezTo>
                    <a:cubicBezTo>
                      <a:pt x="758" y="52"/>
                      <a:pt x="772" y="26"/>
                      <a:pt x="785" y="0"/>
                    </a:cubicBez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79" name="Freeform 217">
                <a:extLst>
                  <a:ext uri="{FF2B5EF4-FFF2-40B4-BE49-F238E27FC236}">
                    <a16:creationId xmlns:a16="http://schemas.microsoft.com/office/drawing/2014/main" id="{F73000A1-DAE9-3A48-1C0B-E32872FDEF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09" y="3226"/>
                <a:ext cx="130" cy="436"/>
              </a:xfrm>
              <a:custGeom>
                <a:avLst/>
                <a:gdLst>
                  <a:gd name="T0" fmla="*/ 130 w 130"/>
                  <a:gd name="T1" fmla="*/ 0 h 436"/>
                  <a:gd name="T2" fmla="*/ 87 w 130"/>
                  <a:gd name="T3" fmla="*/ 29 h 436"/>
                  <a:gd name="T4" fmla="*/ 36 w 130"/>
                  <a:gd name="T5" fmla="*/ 80 h 436"/>
                  <a:gd name="T6" fmla="*/ 14 w 130"/>
                  <a:gd name="T7" fmla="*/ 145 h 436"/>
                  <a:gd name="T8" fmla="*/ 0 w 130"/>
                  <a:gd name="T9" fmla="*/ 234 h 436"/>
                  <a:gd name="T10" fmla="*/ 14 w 130"/>
                  <a:gd name="T11" fmla="*/ 298 h 436"/>
                  <a:gd name="T12" fmla="*/ 58 w 130"/>
                  <a:gd name="T13" fmla="*/ 363 h 436"/>
                  <a:gd name="T14" fmla="*/ 79 w 130"/>
                  <a:gd name="T15" fmla="*/ 407 h 436"/>
                  <a:gd name="T16" fmla="*/ 116 w 130"/>
                  <a:gd name="T17" fmla="*/ 436 h 4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30"/>
                  <a:gd name="T28" fmla="*/ 0 h 436"/>
                  <a:gd name="T29" fmla="*/ 130 w 130"/>
                  <a:gd name="T30" fmla="*/ 436 h 4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30" h="436">
                    <a:moveTo>
                      <a:pt x="130" y="0"/>
                    </a:moveTo>
                    <a:cubicBezTo>
                      <a:pt x="116" y="8"/>
                      <a:pt x="103" y="16"/>
                      <a:pt x="87" y="29"/>
                    </a:cubicBezTo>
                    <a:cubicBezTo>
                      <a:pt x="71" y="42"/>
                      <a:pt x="48" y="61"/>
                      <a:pt x="36" y="80"/>
                    </a:cubicBezTo>
                    <a:cubicBezTo>
                      <a:pt x="24" y="99"/>
                      <a:pt x="20" y="119"/>
                      <a:pt x="14" y="145"/>
                    </a:cubicBezTo>
                    <a:cubicBezTo>
                      <a:pt x="8" y="171"/>
                      <a:pt x="0" y="209"/>
                      <a:pt x="0" y="234"/>
                    </a:cubicBezTo>
                    <a:cubicBezTo>
                      <a:pt x="0" y="259"/>
                      <a:pt x="4" y="276"/>
                      <a:pt x="14" y="298"/>
                    </a:cubicBezTo>
                    <a:cubicBezTo>
                      <a:pt x="24" y="320"/>
                      <a:pt x="47" y="345"/>
                      <a:pt x="58" y="363"/>
                    </a:cubicBezTo>
                    <a:cubicBezTo>
                      <a:pt x="69" y="381"/>
                      <a:pt x="69" y="395"/>
                      <a:pt x="79" y="407"/>
                    </a:cubicBezTo>
                    <a:cubicBezTo>
                      <a:pt x="89" y="419"/>
                      <a:pt x="106" y="430"/>
                      <a:pt x="116" y="436"/>
                    </a:cubicBez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80" name="Freeform 218">
                <a:extLst>
                  <a:ext uri="{FF2B5EF4-FFF2-40B4-BE49-F238E27FC236}">
                    <a16:creationId xmlns:a16="http://schemas.microsoft.com/office/drawing/2014/main" id="{35813E04-C72A-C790-F2CF-55E19CDB88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12" y="3226"/>
                <a:ext cx="73" cy="451"/>
              </a:xfrm>
              <a:custGeom>
                <a:avLst/>
                <a:gdLst>
                  <a:gd name="T0" fmla="*/ 73 w 73"/>
                  <a:gd name="T1" fmla="*/ 0 h 451"/>
                  <a:gd name="T2" fmla="*/ 36 w 73"/>
                  <a:gd name="T3" fmla="*/ 73 h 451"/>
                  <a:gd name="T4" fmla="*/ 7 w 73"/>
                  <a:gd name="T5" fmla="*/ 145 h 451"/>
                  <a:gd name="T6" fmla="*/ 0 w 73"/>
                  <a:gd name="T7" fmla="*/ 211 h 451"/>
                  <a:gd name="T8" fmla="*/ 7 w 73"/>
                  <a:gd name="T9" fmla="*/ 269 h 451"/>
                  <a:gd name="T10" fmla="*/ 22 w 73"/>
                  <a:gd name="T11" fmla="*/ 342 h 451"/>
                  <a:gd name="T12" fmla="*/ 44 w 73"/>
                  <a:gd name="T13" fmla="*/ 393 h 451"/>
                  <a:gd name="T14" fmla="*/ 73 w 73"/>
                  <a:gd name="T15" fmla="*/ 451 h 451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73"/>
                  <a:gd name="T25" fmla="*/ 0 h 451"/>
                  <a:gd name="T26" fmla="*/ 73 w 73"/>
                  <a:gd name="T27" fmla="*/ 451 h 451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73" h="451">
                    <a:moveTo>
                      <a:pt x="73" y="0"/>
                    </a:moveTo>
                    <a:cubicBezTo>
                      <a:pt x="59" y="25"/>
                      <a:pt x="47" y="49"/>
                      <a:pt x="36" y="73"/>
                    </a:cubicBezTo>
                    <a:cubicBezTo>
                      <a:pt x="25" y="97"/>
                      <a:pt x="13" y="122"/>
                      <a:pt x="7" y="145"/>
                    </a:cubicBezTo>
                    <a:cubicBezTo>
                      <a:pt x="1" y="168"/>
                      <a:pt x="0" y="190"/>
                      <a:pt x="0" y="211"/>
                    </a:cubicBezTo>
                    <a:cubicBezTo>
                      <a:pt x="0" y="232"/>
                      <a:pt x="3" y="247"/>
                      <a:pt x="7" y="269"/>
                    </a:cubicBezTo>
                    <a:cubicBezTo>
                      <a:pt x="11" y="291"/>
                      <a:pt x="16" y="321"/>
                      <a:pt x="22" y="342"/>
                    </a:cubicBezTo>
                    <a:cubicBezTo>
                      <a:pt x="28" y="363"/>
                      <a:pt x="35" y="375"/>
                      <a:pt x="44" y="393"/>
                    </a:cubicBezTo>
                    <a:cubicBezTo>
                      <a:pt x="53" y="411"/>
                      <a:pt x="62" y="431"/>
                      <a:pt x="73" y="451"/>
                    </a:cubicBez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81" name="Freeform 219">
                <a:extLst>
                  <a:ext uri="{FF2B5EF4-FFF2-40B4-BE49-F238E27FC236}">
                    <a16:creationId xmlns:a16="http://schemas.microsoft.com/office/drawing/2014/main" id="{CF92CBA9-0194-F2B1-0912-C6903D2A09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2" y="3218"/>
                <a:ext cx="128" cy="451"/>
              </a:xfrm>
              <a:custGeom>
                <a:avLst/>
                <a:gdLst>
                  <a:gd name="T0" fmla="*/ 0 w 128"/>
                  <a:gd name="T1" fmla="*/ 0 h 451"/>
                  <a:gd name="T2" fmla="*/ 29 w 128"/>
                  <a:gd name="T3" fmla="*/ 37 h 451"/>
                  <a:gd name="T4" fmla="*/ 80 w 128"/>
                  <a:gd name="T5" fmla="*/ 81 h 451"/>
                  <a:gd name="T6" fmla="*/ 102 w 128"/>
                  <a:gd name="T7" fmla="*/ 124 h 451"/>
                  <a:gd name="T8" fmla="*/ 124 w 128"/>
                  <a:gd name="T9" fmla="*/ 190 h 451"/>
                  <a:gd name="T10" fmla="*/ 124 w 128"/>
                  <a:gd name="T11" fmla="*/ 233 h 451"/>
                  <a:gd name="T12" fmla="*/ 124 w 128"/>
                  <a:gd name="T13" fmla="*/ 284 h 451"/>
                  <a:gd name="T14" fmla="*/ 102 w 128"/>
                  <a:gd name="T15" fmla="*/ 335 h 451"/>
                  <a:gd name="T16" fmla="*/ 80 w 128"/>
                  <a:gd name="T17" fmla="*/ 379 h 451"/>
                  <a:gd name="T18" fmla="*/ 51 w 128"/>
                  <a:gd name="T19" fmla="*/ 415 h 451"/>
                  <a:gd name="T20" fmla="*/ 7 w 128"/>
                  <a:gd name="T21" fmla="*/ 451 h 451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28"/>
                  <a:gd name="T34" fmla="*/ 0 h 451"/>
                  <a:gd name="T35" fmla="*/ 128 w 128"/>
                  <a:gd name="T36" fmla="*/ 451 h 451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28" h="451">
                    <a:moveTo>
                      <a:pt x="0" y="0"/>
                    </a:moveTo>
                    <a:cubicBezTo>
                      <a:pt x="8" y="12"/>
                      <a:pt x="16" y="24"/>
                      <a:pt x="29" y="37"/>
                    </a:cubicBezTo>
                    <a:cubicBezTo>
                      <a:pt x="42" y="50"/>
                      <a:pt x="68" y="66"/>
                      <a:pt x="80" y="81"/>
                    </a:cubicBezTo>
                    <a:cubicBezTo>
                      <a:pt x="92" y="96"/>
                      <a:pt x="95" y="106"/>
                      <a:pt x="102" y="124"/>
                    </a:cubicBezTo>
                    <a:cubicBezTo>
                      <a:pt x="109" y="142"/>
                      <a:pt x="120" y="172"/>
                      <a:pt x="124" y="190"/>
                    </a:cubicBezTo>
                    <a:cubicBezTo>
                      <a:pt x="128" y="208"/>
                      <a:pt x="124" y="217"/>
                      <a:pt x="124" y="233"/>
                    </a:cubicBezTo>
                    <a:cubicBezTo>
                      <a:pt x="124" y="249"/>
                      <a:pt x="128" y="267"/>
                      <a:pt x="124" y="284"/>
                    </a:cubicBezTo>
                    <a:cubicBezTo>
                      <a:pt x="120" y="301"/>
                      <a:pt x="109" y="319"/>
                      <a:pt x="102" y="335"/>
                    </a:cubicBezTo>
                    <a:cubicBezTo>
                      <a:pt x="95" y="351"/>
                      <a:pt x="88" y="366"/>
                      <a:pt x="80" y="379"/>
                    </a:cubicBezTo>
                    <a:cubicBezTo>
                      <a:pt x="72" y="392"/>
                      <a:pt x="63" y="403"/>
                      <a:pt x="51" y="415"/>
                    </a:cubicBezTo>
                    <a:cubicBezTo>
                      <a:pt x="39" y="427"/>
                      <a:pt x="23" y="439"/>
                      <a:pt x="7" y="451"/>
                    </a:cubicBez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82" name="Freeform 220">
                <a:extLst>
                  <a:ext uri="{FF2B5EF4-FFF2-40B4-BE49-F238E27FC236}">
                    <a16:creationId xmlns:a16="http://schemas.microsoft.com/office/drawing/2014/main" id="{ABC3622A-7224-3364-AD03-8175462670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87" y="3218"/>
                <a:ext cx="65" cy="451"/>
              </a:xfrm>
              <a:custGeom>
                <a:avLst/>
                <a:gdLst>
                  <a:gd name="T0" fmla="*/ 0 w 65"/>
                  <a:gd name="T1" fmla="*/ 0 h 451"/>
                  <a:gd name="T2" fmla="*/ 21 w 65"/>
                  <a:gd name="T3" fmla="*/ 44 h 451"/>
                  <a:gd name="T4" fmla="*/ 43 w 65"/>
                  <a:gd name="T5" fmla="*/ 95 h 451"/>
                  <a:gd name="T6" fmla="*/ 58 w 65"/>
                  <a:gd name="T7" fmla="*/ 161 h 451"/>
                  <a:gd name="T8" fmla="*/ 65 w 65"/>
                  <a:gd name="T9" fmla="*/ 233 h 451"/>
                  <a:gd name="T10" fmla="*/ 58 w 65"/>
                  <a:gd name="T11" fmla="*/ 284 h 451"/>
                  <a:gd name="T12" fmla="*/ 43 w 65"/>
                  <a:gd name="T13" fmla="*/ 335 h 451"/>
                  <a:gd name="T14" fmla="*/ 29 w 65"/>
                  <a:gd name="T15" fmla="*/ 393 h 451"/>
                  <a:gd name="T16" fmla="*/ 0 w 65"/>
                  <a:gd name="T17" fmla="*/ 451 h 451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65"/>
                  <a:gd name="T28" fmla="*/ 0 h 451"/>
                  <a:gd name="T29" fmla="*/ 65 w 65"/>
                  <a:gd name="T30" fmla="*/ 451 h 451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65" h="451">
                    <a:moveTo>
                      <a:pt x="0" y="0"/>
                    </a:moveTo>
                    <a:cubicBezTo>
                      <a:pt x="6" y="13"/>
                      <a:pt x="14" y="28"/>
                      <a:pt x="21" y="44"/>
                    </a:cubicBezTo>
                    <a:cubicBezTo>
                      <a:pt x="28" y="60"/>
                      <a:pt x="37" y="76"/>
                      <a:pt x="43" y="95"/>
                    </a:cubicBezTo>
                    <a:cubicBezTo>
                      <a:pt x="49" y="114"/>
                      <a:pt x="54" y="138"/>
                      <a:pt x="58" y="161"/>
                    </a:cubicBezTo>
                    <a:cubicBezTo>
                      <a:pt x="62" y="184"/>
                      <a:pt x="65" y="213"/>
                      <a:pt x="65" y="233"/>
                    </a:cubicBezTo>
                    <a:cubicBezTo>
                      <a:pt x="65" y="253"/>
                      <a:pt x="62" y="267"/>
                      <a:pt x="58" y="284"/>
                    </a:cubicBezTo>
                    <a:cubicBezTo>
                      <a:pt x="54" y="301"/>
                      <a:pt x="48" y="317"/>
                      <a:pt x="43" y="335"/>
                    </a:cubicBezTo>
                    <a:cubicBezTo>
                      <a:pt x="38" y="353"/>
                      <a:pt x="36" y="374"/>
                      <a:pt x="29" y="393"/>
                    </a:cubicBezTo>
                    <a:cubicBezTo>
                      <a:pt x="22" y="412"/>
                      <a:pt x="11" y="431"/>
                      <a:pt x="0" y="451"/>
                    </a:cubicBez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83" name="Freeform 221">
                <a:extLst>
                  <a:ext uri="{FF2B5EF4-FFF2-40B4-BE49-F238E27FC236}">
                    <a16:creationId xmlns:a16="http://schemas.microsoft.com/office/drawing/2014/main" id="{C2A69C5E-84A7-5E0F-20A9-7CE18B8E47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56" y="3042"/>
                <a:ext cx="392" cy="67"/>
              </a:xfrm>
              <a:custGeom>
                <a:avLst/>
                <a:gdLst>
                  <a:gd name="T0" fmla="*/ 0 w 392"/>
                  <a:gd name="T1" fmla="*/ 67 h 67"/>
                  <a:gd name="T2" fmla="*/ 43 w 392"/>
                  <a:gd name="T3" fmla="*/ 31 h 67"/>
                  <a:gd name="T4" fmla="*/ 101 w 392"/>
                  <a:gd name="T5" fmla="*/ 9 h 67"/>
                  <a:gd name="T6" fmla="*/ 160 w 392"/>
                  <a:gd name="T7" fmla="*/ 2 h 67"/>
                  <a:gd name="T8" fmla="*/ 225 w 392"/>
                  <a:gd name="T9" fmla="*/ 2 h 67"/>
                  <a:gd name="T10" fmla="*/ 283 w 392"/>
                  <a:gd name="T11" fmla="*/ 16 h 67"/>
                  <a:gd name="T12" fmla="*/ 341 w 392"/>
                  <a:gd name="T13" fmla="*/ 38 h 67"/>
                  <a:gd name="T14" fmla="*/ 392 w 392"/>
                  <a:gd name="T15" fmla="*/ 60 h 6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392"/>
                  <a:gd name="T25" fmla="*/ 0 h 67"/>
                  <a:gd name="T26" fmla="*/ 392 w 392"/>
                  <a:gd name="T27" fmla="*/ 67 h 67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392" h="67">
                    <a:moveTo>
                      <a:pt x="0" y="67"/>
                    </a:moveTo>
                    <a:cubicBezTo>
                      <a:pt x="7" y="62"/>
                      <a:pt x="26" y="41"/>
                      <a:pt x="43" y="31"/>
                    </a:cubicBezTo>
                    <a:cubicBezTo>
                      <a:pt x="60" y="21"/>
                      <a:pt x="82" y="14"/>
                      <a:pt x="101" y="9"/>
                    </a:cubicBezTo>
                    <a:cubicBezTo>
                      <a:pt x="120" y="4"/>
                      <a:pt x="139" y="3"/>
                      <a:pt x="160" y="2"/>
                    </a:cubicBezTo>
                    <a:cubicBezTo>
                      <a:pt x="181" y="1"/>
                      <a:pt x="205" y="0"/>
                      <a:pt x="225" y="2"/>
                    </a:cubicBezTo>
                    <a:cubicBezTo>
                      <a:pt x="245" y="4"/>
                      <a:pt x="264" y="10"/>
                      <a:pt x="283" y="16"/>
                    </a:cubicBezTo>
                    <a:cubicBezTo>
                      <a:pt x="302" y="22"/>
                      <a:pt x="323" y="31"/>
                      <a:pt x="341" y="38"/>
                    </a:cubicBezTo>
                    <a:cubicBezTo>
                      <a:pt x="359" y="45"/>
                      <a:pt x="381" y="56"/>
                      <a:pt x="392" y="60"/>
                    </a:cubicBez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84" name="Freeform 222">
                <a:extLst>
                  <a:ext uri="{FF2B5EF4-FFF2-40B4-BE49-F238E27FC236}">
                    <a16:creationId xmlns:a16="http://schemas.microsoft.com/office/drawing/2014/main" id="{61627375-A8C9-609C-F94F-6949E23DEA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56" y="3546"/>
                <a:ext cx="385" cy="66"/>
              </a:xfrm>
              <a:custGeom>
                <a:avLst/>
                <a:gdLst>
                  <a:gd name="T0" fmla="*/ 0 w 385"/>
                  <a:gd name="T1" fmla="*/ 0 h 66"/>
                  <a:gd name="T2" fmla="*/ 51 w 385"/>
                  <a:gd name="T3" fmla="*/ 22 h 66"/>
                  <a:gd name="T4" fmla="*/ 94 w 385"/>
                  <a:gd name="T5" fmla="*/ 43 h 66"/>
                  <a:gd name="T6" fmla="*/ 138 w 385"/>
                  <a:gd name="T7" fmla="*/ 58 h 66"/>
                  <a:gd name="T8" fmla="*/ 211 w 385"/>
                  <a:gd name="T9" fmla="*/ 65 h 66"/>
                  <a:gd name="T10" fmla="*/ 278 w 385"/>
                  <a:gd name="T11" fmla="*/ 62 h 66"/>
                  <a:gd name="T12" fmla="*/ 336 w 385"/>
                  <a:gd name="T13" fmla="*/ 42 h 66"/>
                  <a:gd name="T14" fmla="*/ 385 w 385"/>
                  <a:gd name="T15" fmla="*/ 14 h 6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385"/>
                  <a:gd name="T25" fmla="*/ 0 h 66"/>
                  <a:gd name="T26" fmla="*/ 385 w 385"/>
                  <a:gd name="T27" fmla="*/ 66 h 6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385" h="66">
                    <a:moveTo>
                      <a:pt x="0" y="0"/>
                    </a:moveTo>
                    <a:cubicBezTo>
                      <a:pt x="17" y="7"/>
                      <a:pt x="35" y="15"/>
                      <a:pt x="51" y="22"/>
                    </a:cubicBezTo>
                    <a:cubicBezTo>
                      <a:pt x="67" y="29"/>
                      <a:pt x="80" y="37"/>
                      <a:pt x="94" y="43"/>
                    </a:cubicBezTo>
                    <a:cubicBezTo>
                      <a:pt x="108" y="49"/>
                      <a:pt x="119" y="54"/>
                      <a:pt x="138" y="58"/>
                    </a:cubicBezTo>
                    <a:cubicBezTo>
                      <a:pt x="157" y="62"/>
                      <a:pt x="188" y="64"/>
                      <a:pt x="211" y="65"/>
                    </a:cubicBezTo>
                    <a:cubicBezTo>
                      <a:pt x="234" y="66"/>
                      <a:pt x="257" y="66"/>
                      <a:pt x="278" y="62"/>
                    </a:cubicBezTo>
                    <a:cubicBezTo>
                      <a:pt x="299" y="58"/>
                      <a:pt x="318" y="50"/>
                      <a:pt x="336" y="42"/>
                    </a:cubicBezTo>
                    <a:cubicBezTo>
                      <a:pt x="354" y="34"/>
                      <a:pt x="375" y="20"/>
                      <a:pt x="385" y="14"/>
                    </a:cubicBez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85" name="Freeform 223">
                <a:extLst>
                  <a:ext uri="{FF2B5EF4-FFF2-40B4-BE49-F238E27FC236}">
                    <a16:creationId xmlns:a16="http://schemas.microsoft.com/office/drawing/2014/main" id="{D2CDA5BE-5E65-071B-B708-0CB6E090A1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16" y="2549"/>
                <a:ext cx="859" cy="830"/>
              </a:xfrm>
              <a:custGeom>
                <a:avLst/>
                <a:gdLst>
                  <a:gd name="T0" fmla="*/ 0 w 859"/>
                  <a:gd name="T1" fmla="*/ 131 h 830"/>
                  <a:gd name="T2" fmla="*/ 43 w 859"/>
                  <a:gd name="T3" fmla="*/ 102 h 830"/>
                  <a:gd name="T4" fmla="*/ 87 w 859"/>
                  <a:gd name="T5" fmla="*/ 66 h 830"/>
                  <a:gd name="T6" fmla="*/ 145 w 859"/>
                  <a:gd name="T7" fmla="*/ 37 h 830"/>
                  <a:gd name="T8" fmla="*/ 196 w 859"/>
                  <a:gd name="T9" fmla="*/ 22 h 830"/>
                  <a:gd name="T10" fmla="*/ 269 w 859"/>
                  <a:gd name="T11" fmla="*/ 8 h 830"/>
                  <a:gd name="T12" fmla="*/ 341 w 859"/>
                  <a:gd name="T13" fmla="*/ 0 h 830"/>
                  <a:gd name="T14" fmla="*/ 414 w 859"/>
                  <a:gd name="T15" fmla="*/ 8 h 830"/>
                  <a:gd name="T16" fmla="*/ 480 w 859"/>
                  <a:gd name="T17" fmla="*/ 22 h 830"/>
                  <a:gd name="T18" fmla="*/ 545 w 859"/>
                  <a:gd name="T19" fmla="*/ 44 h 830"/>
                  <a:gd name="T20" fmla="*/ 603 w 859"/>
                  <a:gd name="T21" fmla="*/ 73 h 830"/>
                  <a:gd name="T22" fmla="*/ 654 w 859"/>
                  <a:gd name="T23" fmla="*/ 102 h 830"/>
                  <a:gd name="T24" fmla="*/ 720 w 859"/>
                  <a:gd name="T25" fmla="*/ 146 h 830"/>
                  <a:gd name="T26" fmla="*/ 763 w 859"/>
                  <a:gd name="T27" fmla="*/ 204 h 830"/>
                  <a:gd name="T28" fmla="*/ 792 w 859"/>
                  <a:gd name="T29" fmla="*/ 255 h 830"/>
                  <a:gd name="T30" fmla="*/ 829 w 859"/>
                  <a:gd name="T31" fmla="*/ 320 h 830"/>
                  <a:gd name="T32" fmla="*/ 843 w 859"/>
                  <a:gd name="T33" fmla="*/ 386 h 830"/>
                  <a:gd name="T34" fmla="*/ 858 w 859"/>
                  <a:gd name="T35" fmla="*/ 473 h 830"/>
                  <a:gd name="T36" fmla="*/ 850 w 859"/>
                  <a:gd name="T37" fmla="*/ 517 h 830"/>
                  <a:gd name="T38" fmla="*/ 836 w 859"/>
                  <a:gd name="T39" fmla="*/ 604 h 830"/>
                  <a:gd name="T40" fmla="*/ 814 w 859"/>
                  <a:gd name="T41" fmla="*/ 662 h 830"/>
                  <a:gd name="T42" fmla="*/ 785 w 859"/>
                  <a:gd name="T43" fmla="*/ 720 h 830"/>
                  <a:gd name="T44" fmla="*/ 741 w 859"/>
                  <a:gd name="T45" fmla="*/ 771 h 830"/>
                  <a:gd name="T46" fmla="*/ 691 w 859"/>
                  <a:gd name="T47" fmla="*/ 830 h 830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w 859"/>
                  <a:gd name="T73" fmla="*/ 0 h 830"/>
                  <a:gd name="T74" fmla="*/ 859 w 859"/>
                  <a:gd name="T75" fmla="*/ 830 h 830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T72" t="T73" r="T74" b="T75"/>
                <a:pathLst>
                  <a:path w="859" h="830">
                    <a:moveTo>
                      <a:pt x="0" y="131"/>
                    </a:moveTo>
                    <a:cubicBezTo>
                      <a:pt x="14" y="122"/>
                      <a:pt x="29" y="113"/>
                      <a:pt x="43" y="102"/>
                    </a:cubicBezTo>
                    <a:cubicBezTo>
                      <a:pt x="57" y="91"/>
                      <a:pt x="70" y="77"/>
                      <a:pt x="87" y="66"/>
                    </a:cubicBezTo>
                    <a:cubicBezTo>
                      <a:pt x="104" y="55"/>
                      <a:pt x="127" y="44"/>
                      <a:pt x="145" y="37"/>
                    </a:cubicBezTo>
                    <a:cubicBezTo>
                      <a:pt x="163" y="30"/>
                      <a:pt x="175" y="27"/>
                      <a:pt x="196" y="22"/>
                    </a:cubicBezTo>
                    <a:cubicBezTo>
                      <a:pt x="217" y="17"/>
                      <a:pt x="245" y="12"/>
                      <a:pt x="269" y="8"/>
                    </a:cubicBezTo>
                    <a:cubicBezTo>
                      <a:pt x="293" y="4"/>
                      <a:pt x="317" y="0"/>
                      <a:pt x="341" y="0"/>
                    </a:cubicBezTo>
                    <a:cubicBezTo>
                      <a:pt x="365" y="0"/>
                      <a:pt x="391" y="4"/>
                      <a:pt x="414" y="8"/>
                    </a:cubicBezTo>
                    <a:cubicBezTo>
                      <a:pt x="437" y="12"/>
                      <a:pt x="458" y="16"/>
                      <a:pt x="480" y="22"/>
                    </a:cubicBezTo>
                    <a:cubicBezTo>
                      <a:pt x="502" y="28"/>
                      <a:pt x="524" y="35"/>
                      <a:pt x="545" y="44"/>
                    </a:cubicBezTo>
                    <a:cubicBezTo>
                      <a:pt x="566" y="53"/>
                      <a:pt x="585" y="63"/>
                      <a:pt x="603" y="73"/>
                    </a:cubicBezTo>
                    <a:cubicBezTo>
                      <a:pt x="621" y="83"/>
                      <a:pt x="635" y="90"/>
                      <a:pt x="654" y="102"/>
                    </a:cubicBezTo>
                    <a:cubicBezTo>
                      <a:pt x="673" y="114"/>
                      <a:pt x="702" y="129"/>
                      <a:pt x="720" y="146"/>
                    </a:cubicBezTo>
                    <a:cubicBezTo>
                      <a:pt x="738" y="163"/>
                      <a:pt x="751" y="186"/>
                      <a:pt x="763" y="204"/>
                    </a:cubicBezTo>
                    <a:cubicBezTo>
                      <a:pt x="775" y="222"/>
                      <a:pt x="781" y="236"/>
                      <a:pt x="792" y="255"/>
                    </a:cubicBezTo>
                    <a:cubicBezTo>
                      <a:pt x="803" y="274"/>
                      <a:pt x="821" y="298"/>
                      <a:pt x="829" y="320"/>
                    </a:cubicBezTo>
                    <a:cubicBezTo>
                      <a:pt x="837" y="342"/>
                      <a:pt x="838" y="361"/>
                      <a:pt x="843" y="386"/>
                    </a:cubicBezTo>
                    <a:cubicBezTo>
                      <a:pt x="848" y="411"/>
                      <a:pt x="857" y="451"/>
                      <a:pt x="858" y="473"/>
                    </a:cubicBezTo>
                    <a:cubicBezTo>
                      <a:pt x="859" y="495"/>
                      <a:pt x="854" y="495"/>
                      <a:pt x="850" y="517"/>
                    </a:cubicBezTo>
                    <a:cubicBezTo>
                      <a:pt x="846" y="539"/>
                      <a:pt x="842" y="580"/>
                      <a:pt x="836" y="604"/>
                    </a:cubicBezTo>
                    <a:cubicBezTo>
                      <a:pt x="830" y="628"/>
                      <a:pt x="822" y="643"/>
                      <a:pt x="814" y="662"/>
                    </a:cubicBezTo>
                    <a:cubicBezTo>
                      <a:pt x="806" y="681"/>
                      <a:pt x="797" y="702"/>
                      <a:pt x="785" y="720"/>
                    </a:cubicBezTo>
                    <a:cubicBezTo>
                      <a:pt x="773" y="738"/>
                      <a:pt x="757" y="753"/>
                      <a:pt x="741" y="771"/>
                    </a:cubicBezTo>
                    <a:cubicBezTo>
                      <a:pt x="725" y="789"/>
                      <a:pt x="701" y="818"/>
                      <a:pt x="691" y="830"/>
                    </a:cubicBez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86" name="Freeform 224">
                <a:extLst>
                  <a:ext uri="{FF2B5EF4-FFF2-40B4-BE49-F238E27FC236}">
                    <a16:creationId xmlns:a16="http://schemas.microsoft.com/office/drawing/2014/main" id="{DB6E7BFD-331A-0542-2870-4323A60753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10" y="2655"/>
                <a:ext cx="340" cy="338"/>
              </a:xfrm>
              <a:custGeom>
                <a:avLst/>
                <a:gdLst>
                  <a:gd name="T0" fmla="*/ 340 w 340"/>
                  <a:gd name="T1" fmla="*/ 0 h 338"/>
                  <a:gd name="T2" fmla="*/ 0 w 340"/>
                  <a:gd name="T3" fmla="*/ 338 h 338"/>
                  <a:gd name="T4" fmla="*/ 0 60000 65536"/>
                  <a:gd name="T5" fmla="*/ 0 60000 65536"/>
                  <a:gd name="T6" fmla="*/ 0 w 340"/>
                  <a:gd name="T7" fmla="*/ 0 h 338"/>
                  <a:gd name="T8" fmla="*/ 340 w 340"/>
                  <a:gd name="T9" fmla="*/ 338 h 338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340" h="338">
                    <a:moveTo>
                      <a:pt x="340" y="0"/>
                    </a:moveTo>
                    <a:lnTo>
                      <a:pt x="0" y="338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87" name="Freeform 225">
                <a:extLst>
                  <a:ext uri="{FF2B5EF4-FFF2-40B4-BE49-F238E27FC236}">
                    <a16:creationId xmlns:a16="http://schemas.microsoft.com/office/drawing/2014/main" id="{FAE5E408-596D-F19B-263A-DE99898431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88" y="2538"/>
                <a:ext cx="1862" cy="226"/>
              </a:xfrm>
              <a:custGeom>
                <a:avLst/>
                <a:gdLst>
                  <a:gd name="T0" fmla="*/ 211 w 1862"/>
                  <a:gd name="T1" fmla="*/ 7 h 226"/>
                  <a:gd name="T2" fmla="*/ 1862 w 1862"/>
                  <a:gd name="T3" fmla="*/ 0 h 226"/>
                  <a:gd name="T4" fmla="*/ 1637 w 1862"/>
                  <a:gd name="T5" fmla="*/ 226 h 226"/>
                  <a:gd name="T6" fmla="*/ 0 w 1862"/>
                  <a:gd name="T7" fmla="*/ 225 h 226"/>
                  <a:gd name="T8" fmla="*/ 211 w 1862"/>
                  <a:gd name="T9" fmla="*/ 7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862"/>
                  <a:gd name="T16" fmla="*/ 0 h 226"/>
                  <a:gd name="T17" fmla="*/ 1862 w 1862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862" h="226">
                    <a:moveTo>
                      <a:pt x="211" y="7"/>
                    </a:moveTo>
                    <a:lnTo>
                      <a:pt x="1862" y="0"/>
                    </a:lnTo>
                    <a:lnTo>
                      <a:pt x="1637" y="226"/>
                    </a:lnTo>
                    <a:lnTo>
                      <a:pt x="0" y="225"/>
                    </a:lnTo>
                    <a:lnTo>
                      <a:pt x="211" y="7"/>
                    </a:lnTo>
                    <a:close/>
                  </a:path>
                </a:pathLst>
              </a:custGeom>
              <a:solidFill>
                <a:srgbClr val="3366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88" name="Freeform 226">
                <a:extLst>
                  <a:ext uri="{FF2B5EF4-FFF2-40B4-BE49-F238E27FC236}">
                    <a16:creationId xmlns:a16="http://schemas.microsoft.com/office/drawing/2014/main" id="{66FBFB30-7371-8DA9-D318-F89DEC3427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4" y="2553"/>
                <a:ext cx="1615" cy="1"/>
              </a:xfrm>
              <a:custGeom>
                <a:avLst/>
                <a:gdLst>
                  <a:gd name="T0" fmla="*/ 1615 w 1615"/>
                  <a:gd name="T1" fmla="*/ 0 h 1"/>
                  <a:gd name="T2" fmla="*/ 0 w 1615"/>
                  <a:gd name="T3" fmla="*/ 0 h 1"/>
                  <a:gd name="T4" fmla="*/ 0 60000 65536"/>
                  <a:gd name="T5" fmla="*/ 0 60000 65536"/>
                  <a:gd name="T6" fmla="*/ 0 w 1615"/>
                  <a:gd name="T7" fmla="*/ 0 h 1"/>
                  <a:gd name="T8" fmla="*/ 1615 w 1615"/>
                  <a:gd name="T9" fmla="*/ 1 h 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615" h="1">
                    <a:moveTo>
                      <a:pt x="1615" y="0"/>
                    </a:move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89" name="Line 227">
                <a:extLst>
                  <a:ext uri="{FF2B5EF4-FFF2-40B4-BE49-F238E27FC236}">
                    <a16:creationId xmlns:a16="http://schemas.microsoft.com/office/drawing/2014/main" id="{EB4FC180-0968-54BB-982D-DE77301BD9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598" y="2546"/>
                <a:ext cx="219" cy="218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90" name="Line 228">
                <a:extLst>
                  <a:ext uri="{FF2B5EF4-FFF2-40B4-BE49-F238E27FC236}">
                    <a16:creationId xmlns:a16="http://schemas.microsoft.com/office/drawing/2014/main" id="{B546B440-10B6-975E-E7A6-B511DABBD9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596" y="3720"/>
                <a:ext cx="1161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91" name="Line 229">
                <a:extLst>
                  <a:ext uri="{FF2B5EF4-FFF2-40B4-BE49-F238E27FC236}">
                    <a16:creationId xmlns:a16="http://schemas.microsoft.com/office/drawing/2014/main" id="{6693FA9F-D91C-EAB6-2323-DEFA2081AF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617" y="2760"/>
                <a:ext cx="1620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</p:grpSp>
      <p:grpSp>
        <p:nvGrpSpPr>
          <p:cNvPr id="214" name="Group 238">
            <a:extLst>
              <a:ext uri="{FF2B5EF4-FFF2-40B4-BE49-F238E27FC236}">
                <a16:creationId xmlns:a16="http://schemas.microsoft.com/office/drawing/2014/main" id="{28D4D1A2-F699-53F2-F0F7-82C6C3419071}"/>
              </a:ext>
            </a:extLst>
          </p:cNvPr>
          <p:cNvGrpSpPr>
            <a:grpSpLocks/>
          </p:cNvGrpSpPr>
          <p:nvPr/>
        </p:nvGrpSpPr>
        <p:grpSpPr bwMode="auto">
          <a:xfrm>
            <a:off x="6040702" y="2042092"/>
            <a:ext cx="1655763" cy="1617662"/>
            <a:chOff x="1594" y="1767"/>
            <a:chExt cx="1043" cy="961"/>
          </a:xfrm>
        </p:grpSpPr>
        <p:sp>
          <p:nvSpPr>
            <p:cNvPr id="215" name="Oval 63">
              <a:extLst>
                <a:ext uri="{FF2B5EF4-FFF2-40B4-BE49-F238E27FC236}">
                  <a16:creationId xmlns:a16="http://schemas.microsoft.com/office/drawing/2014/main" id="{BC1E6905-380D-618B-F317-61C76CF129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94" y="1767"/>
              <a:ext cx="1043" cy="961"/>
            </a:xfrm>
            <a:prstGeom prst="ellips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16" name="Oval 231">
              <a:extLst>
                <a:ext uri="{FF2B5EF4-FFF2-40B4-BE49-F238E27FC236}">
                  <a16:creationId xmlns:a16="http://schemas.microsoft.com/office/drawing/2014/main" id="{CB583AAC-A320-C09C-800A-78BC11B95A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05" y="1969"/>
              <a:ext cx="619" cy="551"/>
            </a:xfrm>
            <a:prstGeom prst="ellipse">
              <a:avLst/>
            </a:prstGeom>
            <a:noFill/>
            <a:ln w="38100">
              <a:solidFill>
                <a:srgbClr val="FF33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17" name="Line 232">
              <a:extLst>
                <a:ext uri="{FF2B5EF4-FFF2-40B4-BE49-F238E27FC236}">
                  <a16:creationId xmlns:a16="http://schemas.microsoft.com/office/drawing/2014/main" id="{C17000D4-0AA0-0A92-255D-39A692D2F09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67" y="2002"/>
              <a:ext cx="301" cy="7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18" name="Line 233">
              <a:extLst>
                <a:ext uri="{FF2B5EF4-FFF2-40B4-BE49-F238E27FC236}">
                  <a16:creationId xmlns:a16="http://schemas.microsoft.com/office/drawing/2014/main" id="{60F42B0A-A65B-95C1-0641-C9BE1596E1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68" y="2008"/>
              <a:ext cx="315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19" name="Line 234">
              <a:extLst>
                <a:ext uri="{FF2B5EF4-FFF2-40B4-BE49-F238E27FC236}">
                  <a16:creationId xmlns:a16="http://schemas.microsoft.com/office/drawing/2014/main" id="{CD5A6DE6-9F14-0C13-2DD8-63925A74C3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59" y="2487"/>
              <a:ext cx="315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20" name="Line 235">
              <a:extLst>
                <a:ext uri="{FF2B5EF4-FFF2-40B4-BE49-F238E27FC236}">
                  <a16:creationId xmlns:a16="http://schemas.microsoft.com/office/drawing/2014/main" id="{D5CA0277-E63C-3F70-5905-F50261309E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67" y="2486"/>
              <a:ext cx="295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21" name="Group 239">
            <a:extLst>
              <a:ext uri="{FF2B5EF4-FFF2-40B4-BE49-F238E27FC236}">
                <a16:creationId xmlns:a16="http://schemas.microsoft.com/office/drawing/2014/main" id="{70088985-4ACE-1503-26D3-B699AE2950C9}"/>
              </a:ext>
            </a:extLst>
          </p:cNvPr>
          <p:cNvGrpSpPr>
            <a:grpSpLocks/>
          </p:cNvGrpSpPr>
          <p:nvPr/>
        </p:nvGrpSpPr>
        <p:grpSpPr bwMode="auto">
          <a:xfrm>
            <a:off x="8148902" y="2040888"/>
            <a:ext cx="1617663" cy="1616075"/>
            <a:chOff x="2922" y="1770"/>
            <a:chExt cx="1019" cy="960"/>
          </a:xfrm>
        </p:grpSpPr>
        <p:grpSp>
          <p:nvGrpSpPr>
            <p:cNvPr id="222" name="Group 75">
              <a:extLst>
                <a:ext uri="{FF2B5EF4-FFF2-40B4-BE49-F238E27FC236}">
                  <a16:creationId xmlns:a16="http://schemas.microsoft.com/office/drawing/2014/main" id="{2E2BCB32-2374-F800-8FE0-A2E6C7A566F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22" y="1770"/>
              <a:ext cx="1019" cy="960"/>
              <a:chOff x="2744" y="480"/>
              <a:chExt cx="1000" cy="960"/>
            </a:xfrm>
          </p:grpSpPr>
          <p:sp>
            <p:nvSpPr>
              <p:cNvPr id="225" name="Line 76">
                <a:extLst>
                  <a:ext uri="{FF2B5EF4-FFF2-40B4-BE49-F238E27FC236}">
                    <a16:creationId xmlns:a16="http://schemas.microsoft.com/office/drawing/2014/main" id="{FDD2C63D-48FD-C591-27D6-C8B9FC8CCF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52" y="480"/>
                <a:ext cx="0" cy="960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26" name="Line 77">
                <a:extLst>
                  <a:ext uri="{FF2B5EF4-FFF2-40B4-BE49-F238E27FC236}">
                    <a16:creationId xmlns:a16="http://schemas.microsoft.com/office/drawing/2014/main" id="{7350DBB0-5312-8705-24D6-4CC5DFC84C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44" y="480"/>
                <a:ext cx="793" cy="0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27" name="Line 78">
                <a:extLst>
                  <a:ext uri="{FF2B5EF4-FFF2-40B4-BE49-F238E27FC236}">
                    <a16:creationId xmlns:a16="http://schemas.microsoft.com/office/drawing/2014/main" id="{40D9CF90-CE3E-CBE9-4ED7-3AAF1EF2CD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44" y="1440"/>
                <a:ext cx="793" cy="0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28" name="Line 79">
                <a:extLst>
                  <a:ext uri="{FF2B5EF4-FFF2-40B4-BE49-F238E27FC236}">
                    <a16:creationId xmlns:a16="http://schemas.microsoft.com/office/drawing/2014/main" id="{1BBF973E-FCAA-CD2B-CAC3-1B7E23602E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37" y="480"/>
                <a:ext cx="0" cy="240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29" name="Line 80">
                <a:extLst>
                  <a:ext uri="{FF2B5EF4-FFF2-40B4-BE49-F238E27FC236}">
                    <a16:creationId xmlns:a16="http://schemas.microsoft.com/office/drawing/2014/main" id="{9108942C-5A52-B435-091A-7CCAB62570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37" y="720"/>
                <a:ext cx="207" cy="0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30" name="Line 81">
                <a:extLst>
                  <a:ext uri="{FF2B5EF4-FFF2-40B4-BE49-F238E27FC236}">
                    <a16:creationId xmlns:a16="http://schemas.microsoft.com/office/drawing/2014/main" id="{ADB067DE-AFEF-3F19-C90E-7006851C4F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44" y="720"/>
                <a:ext cx="0" cy="480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31" name="Line 82">
                <a:extLst>
                  <a:ext uri="{FF2B5EF4-FFF2-40B4-BE49-F238E27FC236}">
                    <a16:creationId xmlns:a16="http://schemas.microsoft.com/office/drawing/2014/main" id="{AF6A8914-13E5-E3A3-7AB7-5B541F94A1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537" y="1200"/>
                <a:ext cx="0" cy="240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32" name="Line 83">
                <a:extLst>
                  <a:ext uri="{FF2B5EF4-FFF2-40B4-BE49-F238E27FC236}">
                    <a16:creationId xmlns:a16="http://schemas.microsoft.com/office/drawing/2014/main" id="{0BA8574A-C15D-9ECF-B6AB-137FE26775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37" y="1200"/>
                <a:ext cx="207" cy="0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223" name="Line 236">
              <a:extLst>
                <a:ext uri="{FF2B5EF4-FFF2-40B4-BE49-F238E27FC236}">
                  <a16:creationId xmlns:a16="http://schemas.microsoft.com/office/drawing/2014/main" id="{7D02C0CF-06CB-B2AD-97DF-02FFFA3F14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3" y="1974"/>
              <a:ext cx="806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24" name="Line 237">
              <a:extLst>
                <a:ext uri="{FF2B5EF4-FFF2-40B4-BE49-F238E27FC236}">
                  <a16:creationId xmlns:a16="http://schemas.microsoft.com/office/drawing/2014/main" id="{6E6A2A57-3901-1CEB-8F2E-1197BB4315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33" y="2524"/>
              <a:ext cx="796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33" name="Group 84">
            <a:extLst>
              <a:ext uri="{FF2B5EF4-FFF2-40B4-BE49-F238E27FC236}">
                <a16:creationId xmlns:a16="http://schemas.microsoft.com/office/drawing/2014/main" id="{9040A212-9254-CC09-563E-3123ACA64A1D}"/>
              </a:ext>
            </a:extLst>
          </p:cNvPr>
          <p:cNvGrpSpPr>
            <a:grpSpLocks/>
          </p:cNvGrpSpPr>
          <p:nvPr/>
        </p:nvGrpSpPr>
        <p:grpSpPr bwMode="auto">
          <a:xfrm>
            <a:off x="8150490" y="2031363"/>
            <a:ext cx="928687" cy="1628775"/>
            <a:chOff x="2736" y="912"/>
            <a:chExt cx="576" cy="967"/>
          </a:xfrm>
        </p:grpSpPr>
        <p:sp>
          <p:nvSpPr>
            <p:cNvPr id="234" name="Line 85">
              <a:extLst>
                <a:ext uri="{FF2B5EF4-FFF2-40B4-BE49-F238E27FC236}">
                  <a16:creationId xmlns:a16="http://schemas.microsoft.com/office/drawing/2014/main" id="{085BD050-9603-DA01-33FD-C44AE53123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42" y="919"/>
              <a:ext cx="0" cy="96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35" name="Line 86">
              <a:extLst>
                <a:ext uri="{FF2B5EF4-FFF2-40B4-BE49-F238E27FC236}">
                  <a16:creationId xmlns:a16="http://schemas.microsoft.com/office/drawing/2014/main" id="{C689B67A-216B-7B06-C573-B0283B0F72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6" y="912"/>
              <a:ext cx="576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36" name="Line 87">
              <a:extLst>
                <a:ext uri="{FF2B5EF4-FFF2-40B4-BE49-F238E27FC236}">
                  <a16:creationId xmlns:a16="http://schemas.microsoft.com/office/drawing/2014/main" id="{F34C3FB7-AA8C-EBA1-6842-C1F326E23C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6" y="1872"/>
              <a:ext cx="576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37" name="Line 88">
              <a:extLst>
                <a:ext uri="{FF2B5EF4-FFF2-40B4-BE49-F238E27FC236}">
                  <a16:creationId xmlns:a16="http://schemas.microsoft.com/office/drawing/2014/main" id="{59005CC7-9819-716A-0B0B-80322265BA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02" y="919"/>
              <a:ext cx="0" cy="96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39" name="Text Box 87">
            <a:extLst>
              <a:ext uri="{FF2B5EF4-FFF2-40B4-BE49-F238E27FC236}">
                <a16:creationId xmlns:a16="http://schemas.microsoft.com/office/drawing/2014/main" id="{751B2B9F-B04D-F310-CC06-890C2C392D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376" y="1177588"/>
            <a:ext cx="459613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fontAlgn="base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已知两视图，求第三视图</a:t>
            </a:r>
          </a:p>
        </p:txBody>
      </p:sp>
      <p:sp>
        <p:nvSpPr>
          <p:cNvPr id="240" name="Text Box 87">
            <a:extLst>
              <a:ext uri="{FF2B5EF4-FFF2-40B4-BE49-F238E27FC236}">
                <a16:creationId xmlns:a16="http://schemas.microsoft.com/office/drawing/2014/main" id="{C6287E1B-BE2A-32E8-16AC-03F6912C7D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7577" y="1907778"/>
            <a:ext cx="305724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求作俯视图</a:t>
            </a:r>
          </a:p>
        </p:txBody>
      </p:sp>
    </p:spTree>
    <p:extLst>
      <p:ext uri="{BB962C8B-B14F-4D97-AF65-F5344CB8AC3E}">
        <p14:creationId xmlns:p14="http://schemas.microsoft.com/office/powerpoint/2010/main" val="1660632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8660BD-FAA6-0FD5-4CD4-4113E0F71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>
            <a:extLst>
              <a:ext uri="{FF2B5EF4-FFF2-40B4-BE49-F238E27FC236}">
                <a16:creationId xmlns:a16="http://schemas.microsoft.com/office/drawing/2014/main" id="{649DE5B6-8B9A-6C56-B95A-C938BD9933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19" y="412176"/>
            <a:ext cx="4169731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9.3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组合体的读图方法</a:t>
            </a:r>
          </a:p>
        </p:txBody>
      </p:sp>
      <p:sp>
        <p:nvSpPr>
          <p:cNvPr id="16" name="灯片编号占位符 3">
            <a:extLst>
              <a:ext uri="{FF2B5EF4-FFF2-40B4-BE49-F238E27FC236}">
                <a16:creationId xmlns:a16="http://schemas.microsoft.com/office/drawing/2014/main" id="{21923C68-7518-399F-B885-E646CD7C2A59}"/>
              </a:ext>
            </a:extLst>
          </p:cNvPr>
          <p:cNvSpPr txBox="1">
            <a:spLocks/>
          </p:cNvSpPr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  <a:pPr/>
              <a:t>26</a:t>
            </a:fld>
            <a:endParaRPr lang="en-US" altLang="zh-CN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EC5CAD97-3970-9A92-0F38-28153B452DD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129" t="31531" r="40866" b="23394"/>
          <a:stretch/>
        </p:blipFill>
        <p:spPr>
          <a:xfrm rot="5400000">
            <a:off x="4554290" y="2306414"/>
            <a:ext cx="2371724" cy="15240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01818828-00A7-70E5-BA7E-BD99AE8140C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449" t="11086" r="41545" b="-1234"/>
          <a:stretch/>
        </p:blipFill>
        <p:spPr>
          <a:xfrm rot="5400000">
            <a:off x="3192215" y="2239737"/>
            <a:ext cx="1019173" cy="30480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6DD201FE-87BD-5DD6-8590-542AC6F3B61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006" t="32916" r="17294" b="5079"/>
          <a:stretch/>
        </p:blipFill>
        <p:spPr>
          <a:xfrm>
            <a:off x="7391378" y="2301551"/>
            <a:ext cx="2473099" cy="20964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73D5361-6B94-8A56-AE1F-73D02570C7E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89" t="16042" r="9705" b="10715"/>
          <a:stretch/>
        </p:blipFill>
        <p:spPr>
          <a:xfrm>
            <a:off x="2025402" y="2244497"/>
            <a:ext cx="4857750" cy="24765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CD75D1AA-79D1-A0AE-772A-F1F1385D86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449" t="11086" r="41545" b="-1234"/>
          <a:stretch/>
        </p:blipFill>
        <p:spPr>
          <a:xfrm rot="5400000">
            <a:off x="2200253" y="2239738"/>
            <a:ext cx="1019173" cy="3048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FD17D40-B582-9693-E296-0823CB8492A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449" t="11086" r="41545" b="-1234"/>
          <a:stretch/>
        </p:blipFill>
        <p:spPr>
          <a:xfrm rot="5400000">
            <a:off x="3192215" y="4338753"/>
            <a:ext cx="1019173" cy="3048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C462937D-21E5-ABAB-15D3-74B65C68C47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449" t="11086" r="41545" b="-1234"/>
          <a:stretch/>
        </p:blipFill>
        <p:spPr>
          <a:xfrm rot="5400000">
            <a:off x="2200253" y="4338754"/>
            <a:ext cx="1019173" cy="304800"/>
          </a:xfrm>
          <a:prstGeom prst="rect">
            <a:avLst/>
          </a:prstGeom>
        </p:spPr>
      </p:pic>
      <p:grpSp>
        <p:nvGrpSpPr>
          <p:cNvPr id="9" name="Group 2">
            <a:extLst>
              <a:ext uri="{FF2B5EF4-FFF2-40B4-BE49-F238E27FC236}">
                <a16:creationId xmlns:a16="http://schemas.microsoft.com/office/drawing/2014/main" id="{CEE0FFBE-DE63-03A2-D6E6-7A1F866BE3A8}"/>
              </a:ext>
            </a:extLst>
          </p:cNvPr>
          <p:cNvGrpSpPr>
            <a:grpSpLocks/>
          </p:cNvGrpSpPr>
          <p:nvPr/>
        </p:nvGrpSpPr>
        <p:grpSpPr bwMode="auto">
          <a:xfrm>
            <a:off x="7328574" y="4136756"/>
            <a:ext cx="2944812" cy="1808162"/>
            <a:chOff x="2490" y="2538"/>
            <a:chExt cx="2385" cy="1279"/>
          </a:xfrm>
        </p:grpSpPr>
        <p:sp>
          <p:nvSpPr>
            <p:cNvPr id="10" name="Freeform 3">
              <a:extLst>
                <a:ext uri="{FF2B5EF4-FFF2-40B4-BE49-F238E27FC236}">
                  <a16:creationId xmlns:a16="http://schemas.microsoft.com/office/drawing/2014/main" id="{3305A26E-713D-6A88-D0B8-7D15B3F8C84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1" y="2757"/>
              <a:ext cx="1330" cy="421"/>
            </a:xfrm>
            <a:custGeom>
              <a:avLst/>
              <a:gdLst>
                <a:gd name="T0" fmla="*/ 0 w 1330"/>
                <a:gd name="T1" fmla="*/ 7 h 421"/>
                <a:gd name="T2" fmla="*/ 1330 w 1330"/>
                <a:gd name="T3" fmla="*/ 0 h 421"/>
                <a:gd name="T4" fmla="*/ 1105 w 1330"/>
                <a:gd name="T5" fmla="*/ 225 h 421"/>
                <a:gd name="T6" fmla="*/ 1069 w 1330"/>
                <a:gd name="T7" fmla="*/ 261 h 421"/>
                <a:gd name="T8" fmla="*/ 1018 w 1330"/>
                <a:gd name="T9" fmla="*/ 341 h 421"/>
                <a:gd name="T10" fmla="*/ 930 w 1330"/>
                <a:gd name="T11" fmla="*/ 421 h 421"/>
                <a:gd name="T12" fmla="*/ 923 w 1330"/>
                <a:gd name="T13" fmla="*/ 130 h 421"/>
                <a:gd name="T14" fmla="*/ 0 w 1330"/>
                <a:gd name="T15" fmla="*/ 138 h 421"/>
                <a:gd name="T16" fmla="*/ 0 w 1330"/>
                <a:gd name="T17" fmla="*/ 7 h 42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330"/>
                <a:gd name="T28" fmla="*/ 0 h 421"/>
                <a:gd name="T29" fmla="*/ 1330 w 1330"/>
                <a:gd name="T30" fmla="*/ 421 h 42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330" h="421">
                  <a:moveTo>
                    <a:pt x="0" y="7"/>
                  </a:moveTo>
                  <a:lnTo>
                    <a:pt x="1330" y="0"/>
                  </a:lnTo>
                  <a:lnTo>
                    <a:pt x="1105" y="225"/>
                  </a:lnTo>
                  <a:lnTo>
                    <a:pt x="1069" y="261"/>
                  </a:lnTo>
                  <a:lnTo>
                    <a:pt x="1018" y="341"/>
                  </a:lnTo>
                  <a:lnTo>
                    <a:pt x="930" y="421"/>
                  </a:lnTo>
                  <a:lnTo>
                    <a:pt x="923" y="130"/>
                  </a:lnTo>
                  <a:lnTo>
                    <a:pt x="0" y="138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336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" name="Line 4">
              <a:extLst>
                <a:ext uri="{FF2B5EF4-FFF2-40B4-BE49-F238E27FC236}">
                  <a16:creationId xmlns:a16="http://schemas.microsoft.com/office/drawing/2014/main" id="{5DC4D022-BD53-0B15-6256-EE5B70B035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03" y="2760"/>
              <a:ext cx="0" cy="96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322C71B4-6178-B727-352E-99F33FB12875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8" y="3578"/>
              <a:ext cx="1142" cy="146"/>
            </a:xfrm>
            <a:custGeom>
              <a:avLst/>
              <a:gdLst>
                <a:gd name="T0" fmla="*/ 0 w 1142"/>
                <a:gd name="T1" fmla="*/ 8 h 146"/>
                <a:gd name="T2" fmla="*/ 0 w 1142"/>
                <a:gd name="T3" fmla="*/ 146 h 146"/>
                <a:gd name="T4" fmla="*/ 1142 w 1142"/>
                <a:gd name="T5" fmla="*/ 146 h 146"/>
                <a:gd name="T6" fmla="*/ 1098 w 1142"/>
                <a:gd name="T7" fmla="*/ 110 h 146"/>
                <a:gd name="T8" fmla="*/ 865 w 1142"/>
                <a:gd name="T9" fmla="*/ 110 h 146"/>
                <a:gd name="T10" fmla="*/ 843 w 1142"/>
                <a:gd name="T11" fmla="*/ 66 h 146"/>
                <a:gd name="T12" fmla="*/ 814 w 1142"/>
                <a:gd name="T13" fmla="*/ 0 h 146"/>
                <a:gd name="T14" fmla="*/ 0 w 1142"/>
                <a:gd name="T15" fmla="*/ 8 h 14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142"/>
                <a:gd name="T25" fmla="*/ 0 h 146"/>
                <a:gd name="T26" fmla="*/ 1142 w 1142"/>
                <a:gd name="T27" fmla="*/ 146 h 14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142" h="146">
                  <a:moveTo>
                    <a:pt x="0" y="8"/>
                  </a:moveTo>
                  <a:lnTo>
                    <a:pt x="0" y="146"/>
                  </a:lnTo>
                  <a:lnTo>
                    <a:pt x="1142" y="146"/>
                  </a:lnTo>
                  <a:lnTo>
                    <a:pt x="1098" y="110"/>
                  </a:lnTo>
                  <a:lnTo>
                    <a:pt x="865" y="110"/>
                  </a:lnTo>
                  <a:lnTo>
                    <a:pt x="843" y="66"/>
                  </a:lnTo>
                  <a:lnTo>
                    <a:pt x="814" y="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336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534B2EF2-99C6-ED6D-F8FC-D6DB2498BC3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4" y="2817"/>
              <a:ext cx="727" cy="900"/>
            </a:xfrm>
            <a:custGeom>
              <a:avLst/>
              <a:gdLst>
                <a:gd name="T0" fmla="*/ 265 w 727"/>
                <a:gd name="T1" fmla="*/ 0 h 900"/>
                <a:gd name="T2" fmla="*/ 146 w 727"/>
                <a:gd name="T3" fmla="*/ 92 h 900"/>
                <a:gd name="T4" fmla="*/ 80 w 727"/>
                <a:gd name="T5" fmla="*/ 158 h 900"/>
                <a:gd name="T6" fmla="*/ 44 w 727"/>
                <a:gd name="T7" fmla="*/ 221 h 900"/>
                <a:gd name="T8" fmla="*/ 0 w 727"/>
                <a:gd name="T9" fmla="*/ 383 h 900"/>
                <a:gd name="T10" fmla="*/ 7 w 727"/>
                <a:gd name="T11" fmla="*/ 492 h 900"/>
                <a:gd name="T12" fmla="*/ 29 w 727"/>
                <a:gd name="T13" fmla="*/ 609 h 900"/>
                <a:gd name="T14" fmla="*/ 80 w 727"/>
                <a:gd name="T15" fmla="*/ 667 h 900"/>
                <a:gd name="T16" fmla="*/ 153 w 727"/>
                <a:gd name="T17" fmla="*/ 740 h 900"/>
                <a:gd name="T18" fmla="*/ 218 w 727"/>
                <a:gd name="T19" fmla="*/ 805 h 900"/>
                <a:gd name="T20" fmla="*/ 320 w 727"/>
                <a:gd name="T21" fmla="*/ 849 h 900"/>
                <a:gd name="T22" fmla="*/ 437 w 727"/>
                <a:gd name="T23" fmla="*/ 885 h 900"/>
                <a:gd name="T24" fmla="*/ 531 w 727"/>
                <a:gd name="T25" fmla="*/ 900 h 900"/>
                <a:gd name="T26" fmla="*/ 727 w 727"/>
                <a:gd name="T27" fmla="*/ 704 h 900"/>
                <a:gd name="T28" fmla="*/ 626 w 727"/>
                <a:gd name="T29" fmla="*/ 689 h 900"/>
                <a:gd name="T30" fmla="*/ 546 w 727"/>
                <a:gd name="T31" fmla="*/ 667 h 900"/>
                <a:gd name="T32" fmla="*/ 451 w 727"/>
                <a:gd name="T33" fmla="*/ 638 h 900"/>
                <a:gd name="T34" fmla="*/ 393 w 727"/>
                <a:gd name="T35" fmla="*/ 587 h 900"/>
                <a:gd name="T36" fmla="*/ 306 w 727"/>
                <a:gd name="T37" fmla="*/ 521 h 900"/>
                <a:gd name="T38" fmla="*/ 277 w 727"/>
                <a:gd name="T39" fmla="*/ 471 h 900"/>
                <a:gd name="T40" fmla="*/ 236 w 727"/>
                <a:gd name="T41" fmla="*/ 385 h 900"/>
                <a:gd name="T42" fmla="*/ 207 w 727"/>
                <a:gd name="T43" fmla="*/ 312 h 900"/>
                <a:gd name="T44" fmla="*/ 207 w 727"/>
                <a:gd name="T45" fmla="*/ 211 h 900"/>
                <a:gd name="T46" fmla="*/ 218 w 727"/>
                <a:gd name="T47" fmla="*/ 107 h 900"/>
                <a:gd name="T48" fmla="*/ 265 w 727"/>
                <a:gd name="T49" fmla="*/ 0 h 900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727"/>
                <a:gd name="T76" fmla="*/ 0 h 900"/>
                <a:gd name="T77" fmla="*/ 727 w 727"/>
                <a:gd name="T78" fmla="*/ 900 h 900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727" h="900">
                  <a:moveTo>
                    <a:pt x="265" y="0"/>
                  </a:moveTo>
                  <a:lnTo>
                    <a:pt x="146" y="92"/>
                  </a:lnTo>
                  <a:lnTo>
                    <a:pt x="80" y="158"/>
                  </a:lnTo>
                  <a:lnTo>
                    <a:pt x="44" y="221"/>
                  </a:lnTo>
                  <a:lnTo>
                    <a:pt x="0" y="383"/>
                  </a:lnTo>
                  <a:lnTo>
                    <a:pt x="7" y="492"/>
                  </a:lnTo>
                  <a:lnTo>
                    <a:pt x="29" y="609"/>
                  </a:lnTo>
                  <a:lnTo>
                    <a:pt x="80" y="667"/>
                  </a:lnTo>
                  <a:lnTo>
                    <a:pt x="153" y="740"/>
                  </a:lnTo>
                  <a:lnTo>
                    <a:pt x="218" y="805"/>
                  </a:lnTo>
                  <a:lnTo>
                    <a:pt x="320" y="849"/>
                  </a:lnTo>
                  <a:lnTo>
                    <a:pt x="437" y="885"/>
                  </a:lnTo>
                  <a:lnTo>
                    <a:pt x="531" y="900"/>
                  </a:lnTo>
                  <a:lnTo>
                    <a:pt x="727" y="704"/>
                  </a:lnTo>
                  <a:lnTo>
                    <a:pt x="626" y="689"/>
                  </a:lnTo>
                  <a:lnTo>
                    <a:pt x="546" y="667"/>
                  </a:lnTo>
                  <a:lnTo>
                    <a:pt x="451" y="638"/>
                  </a:lnTo>
                  <a:lnTo>
                    <a:pt x="393" y="587"/>
                  </a:lnTo>
                  <a:lnTo>
                    <a:pt x="306" y="521"/>
                  </a:lnTo>
                  <a:lnTo>
                    <a:pt x="277" y="471"/>
                  </a:lnTo>
                  <a:lnTo>
                    <a:pt x="236" y="385"/>
                  </a:lnTo>
                  <a:lnTo>
                    <a:pt x="207" y="312"/>
                  </a:lnTo>
                  <a:lnTo>
                    <a:pt x="207" y="211"/>
                  </a:lnTo>
                  <a:lnTo>
                    <a:pt x="218" y="107"/>
                  </a:lnTo>
                  <a:lnTo>
                    <a:pt x="265" y="0"/>
                  </a:lnTo>
                  <a:close/>
                </a:path>
              </a:pathLst>
            </a:custGeom>
            <a:gradFill rotWithShape="0">
              <a:gsLst>
                <a:gs pos="0">
                  <a:srgbClr val="182F76"/>
                </a:gs>
                <a:gs pos="100000">
                  <a:srgbClr val="3366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4" name="Line 7">
              <a:extLst>
                <a:ext uri="{FF2B5EF4-FFF2-40B4-BE49-F238E27FC236}">
                  <a16:creationId xmlns:a16="http://schemas.microsoft.com/office/drawing/2014/main" id="{3A5E27DA-154D-1DF7-DB83-CA458F04D47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85" y="2569"/>
              <a:ext cx="204" cy="20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6614CAD2-1CF3-6CCB-1C91-DB68B0C143F2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7" y="3527"/>
              <a:ext cx="194" cy="193"/>
            </a:xfrm>
            <a:custGeom>
              <a:avLst/>
              <a:gdLst>
                <a:gd name="T0" fmla="*/ 194 w 194"/>
                <a:gd name="T1" fmla="*/ 0 h 193"/>
                <a:gd name="T2" fmla="*/ 0 w 194"/>
                <a:gd name="T3" fmla="*/ 193 h 193"/>
                <a:gd name="T4" fmla="*/ 0 60000 65536"/>
                <a:gd name="T5" fmla="*/ 0 60000 65536"/>
                <a:gd name="T6" fmla="*/ 0 w 194"/>
                <a:gd name="T7" fmla="*/ 0 h 193"/>
                <a:gd name="T8" fmla="*/ 194 w 194"/>
                <a:gd name="T9" fmla="*/ 193 h 193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94" h="193">
                  <a:moveTo>
                    <a:pt x="194" y="0"/>
                  </a:moveTo>
                  <a:lnTo>
                    <a:pt x="0" y="193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7" name="Arc 9">
              <a:extLst>
                <a:ext uri="{FF2B5EF4-FFF2-40B4-BE49-F238E27FC236}">
                  <a16:creationId xmlns:a16="http://schemas.microsoft.com/office/drawing/2014/main" id="{D2240B1B-0226-7161-FE29-95110D8355E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655" y="2758"/>
              <a:ext cx="547" cy="956"/>
            </a:xfrm>
            <a:custGeom>
              <a:avLst/>
              <a:gdLst>
                <a:gd name="T0" fmla="*/ 0 w 21600"/>
                <a:gd name="T1" fmla="*/ 0 h 43199"/>
                <a:gd name="T2" fmla="*/ 0 w 21600"/>
                <a:gd name="T3" fmla="*/ 0 h 43199"/>
                <a:gd name="T4" fmla="*/ 0 w 21600"/>
                <a:gd name="T5" fmla="*/ 0 h 43199"/>
                <a:gd name="T6" fmla="*/ 0 60000 65536"/>
                <a:gd name="T7" fmla="*/ 0 60000 65536"/>
                <a:gd name="T8" fmla="*/ 0 60000 65536"/>
                <a:gd name="T9" fmla="*/ 0 w 21600"/>
                <a:gd name="T10" fmla="*/ 0 h 43199"/>
                <a:gd name="T11" fmla="*/ 21600 w 21600"/>
                <a:gd name="T12" fmla="*/ 43199 h 4319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3199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462"/>
                    <a:pt x="12033" y="43104"/>
                    <a:pt x="172" y="43199"/>
                  </a:cubicBezTo>
                </a:path>
                <a:path w="21600" h="43199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462"/>
                    <a:pt x="12033" y="43104"/>
                    <a:pt x="172" y="43199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2F28AD41-691B-8E68-2667-85BA0CE0DF2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8" y="2824"/>
              <a:ext cx="540" cy="696"/>
            </a:xfrm>
            <a:custGeom>
              <a:avLst/>
              <a:gdLst>
                <a:gd name="T0" fmla="*/ 86 w 540"/>
                <a:gd name="T1" fmla="*/ 0 h 696"/>
                <a:gd name="T2" fmla="*/ 13 w 540"/>
                <a:gd name="T3" fmla="*/ 109 h 696"/>
                <a:gd name="T4" fmla="*/ 6 w 540"/>
                <a:gd name="T5" fmla="*/ 211 h 696"/>
                <a:gd name="T6" fmla="*/ 24 w 540"/>
                <a:gd name="T7" fmla="*/ 332 h 696"/>
                <a:gd name="T8" fmla="*/ 53 w 540"/>
                <a:gd name="T9" fmla="*/ 420 h 696"/>
                <a:gd name="T10" fmla="*/ 97 w 540"/>
                <a:gd name="T11" fmla="*/ 492 h 696"/>
                <a:gd name="T12" fmla="*/ 148 w 540"/>
                <a:gd name="T13" fmla="*/ 550 h 696"/>
                <a:gd name="T14" fmla="*/ 206 w 540"/>
                <a:gd name="T15" fmla="*/ 587 h 696"/>
                <a:gd name="T16" fmla="*/ 264 w 540"/>
                <a:gd name="T17" fmla="*/ 630 h 696"/>
                <a:gd name="T18" fmla="*/ 344 w 540"/>
                <a:gd name="T19" fmla="*/ 660 h 696"/>
                <a:gd name="T20" fmla="*/ 446 w 540"/>
                <a:gd name="T21" fmla="*/ 681 h 696"/>
                <a:gd name="T22" fmla="*/ 540 w 540"/>
                <a:gd name="T23" fmla="*/ 696 h 69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540"/>
                <a:gd name="T37" fmla="*/ 0 h 696"/>
                <a:gd name="T38" fmla="*/ 540 w 540"/>
                <a:gd name="T39" fmla="*/ 696 h 69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540" h="696">
                  <a:moveTo>
                    <a:pt x="86" y="0"/>
                  </a:moveTo>
                  <a:cubicBezTo>
                    <a:pt x="75" y="19"/>
                    <a:pt x="26" y="74"/>
                    <a:pt x="13" y="109"/>
                  </a:cubicBezTo>
                  <a:cubicBezTo>
                    <a:pt x="0" y="144"/>
                    <a:pt x="4" y="174"/>
                    <a:pt x="6" y="211"/>
                  </a:cubicBezTo>
                  <a:cubicBezTo>
                    <a:pt x="8" y="248"/>
                    <a:pt x="16" y="297"/>
                    <a:pt x="24" y="332"/>
                  </a:cubicBezTo>
                  <a:cubicBezTo>
                    <a:pt x="32" y="367"/>
                    <a:pt x="41" y="393"/>
                    <a:pt x="53" y="420"/>
                  </a:cubicBezTo>
                  <a:cubicBezTo>
                    <a:pt x="65" y="447"/>
                    <a:pt x="81" y="470"/>
                    <a:pt x="97" y="492"/>
                  </a:cubicBezTo>
                  <a:cubicBezTo>
                    <a:pt x="113" y="514"/>
                    <a:pt x="130" y="534"/>
                    <a:pt x="148" y="550"/>
                  </a:cubicBezTo>
                  <a:cubicBezTo>
                    <a:pt x="166" y="566"/>
                    <a:pt x="187" y="574"/>
                    <a:pt x="206" y="587"/>
                  </a:cubicBezTo>
                  <a:cubicBezTo>
                    <a:pt x="225" y="600"/>
                    <a:pt x="241" y="618"/>
                    <a:pt x="264" y="630"/>
                  </a:cubicBezTo>
                  <a:cubicBezTo>
                    <a:pt x="287" y="642"/>
                    <a:pt x="314" y="652"/>
                    <a:pt x="344" y="660"/>
                  </a:cubicBezTo>
                  <a:cubicBezTo>
                    <a:pt x="374" y="668"/>
                    <a:pt x="413" y="675"/>
                    <a:pt x="446" y="681"/>
                  </a:cubicBezTo>
                  <a:cubicBezTo>
                    <a:pt x="479" y="687"/>
                    <a:pt x="524" y="694"/>
                    <a:pt x="540" y="696"/>
                  </a:cubicBezTo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19" name="Group 11">
              <a:extLst>
                <a:ext uri="{FF2B5EF4-FFF2-40B4-BE49-F238E27FC236}">
                  <a16:creationId xmlns:a16="http://schemas.microsoft.com/office/drawing/2014/main" id="{14108D41-7397-D087-1302-DCE0C18919C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90" y="2882"/>
              <a:ext cx="1076" cy="711"/>
              <a:chOff x="1112" y="2271"/>
              <a:chExt cx="1076" cy="711"/>
            </a:xfrm>
          </p:grpSpPr>
          <p:sp>
            <p:nvSpPr>
              <p:cNvPr id="70" name="Freeform 12">
                <a:extLst>
                  <a:ext uri="{FF2B5EF4-FFF2-40B4-BE49-F238E27FC236}">
                    <a16:creationId xmlns:a16="http://schemas.microsoft.com/office/drawing/2014/main" id="{6FEDE852-21C3-FFB2-DDF4-05A603E83E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35" y="2866"/>
                <a:ext cx="946" cy="102"/>
              </a:xfrm>
              <a:custGeom>
                <a:avLst/>
                <a:gdLst>
                  <a:gd name="T0" fmla="*/ 102 w 946"/>
                  <a:gd name="T1" fmla="*/ 0 h 102"/>
                  <a:gd name="T2" fmla="*/ 0 w 946"/>
                  <a:gd name="T3" fmla="*/ 102 h 102"/>
                  <a:gd name="T4" fmla="*/ 946 w 946"/>
                  <a:gd name="T5" fmla="*/ 102 h 102"/>
                  <a:gd name="T6" fmla="*/ 946 w 946"/>
                  <a:gd name="T7" fmla="*/ 0 h 102"/>
                  <a:gd name="T8" fmla="*/ 102 w 946"/>
                  <a:gd name="T9" fmla="*/ 0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46"/>
                  <a:gd name="T16" fmla="*/ 0 h 102"/>
                  <a:gd name="T17" fmla="*/ 946 w 946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46" h="102">
                    <a:moveTo>
                      <a:pt x="102" y="0"/>
                    </a:moveTo>
                    <a:lnTo>
                      <a:pt x="0" y="102"/>
                    </a:lnTo>
                    <a:lnTo>
                      <a:pt x="946" y="102"/>
                    </a:lnTo>
                    <a:lnTo>
                      <a:pt x="946" y="0"/>
                    </a:lnTo>
                    <a:lnTo>
                      <a:pt x="102" y="0"/>
                    </a:lnTo>
                    <a:close/>
                  </a:path>
                </a:pathLst>
              </a:custGeom>
              <a:solidFill>
                <a:srgbClr val="FF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1" name="Rectangle 13">
                <a:extLst>
                  <a:ext uri="{FF2B5EF4-FFF2-40B4-BE49-F238E27FC236}">
                    <a16:creationId xmlns:a16="http://schemas.microsoft.com/office/drawing/2014/main" id="{B92A1173-3DC3-A7CE-9454-32E3F5A2CB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5" y="2277"/>
                <a:ext cx="836" cy="582"/>
              </a:xfrm>
              <a:prstGeom prst="rect">
                <a:avLst/>
              </a:prstGeom>
              <a:gradFill rotWithShape="0">
                <a:gsLst>
                  <a:gs pos="0">
                    <a:srgbClr val="767600"/>
                  </a:gs>
                  <a:gs pos="100000">
                    <a:srgbClr val="FFFF00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72" name="Group 14">
                <a:extLst>
                  <a:ext uri="{FF2B5EF4-FFF2-40B4-BE49-F238E27FC236}">
                    <a16:creationId xmlns:a16="http://schemas.microsoft.com/office/drawing/2014/main" id="{0A48335C-4AE3-BCC0-8F4A-FEF8331F4D9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112" y="2271"/>
                <a:ext cx="1076" cy="711"/>
                <a:chOff x="1112" y="2271"/>
                <a:chExt cx="1076" cy="711"/>
              </a:xfrm>
            </p:grpSpPr>
            <p:sp>
              <p:nvSpPr>
                <p:cNvPr id="74" name="Line 15">
                  <a:extLst>
                    <a:ext uri="{FF2B5EF4-FFF2-40B4-BE49-F238E27FC236}">
                      <a16:creationId xmlns:a16="http://schemas.microsoft.com/office/drawing/2014/main" id="{3E9F4E9E-3B07-C78C-5AE5-4066A7F424E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242" y="2969"/>
                  <a:ext cx="939" cy="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75" name="Line 16">
                  <a:extLst>
                    <a:ext uri="{FF2B5EF4-FFF2-40B4-BE49-F238E27FC236}">
                      <a16:creationId xmlns:a16="http://schemas.microsoft.com/office/drawing/2014/main" id="{8EA987A8-B6F7-4CE6-24E3-42D21DA8C26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81" y="2271"/>
                  <a:ext cx="0" cy="711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76" name="Line 17">
                  <a:extLst>
                    <a:ext uri="{FF2B5EF4-FFF2-40B4-BE49-F238E27FC236}">
                      <a16:creationId xmlns:a16="http://schemas.microsoft.com/office/drawing/2014/main" id="{8B5781A4-6357-A629-9849-357E4E6004D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45" y="2867"/>
                  <a:ext cx="843" cy="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77" name="Freeform 18">
                  <a:extLst>
                    <a:ext uri="{FF2B5EF4-FFF2-40B4-BE49-F238E27FC236}">
                      <a16:creationId xmlns:a16="http://schemas.microsoft.com/office/drawing/2014/main" id="{B655BFEB-50AF-DCD2-E5A0-D9A5664F01F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12" y="2285"/>
                  <a:ext cx="218" cy="683"/>
                </a:xfrm>
                <a:custGeom>
                  <a:avLst/>
                  <a:gdLst>
                    <a:gd name="T0" fmla="*/ 65 w 218"/>
                    <a:gd name="T1" fmla="*/ 0 h 683"/>
                    <a:gd name="T2" fmla="*/ 218 w 218"/>
                    <a:gd name="T3" fmla="*/ 0 h 683"/>
                    <a:gd name="T4" fmla="*/ 218 w 218"/>
                    <a:gd name="T5" fmla="*/ 574 h 683"/>
                    <a:gd name="T6" fmla="*/ 109 w 218"/>
                    <a:gd name="T7" fmla="*/ 683 h 683"/>
                    <a:gd name="T8" fmla="*/ 0 w 218"/>
                    <a:gd name="T9" fmla="*/ 683 h 683"/>
                    <a:gd name="T10" fmla="*/ 0 w 218"/>
                    <a:gd name="T11" fmla="*/ 0 h 683"/>
                    <a:gd name="T12" fmla="*/ 109 w 218"/>
                    <a:gd name="T13" fmla="*/ 0 h 683"/>
                    <a:gd name="T14" fmla="*/ 65 w 218"/>
                    <a:gd name="T15" fmla="*/ 0 h 683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218"/>
                    <a:gd name="T25" fmla="*/ 0 h 683"/>
                    <a:gd name="T26" fmla="*/ 218 w 218"/>
                    <a:gd name="T27" fmla="*/ 683 h 683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218" h="683">
                      <a:moveTo>
                        <a:pt x="65" y="0"/>
                      </a:moveTo>
                      <a:lnTo>
                        <a:pt x="218" y="0"/>
                      </a:lnTo>
                      <a:lnTo>
                        <a:pt x="218" y="574"/>
                      </a:lnTo>
                      <a:lnTo>
                        <a:pt x="109" y="683"/>
                      </a:lnTo>
                      <a:lnTo>
                        <a:pt x="0" y="683"/>
                      </a:lnTo>
                      <a:lnTo>
                        <a:pt x="0" y="0"/>
                      </a:lnTo>
                      <a:lnTo>
                        <a:pt x="109" y="0"/>
                      </a:lnTo>
                      <a:lnTo>
                        <a:pt x="65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12700">
                  <a:noFill/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78" name="Line 19">
                  <a:extLst>
                    <a:ext uri="{FF2B5EF4-FFF2-40B4-BE49-F238E27FC236}">
                      <a16:creationId xmlns:a16="http://schemas.microsoft.com/office/drawing/2014/main" id="{C06686DC-6B82-C64D-9FF9-F5E2E8B772C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337" y="2278"/>
                  <a:ext cx="0" cy="589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79" name="Line 20">
                  <a:extLst>
                    <a:ext uri="{FF2B5EF4-FFF2-40B4-BE49-F238E27FC236}">
                      <a16:creationId xmlns:a16="http://schemas.microsoft.com/office/drawing/2014/main" id="{F5742DB0-711A-A240-670E-ED269DD3B65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220" y="2279"/>
                  <a:ext cx="961" cy="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73" name="Freeform 21">
                <a:extLst>
                  <a:ext uri="{FF2B5EF4-FFF2-40B4-BE49-F238E27FC236}">
                    <a16:creationId xmlns:a16="http://schemas.microsoft.com/office/drawing/2014/main" id="{EC9B2E06-604B-8ADD-A8E6-BEC1EB671E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35" y="2859"/>
                <a:ext cx="117" cy="118"/>
              </a:xfrm>
              <a:custGeom>
                <a:avLst/>
                <a:gdLst>
                  <a:gd name="T0" fmla="*/ 0 w 117"/>
                  <a:gd name="T1" fmla="*/ 118 h 118"/>
                  <a:gd name="T2" fmla="*/ 117 w 117"/>
                  <a:gd name="T3" fmla="*/ 0 h 118"/>
                  <a:gd name="T4" fmla="*/ 0 60000 65536"/>
                  <a:gd name="T5" fmla="*/ 0 60000 65536"/>
                  <a:gd name="T6" fmla="*/ 0 w 117"/>
                  <a:gd name="T7" fmla="*/ 0 h 118"/>
                  <a:gd name="T8" fmla="*/ 117 w 117"/>
                  <a:gd name="T9" fmla="*/ 118 h 118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17" h="118">
                    <a:moveTo>
                      <a:pt x="0" y="118"/>
                    </a:moveTo>
                    <a:lnTo>
                      <a:pt x="117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0" name="Group 22">
              <a:extLst>
                <a:ext uri="{FF2B5EF4-FFF2-40B4-BE49-F238E27FC236}">
                  <a16:creationId xmlns:a16="http://schemas.microsoft.com/office/drawing/2014/main" id="{70C70330-96B0-B991-BD24-ED661703464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60" y="3002"/>
              <a:ext cx="772" cy="322"/>
              <a:chOff x="1437" y="3053"/>
              <a:chExt cx="772" cy="322"/>
            </a:xfrm>
          </p:grpSpPr>
          <p:grpSp>
            <p:nvGrpSpPr>
              <p:cNvPr id="58" name="Group 23">
                <a:extLst>
                  <a:ext uri="{FF2B5EF4-FFF2-40B4-BE49-F238E27FC236}">
                    <a16:creationId xmlns:a16="http://schemas.microsoft.com/office/drawing/2014/main" id="{9FADE32B-04CC-1C2A-3804-3617467D4DC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37" y="3053"/>
                <a:ext cx="364" cy="322"/>
                <a:chOff x="2916" y="2422"/>
                <a:chExt cx="364" cy="322"/>
              </a:xfrm>
            </p:grpSpPr>
            <p:sp>
              <p:nvSpPr>
                <p:cNvPr id="65" name="Freeform 24">
                  <a:extLst>
                    <a:ext uri="{FF2B5EF4-FFF2-40B4-BE49-F238E27FC236}">
                      <a16:creationId xmlns:a16="http://schemas.microsoft.com/office/drawing/2014/main" id="{A2A4DBC1-9101-E454-361B-D4E5D10EA49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32" y="2422"/>
                  <a:ext cx="248" cy="225"/>
                </a:xfrm>
                <a:custGeom>
                  <a:avLst/>
                  <a:gdLst>
                    <a:gd name="T0" fmla="*/ 0 w 248"/>
                    <a:gd name="T1" fmla="*/ 22 h 225"/>
                    <a:gd name="T2" fmla="*/ 8 w 248"/>
                    <a:gd name="T3" fmla="*/ 95 h 225"/>
                    <a:gd name="T4" fmla="*/ 37 w 248"/>
                    <a:gd name="T5" fmla="*/ 138 h 225"/>
                    <a:gd name="T6" fmla="*/ 59 w 248"/>
                    <a:gd name="T7" fmla="*/ 182 h 225"/>
                    <a:gd name="T8" fmla="*/ 102 w 248"/>
                    <a:gd name="T9" fmla="*/ 211 h 225"/>
                    <a:gd name="T10" fmla="*/ 168 w 248"/>
                    <a:gd name="T11" fmla="*/ 218 h 225"/>
                    <a:gd name="T12" fmla="*/ 226 w 248"/>
                    <a:gd name="T13" fmla="*/ 225 h 225"/>
                    <a:gd name="T14" fmla="*/ 248 w 248"/>
                    <a:gd name="T15" fmla="*/ 175 h 225"/>
                    <a:gd name="T16" fmla="*/ 226 w 248"/>
                    <a:gd name="T17" fmla="*/ 87 h 225"/>
                    <a:gd name="T18" fmla="*/ 168 w 248"/>
                    <a:gd name="T19" fmla="*/ 29 h 225"/>
                    <a:gd name="T20" fmla="*/ 109 w 248"/>
                    <a:gd name="T21" fmla="*/ 7 h 225"/>
                    <a:gd name="T22" fmla="*/ 66 w 248"/>
                    <a:gd name="T23" fmla="*/ 0 h 225"/>
                    <a:gd name="T24" fmla="*/ 0 w 248"/>
                    <a:gd name="T25" fmla="*/ 22 h 225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w 248"/>
                    <a:gd name="T40" fmla="*/ 0 h 225"/>
                    <a:gd name="T41" fmla="*/ 248 w 248"/>
                    <a:gd name="T42" fmla="*/ 225 h 225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T39" t="T40" r="T41" b="T42"/>
                  <a:pathLst>
                    <a:path w="248" h="225">
                      <a:moveTo>
                        <a:pt x="0" y="22"/>
                      </a:moveTo>
                      <a:lnTo>
                        <a:pt x="8" y="95"/>
                      </a:lnTo>
                      <a:lnTo>
                        <a:pt x="37" y="138"/>
                      </a:lnTo>
                      <a:lnTo>
                        <a:pt x="59" y="182"/>
                      </a:lnTo>
                      <a:lnTo>
                        <a:pt x="102" y="211"/>
                      </a:lnTo>
                      <a:lnTo>
                        <a:pt x="168" y="218"/>
                      </a:lnTo>
                      <a:lnTo>
                        <a:pt x="226" y="225"/>
                      </a:lnTo>
                      <a:lnTo>
                        <a:pt x="248" y="175"/>
                      </a:lnTo>
                      <a:lnTo>
                        <a:pt x="226" y="87"/>
                      </a:lnTo>
                      <a:lnTo>
                        <a:pt x="168" y="29"/>
                      </a:lnTo>
                      <a:lnTo>
                        <a:pt x="109" y="7"/>
                      </a:lnTo>
                      <a:lnTo>
                        <a:pt x="66" y="0"/>
                      </a:lnTo>
                      <a:lnTo>
                        <a:pt x="0" y="22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6" name="Freeform 25">
                  <a:extLst>
                    <a:ext uri="{FF2B5EF4-FFF2-40B4-BE49-F238E27FC236}">
                      <a16:creationId xmlns:a16="http://schemas.microsoft.com/office/drawing/2014/main" id="{1DA60CD1-5619-DA31-8263-80B02E8D5D1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16" y="2437"/>
                  <a:ext cx="349" cy="305"/>
                </a:xfrm>
                <a:custGeom>
                  <a:avLst/>
                  <a:gdLst>
                    <a:gd name="T0" fmla="*/ 116 w 349"/>
                    <a:gd name="T1" fmla="*/ 0 h 305"/>
                    <a:gd name="T2" fmla="*/ 44 w 349"/>
                    <a:gd name="T3" fmla="*/ 36 h 305"/>
                    <a:gd name="T4" fmla="*/ 15 w 349"/>
                    <a:gd name="T5" fmla="*/ 102 h 305"/>
                    <a:gd name="T6" fmla="*/ 0 w 349"/>
                    <a:gd name="T7" fmla="*/ 167 h 305"/>
                    <a:gd name="T8" fmla="*/ 22 w 349"/>
                    <a:gd name="T9" fmla="*/ 233 h 305"/>
                    <a:gd name="T10" fmla="*/ 58 w 349"/>
                    <a:gd name="T11" fmla="*/ 276 h 305"/>
                    <a:gd name="T12" fmla="*/ 116 w 349"/>
                    <a:gd name="T13" fmla="*/ 298 h 305"/>
                    <a:gd name="T14" fmla="*/ 204 w 349"/>
                    <a:gd name="T15" fmla="*/ 305 h 305"/>
                    <a:gd name="T16" fmla="*/ 284 w 349"/>
                    <a:gd name="T17" fmla="*/ 291 h 305"/>
                    <a:gd name="T18" fmla="*/ 327 w 349"/>
                    <a:gd name="T19" fmla="*/ 254 h 305"/>
                    <a:gd name="T20" fmla="*/ 349 w 349"/>
                    <a:gd name="T21" fmla="*/ 211 h 305"/>
                    <a:gd name="T22" fmla="*/ 291 w 349"/>
                    <a:gd name="T23" fmla="*/ 211 h 305"/>
                    <a:gd name="T24" fmla="*/ 211 w 349"/>
                    <a:gd name="T25" fmla="*/ 196 h 305"/>
                    <a:gd name="T26" fmla="*/ 153 w 349"/>
                    <a:gd name="T27" fmla="*/ 131 h 305"/>
                    <a:gd name="T28" fmla="*/ 131 w 349"/>
                    <a:gd name="T29" fmla="*/ 80 h 305"/>
                    <a:gd name="T30" fmla="*/ 116 w 349"/>
                    <a:gd name="T31" fmla="*/ 0 h 305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w 349"/>
                    <a:gd name="T49" fmla="*/ 0 h 305"/>
                    <a:gd name="T50" fmla="*/ 349 w 349"/>
                    <a:gd name="T51" fmla="*/ 305 h 305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T48" t="T49" r="T50" b="T51"/>
                  <a:pathLst>
                    <a:path w="349" h="305">
                      <a:moveTo>
                        <a:pt x="116" y="0"/>
                      </a:moveTo>
                      <a:lnTo>
                        <a:pt x="44" y="36"/>
                      </a:lnTo>
                      <a:lnTo>
                        <a:pt x="15" y="102"/>
                      </a:lnTo>
                      <a:lnTo>
                        <a:pt x="0" y="167"/>
                      </a:lnTo>
                      <a:lnTo>
                        <a:pt x="22" y="233"/>
                      </a:lnTo>
                      <a:lnTo>
                        <a:pt x="58" y="276"/>
                      </a:lnTo>
                      <a:lnTo>
                        <a:pt x="116" y="298"/>
                      </a:lnTo>
                      <a:lnTo>
                        <a:pt x="204" y="305"/>
                      </a:lnTo>
                      <a:lnTo>
                        <a:pt x="284" y="291"/>
                      </a:lnTo>
                      <a:lnTo>
                        <a:pt x="327" y="254"/>
                      </a:lnTo>
                      <a:lnTo>
                        <a:pt x="349" y="211"/>
                      </a:lnTo>
                      <a:lnTo>
                        <a:pt x="291" y="211"/>
                      </a:lnTo>
                      <a:lnTo>
                        <a:pt x="211" y="196"/>
                      </a:lnTo>
                      <a:lnTo>
                        <a:pt x="153" y="131"/>
                      </a:lnTo>
                      <a:lnTo>
                        <a:pt x="131" y="80"/>
                      </a:lnTo>
                      <a:lnTo>
                        <a:pt x="116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764700"/>
                    </a:gs>
                    <a:gs pos="50000">
                      <a:srgbClr val="FF9900"/>
                    </a:gs>
                    <a:gs pos="100000">
                      <a:srgbClr val="764700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67" name="Group 26">
                  <a:extLst>
                    <a:ext uri="{FF2B5EF4-FFF2-40B4-BE49-F238E27FC236}">
                      <a16:creationId xmlns:a16="http://schemas.microsoft.com/office/drawing/2014/main" id="{E4CAA70A-515C-7129-87DE-D66F298495A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923" y="2422"/>
                  <a:ext cx="350" cy="322"/>
                  <a:chOff x="1425" y="2378"/>
                  <a:chExt cx="350" cy="322"/>
                </a:xfrm>
              </p:grpSpPr>
              <p:sp>
                <p:nvSpPr>
                  <p:cNvPr id="68" name="Oval 27">
                    <a:extLst>
                      <a:ext uri="{FF2B5EF4-FFF2-40B4-BE49-F238E27FC236}">
                        <a16:creationId xmlns:a16="http://schemas.microsoft.com/office/drawing/2014/main" id="{123FA779-1B80-4FE4-01E8-B81AD23300B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425" y="2378"/>
                    <a:ext cx="350" cy="322"/>
                  </a:xfrm>
                  <a:prstGeom prst="ellipse">
                    <a:avLst/>
                  </a:prstGeom>
                  <a:noFill/>
                  <a:ln w="38100">
                    <a:solidFill>
                      <a:srgbClr val="333399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marL="0" marR="0" lvl="0" indent="0" defTabSz="9144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69" name="Freeform 28">
                    <a:extLst>
                      <a:ext uri="{FF2B5EF4-FFF2-40B4-BE49-F238E27FC236}">
                        <a16:creationId xmlns:a16="http://schemas.microsoft.com/office/drawing/2014/main" id="{8DF6A13F-500F-076A-8A10-50C175C0C49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542" y="2386"/>
                    <a:ext cx="218" cy="218"/>
                  </a:xfrm>
                  <a:custGeom>
                    <a:avLst/>
                    <a:gdLst>
                      <a:gd name="T0" fmla="*/ 0 w 218"/>
                      <a:gd name="T1" fmla="*/ 0 h 218"/>
                      <a:gd name="T2" fmla="*/ 7 w 218"/>
                      <a:gd name="T3" fmla="*/ 65 h 218"/>
                      <a:gd name="T4" fmla="*/ 29 w 218"/>
                      <a:gd name="T5" fmla="*/ 131 h 218"/>
                      <a:gd name="T6" fmla="*/ 65 w 218"/>
                      <a:gd name="T7" fmla="*/ 181 h 218"/>
                      <a:gd name="T8" fmla="*/ 138 w 218"/>
                      <a:gd name="T9" fmla="*/ 211 h 218"/>
                      <a:gd name="T10" fmla="*/ 218 w 218"/>
                      <a:gd name="T11" fmla="*/ 218 h 218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218"/>
                      <a:gd name="T19" fmla="*/ 0 h 218"/>
                      <a:gd name="T20" fmla="*/ 218 w 218"/>
                      <a:gd name="T21" fmla="*/ 218 h 218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218" h="218">
                        <a:moveTo>
                          <a:pt x="0" y="0"/>
                        </a:moveTo>
                        <a:cubicBezTo>
                          <a:pt x="1" y="11"/>
                          <a:pt x="2" y="43"/>
                          <a:pt x="7" y="65"/>
                        </a:cubicBezTo>
                        <a:cubicBezTo>
                          <a:pt x="12" y="87"/>
                          <a:pt x="19" y="112"/>
                          <a:pt x="29" y="131"/>
                        </a:cubicBezTo>
                        <a:cubicBezTo>
                          <a:pt x="39" y="150"/>
                          <a:pt x="47" y="168"/>
                          <a:pt x="65" y="181"/>
                        </a:cubicBezTo>
                        <a:cubicBezTo>
                          <a:pt x="83" y="194"/>
                          <a:pt x="113" y="205"/>
                          <a:pt x="138" y="211"/>
                        </a:cubicBezTo>
                        <a:cubicBezTo>
                          <a:pt x="163" y="217"/>
                          <a:pt x="201" y="217"/>
                          <a:pt x="218" y="218"/>
                        </a:cubicBezTo>
                      </a:path>
                    </a:pathLst>
                  </a:custGeom>
                  <a:noFill/>
                  <a:ln w="38100">
                    <a:solidFill>
                      <a:srgbClr val="333399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</a:endParaRPr>
                  </a:p>
                </p:txBody>
              </p:sp>
            </p:grpSp>
          </p:grpSp>
          <p:grpSp>
            <p:nvGrpSpPr>
              <p:cNvPr id="59" name="Group 29">
                <a:extLst>
                  <a:ext uri="{FF2B5EF4-FFF2-40B4-BE49-F238E27FC236}">
                    <a16:creationId xmlns:a16="http://schemas.microsoft.com/office/drawing/2014/main" id="{B1EFA819-E4C8-A079-84D4-A18E3D7EF46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45" y="3053"/>
                <a:ext cx="364" cy="322"/>
                <a:chOff x="2916" y="2422"/>
                <a:chExt cx="364" cy="322"/>
              </a:xfrm>
            </p:grpSpPr>
            <p:sp>
              <p:nvSpPr>
                <p:cNvPr id="60" name="Freeform 30">
                  <a:extLst>
                    <a:ext uri="{FF2B5EF4-FFF2-40B4-BE49-F238E27FC236}">
                      <a16:creationId xmlns:a16="http://schemas.microsoft.com/office/drawing/2014/main" id="{805E7DA7-2AFA-FF75-3B01-3AC9B332F02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32" y="2422"/>
                  <a:ext cx="248" cy="225"/>
                </a:xfrm>
                <a:custGeom>
                  <a:avLst/>
                  <a:gdLst>
                    <a:gd name="T0" fmla="*/ 0 w 248"/>
                    <a:gd name="T1" fmla="*/ 22 h 225"/>
                    <a:gd name="T2" fmla="*/ 8 w 248"/>
                    <a:gd name="T3" fmla="*/ 95 h 225"/>
                    <a:gd name="T4" fmla="*/ 37 w 248"/>
                    <a:gd name="T5" fmla="*/ 138 h 225"/>
                    <a:gd name="T6" fmla="*/ 59 w 248"/>
                    <a:gd name="T7" fmla="*/ 182 h 225"/>
                    <a:gd name="T8" fmla="*/ 102 w 248"/>
                    <a:gd name="T9" fmla="*/ 211 h 225"/>
                    <a:gd name="T10" fmla="*/ 168 w 248"/>
                    <a:gd name="T11" fmla="*/ 218 h 225"/>
                    <a:gd name="T12" fmla="*/ 226 w 248"/>
                    <a:gd name="T13" fmla="*/ 225 h 225"/>
                    <a:gd name="T14" fmla="*/ 248 w 248"/>
                    <a:gd name="T15" fmla="*/ 175 h 225"/>
                    <a:gd name="T16" fmla="*/ 226 w 248"/>
                    <a:gd name="T17" fmla="*/ 87 h 225"/>
                    <a:gd name="T18" fmla="*/ 168 w 248"/>
                    <a:gd name="T19" fmla="*/ 29 h 225"/>
                    <a:gd name="T20" fmla="*/ 109 w 248"/>
                    <a:gd name="T21" fmla="*/ 7 h 225"/>
                    <a:gd name="T22" fmla="*/ 66 w 248"/>
                    <a:gd name="T23" fmla="*/ 0 h 225"/>
                    <a:gd name="T24" fmla="*/ 0 w 248"/>
                    <a:gd name="T25" fmla="*/ 22 h 225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w 248"/>
                    <a:gd name="T40" fmla="*/ 0 h 225"/>
                    <a:gd name="T41" fmla="*/ 248 w 248"/>
                    <a:gd name="T42" fmla="*/ 225 h 225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T39" t="T40" r="T41" b="T42"/>
                  <a:pathLst>
                    <a:path w="248" h="225">
                      <a:moveTo>
                        <a:pt x="0" y="22"/>
                      </a:moveTo>
                      <a:lnTo>
                        <a:pt x="8" y="95"/>
                      </a:lnTo>
                      <a:lnTo>
                        <a:pt x="37" y="138"/>
                      </a:lnTo>
                      <a:lnTo>
                        <a:pt x="59" y="182"/>
                      </a:lnTo>
                      <a:lnTo>
                        <a:pt x="102" y="211"/>
                      </a:lnTo>
                      <a:lnTo>
                        <a:pt x="168" y="218"/>
                      </a:lnTo>
                      <a:lnTo>
                        <a:pt x="226" y="225"/>
                      </a:lnTo>
                      <a:lnTo>
                        <a:pt x="248" y="175"/>
                      </a:lnTo>
                      <a:lnTo>
                        <a:pt x="226" y="87"/>
                      </a:lnTo>
                      <a:lnTo>
                        <a:pt x="168" y="29"/>
                      </a:lnTo>
                      <a:lnTo>
                        <a:pt x="109" y="7"/>
                      </a:lnTo>
                      <a:lnTo>
                        <a:pt x="66" y="0"/>
                      </a:lnTo>
                      <a:lnTo>
                        <a:pt x="0" y="22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1" name="Freeform 31">
                  <a:extLst>
                    <a:ext uri="{FF2B5EF4-FFF2-40B4-BE49-F238E27FC236}">
                      <a16:creationId xmlns:a16="http://schemas.microsoft.com/office/drawing/2014/main" id="{972AB47C-F9F8-E604-579C-BB8F4744CBB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16" y="2437"/>
                  <a:ext cx="349" cy="305"/>
                </a:xfrm>
                <a:custGeom>
                  <a:avLst/>
                  <a:gdLst>
                    <a:gd name="T0" fmla="*/ 116 w 349"/>
                    <a:gd name="T1" fmla="*/ 0 h 305"/>
                    <a:gd name="T2" fmla="*/ 44 w 349"/>
                    <a:gd name="T3" fmla="*/ 36 h 305"/>
                    <a:gd name="T4" fmla="*/ 15 w 349"/>
                    <a:gd name="T5" fmla="*/ 102 h 305"/>
                    <a:gd name="T6" fmla="*/ 0 w 349"/>
                    <a:gd name="T7" fmla="*/ 167 h 305"/>
                    <a:gd name="T8" fmla="*/ 22 w 349"/>
                    <a:gd name="T9" fmla="*/ 233 h 305"/>
                    <a:gd name="T10" fmla="*/ 58 w 349"/>
                    <a:gd name="T11" fmla="*/ 276 h 305"/>
                    <a:gd name="T12" fmla="*/ 116 w 349"/>
                    <a:gd name="T13" fmla="*/ 298 h 305"/>
                    <a:gd name="T14" fmla="*/ 204 w 349"/>
                    <a:gd name="T15" fmla="*/ 305 h 305"/>
                    <a:gd name="T16" fmla="*/ 284 w 349"/>
                    <a:gd name="T17" fmla="*/ 291 h 305"/>
                    <a:gd name="T18" fmla="*/ 327 w 349"/>
                    <a:gd name="T19" fmla="*/ 254 h 305"/>
                    <a:gd name="T20" fmla="*/ 349 w 349"/>
                    <a:gd name="T21" fmla="*/ 211 h 305"/>
                    <a:gd name="T22" fmla="*/ 291 w 349"/>
                    <a:gd name="T23" fmla="*/ 211 h 305"/>
                    <a:gd name="T24" fmla="*/ 211 w 349"/>
                    <a:gd name="T25" fmla="*/ 196 h 305"/>
                    <a:gd name="T26" fmla="*/ 153 w 349"/>
                    <a:gd name="T27" fmla="*/ 131 h 305"/>
                    <a:gd name="T28" fmla="*/ 131 w 349"/>
                    <a:gd name="T29" fmla="*/ 80 h 305"/>
                    <a:gd name="T30" fmla="*/ 116 w 349"/>
                    <a:gd name="T31" fmla="*/ 0 h 305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w 349"/>
                    <a:gd name="T49" fmla="*/ 0 h 305"/>
                    <a:gd name="T50" fmla="*/ 349 w 349"/>
                    <a:gd name="T51" fmla="*/ 305 h 305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T48" t="T49" r="T50" b="T51"/>
                  <a:pathLst>
                    <a:path w="349" h="305">
                      <a:moveTo>
                        <a:pt x="116" y="0"/>
                      </a:moveTo>
                      <a:lnTo>
                        <a:pt x="44" y="36"/>
                      </a:lnTo>
                      <a:lnTo>
                        <a:pt x="15" y="102"/>
                      </a:lnTo>
                      <a:lnTo>
                        <a:pt x="0" y="167"/>
                      </a:lnTo>
                      <a:lnTo>
                        <a:pt x="22" y="233"/>
                      </a:lnTo>
                      <a:lnTo>
                        <a:pt x="58" y="276"/>
                      </a:lnTo>
                      <a:lnTo>
                        <a:pt x="116" y="298"/>
                      </a:lnTo>
                      <a:lnTo>
                        <a:pt x="204" y="305"/>
                      </a:lnTo>
                      <a:lnTo>
                        <a:pt x="284" y="291"/>
                      </a:lnTo>
                      <a:lnTo>
                        <a:pt x="327" y="254"/>
                      </a:lnTo>
                      <a:lnTo>
                        <a:pt x="349" y="211"/>
                      </a:lnTo>
                      <a:lnTo>
                        <a:pt x="291" y="211"/>
                      </a:lnTo>
                      <a:lnTo>
                        <a:pt x="211" y="196"/>
                      </a:lnTo>
                      <a:lnTo>
                        <a:pt x="153" y="131"/>
                      </a:lnTo>
                      <a:lnTo>
                        <a:pt x="131" y="80"/>
                      </a:lnTo>
                      <a:lnTo>
                        <a:pt x="116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764700"/>
                    </a:gs>
                    <a:gs pos="50000">
                      <a:srgbClr val="FF9900"/>
                    </a:gs>
                    <a:gs pos="100000">
                      <a:srgbClr val="764700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62" name="Group 32">
                  <a:extLst>
                    <a:ext uri="{FF2B5EF4-FFF2-40B4-BE49-F238E27FC236}">
                      <a16:creationId xmlns:a16="http://schemas.microsoft.com/office/drawing/2014/main" id="{1A4F737F-0201-F8B4-D8EB-9292C4AC958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923" y="2422"/>
                  <a:ext cx="350" cy="322"/>
                  <a:chOff x="1425" y="2378"/>
                  <a:chExt cx="350" cy="322"/>
                </a:xfrm>
              </p:grpSpPr>
              <p:sp>
                <p:nvSpPr>
                  <p:cNvPr id="63" name="Oval 33">
                    <a:extLst>
                      <a:ext uri="{FF2B5EF4-FFF2-40B4-BE49-F238E27FC236}">
                        <a16:creationId xmlns:a16="http://schemas.microsoft.com/office/drawing/2014/main" id="{465EA687-0572-63F9-406A-DC8153E9331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425" y="2378"/>
                    <a:ext cx="350" cy="322"/>
                  </a:xfrm>
                  <a:prstGeom prst="ellipse">
                    <a:avLst/>
                  </a:prstGeom>
                  <a:noFill/>
                  <a:ln w="38100">
                    <a:solidFill>
                      <a:srgbClr val="333399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marL="0" marR="0" lvl="0" indent="0" defTabSz="9144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64" name="Freeform 34">
                    <a:extLst>
                      <a:ext uri="{FF2B5EF4-FFF2-40B4-BE49-F238E27FC236}">
                        <a16:creationId xmlns:a16="http://schemas.microsoft.com/office/drawing/2014/main" id="{539FFDC7-E4BE-AD6C-6744-04B2DF08DE6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542" y="2386"/>
                    <a:ext cx="218" cy="218"/>
                  </a:xfrm>
                  <a:custGeom>
                    <a:avLst/>
                    <a:gdLst>
                      <a:gd name="T0" fmla="*/ 0 w 218"/>
                      <a:gd name="T1" fmla="*/ 0 h 218"/>
                      <a:gd name="T2" fmla="*/ 7 w 218"/>
                      <a:gd name="T3" fmla="*/ 65 h 218"/>
                      <a:gd name="T4" fmla="*/ 29 w 218"/>
                      <a:gd name="T5" fmla="*/ 131 h 218"/>
                      <a:gd name="T6" fmla="*/ 65 w 218"/>
                      <a:gd name="T7" fmla="*/ 181 h 218"/>
                      <a:gd name="T8" fmla="*/ 138 w 218"/>
                      <a:gd name="T9" fmla="*/ 211 h 218"/>
                      <a:gd name="T10" fmla="*/ 218 w 218"/>
                      <a:gd name="T11" fmla="*/ 218 h 218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218"/>
                      <a:gd name="T19" fmla="*/ 0 h 218"/>
                      <a:gd name="T20" fmla="*/ 218 w 218"/>
                      <a:gd name="T21" fmla="*/ 218 h 218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218" h="218">
                        <a:moveTo>
                          <a:pt x="0" y="0"/>
                        </a:moveTo>
                        <a:cubicBezTo>
                          <a:pt x="1" y="11"/>
                          <a:pt x="2" y="43"/>
                          <a:pt x="7" y="65"/>
                        </a:cubicBezTo>
                        <a:cubicBezTo>
                          <a:pt x="12" y="87"/>
                          <a:pt x="19" y="112"/>
                          <a:pt x="29" y="131"/>
                        </a:cubicBezTo>
                        <a:cubicBezTo>
                          <a:pt x="39" y="150"/>
                          <a:pt x="47" y="168"/>
                          <a:pt x="65" y="181"/>
                        </a:cubicBezTo>
                        <a:cubicBezTo>
                          <a:pt x="83" y="194"/>
                          <a:pt x="113" y="205"/>
                          <a:pt x="138" y="211"/>
                        </a:cubicBezTo>
                        <a:cubicBezTo>
                          <a:pt x="163" y="217"/>
                          <a:pt x="201" y="217"/>
                          <a:pt x="218" y="218"/>
                        </a:cubicBezTo>
                      </a:path>
                    </a:pathLst>
                  </a:custGeom>
                  <a:noFill/>
                  <a:ln w="38100">
                    <a:solidFill>
                      <a:srgbClr val="333399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</a:endParaRPr>
                  </a:p>
                </p:txBody>
              </p:sp>
            </p:grpSp>
          </p:grpSp>
        </p:grpSp>
        <p:sp>
          <p:nvSpPr>
            <p:cNvPr id="21" name="Freeform 35">
              <a:extLst>
                <a:ext uri="{FF2B5EF4-FFF2-40B4-BE49-F238E27FC236}">
                  <a16:creationId xmlns:a16="http://schemas.microsoft.com/office/drawing/2014/main" id="{AFBB2CD7-0BDE-DF4C-ADA4-D3909F702CF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8" y="3556"/>
              <a:ext cx="698" cy="255"/>
            </a:xfrm>
            <a:custGeom>
              <a:avLst/>
              <a:gdLst>
                <a:gd name="T0" fmla="*/ 147 w 698"/>
                <a:gd name="T1" fmla="*/ 0 h 255"/>
                <a:gd name="T2" fmla="*/ 205 w 698"/>
                <a:gd name="T3" fmla="*/ 20 h 255"/>
                <a:gd name="T4" fmla="*/ 275 w 698"/>
                <a:gd name="T5" fmla="*/ 39 h 255"/>
                <a:gd name="T6" fmla="*/ 339 w 698"/>
                <a:gd name="T7" fmla="*/ 58 h 255"/>
                <a:gd name="T8" fmla="*/ 416 w 698"/>
                <a:gd name="T9" fmla="*/ 58 h 255"/>
                <a:gd name="T10" fmla="*/ 463 w 698"/>
                <a:gd name="T11" fmla="*/ 52 h 255"/>
                <a:gd name="T12" fmla="*/ 512 w 698"/>
                <a:gd name="T13" fmla="*/ 20 h 255"/>
                <a:gd name="T14" fmla="*/ 480 w 698"/>
                <a:gd name="T15" fmla="*/ 71 h 255"/>
                <a:gd name="T16" fmla="*/ 416 w 698"/>
                <a:gd name="T17" fmla="*/ 122 h 255"/>
                <a:gd name="T18" fmla="*/ 698 w 698"/>
                <a:gd name="T19" fmla="*/ 122 h 255"/>
                <a:gd name="T20" fmla="*/ 659 w 698"/>
                <a:gd name="T21" fmla="*/ 160 h 255"/>
                <a:gd name="T22" fmla="*/ 595 w 698"/>
                <a:gd name="T23" fmla="*/ 199 h 255"/>
                <a:gd name="T24" fmla="*/ 499 w 698"/>
                <a:gd name="T25" fmla="*/ 237 h 255"/>
                <a:gd name="T26" fmla="*/ 391 w 698"/>
                <a:gd name="T27" fmla="*/ 248 h 255"/>
                <a:gd name="T28" fmla="*/ 282 w 698"/>
                <a:gd name="T29" fmla="*/ 255 h 255"/>
                <a:gd name="T30" fmla="*/ 199 w 698"/>
                <a:gd name="T31" fmla="*/ 237 h 255"/>
                <a:gd name="T32" fmla="*/ 135 w 698"/>
                <a:gd name="T33" fmla="*/ 212 h 255"/>
                <a:gd name="T34" fmla="*/ 64 w 698"/>
                <a:gd name="T35" fmla="*/ 180 h 255"/>
                <a:gd name="T36" fmla="*/ 0 w 698"/>
                <a:gd name="T37" fmla="*/ 148 h 255"/>
                <a:gd name="T38" fmla="*/ 147 w 698"/>
                <a:gd name="T39" fmla="*/ 0 h 255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698"/>
                <a:gd name="T61" fmla="*/ 0 h 255"/>
                <a:gd name="T62" fmla="*/ 698 w 698"/>
                <a:gd name="T63" fmla="*/ 255 h 255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698" h="255">
                  <a:moveTo>
                    <a:pt x="147" y="0"/>
                  </a:moveTo>
                  <a:lnTo>
                    <a:pt x="205" y="20"/>
                  </a:lnTo>
                  <a:lnTo>
                    <a:pt x="275" y="39"/>
                  </a:lnTo>
                  <a:lnTo>
                    <a:pt x="339" y="58"/>
                  </a:lnTo>
                  <a:lnTo>
                    <a:pt x="416" y="58"/>
                  </a:lnTo>
                  <a:lnTo>
                    <a:pt x="463" y="52"/>
                  </a:lnTo>
                  <a:lnTo>
                    <a:pt x="512" y="20"/>
                  </a:lnTo>
                  <a:lnTo>
                    <a:pt x="480" y="71"/>
                  </a:lnTo>
                  <a:lnTo>
                    <a:pt x="416" y="122"/>
                  </a:lnTo>
                  <a:lnTo>
                    <a:pt x="698" y="122"/>
                  </a:lnTo>
                  <a:lnTo>
                    <a:pt x="659" y="160"/>
                  </a:lnTo>
                  <a:lnTo>
                    <a:pt x="595" y="199"/>
                  </a:lnTo>
                  <a:lnTo>
                    <a:pt x="499" y="237"/>
                  </a:lnTo>
                  <a:lnTo>
                    <a:pt x="391" y="248"/>
                  </a:lnTo>
                  <a:lnTo>
                    <a:pt x="282" y="255"/>
                  </a:lnTo>
                  <a:lnTo>
                    <a:pt x="199" y="237"/>
                  </a:lnTo>
                  <a:lnTo>
                    <a:pt x="135" y="212"/>
                  </a:lnTo>
                  <a:lnTo>
                    <a:pt x="64" y="180"/>
                  </a:lnTo>
                  <a:lnTo>
                    <a:pt x="0" y="148"/>
                  </a:lnTo>
                  <a:lnTo>
                    <a:pt x="147" y="0"/>
                  </a:lnTo>
                  <a:close/>
                </a:path>
              </a:pathLst>
            </a:custGeom>
            <a:gradFill rotWithShape="0">
              <a:gsLst>
                <a:gs pos="0">
                  <a:srgbClr val="FF3300"/>
                </a:gs>
                <a:gs pos="100000">
                  <a:srgbClr val="76180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2" name="Freeform 36">
              <a:extLst>
                <a:ext uri="{FF2B5EF4-FFF2-40B4-BE49-F238E27FC236}">
                  <a16:creationId xmlns:a16="http://schemas.microsoft.com/office/drawing/2014/main" id="{E9784C3F-6756-2B7E-A7BD-B8A699ADC94E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4" y="3217"/>
              <a:ext cx="320" cy="461"/>
            </a:xfrm>
            <a:custGeom>
              <a:avLst/>
              <a:gdLst>
                <a:gd name="T0" fmla="*/ 0 w 320"/>
                <a:gd name="T1" fmla="*/ 0 h 461"/>
                <a:gd name="T2" fmla="*/ 250 w 320"/>
                <a:gd name="T3" fmla="*/ 0 h 461"/>
                <a:gd name="T4" fmla="*/ 275 w 320"/>
                <a:gd name="T5" fmla="*/ 64 h 461"/>
                <a:gd name="T6" fmla="*/ 301 w 320"/>
                <a:gd name="T7" fmla="*/ 135 h 461"/>
                <a:gd name="T8" fmla="*/ 320 w 320"/>
                <a:gd name="T9" fmla="*/ 237 h 461"/>
                <a:gd name="T10" fmla="*/ 301 w 320"/>
                <a:gd name="T11" fmla="*/ 327 h 461"/>
                <a:gd name="T12" fmla="*/ 275 w 320"/>
                <a:gd name="T13" fmla="*/ 397 h 461"/>
                <a:gd name="T14" fmla="*/ 256 w 320"/>
                <a:gd name="T15" fmla="*/ 461 h 461"/>
                <a:gd name="T16" fmla="*/ 7 w 320"/>
                <a:gd name="T17" fmla="*/ 461 h 461"/>
                <a:gd name="T18" fmla="*/ 51 w 320"/>
                <a:gd name="T19" fmla="*/ 416 h 461"/>
                <a:gd name="T20" fmla="*/ 83 w 320"/>
                <a:gd name="T21" fmla="*/ 365 h 461"/>
                <a:gd name="T22" fmla="*/ 128 w 320"/>
                <a:gd name="T23" fmla="*/ 295 h 461"/>
                <a:gd name="T24" fmla="*/ 128 w 320"/>
                <a:gd name="T25" fmla="*/ 224 h 461"/>
                <a:gd name="T26" fmla="*/ 122 w 320"/>
                <a:gd name="T27" fmla="*/ 154 h 461"/>
                <a:gd name="T28" fmla="*/ 90 w 320"/>
                <a:gd name="T29" fmla="*/ 90 h 461"/>
                <a:gd name="T30" fmla="*/ 32 w 320"/>
                <a:gd name="T31" fmla="*/ 39 h 461"/>
                <a:gd name="T32" fmla="*/ 0 w 320"/>
                <a:gd name="T33" fmla="*/ 0 h 46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320"/>
                <a:gd name="T52" fmla="*/ 0 h 461"/>
                <a:gd name="T53" fmla="*/ 320 w 320"/>
                <a:gd name="T54" fmla="*/ 461 h 461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320" h="461">
                  <a:moveTo>
                    <a:pt x="0" y="0"/>
                  </a:moveTo>
                  <a:lnTo>
                    <a:pt x="250" y="0"/>
                  </a:lnTo>
                  <a:lnTo>
                    <a:pt x="275" y="64"/>
                  </a:lnTo>
                  <a:lnTo>
                    <a:pt x="301" y="135"/>
                  </a:lnTo>
                  <a:lnTo>
                    <a:pt x="320" y="237"/>
                  </a:lnTo>
                  <a:lnTo>
                    <a:pt x="301" y="327"/>
                  </a:lnTo>
                  <a:lnTo>
                    <a:pt x="275" y="397"/>
                  </a:lnTo>
                  <a:lnTo>
                    <a:pt x="256" y="461"/>
                  </a:lnTo>
                  <a:lnTo>
                    <a:pt x="7" y="461"/>
                  </a:lnTo>
                  <a:lnTo>
                    <a:pt x="51" y="416"/>
                  </a:lnTo>
                  <a:lnTo>
                    <a:pt x="83" y="365"/>
                  </a:lnTo>
                  <a:lnTo>
                    <a:pt x="128" y="295"/>
                  </a:lnTo>
                  <a:lnTo>
                    <a:pt x="128" y="224"/>
                  </a:lnTo>
                  <a:lnTo>
                    <a:pt x="122" y="154"/>
                  </a:lnTo>
                  <a:lnTo>
                    <a:pt x="90" y="90"/>
                  </a:lnTo>
                  <a:lnTo>
                    <a:pt x="32" y="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3" name="Freeform 37">
              <a:extLst>
                <a:ext uri="{FF2B5EF4-FFF2-40B4-BE49-F238E27FC236}">
                  <a16:creationId xmlns:a16="http://schemas.microsoft.com/office/drawing/2014/main" id="{9E79B82F-3BEA-20A8-7F1D-86B225B2AE28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1" y="3224"/>
              <a:ext cx="326" cy="455"/>
            </a:xfrm>
            <a:custGeom>
              <a:avLst/>
              <a:gdLst>
                <a:gd name="T0" fmla="*/ 70 w 326"/>
                <a:gd name="T1" fmla="*/ 0 h 455"/>
                <a:gd name="T2" fmla="*/ 326 w 326"/>
                <a:gd name="T3" fmla="*/ 0 h 455"/>
                <a:gd name="T4" fmla="*/ 250 w 326"/>
                <a:gd name="T5" fmla="*/ 51 h 455"/>
                <a:gd name="T6" fmla="*/ 211 w 326"/>
                <a:gd name="T7" fmla="*/ 121 h 455"/>
                <a:gd name="T8" fmla="*/ 192 w 326"/>
                <a:gd name="T9" fmla="*/ 211 h 455"/>
                <a:gd name="T10" fmla="*/ 198 w 326"/>
                <a:gd name="T11" fmla="*/ 281 h 455"/>
                <a:gd name="T12" fmla="*/ 230 w 326"/>
                <a:gd name="T13" fmla="*/ 332 h 455"/>
                <a:gd name="T14" fmla="*/ 262 w 326"/>
                <a:gd name="T15" fmla="*/ 377 h 455"/>
                <a:gd name="T16" fmla="*/ 307 w 326"/>
                <a:gd name="T17" fmla="*/ 455 h 455"/>
                <a:gd name="T18" fmla="*/ 205 w 326"/>
                <a:gd name="T19" fmla="*/ 454 h 455"/>
                <a:gd name="T20" fmla="*/ 77 w 326"/>
                <a:gd name="T21" fmla="*/ 448 h 455"/>
                <a:gd name="T22" fmla="*/ 51 w 326"/>
                <a:gd name="T23" fmla="*/ 403 h 455"/>
                <a:gd name="T24" fmla="*/ 19 w 326"/>
                <a:gd name="T25" fmla="*/ 348 h 455"/>
                <a:gd name="T26" fmla="*/ 0 w 326"/>
                <a:gd name="T27" fmla="*/ 278 h 455"/>
                <a:gd name="T28" fmla="*/ 0 w 326"/>
                <a:gd name="T29" fmla="*/ 160 h 455"/>
                <a:gd name="T30" fmla="*/ 26 w 326"/>
                <a:gd name="T31" fmla="*/ 115 h 455"/>
                <a:gd name="T32" fmla="*/ 45 w 326"/>
                <a:gd name="T33" fmla="*/ 82 h 455"/>
                <a:gd name="T34" fmla="*/ 70 w 326"/>
                <a:gd name="T35" fmla="*/ 0 h 45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326"/>
                <a:gd name="T55" fmla="*/ 0 h 455"/>
                <a:gd name="T56" fmla="*/ 326 w 326"/>
                <a:gd name="T57" fmla="*/ 455 h 45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326" h="455">
                  <a:moveTo>
                    <a:pt x="70" y="0"/>
                  </a:moveTo>
                  <a:lnTo>
                    <a:pt x="326" y="0"/>
                  </a:lnTo>
                  <a:lnTo>
                    <a:pt x="250" y="51"/>
                  </a:lnTo>
                  <a:lnTo>
                    <a:pt x="211" y="121"/>
                  </a:lnTo>
                  <a:lnTo>
                    <a:pt x="192" y="211"/>
                  </a:lnTo>
                  <a:lnTo>
                    <a:pt x="198" y="281"/>
                  </a:lnTo>
                  <a:lnTo>
                    <a:pt x="230" y="332"/>
                  </a:lnTo>
                  <a:lnTo>
                    <a:pt x="262" y="377"/>
                  </a:lnTo>
                  <a:lnTo>
                    <a:pt x="307" y="455"/>
                  </a:lnTo>
                  <a:lnTo>
                    <a:pt x="205" y="454"/>
                  </a:lnTo>
                  <a:lnTo>
                    <a:pt x="77" y="448"/>
                  </a:lnTo>
                  <a:lnTo>
                    <a:pt x="51" y="403"/>
                  </a:lnTo>
                  <a:lnTo>
                    <a:pt x="19" y="348"/>
                  </a:lnTo>
                  <a:lnTo>
                    <a:pt x="0" y="278"/>
                  </a:lnTo>
                  <a:lnTo>
                    <a:pt x="0" y="160"/>
                  </a:lnTo>
                  <a:lnTo>
                    <a:pt x="26" y="115"/>
                  </a:lnTo>
                  <a:lnTo>
                    <a:pt x="45" y="82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4" name="Freeform 38">
              <a:extLst>
                <a:ext uri="{FF2B5EF4-FFF2-40B4-BE49-F238E27FC236}">
                  <a16:creationId xmlns:a16="http://schemas.microsoft.com/office/drawing/2014/main" id="{E2FA5690-3403-77DA-2BC5-99334632AA6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3" y="3032"/>
              <a:ext cx="646" cy="652"/>
            </a:xfrm>
            <a:custGeom>
              <a:avLst/>
              <a:gdLst>
                <a:gd name="T0" fmla="*/ 134 w 646"/>
                <a:gd name="T1" fmla="*/ 192 h 652"/>
                <a:gd name="T2" fmla="*/ 45 w 646"/>
                <a:gd name="T3" fmla="*/ 249 h 652"/>
                <a:gd name="T4" fmla="*/ 19 w 646"/>
                <a:gd name="T5" fmla="*/ 339 h 652"/>
                <a:gd name="T6" fmla="*/ 0 w 646"/>
                <a:gd name="T7" fmla="*/ 422 h 652"/>
                <a:gd name="T8" fmla="*/ 26 w 646"/>
                <a:gd name="T9" fmla="*/ 518 h 652"/>
                <a:gd name="T10" fmla="*/ 77 w 646"/>
                <a:gd name="T11" fmla="*/ 563 h 652"/>
                <a:gd name="T12" fmla="*/ 115 w 646"/>
                <a:gd name="T13" fmla="*/ 652 h 652"/>
                <a:gd name="T14" fmla="*/ 249 w 646"/>
                <a:gd name="T15" fmla="*/ 518 h 652"/>
                <a:gd name="T16" fmla="*/ 320 w 646"/>
                <a:gd name="T17" fmla="*/ 544 h 652"/>
                <a:gd name="T18" fmla="*/ 390 w 646"/>
                <a:gd name="T19" fmla="*/ 569 h 652"/>
                <a:gd name="T20" fmla="*/ 486 w 646"/>
                <a:gd name="T21" fmla="*/ 588 h 652"/>
                <a:gd name="T22" fmla="*/ 564 w 646"/>
                <a:gd name="T23" fmla="*/ 583 h 652"/>
                <a:gd name="T24" fmla="*/ 614 w 646"/>
                <a:gd name="T25" fmla="*/ 537 h 652"/>
                <a:gd name="T26" fmla="*/ 646 w 646"/>
                <a:gd name="T27" fmla="*/ 480 h 652"/>
                <a:gd name="T28" fmla="*/ 646 w 646"/>
                <a:gd name="T29" fmla="*/ 377 h 652"/>
                <a:gd name="T30" fmla="*/ 634 w 646"/>
                <a:gd name="T31" fmla="*/ 300 h 652"/>
                <a:gd name="T32" fmla="*/ 576 w 646"/>
                <a:gd name="T33" fmla="*/ 236 h 652"/>
                <a:gd name="T34" fmla="*/ 525 w 646"/>
                <a:gd name="T35" fmla="*/ 192 h 652"/>
                <a:gd name="T36" fmla="*/ 646 w 646"/>
                <a:gd name="T37" fmla="*/ 71 h 652"/>
                <a:gd name="T38" fmla="*/ 602 w 646"/>
                <a:gd name="T39" fmla="*/ 51 h 652"/>
                <a:gd name="T40" fmla="*/ 544 w 646"/>
                <a:gd name="T41" fmla="*/ 25 h 652"/>
                <a:gd name="T42" fmla="*/ 493 w 646"/>
                <a:gd name="T43" fmla="*/ 6 h 652"/>
                <a:gd name="T44" fmla="*/ 403 w 646"/>
                <a:gd name="T45" fmla="*/ 0 h 652"/>
                <a:gd name="T46" fmla="*/ 339 w 646"/>
                <a:gd name="T47" fmla="*/ 12 h 652"/>
                <a:gd name="T48" fmla="*/ 294 w 646"/>
                <a:gd name="T49" fmla="*/ 25 h 652"/>
                <a:gd name="T50" fmla="*/ 256 w 646"/>
                <a:gd name="T51" fmla="*/ 70 h 652"/>
                <a:gd name="T52" fmla="*/ 134 w 646"/>
                <a:gd name="T53" fmla="*/ 192 h 652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646"/>
                <a:gd name="T82" fmla="*/ 0 h 652"/>
                <a:gd name="T83" fmla="*/ 646 w 646"/>
                <a:gd name="T84" fmla="*/ 652 h 652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646" h="652">
                  <a:moveTo>
                    <a:pt x="134" y="192"/>
                  </a:moveTo>
                  <a:lnTo>
                    <a:pt x="45" y="249"/>
                  </a:lnTo>
                  <a:lnTo>
                    <a:pt x="19" y="339"/>
                  </a:lnTo>
                  <a:lnTo>
                    <a:pt x="0" y="422"/>
                  </a:lnTo>
                  <a:lnTo>
                    <a:pt x="26" y="518"/>
                  </a:lnTo>
                  <a:lnTo>
                    <a:pt x="77" y="563"/>
                  </a:lnTo>
                  <a:lnTo>
                    <a:pt x="115" y="652"/>
                  </a:lnTo>
                  <a:lnTo>
                    <a:pt x="249" y="518"/>
                  </a:lnTo>
                  <a:lnTo>
                    <a:pt x="320" y="544"/>
                  </a:lnTo>
                  <a:lnTo>
                    <a:pt x="390" y="569"/>
                  </a:lnTo>
                  <a:lnTo>
                    <a:pt x="486" y="588"/>
                  </a:lnTo>
                  <a:lnTo>
                    <a:pt x="564" y="583"/>
                  </a:lnTo>
                  <a:lnTo>
                    <a:pt x="614" y="537"/>
                  </a:lnTo>
                  <a:lnTo>
                    <a:pt x="646" y="480"/>
                  </a:lnTo>
                  <a:lnTo>
                    <a:pt x="646" y="377"/>
                  </a:lnTo>
                  <a:lnTo>
                    <a:pt x="634" y="300"/>
                  </a:lnTo>
                  <a:lnTo>
                    <a:pt x="576" y="236"/>
                  </a:lnTo>
                  <a:lnTo>
                    <a:pt x="525" y="192"/>
                  </a:lnTo>
                  <a:lnTo>
                    <a:pt x="646" y="71"/>
                  </a:lnTo>
                  <a:lnTo>
                    <a:pt x="602" y="51"/>
                  </a:lnTo>
                  <a:lnTo>
                    <a:pt x="544" y="25"/>
                  </a:lnTo>
                  <a:lnTo>
                    <a:pt x="493" y="6"/>
                  </a:lnTo>
                  <a:lnTo>
                    <a:pt x="403" y="0"/>
                  </a:lnTo>
                  <a:lnTo>
                    <a:pt x="339" y="12"/>
                  </a:lnTo>
                  <a:lnTo>
                    <a:pt x="294" y="25"/>
                  </a:lnTo>
                  <a:lnTo>
                    <a:pt x="256" y="70"/>
                  </a:lnTo>
                  <a:lnTo>
                    <a:pt x="134" y="192"/>
                  </a:lnTo>
                  <a:close/>
                </a:path>
              </a:pathLst>
            </a:custGeom>
            <a:gradFill rotWithShape="0">
              <a:gsLst>
                <a:gs pos="0">
                  <a:srgbClr val="761800"/>
                </a:gs>
                <a:gs pos="50000">
                  <a:srgbClr val="FF3300"/>
                </a:gs>
                <a:gs pos="100000">
                  <a:srgbClr val="761800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5" name="Freeform 39">
              <a:extLst>
                <a:ext uri="{FF2B5EF4-FFF2-40B4-BE49-F238E27FC236}">
                  <a16:creationId xmlns:a16="http://schemas.microsoft.com/office/drawing/2014/main" id="{F3176D62-29AE-EFA7-3A0D-486C2F2F0668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4" y="3102"/>
              <a:ext cx="371" cy="122"/>
            </a:xfrm>
            <a:custGeom>
              <a:avLst/>
              <a:gdLst>
                <a:gd name="T0" fmla="*/ 115 w 371"/>
                <a:gd name="T1" fmla="*/ 0 h 122"/>
                <a:gd name="T2" fmla="*/ 371 w 371"/>
                <a:gd name="T3" fmla="*/ 0 h 122"/>
                <a:gd name="T4" fmla="*/ 249 w 371"/>
                <a:gd name="T5" fmla="*/ 122 h 122"/>
                <a:gd name="T6" fmla="*/ 0 w 371"/>
                <a:gd name="T7" fmla="*/ 122 h 122"/>
                <a:gd name="T8" fmla="*/ 115 w 371"/>
                <a:gd name="T9" fmla="*/ 0 h 1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71"/>
                <a:gd name="T16" fmla="*/ 0 h 122"/>
                <a:gd name="T17" fmla="*/ 371 w 371"/>
                <a:gd name="T18" fmla="*/ 122 h 12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71" h="122">
                  <a:moveTo>
                    <a:pt x="115" y="0"/>
                  </a:moveTo>
                  <a:lnTo>
                    <a:pt x="371" y="0"/>
                  </a:lnTo>
                  <a:lnTo>
                    <a:pt x="249" y="122"/>
                  </a:lnTo>
                  <a:lnTo>
                    <a:pt x="0" y="122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6" name="Freeform 40">
              <a:extLst>
                <a:ext uri="{FF2B5EF4-FFF2-40B4-BE49-F238E27FC236}">
                  <a16:creationId xmlns:a16="http://schemas.microsoft.com/office/drawing/2014/main" id="{580BB332-D068-6DF0-EA6C-FF73968E6D3D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4" y="3102"/>
              <a:ext cx="371" cy="122"/>
            </a:xfrm>
            <a:custGeom>
              <a:avLst/>
              <a:gdLst>
                <a:gd name="T0" fmla="*/ 115 w 371"/>
                <a:gd name="T1" fmla="*/ 0 h 122"/>
                <a:gd name="T2" fmla="*/ 371 w 371"/>
                <a:gd name="T3" fmla="*/ 0 h 122"/>
                <a:gd name="T4" fmla="*/ 249 w 371"/>
                <a:gd name="T5" fmla="*/ 122 h 122"/>
                <a:gd name="T6" fmla="*/ 0 w 371"/>
                <a:gd name="T7" fmla="*/ 122 h 122"/>
                <a:gd name="T8" fmla="*/ 115 w 371"/>
                <a:gd name="T9" fmla="*/ 0 h 1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71"/>
                <a:gd name="T16" fmla="*/ 0 h 122"/>
                <a:gd name="T17" fmla="*/ 371 w 371"/>
                <a:gd name="T18" fmla="*/ 122 h 12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71" h="122">
                  <a:moveTo>
                    <a:pt x="115" y="0"/>
                  </a:moveTo>
                  <a:lnTo>
                    <a:pt x="371" y="0"/>
                  </a:lnTo>
                  <a:lnTo>
                    <a:pt x="249" y="122"/>
                  </a:lnTo>
                  <a:lnTo>
                    <a:pt x="0" y="122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" name="Freeform 41">
              <a:extLst>
                <a:ext uri="{FF2B5EF4-FFF2-40B4-BE49-F238E27FC236}">
                  <a16:creationId xmlns:a16="http://schemas.microsoft.com/office/drawing/2014/main" id="{40D544EB-D733-F9F9-B7C1-23A27EDDA8D0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6" y="2840"/>
              <a:ext cx="877" cy="268"/>
            </a:xfrm>
            <a:custGeom>
              <a:avLst/>
              <a:gdLst>
                <a:gd name="T0" fmla="*/ 0 w 877"/>
                <a:gd name="T1" fmla="*/ 268 h 268"/>
                <a:gd name="T2" fmla="*/ 45 w 877"/>
                <a:gd name="T3" fmla="*/ 211 h 268"/>
                <a:gd name="T4" fmla="*/ 121 w 877"/>
                <a:gd name="T5" fmla="*/ 128 h 268"/>
                <a:gd name="T6" fmla="*/ 224 w 877"/>
                <a:gd name="T7" fmla="*/ 64 h 268"/>
                <a:gd name="T8" fmla="*/ 281 w 877"/>
                <a:gd name="T9" fmla="*/ 38 h 268"/>
                <a:gd name="T10" fmla="*/ 371 w 877"/>
                <a:gd name="T11" fmla="*/ 12 h 268"/>
                <a:gd name="T12" fmla="*/ 448 w 877"/>
                <a:gd name="T13" fmla="*/ 0 h 268"/>
                <a:gd name="T14" fmla="*/ 537 w 877"/>
                <a:gd name="T15" fmla="*/ 6 h 268"/>
                <a:gd name="T16" fmla="*/ 633 w 877"/>
                <a:gd name="T17" fmla="*/ 25 h 268"/>
                <a:gd name="T18" fmla="*/ 685 w 877"/>
                <a:gd name="T19" fmla="*/ 57 h 268"/>
                <a:gd name="T20" fmla="*/ 761 w 877"/>
                <a:gd name="T21" fmla="*/ 102 h 268"/>
                <a:gd name="T22" fmla="*/ 819 w 877"/>
                <a:gd name="T23" fmla="*/ 160 h 268"/>
                <a:gd name="T24" fmla="*/ 877 w 877"/>
                <a:gd name="T25" fmla="*/ 262 h 268"/>
                <a:gd name="T26" fmla="*/ 614 w 877"/>
                <a:gd name="T27" fmla="*/ 262 h 268"/>
                <a:gd name="T28" fmla="*/ 557 w 877"/>
                <a:gd name="T29" fmla="*/ 230 h 268"/>
                <a:gd name="T30" fmla="*/ 454 w 877"/>
                <a:gd name="T31" fmla="*/ 204 h 268"/>
                <a:gd name="T32" fmla="*/ 377 w 877"/>
                <a:gd name="T33" fmla="*/ 204 h 268"/>
                <a:gd name="T34" fmla="*/ 301 w 877"/>
                <a:gd name="T35" fmla="*/ 230 h 268"/>
                <a:gd name="T36" fmla="*/ 237 w 877"/>
                <a:gd name="T37" fmla="*/ 268 h 268"/>
                <a:gd name="T38" fmla="*/ 0 w 877"/>
                <a:gd name="T39" fmla="*/ 268 h 268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877"/>
                <a:gd name="T61" fmla="*/ 0 h 268"/>
                <a:gd name="T62" fmla="*/ 877 w 877"/>
                <a:gd name="T63" fmla="*/ 268 h 268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877" h="268">
                  <a:moveTo>
                    <a:pt x="0" y="268"/>
                  </a:moveTo>
                  <a:lnTo>
                    <a:pt x="45" y="211"/>
                  </a:lnTo>
                  <a:lnTo>
                    <a:pt x="121" y="128"/>
                  </a:lnTo>
                  <a:lnTo>
                    <a:pt x="224" y="64"/>
                  </a:lnTo>
                  <a:lnTo>
                    <a:pt x="281" y="38"/>
                  </a:lnTo>
                  <a:lnTo>
                    <a:pt x="371" y="12"/>
                  </a:lnTo>
                  <a:lnTo>
                    <a:pt x="448" y="0"/>
                  </a:lnTo>
                  <a:lnTo>
                    <a:pt x="537" y="6"/>
                  </a:lnTo>
                  <a:lnTo>
                    <a:pt x="633" y="25"/>
                  </a:lnTo>
                  <a:lnTo>
                    <a:pt x="685" y="57"/>
                  </a:lnTo>
                  <a:lnTo>
                    <a:pt x="761" y="102"/>
                  </a:lnTo>
                  <a:lnTo>
                    <a:pt x="819" y="160"/>
                  </a:lnTo>
                  <a:lnTo>
                    <a:pt x="877" y="262"/>
                  </a:lnTo>
                  <a:lnTo>
                    <a:pt x="614" y="262"/>
                  </a:lnTo>
                  <a:lnTo>
                    <a:pt x="557" y="230"/>
                  </a:lnTo>
                  <a:lnTo>
                    <a:pt x="454" y="204"/>
                  </a:lnTo>
                  <a:lnTo>
                    <a:pt x="377" y="204"/>
                  </a:lnTo>
                  <a:lnTo>
                    <a:pt x="301" y="230"/>
                  </a:lnTo>
                  <a:lnTo>
                    <a:pt x="237" y="268"/>
                  </a:lnTo>
                  <a:lnTo>
                    <a:pt x="0" y="268"/>
                  </a:lnTo>
                  <a:close/>
                </a:path>
              </a:pathLst>
            </a:cu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8" name="Line 42">
              <a:extLst>
                <a:ext uri="{FF2B5EF4-FFF2-40B4-BE49-F238E27FC236}">
                  <a16:creationId xmlns:a16="http://schemas.microsoft.com/office/drawing/2014/main" id="{10855733-38F7-C72B-0229-317180782F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85" y="3226"/>
              <a:ext cx="269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9" name="Line 43">
              <a:extLst>
                <a:ext uri="{FF2B5EF4-FFF2-40B4-BE49-F238E27FC236}">
                  <a16:creationId xmlns:a16="http://schemas.microsoft.com/office/drawing/2014/main" id="{E2AF0229-76AD-1A81-6B03-F8A3CFB018B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76" y="3567"/>
              <a:ext cx="116" cy="11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0" name="Freeform 44">
              <a:extLst>
                <a:ext uri="{FF2B5EF4-FFF2-40B4-BE49-F238E27FC236}">
                  <a16:creationId xmlns:a16="http://schemas.microsoft.com/office/drawing/2014/main" id="{A93196F1-8E1F-F7A8-9AC6-02D6B4AEBCBD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0" y="2552"/>
              <a:ext cx="1120" cy="1107"/>
            </a:xfrm>
            <a:custGeom>
              <a:avLst/>
              <a:gdLst>
                <a:gd name="T0" fmla="*/ 0 w 1120"/>
                <a:gd name="T1" fmla="*/ 409 h 1107"/>
                <a:gd name="T2" fmla="*/ 269 w 1120"/>
                <a:gd name="T3" fmla="*/ 140 h 1107"/>
                <a:gd name="T4" fmla="*/ 327 w 1120"/>
                <a:gd name="T5" fmla="*/ 76 h 1107"/>
                <a:gd name="T6" fmla="*/ 403 w 1120"/>
                <a:gd name="T7" fmla="*/ 38 h 1107"/>
                <a:gd name="T8" fmla="*/ 499 w 1120"/>
                <a:gd name="T9" fmla="*/ 12 h 1107"/>
                <a:gd name="T10" fmla="*/ 595 w 1120"/>
                <a:gd name="T11" fmla="*/ 0 h 1107"/>
                <a:gd name="T12" fmla="*/ 704 w 1120"/>
                <a:gd name="T13" fmla="*/ 6 h 1107"/>
                <a:gd name="T14" fmla="*/ 807 w 1120"/>
                <a:gd name="T15" fmla="*/ 38 h 1107"/>
                <a:gd name="T16" fmla="*/ 890 w 1120"/>
                <a:gd name="T17" fmla="*/ 83 h 1107"/>
                <a:gd name="T18" fmla="*/ 973 w 1120"/>
                <a:gd name="T19" fmla="*/ 128 h 1107"/>
                <a:gd name="T20" fmla="*/ 1005 w 1120"/>
                <a:gd name="T21" fmla="*/ 166 h 1107"/>
                <a:gd name="T22" fmla="*/ 1043 w 1120"/>
                <a:gd name="T23" fmla="*/ 224 h 1107"/>
                <a:gd name="T24" fmla="*/ 1082 w 1120"/>
                <a:gd name="T25" fmla="*/ 288 h 1107"/>
                <a:gd name="T26" fmla="*/ 1114 w 1120"/>
                <a:gd name="T27" fmla="*/ 364 h 1107"/>
                <a:gd name="T28" fmla="*/ 1120 w 1120"/>
                <a:gd name="T29" fmla="*/ 460 h 1107"/>
                <a:gd name="T30" fmla="*/ 1120 w 1120"/>
                <a:gd name="T31" fmla="*/ 544 h 1107"/>
                <a:gd name="T32" fmla="*/ 1101 w 1120"/>
                <a:gd name="T33" fmla="*/ 608 h 1107"/>
                <a:gd name="T34" fmla="*/ 1075 w 1120"/>
                <a:gd name="T35" fmla="*/ 665 h 1107"/>
                <a:gd name="T36" fmla="*/ 1056 w 1120"/>
                <a:gd name="T37" fmla="*/ 716 h 1107"/>
                <a:gd name="T38" fmla="*/ 1018 w 1120"/>
                <a:gd name="T39" fmla="*/ 761 h 1107"/>
                <a:gd name="T40" fmla="*/ 986 w 1120"/>
                <a:gd name="T41" fmla="*/ 800 h 1107"/>
                <a:gd name="T42" fmla="*/ 711 w 1120"/>
                <a:gd name="T43" fmla="*/ 1075 h 1107"/>
                <a:gd name="T44" fmla="*/ 736 w 1120"/>
                <a:gd name="T45" fmla="*/ 1017 h 1107"/>
                <a:gd name="T46" fmla="*/ 646 w 1120"/>
                <a:gd name="T47" fmla="*/ 1107 h 1107"/>
                <a:gd name="T48" fmla="*/ 672 w 1120"/>
                <a:gd name="T49" fmla="*/ 1004 h 1107"/>
                <a:gd name="T50" fmla="*/ 711 w 1120"/>
                <a:gd name="T51" fmla="*/ 908 h 1107"/>
                <a:gd name="T52" fmla="*/ 685 w 1120"/>
                <a:gd name="T53" fmla="*/ 793 h 1107"/>
                <a:gd name="T54" fmla="*/ 666 w 1120"/>
                <a:gd name="T55" fmla="*/ 716 h 1107"/>
                <a:gd name="T56" fmla="*/ 640 w 1120"/>
                <a:gd name="T57" fmla="*/ 665 h 1107"/>
                <a:gd name="T58" fmla="*/ 743 w 1120"/>
                <a:gd name="T59" fmla="*/ 562 h 1107"/>
                <a:gd name="T60" fmla="*/ 708 w 1120"/>
                <a:gd name="T61" fmla="*/ 481 h 1107"/>
                <a:gd name="T62" fmla="*/ 635 w 1120"/>
                <a:gd name="T63" fmla="*/ 423 h 1107"/>
                <a:gd name="T64" fmla="*/ 576 w 1120"/>
                <a:gd name="T65" fmla="*/ 364 h 1107"/>
                <a:gd name="T66" fmla="*/ 487 w 1120"/>
                <a:gd name="T67" fmla="*/ 313 h 1107"/>
                <a:gd name="T68" fmla="*/ 359 w 1120"/>
                <a:gd name="T69" fmla="*/ 299 h 1107"/>
                <a:gd name="T70" fmla="*/ 271 w 1120"/>
                <a:gd name="T71" fmla="*/ 299 h 1107"/>
                <a:gd name="T72" fmla="*/ 162 w 1120"/>
                <a:gd name="T73" fmla="*/ 321 h 1107"/>
                <a:gd name="T74" fmla="*/ 83 w 1120"/>
                <a:gd name="T75" fmla="*/ 352 h 1107"/>
                <a:gd name="T76" fmla="*/ 0 w 1120"/>
                <a:gd name="T77" fmla="*/ 409 h 1107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w 1120"/>
                <a:gd name="T118" fmla="*/ 0 h 1107"/>
                <a:gd name="T119" fmla="*/ 1120 w 1120"/>
                <a:gd name="T120" fmla="*/ 1107 h 1107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T117" t="T118" r="T119" b="T120"/>
              <a:pathLst>
                <a:path w="1120" h="1107">
                  <a:moveTo>
                    <a:pt x="0" y="409"/>
                  </a:moveTo>
                  <a:lnTo>
                    <a:pt x="269" y="140"/>
                  </a:lnTo>
                  <a:lnTo>
                    <a:pt x="327" y="76"/>
                  </a:lnTo>
                  <a:lnTo>
                    <a:pt x="403" y="38"/>
                  </a:lnTo>
                  <a:lnTo>
                    <a:pt x="499" y="12"/>
                  </a:lnTo>
                  <a:lnTo>
                    <a:pt x="595" y="0"/>
                  </a:lnTo>
                  <a:lnTo>
                    <a:pt x="704" y="6"/>
                  </a:lnTo>
                  <a:lnTo>
                    <a:pt x="807" y="38"/>
                  </a:lnTo>
                  <a:lnTo>
                    <a:pt x="890" y="83"/>
                  </a:lnTo>
                  <a:lnTo>
                    <a:pt x="973" y="128"/>
                  </a:lnTo>
                  <a:lnTo>
                    <a:pt x="1005" y="166"/>
                  </a:lnTo>
                  <a:lnTo>
                    <a:pt x="1043" y="224"/>
                  </a:lnTo>
                  <a:lnTo>
                    <a:pt x="1082" y="288"/>
                  </a:lnTo>
                  <a:lnTo>
                    <a:pt x="1114" y="364"/>
                  </a:lnTo>
                  <a:lnTo>
                    <a:pt x="1120" y="460"/>
                  </a:lnTo>
                  <a:lnTo>
                    <a:pt x="1120" y="544"/>
                  </a:lnTo>
                  <a:lnTo>
                    <a:pt x="1101" y="608"/>
                  </a:lnTo>
                  <a:lnTo>
                    <a:pt x="1075" y="665"/>
                  </a:lnTo>
                  <a:lnTo>
                    <a:pt x="1056" y="716"/>
                  </a:lnTo>
                  <a:lnTo>
                    <a:pt x="1018" y="761"/>
                  </a:lnTo>
                  <a:lnTo>
                    <a:pt x="986" y="800"/>
                  </a:lnTo>
                  <a:lnTo>
                    <a:pt x="711" y="1075"/>
                  </a:lnTo>
                  <a:lnTo>
                    <a:pt x="736" y="1017"/>
                  </a:lnTo>
                  <a:lnTo>
                    <a:pt x="646" y="1107"/>
                  </a:lnTo>
                  <a:lnTo>
                    <a:pt x="672" y="1004"/>
                  </a:lnTo>
                  <a:lnTo>
                    <a:pt x="711" y="908"/>
                  </a:lnTo>
                  <a:lnTo>
                    <a:pt x="685" y="793"/>
                  </a:lnTo>
                  <a:lnTo>
                    <a:pt x="666" y="716"/>
                  </a:lnTo>
                  <a:lnTo>
                    <a:pt x="640" y="665"/>
                  </a:lnTo>
                  <a:lnTo>
                    <a:pt x="743" y="562"/>
                  </a:lnTo>
                  <a:lnTo>
                    <a:pt x="708" y="481"/>
                  </a:lnTo>
                  <a:lnTo>
                    <a:pt x="635" y="423"/>
                  </a:lnTo>
                  <a:lnTo>
                    <a:pt x="576" y="364"/>
                  </a:lnTo>
                  <a:lnTo>
                    <a:pt x="487" y="313"/>
                  </a:lnTo>
                  <a:lnTo>
                    <a:pt x="359" y="299"/>
                  </a:lnTo>
                  <a:lnTo>
                    <a:pt x="271" y="299"/>
                  </a:lnTo>
                  <a:lnTo>
                    <a:pt x="162" y="321"/>
                  </a:lnTo>
                  <a:lnTo>
                    <a:pt x="83" y="352"/>
                  </a:lnTo>
                  <a:lnTo>
                    <a:pt x="0" y="409"/>
                  </a:lnTo>
                  <a:close/>
                </a:path>
              </a:pathLst>
            </a:custGeom>
            <a:gradFill rotWithShape="0">
              <a:gsLst>
                <a:gs pos="0">
                  <a:srgbClr val="761800"/>
                </a:gs>
                <a:gs pos="50000">
                  <a:srgbClr val="FF3300"/>
                </a:gs>
                <a:gs pos="100000">
                  <a:srgbClr val="761800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1" name="Freeform 45">
              <a:extLst>
                <a:ext uri="{FF2B5EF4-FFF2-40B4-BE49-F238E27FC236}">
                  <a16:creationId xmlns:a16="http://schemas.microsoft.com/office/drawing/2014/main" id="{69906145-396E-555D-C907-F87B7BEC8BDB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2" y="3357"/>
              <a:ext cx="356" cy="356"/>
            </a:xfrm>
            <a:custGeom>
              <a:avLst/>
              <a:gdLst>
                <a:gd name="T0" fmla="*/ 356 w 356"/>
                <a:gd name="T1" fmla="*/ 0 h 356"/>
                <a:gd name="T2" fmla="*/ 0 w 356"/>
                <a:gd name="T3" fmla="*/ 356 h 356"/>
                <a:gd name="T4" fmla="*/ 0 60000 65536"/>
                <a:gd name="T5" fmla="*/ 0 60000 65536"/>
                <a:gd name="T6" fmla="*/ 0 w 356"/>
                <a:gd name="T7" fmla="*/ 0 h 356"/>
                <a:gd name="T8" fmla="*/ 356 w 356"/>
                <a:gd name="T9" fmla="*/ 356 h 35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56" h="356">
                  <a:moveTo>
                    <a:pt x="356" y="0"/>
                  </a:moveTo>
                  <a:lnTo>
                    <a:pt x="0" y="356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2" name="Line 46">
              <a:extLst>
                <a:ext uri="{FF2B5EF4-FFF2-40B4-BE49-F238E27FC236}">
                  <a16:creationId xmlns:a16="http://schemas.microsoft.com/office/drawing/2014/main" id="{EB9EAF9A-FEFF-41EA-285A-B8896702A7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85" y="3677"/>
              <a:ext cx="269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3" name="Line 47">
              <a:extLst>
                <a:ext uri="{FF2B5EF4-FFF2-40B4-BE49-F238E27FC236}">
                  <a16:creationId xmlns:a16="http://schemas.microsoft.com/office/drawing/2014/main" id="{517B81A1-8806-19A5-BC44-F6A382F54B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7" y="3224"/>
              <a:ext cx="262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4" name="Freeform 48">
              <a:extLst>
                <a:ext uri="{FF2B5EF4-FFF2-40B4-BE49-F238E27FC236}">
                  <a16:creationId xmlns:a16="http://schemas.microsoft.com/office/drawing/2014/main" id="{E2F4CF1D-7404-315B-1B9F-CC158CAB214F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4" y="3675"/>
              <a:ext cx="267" cy="2"/>
            </a:xfrm>
            <a:custGeom>
              <a:avLst/>
              <a:gdLst>
                <a:gd name="T0" fmla="*/ 0 w 267"/>
                <a:gd name="T1" fmla="*/ 0 h 2"/>
                <a:gd name="T2" fmla="*/ 267 w 267"/>
                <a:gd name="T3" fmla="*/ 2 h 2"/>
                <a:gd name="T4" fmla="*/ 0 60000 65536"/>
                <a:gd name="T5" fmla="*/ 0 60000 65536"/>
                <a:gd name="T6" fmla="*/ 0 w 267"/>
                <a:gd name="T7" fmla="*/ 0 h 2"/>
                <a:gd name="T8" fmla="*/ 267 w 267"/>
                <a:gd name="T9" fmla="*/ 2 h 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67" h="2">
                  <a:moveTo>
                    <a:pt x="0" y="0"/>
                  </a:moveTo>
                  <a:lnTo>
                    <a:pt x="267" y="2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5" name="Freeform 49">
              <a:extLst>
                <a:ext uri="{FF2B5EF4-FFF2-40B4-BE49-F238E27FC236}">
                  <a16:creationId xmlns:a16="http://schemas.microsoft.com/office/drawing/2014/main" id="{48C60A18-3AE4-DD92-5A16-DCE9268E61B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9" y="3108"/>
              <a:ext cx="247" cy="1"/>
            </a:xfrm>
            <a:custGeom>
              <a:avLst/>
              <a:gdLst>
                <a:gd name="T0" fmla="*/ 0 w 247"/>
                <a:gd name="T1" fmla="*/ 0 h 1"/>
                <a:gd name="T2" fmla="*/ 247 w 247"/>
                <a:gd name="T3" fmla="*/ 1 h 1"/>
                <a:gd name="T4" fmla="*/ 0 60000 65536"/>
                <a:gd name="T5" fmla="*/ 0 60000 65536"/>
                <a:gd name="T6" fmla="*/ 0 w 247"/>
                <a:gd name="T7" fmla="*/ 0 h 1"/>
                <a:gd name="T8" fmla="*/ 247 w 247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47" h="1">
                  <a:moveTo>
                    <a:pt x="0" y="0"/>
                  </a:moveTo>
                  <a:lnTo>
                    <a:pt x="247" y="1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6" name="Line 50">
              <a:extLst>
                <a:ext uri="{FF2B5EF4-FFF2-40B4-BE49-F238E27FC236}">
                  <a16:creationId xmlns:a16="http://schemas.microsoft.com/office/drawing/2014/main" id="{0927AF97-888B-2D35-2509-E051832EEDD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39" y="3546"/>
              <a:ext cx="124" cy="12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8" name="Freeform 51">
              <a:extLst>
                <a:ext uri="{FF2B5EF4-FFF2-40B4-BE49-F238E27FC236}">
                  <a16:creationId xmlns:a16="http://schemas.microsoft.com/office/drawing/2014/main" id="{2FB5C86B-8958-21D0-7B28-B959D49FA31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8" y="3095"/>
              <a:ext cx="135" cy="135"/>
            </a:xfrm>
            <a:custGeom>
              <a:avLst/>
              <a:gdLst>
                <a:gd name="T0" fmla="*/ 135 w 135"/>
                <a:gd name="T1" fmla="*/ 0 h 135"/>
                <a:gd name="T2" fmla="*/ 0 w 135"/>
                <a:gd name="T3" fmla="*/ 135 h 135"/>
                <a:gd name="T4" fmla="*/ 0 60000 65536"/>
                <a:gd name="T5" fmla="*/ 0 60000 65536"/>
                <a:gd name="T6" fmla="*/ 0 w 135"/>
                <a:gd name="T7" fmla="*/ 0 h 135"/>
                <a:gd name="T8" fmla="*/ 135 w 135"/>
                <a:gd name="T9" fmla="*/ 135 h 13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35" h="135">
                  <a:moveTo>
                    <a:pt x="135" y="0"/>
                  </a:moveTo>
                  <a:lnTo>
                    <a:pt x="0" y="135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9" name="Line 52">
              <a:extLst>
                <a:ext uri="{FF2B5EF4-FFF2-40B4-BE49-F238E27FC236}">
                  <a16:creationId xmlns:a16="http://schemas.microsoft.com/office/drawing/2014/main" id="{76EE354D-A9C2-3D88-13AA-027F33E1028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95" y="3109"/>
              <a:ext cx="116" cy="11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0" name="Freeform 53">
              <a:extLst>
                <a:ext uri="{FF2B5EF4-FFF2-40B4-BE49-F238E27FC236}">
                  <a16:creationId xmlns:a16="http://schemas.microsoft.com/office/drawing/2014/main" id="{BB77CFE6-5E0F-4DB6-1A3F-88A7634DC985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5" y="3102"/>
              <a:ext cx="120" cy="124"/>
            </a:xfrm>
            <a:custGeom>
              <a:avLst/>
              <a:gdLst>
                <a:gd name="T0" fmla="*/ 120 w 120"/>
                <a:gd name="T1" fmla="*/ 0 h 124"/>
                <a:gd name="T2" fmla="*/ 0 w 120"/>
                <a:gd name="T3" fmla="*/ 124 h 124"/>
                <a:gd name="T4" fmla="*/ 0 60000 65536"/>
                <a:gd name="T5" fmla="*/ 0 60000 65536"/>
                <a:gd name="T6" fmla="*/ 0 w 120"/>
                <a:gd name="T7" fmla="*/ 0 h 124"/>
                <a:gd name="T8" fmla="*/ 120 w 120"/>
                <a:gd name="T9" fmla="*/ 124 h 12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20" h="124">
                  <a:moveTo>
                    <a:pt x="120" y="0"/>
                  </a:moveTo>
                  <a:lnTo>
                    <a:pt x="0" y="124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1" name="Line 54">
              <a:extLst>
                <a:ext uri="{FF2B5EF4-FFF2-40B4-BE49-F238E27FC236}">
                  <a16:creationId xmlns:a16="http://schemas.microsoft.com/office/drawing/2014/main" id="{6D08E27B-0687-245F-3E96-CD94BC88F6A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83" y="3101"/>
              <a:ext cx="116" cy="11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2" name="Line 55">
              <a:extLst>
                <a:ext uri="{FF2B5EF4-FFF2-40B4-BE49-F238E27FC236}">
                  <a16:creationId xmlns:a16="http://schemas.microsoft.com/office/drawing/2014/main" id="{6B145FE8-A552-5FD8-C860-AEA5AAE5C7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34" y="3102"/>
              <a:ext cx="269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3" name="Freeform 56">
              <a:extLst>
                <a:ext uri="{FF2B5EF4-FFF2-40B4-BE49-F238E27FC236}">
                  <a16:creationId xmlns:a16="http://schemas.microsoft.com/office/drawing/2014/main" id="{312894A0-77F9-100E-9117-4E1AB98A0C3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6" y="2846"/>
              <a:ext cx="880" cy="256"/>
            </a:xfrm>
            <a:custGeom>
              <a:avLst/>
              <a:gdLst>
                <a:gd name="T0" fmla="*/ 0 w 880"/>
                <a:gd name="T1" fmla="*/ 256 h 256"/>
                <a:gd name="T2" fmla="*/ 43 w 880"/>
                <a:gd name="T3" fmla="*/ 198 h 256"/>
                <a:gd name="T4" fmla="*/ 116 w 880"/>
                <a:gd name="T5" fmla="*/ 132 h 256"/>
                <a:gd name="T6" fmla="*/ 174 w 880"/>
                <a:gd name="T7" fmla="*/ 89 h 256"/>
                <a:gd name="T8" fmla="*/ 247 w 880"/>
                <a:gd name="T9" fmla="*/ 45 h 256"/>
                <a:gd name="T10" fmla="*/ 320 w 880"/>
                <a:gd name="T11" fmla="*/ 16 h 256"/>
                <a:gd name="T12" fmla="*/ 385 w 880"/>
                <a:gd name="T13" fmla="*/ 2 h 256"/>
                <a:gd name="T14" fmla="*/ 458 w 880"/>
                <a:gd name="T15" fmla="*/ 2 h 256"/>
                <a:gd name="T16" fmla="*/ 545 w 880"/>
                <a:gd name="T17" fmla="*/ 9 h 256"/>
                <a:gd name="T18" fmla="*/ 627 w 880"/>
                <a:gd name="T19" fmla="*/ 26 h 256"/>
                <a:gd name="T20" fmla="*/ 712 w 880"/>
                <a:gd name="T21" fmla="*/ 67 h 256"/>
                <a:gd name="T22" fmla="*/ 763 w 880"/>
                <a:gd name="T23" fmla="*/ 111 h 256"/>
                <a:gd name="T24" fmla="*/ 807 w 880"/>
                <a:gd name="T25" fmla="*/ 147 h 256"/>
                <a:gd name="T26" fmla="*/ 851 w 880"/>
                <a:gd name="T27" fmla="*/ 205 h 256"/>
                <a:gd name="T28" fmla="*/ 880 w 880"/>
                <a:gd name="T29" fmla="*/ 249 h 25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880"/>
                <a:gd name="T46" fmla="*/ 0 h 256"/>
                <a:gd name="T47" fmla="*/ 880 w 880"/>
                <a:gd name="T48" fmla="*/ 256 h 25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880" h="256">
                  <a:moveTo>
                    <a:pt x="0" y="256"/>
                  </a:moveTo>
                  <a:cubicBezTo>
                    <a:pt x="7" y="246"/>
                    <a:pt x="24" y="219"/>
                    <a:pt x="43" y="198"/>
                  </a:cubicBezTo>
                  <a:cubicBezTo>
                    <a:pt x="62" y="177"/>
                    <a:pt x="94" y="150"/>
                    <a:pt x="116" y="132"/>
                  </a:cubicBezTo>
                  <a:cubicBezTo>
                    <a:pt x="138" y="114"/>
                    <a:pt x="152" y="104"/>
                    <a:pt x="174" y="89"/>
                  </a:cubicBezTo>
                  <a:cubicBezTo>
                    <a:pt x="196" y="74"/>
                    <a:pt x="223" y="57"/>
                    <a:pt x="247" y="45"/>
                  </a:cubicBezTo>
                  <a:cubicBezTo>
                    <a:pt x="271" y="33"/>
                    <a:pt x="297" y="23"/>
                    <a:pt x="320" y="16"/>
                  </a:cubicBezTo>
                  <a:cubicBezTo>
                    <a:pt x="343" y="9"/>
                    <a:pt x="362" y="4"/>
                    <a:pt x="385" y="2"/>
                  </a:cubicBezTo>
                  <a:cubicBezTo>
                    <a:pt x="408" y="0"/>
                    <a:pt x="431" y="1"/>
                    <a:pt x="458" y="2"/>
                  </a:cubicBezTo>
                  <a:cubicBezTo>
                    <a:pt x="485" y="3"/>
                    <a:pt x="517" y="5"/>
                    <a:pt x="545" y="9"/>
                  </a:cubicBezTo>
                  <a:cubicBezTo>
                    <a:pt x="573" y="13"/>
                    <a:pt x="599" y="16"/>
                    <a:pt x="627" y="26"/>
                  </a:cubicBezTo>
                  <a:cubicBezTo>
                    <a:pt x="655" y="36"/>
                    <a:pt x="689" y="53"/>
                    <a:pt x="712" y="67"/>
                  </a:cubicBezTo>
                  <a:cubicBezTo>
                    <a:pt x="735" y="81"/>
                    <a:pt x="747" y="98"/>
                    <a:pt x="763" y="111"/>
                  </a:cubicBezTo>
                  <a:cubicBezTo>
                    <a:pt x="779" y="124"/>
                    <a:pt x="793" y="132"/>
                    <a:pt x="807" y="147"/>
                  </a:cubicBezTo>
                  <a:cubicBezTo>
                    <a:pt x="821" y="162"/>
                    <a:pt x="839" y="188"/>
                    <a:pt x="851" y="205"/>
                  </a:cubicBezTo>
                  <a:cubicBezTo>
                    <a:pt x="863" y="222"/>
                    <a:pt x="875" y="242"/>
                    <a:pt x="880" y="249"/>
                  </a:cubicBezTo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4" name="Freeform 57">
              <a:extLst>
                <a:ext uri="{FF2B5EF4-FFF2-40B4-BE49-F238E27FC236}">
                  <a16:creationId xmlns:a16="http://schemas.microsoft.com/office/drawing/2014/main" id="{C185DD81-9FE5-0A9B-81B6-E9EE2A20616C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3" y="3575"/>
              <a:ext cx="785" cy="242"/>
            </a:xfrm>
            <a:custGeom>
              <a:avLst/>
              <a:gdLst>
                <a:gd name="T0" fmla="*/ 0 w 785"/>
                <a:gd name="T1" fmla="*/ 102 h 242"/>
                <a:gd name="T2" fmla="*/ 58 w 785"/>
                <a:gd name="T3" fmla="*/ 145 h 242"/>
                <a:gd name="T4" fmla="*/ 102 w 785"/>
                <a:gd name="T5" fmla="*/ 167 h 242"/>
                <a:gd name="T6" fmla="*/ 167 w 785"/>
                <a:gd name="T7" fmla="*/ 204 h 242"/>
                <a:gd name="T8" fmla="*/ 246 w 785"/>
                <a:gd name="T9" fmla="*/ 236 h 242"/>
                <a:gd name="T10" fmla="*/ 342 w 785"/>
                <a:gd name="T11" fmla="*/ 240 h 242"/>
                <a:gd name="T12" fmla="*/ 429 w 785"/>
                <a:gd name="T13" fmla="*/ 233 h 242"/>
                <a:gd name="T14" fmla="*/ 509 w 785"/>
                <a:gd name="T15" fmla="*/ 218 h 242"/>
                <a:gd name="T16" fmla="*/ 580 w 785"/>
                <a:gd name="T17" fmla="*/ 193 h 242"/>
                <a:gd name="T18" fmla="*/ 647 w 785"/>
                <a:gd name="T19" fmla="*/ 160 h 242"/>
                <a:gd name="T20" fmla="*/ 691 w 785"/>
                <a:gd name="T21" fmla="*/ 124 h 242"/>
                <a:gd name="T22" fmla="*/ 742 w 785"/>
                <a:gd name="T23" fmla="*/ 73 h 242"/>
                <a:gd name="T24" fmla="*/ 785 w 785"/>
                <a:gd name="T25" fmla="*/ 0 h 24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785"/>
                <a:gd name="T40" fmla="*/ 0 h 242"/>
                <a:gd name="T41" fmla="*/ 785 w 785"/>
                <a:gd name="T42" fmla="*/ 242 h 242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785" h="242">
                  <a:moveTo>
                    <a:pt x="0" y="102"/>
                  </a:moveTo>
                  <a:cubicBezTo>
                    <a:pt x="20" y="118"/>
                    <a:pt x="41" y="134"/>
                    <a:pt x="58" y="145"/>
                  </a:cubicBezTo>
                  <a:cubicBezTo>
                    <a:pt x="75" y="156"/>
                    <a:pt x="84" y="157"/>
                    <a:pt x="102" y="167"/>
                  </a:cubicBezTo>
                  <a:cubicBezTo>
                    <a:pt x="120" y="177"/>
                    <a:pt x="143" y="192"/>
                    <a:pt x="167" y="204"/>
                  </a:cubicBezTo>
                  <a:cubicBezTo>
                    <a:pt x="191" y="216"/>
                    <a:pt x="217" y="230"/>
                    <a:pt x="246" y="236"/>
                  </a:cubicBezTo>
                  <a:cubicBezTo>
                    <a:pt x="275" y="242"/>
                    <a:pt x="312" y="240"/>
                    <a:pt x="342" y="240"/>
                  </a:cubicBezTo>
                  <a:cubicBezTo>
                    <a:pt x="372" y="240"/>
                    <a:pt x="401" y="237"/>
                    <a:pt x="429" y="233"/>
                  </a:cubicBezTo>
                  <a:cubicBezTo>
                    <a:pt x="457" y="229"/>
                    <a:pt x="484" y="225"/>
                    <a:pt x="509" y="218"/>
                  </a:cubicBezTo>
                  <a:cubicBezTo>
                    <a:pt x="534" y="211"/>
                    <a:pt x="557" y="203"/>
                    <a:pt x="580" y="193"/>
                  </a:cubicBezTo>
                  <a:cubicBezTo>
                    <a:pt x="603" y="183"/>
                    <a:pt x="629" y="171"/>
                    <a:pt x="647" y="160"/>
                  </a:cubicBezTo>
                  <a:cubicBezTo>
                    <a:pt x="665" y="149"/>
                    <a:pt x="675" y="138"/>
                    <a:pt x="691" y="124"/>
                  </a:cubicBezTo>
                  <a:cubicBezTo>
                    <a:pt x="707" y="110"/>
                    <a:pt x="726" y="94"/>
                    <a:pt x="742" y="73"/>
                  </a:cubicBezTo>
                  <a:cubicBezTo>
                    <a:pt x="758" y="52"/>
                    <a:pt x="772" y="26"/>
                    <a:pt x="785" y="0"/>
                  </a:cubicBezTo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5" name="Freeform 58">
              <a:extLst>
                <a:ext uri="{FF2B5EF4-FFF2-40B4-BE49-F238E27FC236}">
                  <a16:creationId xmlns:a16="http://schemas.microsoft.com/office/drawing/2014/main" id="{273C8083-80D1-2E56-4DB2-3C6318BDE930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9" y="3226"/>
              <a:ext cx="130" cy="436"/>
            </a:xfrm>
            <a:custGeom>
              <a:avLst/>
              <a:gdLst>
                <a:gd name="T0" fmla="*/ 130 w 130"/>
                <a:gd name="T1" fmla="*/ 0 h 436"/>
                <a:gd name="T2" fmla="*/ 87 w 130"/>
                <a:gd name="T3" fmla="*/ 29 h 436"/>
                <a:gd name="T4" fmla="*/ 36 w 130"/>
                <a:gd name="T5" fmla="*/ 80 h 436"/>
                <a:gd name="T6" fmla="*/ 14 w 130"/>
                <a:gd name="T7" fmla="*/ 145 h 436"/>
                <a:gd name="T8" fmla="*/ 0 w 130"/>
                <a:gd name="T9" fmla="*/ 234 h 436"/>
                <a:gd name="T10" fmla="*/ 14 w 130"/>
                <a:gd name="T11" fmla="*/ 298 h 436"/>
                <a:gd name="T12" fmla="*/ 58 w 130"/>
                <a:gd name="T13" fmla="*/ 363 h 436"/>
                <a:gd name="T14" fmla="*/ 79 w 130"/>
                <a:gd name="T15" fmla="*/ 407 h 436"/>
                <a:gd name="T16" fmla="*/ 116 w 130"/>
                <a:gd name="T17" fmla="*/ 436 h 4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30"/>
                <a:gd name="T28" fmla="*/ 0 h 436"/>
                <a:gd name="T29" fmla="*/ 130 w 130"/>
                <a:gd name="T30" fmla="*/ 436 h 4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30" h="436">
                  <a:moveTo>
                    <a:pt x="130" y="0"/>
                  </a:moveTo>
                  <a:cubicBezTo>
                    <a:pt x="116" y="8"/>
                    <a:pt x="103" y="16"/>
                    <a:pt x="87" y="29"/>
                  </a:cubicBezTo>
                  <a:cubicBezTo>
                    <a:pt x="71" y="42"/>
                    <a:pt x="48" y="61"/>
                    <a:pt x="36" y="80"/>
                  </a:cubicBezTo>
                  <a:cubicBezTo>
                    <a:pt x="24" y="99"/>
                    <a:pt x="20" y="119"/>
                    <a:pt x="14" y="145"/>
                  </a:cubicBezTo>
                  <a:cubicBezTo>
                    <a:pt x="8" y="171"/>
                    <a:pt x="0" y="209"/>
                    <a:pt x="0" y="234"/>
                  </a:cubicBezTo>
                  <a:cubicBezTo>
                    <a:pt x="0" y="259"/>
                    <a:pt x="4" y="276"/>
                    <a:pt x="14" y="298"/>
                  </a:cubicBezTo>
                  <a:cubicBezTo>
                    <a:pt x="24" y="320"/>
                    <a:pt x="47" y="345"/>
                    <a:pt x="58" y="363"/>
                  </a:cubicBezTo>
                  <a:cubicBezTo>
                    <a:pt x="69" y="381"/>
                    <a:pt x="69" y="395"/>
                    <a:pt x="79" y="407"/>
                  </a:cubicBezTo>
                  <a:cubicBezTo>
                    <a:pt x="89" y="419"/>
                    <a:pt x="106" y="430"/>
                    <a:pt x="116" y="436"/>
                  </a:cubicBezTo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6" name="Freeform 59">
              <a:extLst>
                <a:ext uri="{FF2B5EF4-FFF2-40B4-BE49-F238E27FC236}">
                  <a16:creationId xmlns:a16="http://schemas.microsoft.com/office/drawing/2014/main" id="{ED32CB0E-AC94-B54E-57C9-1946689B2903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2" y="3226"/>
              <a:ext cx="73" cy="451"/>
            </a:xfrm>
            <a:custGeom>
              <a:avLst/>
              <a:gdLst>
                <a:gd name="T0" fmla="*/ 73 w 73"/>
                <a:gd name="T1" fmla="*/ 0 h 451"/>
                <a:gd name="T2" fmla="*/ 36 w 73"/>
                <a:gd name="T3" fmla="*/ 73 h 451"/>
                <a:gd name="T4" fmla="*/ 7 w 73"/>
                <a:gd name="T5" fmla="*/ 145 h 451"/>
                <a:gd name="T6" fmla="*/ 0 w 73"/>
                <a:gd name="T7" fmla="*/ 211 h 451"/>
                <a:gd name="T8" fmla="*/ 7 w 73"/>
                <a:gd name="T9" fmla="*/ 269 h 451"/>
                <a:gd name="T10" fmla="*/ 22 w 73"/>
                <a:gd name="T11" fmla="*/ 342 h 451"/>
                <a:gd name="T12" fmla="*/ 44 w 73"/>
                <a:gd name="T13" fmla="*/ 393 h 451"/>
                <a:gd name="T14" fmla="*/ 73 w 73"/>
                <a:gd name="T15" fmla="*/ 451 h 45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73"/>
                <a:gd name="T25" fmla="*/ 0 h 451"/>
                <a:gd name="T26" fmla="*/ 73 w 73"/>
                <a:gd name="T27" fmla="*/ 451 h 451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73" h="451">
                  <a:moveTo>
                    <a:pt x="73" y="0"/>
                  </a:moveTo>
                  <a:cubicBezTo>
                    <a:pt x="59" y="25"/>
                    <a:pt x="47" y="49"/>
                    <a:pt x="36" y="73"/>
                  </a:cubicBezTo>
                  <a:cubicBezTo>
                    <a:pt x="25" y="97"/>
                    <a:pt x="13" y="122"/>
                    <a:pt x="7" y="145"/>
                  </a:cubicBezTo>
                  <a:cubicBezTo>
                    <a:pt x="1" y="168"/>
                    <a:pt x="0" y="190"/>
                    <a:pt x="0" y="211"/>
                  </a:cubicBezTo>
                  <a:cubicBezTo>
                    <a:pt x="0" y="232"/>
                    <a:pt x="3" y="247"/>
                    <a:pt x="7" y="269"/>
                  </a:cubicBezTo>
                  <a:cubicBezTo>
                    <a:pt x="11" y="291"/>
                    <a:pt x="16" y="321"/>
                    <a:pt x="22" y="342"/>
                  </a:cubicBezTo>
                  <a:cubicBezTo>
                    <a:pt x="28" y="363"/>
                    <a:pt x="35" y="375"/>
                    <a:pt x="44" y="393"/>
                  </a:cubicBezTo>
                  <a:cubicBezTo>
                    <a:pt x="53" y="411"/>
                    <a:pt x="62" y="431"/>
                    <a:pt x="73" y="451"/>
                  </a:cubicBezTo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7" name="Freeform 60">
              <a:extLst>
                <a:ext uri="{FF2B5EF4-FFF2-40B4-BE49-F238E27FC236}">
                  <a16:creationId xmlns:a16="http://schemas.microsoft.com/office/drawing/2014/main" id="{98B91A45-701E-E02B-C02F-5D2C8E9076C1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2" y="3218"/>
              <a:ext cx="128" cy="451"/>
            </a:xfrm>
            <a:custGeom>
              <a:avLst/>
              <a:gdLst>
                <a:gd name="T0" fmla="*/ 0 w 128"/>
                <a:gd name="T1" fmla="*/ 0 h 451"/>
                <a:gd name="T2" fmla="*/ 29 w 128"/>
                <a:gd name="T3" fmla="*/ 37 h 451"/>
                <a:gd name="T4" fmla="*/ 80 w 128"/>
                <a:gd name="T5" fmla="*/ 81 h 451"/>
                <a:gd name="T6" fmla="*/ 102 w 128"/>
                <a:gd name="T7" fmla="*/ 124 h 451"/>
                <a:gd name="T8" fmla="*/ 124 w 128"/>
                <a:gd name="T9" fmla="*/ 190 h 451"/>
                <a:gd name="T10" fmla="*/ 124 w 128"/>
                <a:gd name="T11" fmla="*/ 233 h 451"/>
                <a:gd name="T12" fmla="*/ 124 w 128"/>
                <a:gd name="T13" fmla="*/ 284 h 451"/>
                <a:gd name="T14" fmla="*/ 102 w 128"/>
                <a:gd name="T15" fmla="*/ 335 h 451"/>
                <a:gd name="T16" fmla="*/ 80 w 128"/>
                <a:gd name="T17" fmla="*/ 379 h 451"/>
                <a:gd name="T18" fmla="*/ 51 w 128"/>
                <a:gd name="T19" fmla="*/ 415 h 451"/>
                <a:gd name="T20" fmla="*/ 7 w 128"/>
                <a:gd name="T21" fmla="*/ 451 h 45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28"/>
                <a:gd name="T34" fmla="*/ 0 h 451"/>
                <a:gd name="T35" fmla="*/ 128 w 128"/>
                <a:gd name="T36" fmla="*/ 451 h 451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28" h="451">
                  <a:moveTo>
                    <a:pt x="0" y="0"/>
                  </a:moveTo>
                  <a:cubicBezTo>
                    <a:pt x="8" y="12"/>
                    <a:pt x="16" y="24"/>
                    <a:pt x="29" y="37"/>
                  </a:cubicBezTo>
                  <a:cubicBezTo>
                    <a:pt x="42" y="50"/>
                    <a:pt x="68" y="66"/>
                    <a:pt x="80" y="81"/>
                  </a:cubicBezTo>
                  <a:cubicBezTo>
                    <a:pt x="92" y="96"/>
                    <a:pt x="95" y="106"/>
                    <a:pt x="102" y="124"/>
                  </a:cubicBezTo>
                  <a:cubicBezTo>
                    <a:pt x="109" y="142"/>
                    <a:pt x="120" y="172"/>
                    <a:pt x="124" y="190"/>
                  </a:cubicBezTo>
                  <a:cubicBezTo>
                    <a:pt x="128" y="208"/>
                    <a:pt x="124" y="217"/>
                    <a:pt x="124" y="233"/>
                  </a:cubicBezTo>
                  <a:cubicBezTo>
                    <a:pt x="124" y="249"/>
                    <a:pt x="128" y="267"/>
                    <a:pt x="124" y="284"/>
                  </a:cubicBezTo>
                  <a:cubicBezTo>
                    <a:pt x="120" y="301"/>
                    <a:pt x="109" y="319"/>
                    <a:pt x="102" y="335"/>
                  </a:cubicBezTo>
                  <a:cubicBezTo>
                    <a:pt x="95" y="351"/>
                    <a:pt x="88" y="366"/>
                    <a:pt x="80" y="379"/>
                  </a:cubicBezTo>
                  <a:cubicBezTo>
                    <a:pt x="72" y="392"/>
                    <a:pt x="63" y="403"/>
                    <a:pt x="51" y="415"/>
                  </a:cubicBezTo>
                  <a:cubicBezTo>
                    <a:pt x="39" y="427"/>
                    <a:pt x="23" y="439"/>
                    <a:pt x="7" y="451"/>
                  </a:cubicBezTo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8" name="Freeform 61">
              <a:extLst>
                <a:ext uri="{FF2B5EF4-FFF2-40B4-BE49-F238E27FC236}">
                  <a16:creationId xmlns:a16="http://schemas.microsoft.com/office/drawing/2014/main" id="{9B8EBE9A-9F6C-5ACA-7493-E4D10F2B6AE3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7" y="3218"/>
              <a:ext cx="65" cy="451"/>
            </a:xfrm>
            <a:custGeom>
              <a:avLst/>
              <a:gdLst>
                <a:gd name="T0" fmla="*/ 0 w 65"/>
                <a:gd name="T1" fmla="*/ 0 h 451"/>
                <a:gd name="T2" fmla="*/ 21 w 65"/>
                <a:gd name="T3" fmla="*/ 44 h 451"/>
                <a:gd name="T4" fmla="*/ 43 w 65"/>
                <a:gd name="T5" fmla="*/ 95 h 451"/>
                <a:gd name="T6" fmla="*/ 58 w 65"/>
                <a:gd name="T7" fmla="*/ 161 h 451"/>
                <a:gd name="T8" fmla="*/ 65 w 65"/>
                <a:gd name="T9" fmla="*/ 233 h 451"/>
                <a:gd name="T10" fmla="*/ 58 w 65"/>
                <a:gd name="T11" fmla="*/ 284 h 451"/>
                <a:gd name="T12" fmla="*/ 43 w 65"/>
                <a:gd name="T13" fmla="*/ 335 h 451"/>
                <a:gd name="T14" fmla="*/ 29 w 65"/>
                <a:gd name="T15" fmla="*/ 393 h 451"/>
                <a:gd name="T16" fmla="*/ 0 w 65"/>
                <a:gd name="T17" fmla="*/ 451 h 45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65"/>
                <a:gd name="T28" fmla="*/ 0 h 451"/>
                <a:gd name="T29" fmla="*/ 65 w 65"/>
                <a:gd name="T30" fmla="*/ 451 h 45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5" h="451">
                  <a:moveTo>
                    <a:pt x="0" y="0"/>
                  </a:moveTo>
                  <a:cubicBezTo>
                    <a:pt x="6" y="13"/>
                    <a:pt x="14" y="28"/>
                    <a:pt x="21" y="44"/>
                  </a:cubicBezTo>
                  <a:cubicBezTo>
                    <a:pt x="28" y="60"/>
                    <a:pt x="37" y="76"/>
                    <a:pt x="43" y="95"/>
                  </a:cubicBezTo>
                  <a:cubicBezTo>
                    <a:pt x="49" y="114"/>
                    <a:pt x="54" y="138"/>
                    <a:pt x="58" y="161"/>
                  </a:cubicBezTo>
                  <a:cubicBezTo>
                    <a:pt x="62" y="184"/>
                    <a:pt x="65" y="213"/>
                    <a:pt x="65" y="233"/>
                  </a:cubicBezTo>
                  <a:cubicBezTo>
                    <a:pt x="65" y="253"/>
                    <a:pt x="62" y="267"/>
                    <a:pt x="58" y="284"/>
                  </a:cubicBezTo>
                  <a:cubicBezTo>
                    <a:pt x="54" y="301"/>
                    <a:pt x="48" y="317"/>
                    <a:pt x="43" y="335"/>
                  </a:cubicBezTo>
                  <a:cubicBezTo>
                    <a:pt x="38" y="353"/>
                    <a:pt x="36" y="374"/>
                    <a:pt x="29" y="393"/>
                  </a:cubicBezTo>
                  <a:cubicBezTo>
                    <a:pt x="22" y="412"/>
                    <a:pt x="11" y="431"/>
                    <a:pt x="0" y="451"/>
                  </a:cubicBezTo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9" name="Freeform 62">
              <a:extLst>
                <a:ext uri="{FF2B5EF4-FFF2-40B4-BE49-F238E27FC236}">
                  <a16:creationId xmlns:a16="http://schemas.microsoft.com/office/drawing/2014/main" id="{52A059C7-5D66-A9FB-94AB-47B39888C62B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6" y="3042"/>
              <a:ext cx="392" cy="67"/>
            </a:xfrm>
            <a:custGeom>
              <a:avLst/>
              <a:gdLst>
                <a:gd name="T0" fmla="*/ 0 w 392"/>
                <a:gd name="T1" fmla="*/ 67 h 67"/>
                <a:gd name="T2" fmla="*/ 43 w 392"/>
                <a:gd name="T3" fmla="*/ 31 h 67"/>
                <a:gd name="T4" fmla="*/ 101 w 392"/>
                <a:gd name="T5" fmla="*/ 9 h 67"/>
                <a:gd name="T6" fmla="*/ 160 w 392"/>
                <a:gd name="T7" fmla="*/ 2 h 67"/>
                <a:gd name="T8" fmla="*/ 225 w 392"/>
                <a:gd name="T9" fmla="*/ 2 h 67"/>
                <a:gd name="T10" fmla="*/ 283 w 392"/>
                <a:gd name="T11" fmla="*/ 16 h 67"/>
                <a:gd name="T12" fmla="*/ 341 w 392"/>
                <a:gd name="T13" fmla="*/ 38 h 67"/>
                <a:gd name="T14" fmla="*/ 392 w 392"/>
                <a:gd name="T15" fmla="*/ 60 h 6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392"/>
                <a:gd name="T25" fmla="*/ 0 h 67"/>
                <a:gd name="T26" fmla="*/ 392 w 392"/>
                <a:gd name="T27" fmla="*/ 67 h 67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392" h="67">
                  <a:moveTo>
                    <a:pt x="0" y="67"/>
                  </a:moveTo>
                  <a:cubicBezTo>
                    <a:pt x="7" y="62"/>
                    <a:pt x="26" y="41"/>
                    <a:pt x="43" y="31"/>
                  </a:cubicBezTo>
                  <a:cubicBezTo>
                    <a:pt x="60" y="21"/>
                    <a:pt x="82" y="14"/>
                    <a:pt x="101" y="9"/>
                  </a:cubicBezTo>
                  <a:cubicBezTo>
                    <a:pt x="120" y="4"/>
                    <a:pt x="139" y="3"/>
                    <a:pt x="160" y="2"/>
                  </a:cubicBezTo>
                  <a:cubicBezTo>
                    <a:pt x="181" y="1"/>
                    <a:pt x="205" y="0"/>
                    <a:pt x="225" y="2"/>
                  </a:cubicBezTo>
                  <a:cubicBezTo>
                    <a:pt x="245" y="4"/>
                    <a:pt x="264" y="10"/>
                    <a:pt x="283" y="16"/>
                  </a:cubicBezTo>
                  <a:cubicBezTo>
                    <a:pt x="302" y="22"/>
                    <a:pt x="323" y="31"/>
                    <a:pt x="341" y="38"/>
                  </a:cubicBezTo>
                  <a:cubicBezTo>
                    <a:pt x="359" y="45"/>
                    <a:pt x="381" y="56"/>
                    <a:pt x="392" y="60"/>
                  </a:cubicBezTo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0" name="Freeform 63">
              <a:extLst>
                <a:ext uri="{FF2B5EF4-FFF2-40B4-BE49-F238E27FC236}">
                  <a16:creationId xmlns:a16="http://schemas.microsoft.com/office/drawing/2014/main" id="{1300041D-3D45-5734-878E-7AEFAD385A3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6" y="3546"/>
              <a:ext cx="385" cy="66"/>
            </a:xfrm>
            <a:custGeom>
              <a:avLst/>
              <a:gdLst>
                <a:gd name="T0" fmla="*/ 0 w 385"/>
                <a:gd name="T1" fmla="*/ 0 h 66"/>
                <a:gd name="T2" fmla="*/ 51 w 385"/>
                <a:gd name="T3" fmla="*/ 22 h 66"/>
                <a:gd name="T4" fmla="*/ 94 w 385"/>
                <a:gd name="T5" fmla="*/ 43 h 66"/>
                <a:gd name="T6" fmla="*/ 138 w 385"/>
                <a:gd name="T7" fmla="*/ 58 h 66"/>
                <a:gd name="T8" fmla="*/ 211 w 385"/>
                <a:gd name="T9" fmla="*/ 65 h 66"/>
                <a:gd name="T10" fmla="*/ 278 w 385"/>
                <a:gd name="T11" fmla="*/ 62 h 66"/>
                <a:gd name="T12" fmla="*/ 336 w 385"/>
                <a:gd name="T13" fmla="*/ 42 h 66"/>
                <a:gd name="T14" fmla="*/ 385 w 385"/>
                <a:gd name="T15" fmla="*/ 14 h 6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385"/>
                <a:gd name="T25" fmla="*/ 0 h 66"/>
                <a:gd name="T26" fmla="*/ 385 w 385"/>
                <a:gd name="T27" fmla="*/ 66 h 6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385" h="66">
                  <a:moveTo>
                    <a:pt x="0" y="0"/>
                  </a:moveTo>
                  <a:cubicBezTo>
                    <a:pt x="17" y="7"/>
                    <a:pt x="35" y="15"/>
                    <a:pt x="51" y="22"/>
                  </a:cubicBezTo>
                  <a:cubicBezTo>
                    <a:pt x="67" y="29"/>
                    <a:pt x="80" y="37"/>
                    <a:pt x="94" y="43"/>
                  </a:cubicBezTo>
                  <a:cubicBezTo>
                    <a:pt x="108" y="49"/>
                    <a:pt x="119" y="54"/>
                    <a:pt x="138" y="58"/>
                  </a:cubicBezTo>
                  <a:cubicBezTo>
                    <a:pt x="157" y="62"/>
                    <a:pt x="188" y="64"/>
                    <a:pt x="211" y="65"/>
                  </a:cubicBezTo>
                  <a:cubicBezTo>
                    <a:pt x="234" y="66"/>
                    <a:pt x="257" y="66"/>
                    <a:pt x="278" y="62"/>
                  </a:cubicBezTo>
                  <a:cubicBezTo>
                    <a:pt x="299" y="58"/>
                    <a:pt x="318" y="50"/>
                    <a:pt x="336" y="42"/>
                  </a:cubicBezTo>
                  <a:cubicBezTo>
                    <a:pt x="354" y="34"/>
                    <a:pt x="375" y="20"/>
                    <a:pt x="385" y="14"/>
                  </a:cubicBezTo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1" name="Freeform 64">
              <a:extLst>
                <a:ext uri="{FF2B5EF4-FFF2-40B4-BE49-F238E27FC236}">
                  <a16:creationId xmlns:a16="http://schemas.microsoft.com/office/drawing/2014/main" id="{1961C1CA-3A61-02D9-A497-3ED960A10F0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6" y="2549"/>
              <a:ext cx="859" cy="830"/>
            </a:xfrm>
            <a:custGeom>
              <a:avLst/>
              <a:gdLst>
                <a:gd name="T0" fmla="*/ 0 w 859"/>
                <a:gd name="T1" fmla="*/ 131 h 830"/>
                <a:gd name="T2" fmla="*/ 43 w 859"/>
                <a:gd name="T3" fmla="*/ 102 h 830"/>
                <a:gd name="T4" fmla="*/ 87 w 859"/>
                <a:gd name="T5" fmla="*/ 66 h 830"/>
                <a:gd name="T6" fmla="*/ 145 w 859"/>
                <a:gd name="T7" fmla="*/ 37 h 830"/>
                <a:gd name="T8" fmla="*/ 196 w 859"/>
                <a:gd name="T9" fmla="*/ 22 h 830"/>
                <a:gd name="T10" fmla="*/ 269 w 859"/>
                <a:gd name="T11" fmla="*/ 8 h 830"/>
                <a:gd name="T12" fmla="*/ 341 w 859"/>
                <a:gd name="T13" fmla="*/ 0 h 830"/>
                <a:gd name="T14" fmla="*/ 414 w 859"/>
                <a:gd name="T15" fmla="*/ 8 h 830"/>
                <a:gd name="T16" fmla="*/ 480 w 859"/>
                <a:gd name="T17" fmla="*/ 22 h 830"/>
                <a:gd name="T18" fmla="*/ 545 w 859"/>
                <a:gd name="T19" fmla="*/ 44 h 830"/>
                <a:gd name="T20" fmla="*/ 603 w 859"/>
                <a:gd name="T21" fmla="*/ 73 h 830"/>
                <a:gd name="T22" fmla="*/ 654 w 859"/>
                <a:gd name="T23" fmla="*/ 102 h 830"/>
                <a:gd name="T24" fmla="*/ 720 w 859"/>
                <a:gd name="T25" fmla="*/ 146 h 830"/>
                <a:gd name="T26" fmla="*/ 763 w 859"/>
                <a:gd name="T27" fmla="*/ 204 h 830"/>
                <a:gd name="T28" fmla="*/ 792 w 859"/>
                <a:gd name="T29" fmla="*/ 255 h 830"/>
                <a:gd name="T30" fmla="*/ 829 w 859"/>
                <a:gd name="T31" fmla="*/ 320 h 830"/>
                <a:gd name="T32" fmla="*/ 843 w 859"/>
                <a:gd name="T33" fmla="*/ 386 h 830"/>
                <a:gd name="T34" fmla="*/ 858 w 859"/>
                <a:gd name="T35" fmla="*/ 473 h 830"/>
                <a:gd name="T36" fmla="*/ 850 w 859"/>
                <a:gd name="T37" fmla="*/ 517 h 830"/>
                <a:gd name="T38" fmla="*/ 836 w 859"/>
                <a:gd name="T39" fmla="*/ 604 h 830"/>
                <a:gd name="T40" fmla="*/ 814 w 859"/>
                <a:gd name="T41" fmla="*/ 662 h 830"/>
                <a:gd name="T42" fmla="*/ 785 w 859"/>
                <a:gd name="T43" fmla="*/ 720 h 830"/>
                <a:gd name="T44" fmla="*/ 741 w 859"/>
                <a:gd name="T45" fmla="*/ 771 h 830"/>
                <a:gd name="T46" fmla="*/ 691 w 859"/>
                <a:gd name="T47" fmla="*/ 830 h 830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859"/>
                <a:gd name="T73" fmla="*/ 0 h 830"/>
                <a:gd name="T74" fmla="*/ 859 w 859"/>
                <a:gd name="T75" fmla="*/ 830 h 830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859" h="830">
                  <a:moveTo>
                    <a:pt x="0" y="131"/>
                  </a:moveTo>
                  <a:cubicBezTo>
                    <a:pt x="14" y="122"/>
                    <a:pt x="29" y="113"/>
                    <a:pt x="43" y="102"/>
                  </a:cubicBezTo>
                  <a:cubicBezTo>
                    <a:pt x="57" y="91"/>
                    <a:pt x="70" y="77"/>
                    <a:pt x="87" y="66"/>
                  </a:cubicBezTo>
                  <a:cubicBezTo>
                    <a:pt x="104" y="55"/>
                    <a:pt x="127" y="44"/>
                    <a:pt x="145" y="37"/>
                  </a:cubicBezTo>
                  <a:cubicBezTo>
                    <a:pt x="163" y="30"/>
                    <a:pt x="175" y="27"/>
                    <a:pt x="196" y="22"/>
                  </a:cubicBezTo>
                  <a:cubicBezTo>
                    <a:pt x="217" y="17"/>
                    <a:pt x="245" y="12"/>
                    <a:pt x="269" y="8"/>
                  </a:cubicBezTo>
                  <a:cubicBezTo>
                    <a:pt x="293" y="4"/>
                    <a:pt x="317" y="0"/>
                    <a:pt x="341" y="0"/>
                  </a:cubicBezTo>
                  <a:cubicBezTo>
                    <a:pt x="365" y="0"/>
                    <a:pt x="391" y="4"/>
                    <a:pt x="414" y="8"/>
                  </a:cubicBezTo>
                  <a:cubicBezTo>
                    <a:pt x="437" y="12"/>
                    <a:pt x="458" y="16"/>
                    <a:pt x="480" y="22"/>
                  </a:cubicBezTo>
                  <a:cubicBezTo>
                    <a:pt x="502" y="28"/>
                    <a:pt x="524" y="35"/>
                    <a:pt x="545" y="44"/>
                  </a:cubicBezTo>
                  <a:cubicBezTo>
                    <a:pt x="566" y="53"/>
                    <a:pt x="585" y="63"/>
                    <a:pt x="603" y="73"/>
                  </a:cubicBezTo>
                  <a:cubicBezTo>
                    <a:pt x="621" y="83"/>
                    <a:pt x="635" y="90"/>
                    <a:pt x="654" y="102"/>
                  </a:cubicBezTo>
                  <a:cubicBezTo>
                    <a:pt x="673" y="114"/>
                    <a:pt x="702" y="129"/>
                    <a:pt x="720" y="146"/>
                  </a:cubicBezTo>
                  <a:cubicBezTo>
                    <a:pt x="738" y="163"/>
                    <a:pt x="751" y="186"/>
                    <a:pt x="763" y="204"/>
                  </a:cubicBezTo>
                  <a:cubicBezTo>
                    <a:pt x="775" y="222"/>
                    <a:pt x="781" y="236"/>
                    <a:pt x="792" y="255"/>
                  </a:cubicBezTo>
                  <a:cubicBezTo>
                    <a:pt x="803" y="274"/>
                    <a:pt x="821" y="298"/>
                    <a:pt x="829" y="320"/>
                  </a:cubicBezTo>
                  <a:cubicBezTo>
                    <a:pt x="837" y="342"/>
                    <a:pt x="838" y="361"/>
                    <a:pt x="843" y="386"/>
                  </a:cubicBezTo>
                  <a:cubicBezTo>
                    <a:pt x="848" y="411"/>
                    <a:pt x="857" y="451"/>
                    <a:pt x="858" y="473"/>
                  </a:cubicBezTo>
                  <a:cubicBezTo>
                    <a:pt x="859" y="495"/>
                    <a:pt x="854" y="495"/>
                    <a:pt x="850" y="517"/>
                  </a:cubicBezTo>
                  <a:cubicBezTo>
                    <a:pt x="846" y="539"/>
                    <a:pt x="842" y="580"/>
                    <a:pt x="836" y="604"/>
                  </a:cubicBezTo>
                  <a:cubicBezTo>
                    <a:pt x="830" y="628"/>
                    <a:pt x="822" y="643"/>
                    <a:pt x="814" y="662"/>
                  </a:cubicBezTo>
                  <a:cubicBezTo>
                    <a:pt x="806" y="681"/>
                    <a:pt x="797" y="702"/>
                    <a:pt x="785" y="720"/>
                  </a:cubicBezTo>
                  <a:cubicBezTo>
                    <a:pt x="773" y="738"/>
                    <a:pt x="757" y="753"/>
                    <a:pt x="741" y="771"/>
                  </a:cubicBezTo>
                  <a:cubicBezTo>
                    <a:pt x="725" y="789"/>
                    <a:pt x="701" y="818"/>
                    <a:pt x="691" y="830"/>
                  </a:cubicBezTo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2" name="Freeform 65">
              <a:extLst>
                <a:ext uri="{FF2B5EF4-FFF2-40B4-BE49-F238E27FC236}">
                  <a16:creationId xmlns:a16="http://schemas.microsoft.com/office/drawing/2014/main" id="{C50C476A-E384-563E-2D32-2B3EB4B8CD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0" y="2655"/>
              <a:ext cx="340" cy="338"/>
            </a:xfrm>
            <a:custGeom>
              <a:avLst/>
              <a:gdLst>
                <a:gd name="T0" fmla="*/ 340 w 340"/>
                <a:gd name="T1" fmla="*/ 0 h 338"/>
                <a:gd name="T2" fmla="*/ 0 w 340"/>
                <a:gd name="T3" fmla="*/ 338 h 338"/>
                <a:gd name="T4" fmla="*/ 0 60000 65536"/>
                <a:gd name="T5" fmla="*/ 0 60000 65536"/>
                <a:gd name="T6" fmla="*/ 0 w 340"/>
                <a:gd name="T7" fmla="*/ 0 h 338"/>
                <a:gd name="T8" fmla="*/ 340 w 340"/>
                <a:gd name="T9" fmla="*/ 338 h 33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0" h="338">
                  <a:moveTo>
                    <a:pt x="340" y="0"/>
                  </a:moveTo>
                  <a:lnTo>
                    <a:pt x="0" y="338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3" name="Freeform 66">
              <a:extLst>
                <a:ext uri="{FF2B5EF4-FFF2-40B4-BE49-F238E27FC236}">
                  <a16:creationId xmlns:a16="http://schemas.microsoft.com/office/drawing/2014/main" id="{E7D275C9-8B93-23FB-27C9-2CE6A2AD009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8" y="2538"/>
              <a:ext cx="1862" cy="226"/>
            </a:xfrm>
            <a:custGeom>
              <a:avLst/>
              <a:gdLst>
                <a:gd name="T0" fmla="*/ 211 w 1862"/>
                <a:gd name="T1" fmla="*/ 7 h 226"/>
                <a:gd name="T2" fmla="*/ 1862 w 1862"/>
                <a:gd name="T3" fmla="*/ 0 h 226"/>
                <a:gd name="T4" fmla="*/ 1637 w 1862"/>
                <a:gd name="T5" fmla="*/ 226 h 226"/>
                <a:gd name="T6" fmla="*/ 0 w 1862"/>
                <a:gd name="T7" fmla="*/ 225 h 226"/>
                <a:gd name="T8" fmla="*/ 211 w 1862"/>
                <a:gd name="T9" fmla="*/ 7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862"/>
                <a:gd name="T16" fmla="*/ 0 h 226"/>
                <a:gd name="T17" fmla="*/ 1862 w 1862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862" h="226">
                  <a:moveTo>
                    <a:pt x="211" y="7"/>
                  </a:moveTo>
                  <a:lnTo>
                    <a:pt x="1862" y="0"/>
                  </a:lnTo>
                  <a:lnTo>
                    <a:pt x="1637" y="226"/>
                  </a:lnTo>
                  <a:lnTo>
                    <a:pt x="0" y="225"/>
                  </a:lnTo>
                  <a:lnTo>
                    <a:pt x="211" y="7"/>
                  </a:lnTo>
                  <a:close/>
                </a:path>
              </a:pathLst>
            </a:custGeom>
            <a:solidFill>
              <a:srgbClr val="336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4" name="Freeform 67">
              <a:extLst>
                <a:ext uri="{FF2B5EF4-FFF2-40B4-BE49-F238E27FC236}">
                  <a16:creationId xmlns:a16="http://schemas.microsoft.com/office/drawing/2014/main" id="{F854B538-79F9-BA21-7541-9FD95BA74BD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4" y="2553"/>
              <a:ext cx="1615" cy="1"/>
            </a:xfrm>
            <a:custGeom>
              <a:avLst/>
              <a:gdLst>
                <a:gd name="T0" fmla="*/ 1615 w 1615"/>
                <a:gd name="T1" fmla="*/ 0 h 1"/>
                <a:gd name="T2" fmla="*/ 0 w 1615"/>
                <a:gd name="T3" fmla="*/ 0 h 1"/>
                <a:gd name="T4" fmla="*/ 0 60000 65536"/>
                <a:gd name="T5" fmla="*/ 0 60000 65536"/>
                <a:gd name="T6" fmla="*/ 0 w 1615"/>
                <a:gd name="T7" fmla="*/ 0 h 1"/>
                <a:gd name="T8" fmla="*/ 1615 w 161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615" h="1">
                  <a:moveTo>
                    <a:pt x="1615" y="0"/>
                  </a:moveTo>
                  <a:lnTo>
                    <a:pt x="0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5" name="Line 68">
              <a:extLst>
                <a:ext uri="{FF2B5EF4-FFF2-40B4-BE49-F238E27FC236}">
                  <a16:creationId xmlns:a16="http://schemas.microsoft.com/office/drawing/2014/main" id="{8181F219-9963-788F-300D-602A48334CE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98" y="2546"/>
              <a:ext cx="219" cy="21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6" name="Line 69">
              <a:extLst>
                <a:ext uri="{FF2B5EF4-FFF2-40B4-BE49-F238E27FC236}">
                  <a16:creationId xmlns:a16="http://schemas.microsoft.com/office/drawing/2014/main" id="{A6829A3B-1C38-97D8-E4D1-E4440886451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96" y="3720"/>
              <a:ext cx="1161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7" name="Line 70">
              <a:extLst>
                <a:ext uri="{FF2B5EF4-FFF2-40B4-BE49-F238E27FC236}">
                  <a16:creationId xmlns:a16="http://schemas.microsoft.com/office/drawing/2014/main" id="{90189089-7002-78FC-7DB0-7328E891FF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17" y="2760"/>
              <a:ext cx="162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80" name="Oval 72">
            <a:extLst>
              <a:ext uri="{FF2B5EF4-FFF2-40B4-BE49-F238E27FC236}">
                <a16:creationId xmlns:a16="http://schemas.microsoft.com/office/drawing/2014/main" id="{3678F934-DEB6-3F08-676D-0D5ED0A187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7436" y="1279256"/>
            <a:ext cx="2286000" cy="2209800"/>
          </a:xfrm>
          <a:prstGeom prst="ellips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1" name="Oval 76">
            <a:extLst>
              <a:ext uri="{FF2B5EF4-FFF2-40B4-BE49-F238E27FC236}">
                <a16:creationId xmlns:a16="http://schemas.microsoft.com/office/drawing/2014/main" id="{EBCB9075-EA48-1355-762A-05D6F1F8FE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2736" y="1774556"/>
            <a:ext cx="1295400" cy="1219200"/>
          </a:xfrm>
          <a:prstGeom prst="ellips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2" name="Line 77">
            <a:extLst>
              <a:ext uri="{FF2B5EF4-FFF2-40B4-BE49-F238E27FC236}">
                <a16:creationId xmlns:a16="http://schemas.microsoft.com/office/drawing/2014/main" id="{AF017B25-17D8-49D0-9D2E-E14BF57F785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139036" y="1279256"/>
            <a:ext cx="35814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3" name="Line 78">
            <a:extLst>
              <a:ext uri="{FF2B5EF4-FFF2-40B4-BE49-F238E27FC236}">
                <a16:creationId xmlns:a16="http://schemas.microsoft.com/office/drawing/2014/main" id="{A5FA3F8C-A101-9769-B263-5C8C74B5027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139036" y="3489056"/>
            <a:ext cx="35814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4" name="Freeform 79">
            <a:extLst>
              <a:ext uri="{FF2B5EF4-FFF2-40B4-BE49-F238E27FC236}">
                <a16:creationId xmlns:a16="http://schemas.microsoft.com/office/drawing/2014/main" id="{4F9E0383-F4A6-31B1-8B6D-C3F51AE37920}"/>
              </a:ext>
            </a:extLst>
          </p:cNvPr>
          <p:cNvSpPr>
            <a:spLocks/>
          </p:cNvSpPr>
          <p:nvPr/>
        </p:nvSpPr>
        <p:spPr bwMode="auto">
          <a:xfrm>
            <a:off x="2123161" y="1279256"/>
            <a:ext cx="42863" cy="2224087"/>
          </a:xfrm>
          <a:custGeom>
            <a:avLst/>
            <a:gdLst>
              <a:gd name="T0" fmla="*/ 0 w 1"/>
              <a:gd name="T1" fmla="*/ 0 h 1353"/>
              <a:gd name="T2" fmla="*/ 0 w 1"/>
              <a:gd name="T3" fmla="*/ 2147483646 h 1353"/>
              <a:gd name="T4" fmla="*/ 0 60000 65536"/>
              <a:gd name="T5" fmla="*/ 0 60000 65536"/>
              <a:gd name="T6" fmla="*/ 0 w 1"/>
              <a:gd name="T7" fmla="*/ 0 h 1353"/>
              <a:gd name="T8" fmla="*/ 1 w 1"/>
              <a:gd name="T9" fmla="*/ 1353 h 1353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1353">
                <a:moveTo>
                  <a:pt x="0" y="0"/>
                </a:moveTo>
                <a:lnTo>
                  <a:pt x="0" y="1353"/>
                </a:lnTo>
              </a:path>
            </a:pathLst>
          </a:cu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5" name="Line 80">
            <a:extLst>
              <a:ext uri="{FF2B5EF4-FFF2-40B4-BE49-F238E27FC236}">
                <a16:creationId xmlns:a16="http://schemas.microsoft.com/office/drawing/2014/main" id="{16A13BD7-2622-94CA-8FB0-3AF1FFF382CB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9036" y="1622156"/>
            <a:ext cx="21336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6" name="Freeform 81">
            <a:extLst>
              <a:ext uri="{FF2B5EF4-FFF2-40B4-BE49-F238E27FC236}">
                <a16:creationId xmlns:a16="http://schemas.microsoft.com/office/drawing/2014/main" id="{4175FE54-464D-4DD3-235D-8C1958F900E5}"/>
              </a:ext>
            </a:extLst>
          </p:cNvPr>
          <p:cNvSpPr>
            <a:spLocks/>
          </p:cNvSpPr>
          <p:nvPr/>
        </p:nvSpPr>
        <p:spPr bwMode="auto">
          <a:xfrm>
            <a:off x="2139036" y="3141393"/>
            <a:ext cx="2147888" cy="4763"/>
          </a:xfrm>
          <a:custGeom>
            <a:avLst/>
            <a:gdLst>
              <a:gd name="T0" fmla="*/ 0 w 1353"/>
              <a:gd name="T1" fmla="*/ 2147483646 h 3"/>
              <a:gd name="T2" fmla="*/ 2147483646 w 1353"/>
              <a:gd name="T3" fmla="*/ 0 h 3"/>
              <a:gd name="T4" fmla="*/ 0 60000 65536"/>
              <a:gd name="T5" fmla="*/ 0 60000 65536"/>
              <a:gd name="T6" fmla="*/ 0 w 1353"/>
              <a:gd name="T7" fmla="*/ 0 h 3"/>
              <a:gd name="T8" fmla="*/ 1353 w 1353"/>
              <a:gd name="T9" fmla="*/ 3 h 3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353" h="3">
                <a:moveTo>
                  <a:pt x="0" y="3"/>
                </a:moveTo>
                <a:lnTo>
                  <a:pt x="1353" y="0"/>
                </a:lnTo>
              </a:path>
            </a:pathLst>
          </a:cu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7" name="Line 82">
            <a:extLst>
              <a:ext uri="{FF2B5EF4-FFF2-40B4-BE49-F238E27FC236}">
                <a16:creationId xmlns:a16="http://schemas.microsoft.com/office/drawing/2014/main" id="{40E0BE50-AF0D-C04C-A795-B7A6FC4D59F6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2636" y="1622156"/>
            <a:ext cx="0" cy="15240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8" name="Freeform 83">
            <a:extLst>
              <a:ext uri="{FF2B5EF4-FFF2-40B4-BE49-F238E27FC236}">
                <a16:creationId xmlns:a16="http://schemas.microsoft.com/office/drawing/2014/main" id="{BBD191F8-52E8-6585-AF90-9F385E6E7A65}"/>
              </a:ext>
            </a:extLst>
          </p:cNvPr>
          <p:cNvSpPr>
            <a:spLocks/>
          </p:cNvSpPr>
          <p:nvPr/>
        </p:nvSpPr>
        <p:spPr bwMode="auto">
          <a:xfrm>
            <a:off x="4729836" y="1849168"/>
            <a:ext cx="652463" cy="1588"/>
          </a:xfrm>
          <a:custGeom>
            <a:avLst/>
            <a:gdLst>
              <a:gd name="T0" fmla="*/ 0 w 411"/>
              <a:gd name="T1" fmla="*/ 2147483646 h 1"/>
              <a:gd name="T2" fmla="*/ 2147483646 w 411"/>
              <a:gd name="T3" fmla="*/ 0 h 1"/>
              <a:gd name="T4" fmla="*/ 0 60000 65536"/>
              <a:gd name="T5" fmla="*/ 0 60000 65536"/>
              <a:gd name="T6" fmla="*/ 0 w 411"/>
              <a:gd name="T7" fmla="*/ 0 h 1"/>
              <a:gd name="T8" fmla="*/ 411 w 411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411" h="1">
                <a:moveTo>
                  <a:pt x="0" y="1"/>
                </a:moveTo>
                <a:lnTo>
                  <a:pt x="411" y="0"/>
                </a:lnTo>
              </a:path>
            </a:pathLst>
          </a:cu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9" name="Freeform 84">
            <a:extLst>
              <a:ext uri="{FF2B5EF4-FFF2-40B4-BE49-F238E27FC236}">
                <a16:creationId xmlns:a16="http://schemas.microsoft.com/office/drawing/2014/main" id="{62C73A78-A96E-655C-7FB3-60D4E97E5B9D}"/>
              </a:ext>
            </a:extLst>
          </p:cNvPr>
          <p:cNvSpPr>
            <a:spLocks/>
          </p:cNvSpPr>
          <p:nvPr/>
        </p:nvSpPr>
        <p:spPr bwMode="auto">
          <a:xfrm>
            <a:off x="6063336" y="1847581"/>
            <a:ext cx="647700" cy="15875"/>
          </a:xfrm>
          <a:custGeom>
            <a:avLst/>
            <a:gdLst>
              <a:gd name="T0" fmla="*/ 0 w 408"/>
              <a:gd name="T1" fmla="*/ 0 h 10"/>
              <a:gd name="T2" fmla="*/ 2147483646 w 408"/>
              <a:gd name="T3" fmla="*/ 2147483646 h 10"/>
              <a:gd name="T4" fmla="*/ 0 60000 65536"/>
              <a:gd name="T5" fmla="*/ 0 60000 65536"/>
              <a:gd name="T6" fmla="*/ 0 w 408"/>
              <a:gd name="T7" fmla="*/ 0 h 10"/>
              <a:gd name="T8" fmla="*/ 408 w 408"/>
              <a:gd name="T9" fmla="*/ 10 h 1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408" h="10">
                <a:moveTo>
                  <a:pt x="0" y="0"/>
                </a:moveTo>
                <a:lnTo>
                  <a:pt x="408" y="10"/>
                </a:lnTo>
              </a:path>
            </a:pathLst>
          </a:cu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0" name="Freeform 85">
            <a:extLst>
              <a:ext uri="{FF2B5EF4-FFF2-40B4-BE49-F238E27FC236}">
                <a16:creationId xmlns:a16="http://schemas.microsoft.com/office/drawing/2014/main" id="{B9B99633-2F61-D5F0-4D27-22E8D52C0107}"/>
              </a:ext>
            </a:extLst>
          </p:cNvPr>
          <p:cNvSpPr>
            <a:spLocks/>
          </p:cNvSpPr>
          <p:nvPr/>
        </p:nvSpPr>
        <p:spPr bwMode="auto">
          <a:xfrm>
            <a:off x="4729836" y="2917556"/>
            <a:ext cx="676275" cy="4762"/>
          </a:xfrm>
          <a:custGeom>
            <a:avLst/>
            <a:gdLst>
              <a:gd name="T0" fmla="*/ 0 w 426"/>
              <a:gd name="T1" fmla="*/ 0 h 3"/>
              <a:gd name="T2" fmla="*/ 2147483646 w 426"/>
              <a:gd name="T3" fmla="*/ 2147483646 h 3"/>
              <a:gd name="T4" fmla="*/ 0 60000 65536"/>
              <a:gd name="T5" fmla="*/ 0 60000 65536"/>
              <a:gd name="T6" fmla="*/ 0 w 426"/>
              <a:gd name="T7" fmla="*/ 0 h 3"/>
              <a:gd name="T8" fmla="*/ 426 w 426"/>
              <a:gd name="T9" fmla="*/ 3 h 3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426" h="3">
                <a:moveTo>
                  <a:pt x="0" y="0"/>
                </a:moveTo>
                <a:lnTo>
                  <a:pt x="426" y="3"/>
                </a:lnTo>
              </a:path>
            </a:pathLst>
          </a:cu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1" name="Freeform 86">
            <a:extLst>
              <a:ext uri="{FF2B5EF4-FFF2-40B4-BE49-F238E27FC236}">
                <a16:creationId xmlns:a16="http://schemas.microsoft.com/office/drawing/2014/main" id="{72B947F5-469A-6E11-11A5-95DDEDFF9832}"/>
              </a:ext>
            </a:extLst>
          </p:cNvPr>
          <p:cNvSpPr>
            <a:spLocks/>
          </p:cNvSpPr>
          <p:nvPr/>
        </p:nvSpPr>
        <p:spPr bwMode="auto">
          <a:xfrm>
            <a:off x="6063336" y="2908031"/>
            <a:ext cx="647700" cy="14287"/>
          </a:xfrm>
          <a:custGeom>
            <a:avLst/>
            <a:gdLst>
              <a:gd name="T0" fmla="*/ 0 w 408"/>
              <a:gd name="T1" fmla="*/ 2147483646 h 9"/>
              <a:gd name="T2" fmla="*/ 2147483646 w 408"/>
              <a:gd name="T3" fmla="*/ 0 h 9"/>
              <a:gd name="T4" fmla="*/ 0 60000 65536"/>
              <a:gd name="T5" fmla="*/ 0 60000 65536"/>
              <a:gd name="T6" fmla="*/ 0 w 408"/>
              <a:gd name="T7" fmla="*/ 0 h 9"/>
              <a:gd name="T8" fmla="*/ 408 w 408"/>
              <a:gd name="T9" fmla="*/ 9 h 9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408" h="9">
                <a:moveTo>
                  <a:pt x="0" y="9"/>
                </a:moveTo>
                <a:lnTo>
                  <a:pt x="408" y="0"/>
                </a:lnTo>
              </a:path>
            </a:pathLst>
          </a:cu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2" name="Oval 87">
            <a:extLst>
              <a:ext uri="{FF2B5EF4-FFF2-40B4-BE49-F238E27FC236}">
                <a16:creationId xmlns:a16="http://schemas.microsoft.com/office/drawing/2014/main" id="{9B26BEB2-7EF9-38CE-5BD9-7E6A8C3E58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1436" y="1971406"/>
            <a:ext cx="838200" cy="831850"/>
          </a:xfrm>
          <a:prstGeom prst="ellips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3" name="Oval 89">
            <a:extLst>
              <a:ext uri="{FF2B5EF4-FFF2-40B4-BE49-F238E27FC236}">
                <a16:creationId xmlns:a16="http://schemas.microsoft.com/office/drawing/2014/main" id="{C96B3175-7EFE-CCBB-B854-3529712EC3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2036" y="1971406"/>
            <a:ext cx="838200" cy="819150"/>
          </a:xfrm>
          <a:prstGeom prst="ellips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4" name="Line 90">
            <a:extLst>
              <a:ext uri="{FF2B5EF4-FFF2-40B4-BE49-F238E27FC236}">
                <a16:creationId xmlns:a16="http://schemas.microsoft.com/office/drawing/2014/main" id="{10AA0D4D-3430-E646-7863-1E87C5D1615E}"/>
              </a:ext>
            </a:extLst>
          </p:cNvPr>
          <p:cNvSpPr>
            <a:spLocks noChangeShapeType="1"/>
          </p:cNvSpPr>
          <p:nvPr/>
        </p:nvSpPr>
        <p:spPr bwMode="auto">
          <a:xfrm>
            <a:off x="7549236" y="1317356"/>
            <a:ext cx="0" cy="21336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5" name="Line 91">
            <a:extLst>
              <a:ext uri="{FF2B5EF4-FFF2-40B4-BE49-F238E27FC236}">
                <a16:creationId xmlns:a16="http://schemas.microsoft.com/office/drawing/2014/main" id="{89A697C5-3935-E60F-F3C8-6559E4D07C28}"/>
              </a:ext>
            </a:extLst>
          </p:cNvPr>
          <p:cNvSpPr>
            <a:spLocks noChangeShapeType="1"/>
          </p:cNvSpPr>
          <p:nvPr/>
        </p:nvSpPr>
        <p:spPr bwMode="auto">
          <a:xfrm>
            <a:off x="8768436" y="1317356"/>
            <a:ext cx="0" cy="21336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6" name="Freeform 92">
            <a:extLst>
              <a:ext uri="{FF2B5EF4-FFF2-40B4-BE49-F238E27FC236}">
                <a16:creationId xmlns:a16="http://schemas.microsoft.com/office/drawing/2014/main" id="{11E03A54-2E3C-86D6-289F-AAE28AC29A27}"/>
              </a:ext>
            </a:extLst>
          </p:cNvPr>
          <p:cNvSpPr>
            <a:spLocks/>
          </p:cNvSpPr>
          <p:nvPr/>
        </p:nvSpPr>
        <p:spPr bwMode="auto">
          <a:xfrm>
            <a:off x="7549236" y="1317356"/>
            <a:ext cx="1758950" cy="1587"/>
          </a:xfrm>
          <a:custGeom>
            <a:avLst/>
            <a:gdLst>
              <a:gd name="T0" fmla="*/ 0 w 1108"/>
              <a:gd name="T1" fmla="*/ 0 h 1"/>
              <a:gd name="T2" fmla="*/ 2147483646 w 1108"/>
              <a:gd name="T3" fmla="*/ 0 h 1"/>
              <a:gd name="T4" fmla="*/ 0 60000 65536"/>
              <a:gd name="T5" fmla="*/ 0 60000 65536"/>
              <a:gd name="T6" fmla="*/ 0 w 1108"/>
              <a:gd name="T7" fmla="*/ 0 h 1"/>
              <a:gd name="T8" fmla="*/ 1108 w 1108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108" h="1">
                <a:moveTo>
                  <a:pt x="0" y="0"/>
                </a:moveTo>
                <a:lnTo>
                  <a:pt x="1108" y="0"/>
                </a:lnTo>
              </a:path>
            </a:pathLst>
          </a:cu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7" name="Freeform 93">
            <a:extLst>
              <a:ext uri="{FF2B5EF4-FFF2-40B4-BE49-F238E27FC236}">
                <a16:creationId xmlns:a16="http://schemas.microsoft.com/office/drawing/2014/main" id="{F85C54E9-9B14-B2CF-EBE9-340C225BBC13}"/>
              </a:ext>
            </a:extLst>
          </p:cNvPr>
          <p:cNvSpPr>
            <a:spLocks/>
          </p:cNvSpPr>
          <p:nvPr/>
        </p:nvSpPr>
        <p:spPr bwMode="auto">
          <a:xfrm>
            <a:off x="7549236" y="3450956"/>
            <a:ext cx="1770063" cy="3175"/>
          </a:xfrm>
          <a:custGeom>
            <a:avLst/>
            <a:gdLst>
              <a:gd name="T0" fmla="*/ 0 w 1115"/>
              <a:gd name="T1" fmla="*/ 0 h 2"/>
              <a:gd name="T2" fmla="*/ 2147483646 w 1115"/>
              <a:gd name="T3" fmla="*/ 2147483646 h 2"/>
              <a:gd name="T4" fmla="*/ 0 60000 65536"/>
              <a:gd name="T5" fmla="*/ 0 60000 65536"/>
              <a:gd name="T6" fmla="*/ 0 w 1115"/>
              <a:gd name="T7" fmla="*/ 0 h 2"/>
              <a:gd name="T8" fmla="*/ 1115 w 1115"/>
              <a:gd name="T9" fmla="*/ 2 h 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115" h="2">
                <a:moveTo>
                  <a:pt x="0" y="0"/>
                </a:moveTo>
                <a:lnTo>
                  <a:pt x="1115" y="2"/>
                </a:lnTo>
              </a:path>
            </a:pathLst>
          </a:cu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8" name="Freeform 94">
            <a:extLst>
              <a:ext uri="{FF2B5EF4-FFF2-40B4-BE49-F238E27FC236}">
                <a16:creationId xmlns:a16="http://schemas.microsoft.com/office/drawing/2014/main" id="{1A43795F-D610-0349-8987-C26976AFF4B0}"/>
              </a:ext>
            </a:extLst>
          </p:cNvPr>
          <p:cNvSpPr>
            <a:spLocks/>
          </p:cNvSpPr>
          <p:nvPr/>
        </p:nvSpPr>
        <p:spPr bwMode="auto">
          <a:xfrm>
            <a:off x="9297074" y="1317356"/>
            <a:ext cx="4762" cy="554037"/>
          </a:xfrm>
          <a:custGeom>
            <a:avLst/>
            <a:gdLst>
              <a:gd name="T0" fmla="*/ 2147483646 w 3"/>
              <a:gd name="T1" fmla="*/ 0 h 349"/>
              <a:gd name="T2" fmla="*/ 0 w 3"/>
              <a:gd name="T3" fmla="*/ 2147483646 h 349"/>
              <a:gd name="T4" fmla="*/ 0 60000 65536"/>
              <a:gd name="T5" fmla="*/ 0 60000 65536"/>
              <a:gd name="T6" fmla="*/ 0 w 3"/>
              <a:gd name="T7" fmla="*/ 0 h 349"/>
              <a:gd name="T8" fmla="*/ 3 w 3"/>
              <a:gd name="T9" fmla="*/ 349 h 349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" h="349">
                <a:moveTo>
                  <a:pt x="3" y="0"/>
                </a:moveTo>
                <a:lnTo>
                  <a:pt x="0" y="349"/>
                </a:lnTo>
              </a:path>
            </a:pathLst>
          </a:cu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9" name="Freeform 95">
            <a:extLst>
              <a:ext uri="{FF2B5EF4-FFF2-40B4-BE49-F238E27FC236}">
                <a16:creationId xmlns:a16="http://schemas.microsoft.com/office/drawing/2014/main" id="{43B9E857-3B28-B291-3757-BC260231D2C0}"/>
              </a:ext>
            </a:extLst>
          </p:cNvPr>
          <p:cNvSpPr>
            <a:spLocks/>
          </p:cNvSpPr>
          <p:nvPr/>
        </p:nvSpPr>
        <p:spPr bwMode="auto">
          <a:xfrm>
            <a:off x="9301836" y="1849168"/>
            <a:ext cx="468313" cy="1588"/>
          </a:xfrm>
          <a:custGeom>
            <a:avLst/>
            <a:gdLst>
              <a:gd name="T0" fmla="*/ 0 w 295"/>
              <a:gd name="T1" fmla="*/ 2147483646 h 1"/>
              <a:gd name="T2" fmla="*/ 2147483646 w 295"/>
              <a:gd name="T3" fmla="*/ 0 h 1"/>
              <a:gd name="T4" fmla="*/ 0 60000 65536"/>
              <a:gd name="T5" fmla="*/ 0 60000 65536"/>
              <a:gd name="T6" fmla="*/ 0 w 295"/>
              <a:gd name="T7" fmla="*/ 0 h 1"/>
              <a:gd name="T8" fmla="*/ 295 w 295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95" h="1">
                <a:moveTo>
                  <a:pt x="0" y="1"/>
                </a:moveTo>
                <a:lnTo>
                  <a:pt x="295" y="0"/>
                </a:lnTo>
              </a:path>
            </a:pathLst>
          </a:cu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0" name="Freeform 96">
            <a:extLst>
              <a:ext uri="{FF2B5EF4-FFF2-40B4-BE49-F238E27FC236}">
                <a16:creationId xmlns:a16="http://schemas.microsoft.com/office/drawing/2014/main" id="{A32D15CA-6BF6-A19B-FADD-B2CEDEB7D1DD}"/>
              </a:ext>
            </a:extLst>
          </p:cNvPr>
          <p:cNvSpPr>
            <a:spLocks/>
          </p:cNvSpPr>
          <p:nvPr/>
        </p:nvSpPr>
        <p:spPr bwMode="auto">
          <a:xfrm>
            <a:off x="9757449" y="1850756"/>
            <a:ext cx="1587" cy="1095375"/>
          </a:xfrm>
          <a:custGeom>
            <a:avLst/>
            <a:gdLst>
              <a:gd name="T0" fmla="*/ 2147483646 w 1"/>
              <a:gd name="T1" fmla="*/ 0 h 690"/>
              <a:gd name="T2" fmla="*/ 0 w 1"/>
              <a:gd name="T3" fmla="*/ 2147483646 h 690"/>
              <a:gd name="T4" fmla="*/ 0 60000 65536"/>
              <a:gd name="T5" fmla="*/ 0 60000 65536"/>
              <a:gd name="T6" fmla="*/ 0 w 1"/>
              <a:gd name="T7" fmla="*/ 0 h 690"/>
              <a:gd name="T8" fmla="*/ 1 w 1"/>
              <a:gd name="T9" fmla="*/ 690 h 69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690">
                <a:moveTo>
                  <a:pt x="1" y="0"/>
                </a:moveTo>
                <a:lnTo>
                  <a:pt x="0" y="690"/>
                </a:lnTo>
              </a:path>
            </a:pathLst>
          </a:cu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1" name="Line 97">
            <a:extLst>
              <a:ext uri="{FF2B5EF4-FFF2-40B4-BE49-F238E27FC236}">
                <a16:creationId xmlns:a16="http://schemas.microsoft.com/office/drawing/2014/main" id="{6416F18A-23F1-7BB5-5715-05B6051FCD3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301836" y="2917556"/>
            <a:ext cx="0" cy="5334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2" name="Freeform 98">
            <a:extLst>
              <a:ext uri="{FF2B5EF4-FFF2-40B4-BE49-F238E27FC236}">
                <a16:creationId xmlns:a16="http://schemas.microsoft.com/office/drawing/2014/main" id="{B2682D30-34D3-B738-ADCA-B9F6B97538EA}"/>
              </a:ext>
            </a:extLst>
          </p:cNvPr>
          <p:cNvSpPr>
            <a:spLocks/>
          </p:cNvSpPr>
          <p:nvPr/>
        </p:nvSpPr>
        <p:spPr bwMode="auto">
          <a:xfrm>
            <a:off x="9301836" y="2917556"/>
            <a:ext cx="468313" cy="4762"/>
          </a:xfrm>
          <a:custGeom>
            <a:avLst/>
            <a:gdLst>
              <a:gd name="T0" fmla="*/ 0 w 295"/>
              <a:gd name="T1" fmla="*/ 0 h 3"/>
              <a:gd name="T2" fmla="*/ 2147483646 w 295"/>
              <a:gd name="T3" fmla="*/ 2147483646 h 3"/>
              <a:gd name="T4" fmla="*/ 0 60000 65536"/>
              <a:gd name="T5" fmla="*/ 0 60000 65536"/>
              <a:gd name="T6" fmla="*/ 0 w 295"/>
              <a:gd name="T7" fmla="*/ 0 h 3"/>
              <a:gd name="T8" fmla="*/ 295 w 295"/>
              <a:gd name="T9" fmla="*/ 3 h 3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95" h="3">
                <a:moveTo>
                  <a:pt x="0" y="0"/>
                </a:moveTo>
                <a:lnTo>
                  <a:pt x="295" y="3"/>
                </a:lnTo>
              </a:path>
            </a:pathLst>
          </a:cu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3" name="Line 99">
            <a:extLst>
              <a:ext uri="{FF2B5EF4-FFF2-40B4-BE49-F238E27FC236}">
                <a16:creationId xmlns:a16="http://schemas.microsoft.com/office/drawing/2014/main" id="{299CEB3D-775D-E0B3-AB62-8320EE3C9F0D}"/>
              </a:ext>
            </a:extLst>
          </p:cNvPr>
          <p:cNvSpPr>
            <a:spLocks noChangeShapeType="1"/>
          </p:cNvSpPr>
          <p:nvPr/>
        </p:nvSpPr>
        <p:spPr bwMode="auto">
          <a:xfrm>
            <a:off x="7549236" y="1774556"/>
            <a:ext cx="17526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4" name="Line 100">
            <a:extLst>
              <a:ext uri="{FF2B5EF4-FFF2-40B4-BE49-F238E27FC236}">
                <a16:creationId xmlns:a16="http://schemas.microsoft.com/office/drawing/2014/main" id="{E5A57BB7-7D80-1D89-9692-12DA73BBC87E}"/>
              </a:ext>
            </a:extLst>
          </p:cNvPr>
          <p:cNvSpPr>
            <a:spLocks noChangeShapeType="1"/>
          </p:cNvSpPr>
          <p:nvPr/>
        </p:nvSpPr>
        <p:spPr bwMode="auto">
          <a:xfrm>
            <a:off x="7549236" y="2993756"/>
            <a:ext cx="17526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5" name="Line 101">
            <a:extLst>
              <a:ext uri="{FF2B5EF4-FFF2-40B4-BE49-F238E27FC236}">
                <a16:creationId xmlns:a16="http://schemas.microsoft.com/office/drawing/2014/main" id="{BD540138-0EC4-C71E-F5BA-6AADB17C871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311236" y="1622156"/>
            <a:ext cx="4572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6" name="Line 102">
            <a:extLst>
              <a:ext uri="{FF2B5EF4-FFF2-40B4-BE49-F238E27FC236}">
                <a16:creationId xmlns:a16="http://schemas.microsoft.com/office/drawing/2014/main" id="{9E9388A8-AD0B-86AD-CE9A-8D81D78A80E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311236" y="3146156"/>
            <a:ext cx="4572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7" name="Line 103">
            <a:extLst>
              <a:ext uri="{FF2B5EF4-FFF2-40B4-BE49-F238E27FC236}">
                <a16:creationId xmlns:a16="http://schemas.microsoft.com/office/drawing/2014/main" id="{5174888B-A955-FFF3-1108-1CB73E93C3E4}"/>
              </a:ext>
            </a:extLst>
          </p:cNvPr>
          <p:cNvSpPr>
            <a:spLocks noChangeShapeType="1"/>
          </p:cNvSpPr>
          <p:nvPr/>
        </p:nvSpPr>
        <p:spPr bwMode="auto">
          <a:xfrm>
            <a:off x="8311236" y="1622156"/>
            <a:ext cx="0" cy="15240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8" name="Line 104">
            <a:extLst>
              <a:ext uri="{FF2B5EF4-FFF2-40B4-BE49-F238E27FC236}">
                <a16:creationId xmlns:a16="http://schemas.microsoft.com/office/drawing/2014/main" id="{DC2BC8CB-34FC-39EE-E938-DB70DF558056}"/>
              </a:ext>
            </a:extLst>
          </p:cNvPr>
          <p:cNvSpPr>
            <a:spLocks noChangeShapeType="1"/>
          </p:cNvSpPr>
          <p:nvPr/>
        </p:nvSpPr>
        <p:spPr bwMode="auto">
          <a:xfrm>
            <a:off x="7549236" y="2003156"/>
            <a:ext cx="7620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9" name="Line 105">
            <a:extLst>
              <a:ext uri="{FF2B5EF4-FFF2-40B4-BE49-F238E27FC236}">
                <a16:creationId xmlns:a16="http://schemas.microsoft.com/office/drawing/2014/main" id="{2A2823ED-3FA4-E511-661B-31FBD0ADEFFD}"/>
              </a:ext>
            </a:extLst>
          </p:cNvPr>
          <p:cNvSpPr>
            <a:spLocks noChangeShapeType="1"/>
          </p:cNvSpPr>
          <p:nvPr/>
        </p:nvSpPr>
        <p:spPr bwMode="auto">
          <a:xfrm>
            <a:off x="7549236" y="2765156"/>
            <a:ext cx="7620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110" name="Group 108">
            <a:extLst>
              <a:ext uri="{FF2B5EF4-FFF2-40B4-BE49-F238E27FC236}">
                <a16:creationId xmlns:a16="http://schemas.microsoft.com/office/drawing/2014/main" id="{7B879433-0292-8593-F81E-A86D8152F583}"/>
              </a:ext>
            </a:extLst>
          </p:cNvPr>
          <p:cNvGrpSpPr>
            <a:grpSpLocks/>
          </p:cNvGrpSpPr>
          <p:nvPr/>
        </p:nvGrpSpPr>
        <p:grpSpPr bwMode="auto">
          <a:xfrm>
            <a:off x="4582199" y="2347643"/>
            <a:ext cx="2284412" cy="1703388"/>
            <a:chOff x="2019" y="1369"/>
            <a:chExt cx="1439" cy="1073"/>
          </a:xfrm>
        </p:grpSpPr>
        <p:sp>
          <p:nvSpPr>
            <p:cNvPr id="111" name="Freeform 109">
              <a:extLst>
                <a:ext uri="{FF2B5EF4-FFF2-40B4-BE49-F238E27FC236}">
                  <a16:creationId xmlns:a16="http://schemas.microsoft.com/office/drawing/2014/main" id="{7A845EF7-5B7D-8E5A-D605-41B5F1E2FDEF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9" y="1397"/>
              <a:ext cx="1" cy="1031"/>
            </a:xfrm>
            <a:custGeom>
              <a:avLst/>
              <a:gdLst>
                <a:gd name="T0" fmla="*/ 0 w 1"/>
                <a:gd name="T1" fmla="*/ 0 h 1031"/>
                <a:gd name="T2" fmla="*/ 0 w 1"/>
                <a:gd name="T3" fmla="*/ 1031 h 1031"/>
                <a:gd name="T4" fmla="*/ 0 60000 65536"/>
                <a:gd name="T5" fmla="*/ 0 60000 65536"/>
                <a:gd name="T6" fmla="*/ 0 w 1"/>
                <a:gd name="T7" fmla="*/ 0 h 1031"/>
                <a:gd name="T8" fmla="*/ 1 w 1"/>
                <a:gd name="T9" fmla="*/ 1031 h 103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1031">
                  <a:moveTo>
                    <a:pt x="0" y="0"/>
                  </a:moveTo>
                  <a:lnTo>
                    <a:pt x="0" y="1031"/>
                  </a:lnTo>
                </a:path>
              </a:pathLst>
            </a:custGeom>
            <a:noFill/>
            <a:ln w="12700">
              <a:solidFill>
                <a:srgbClr val="33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2" name="Freeform 110">
              <a:extLst>
                <a:ext uri="{FF2B5EF4-FFF2-40B4-BE49-F238E27FC236}">
                  <a16:creationId xmlns:a16="http://schemas.microsoft.com/office/drawing/2014/main" id="{2D1CB747-B663-B849-85A5-1560864E8070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7" y="1369"/>
              <a:ext cx="1" cy="1073"/>
            </a:xfrm>
            <a:custGeom>
              <a:avLst/>
              <a:gdLst>
                <a:gd name="T0" fmla="*/ 0 w 1"/>
                <a:gd name="T1" fmla="*/ 0 h 1073"/>
                <a:gd name="T2" fmla="*/ 0 w 1"/>
                <a:gd name="T3" fmla="*/ 1073 h 1073"/>
                <a:gd name="T4" fmla="*/ 0 60000 65536"/>
                <a:gd name="T5" fmla="*/ 0 60000 65536"/>
                <a:gd name="T6" fmla="*/ 0 w 1"/>
                <a:gd name="T7" fmla="*/ 0 h 1073"/>
                <a:gd name="T8" fmla="*/ 1 w 1"/>
                <a:gd name="T9" fmla="*/ 1073 h 1073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1073">
                  <a:moveTo>
                    <a:pt x="0" y="0"/>
                  </a:moveTo>
                  <a:lnTo>
                    <a:pt x="0" y="1073"/>
                  </a:lnTo>
                </a:path>
              </a:pathLst>
            </a:custGeom>
            <a:noFill/>
            <a:ln w="12700">
              <a:solidFill>
                <a:srgbClr val="33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13" name="Rectangle 111">
            <a:extLst>
              <a:ext uri="{FF2B5EF4-FFF2-40B4-BE49-F238E27FC236}">
                <a16:creationId xmlns:a16="http://schemas.microsoft.com/office/drawing/2014/main" id="{BF7B9DAC-72B3-D642-06A8-C7388A8ADCD9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653636" y="3984356"/>
            <a:ext cx="2133600" cy="2286000"/>
          </a:xfrm>
          <a:prstGeom prst="rect">
            <a:avLst/>
          </a:prstGeom>
          <a:noFill/>
          <a:ln w="19050">
            <a:solidFill>
              <a:srgbClr val="3333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114" name="Group 112">
            <a:extLst>
              <a:ext uri="{FF2B5EF4-FFF2-40B4-BE49-F238E27FC236}">
                <a16:creationId xmlns:a16="http://schemas.microsoft.com/office/drawing/2014/main" id="{A713F7EC-7C37-4D51-2ACB-0A0FD633EE49}"/>
              </a:ext>
            </a:extLst>
          </p:cNvPr>
          <p:cNvGrpSpPr>
            <a:grpSpLocks/>
          </p:cNvGrpSpPr>
          <p:nvPr/>
        </p:nvGrpSpPr>
        <p:grpSpPr bwMode="auto">
          <a:xfrm>
            <a:off x="4729836" y="1850756"/>
            <a:ext cx="1981200" cy="4319587"/>
            <a:chOff x="2112" y="1056"/>
            <a:chExt cx="1248" cy="2721"/>
          </a:xfrm>
        </p:grpSpPr>
        <p:sp>
          <p:nvSpPr>
            <p:cNvPr id="115" name="Line 113">
              <a:extLst>
                <a:ext uri="{FF2B5EF4-FFF2-40B4-BE49-F238E27FC236}">
                  <a16:creationId xmlns:a16="http://schemas.microsoft.com/office/drawing/2014/main" id="{C19F5788-C16C-4BA4-36EA-171B54C565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2" y="1056"/>
              <a:ext cx="0" cy="2721"/>
            </a:xfrm>
            <a:prstGeom prst="line">
              <a:avLst/>
            </a:prstGeom>
            <a:noFill/>
            <a:ln w="12700">
              <a:solidFill>
                <a:srgbClr val="33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6" name="Line 114">
              <a:extLst>
                <a:ext uri="{FF2B5EF4-FFF2-40B4-BE49-F238E27FC236}">
                  <a16:creationId xmlns:a16="http://schemas.microsoft.com/office/drawing/2014/main" id="{39DC8C70-2197-1DA7-A6D8-450F02CC7C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1056"/>
              <a:ext cx="0" cy="2544"/>
            </a:xfrm>
            <a:prstGeom prst="line">
              <a:avLst/>
            </a:prstGeom>
            <a:noFill/>
            <a:ln w="12700">
              <a:solidFill>
                <a:srgbClr val="33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17" name="Line 115">
            <a:extLst>
              <a:ext uri="{FF2B5EF4-FFF2-40B4-BE49-F238E27FC236}">
                <a16:creationId xmlns:a16="http://schemas.microsoft.com/office/drawing/2014/main" id="{82A26CBB-6DF0-EEC0-6327-F44226550BA6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9836" y="5736956"/>
            <a:ext cx="1981200" cy="0"/>
          </a:xfrm>
          <a:prstGeom prst="line">
            <a:avLst/>
          </a:prstGeom>
          <a:noFill/>
          <a:ln w="1905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118" name="Group 116">
            <a:extLst>
              <a:ext uri="{FF2B5EF4-FFF2-40B4-BE49-F238E27FC236}">
                <a16:creationId xmlns:a16="http://schemas.microsoft.com/office/drawing/2014/main" id="{19203776-27F0-5130-3807-175141CD6A5E}"/>
              </a:ext>
            </a:extLst>
          </p:cNvPr>
          <p:cNvGrpSpPr>
            <a:grpSpLocks/>
          </p:cNvGrpSpPr>
          <p:nvPr/>
        </p:nvGrpSpPr>
        <p:grpSpPr bwMode="auto">
          <a:xfrm>
            <a:off x="4729836" y="5736956"/>
            <a:ext cx="1981200" cy="457200"/>
            <a:chOff x="2112" y="3504"/>
            <a:chExt cx="1248" cy="288"/>
          </a:xfrm>
        </p:grpSpPr>
        <p:sp>
          <p:nvSpPr>
            <p:cNvPr id="119" name="Line 117">
              <a:extLst>
                <a:ext uri="{FF2B5EF4-FFF2-40B4-BE49-F238E27FC236}">
                  <a16:creationId xmlns:a16="http://schemas.microsoft.com/office/drawing/2014/main" id="{438C6D3C-5E81-CFA6-4072-1D53102E4F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2" y="3504"/>
              <a:ext cx="0" cy="288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0" name="Line 118">
              <a:extLst>
                <a:ext uri="{FF2B5EF4-FFF2-40B4-BE49-F238E27FC236}">
                  <a16:creationId xmlns:a16="http://schemas.microsoft.com/office/drawing/2014/main" id="{EAEB402E-CB4C-9579-D78E-F321525B64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3504"/>
              <a:ext cx="0" cy="288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21" name="Group 119">
            <a:extLst>
              <a:ext uri="{FF2B5EF4-FFF2-40B4-BE49-F238E27FC236}">
                <a16:creationId xmlns:a16="http://schemas.microsoft.com/office/drawing/2014/main" id="{675B5AF7-873F-7945-8ABA-E2C6FDA2AB68}"/>
              </a:ext>
            </a:extLst>
          </p:cNvPr>
          <p:cNvGrpSpPr>
            <a:grpSpLocks/>
          </p:cNvGrpSpPr>
          <p:nvPr/>
        </p:nvGrpSpPr>
        <p:grpSpPr bwMode="auto">
          <a:xfrm>
            <a:off x="5034636" y="2384156"/>
            <a:ext cx="1371600" cy="1676400"/>
            <a:chOff x="2304" y="1392"/>
            <a:chExt cx="864" cy="1056"/>
          </a:xfrm>
        </p:grpSpPr>
        <p:sp>
          <p:nvSpPr>
            <p:cNvPr id="122" name="Line 120">
              <a:extLst>
                <a:ext uri="{FF2B5EF4-FFF2-40B4-BE49-F238E27FC236}">
                  <a16:creationId xmlns:a16="http://schemas.microsoft.com/office/drawing/2014/main" id="{DB34CB0A-4DC4-3F64-BCB4-EE3FE0E514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4" y="1392"/>
              <a:ext cx="0" cy="1056"/>
            </a:xfrm>
            <a:prstGeom prst="line">
              <a:avLst/>
            </a:prstGeom>
            <a:noFill/>
            <a:ln w="12700">
              <a:solidFill>
                <a:srgbClr val="33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3" name="Line 121">
              <a:extLst>
                <a:ext uri="{FF2B5EF4-FFF2-40B4-BE49-F238E27FC236}">
                  <a16:creationId xmlns:a16="http://schemas.microsoft.com/office/drawing/2014/main" id="{E7AAAF7F-EAB0-91D5-0B90-A53FDD7871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8" y="1392"/>
              <a:ext cx="0" cy="1056"/>
            </a:xfrm>
            <a:prstGeom prst="line">
              <a:avLst/>
            </a:prstGeom>
            <a:noFill/>
            <a:ln w="12700">
              <a:solidFill>
                <a:srgbClr val="33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24" name="Group 122">
            <a:extLst>
              <a:ext uri="{FF2B5EF4-FFF2-40B4-BE49-F238E27FC236}">
                <a16:creationId xmlns:a16="http://schemas.microsoft.com/office/drawing/2014/main" id="{89A5DE16-FC52-2E42-BA4A-E5C69072E844}"/>
              </a:ext>
            </a:extLst>
          </p:cNvPr>
          <p:cNvGrpSpPr>
            <a:grpSpLocks/>
          </p:cNvGrpSpPr>
          <p:nvPr/>
        </p:nvGrpSpPr>
        <p:grpSpPr bwMode="auto">
          <a:xfrm>
            <a:off x="5034636" y="4060556"/>
            <a:ext cx="1371600" cy="2133600"/>
            <a:chOff x="2304" y="2448"/>
            <a:chExt cx="864" cy="1344"/>
          </a:xfrm>
        </p:grpSpPr>
        <p:sp>
          <p:nvSpPr>
            <p:cNvPr id="125" name="Line 123">
              <a:extLst>
                <a:ext uri="{FF2B5EF4-FFF2-40B4-BE49-F238E27FC236}">
                  <a16:creationId xmlns:a16="http://schemas.microsoft.com/office/drawing/2014/main" id="{12B48717-8078-6ECA-9694-6FA091C028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8" y="2448"/>
              <a:ext cx="0" cy="1344"/>
            </a:xfrm>
            <a:prstGeom prst="line">
              <a:avLst/>
            </a:prstGeom>
            <a:noFill/>
            <a:ln w="12700">
              <a:solidFill>
                <a:srgbClr val="333399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6" name="Line 124">
              <a:extLst>
                <a:ext uri="{FF2B5EF4-FFF2-40B4-BE49-F238E27FC236}">
                  <a16:creationId xmlns:a16="http://schemas.microsoft.com/office/drawing/2014/main" id="{E8CB2038-BDA0-68AA-55A3-911E5171BB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4" y="2448"/>
              <a:ext cx="0" cy="1344"/>
            </a:xfrm>
            <a:prstGeom prst="line">
              <a:avLst/>
            </a:prstGeom>
            <a:noFill/>
            <a:ln w="12700">
              <a:solidFill>
                <a:srgbClr val="333399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27" name="Group 125">
            <a:extLst>
              <a:ext uri="{FF2B5EF4-FFF2-40B4-BE49-F238E27FC236}">
                <a16:creationId xmlns:a16="http://schemas.microsoft.com/office/drawing/2014/main" id="{8075253F-953F-1F82-03EF-3C62BF01FBBD}"/>
              </a:ext>
            </a:extLst>
          </p:cNvPr>
          <p:cNvGrpSpPr>
            <a:grpSpLocks/>
          </p:cNvGrpSpPr>
          <p:nvPr/>
        </p:nvGrpSpPr>
        <p:grpSpPr bwMode="auto">
          <a:xfrm>
            <a:off x="5383886" y="1850756"/>
            <a:ext cx="673100" cy="3886200"/>
            <a:chOff x="2524" y="1056"/>
            <a:chExt cx="424" cy="2448"/>
          </a:xfrm>
        </p:grpSpPr>
        <p:sp>
          <p:nvSpPr>
            <p:cNvPr id="128" name="Line 126">
              <a:extLst>
                <a:ext uri="{FF2B5EF4-FFF2-40B4-BE49-F238E27FC236}">
                  <a16:creationId xmlns:a16="http://schemas.microsoft.com/office/drawing/2014/main" id="{36BD8010-403D-8DA0-5269-A16B836D56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48" y="1056"/>
              <a:ext cx="0" cy="2448"/>
            </a:xfrm>
            <a:prstGeom prst="line">
              <a:avLst/>
            </a:prstGeom>
            <a:noFill/>
            <a:ln w="12700">
              <a:solidFill>
                <a:srgbClr val="33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9" name="Line 127">
              <a:extLst>
                <a:ext uri="{FF2B5EF4-FFF2-40B4-BE49-F238E27FC236}">
                  <a16:creationId xmlns:a16="http://schemas.microsoft.com/office/drawing/2014/main" id="{6105CC3A-60D4-C362-2D20-D78282866B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24" y="1056"/>
              <a:ext cx="0" cy="2448"/>
            </a:xfrm>
            <a:prstGeom prst="line">
              <a:avLst/>
            </a:prstGeom>
            <a:noFill/>
            <a:ln w="12700">
              <a:solidFill>
                <a:srgbClr val="33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30" name="Line 128">
            <a:extLst>
              <a:ext uri="{FF2B5EF4-FFF2-40B4-BE49-F238E27FC236}">
                <a16:creationId xmlns:a16="http://schemas.microsoft.com/office/drawing/2014/main" id="{323C3E92-A912-0D98-428D-632CB48717AE}"/>
              </a:ext>
            </a:extLst>
          </p:cNvPr>
          <p:cNvSpPr>
            <a:spLocks noChangeShapeType="1"/>
          </p:cNvSpPr>
          <p:nvPr/>
        </p:nvSpPr>
        <p:spPr bwMode="auto">
          <a:xfrm>
            <a:off x="5382299" y="6194156"/>
            <a:ext cx="681037" cy="0"/>
          </a:xfrm>
          <a:prstGeom prst="line">
            <a:avLst/>
          </a:prstGeom>
          <a:noFill/>
          <a:ln w="762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131" name="Group 129">
            <a:extLst>
              <a:ext uri="{FF2B5EF4-FFF2-40B4-BE49-F238E27FC236}">
                <a16:creationId xmlns:a16="http://schemas.microsoft.com/office/drawing/2014/main" id="{B6088471-AB72-63E3-A7AC-5069BF1EFD69}"/>
              </a:ext>
            </a:extLst>
          </p:cNvPr>
          <p:cNvGrpSpPr>
            <a:grpSpLocks/>
          </p:cNvGrpSpPr>
          <p:nvPr/>
        </p:nvGrpSpPr>
        <p:grpSpPr bwMode="auto">
          <a:xfrm>
            <a:off x="5382299" y="5736956"/>
            <a:ext cx="681037" cy="457200"/>
            <a:chOff x="2496" y="3504"/>
            <a:chExt cx="480" cy="288"/>
          </a:xfrm>
        </p:grpSpPr>
        <p:sp>
          <p:nvSpPr>
            <p:cNvPr id="132" name="Line 130">
              <a:extLst>
                <a:ext uri="{FF2B5EF4-FFF2-40B4-BE49-F238E27FC236}">
                  <a16:creationId xmlns:a16="http://schemas.microsoft.com/office/drawing/2014/main" id="{9B213266-0971-4CF2-FC29-2A0351AE92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6" y="3504"/>
              <a:ext cx="0" cy="288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33" name="Line 131">
              <a:extLst>
                <a:ext uri="{FF2B5EF4-FFF2-40B4-BE49-F238E27FC236}">
                  <a16:creationId xmlns:a16="http://schemas.microsoft.com/office/drawing/2014/main" id="{6624E5EB-5B4A-7809-0B20-8C88A7C9FE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6" y="3504"/>
              <a:ext cx="0" cy="288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34" name="Line 132">
            <a:extLst>
              <a:ext uri="{FF2B5EF4-FFF2-40B4-BE49-F238E27FC236}">
                <a16:creationId xmlns:a16="http://schemas.microsoft.com/office/drawing/2014/main" id="{82FBB45D-F328-9303-D069-3085A5AB667D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9036" y="3450956"/>
            <a:ext cx="0" cy="685800"/>
          </a:xfrm>
          <a:prstGeom prst="line">
            <a:avLst/>
          </a:prstGeom>
          <a:noFill/>
          <a:ln w="12700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35" name="Line 133">
            <a:extLst>
              <a:ext uri="{FF2B5EF4-FFF2-40B4-BE49-F238E27FC236}">
                <a16:creationId xmlns:a16="http://schemas.microsoft.com/office/drawing/2014/main" id="{18BDE77E-0816-6D60-2D32-2B6D5F08BA6B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9036" y="5279756"/>
            <a:ext cx="3581400" cy="0"/>
          </a:xfrm>
          <a:prstGeom prst="line">
            <a:avLst/>
          </a:prstGeom>
          <a:noFill/>
          <a:ln w="1905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36" name="Line 134">
            <a:extLst>
              <a:ext uri="{FF2B5EF4-FFF2-40B4-BE49-F238E27FC236}">
                <a16:creationId xmlns:a16="http://schemas.microsoft.com/office/drawing/2014/main" id="{CCDEE07C-813E-FE13-4C6A-3E5D91B88CFB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7434" y="4060556"/>
            <a:ext cx="10193" cy="1208129"/>
          </a:xfrm>
          <a:prstGeom prst="line">
            <a:avLst/>
          </a:prstGeom>
          <a:noFill/>
          <a:ln w="762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37" name="Line 135">
            <a:extLst>
              <a:ext uri="{FF2B5EF4-FFF2-40B4-BE49-F238E27FC236}">
                <a16:creationId xmlns:a16="http://schemas.microsoft.com/office/drawing/2014/main" id="{F6DB7B7A-244A-5377-B6EE-7BE125470207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2636" y="3146156"/>
            <a:ext cx="0" cy="1752600"/>
          </a:xfrm>
          <a:prstGeom prst="line">
            <a:avLst/>
          </a:prstGeom>
          <a:noFill/>
          <a:ln w="12700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38" name="Line 136">
            <a:extLst>
              <a:ext uri="{FF2B5EF4-FFF2-40B4-BE49-F238E27FC236}">
                <a16:creationId xmlns:a16="http://schemas.microsoft.com/office/drawing/2014/main" id="{96E4EC31-FBC2-17B1-F5F9-0FC014D8DE7E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2636" y="4898756"/>
            <a:ext cx="0" cy="381000"/>
          </a:xfrm>
          <a:prstGeom prst="line">
            <a:avLst/>
          </a:prstGeom>
          <a:noFill/>
          <a:ln w="12700">
            <a:solidFill>
              <a:srgbClr val="333399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39" name="Line 137">
            <a:extLst>
              <a:ext uri="{FF2B5EF4-FFF2-40B4-BE49-F238E27FC236}">
                <a16:creationId xmlns:a16="http://schemas.microsoft.com/office/drawing/2014/main" id="{075D8AD2-333F-9590-31D2-8A747AEFD3D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139036" y="4898756"/>
            <a:ext cx="2133600" cy="0"/>
          </a:xfrm>
          <a:prstGeom prst="line">
            <a:avLst/>
          </a:prstGeom>
          <a:noFill/>
          <a:ln w="12700">
            <a:solidFill>
              <a:srgbClr val="333399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40" name="Freeform 138">
            <a:extLst>
              <a:ext uri="{FF2B5EF4-FFF2-40B4-BE49-F238E27FC236}">
                <a16:creationId xmlns:a16="http://schemas.microsoft.com/office/drawing/2014/main" id="{5896F0E2-991B-ED4C-3C5C-3459FE580EE4}"/>
              </a:ext>
            </a:extLst>
          </p:cNvPr>
          <p:cNvSpPr>
            <a:spLocks/>
          </p:cNvSpPr>
          <p:nvPr/>
        </p:nvSpPr>
        <p:spPr bwMode="auto">
          <a:xfrm>
            <a:off x="2708948" y="2392093"/>
            <a:ext cx="1587" cy="1570038"/>
          </a:xfrm>
          <a:custGeom>
            <a:avLst/>
            <a:gdLst>
              <a:gd name="T0" fmla="*/ 0 w 1"/>
              <a:gd name="T1" fmla="*/ 0 h 989"/>
              <a:gd name="T2" fmla="*/ 0 w 1"/>
              <a:gd name="T3" fmla="*/ 2147483646 h 989"/>
              <a:gd name="T4" fmla="*/ 0 60000 65536"/>
              <a:gd name="T5" fmla="*/ 0 60000 65536"/>
              <a:gd name="T6" fmla="*/ 0 w 1"/>
              <a:gd name="T7" fmla="*/ 0 h 989"/>
              <a:gd name="T8" fmla="*/ 1 w 1"/>
              <a:gd name="T9" fmla="*/ 989 h 989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989">
                <a:moveTo>
                  <a:pt x="0" y="0"/>
                </a:moveTo>
                <a:lnTo>
                  <a:pt x="0" y="989"/>
                </a:lnTo>
              </a:path>
            </a:pathLst>
          </a:custGeom>
          <a:noFill/>
          <a:ln w="12700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41" name="Line 140">
            <a:extLst>
              <a:ext uri="{FF2B5EF4-FFF2-40B4-BE49-F238E27FC236}">
                <a16:creationId xmlns:a16="http://schemas.microsoft.com/office/drawing/2014/main" id="{0575CF5F-7028-CAE1-19F1-F51C65A1DB5B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1529436" y="4670156"/>
            <a:ext cx="1219200" cy="0"/>
          </a:xfrm>
          <a:prstGeom prst="line">
            <a:avLst/>
          </a:prstGeom>
          <a:noFill/>
          <a:ln w="1905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BC8F167D-D6D0-DA14-2F35-561EE2A05EC2}"/>
              </a:ext>
            </a:extLst>
          </p:cNvPr>
          <p:cNvGrpSpPr>
            <a:grpSpLocks/>
          </p:cNvGrpSpPr>
          <p:nvPr/>
        </p:nvGrpSpPr>
        <p:grpSpPr bwMode="auto">
          <a:xfrm>
            <a:off x="2296199" y="2384156"/>
            <a:ext cx="833437" cy="1676400"/>
            <a:chOff x="579" y="1392"/>
            <a:chExt cx="525" cy="1056"/>
          </a:xfrm>
        </p:grpSpPr>
        <p:sp>
          <p:nvSpPr>
            <p:cNvPr id="143" name="Freeform 142">
              <a:extLst>
                <a:ext uri="{FF2B5EF4-FFF2-40B4-BE49-F238E27FC236}">
                  <a16:creationId xmlns:a16="http://schemas.microsoft.com/office/drawing/2014/main" id="{9E57D4D9-A6E4-0A67-442D-EA88492CBC9F}"/>
                </a:ext>
              </a:extLst>
            </p:cNvPr>
            <p:cNvSpPr>
              <a:spLocks/>
            </p:cNvSpPr>
            <p:nvPr/>
          </p:nvSpPr>
          <p:spPr bwMode="auto">
            <a:xfrm>
              <a:off x="579" y="1397"/>
              <a:ext cx="1" cy="1045"/>
            </a:xfrm>
            <a:custGeom>
              <a:avLst/>
              <a:gdLst>
                <a:gd name="T0" fmla="*/ 0 w 1"/>
                <a:gd name="T1" fmla="*/ 0 h 1045"/>
                <a:gd name="T2" fmla="*/ 0 w 1"/>
                <a:gd name="T3" fmla="*/ 1045 h 1045"/>
                <a:gd name="T4" fmla="*/ 0 60000 65536"/>
                <a:gd name="T5" fmla="*/ 0 60000 65536"/>
                <a:gd name="T6" fmla="*/ 0 w 1"/>
                <a:gd name="T7" fmla="*/ 0 h 1045"/>
                <a:gd name="T8" fmla="*/ 1 w 1"/>
                <a:gd name="T9" fmla="*/ 1045 h 104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1045">
                  <a:moveTo>
                    <a:pt x="0" y="0"/>
                  </a:moveTo>
                  <a:lnTo>
                    <a:pt x="0" y="1045"/>
                  </a:lnTo>
                </a:path>
              </a:pathLst>
            </a:custGeom>
            <a:noFill/>
            <a:ln w="12700">
              <a:solidFill>
                <a:srgbClr val="33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44" name="Line 143">
              <a:extLst>
                <a:ext uri="{FF2B5EF4-FFF2-40B4-BE49-F238E27FC236}">
                  <a16:creationId xmlns:a16="http://schemas.microsoft.com/office/drawing/2014/main" id="{3408475C-7241-5C8E-9A23-4653711F0F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4" y="1392"/>
              <a:ext cx="0" cy="1056"/>
            </a:xfrm>
            <a:prstGeom prst="line">
              <a:avLst/>
            </a:prstGeom>
            <a:noFill/>
            <a:ln w="12700">
              <a:solidFill>
                <a:srgbClr val="33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45" name="Freeform 144">
            <a:extLst>
              <a:ext uri="{FF2B5EF4-FFF2-40B4-BE49-F238E27FC236}">
                <a16:creationId xmlns:a16="http://schemas.microsoft.com/office/drawing/2014/main" id="{A4178D18-B9EC-3894-65BF-E31ACEFE3E0E}"/>
              </a:ext>
            </a:extLst>
          </p:cNvPr>
          <p:cNvSpPr>
            <a:spLocks/>
          </p:cNvSpPr>
          <p:nvPr/>
        </p:nvSpPr>
        <p:spPr bwMode="auto">
          <a:xfrm>
            <a:off x="3701453" y="2369868"/>
            <a:ext cx="1588" cy="1524000"/>
          </a:xfrm>
          <a:custGeom>
            <a:avLst/>
            <a:gdLst>
              <a:gd name="T0" fmla="*/ 0 w 1"/>
              <a:gd name="T1" fmla="*/ 0 h 960"/>
              <a:gd name="T2" fmla="*/ 0 w 1"/>
              <a:gd name="T3" fmla="*/ 2147483646 h 960"/>
              <a:gd name="T4" fmla="*/ 0 60000 65536"/>
              <a:gd name="T5" fmla="*/ 0 60000 65536"/>
              <a:gd name="T6" fmla="*/ 0 w 1"/>
              <a:gd name="T7" fmla="*/ 0 h 960"/>
              <a:gd name="T8" fmla="*/ 1 w 1"/>
              <a:gd name="T9" fmla="*/ 960 h 96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960">
                <a:moveTo>
                  <a:pt x="0" y="0"/>
                </a:moveTo>
                <a:lnTo>
                  <a:pt x="0" y="960"/>
                </a:lnTo>
              </a:path>
            </a:pathLst>
          </a:custGeom>
          <a:noFill/>
          <a:ln w="12700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146" name="Group 146">
            <a:extLst>
              <a:ext uri="{FF2B5EF4-FFF2-40B4-BE49-F238E27FC236}">
                <a16:creationId xmlns:a16="http://schemas.microsoft.com/office/drawing/2014/main" id="{CD13B382-5910-97B4-06C5-693DD911540C}"/>
              </a:ext>
            </a:extLst>
          </p:cNvPr>
          <p:cNvGrpSpPr>
            <a:grpSpLocks/>
          </p:cNvGrpSpPr>
          <p:nvPr/>
        </p:nvGrpSpPr>
        <p:grpSpPr bwMode="auto">
          <a:xfrm>
            <a:off x="3264574" y="2384156"/>
            <a:ext cx="855662" cy="1676400"/>
            <a:chOff x="565" y="1392"/>
            <a:chExt cx="539" cy="1056"/>
          </a:xfrm>
        </p:grpSpPr>
        <p:sp>
          <p:nvSpPr>
            <p:cNvPr id="147" name="Freeform 147">
              <a:extLst>
                <a:ext uri="{FF2B5EF4-FFF2-40B4-BE49-F238E27FC236}">
                  <a16:creationId xmlns:a16="http://schemas.microsoft.com/office/drawing/2014/main" id="{3D2E0704-7CBD-6EAE-0081-1219C637312C}"/>
                </a:ext>
              </a:extLst>
            </p:cNvPr>
            <p:cNvSpPr>
              <a:spLocks/>
            </p:cNvSpPr>
            <p:nvPr/>
          </p:nvSpPr>
          <p:spPr bwMode="auto">
            <a:xfrm>
              <a:off x="565" y="1412"/>
              <a:ext cx="1" cy="1016"/>
            </a:xfrm>
            <a:custGeom>
              <a:avLst/>
              <a:gdLst>
                <a:gd name="T0" fmla="*/ 0 w 1"/>
                <a:gd name="T1" fmla="*/ 0 h 1016"/>
                <a:gd name="T2" fmla="*/ 0 w 1"/>
                <a:gd name="T3" fmla="*/ 1016 h 1016"/>
                <a:gd name="T4" fmla="*/ 0 60000 65536"/>
                <a:gd name="T5" fmla="*/ 0 60000 65536"/>
                <a:gd name="T6" fmla="*/ 0 w 1"/>
                <a:gd name="T7" fmla="*/ 0 h 1016"/>
                <a:gd name="T8" fmla="*/ 1 w 1"/>
                <a:gd name="T9" fmla="*/ 1016 h 101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1016">
                  <a:moveTo>
                    <a:pt x="0" y="0"/>
                  </a:moveTo>
                  <a:lnTo>
                    <a:pt x="0" y="1016"/>
                  </a:lnTo>
                </a:path>
              </a:pathLst>
            </a:custGeom>
            <a:noFill/>
            <a:ln w="12700">
              <a:solidFill>
                <a:srgbClr val="33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48" name="Line 148">
              <a:extLst>
                <a:ext uri="{FF2B5EF4-FFF2-40B4-BE49-F238E27FC236}">
                  <a16:creationId xmlns:a16="http://schemas.microsoft.com/office/drawing/2014/main" id="{9EFDE041-4F95-553D-0043-2CA9292D6B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4" y="1392"/>
              <a:ext cx="0" cy="1056"/>
            </a:xfrm>
            <a:prstGeom prst="line">
              <a:avLst/>
            </a:prstGeom>
            <a:noFill/>
            <a:ln w="12700">
              <a:solidFill>
                <a:srgbClr val="33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49" name="Group 149">
            <a:extLst>
              <a:ext uri="{FF2B5EF4-FFF2-40B4-BE49-F238E27FC236}">
                <a16:creationId xmlns:a16="http://schemas.microsoft.com/office/drawing/2014/main" id="{81E1EFD4-7D72-030D-F0F2-C3717E006AFC}"/>
              </a:ext>
            </a:extLst>
          </p:cNvPr>
          <p:cNvGrpSpPr>
            <a:grpSpLocks/>
          </p:cNvGrpSpPr>
          <p:nvPr/>
        </p:nvGrpSpPr>
        <p:grpSpPr bwMode="auto">
          <a:xfrm>
            <a:off x="3264574" y="4060556"/>
            <a:ext cx="855662" cy="865187"/>
            <a:chOff x="565" y="2448"/>
            <a:chExt cx="539" cy="545"/>
          </a:xfrm>
        </p:grpSpPr>
        <p:sp>
          <p:nvSpPr>
            <p:cNvPr id="150" name="Line 150">
              <a:extLst>
                <a:ext uri="{FF2B5EF4-FFF2-40B4-BE49-F238E27FC236}">
                  <a16:creationId xmlns:a16="http://schemas.microsoft.com/office/drawing/2014/main" id="{7FF74F24-CC98-C57D-981E-7B530AC45A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4" y="2448"/>
              <a:ext cx="0" cy="528"/>
            </a:xfrm>
            <a:prstGeom prst="line">
              <a:avLst/>
            </a:prstGeom>
            <a:noFill/>
            <a:ln w="12700">
              <a:solidFill>
                <a:srgbClr val="333399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51" name="Freeform 151">
              <a:extLst>
                <a:ext uri="{FF2B5EF4-FFF2-40B4-BE49-F238E27FC236}">
                  <a16:creationId xmlns:a16="http://schemas.microsoft.com/office/drawing/2014/main" id="{DC9730AB-E890-B75B-2035-DA8228B6FB58}"/>
                </a:ext>
              </a:extLst>
            </p:cNvPr>
            <p:cNvSpPr>
              <a:spLocks/>
            </p:cNvSpPr>
            <p:nvPr/>
          </p:nvSpPr>
          <p:spPr bwMode="auto">
            <a:xfrm>
              <a:off x="565" y="2456"/>
              <a:ext cx="1" cy="537"/>
            </a:xfrm>
            <a:custGeom>
              <a:avLst/>
              <a:gdLst>
                <a:gd name="T0" fmla="*/ 0 w 1"/>
                <a:gd name="T1" fmla="*/ 0 h 537"/>
                <a:gd name="T2" fmla="*/ 0 w 1"/>
                <a:gd name="T3" fmla="*/ 537 h 537"/>
                <a:gd name="T4" fmla="*/ 0 60000 65536"/>
                <a:gd name="T5" fmla="*/ 0 60000 65536"/>
                <a:gd name="T6" fmla="*/ 0 w 1"/>
                <a:gd name="T7" fmla="*/ 0 h 537"/>
                <a:gd name="T8" fmla="*/ 1 w 1"/>
                <a:gd name="T9" fmla="*/ 537 h 53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37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w="12700">
              <a:solidFill>
                <a:srgbClr val="333399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52" name="Line 152">
            <a:extLst>
              <a:ext uri="{FF2B5EF4-FFF2-40B4-BE49-F238E27FC236}">
                <a16:creationId xmlns:a16="http://schemas.microsoft.com/office/drawing/2014/main" id="{AC1B9CC8-74A4-A57E-C5BD-76F29925DBA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139036" y="4060556"/>
            <a:ext cx="3581400" cy="0"/>
          </a:xfrm>
          <a:prstGeom prst="line">
            <a:avLst/>
          </a:prstGeom>
          <a:noFill/>
          <a:ln w="1905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153" name="Group 153">
            <a:extLst>
              <a:ext uri="{FF2B5EF4-FFF2-40B4-BE49-F238E27FC236}">
                <a16:creationId xmlns:a16="http://schemas.microsoft.com/office/drawing/2014/main" id="{7832F4DE-B3BF-8BDB-813D-38062C757C86}"/>
              </a:ext>
            </a:extLst>
          </p:cNvPr>
          <p:cNvGrpSpPr>
            <a:grpSpLocks/>
          </p:cNvGrpSpPr>
          <p:nvPr/>
        </p:nvGrpSpPr>
        <p:grpSpPr bwMode="auto">
          <a:xfrm>
            <a:off x="2291436" y="4060556"/>
            <a:ext cx="838200" cy="838200"/>
            <a:chOff x="576" y="2448"/>
            <a:chExt cx="528" cy="528"/>
          </a:xfrm>
        </p:grpSpPr>
        <p:sp>
          <p:nvSpPr>
            <p:cNvPr id="154" name="Line 154">
              <a:extLst>
                <a:ext uri="{FF2B5EF4-FFF2-40B4-BE49-F238E27FC236}">
                  <a16:creationId xmlns:a16="http://schemas.microsoft.com/office/drawing/2014/main" id="{A873E04F-ED40-D348-A4E2-38B6DF41AA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4" y="2448"/>
              <a:ext cx="0" cy="528"/>
            </a:xfrm>
            <a:prstGeom prst="line">
              <a:avLst/>
            </a:prstGeom>
            <a:noFill/>
            <a:ln w="12700">
              <a:solidFill>
                <a:srgbClr val="333399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55" name="Line 155">
              <a:extLst>
                <a:ext uri="{FF2B5EF4-FFF2-40B4-BE49-F238E27FC236}">
                  <a16:creationId xmlns:a16="http://schemas.microsoft.com/office/drawing/2014/main" id="{9C51B842-EBFA-0816-9872-E09BD2E87C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6" y="2448"/>
              <a:ext cx="0" cy="528"/>
            </a:xfrm>
            <a:prstGeom prst="line">
              <a:avLst/>
            </a:prstGeom>
            <a:noFill/>
            <a:ln w="12700">
              <a:solidFill>
                <a:srgbClr val="333399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pic>
        <p:nvPicPr>
          <p:cNvPr id="156" name="图片 155">
            <a:extLst>
              <a:ext uri="{FF2B5EF4-FFF2-40B4-BE49-F238E27FC236}">
                <a16:creationId xmlns:a16="http://schemas.microsoft.com/office/drawing/2014/main" id="{3BC57189-01DD-0A5A-0F36-19DB5CB24A1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129" t="31531" r="42308" b="20577"/>
          <a:stretch/>
        </p:blipFill>
        <p:spPr>
          <a:xfrm rot="5400000">
            <a:off x="4604699" y="5004769"/>
            <a:ext cx="2261381" cy="161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338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2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7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2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2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7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" grpId="0" animBg="1"/>
      <p:bldP spid="117" grpId="0" animBg="1"/>
      <p:bldP spid="130" grpId="0" animBg="1"/>
      <p:bldP spid="134" grpId="0" animBg="1"/>
      <p:bldP spid="135" grpId="0" animBg="1"/>
      <p:bldP spid="136" grpId="0" animBg="1"/>
      <p:bldP spid="137" grpId="0" animBg="1"/>
      <p:bldP spid="138" grpId="0" animBg="1"/>
      <p:bldP spid="139" grpId="0" animBg="1"/>
      <p:bldP spid="140" grpId="0" animBg="1"/>
      <p:bldP spid="141" grpId="0" animBg="1"/>
      <p:bldP spid="145" grpId="0" animBg="1"/>
      <p:bldP spid="152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516BA-7C59-0049-5932-46C55DA77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灯片编号占位符 3">
            <a:extLst>
              <a:ext uri="{FF2B5EF4-FFF2-40B4-BE49-F238E27FC236}">
                <a16:creationId xmlns:a16="http://schemas.microsoft.com/office/drawing/2014/main" id="{ABD4B867-E42B-BB89-11A5-9611D54D3330}"/>
              </a:ext>
            </a:extLst>
          </p:cNvPr>
          <p:cNvSpPr txBox="1">
            <a:spLocks/>
          </p:cNvSpPr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  <a:pPr/>
              <a:t>27</a:t>
            </a:fld>
            <a:endParaRPr lang="en-US" altLang="zh-CN" dirty="0"/>
          </a:p>
        </p:txBody>
      </p:sp>
      <p:sp>
        <p:nvSpPr>
          <p:cNvPr id="2" name="Oval 3">
            <a:extLst>
              <a:ext uri="{FF2B5EF4-FFF2-40B4-BE49-F238E27FC236}">
                <a16:creationId xmlns:a16="http://schemas.microsoft.com/office/drawing/2014/main" id="{123C0237-7D89-3020-91C6-5BB9D071B9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6899" y="1321757"/>
            <a:ext cx="2144713" cy="2133600"/>
          </a:xfrm>
          <a:prstGeom prst="ellips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Oval 7">
            <a:extLst>
              <a:ext uri="{FF2B5EF4-FFF2-40B4-BE49-F238E27FC236}">
                <a16:creationId xmlns:a16="http://schemas.microsoft.com/office/drawing/2014/main" id="{E9AFEE1B-1631-CFFE-AFC6-A009A22AF5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0599" y="1702757"/>
            <a:ext cx="1371600" cy="1370013"/>
          </a:xfrm>
          <a:prstGeom prst="ellips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Line 8">
            <a:extLst>
              <a:ext uri="{FF2B5EF4-FFF2-40B4-BE49-F238E27FC236}">
                <a16:creationId xmlns:a16="http://schemas.microsoft.com/office/drawing/2014/main" id="{4E4BBCCC-5CC2-FEFA-9046-017B24A5F86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134999" y="1321757"/>
            <a:ext cx="35814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Line 9">
            <a:extLst>
              <a:ext uri="{FF2B5EF4-FFF2-40B4-BE49-F238E27FC236}">
                <a16:creationId xmlns:a16="http://schemas.microsoft.com/office/drawing/2014/main" id="{4E80A68F-2250-9F15-ABBC-4B9BDF2933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134999" y="3455357"/>
            <a:ext cx="35814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Freeform 10">
            <a:extLst>
              <a:ext uri="{FF2B5EF4-FFF2-40B4-BE49-F238E27FC236}">
                <a16:creationId xmlns:a16="http://schemas.microsoft.com/office/drawing/2014/main" id="{68C4497C-124E-3656-D4D6-0D6C071F7866}"/>
              </a:ext>
            </a:extLst>
          </p:cNvPr>
          <p:cNvSpPr>
            <a:spLocks/>
          </p:cNvSpPr>
          <p:nvPr/>
        </p:nvSpPr>
        <p:spPr bwMode="auto">
          <a:xfrm>
            <a:off x="2134999" y="1321757"/>
            <a:ext cx="1588" cy="2154238"/>
          </a:xfrm>
          <a:custGeom>
            <a:avLst/>
            <a:gdLst>
              <a:gd name="T0" fmla="*/ 0 w 1"/>
              <a:gd name="T1" fmla="*/ 0 h 1357"/>
              <a:gd name="T2" fmla="*/ 0 w 1"/>
              <a:gd name="T3" fmla="*/ 2147483646 h 1357"/>
              <a:gd name="T4" fmla="*/ 0 60000 65536"/>
              <a:gd name="T5" fmla="*/ 0 60000 65536"/>
              <a:gd name="T6" fmla="*/ 0 w 1"/>
              <a:gd name="T7" fmla="*/ 0 h 1357"/>
              <a:gd name="T8" fmla="*/ 1 w 1"/>
              <a:gd name="T9" fmla="*/ 1357 h 1357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1357">
                <a:moveTo>
                  <a:pt x="0" y="0"/>
                </a:moveTo>
                <a:lnTo>
                  <a:pt x="0" y="1357"/>
                </a:lnTo>
              </a:path>
            </a:pathLst>
          </a:cu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Freeform 11">
            <a:extLst>
              <a:ext uri="{FF2B5EF4-FFF2-40B4-BE49-F238E27FC236}">
                <a16:creationId xmlns:a16="http://schemas.microsoft.com/office/drawing/2014/main" id="{B45295FE-CCC0-3801-B4B7-9D2C06C8A593}"/>
              </a:ext>
            </a:extLst>
          </p:cNvPr>
          <p:cNvSpPr>
            <a:spLocks/>
          </p:cNvSpPr>
          <p:nvPr/>
        </p:nvSpPr>
        <p:spPr bwMode="auto">
          <a:xfrm>
            <a:off x="2134999" y="1626557"/>
            <a:ext cx="2147888" cy="1588"/>
          </a:xfrm>
          <a:custGeom>
            <a:avLst/>
            <a:gdLst>
              <a:gd name="T0" fmla="*/ 0 w 1353"/>
              <a:gd name="T1" fmla="*/ 0 h 1"/>
              <a:gd name="T2" fmla="*/ 2147483646 w 1353"/>
              <a:gd name="T3" fmla="*/ 2147483646 h 1"/>
              <a:gd name="T4" fmla="*/ 0 60000 65536"/>
              <a:gd name="T5" fmla="*/ 0 60000 65536"/>
              <a:gd name="T6" fmla="*/ 0 w 1353"/>
              <a:gd name="T7" fmla="*/ 0 h 1"/>
              <a:gd name="T8" fmla="*/ 1353 w 1353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353" h="1">
                <a:moveTo>
                  <a:pt x="0" y="0"/>
                </a:moveTo>
                <a:lnTo>
                  <a:pt x="1353" y="1"/>
                </a:lnTo>
              </a:path>
            </a:pathLst>
          </a:cu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" name="Freeform 12">
            <a:extLst>
              <a:ext uri="{FF2B5EF4-FFF2-40B4-BE49-F238E27FC236}">
                <a16:creationId xmlns:a16="http://schemas.microsoft.com/office/drawing/2014/main" id="{0982696C-B369-AA2D-2E55-9BE34A1F59DB}"/>
              </a:ext>
            </a:extLst>
          </p:cNvPr>
          <p:cNvSpPr>
            <a:spLocks/>
          </p:cNvSpPr>
          <p:nvPr/>
        </p:nvSpPr>
        <p:spPr bwMode="auto">
          <a:xfrm>
            <a:off x="2134999" y="3150557"/>
            <a:ext cx="2147888" cy="1588"/>
          </a:xfrm>
          <a:custGeom>
            <a:avLst/>
            <a:gdLst>
              <a:gd name="T0" fmla="*/ 0 w 1353"/>
              <a:gd name="T1" fmla="*/ 0 h 1"/>
              <a:gd name="T2" fmla="*/ 2147483646 w 1353"/>
              <a:gd name="T3" fmla="*/ 2147483646 h 1"/>
              <a:gd name="T4" fmla="*/ 0 60000 65536"/>
              <a:gd name="T5" fmla="*/ 0 60000 65536"/>
              <a:gd name="T6" fmla="*/ 0 w 1353"/>
              <a:gd name="T7" fmla="*/ 0 h 1"/>
              <a:gd name="T8" fmla="*/ 1353 w 1353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353" h="1">
                <a:moveTo>
                  <a:pt x="0" y="0"/>
                </a:moveTo>
                <a:lnTo>
                  <a:pt x="1353" y="1"/>
                </a:lnTo>
              </a:path>
            </a:pathLst>
          </a:cu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" name="Freeform 13">
            <a:extLst>
              <a:ext uri="{FF2B5EF4-FFF2-40B4-BE49-F238E27FC236}">
                <a16:creationId xmlns:a16="http://schemas.microsoft.com/office/drawing/2014/main" id="{759E5C8E-A323-A673-E94D-58A4EAE5F100}"/>
              </a:ext>
            </a:extLst>
          </p:cNvPr>
          <p:cNvSpPr>
            <a:spLocks/>
          </p:cNvSpPr>
          <p:nvPr/>
        </p:nvSpPr>
        <p:spPr bwMode="auto">
          <a:xfrm>
            <a:off x="4268599" y="1626557"/>
            <a:ext cx="1588" cy="1538288"/>
          </a:xfrm>
          <a:custGeom>
            <a:avLst/>
            <a:gdLst>
              <a:gd name="T0" fmla="*/ 0 w 1"/>
              <a:gd name="T1" fmla="*/ 0 h 969"/>
              <a:gd name="T2" fmla="*/ 2147483646 w 1"/>
              <a:gd name="T3" fmla="*/ 2147483646 h 969"/>
              <a:gd name="T4" fmla="*/ 0 60000 65536"/>
              <a:gd name="T5" fmla="*/ 0 60000 65536"/>
              <a:gd name="T6" fmla="*/ 0 w 1"/>
              <a:gd name="T7" fmla="*/ 0 h 969"/>
              <a:gd name="T8" fmla="*/ 1 w 1"/>
              <a:gd name="T9" fmla="*/ 969 h 969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969">
                <a:moveTo>
                  <a:pt x="0" y="0"/>
                </a:moveTo>
                <a:lnTo>
                  <a:pt x="1" y="969"/>
                </a:lnTo>
              </a:path>
            </a:pathLst>
          </a:cu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" name="Oval 18">
            <a:extLst>
              <a:ext uri="{FF2B5EF4-FFF2-40B4-BE49-F238E27FC236}">
                <a16:creationId xmlns:a16="http://schemas.microsoft.com/office/drawing/2014/main" id="{AEC43FB8-C14E-0AFB-72D3-11DC82FA48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7399" y="1969457"/>
            <a:ext cx="838200" cy="838200"/>
          </a:xfrm>
          <a:prstGeom prst="ellips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1" name="Oval 20">
            <a:extLst>
              <a:ext uri="{FF2B5EF4-FFF2-40B4-BE49-F238E27FC236}">
                <a16:creationId xmlns:a16="http://schemas.microsoft.com/office/drawing/2014/main" id="{9CF4B257-80FF-A926-0535-51C2567508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7999" y="1982157"/>
            <a:ext cx="838200" cy="825500"/>
          </a:xfrm>
          <a:prstGeom prst="ellips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2" name="Freeform 21">
            <a:extLst>
              <a:ext uri="{FF2B5EF4-FFF2-40B4-BE49-F238E27FC236}">
                <a16:creationId xmlns:a16="http://schemas.microsoft.com/office/drawing/2014/main" id="{D77DCD5D-34C9-2FEB-8BA6-F037CF38DC02}"/>
              </a:ext>
            </a:extLst>
          </p:cNvPr>
          <p:cNvSpPr>
            <a:spLocks/>
          </p:cNvSpPr>
          <p:nvPr/>
        </p:nvSpPr>
        <p:spPr bwMode="auto">
          <a:xfrm>
            <a:off x="7545199" y="1321757"/>
            <a:ext cx="3175" cy="2154238"/>
          </a:xfrm>
          <a:custGeom>
            <a:avLst/>
            <a:gdLst>
              <a:gd name="T0" fmla="*/ 0 w 2"/>
              <a:gd name="T1" fmla="*/ 0 h 1357"/>
              <a:gd name="T2" fmla="*/ 2147483646 w 2"/>
              <a:gd name="T3" fmla="*/ 2147483646 h 1357"/>
              <a:gd name="T4" fmla="*/ 0 60000 65536"/>
              <a:gd name="T5" fmla="*/ 0 60000 65536"/>
              <a:gd name="T6" fmla="*/ 0 w 2"/>
              <a:gd name="T7" fmla="*/ 0 h 1357"/>
              <a:gd name="T8" fmla="*/ 2 w 2"/>
              <a:gd name="T9" fmla="*/ 1357 h 1357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" h="1357">
                <a:moveTo>
                  <a:pt x="0" y="0"/>
                </a:moveTo>
                <a:lnTo>
                  <a:pt x="2" y="1357"/>
                </a:lnTo>
              </a:path>
            </a:pathLst>
          </a:cu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3" name="Line 22">
            <a:extLst>
              <a:ext uri="{FF2B5EF4-FFF2-40B4-BE49-F238E27FC236}">
                <a16:creationId xmlns:a16="http://schemas.microsoft.com/office/drawing/2014/main" id="{62A83EB6-E333-D238-E548-1A71E40ECF14}"/>
              </a:ext>
            </a:extLst>
          </p:cNvPr>
          <p:cNvSpPr>
            <a:spLocks noChangeShapeType="1"/>
          </p:cNvSpPr>
          <p:nvPr/>
        </p:nvSpPr>
        <p:spPr bwMode="auto">
          <a:xfrm>
            <a:off x="8764399" y="1321757"/>
            <a:ext cx="0" cy="21336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4" name="Line 23">
            <a:extLst>
              <a:ext uri="{FF2B5EF4-FFF2-40B4-BE49-F238E27FC236}">
                <a16:creationId xmlns:a16="http://schemas.microsoft.com/office/drawing/2014/main" id="{4EA1DEC0-1BAB-40EC-AFD6-7E23FDB5B3E6}"/>
              </a:ext>
            </a:extLst>
          </p:cNvPr>
          <p:cNvSpPr>
            <a:spLocks noChangeShapeType="1"/>
          </p:cNvSpPr>
          <p:nvPr/>
        </p:nvSpPr>
        <p:spPr bwMode="auto">
          <a:xfrm>
            <a:off x="7545199" y="1321757"/>
            <a:ext cx="17526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5" name="Freeform 24">
            <a:extLst>
              <a:ext uri="{FF2B5EF4-FFF2-40B4-BE49-F238E27FC236}">
                <a16:creationId xmlns:a16="http://schemas.microsoft.com/office/drawing/2014/main" id="{CDBECB2C-FD68-3E98-FDAF-359144C636D4}"/>
              </a:ext>
            </a:extLst>
          </p:cNvPr>
          <p:cNvSpPr>
            <a:spLocks/>
          </p:cNvSpPr>
          <p:nvPr/>
        </p:nvSpPr>
        <p:spPr bwMode="auto">
          <a:xfrm>
            <a:off x="7545199" y="3453770"/>
            <a:ext cx="1770063" cy="1587"/>
          </a:xfrm>
          <a:custGeom>
            <a:avLst/>
            <a:gdLst>
              <a:gd name="T0" fmla="*/ 0 w 1115"/>
              <a:gd name="T1" fmla="*/ 2147483646 h 1"/>
              <a:gd name="T2" fmla="*/ 2147483646 w 1115"/>
              <a:gd name="T3" fmla="*/ 0 h 1"/>
              <a:gd name="T4" fmla="*/ 0 60000 65536"/>
              <a:gd name="T5" fmla="*/ 0 60000 65536"/>
              <a:gd name="T6" fmla="*/ 0 w 1115"/>
              <a:gd name="T7" fmla="*/ 0 h 1"/>
              <a:gd name="T8" fmla="*/ 1115 w 1115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115" h="1">
                <a:moveTo>
                  <a:pt x="0" y="1"/>
                </a:moveTo>
                <a:lnTo>
                  <a:pt x="1115" y="0"/>
                </a:lnTo>
              </a:path>
            </a:pathLst>
          </a:cu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7" name="Freeform 25">
            <a:extLst>
              <a:ext uri="{FF2B5EF4-FFF2-40B4-BE49-F238E27FC236}">
                <a16:creationId xmlns:a16="http://schemas.microsoft.com/office/drawing/2014/main" id="{4880E377-0D84-58D3-2CD3-428E5EFDAA7A}"/>
              </a:ext>
            </a:extLst>
          </p:cNvPr>
          <p:cNvSpPr>
            <a:spLocks/>
          </p:cNvSpPr>
          <p:nvPr/>
        </p:nvSpPr>
        <p:spPr bwMode="auto">
          <a:xfrm>
            <a:off x="9293037" y="1305882"/>
            <a:ext cx="1587" cy="576263"/>
          </a:xfrm>
          <a:custGeom>
            <a:avLst/>
            <a:gdLst>
              <a:gd name="T0" fmla="*/ 0 w 1"/>
              <a:gd name="T1" fmla="*/ 0 h 363"/>
              <a:gd name="T2" fmla="*/ 0 w 1"/>
              <a:gd name="T3" fmla="*/ 2147483646 h 363"/>
              <a:gd name="T4" fmla="*/ 0 60000 65536"/>
              <a:gd name="T5" fmla="*/ 0 60000 65536"/>
              <a:gd name="T6" fmla="*/ 0 w 1"/>
              <a:gd name="T7" fmla="*/ 0 h 363"/>
              <a:gd name="T8" fmla="*/ 1 w 1"/>
              <a:gd name="T9" fmla="*/ 363 h 363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363">
                <a:moveTo>
                  <a:pt x="0" y="0"/>
                </a:moveTo>
                <a:lnTo>
                  <a:pt x="0" y="363"/>
                </a:lnTo>
              </a:path>
            </a:pathLst>
          </a:cu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8" name="Freeform 26">
            <a:extLst>
              <a:ext uri="{FF2B5EF4-FFF2-40B4-BE49-F238E27FC236}">
                <a16:creationId xmlns:a16="http://schemas.microsoft.com/office/drawing/2014/main" id="{63FB1D1C-C361-DAC1-8083-66EDF00B4F8B}"/>
              </a:ext>
            </a:extLst>
          </p:cNvPr>
          <p:cNvSpPr>
            <a:spLocks/>
          </p:cNvSpPr>
          <p:nvPr/>
        </p:nvSpPr>
        <p:spPr bwMode="auto">
          <a:xfrm>
            <a:off x="9297799" y="1855157"/>
            <a:ext cx="468313" cy="4763"/>
          </a:xfrm>
          <a:custGeom>
            <a:avLst/>
            <a:gdLst>
              <a:gd name="T0" fmla="*/ 0 w 295"/>
              <a:gd name="T1" fmla="*/ 0 h 3"/>
              <a:gd name="T2" fmla="*/ 2147483646 w 295"/>
              <a:gd name="T3" fmla="*/ 2147483646 h 3"/>
              <a:gd name="T4" fmla="*/ 0 60000 65536"/>
              <a:gd name="T5" fmla="*/ 0 60000 65536"/>
              <a:gd name="T6" fmla="*/ 0 w 295"/>
              <a:gd name="T7" fmla="*/ 0 h 3"/>
              <a:gd name="T8" fmla="*/ 295 w 295"/>
              <a:gd name="T9" fmla="*/ 3 h 3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95" h="3">
                <a:moveTo>
                  <a:pt x="0" y="0"/>
                </a:moveTo>
                <a:lnTo>
                  <a:pt x="295" y="3"/>
                </a:lnTo>
              </a:path>
            </a:pathLst>
          </a:cu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9" name="Freeform 27">
            <a:extLst>
              <a:ext uri="{FF2B5EF4-FFF2-40B4-BE49-F238E27FC236}">
                <a16:creationId xmlns:a16="http://schemas.microsoft.com/office/drawing/2014/main" id="{56DE7EF1-8948-AB26-F6D9-0A03AF1BF5ED}"/>
              </a:ext>
            </a:extLst>
          </p:cNvPr>
          <p:cNvSpPr>
            <a:spLocks/>
          </p:cNvSpPr>
          <p:nvPr/>
        </p:nvSpPr>
        <p:spPr bwMode="auto">
          <a:xfrm>
            <a:off x="9753412" y="1855157"/>
            <a:ext cx="1587" cy="1077913"/>
          </a:xfrm>
          <a:custGeom>
            <a:avLst/>
            <a:gdLst>
              <a:gd name="T0" fmla="*/ 2147483646 w 1"/>
              <a:gd name="T1" fmla="*/ 0 h 679"/>
              <a:gd name="T2" fmla="*/ 0 w 1"/>
              <a:gd name="T3" fmla="*/ 2147483646 h 679"/>
              <a:gd name="T4" fmla="*/ 0 60000 65536"/>
              <a:gd name="T5" fmla="*/ 0 60000 65536"/>
              <a:gd name="T6" fmla="*/ 0 w 1"/>
              <a:gd name="T7" fmla="*/ 0 h 679"/>
              <a:gd name="T8" fmla="*/ 1 w 1"/>
              <a:gd name="T9" fmla="*/ 679 h 679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679">
                <a:moveTo>
                  <a:pt x="1" y="0"/>
                </a:moveTo>
                <a:lnTo>
                  <a:pt x="0" y="679"/>
                </a:lnTo>
              </a:path>
            </a:pathLst>
          </a:cu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0" name="Freeform 28">
            <a:extLst>
              <a:ext uri="{FF2B5EF4-FFF2-40B4-BE49-F238E27FC236}">
                <a16:creationId xmlns:a16="http://schemas.microsoft.com/office/drawing/2014/main" id="{0B5A437B-4043-2783-1AC3-9613ACACE41A}"/>
              </a:ext>
            </a:extLst>
          </p:cNvPr>
          <p:cNvSpPr>
            <a:spLocks/>
          </p:cNvSpPr>
          <p:nvPr/>
        </p:nvSpPr>
        <p:spPr bwMode="auto">
          <a:xfrm>
            <a:off x="9304149" y="2933070"/>
            <a:ext cx="1588" cy="520700"/>
          </a:xfrm>
          <a:custGeom>
            <a:avLst/>
            <a:gdLst>
              <a:gd name="T0" fmla="*/ 0 w 1"/>
              <a:gd name="T1" fmla="*/ 2147483646 h 328"/>
              <a:gd name="T2" fmla="*/ 0 w 1"/>
              <a:gd name="T3" fmla="*/ 0 h 328"/>
              <a:gd name="T4" fmla="*/ 0 60000 65536"/>
              <a:gd name="T5" fmla="*/ 0 60000 65536"/>
              <a:gd name="T6" fmla="*/ 0 w 1"/>
              <a:gd name="T7" fmla="*/ 0 h 328"/>
              <a:gd name="T8" fmla="*/ 1 w 1"/>
              <a:gd name="T9" fmla="*/ 328 h 328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328">
                <a:moveTo>
                  <a:pt x="0" y="328"/>
                </a:moveTo>
                <a:lnTo>
                  <a:pt x="0" y="0"/>
                </a:lnTo>
              </a:path>
            </a:pathLst>
          </a:cu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1" name="Freeform 29">
            <a:extLst>
              <a:ext uri="{FF2B5EF4-FFF2-40B4-BE49-F238E27FC236}">
                <a16:creationId xmlns:a16="http://schemas.microsoft.com/office/drawing/2014/main" id="{3ACD8BFF-C217-6361-5731-EC6A72B4EA3B}"/>
              </a:ext>
            </a:extLst>
          </p:cNvPr>
          <p:cNvSpPr>
            <a:spLocks/>
          </p:cNvSpPr>
          <p:nvPr/>
        </p:nvSpPr>
        <p:spPr bwMode="auto">
          <a:xfrm>
            <a:off x="9297799" y="2921957"/>
            <a:ext cx="468313" cy="1588"/>
          </a:xfrm>
          <a:custGeom>
            <a:avLst/>
            <a:gdLst>
              <a:gd name="T0" fmla="*/ 0 w 295"/>
              <a:gd name="T1" fmla="*/ 0 h 1"/>
              <a:gd name="T2" fmla="*/ 2147483646 w 295"/>
              <a:gd name="T3" fmla="*/ 0 h 1"/>
              <a:gd name="T4" fmla="*/ 0 60000 65536"/>
              <a:gd name="T5" fmla="*/ 0 60000 65536"/>
              <a:gd name="T6" fmla="*/ 0 w 295"/>
              <a:gd name="T7" fmla="*/ 0 h 1"/>
              <a:gd name="T8" fmla="*/ 295 w 295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95" h="1">
                <a:moveTo>
                  <a:pt x="0" y="0"/>
                </a:moveTo>
                <a:lnTo>
                  <a:pt x="295" y="0"/>
                </a:lnTo>
              </a:path>
            </a:pathLst>
          </a:cu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2" name="Line 30">
            <a:extLst>
              <a:ext uri="{FF2B5EF4-FFF2-40B4-BE49-F238E27FC236}">
                <a16:creationId xmlns:a16="http://schemas.microsoft.com/office/drawing/2014/main" id="{FC1D117D-4089-CD9D-D95C-008B5478CB52}"/>
              </a:ext>
            </a:extLst>
          </p:cNvPr>
          <p:cNvSpPr>
            <a:spLocks noChangeShapeType="1"/>
          </p:cNvSpPr>
          <p:nvPr/>
        </p:nvSpPr>
        <p:spPr bwMode="auto">
          <a:xfrm>
            <a:off x="7545199" y="1778957"/>
            <a:ext cx="17526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3" name="Line 31">
            <a:extLst>
              <a:ext uri="{FF2B5EF4-FFF2-40B4-BE49-F238E27FC236}">
                <a16:creationId xmlns:a16="http://schemas.microsoft.com/office/drawing/2014/main" id="{CBDC9E60-C950-E672-BA91-3FCBEFA3562E}"/>
              </a:ext>
            </a:extLst>
          </p:cNvPr>
          <p:cNvSpPr>
            <a:spLocks noChangeShapeType="1"/>
          </p:cNvSpPr>
          <p:nvPr/>
        </p:nvSpPr>
        <p:spPr bwMode="auto">
          <a:xfrm>
            <a:off x="7545199" y="2998157"/>
            <a:ext cx="17526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4" name="Line 32">
            <a:extLst>
              <a:ext uri="{FF2B5EF4-FFF2-40B4-BE49-F238E27FC236}">
                <a16:creationId xmlns:a16="http://schemas.microsoft.com/office/drawing/2014/main" id="{80115244-918C-30BD-B959-BA597BAF7E6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307199" y="1626557"/>
            <a:ext cx="4572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5" name="Line 33">
            <a:extLst>
              <a:ext uri="{FF2B5EF4-FFF2-40B4-BE49-F238E27FC236}">
                <a16:creationId xmlns:a16="http://schemas.microsoft.com/office/drawing/2014/main" id="{EF4E0677-3A4E-CA2C-7E19-17E445F0C21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307199" y="3150557"/>
            <a:ext cx="4572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6" name="Freeform 34">
            <a:extLst>
              <a:ext uri="{FF2B5EF4-FFF2-40B4-BE49-F238E27FC236}">
                <a16:creationId xmlns:a16="http://schemas.microsoft.com/office/drawing/2014/main" id="{F96C2C7F-906D-BFE5-4D87-17AFEB37326E}"/>
              </a:ext>
            </a:extLst>
          </p:cNvPr>
          <p:cNvSpPr>
            <a:spLocks/>
          </p:cNvSpPr>
          <p:nvPr/>
        </p:nvSpPr>
        <p:spPr bwMode="auto">
          <a:xfrm>
            <a:off x="8307199" y="1626557"/>
            <a:ext cx="3175" cy="1538288"/>
          </a:xfrm>
          <a:custGeom>
            <a:avLst/>
            <a:gdLst>
              <a:gd name="T0" fmla="*/ 0 w 2"/>
              <a:gd name="T1" fmla="*/ 0 h 969"/>
              <a:gd name="T2" fmla="*/ 2147483646 w 2"/>
              <a:gd name="T3" fmla="*/ 2147483646 h 969"/>
              <a:gd name="T4" fmla="*/ 0 60000 65536"/>
              <a:gd name="T5" fmla="*/ 0 60000 65536"/>
              <a:gd name="T6" fmla="*/ 0 w 2"/>
              <a:gd name="T7" fmla="*/ 0 h 969"/>
              <a:gd name="T8" fmla="*/ 2 w 2"/>
              <a:gd name="T9" fmla="*/ 969 h 969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" h="969">
                <a:moveTo>
                  <a:pt x="0" y="0"/>
                </a:moveTo>
                <a:lnTo>
                  <a:pt x="2" y="969"/>
                </a:lnTo>
              </a:path>
            </a:pathLst>
          </a:cu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7" name="Line 35">
            <a:extLst>
              <a:ext uri="{FF2B5EF4-FFF2-40B4-BE49-F238E27FC236}">
                <a16:creationId xmlns:a16="http://schemas.microsoft.com/office/drawing/2014/main" id="{CD34F1DD-64E3-D012-5812-B37E123122BD}"/>
              </a:ext>
            </a:extLst>
          </p:cNvPr>
          <p:cNvSpPr>
            <a:spLocks noChangeShapeType="1"/>
          </p:cNvSpPr>
          <p:nvPr/>
        </p:nvSpPr>
        <p:spPr bwMode="auto">
          <a:xfrm>
            <a:off x="7545199" y="2007557"/>
            <a:ext cx="7620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8" name="Line 36">
            <a:extLst>
              <a:ext uri="{FF2B5EF4-FFF2-40B4-BE49-F238E27FC236}">
                <a16:creationId xmlns:a16="http://schemas.microsoft.com/office/drawing/2014/main" id="{A89DF053-9527-6397-E81E-214C5FD630EA}"/>
              </a:ext>
            </a:extLst>
          </p:cNvPr>
          <p:cNvSpPr>
            <a:spLocks noChangeShapeType="1"/>
          </p:cNvSpPr>
          <p:nvPr/>
        </p:nvSpPr>
        <p:spPr bwMode="auto">
          <a:xfrm>
            <a:off x="7545199" y="2769557"/>
            <a:ext cx="7620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9" name="Rectangle 39">
            <a:extLst>
              <a:ext uri="{FF2B5EF4-FFF2-40B4-BE49-F238E27FC236}">
                <a16:creationId xmlns:a16="http://schemas.microsoft.com/office/drawing/2014/main" id="{D67578B6-683E-4898-94DB-059F12C5B849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649599" y="3988757"/>
            <a:ext cx="2133600" cy="2286000"/>
          </a:xfrm>
          <a:prstGeom prst="rect">
            <a:avLst/>
          </a:prstGeom>
          <a:noFill/>
          <a:ln w="381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0" name="Freeform 40">
            <a:extLst>
              <a:ext uri="{FF2B5EF4-FFF2-40B4-BE49-F238E27FC236}">
                <a16:creationId xmlns:a16="http://schemas.microsoft.com/office/drawing/2014/main" id="{D46BCE51-B807-D806-B659-3410D611A490}"/>
              </a:ext>
            </a:extLst>
          </p:cNvPr>
          <p:cNvSpPr>
            <a:spLocks/>
          </p:cNvSpPr>
          <p:nvPr/>
        </p:nvSpPr>
        <p:spPr bwMode="auto">
          <a:xfrm>
            <a:off x="4725799" y="5739770"/>
            <a:ext cx="1992313" cy="1587"/>
          </a:xfrm>
          <a:custGeom>
            <a:avLst/>
            <a:gdLst>
              <a:gd name="T0" fmla="*/ 0 w 1255"/>
              <a:gd name="T1" fmla="*/ 2147483646 h 1"/>
              <a:gd name="T2" fmla="*/ 2147483646 w 1255"/>
              <a:gd name="T3" fmla="*/ 0 h 1"/>
              <a:gd name="T4" fmla="*/ 0 60000 65536"/>
              <a:gd name="T5" fmla="*/ 0 60000 65536"/>
              <a:gd name="T6" fmla="*/ 0 w 1255"/>
              <a:gd name="T7" fmla="*/ 0 h 1"/>
              <a:gd name="T8" fmla="*/ 1255 w 1255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255" h="1">
                <a:moveTo>
                  <a:pt x="0" y="1"/>
                </a:moveTo>
                <a:lnTo>
                  <a:pt x="1255" y="0"/>
                </a:lnTo>
              </a:path>
            </a:pathLst>
          </a:cu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31" name="Group 41">
            <a:extLst>
              <a:ext uri="{FF2B5EF4-FFF2-40B4-BE49-F238E27FC236}">
                <a16:creationId xmlns:a16="http://schemas.microsoft.com/office/drawing/2014/main" id="{6C291562-C99E-6653-AC61-DF2EC85C63ED}"/>
              </a:ext>
            </a:extLst>
          </p:cNvPr>
          <p:cNvGrpSpPr>
            <a:grpSpLocks/>
          </p:cNvGrpSpPr>
          <p:nvPr/>
        </p:nvGrpSpPr>
        <p:grpSpPr bwMode="auto">
          <a:xfrm>
            <a:off x="4725799" y="5741357"/>
            <a:ext cx="1981200" cy="457200"/>
            <a:chOff x="2112" y="3504"/>
            <a:chExt cx="1248" cy="288"/>
          </a:xfrm>
        </p:grpSpPr>
        <p:sp>
          <p:nvSpPr>
            <p:cNvPr id="32" name="Line 42">
              <a:extLst>
                <a:ext uri="{FF2B5EF4-FFF2-40B4-BE49-F238E27FC236}">
                  <a16:creationId xmlns:a16="http://schemas.microsoft.com/office/drawing/2014/main" id="{591C32D1-609D-80C1-E0C9-D3524F90E2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2" y="3504"/>
              <a:ext cx="0" cy="28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3" name="Line 43">
              <a:extLst>
                <a:ext uri="{FF2B5EF4-FFF2-40B4-BE49-F238E27FC236}">
                  <a16:creationId xmlns:a16="http://schemas.microsoft.com/office/drawing/2014/main" id="{EE5C70B1-33C0-99FB-AA4F-711C866D4A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3504"/>
              <a:ext cx="0" cy="28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4" name="Group 44">
            <a:extLst>
              <a:ext uri="{FF2B5EF4-FFF2-40B4-BE49-F238E27FC236}">
                <a16:creationId xmlns:a16="http://schemas.microsoft.com/office/drawing/2014/main" id="{D1C22F23-0380-E3F1-5182-4BF9B00676AB}"/>
              </a:ext>
            </a:extLst>
          </p:cNvPr>
          <p:cNvGrpSpPr>
            <a:grpSpLocks/>
          </p:cNvGrpSpPr>
          <p:nvPr/>
        </p:nvGrpSpPr>
        <p:grpSpPr bwMode="auto">
          <a:xfrm>
            <a:off x="5030599" y="4064957"/>
            <a:ext cx="1371600" cy="2133600"/>
            <a:chOff x="2304" y="2448"/>
            <a:chExt cx="864" cy="1344"/>
          </a:xfrm>
        </p:grpSpPr>
        <p:sp>
          <p:nvSpPr>
            <p:cNvPr id="35" name="Line 45">
              <a:extLst>
                <a:ext uri="{FF2B5EF4-FFF2-40B4-BE49-F238E27FC236}">
                  <a16:creationId xmlns:a16="http://schemas.microsoft.com/office/drawing/2014/main" id="{39599326-0BC8-20CE-735F-79CE10B9DC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8" y="2448"/>
              <a:ext cx="0" cy="134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6" name="Line 46">
              <a:extLst>
                <a:ext uri="{FF2B5EF4-FFF2-40B4-BE49-F238E27FC236}">
                  <a16:creationId xmlns:a16="http://schemas.microsoft.com/office/drawing/2014/main" id="{E5831D24-8C14-1FF8-C65E-CDCF474EFD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4" y="2448"/>
              <a:ext cx="0" cy="134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38" name="Freeform 47">
            <a:extLst>
              <a:ext uri="{FF2B5EF4-FFF2-40B4-BE49-F238E27FC236}">
                <a16:creationId xmlns:a16="http://schemas.microsoft.com/office/drawing/2014/main" id="{8019E4ED-D33A-BD9A-1C36-A7BB992FD258}"/>
              </a:ext>
            </a:extLst>
          </p:cNvPr>
          <p:cNvSpPr>
            <a:spLocks/>
          </p:cNvSpPr>
          <p:nvPr/>
        </p:nvSpPr>
        <p:spPr bwMode="auto">
          <a:xfrm>
            <a:off x="5356037" y="6201732"/>
            <a:ext cx="727075" cy="1588"/>
          </a:xfrm>
          <a:custGeom>
            <a:avLst/>
            <a:gdLst>
              <a:gd name="T0" fmla="*/ 0 w 458"/>
              <a:gd name="T1" fmla="*/ 0 h 1"/>
              <a:gd name="T2" fmla="*/ 2147483646 w 458"/>
              <a:gd name="T3" fmla="*/ 0 h 1"/>
              <a:gd name="T4" fmla="*/ 0 60000 65536"/>
              <a:gd name="T5" fmla="*/ 0 60000 65536"/>
              <a:gd name="T6" fmla="*/ 0 w 458"/>
              <a:gd name="T7" fmla="*/ 0 h 1"/>
              <a:gd name="T8" fmla="*/ 458 w 458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458" h="1">
                <a:moveTo>
                  <a:pt x="0" y="0"/>
                </a:moveTo>
                <a:lnTo>
                  <a:pt x="458" y="0"/>
                </a:lnTo>
              </a:path>
            </a:pathLst>
          </a:custGeom>
          <a:solidFill>
            <a:srgbClr val="66FFFF"/>
          </a:solidFill>
          <a:ln w="7620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39" name="Group 48">
            <a:extLst>
              <a:ext uri="{FF2B5EF4-FFF2-40B4-BE49-F238E27FC236}">
                <a16:creationId xmlns:a16="http://schemas.microsoft.com/office/drawing/2014/main" id="{A5D40284-DA38-BA3C-6582-4174B92F23E8}"/>
              </a:ext>
            </a:extLst>
          </p:cNvPr>
          <p:cNvGrpSpPr>
            <a:grpSpLocks/>
          </p:cNvGrpSpPr>
          <p:nvPr/>
        </p:nvGrpSpPr>
        <p:grpSpPr bwMode="auto">
          <a:xfrm>
            <a:off x="5335399" y="5741357"/>
            <a:ext cx="762000" cy="457200"/>
            <a:chOff x="2496" y="3504"/>
            <a:chExt cx="480" cy="288"/>
          </a:xfrm>
        </p:grpSpPr>
        <p:sp>
          <p:nvSpPr>
            <p:cNvPr id="40" name="Line 49">
              <a:extLst>
                <a:ext uri="{FF2B5EF4-FFF2-40B4-BE49-F238E27FC236}">
                  <a16:creationId xmlns:a16="http://schemas.microsoft.com/office/drawing/2014/main" id="{38FDF146-911D-882E-D6DF-A167C876A2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6" y="3504"/>
              <a:ext cx="0" cy="28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1" name="Line 50">
              <a:extLst>
                <a:ext uri="{FF2B5EF4-FFF2-40B4-BE49-F238E27FC236}">
                  <a16:creationId xmlns:a16="http://schemas.microsoft.com/office/drawing/2014/main" id="{8D7C805E-33A6-A835-43EC-09A9B69A34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6" y="3504"/>
              <a:ext cx="0" cy="28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42" name="Line 51">
            <a:extLst>
              <a:ext uri="{FF2B5EF4-FFF2-40B4-BE49-F238E27FC236}">
                <a16:creationId xmlns:a16="http://schemas.microsoft.com/office/drawing/2014/main" id="{7D3D054D-7267-7EBE-E672-42848DD5C39B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3399" y="4064957"/>
            <a:ext cx="0" cy="1219200"/>
          </a:xfrm>
          <a:prstGeom prst="line">
            <a:avLst/>
          </a:prstGeom>
          <a:noFill/>
          <a:ln w="762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3" name="Line 52">
            <a:extLst>
              <a:ext uri="{FF2B5EF4-FFF2-40B4-BE49-F238E27FC236}">
                <a16:creationId xmlns:a16="http://schemas.microsoft.com/office/drawing/2014/main" id="{0210E261-A0A6-F6A2-CCD1-6B9A9534CA73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8599" y="4903157"/>
            <a:ext cx="0" cy="381000"/>
          </a:xfrm>
          <a:prstGeom prst="line">
            <a:avLst/>
          </a:prstGeom>
          <a:noFill/>
          <a:ln w="12700">
            <a:solidFill>
              <a:srgbClr val="000000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4" name="Line 53">
            <a:extLst>
              <a:ext uri="{FF2B5EF4-FFF2-40B4-BE49-F238E27FC236}">
                <a16:creationId xmlns:a16="http://schemas.microsoft.com/office/drawing/2014/main" id="{8898B678-93CB-BD89-C4D4-12A84970BF0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134999" y="4903157"/>
            <a:ext cx="21336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5" name="Freeform 55">
            <a:extLst>
              <a:ext uri="{FF2B5EF4-FFF2-40B4-BE49-F238E27FC236}">
                <a16:creationId xmlns:a16="http://schemas.microsoft.com/office/drawing/2014/main" id="{B58974F5-641A-CA1B-1B5F-7DAEDAA622D5}"/>
              </a:ext>
            </a:extLst>
          </p:cNvPr>
          <p:cNvSpPr>
            <a:spLocks/>
          </p:cNvSpPr>
          <p:nvPr/>
        </p:nvSpPr>
        <p:spPr bwMode="auto">
          <a:xfrm>
            <a:off x="2134999" y="4063370"/>
            <a:ext cx="1588" cy="1236662"/>
          </a:xfrm>
          <a:custGeom>
            <a:avLst/>
            <a:gdLst>
              <a:gd name="T0" fmla="*/ 2147483646 w 1"/>
              <a:gd name="T1" fmla="*/ 0 h 779"/>
              <a:gd name="T2" fmla="*/ 0 w 1"/>
              <a:gd name="T3" fmla="*/ 2147483646 h 779"/>
              <a:gd name="T4" fmla="*/ 0 60000 65536"/>
              <a:gd name="T5" fmla="*/ 0 60000 65536"/>
              <a:gd name="T6" fmla="*/ 0 w 1"/>
              <a:gd name="T7" fmla="*/ 0 h 779"/>
              <a:gd name="T8" fmla="*/ 1 w 1"/>
              <a:gd name="T9" fmla="*/ 779 h 779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779">
                <a:moveTo>
                  <a:pt x="1" y="0"/>
                </a:moveTo>
                <a:lnTo>
                  <a:pt x="0" y="779"/>
                </a:lnTo>
              </a:path>
            </a:pathLst>
          </a:cu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46" name="Group 57">
            <a:extLst>
              <a:ext uri="{FF2B5EF4-FFF2-40B4-BE49-F238E27FC236}">
                <a16:creationId xmlns:a16="http://schemas.microsoft.com/office/drawing/2014/main" id="{2A3D5B45-F540-583D-458C-89335C3764E8}"/>
              </a:ext>
            </a:extLst>
          </p:cNvPr>
          <p:cNvGrpSpPr>
            <a:grpSpLocks/>
          </p:cNvGrpSpPr>
          <p:nvPr/>
        </p:nvGrpSpPr>
        <p:grpSpPr bwMode="auto">
          <a:xfrm>
            <a:off x="3260537" y="4064957"/>
            <a:ext cx="855662" cy="865188"/>
            <a:chOff x="565" y="2448"/>
            <a:chExt cx="539" cy="545"/>
          </a:xfrm>
        </p:grpSpPr>
        <p:sp>
          <p:nvSpPr>
            <p:cNvPr id="47" name="Line 58">
              <a:extLst>
                <a:ext uri="{FF2B5EF4-FFF2-40B4-BE49-F238E27FC236}">
                  <a16:creationId xmlns:a16="http://schemas.microsoft.com/office/drawing/2014/main" id="{123810B8-4625-EF21-D8AD-CC663FB1F1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4" y="2448"/>
              <a:ext cx="0" cy="52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8" name="Freeform 59">
              <a:extLst>
                <a:ext uri="{FF2B5EF4-FFF2-40B4-BE49-F238E27FC236}">
                  <a16:creationId xmlns:a16="http://schemas.microsoft.com/office/drawing/2014/main" id="{3A112FEF-1596-30E9-82CD-86B2F1B7DCE2}"/>
                </a:ext>
              </a:extLst>
            </p:cNvPr>
            <p:cNvSpPr>
              <a:spLocks/>
            </p:cNvSpPr>
            <p:nvPr/>
          </p:nvSpPr>
          <p:spPr bwMode="auto">
            <a:xfrm>
              <a:off x="565" y="2456"/>
              <a:ext cx="1" cy="537"/>
            </a:xfrm>
            <a:custGeom>
              <a:avLst/>
              <a:gdLst>
                <a:gd name="T0" fmla="*/ 0 w 1"/>
                <a:gd name="T1" fmla="*/ 0 h 537"/>
                <a:gd name="T2" fmla="*/ 0 w 1"/>
                <a:gd name="T3" fmla="*/ 537 h 537"/>
                <a:gd name="T4" fmla="*/ 0 60000 65536"/>
                <a:gd name="T5" fmla="*/ 0 60000 65536"/>
                <a:gd name="T6" fmla="*/ 0 w 1"/>
                <a:gd name="T7" fmla="*/ 0 h 537"/>
                <a:gd name="T8" fmla="*/ 1 w 1"/>
                <a:gd name="T9" fmla="*/ 537 h 53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37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49" name="Line 60">
            <a:extLst>
              <a:ext uri="{FF2B5EF4-FFF2-40B4-BE49-F238E27FC236}">
                <a16:creationId xmlns:a16="http://schemas.microsoft.com/office/drawing/2014/main" id="{9A456C35-0849-2110-444B-C1286A1C402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134999" y="4064957"/>
            <a:ext cx="35814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50" name="Group 61">
            <a:extLst>
              <a:ext uri="{FF2B5EF4-FFF2-40B4-BE49-F238E27FC236}">
                <a16:creationId xmlns:a16="http://schemas.microsoft.com/office/drawing/2014/main" id="{89060382-C0E0-A762-9213-6C2A4F0A0B36}"/>
              </a:ext>
            </a:extLst>
          </p:cNvPr>
          <p:cNvGrpSpPr>
            <a:grpSpLocks/>
          </p:cNvGrpSpPr>
          <p:nvPr/>
        </p:nvGrpSpPr>
        <p:grpSpPr bwMode="auto">
          <a:xfrm>
            <a:off x="2287399" y="4064957"/>
            <a:ext cx="838200" cy="838200"/>
            <a:chOff x="576" y="2448"/>
            <a:chExt cx="528" cy="528"/>
          </a:xfrm>
        </p:grpSpPr>
        <p:sp>
          <p:nvSpPr>
            <p:cNvPr id="51" name="Line 62">
              <a:extLst>
                <a:ext uri="{FF2B5EF4-FFF2-40B4-BE49-F238E27FC236}">
                  <a16:creationId xmlns:a16="http://schemas.microsoft.com/office/drawing/2014/main" id="{1B1567CD-E8C8-F34E-1000-A93A56BD0A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4" y="2448"/>
              <a:ext cx="0" cy="52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2" name="Line 63">
              <a:extLst>
                <a:ext uri="{FF2B5EF4-FFF2-40B4-BE49-F238E27FC236}">
                  <a16:creationId xmlns:a16="http://schemas.microsoft.com/office/drawing/2014/main" id="{3CA1E26B-427A-4362-6FB5-95CB8ECBA3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6" y="2448"/>
              <a:ext cx="0" cy="52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53" name="Line 64">
            <a:extLst>
              <a:ext uri="{FF2B5EF4-FFF2-40B4-BE49-F238E27FC236}">
                <a16:creationId xmlns:a16="http://schemas.microsoft.com/office/drawing/2014/main" id="{6ED33220-2320-DCFB-A83D-C08BC49A9D84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4999" y="5284157"/>
            <a:ext cx="35814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4" name="Line 134">
            <a:extLst>
              <a:ext uri="{FF2B5EF4-FFF2-40B4-BE49-F238E27FC236}">
                <a16:creationId xmlns:a16="http://schemas.microsoft.com/office/drawing/2014/main" id="{7CDF3409-D133-28E3-C218-86A7B2B309E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76599" y="1855157"/>
            <a:ext cx="5334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5" name="Line 135">
            <a:extLst>
              <a:ext uri="{FF2B5EF4-FFF2-40B4-BE49-F238E27FC236}">
                <a16:creationId xmlns:a16="http://schemas.microsoft.com/office/drawing/2014/main" id="{FC5918C4-35BB-FB01-4DE6-3B548560848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33912" y="2921957"/>
            <a:ext cx="5334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6" name="Line 137">
            <a:extLst>
              <a:ext uri="{FF2B5EF4-FFF2-40B4-BE49-F238E27FC236}">
                <a16:creationId xmlns:a16="http://schemas.microsoft.com/office/drawing/2014/main" id="{BEF82F60-161D-FDA8-DD08-A197B260D96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21212" y="1855157"/>
            <a:ext cx="5334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7" name="Line 138">
            <a:extLst>
              <a:ext uri="{FF2B5EF4-FFF2-40B4-BE49-F238E27FC236}">
                <a16:creationId xmlns:a16="http://schemas.microsoft.com/office/drawing/2014/main" id="{94737371-E4A4-0EF4-B365-73C7EFEF28C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63899" y="2920370"/>
            <a:ext cx="5334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pic>
        <p:nvPicPr>
          <p:cNvPr id="58" name="图片 57">
            <a:extLst>
              <a:ext uri="{FF2B5EF4-FFF2-40B4-BE49-F238E27FC236}">
                <a16:creationId xmlns:a16="http://schemas.microsoft.com/office/drawing/2014/main" id="{7E8795E7-79DC-3E8A-A862-2078CC1946C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129" t="31531" r="40866" b="23394"/>
          <a:stretch/>
        </p:blipFill>
        <p:spPr>
          <a:xfrm rot="5400000">
            <a:off x="4554123" y="2308052"/>
            <a:ext cx="2371724" cy="152400"/>
          </a:xfrm>
          <a:prstGeom prst="rect">
            <a:avLst/>
          </a:prstGeom>
        </p:spPr>
      </p:pic>
      <p:pic>
        <p:nvPicPr>
          <p:cNvPr id="59" name="图片 58">
            <a:extLst>
              <a:ext uri="{FF2B5EF4-FFF2-40B4-BE49-F238E27FC236}">
                <a16:creationId xmlns:a16="http://schemas.microsoft.com/office/drawing/2014/main" id="{D9A51C36-269D-697C-B3F0-7D038AA0334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449" t="11086" r="41545" b="-1234"/>
          <a:stretch/>
        </p:blipFill>
        <p:spPr>
          <a:xfrm rot="5400000">
            <a:off x="3192048" y="2241375"/>
            <a:ext cx="1019173" cy="304800"/>
          </a:xfrm>
          <a:prstGeom prst="rect">
            <a:avLst/>
          </a:prstGeom>
        </p:spPr>
      </p:pic>
      <p:pic>
        <p:nvPicPr>
          <p:cNvPr id="60" name="图片 59">
            <a:extLst>
              <a:ext uri="{FF2B5EF4-FFF2-40B4-BE49-F238E27FC236}">
                <a16:creationId xmlns:a16="http://schemas.microsoft.com/office/drawing/2014/main" id="{5412C5BD-9A7D-A538-4932-62081CFE86C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006" t="32916" r="17294" b="5079"/>
          <a:stretch/>
        </p:blipFill>
        <p:spPr>
          <a:xfrm>
            <a:off x="7391211" y="2303189"/>
            <a:ext cx="2473099" cy="209646"/>
          </a:xfrm>
          <a:prstGeom prst="rect">
            <a:avLst/>
          </a:prstGeom>
        </p:spPr>
      </p:pic>
      <p:pic>
        <p:nvPicPr>
          <p:cNvPr id="61" name="图片 60">
            <a:extLst>
              <a:ext uri="{FF2B5EF4-FFF2-40B4-BE49-F238E27FC236}">
                <a16:creationId xmlns:a16="http://schemas.microsoft.com/office/drawing/2014/main" id="{F8B303C2-F15D-EA9E-3B5B-6C1B106AD5F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89" t="16042" r="9705" b="10715"/>
          <a:stretch/>
        </p:blipFill>
        <p:spPr>
          <a:xfrm>
            <a:off x="2025235" y="2246135"/>
            <a:ext cx="4857750" cy="247650"/>
          </a:xfrm>
          <a:prstGeom prst="rect">
            <a:avLst/>
          </a:prstGeom>
        </p:spPr>
      </p:pic>
      <p:pic>
        <p:nvPicPr>
          <p:cNvPr id="62" name="图片 61">
            <a:extLst>
              <a:ext uri="{FF2B5EF4-FFF2-40B4-BE49-F238E27FC236}">
                <a16:creationId xmlns:a16="http://schemas.microsoft.com/office/drawing/2014/main" id="{A3E843AB-56A8-D769-DB2D-1E215F351B8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449" t="11086" r="41545" b="-1234"/>
          <a:stretch/>
        </p:blipFill>
        <p:spPr>
          <a:xfrm rot="5400000">
            <a:off x="2200086" y="2241376"/>
            <a:ext cx="1019173" cy="304800"/>
          </a:xfrm>
          <a:prstGeom prst="rect">
            <a:avLst/>
          </a:prstGeom>
        </p:spPr>
      </p:pic>
      <p:pic>
        <p:nvPicPr>
          <p:cNvPr id="63" name="图片 62">
            <a:extLst>
              <a:ext uri="{FF2B5EF4-FFF2-40B4-BE49-F238E27FC236}">
                <a16:creationId xmlns:a16="http://schemas.microsoft.com/office/drawing/2014/main" id="{E9BC6163-FD4E-DDE6-0CF1-EB0BBC83815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129" t="31531" r="42308" b="20577"/>
          <a:stretch/>
        </p:blipFill>
        <p:spPr>
          <a:xfrm rot="5400000">
            <a:off x="4604532" y="5006407"/>
            <a:ext cx="2261381" cy="161925"/>
          </a:xfrm>
          <a:prstGeom prst="rect">
            <a:avLst/>
          </a:prstGeom>
        </p:spPr>
      </p:pic>
      <p:pic>
        <p:nvPicPr>
          <p:cNvPr id="64" name="图片 63">
            <a:extLst>
              <a:ext uri="{FF2B5EF4-FFF2-40B4-BE49-F238E27FC236}">
                <a16:creationId xmlns:a16="http://schemas.microsoft.com/office/drawing/2014/main" id="{214288C9-6D19-53E1-77AB-6FC5094357C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449" t="11086" r="41545" b="-1234"/>
          <a:stretch/>
        </p:blipFill>
        <p:spPr>
          <a:xfrm rot="5400000">
            <a:off x="3192048" y="4340391"/>
            <a:ext cx="1019173" cy="304800"/>
          </a:xfrm>
          <a:prstGeom prst="rect">
            <a:avLst/>
          </a:prstGeom>
        </p:spPr>
      </p:pic>
      <p:pic>
        <p:nvPicPr>
          <p:cNvPr id="65" name="图片 64">
            <a:extLst>
              <a:ext uri="{FF2B5EF4-FFF2-40B4-BE49-F238E27FC236}">
                <a16:creationId xmlns:a16="http://schemas.microsoft.com/office/drawing/2014/main" id="{F15E244D-ABAE-88AE-E913-CACB58E780B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449" t="11086" r="41545" b="-1234"/>
          <a:stretch/>
        </p:blipFill>
        <p:spPr>
          <a:xfrm rot="5400000">
            <a:off x="2200086" y="4340392"/>
            <a:ext cx="1019173" cy="304800"/>
          </a:xfrm>
          <a:prstGeom prst="rect">
            <a:avLst/>
          </a:prstGeom>
        </p:spPr>
      </p:pic>
      <p:grpSp>
        <p:nvGrpSpPr>
          <p:cNvPr id="66" name="Group 2">
            <a:extLst>
              <a:ext uri="{FF2B5EF4-FFF2-40B4-BE49-F238E27FC236}">
                <a16:creationId xmlns:a16="http://schemas.microsoft.com/office/drawing/2014/main" id="{E6A753E9-FE0C-59F9-D9AE-7006EE240086}"/>
              </a:ext>
            </a:extLst>
          </p:cNvPr>
          <p:cNvGrpSpPr>
            <a:grpSpLocks/>
          </p:cNvGrpSpPr>
          <p:nvPr/>
        </p:nvGrpSpPr>
        <p:grpSpPr bwMode="auto">
          <a:xfrm>
            <a:off x="7328407" y="4138394"/>
            <a:ext cx="2944812" cy="1808162"/>
            <a:chOff x="2490" y="2538"/>
            <a:chExt cx="2385" cy="1279"/>
          </a:xfrm>
        </p:grpSpPr>
        <p:sp>
          <p:nvSpPr>
            <p:cNvPr id="67" name="Freeform 3">
              <a:extLst>
                <a:ext uri="{FF2B5EF4-FFF2-40B4-BE49-F238E27FC236}">
                  <a16:creationId xmlns:a16="http://schemas.microsoft.com/office/drawing/2014/main" id="{64F3A03F-110F-FAB2-978C-56776F4CCF1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1" y="2757"/>
              <a:ext cx="1330" cy="421"/>
            </a:xfrm>
            <a:custGeom>
              <a:avLst/>
              <a:gdLst>
                <a:gd name="T0" fmla="*/ 0 w 1330"/>
                <a:gd name="T1" fmla="*/ 7 h 421"/>
                <a:gd name="T2" fmla="*/ 1330 w 1330"/>
                <a:gd name="T3" fmla="*/ 0 h 421"/>
                <a:gd name="T4" fmla="*/ 1105 w 1330"/>
                <a:gd name="T5" fmla="*/ 225 h 421"/>
                <a:gd name="T6" fmla="*/ 1069 w 1330"/>
                <a:gd name="T7" fmla="*/ 261 h 421"/>
                <a:gd name="T8" fmla="*/ 1018 w 1330"/>
                <a:gd name="T9" fmla="*/ 341 h 421"/>
                <a:gd name="T10" fmla="*/ 930 w 1330"/>
                <a:gd name="T11" fmla="*/ 421 h 421"/>
                <a:gd name="T12" fmla="*/ 923 w 1330"/>
                <a:gd name="T13" fmla="*/ 130 h 421"/>
                <a:gd name="T14" fmla="*/ 0 w 1330"/>
                <a:gd name="T15" fmla="*/ 138 h 421"/>
                <a:gd name="T16" fmla="*/ 0 w 1330"/>
                <a:gd name="T17" fmla="*/ 7 h 42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330"/>
                <a:gd name="T28" fmla="*/ 0 h 421"/>
                <a:gd name="T29" fmla="*/ 1330 w 1330"/>
                <a:gd name="T30" fmla="*/ 421 h 42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330" h="421">
                  <a:moveTo>
                    <a:pt x="0" y="7"/>
                  </a:moveTo>
                  <a:lnTo>
                    <a:pt x="1330" y="0"/>
                  </a:lnTo>
                  <a:lnTo>
                    <a:pt x="1105" y="225"/>
                  </a:lnTo>
                  <a:lnTo>
                    <a:pt x="1069" y="261"/>
                  </a:lnTo>
                  <a:lnTo>
                    <a:pt x="1018" y="341"/>
                  </a:lnTo>
                  <a:lnTo>
                    <a:pt x="930" y="421"/>
                  </a:lnTo>
                  <a:lnTo>
                    <a:pt x="923" y="130"/>
                  </a:lnTo>
                  <a:lnTo>
                    <a:pt x="0" y="138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336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8" name="Line 4">
              <a:extLst>
                <a:ext uri="{FF2B5EF4-FFF2-40B4-BE49-F238E27FC236}">
                  <a16:creationId xmlns:a16="http://schemas.microsoft.com/office/drawing/2014/main" id="{9403BC89-15ED-3091-514E-0637723108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03" y="2760"/>
              <a:ext cx="0" cy="96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9" name="Freeform 5">
              <a:extLst>
                <a:ext uri="{FF2B5EF4-FFF2-40B4-BE49-F238E27FC236}">
                  <a16:creationId xmlns:a16="http://schemas.microsoft.com/office/drawing/2014/main" id="{AAC8D716-B709-1B40-D5FB-74368CC7C30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8" y="3578"/>
              <a:ext cx="1142" cy="146"/>
            </a:xfrm>
            <a:custGeom>
              <a:avLst/>
              <a:gdLst>
                <a:gd name="T0" fmla="*/ 0 w 1142"/>
                <a:gd name="T1" fmla="*/ 8 h 146"/>
                <a:gd name="T2" fmla="*/ 0 w 1142"/>
                <a:gd name="T3" fmla="*/ 146 h 146"/>
                <a:gd name="T4" fmla="*/ 1142 w 1142"/>
                <a:gd name="T5" fmla="*/ 146 h 146"/>
                <a:gd name="T6" fmla="*/ 1098 w 1142"/>
                <a:gd name="T7" fmla="*/ 110 h 146"/>
                <a:gd name="T8" fmla="*/ 865 w 1142"/>
                <a:gd name="T9" fmla="*/ 110 h 146"/>
                <a:gd name="T10" fmla="*/ 843 w 1142"/>
                <a:gd name="T11" fmla="*/ 66 h 146"/>
                <a:gd name="T12" fmla="*/ 814 w 1142"/>
                <a:gd name="T13" fmla="*/ 0 h 146"/>
                <a:gd name="T14" fmla="*/ 0 w 1142"/>
                <a:gd name="T15" fmla="*/ 8 h 14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142"/>
                <a:gd name="T25" fmla="*/ 0 h 146"/>
                <a:gd name="T26" fmla="*/ 1142 w 1142"/>
                <a:gd name="T27" fmla="*/ 146 h 14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142" h="146">
                  <a:moveTo>
                    <a:pt x="0" y="8"/>
                  </a:moveTo>
                  <a:lnTo>
                    <a:pt x="0" y="146"/>
                  </a:lnTo>
                  <a:lnTo>
                    <a:pt x="1142" y="146"/>
                  </a:lnTo>
                  <a:lnTo>
                    <a:pt x="1098" y="110"/>
                  </a:lnTo>
                  <a:lnTo>
                    <a:pt x="865" y="110"/>
                  </a:lnTo>
                  <a:lnTo>
                    <a:pt x="843" y="66"/>
                  </a:lnTo>
                  <a:lnTo>
                    <a:pt x="814" y="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336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0" name="Freeform 6">
              <a:extLst>
                <a:ext uri="{FF2B5EF4-FFF2-40B4-BE49-F238E27FC236}">
                  <a16:creationId xmlns:a16="http://schemas.microsoft.com/office/drawing/2014/main" id="{77A70F54-AE43-E721-D26E-C9766631F3F4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4" y="2817"/>
              <a:ext cx="727" cy="900"/>
            </a:xfrm>
            <a:custGeom>
              <a:avLst/>
              <a:gdLst>
                <a:gd name="T0" fmla="*/ 265 w 727"/>
                <a:gd name="T1" fmla="*/ 0 h 900"/>
                <a:gd name="T2" fmla="*/ 146 w 727"/>
                <a:gd name="T3" fmla="*/ 92 h 900"/>
                <a:gd name="T4" fmla="*/ 80 w 727"/>
                <a:gd name="T5" fmla="*/ 158 h 900"/>
                <a:gd name="T6" fmla="*/ 44 w 727"/>
                <a:gd name="T7" fmla="*/ 221 h 900"/>
                <a:gd name="T8" fmla="*/ 0 w 727"/>
                <a:gd name="T9" fmla="*/ 383 h 900"/>
                <a:gd name="T10" fmla="*/ 7 w 727"/>
                <a:gd name="T11" fmla="*/ 492 h 900"/>
                <a:gd name="T12" fmla="*/ 29 w 727"/>
                <a:gd name="T13" fmla="*/ 609 h 900"/>
                <a:gd name="T14" fmla="*/ 80 w 727"/>
                <a:gd name="T15" fmla="*/ 667 h 900"/>
                <a:gd name="T16" fmla="*/ 153 w 727"/>
                <a:gd name="T17" fmla="*/ 740 h 900"/>
                <a:gd name="T18" fmla="*/ 218 w 727"/>
                <a:gd name="T19" fmla="*/ 805 h 900"/>
                <a:gd name="T20" fmla="*/ 320 w 727"/>
                <a:gd name="T21" fmla="*/ 849 h 900"/>
                <a:gd name="T22" fmla="*/ 437 w 727"/>
                <a:gd name="T23" fmla="*/ 885 h 900"/>
                <a:gd name="T24" fmla="*/ 531 w 727"/>
                <a:gd name="T25" fmla="*/ 900 h 900"/>
                <a:gd name="T26" fmla="*/ 727 w 727"/>
                <a:gd name="T27" fmla="*/ 704 h 900"/>
                <a:gd name="T28" fmla="*/ 626 w 727"/>
                <a:gd name="T29" fmla="*/ 689 h 900"/>
                <a:gd name="T30" fmla="*/ 546 w 727"/>
                <a:gd name="T31" fmla="*/ 667 h 900"/>
                <a:gd name="T32" fmla="*/ 451 w 727"/>
                <a:gd name="T33" fmla="*/ 638 h 900"/>
                <a:gd name="T34" fmla="*/ 393 w 727"/>
                <a:gd name="T35" fmla="*/ 587 h 900"/>
                <a:gd name="T36" fmla="*/ 306 w 727"/>
                <a:gd name="T37" fmla="*/ 521 h 900"/>
                <a:gd name="T38" fmla="*/ 277 w 727"/>
                <a:gd name="T39" fmla="*/ 471 h 900"/>
                <a:gd name="T40" fmla="*/ 236 w 727"/>
                <a:gd name="T41" fmla="*/ 385 h 900"/>
                <a:gd name="T42" fmla="*/ 207 w 727"/>
                <a:gd name="T43" fmla="*/ 312 h 900"/>
                <a:gd name="T44" fmla="*/ 207 w 727"/>
                <a:gd name="T45" fmla="*/ 211 h 900"/>
                <a:gd name="T46" fmla="*/ 218 w 727"/>
                <a:gd name="T47" fmla="*/ 107 h 900"/>
                <a:gd name="T48" fmla="*/ 265 w 727"/>
                <a:gd name="T49" fmla="*/ 0 h 900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727"/>
                <a:gd name="T76" fmla="*/ 0 h 900"/>
                <a:gd name="T77" fmla="*/ 727 w 727"/>
                <a:gd name="T78" fmla="*/ 900 h 900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727" h="900">
                  <a:moveTo>
                    <a:pt x="265" y="0"/>
                  </a:moveTo>
                  <a:lnTo>
                    <a:pt x="146" y="92"/>
                  </a:lnTo>
                  <a:lnTo>
                    <a:pt x="80" y="158"/>
                  </a:lnTo>
                  <a:lnTo>
                    <a:pt x="44" y="221"/>
                  </a:lnTo>
                  <a:lnTo>
                    <a:pt x="0" y="383"/>
                  </a:lnTo>
                  <a:lnTo>
                    <a:pt x="7" y="492"/>
                  </a:lnTo>
                  <a:lnTo>
                    <a:pt x="29" y="609"/>
                  </a:lnTo>
                  <a:lnTo>
                    <a:pt x="80" y="667"/>
                  </a:lnTo>
                  <a:lnTo>
                    <a:pt x="153" y="740"/>
                  </a:lnTo>
                  <a:lnTo>
                    <a:pt x="218" y="805"/>
                  </a:lnTo>
                  <a:lnTo>
                    <a:pt x="320" y="849"/>
                  </a:lnTo>
                  <a:lnTo>
                    <a:pt x="437" y="885"/>
                  </a:lnTo>
                  <a:lnTo>
                    <a:pt x="531" y="900"/>
                  </a:lnTo>
                  <a:lnTo>
                    <a:pt x="727" y="704"/>
                  </a:lnTo>
                  <a:lnTo>
                    <a:pt x="626" y="689"/>
                  </a:lnTo>
                  <a:lnTo>
                    <a:pt x="546" y="667"/>
                  </a:lnTo>
                  <a:lnTo>
                    <a:pt x="451" y="638"/>
                  </a:lnTo>
                  <a:lnTo>
                    <a:pt x="393" y="587"/>
                  </a:lnTo>
                  <a:lnTo>
                    <a:pt x="306" y="521"/>
                  </a:lnTo>
                  <a:lnTo>
                    <a:pt x="277" y="471"/>
                  </a:lnTo>
                  <a:lnTo>
                    <a:pt x="236" y="385"/>
                  </a:lnTo>
                  <a:lnTo>
                    <a:pt x="207" y="312"/>
                  </a:lnTo>
                  <a:lnTo>
                    <a:pt x="207" y="211"/>
                  </a:lnTo>
                  <a:lnTo>
                    <a:pt x="218" y="107"/>
                  </a:lnTo>
                  <a:lnTo>
                    <a:pt x="265" y="0"/>
                  </a:lnTo>
                  <a:close/>
                </a:path>
              </a:pathLst>
            </a:custGeom>
            <a:gradFill rotWithShape="0">
              <a:gsLst>
                <a:gs pos="0">
                  <a:srgbClr val="182F76"/>
                </a:gs>
                <a:gs pos="100000">
                  <a:srgbClr val="3366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1" name="Line 7">
              <a:extLst>
                <a:ext uri="{FF2B5EF4-FFF2-40B4-BE49-F238E27FC236}">
                  <a16:creationId xmlns:a16="http://schemas.microsoft.com/office/drawing/2014/main" id="{2E6E88C0-C428-4BF4-CC40-39312048CC4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85" y="2569"/>
              <a:ext cx="204" cy="20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2" name="Freeform 8">
              <a:extLst>
                <a:ext uri="{FF2B5EF4-FFF2-40B4-BE49-F238E27FC236}">
                  <a16:creationId xmlns:a16="http://schemas.microsoft.com/office/drawing/2014/main" id="{83D67E9B-477D-74A1-2091-8114DE4A6715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7" y="3527"/>
              <a:ext cx="194" cy="193"/>
            </a:xfrm>
            <a:custGeom>
              <a:avLst/>
              <a:gdLst>
                <a:gd name="T0" fmla="*/ 194 w 194"/>
                <a:gd name="T1" fmla="*/ 0 h 193"/>
                <a:gd name="T2" fmla="*/ 0 w 194"/>
                <a:gd name="T3" fmla="*/ 193 h 193"/>
                <a:gd name="T4" fmla="*/ 0 60000 65536"/>
                <a:gd name="T5" fmla="*/ 0 60000 65536"/>
                <a:gd name="T6" fmla="*/ 0 w 194"/>
                <a:gd name="T7" fmla="*/ 0 h 193"/>
                <a:gd name="T8" fmla="*/ 194 w 194"/>
                <a:gd name="T9" fmla="*/ 193 h 193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94" h="193">
                  <a:moveTo>
                    <a:pt x="194" y="0"/>
                  </a:moveTo>
                  <a:lnTo>
                    <a:pt x="0" y="193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3" name="Arc 9">
              <a:extLst>
                <a:ext uri="{FF2B5EF4-FFF2-40B4-BE49-F238E27FC236}">
                  <a16:creationId xmlns:a16="http://schemas.microsoft.com/office/drawing/2014/main" id="{E3A887A0-8209-30C4-10CE-F1B5DC852CF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655" y="2758"/>
              <a:ext cx="547" cy="956"/>
            </a:xfrm>
            <a:custGeom>
              <a:avLst/>
              <a:gdLst>
                <a:gd name="T0" fmla="*/ 0 w 21600"/>
                <a:gd name="T1" fmla="*/ 0 h 43199"/>
                <a:gd name="T2" fmla="*/ 0 w 21600"/>
                <a:gd name="T3" fmla="*/ 0 h 43199"/>
                <a:gd name="T4" fmla="*/ 0 w 21600"/>
                <a:gd name="T5" fmla="*/ 0 h 43199"/>
                <a:gd name="T6" fmla="*/ 0 60000 65536"/>
                <a:gd name="T7" fmla="*/ 0 60000 65536"/>
                <a:gd name="T8" fmla="*/ 0 60000 65536"/>
                <a:gd name="T9" fmla="*/ 0 w 21600"/>
                <a:gd name="T10" fmla="*/ 0 h 43199"/>
                <a:gd name="T11" fmla="*/ 21600 w 21600"/>
                <a:gd name="T12" fmla="*/ 43199 h 4319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3199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462"/>
                    <a:pt x="12033" y="43104"/>
                    <a:pt x="172" y="43199"/>
                  </a:cubicBezTo>
                </a:path>
                <a:path w="21600" h="43199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462"/>
                    <a:pt x="12033" y="43104"/>
                    <a:pt x="172" y="43199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4" name="Freeform 10">
              <a:extLst>
                <a:ext uri="{FF2B5EF4-FFF2-40B4-BE49-F238E27FC236}">
                  <a16:creationId xmlns:a16="http://schemas.microsoft.com/office/drawing/2014/main" id="{848B988D-F21F-68FA-E34C-EC05CE8A2B4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8" y="2824"/>
              <a:ext cx="540" cy="696"/>
            </a:xfrm>
            <a:custGeom>
              <a:avLst/>
              <a:gdLst>
                <a:gd name="T0" fmla="*/ 86 w 540"/>
                <a:gd name="T1" fmla="*/ 0 h 696"/>
                <a:gd name="T2" fmla="*/ 13 w 540"/>
                <a:gd name="T3" fmla="*/ 109 h 696"/>
                <a:gd name="T4" fmla="*/ 6 w 540"/>
                <a:gd name="T5" fmla="*/ 211 h 696"/>
                <a:gd name="T6" fmla="*/ 24 w 540"/>
                <a:gd name="T7" fmla="*/ 332 h 696"/>
                <a:gd name="T8" fmla="*/ 53 w 540"/>
                <a:gd name="T9" fmla="*/ 420 h 696"/>
                <a:gd name="T10" fmla="*/ 97 w 540"/>
                <a:gd name="T11" fmla="*/ 492 h 696"/>
                <a:gd name="T12" fmla="*/ 148 w 540"/>
                <a:gd name="T13" fmla="*/ 550 h 696"/>
                <a:gd name="T14" fmla="*/ 206 w 540"/>
                <a:gd name="T15" fmla="*/ 587 h 696"/>
                <a:gd name="T16" fmla="*/ 264 w 540"/>
                <a:gd name="T17" fmla="*/ 630 h 696"/>
                <a:gd name="T18" fmla="*/ 344 w 540"/>
                <a:gd name="T19" fmla="*/ 660 h 696"/>
                <a:gd name="T20" fmla="*/ 446 w 540"/>
                <a:gd name="T21" fmla="*/ 681 h 696"/>
                <a:gd name="T22" fmla="*/ 540 w 540"/>
                <a:gd name="T23" fmla="*/ 696 h 69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540"/>
                <a:gd name="T37" fmla="*/ 0 h 696"/>
                <a:gd name="T38" fmla="*/ 540 w 540"/>
                <a:gd name="T39" fmla="*/ 696 h 69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540" h="696">
                  <a:moveTo>
                    <a:pt x="86" y="0"/>
                  </a:moveTo>
                  <a:cubicBezTo>
                    <a:pt x="75" y="19"/>
                    <a:pt x="26" y="74"/>
                    <a:pt x="13" y="109"/>
                  </a:cubicBezTo>
                  <a:cubicBezTo>
                    <a:pt x="0" y="144"/>
                    <a:pt x="4" y="174"/>
                    <a:pt x="6" y="211"/>
                  </a:cubicBezTo>
                  <a:cubicBezTo>
                    <a:pt x="8" y="248"/>
                    <a:pt x="16" y="297"/>
                    <a:pt x="24" y="332"/>
                  </a:cubicBezTo>
                  <a:cubicBezTo>
                    <a:pt x="32" y="367"/>
                    <a:pt x="41" y="393"/>
                    <a:pt x="53" y="420"/>
                  </a:cubicBezTo>
                  <a:cubicBezTo>
                    <a:pt x="65" y="447"/>
                    <a:pt x="81" y="470"/>
                    <a:pt x="97" y="492"/>
                  </a:cubicBezTo>
                  <a:cubicBezTo>
                    <a:pt x="113" y="514"/>
                    <a:pt x="130" y="534"/>
                    <a:pt x="148" y="550"/>
                  </a:cubicBezTo>
                  <a:cubicBezTo>
                    <a:pt x="166" y="566"/>
                    <a:pt x="187" y="574"/>
                    <a:pt x="206" y="587"/>
                  </a:cubicBezTo>
                  <a:cubicBezTo>
                    <a:pt x="225" y="600"/>
                    <a:pt x="241" y="618"/>
                    <a:pt x="264" y="630"/>
                  </a:cubicBezTo>
                  <a:cubicBezTo>
                    <a:pt x="287" y="642"/>
                    <a:pt x="314" y="652"/>
                    <a:pt x="344" y="660"/>
                  </a:cubicBezTo>
                  <a:cubicBezTo>
                    <a:pt x="374" y="668"/>
                    <a:pt x="413" y="675"/>
                    <a:pt x="446" y="681"/>
                  </a:cubicBezTo>
                  <a:cubicBezTo>
                    <a:pt x="479" y="687"/>
                    <a:pt x="524" y="694"/>
                    <a:pt x="540" y="696"/>
                  </a:cubicBezTo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75" name="Group 11">
              <a:extLst>
                <a:ext uri="{FF2B5EF4-FFF2-40B4-BE49-F238E27FC236}">
                  <a16:creationId xmlns:a16="http://schemas.microsoft.com/office/drawing/2014/main" id="{17A28BB5-8D85-73CB-CB78-1C696C5A1F6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90" y="2882"/>
              <a:ext cx="1076" cy="711"/>
              <a:chOff x="1112" y="2271"/>
              <a:chExt cx="1076" cy="711"/>
            </a:xfrm>
          </p:grpSpPr>
          <p:sp>
            <p:nvSpPr>
              <p:cNvPr id="125" name="Freeform 12">
                <a:extLst>
                  <a:ext uri="{FF2B5EF4-FFF2-40B4-BE49-F238E27FC236}">
                    <a16:creationId xmlns:a16="http://schemas.microsoft.com/office/drawing/2014/main" id="{93951AA8-B687-4C06-268F-96A625EF5D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35" y="2866"/>
                <a:ext cx="946" cy="102"/>
              </a:xfrm>
              <a:custGeom>
                <a:avLst/>
                <a:gdLst>
                  <a:gd name="T0" fmla="*/ 102 w 946"/>
                  <a:gd name="T1" fmla="*/ 0 h 102"/>
                  <a:gd name="T2" fmla="*/ 0 w 946"/>
                  <a:gd name="T3" fmla="*/ 102 h 102"/>
                  <a:gd name="T4" fmla="*/ 946 w 946"/>
                  <a:gd name="T5" fmla="*/ 102 h 102"/>
                  <a:gd name="T6" fmla="*/ 946 w 946"/>
                  <a:gd name="T7" fmla="*/ 0 h 102"/>
                  <a:gd name="T8" fmla="*/ 102 w 946"/>
                  <a:gd name="T9" fmla="*/ 0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46"/>
                  <a:gd name="T16" fmla="*/ 0 h 102"/>
                  <a:gd name="T17" fmla="*/ 946 w 946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46" h="102">
                    <a:moveTo>
                      <a:pt x="102" y="0"/>
                    </a:moveTo>
                    <a:lnTo>
                      <a:pt x="0" y="102"/>
                    </a:lnTo>
                    <a:lnTo>
                      <a:pt x="946" y="102"/>
                    </a:lnTo>
                    <a:lnTo>
                      <a:pt x="946" y="0"/>
                    </a:lnTo>
                    <a:lnTo>
                      <a:pt x="102" y="0"/>
                    </a:lnTo>
                    <a:close/>
                  </a:path>
                </a:pathLst>
              </a:custGeom>
              <a:solidFill>
                <a:srgbClr val="FF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6" name="Rectangle 13">
                <a:extLst>
                  <a:ext uri="{FF2B5EF4-FFF2-40B4-BE49-F238E27FC236}">
                    <a16:creationId xmlns:a16="http://schemas.microsoft.com/office/drawing/2014/main" id="{F7ECB277-ED13-0D80-0360-0227C1BC9E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5" y="2277"/>
                <a:ext cx="836" cy="582"/>
              </a:xfrm>
              <a:prstGeom prst="rect">
                <a:avLst/>
              </a:prstGeom>
              <a:gradFill rotWithShape="0">
                <a:gsLst>
                  <a:gs pos="0">
                    <a:srgbClr val="767600"/>
                  </a:gs>
                  <a:gs pos="100000">
                    <a:srgbClr val="FFFF00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127" name="Group 14">
                <a:extLst>
                  <a:ext uri="{FF2B5EF4-FFF2-40B4-BE49-F238E27FC236}">
                    <a16:creationId xmlns:a16="http://schemas.microsoft.com/office/drawing/2014/main" id="{C6C8316D-D910-9C1C-6378-E2904B77733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112" y="2271"/>
                <a:ext cx="1076" cy="711"/>
                <a:chOff x="1112" y="2271"/>
                <a:chExt cx="1076" cy="711"/>
              </a:xfrm>
            </p:grpSpPr>
            <p:sp>
              <p:nvSpPr>
                <p:cNvPr id="129" name="Line 15">
                  <a:extLst>
                    <a:ext uri="{FF2B5EF4-FFF2-40B4-BE49-F238E27FC236}">
                      <a16:creationId xmlns:a16="http://schemas.microsoft.com/office/drawing/2014/main" id="{8101D220-B794-0691-5EAE-AA169012FCB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242" y="2969"/>
                  <a:ext cx="939" cy="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30" name="Line 16">
                  <a:extLst>
                    <a:ext uri="{FF2B5EF4-FFF2-40B4-BE49-F238E27FC236}">
                      <a16:creationId xmlns:a16="http://schemas.microsoft.com/office/drawing/2014/main" id="{F84F2943-7092-099C-F309-91D916A4B49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81" y="2271"/>
                  <a:ext cx="0" cy="711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31" name="Line 17">
                  <a:extLst>
                    <a:ext uri="{FF2B5EF4-FFF2-40B4-BE49-F238E27FC236}">
                      <a16:creationId xmlns:a16="http://schemas.microsoft.com/office/drawing/2014/main" id="{99A96E01-F436-8CCB-1C82-02FFFFC2F28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45" y="2867"/>
                  <a:ext cx="843" cy="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32" name="Freeform 18">
                  <a:extLst>
                    <a:ext uri="{FF2B5EF4-FFF2-40B4-BE49-F238E27FC236}">
                      <a16:creationId xmlns:a16="http://schemas.microsoft.com/office/drawing/2014/main" id="{A436FC10-FF33-EB95-E750-5511BB2725A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12" y="2285"/>
                  <a:ext cx="218" cy="683"/>
                </a:xfrm>
                <a:custGeom>
                  <a:avLst/>
                  <a:gdLst>
                    <a:gd name="T0" fmla="*/ 65 w 218"/>
                    <a:gd name="T1" fmla="*/ 0 h 683"/>
                    <a:gd name="T2" fmla="*/ 218 w 218"/>
                    <a:gd name="T3" fmla="*/ 0 h 683"/>
                    <a:gd name="T4" fmla="*/ 218 w 218"/>
                    <a:gd name="T5" fmla="*/ 574 h 683"/>
                    <a:gd name="T6" fmla="*/ 109 w 218"/>
                    <a:gd name="T7" fmla="*/ 683 h 683"/>
                    <a:gd name="T8" fmla="*/ 0 w 218"/>
                    <a:gd name="T9" fmla="*/ 683 h 683"/>
                    <a:gd name="T10" fmla="*/ 0 w 218"/>
                    <a:gd name="T11" fmla="*/ 0 h 683"/>
                    <a:gd name="T12" fmla="*/ 109 w 218"/>
                    <a:gd name="T13" fmla="*/ 0 h 683"/>
                    <a:gd name="T14" fmla="*/ 65 w 218"/>
                    <a:gd name="T15" fmla="*/ 0 h 683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218"/>
                    <a:gd name="T25" fmla="*/ 0 h 683"/>
                    <a:gd name="T26" fmla="*/ 218 w 218"/>
                    <a:gd name="T27" fmla="*/ 683 h 683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218" h="683">
                      <a:moveTo>
                        <a:pt x="65" y="0"/>
                      </a:moveTo>
                      <a:lnTo>
                        <a:pt x="218" y="0"/>
                      </a:lnTo>
                      <a:lnTo>
                        <a:pt x="218" y="574"/>
                      </a:lnTo>
                      <a:lnTo>
                        <a:pt x="109" y="683"/>
                      </a:lnTo>
                      <a:lnTo>
                        <a:pt x="0" y="683"/>
                      </a:lnTo>
                      <a:lnTo>
                        <a:pt x="0" y="0"/>
                      </a:lnTo>
                      <a:lnTo>
                        <a:pt x="109" y="0"/>
                      </a:lnTo>
                      <a:lnTo>
                        <a:pt x="65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12700">
                  <a:noFill/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33" name="Line 19">
                  <a:extLst>
                    <a:ext uri="{FF2B5EF4-FFF2-40B4-BE49-F238E27FC236}">
                      <a16:creationId xmlns:a16="http://schemas.microsoft.com/office/drawing/2014/main" id="{058E47DA-A51C-0497-8581-46D0F7BB882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337" y="2278"/>
                  <a:ext cx="0" cy="589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34" name="Line 20">
                  <a:extLst>
                    <a:ext uri="{FF2B5EF4-FFF2-40B4-BE49-F238E27FC236}">
                      <a16:creationId xmlns:a16="http://schemas.microsoft.com/office/drawing/2014/main" id="{BAE89CD9-EBC5-C1AB-A100-5883627D926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220" y="2279"/>
                  <a:ext cx="961" cy="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128" name="Freeform 21">
                <a:extLst>
                  <a:ext uri="{FF2B5EF4-FFF2-40B4-BE49-F238E27FC236}">
                    <a16:creationId xmlns:a16="http://schemas.microsoft.com/office/drawing/2014/main" id="{04432186-0872-7D1C-FCAC-4D23BF2FEB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35" y="2859"/>
                <a:ext cx="117" cy="118"/>
              </a:xfrm>
              <a:custGeom>
                <a:avLst/>
                <a:gdLst>
                  <a:gd name="T0" fmla="*/ 0 w 117"/>
                  <a:gd name="T1" fmla="*/ 118 h 118"/>
                  <a:gd name="T2" fmla="*/ 117 w 117"/>
                  <a:gd name="T3" fmla="*/ 0 h 118"/>
                  <a:gd name="T4" fmla="*/ 0 60000 65536"/>
                  <a:gd name="T5" fmla="*/ 0 60000 65536"/>
                  <a:gd name="T6" fmla="*/ 0 w 117"/>
                  <a:gd name="T7" fmla="*/ 0 h 118"/>
                  <a:gd name="T8" fmla="*/ 117 w 117"/>
                  <a:gd name="T9" fmla="*/ 118 h 118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17" h="118">
                    <a:moveTo>
                      <a:pt x="0" y="118"/>
                    </a:moveTo>
                    <a:lnTo>
                      <a:pt x="117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76" name="Group 22">
              <a:extLst>
                <a:ext uri="{FF2B5EF4-FFF2-40B4-BE49-F238E27FC236}">
                  <a16:creationId xmlns:a16="http://schemas.microsoft.com/office/drawing/2014/main" id="{72AE4867-F9B5-A360-5F31-1BFFBF8C4BB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60" y="3002"/>
              <a:ext cx="772" cy="322"/>
              <a:chOff x="1437" y="3053"/>
              <a:chExt cx="772" cy="322"/>
            </a:xfrm>
          </p:grpSpPr>
          <p:grpSp>
            <p:nvGrpSpPr>
              <p:cNvPr id="113" name="Group 23">
                <a:extLst>
                  <a:ext uri="{FF2B5EF4-FFF2-40B4-BE49-F238E27FC236}">
                    <a16:creationId xmlns:a16="http://schemas.microsoft.com/office/drawing/2014/main" id="{A9BEDB95-F420-A3F2-9467-C787D52F3BC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37" y="3053"/>
                <a:ext cx="364" cy="322"/>
                <a:chOff x="2916" y="2422"/>
                <a:chExt cx="364" cy="322"/>
              </a:xfrm>
            </p:grpSpPr>
            <p:sp>
              <p:nvSpPr>
                <p:cNvPr id="120" name="Freeform 24">
                  <a:extLst>
                    <a:ext uri="{FF2B5EF4-FFF2-40B4-BE49-F238E27FC236}">
                      <a16:creationId xmlns:a16="http://schemas.microsoft.com/office/drawing/2014/main" id="{07F6C167-A9B0-BF38-3F6F-776A4077A50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32" y="2422"/>
                  <a:ext cx="248" cy="225"/>
                </a:xfrm>
                <a:custGeom>
                  <a:avLst/>
                  <a:gdLst>
                    <a:gd name="T0" fmla="*/ 0 w 248"/>
                    <a:gd name="T1" fmla="*/ 22 h 225"/>
                    <a:gd name="T2" fmla="*/ 8 w 248"/>
                    <a:gd name="T3" fmla="*/ 95 h 225"/>
                    <a:gd name="T4" fmla="*/ 37 w 248"/>
                    <a:gd name="T5" fmla="*/ 138 h 225"/>
                    <a:gd name="T6" fmla="*/ 59 w 248"/>
                    <a:gd name="T7" fmla="*/ 182 h 225"/>
                    <a:gd name="T8" fmla="*/ 102 w 248"/>
                    <a:gd name="T9" fmla="*/ 211 h 225"/>
                    <a:gd name="T10" fmla="*/ 168 w 248"/>
                    <a:gd name="T11" fmla="*/ 218 h 225"/>
                    <a:gd name="T12" fmla="*/ 226 w 248"/>
                    <a:gd name="T13" fmla="*/ 225 h 225"/>
                    <a:gd name="T14" fmla="*/ 248 w 248"/>
                    <a:gd name="T15" fmla="*/ 175 h 225"/>
                    <a:gd name="T16" fmla="*/ 226 w 248"/>
                    <a:gd name="T17" fmla="*/ 87 h 225"/>
                    <a:gd name="T18" fmla="*/ 168 w 248"/>
                    <a:gd name="T19" fmla="*/ 29 h 225"/>
                    <a:gd name="T20" fmla="*/ 109 w 248"/>
                    <a:gd name="T21" fmla="*/ 7 h 225"/>
                    <a:gd name="T22" fmla="*/ 66 w 248"/>
                    <a:gd name="T23" fmla="*/ 0 h 225"/>
                    <a:gd name="T24" fmla="*/ 0 w 248"/>
                    <a:gd name="T25" fmla="*/ 22 h 225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w 248"/>
                    <a:gd name="T40" fmla="*/ 0 h 225"/>
                    <a:gd name="T41" fmla="*/ 248 w 248"/>
                    <a:gd name="T42" fmla="*/ 225 h 225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T39" t="T40" r="T41" b="T42"/>
                  <a:pathLst>
                    <a:path w="248" h="225">
                      <a:moveTo>
                        <a:pt x="0" y="22"/>
                      </a:moveTo>
                      <a:lnTo>
                        <a:pt x="8" y="95"/>
                      </a:lnTo>
                      <a:lnTo>
                        <a:pt x="37" y="138"/>
                      </a:lnTo>
                      <a:lnTo>
                        <a:pt x="59" y="182"/>
                      </a:lnTo>
                      <a:lnTo>
                        <a:pt x="102" y="211"/>
                      </a:lnTo>
                      <a:lnTo>
                        <a:pt x="168" y="218"/>
                      </a:lnTo>
                      <a:lnTo>
                        <a:pt x="226" y="225"/>
                      </a:lnTo>
                      <a:lnTo>
                        <a:pt x="248" y="175"/>
                      </a:lnTo>
                      <a:lnTo>
                        <a:pt x="226" y="87"/>
                      </a:lnTo>
                      <a:lnTo>
                        <a:pt x="168" y="29"/>
                      </a:lnTo>
                      <a:lnTo>
                        <a:pt x="109" y="7"/>
                      </a:lnTo>
                      <a:lnTo>
                        <a:pt x="66" y="0"/>
                      </a:lnTo>
                      <a:lnTo>
                        <a:pt x="0" y="22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21" name="Freeform 25">
                  <a:extLst>
                    <a:ext uri="{FF2B5EF4-FFF2-40B4-BE49-F238E27FC236}">
                      <a16:creationId xmlns:a16="http://schemas.microsoft.com/office/drawing/2014/main" id="{E04B1366-898F-4AC3-F9CA-0158EE48F67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16" y="2437"/>
                  <a:ext cx="349" cy="305"/>
                </a:xfrm>
                <a:custGeom>
                  <a:avLst/>
                  <a:gdLst>
                    <a:gd name="T0" fmla="*/ 116 w 349"/>
                    <a:gd name="T1" fmla="*/ 0 h 305"/>
                    <a:gd name="T2" fmla="*/ 44 w 349"/>
                    <a:gd name="T3" fmla="*/ 36 h 305"/>
                    <a:gd name="T4" fmla="*/ 15 w 349"/>
                    <a:gd name="T5" fmla="*/ 102 h 305"/>
                    <a:gd name="T6" fmla="*/ 0 w 349"/>
                    <a:gd name="T7" fmla="*/ 167 h 305"/>
                    <a:gd name="T8" fmla="*/ 22 w 349"/>
                    <a:gd name="T9" fmla="*/ 233 h 305"/>
                    <a:gd name="T10" fmla="*/ 58 w 349"/>
                    <a:gd name="T11" fmla="*/ 276 h 305"/>
                    <a:gd name="T12" fmla="*/ 116 w 349"/>
                    <a:gd name="T13" fmla="*/ 298 h 305"/>
                    <a:gd name="T14" fmla="*/ 204 w 349"/>
                    <a:gd name="T15" fmla="*/ 305 h 305"/>
                    <a:gd name="T16" fmla="*/ 284 w 349"/>
                    <a:gd name="T17" fmla="*/ 291 h 305"/>
                    <a:gd name="T18" fmla="*/ 327 w 349"/>
                    <a:gd name="T19" fmla="*/ 254 h 305"/>
                    <a:gd name="T20" fmla="*/ 349 w 349"/>
                    <a:gd name="T21" fmla="*/ 211 h 305"/>
                    <a:gd name="T22" fmla="*/ 291 w 349"/>
                    <a:gd name="T23" fmla="*/ 211 h 305"/>
                    <a:gd name="T24" fmla="*/ 211 w 349"/>
                    <a:gd name="T25" fmla="*/ 196 h 305"/>
                    <a:gd name="T26" fmla="*/ 153 w 349"/>
                    <a:gd name="T27" fmla="*/ 131 h 305"/>
                    <a:gd name="T28" fmla="*/ 131 w 349"/>
                    <a:gd name="T29" fmla="*/ 80 h 305"/>
                    <a:gd name="T30" fmla="*/ 116 w 349"/>
                    <a:gd name="T31" fmla="*/ 0 h 305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w 349"/>
                    <a:gd name="T49" fmla="*/ 0 h 305"/>
                    <a:gd name="T50" fmla="*/ 349 w 349"/>
                    <a:gd name="T51" fmla="*/ 305 h 305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T48" t="T49" r="T50" b="T51"/>
                  <a:pathLst>
                    <a:path w="349" h="305">
                      <a:moveTo>
                        <a:pt x="116" y="0"/>
                      </a:moveTo>
                      <a:lnTo>
                        <a:pt x="44" y="36"/>
                      </a:lnTo>
                      <a:lnTo>
                        <a:pt x="15" y="102"/>
                      </a:lnTo>
                      <a:lnTo>
                        <a:pt x="0" y="167"/>
                      </a:lnTo>
                      <a:lnTo>
                        <a:pt x="22" y="233"/>
                      </a:lnTo>
                      <a:lnTo>
                        <a:pt x="58" y="276"/>
                      </a:lnTo>
                      <a:lnTo>
                        <a:pt x="116" y="298"/>
                      </a:lnTo>
                      <a:lnTo>
                        <a:pt x="204" y="305"/>
                      </a:lnTo>
                      <a:lnTo>
                        <a:pt x="284" y="291"/>
                      </a:lnTo>
                      <a:lnTo>
                        <a:pt x="327" y="254"/>
                      </a:lnTo>
                      <a:lnTo>
                        <a:pt x="349" y="211"/>
                      </a:lnTo>
                      <a:lnTo>
                        <a:pt x="291" y="211"/>
                      </a:lnTo>
                      <a:lnTo>
                        <a:pt x="211" y="196"/>
                      </a:lnTo>
                      <a:lnTo>
                        <a:pt x="153" y="131"/>
                      </a:lnTo>
                      <a:lnTo>
                        <a:pt x="131" y="80"/>
                      </a:lnTo>
                      <a:lnTo>
                        <a:pt x="116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764700"/>
                    </a:gs>
                    <a:gs pos="50000">
                      <a:srgbClr val="FF9900"/>
                    </a:gs>
                    <a:gs pos="100000">
                      <a:srgbClr val="764700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122" name="Group 26">
                  <a:extLst>
                    <a:ext uri="{FF2B5EF4-FFF2-40B4-BE49-F238E27FC236}">
                      <a16:creationId xmlns:a16="http://schemas.microsoft.com/office/drawing/2014/main" id="{24A10893-6363-454F-556C-7793F383E39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923" y="2422"/>
                  <a:ext cx="350" cy="322"/>
                  <a:chOff x="1425" y="2378"/>
                  <a:chExt cx="350" cy="322"/>
                </a:xfrm>
              </p:grpSpPr>
              <p:sp>
                <p:nvSpPr>
                  <p:cNvPr id="123" name="Oval 27">
                    <a:extLst>
                      <a:ext uri="{FF2B5EF4-FFF2-40B4-BE49-F238E27FC236}">
                        <a16:creationId xmlns:a16="http://schemas.microsoft.com/office/drawing/2014/main" id="{30ED3E96-DAFE-3547-89C4-F2BB3FF867D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425" y="2378"/>
                    <a:ext cx="350" cy="322"/>
                  </a:xfrm>
                  <a:prstGeom prst="ellipse">
                    <a:avLst/>
                  </a:prstGeom>
                  <a:noFill/>
                  <a:ln w="38100">
                    <a:solidFill>
                      <a:srgbClr val="333399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marL="0" marR="0" lvl="0" indent="0" defTabSz="9144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24" name="Freeform 28">
                    <a:extLst>
                      <a:ext uri="{FF2B5EF4-FFF2-40B4-BE49-F238E27FC236}">
                        <a16:creationId xmlns:a16="http://schemas.microsoft.com/office/drawing/2014/main" id="{36F2D768-6904-54BD-040A-824887EE2ED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542" y="2386"/>
                    <a:ext cx="218" cy="218"/>
                  </a:xfrm>
                  <a:custGeom>
                    <a:avLst/>
                    <a:gdLst>
                      <a:gd name="T0" fmla="*/ 0 w 218"/>
                      <a:gd name="T1" fmla="*/ 0 h 218"/>
                      <a:gd name="T2" fmla="*/ 7 w 218"/>
                      <a:gd name="T3" fmla="*/ 65 h 218"/>
                      <a:gd name="T4" fmla="*/ 29 w 218"/>
                      <a:gd name="T5" fmla="*/ 131 h 218"/>
                      <a:gd name="T6" fmla="*/ 65 w 218"/>
                      <a:gd name="T7" fmla="*/ 181 h 218"/>
                      <a:gd name="T8" fmla="*/ 138 w 218"/>
                      <a:gd name="T9" fmla="*/ 211 h 218"/>
                      <a:gd name="T10" fmla="*/ 218 w 218"/>
                      <a:gd name="T11" fmla="*/ 218 h 218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218"/>
                      <a:gd name="T19" fmla="*/ 0 h 218"/>
                      <a:gd name="T20" fmla="*/ 218 w 218"/>
                      <a:gd name="T21" fmla="*/ 218 h 218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218" h="218">
                        <a:moveTo>
                          <a:pt x="0" y="0"/>
                        </a:moveTo>
                        <a:cubicBezTo>
                          <a:pt x="1" y="11"/>
                          <a:pt x="2" y="43"/>
                          <a:pt x="7" y="65"/>
                        </a:cubicBezTo>
                        <a:cubicBezTo>
                          <a:pt x="12" y="87"/>
                          <a:pt x="19" y="112"/>
                          <a:pt x="29" y="131"/>
                        </a:cubicBezTo>
                        <a:cubicBezTo>
                          <a:pt x="39" y="150"/>
                          <a:pt x="47" y="168"/>
                          <a:pt x="65" y="181"/>
                        </a:cubicBezTo>
                        <a:cubicBezTo>
                          <a:pt x="83" y="194"/>
                          <a:pt x="113" y="205"/>
                          <a:pt x="138" y="211"/>
                        </a:cubicBezTo>
                        <a:cubicBezTo>
                          <a:pt x="163" y="217"/>
                          <a:pt x="201" y="217"/>
                          <a:pt x="218" y="218"/>
                        </a:cubicBezTo>
                      </a:path>
                    </a:pathLst>
                  </a:custGeom>
                  <a:noFill/>
                  <a:ln w="38100">
                    <a:solidFill>
                      <a:srgbClr val="333399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</a:endParaRPr>
                  </a:p>
                </p:txBody>
              </p:sp>
            </p:grpSp>
          </p:grpSp>
          <p:grpSp>
            <p:nvGrpSpPr>
              <p:cNvPr id="114" name="Group 29">
                <a:extLst>
                  <a:ext uri="{FF2B5EF4-FFF2-40B4-BE49-F238E27FC236}">
                    <a16:creationId xmlns:a16="http://schemas.microsoft.com/office/drawing/2014/main" id="{E13D2E73-2B9B-44BB-F9C3-32A1783FC0C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45" y="3053"/>
                <a:ext cx="364" cy="322"/>
                <a:chOff x="2916" y="2422"/>
                <a:chExt cx="364" cy="322"/>
              </a:xfrm>
            </p:grpSpPr>
            <p:sp>
              <p:nvSpPr>
                <p:cNvPr id="115" name="Freeform 30">
                  <a:extLst>
                    <a:ext uri="{FF2B5EF4-FFF2-40B4-BE49-F238E27FC236}">
                      <a16:creationId xmlns:a16="http://schemas.microsoft.com/office/drawing/2014/main" id="{90574E55-38ED-41C4-D37A-FA5FD1748E1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32" y="2422"/>
                  <a:ext cx="248" cy="225"/>
                </a:xfrm>
                <a:custGeom>
                  <a:avLst/>
                  <a:gdLst>
                    <a:gd name="T0" fmla="*/ 0 w 248"/>
                    <a:gd name="T1" fmla="*/ 22 h 225"/>
                    <a:gd name="T2" fmla="*/ 8 w 248"/>
                    <a:gd name="T3" fmla="*/ 95 h 225"/>
                    <a:gd name="T4" fmla="*/ 37 w 248"/>
                    <a:gd name="T5" fmla="*/ 138 h 225"/>
                    <a:gd name="T6" fmla="*/ 59 w 248"/>
                    <a:gd name="T7" fmla="*/ 182 h 225"/>
                    <a:gd name="T8" fmla="*/ 102 w 248"/>
                    <a:gd name="T9" fmla="*/ 211 h 225"/>
                    <a:gd name="T10" fmla="*/ 168 w 248"/>
                    <a:gd name="T11" fmla="*/ 218 h 225"/>
                    <a:gd name="T12" fmla="*/ 226 w 248"/>
                    <a:gd name="T13" fmla="*/ 225 h 225"/>
                    <a:gd name="T14" fmla="*/ 248 w 248"/>
                    <a:gd name="T15" fmla="*/ 175 h 225"/>
                    <a:gd name="T16" fmla="*/ 226 w 248"/>
                    <a:gd name="T17" fmla="*/ 87 h 225"/>
                    <a:gd name="T18" fmla="*/ 168 w 248"/>
                    <a:gd name="T19" fmla="*/ 29 h 225"/>
                    <a:gd name="T20" fmla="*/ 109 w 248"/>
                    <a:gd name="T21" fmla="*/ 7 h 225"/>
                    <a:gd name="T22" fmla="*/ 66 w 248"/>
                    <a:gd name="T23" fmla="*/ 0 h 225"/>
                    <a:gd name="T24" fmla="*/ 0 w 248"/>
                    <a:gd name="T25" fmla="*/ 22 h 225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w 248"/>
                    <a:gd name="T40" fmla="*/ 0 h 225"/>
                    <a:gd name="T41" fmla="*/ 248 w 248"/>
                    <a:gd name="T42" fmla="*/ 225 h 225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T39" t="T40" r="T41" b="T42"/>
                  <a:pathLst>
                    <a:path w="248" h="225">
                      <a:moveTo>
                        <a:pt x="0" y="22"/>
                      </a:moveTo>
                      <a:lnTo>
                        <a:pt x="8" y="95"/>
                      </a:lnTo>
                      <a:lnTo>
                        <a:pt x="37" y="138"/>
                      </a:lnTo>
                      <a:lnTo>
                        <a:pt x="59" y="182"/>
                      </a:lnTo>
                      <a:lnTo>
                        <a:pt x="102" y="211"/>
                      </a:lnTo>
                      <a:lnTo>
                        <a:pt x="168" y="218"/>
                      </a:lnTo>
                      <a:lnTo>
                        <a:pt x="226" y="225"/>
                      </a:lnTo>
                      <a:lnTo>
                        <a:pt x="248" y="175"/>
                      </a:lnTo>
                      <a:lnTo>
                        <a:pt x="226" y="87"/>
                      </a:lnTo>
                      <a:lnTo>
                        <a:pt x="168" y="29"/>
                      </a:lnTo>
                      <a:lnTo>
                        <a:pt x="109" y="7"/>
                      </a:lnTo>
                      <a:lnTo>
                        <a:pt x="66" y="0"/>
                      </a:lnTo>
                      <a:lnTo>
                        <a:pt x="0" y="22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16" name="Freeform 31">
                  <a:extLst>
                    <a:ext uri="{FF2B5EF4-FFF2-40B4-BE49-F238E27FC236}">
                      <a16:creationId xmlns:a16="http://schemas.microsoft.com/office/drawing/2014/main" id="{81031FA6-2E3F-6A90-0F26-0D602DE71EE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16" y="2437"/>
                  <a:ext cx="349" cy="305"/>
                </a:xfrm>
                <a:custGeom>
                  <a:avLst/>
                  <a:gdLst>
                    <a:gd name="T0" fmla="*/ 116 w 349"/>
                    <a:gd name="T1" fmla="*/ 0 h 305"/>
                    <a:gd name="T2" fmla="*/ 44 w 349"/>
                    <a:gd name="T3" fmla="*/ 36 h 305"/>
                    <a:gd name="T4" fmla="*/ 15 w 349"/>
                    <a:gd name="T5" fmla="*/ 102 h 305"/>
                    <a:gd name="T6" fmla="*/ 0 w 349"/>
                    <a:gd name="T7" fmla="*/ 167 h 305"/>
                    <a:gd name="T8" fmla="*/ 22 w 349"/>
                    <a:gd name="T9" fmla="*/ 233 h 305"/>
                    <a:gd name="T10" fmla="*/ 58 w 349"/>
                    <a:gd name="T11" fmla="*/ 276 h 305"/>
                    <a:gd name="T12" fmla="*/ 116 w 349"/>
                    <a:gd name="T13" fmla="*/ 298 h 305"/>
                    <a:gd name="T14" fmla="*/ 204 w 349"/>
                    <a:gd name="T15" fmla="*/ 305 h 305"/>
                    <a:gd name="T16" fmla="*/ 284 w 349"/>
                    <a:gd name="T17" fmla="*/ 291 h 305"/>
                    <a:gd name="T18" fmla="*/ 327 w 349"/>
                    <a:gd name="T19" fmla="*/ 254 h 305"/>
                    <a:gd name="T20" fmla="*/ 349 w 349"/>
                    <a:gd name="T21" fmla="*/ 211 h 305"/>
                    <a:gd name="T22" fmla="*/ 291 w 349"/>
                    <a:gd name="T23" fmla="*/ 211 h 305"/>
                    <a:gd name="T24" fmla="*/ 211 w 349"/>
                    <a:gd name="T25" fmla="*/ 196 h 305"/>
                    <a:gd name="T26" fmla="*/ 153 w 349"/>
                    <a:gd name="T27" fmla="*/ 131 h 305"/>
                    <a:gd name="T28" fmla="*/ 131 w 349"/>
                    <a:gd name="T29" fmla="*/ 80 h 305"/>
                    <a:gd name="T30" fmla="*/ 116 w 349"/>
                    <a:gd name="T31" fmla="*/ 0 h 305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w 349"/>
                    <a:gd name="T49" fmla="*/ 0 h 305"/>
                    <a:gd name="T50" fmla="*/ 349 w 349"/>
                    <a:gd name="T51" fmla="*/ 305 h 305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T48" t="T49" r="T50" b="T51"/>
                  <a:pathLst>
                    <a:path w="349" h="305">
                      <a:moveTo>
                        <a:pt x="116" y="0"/>
                      </a:moveTo>
                      <a:lnTo>
                        <a:pt x="44" y="36"/>
                      </a:lnTo>
                      <a:lnTo>
                        <a:pt x="15" y="102"/>
                      </a:lnTo>
                      <a:lnTo>
                        <a:pt x="0" y="167"/>
                      </a:lnTo>
                      <a:lnTo>
                        <a:pt x="22" y="233"/>
                      </a:lnTo>
                      <a:lnTo>
                        <a:pt x="58" y="276"/>
                      </a:lnTo>
                      <a:lnTo>
                        <a:pt x="116" y="298"/>
                      </a:lnTo>
                      <a:lnTo>
                        <a:pt x="204" y="305"/>
                      </a:lnTo>
                      <a:lnTo>
                        <a:pt x="284" y="291"/>
                      </a:lnTo>
                      <a:lnTo>
                        <a:pt x="327" y="254"/>
                      </a:lnTo>
                      <a:lnTo>
                        <a:pt x="349" y="211"/>
                      </a:lnTo>
                      <a:lnTo>
                        <a:pt x="291" y="211"/>
                      </a:lnTo>
                      <a:lnTo>
                        <a:pt x="211" y="196"/>
                      </a:lnTo>
                      <a:lnTo>
                        <a:pt x="153" y="131"/>
                      </a:lnTo>
                      <a:lnTo>
                        <a:pt x="131" y="80"/>
                      </a:lnTo>
                      <a:lnTo>
                        <a:pt x="116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764700"/>
                    </a:gs>
                    <a:gs pos="50000">
                      <a:srgbClr val="FF9900"/>
                    </a:gs>
                    <a:gs pos="100000">
                      <a:srgbClr val="764700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117" name="Group 32">
                  <a:extLst>
                    <a:ext uri="{FF2B5EF4-FFF2-40B4-BE49-F238E27FC236}">
                      <a16:creationId xmlns:a16="http://schemas.microsoft.com/office/drawing/2014/main" id="{876D34B4-44A5-30E4-E604-EBC19494196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923" y="2422"/>
                  <a:ext cx="350" cy="322"/>
                  <a:chOff x="1425" y="2378"/>
                  <a:chExt cx="350" cy="322"/>
                </a:xfrm>
              </p:grpSpPr>
              <p:sp>
                <p:nvSpPr>
                  <p:cNvPr id="118" name="Oval 33">
                    <a:extLst>
                      <a:ext uri="{FF2B5EF4-FFF2-40B4-BE49-F238E27FC236}">
                        <a16:creationId xmlns:a16="http://schemas.microsoft.com/office/drawing/2014/main" id="{651FB390-4AC0-AAEA-8608-80323A32F79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425" y="2378"/>
                    <a:ext cx="350" cy="322"/>
                  </a:xfrm>
                  <a:prstGeom prst="ellipse">
                    <a:avLst/>
                  </a:prstGeom>
                  <a:noFill/>
                  <a:ln w="38100">
                    <a:solidFill>
                      <a:srgbClr val="333399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marL="0" marR="0" lvl="0" indent="0" defTabSz="9144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19" name="Freeform 34">
                    <a:extLst>
                      <a:ext uri="{FF2B5EF4-FFF2-40B4-BE49-F238E27FC236}">
                        <a16:creationId xmlns:a16="http://schemas.microsoft.com/office/drawing/2014/main" id="{3A4B8156-FF09-76A0-7A8B-2E6DBFC8EB2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542" y="2386"/>
                    <a:ext cx="218" cy="218"/>
                  </a:xfrm>
                  <a:custGeom>
                    <a:avLst/>
                    <a:gdLst>
                      <a:gd name="T0" fmla="*/ 0 w 218"/>
                      <a:gd name="T1" fmla="*/ 0 h 218"/>
                      <a:gd name="T2" fmla="*/ 7 w 218"/>
                      <a:gd name="T3" fmla="*/ 65 h 218"/>
                      <a:gd name="T4" fmla="*/ 29 w 218"/>
                      <a:gd name="T5" fmla="*/ 131 h 218"/>
                      <a:gd name="T6" fmla="*/ 65 w 218"/>
                      <a:gd name="T7" fmla="*/ 181 h 218"/>
                      <a:gd name="T8" fmla="*/ 138 w 218"/>
                      <a:gd name="T9" fmla="*/ 211 h 218"/>
                      <a:gd name="T10" fmla="*/ 218 w 218"/>
                      <a:gd name="T11" fmla="*/ 218 h 218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218"/>
                      <a:gd name="T19" fmla="*/ 0 h 218"/>
                      <a:gd name="T20" fmla="*/ 218 w 218"/>
                      <a:gd name="T21" fmla="*/ 218 h 218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218" h="218">
                        <a:moveTo>
                          <a:pt x="0" y="0"/>
                        </a:moveTo>
                        <a:cubicBezTo>
                          <a:pt x="1" y="11"/>
                          <a:pt x="2" y="43"/>
                          <a:pt x="7" y="65"/>
                        </a:cubicBezTo>
                        <a:cubicBezTo>
                          <a:pt x="12" y="87"/>
                          <a:pt x="19" y="112"/>
                          <a:pt x="29" y="131"/>
                        </a:cubicBezTo>
                        <a:cubicBezTo>
                          <a:pt x="39" y="150"/>
                          <a:pt x="47" y="168"/>
                          <a:pt x="65" y="181"/>
                        </a:cubicBezTo>
                        <a:cubicBezTo>
                          <a:pt x="83" y="194"/>
                          <a:pt x="113" y="205"/>
                          <a:pt x="138" y="211"/>
                        </a:cubicBezTo>
                        <a:cubicBezTo>
                          <a:pt x="163" y="217"/>
                          <a:pt x="201" y="217"/>
                          <a:pt x="218" y="218"/>
                        </a:cubicBezTo>
                      </a:path>
                    </a:pathLst>
                  </a:custGeom>
                  <a:noFill/>
                  <a:ln w="38100">
                    <a:solidFill>
                      <a:srgbClr val="333399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</a:endParaRPr>
                  </a:p>
                </p:txBody>
              </p:sp>
            </p:grpSp>
          </p:grpSp>
        </p:grpSp>
        <p:sp>
          <p:nvSpPr>
            <p:cNvPr id="77" name="Freeform 35">
              <a:extLst>
                <a:ext uri="{FF2B5EF4-FFF2-40B4-BE49-F238E27FC236}">
                  <a16:creationId xmlns:a16="http://schemas.microsoft.com/office/drawing/2014/main" id="{337127D5-F82D-E480-2460-9E1968AE941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8" y="3556"/>
              <a:ext cx="698" cy="255"/>
            </a:xfrm>
            <a:custGeom>
              <a:avLst/>
              <a:gdLst>
                <a:gd name="T0" fmla="*/ 147 w 698"/>
                <a:gd name="T1" fmla="*/ 0 h 255"/>
                <a:gd name="T2" fmla="*/ 205 w 698"/>
                <a:gd name="T3" fmla="*/ 20 h 255"/>
                <a:gd name="T4" fmla="*/ 275 w 698"/>
                <a:gd name="T5" fmla="*/ 39 h 255"/>
                <a:gd name="T6" fmla="*/ 339 w 698"/>
                <a:gd name="T7" fmla="*/ 58 h 255"/>
                <a:gd name="T8" fmla="*/ 416 w 698"/>
                <a:gd name="T9" fmla="*/ 58 h 255"/>
                <a:gd name="T10" fmla="*/ 463 w 698"/>
                <a:gd name="T11" fmla="*/ 52 h 255"/>
                <a:gd name="T12" fmla="*/ 512 w 698"/>
                <a:gd name="T13" fmla="*/ 20 h 255"/>
                <a:gd name="T14" fmla="*/ 480 w 698"/>
                <a:gd name="T15" fmla="*/ 71 h 255"/>
                <a:gd name="T16" fmla="*/ 416 w 698"/>
                <a:gd name="T17" fmla="*/ 122 h 255"/>
                <a:gd name="T18" fmla="*/ 698 w 698"/>
                <a:gd name="T19" fmla="*/ 122 h 255"/>
                <a:gd name="T20" fmla="*/ 659 w 698"/>
                <a:gd name="T21" fmla="*/ 160 h 255"/>
                <a:gd name="T22" fmla="*/ 595 w 698"/>
                <a:gd name="T23" fmla="*/ 199 h 255"/>
                <a:gd name="T24" fmla="*/ 499 w 698"/>
                <a:gd name="T25" fmla="*/ 237 h 255"/>
                <a:gd name="T26" fmla="*/ 391 w 698"/>
                <a:gd name="T27" fmla="*/ 248 h 255"/>
                <a:gd name="T28" fmla="*/ 282 w 698"/>
                <a:gd name="T29" fmla="*/ 255 h 255"/>
                <a:gd name="T30" fmla="*/ 199 w 698"/>
                <a:gd name="T31" fmla="*/ 237 h 255"/>
                <a:gd name="T32" fmla="*/ 135 w 698"/>
                <a:gd name="T33" fmla="*/ 212 h 255"/>
                <a:gd name="T34" fmla="*/ 64 w 698"/>
                <a:gd name="T35" fmla="*/ 180 h 255"/>
                <a:gd name="T36" fmla="*/ 0 w 698"/>
                <a:gd name="T37" fmla="*/ 148 h 255"/>
                <a:gd name="T38" fmla="*/ 147 w 698"/>
                <a:gd name="T39" fmla="*/ 0 h 255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698"/>
                <a:gd name="T61" fmla="*/ 0 h 255"/>
                <a:gd name="T62" fmla="*/ 698 w 698"/>
                <a:gd name="T63" fmla="*/ 255 h 255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698" h="255">
                  <a:moveTo>
                    <a:pt x="147" y="0"/>
                  </a:moveTo>
                  <a:lnTo>
                    <a:pt x="205" y="20"/>
                  </a:lnTo>
                  <a:lnTo>
                    <a:pt x="275" y="39"/>
                  </a:lnTo>
                  <a:lnTo>
                    <a:pt x="339" y="58"/>
                  </a:lnTo>
                  <a:lnTo>
                    <a:pt x="416" y="58"/>
                  </a:lnTo>
                  <a:lnTo>
                    <a:pt x="463" y="52"/>
                  </a:lnTo>
                  <a:lnTo>
                    <a:pt x="512" y="20"/>
                  </a:lnTo>
                  <a:lnTo>
                    <a:pt x="480" y="71"/>
                  </a:lnTo>
                  <a:lnTo>
                    <a:pt x="416" y="122"/>
                  </a:lnTo>
                  <a:lnTo>
                    <a:pt x="698" y="122"/>
                  </a:lnTo>
                  <a:lnTo>
                    <a:pt x="659" y="160"/>
                  </a:lnTo>
                  <a:lnTo>
                    <a:pt x="595" y="199"/>
                  </a:lnTo>
                  <a:lnTo>
                    <a:pt x="499" y="237"/>
                  </a:lnTo>
                  <a:lnTo>
                    <a:pt x="391" y="248"/>
                  </a:lnTo>
                  <a:lnTo>
                    <a:pt x="282" y="255"/>
                  </a:lnTo>
                  <a:lnTo>
                    <a:pt x="199" y="237"/>
                  </a:lnTo>
                  <a:lnTo>
                    <a:pt x="135" y="212"/>
                  </a:lnTo>
                  <a:lnTo>
                    <a:pt x="64" y="180"/>
                  </a:lnTo>
                  <a:lnTo>
                    <a:pt x="0" y="148"/>
                  </a:lnTo>
                  <a:lnTo>
                    <a:pt x="147" y="0"/>
                  </a:lnTo>
                  <a:close/>
                </a:path>
              </a:pathLst>
            </a:custGeom>
            <a:gradFill rotWithShape="0">
              <a:gsLst>
                <a:gs pos="0">
                  <a:srgbClr val="FF3300"/>
                </a:gs>
                <a:gs pos="100000">
                  <a:srgbClr val="76180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8" name="Freeform 36">
              <a:extLst>
                <a:ext uri="{FF2B5EF4-FFF2-40B4-BE49-F238E27FC236}">
                  <a16:creationId xmlns:a16="http://schemas.microsoft.com/office/drawing/2014/main" id="{7C91788B-E5E2-FF02-BEE3-D1C686D9BB0B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4" y="3217"/>
              <a:ext cx="320" cy="461"/>
            </a:xfrm>
            <a:custGeom>
              <a:avLst/>
              <a:gdLst>
                <a:gd name="T0" fmla="*/ 0 w 320"/>
                <a:gd name="T1" fmla="*/ 0 h 461"/>
                <a:gd name="T2" fmla="*/ 250 w 320"/>
                <a:gd name="T3" fmla="*/ 0 h 461"/>
                <a:gd name="T4" fmla="*/ 275 w 320"/>
                <a:gd name="T5" fmla="*/ 64 h 461"/>
                <a:gd name="T6" fmla="*/ 301 w 320"/>
                <a:gd name="T7" fmla="*/ 135 h 461"/>
                <a:gd name="T8" fmla="*/ 320 w 320"/>
                <a:gd name="T9" fmla="*/ 237 h 461"/>
                <a:gd name="T10" fmla="*/ 301 w 320"/>
                <a:gd name="T11" fmla="*/ 327 h 461"/>
                <a:gd name="T12" fmla="*/ 275 w 320"/>
                <a:gd name="T13" fmla="*/ 397 h 461"/>
                <a:gd name="T14" fmla="*/ 256 w 320"/>
                <a:gd name="T15" fmla="*/ 461 h 461"/>
                <a:gd name="T16" fmla="*/ 7 w 320"/>
                <a:gd name="T17" fmla="*/ 461 h 461"/>
                <a:gd name="T18" fmla="*/ 51 w 320"/>
                <a:gd name="T19" fmla="*/ 416 h 461"/>
                <a:gd name="T20" fmla="*/ 83 w 320"/>
                <a:gd name="T21" fmla="*/ 365 h 461"/>
                <a:gd name="T22" fmla="*/ 128 w 320"/>
                <a:gd name="T23" fmla="*/ 295 h 461"/>
                <a:gd name="T24" fmla="*/ 128 w 320"/>
                <a:gd name="T25" fmla="*/ 224 h 461"/>
                <a:gd name="T26" fmla="*/ 122 w 320"/>
                <a:gd name="T27" fmla="*/ 154 h 461"/>
                <a:gd name="T28" fmla="*/ 90 w 320"/>
                <a:gd name="T29" fmla="*/ 90 h 461"/>
                <a:gd name="T30" fmla="*/ 32 w 320"/>
                <a:gd name="T31" fmla="*/ 39 h 461"/>
                <a:gd name="T32" fmla="*/ 0 w 320"/>
                <a:gd name="T33" fmla="*/ 0 h 46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320"/>
                <a:gd name="T52" fmla="*/ 0 h 461"/>
                <a:gd name="T53" fmla="*/ 320 w 320"/>
                <a:gd name="T54" fmla="*/ 461 h 461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320" h="461">
                  <a:moveTo>
                    <a:pt x="0" y="0"/>
                  </a:moveTo>
                  <a:lnTo>
                    <a:pt x="250" y="0"/>
                  </a:lnTo>
                  <a:lnTo>
                    <a:pt x="275" y="64"/>
                  </a:lnTo>
                  <a:lnTo>
                    <a:pt x="301" y="135"/>
                  </a:lnTo>
                  <a:lnTo>
                    <a:pt x="320" y="237"/>
                  </a:lnTo>
                  <a:lnTo>
                    <a:pt x="301" y="327"/>
                  </a:lnTo>
                  <a:lnTo>
                    <a:pt x="275" y="397"/>
                  </a:lnTo>
                  <a:lnTo>
                    <a:pt x="256" y="461"/>
                  </a:lnTo>
                  <a:lnTo>
                    <a:pt x="7" y="461"/>
                  </a:lnTo>
                  <a:lnTo>
                    <a:pt x="51" y="416"/>
                  </a:lnTo>
                  <a:lnTo>
                    <a:pt x="83" y="365"/>
                  </a:lnTo>
                  <a:lnTo>
                    <a:pt x="128" y="295"/>
                  </a:lnTo>
                  <a:lnTo>
                    <a:pt x="128" y="224"/>
                  </a:lnTo>
                  <a:lnTo>
                    <a:pt x="122" y="154"/>
                  </a:lnTo>
                  <a:lnTo>
                    <a:pt x="90" y="90"/>
                  </a:lnTo>
                  <a:lnTo>
                    <a:pt x="32" y="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9" name="Freeform 37">
              <a:extLst>
                <a:ext uri="{FF2B5EF4-FFF2-40B4-BE49-F238E27FC236}">
                  <a16:creationId xmlns:a16="http://schemas.microsoft.com/office/drawing/2014/main" id="{73452F3B-A1D2-221F-B96C-5A8A0149DB6A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1" y="3224"/>
              <a:ext cx="326" cy="455"/>
            </a:xfrm>
            <a:custGeom>
              <a:avLst/>
              <a:gdLst>
                <a:gd name="T0" fmla="*/ 70 w 326"/>
                <a:gd name="T1" fmla="*/ 0 h 455"/>
                <a:gd name="T2" fmla="*/ 326 w 326"/>
                <a:gd name="T3" fmla="*/ 0 h 455"/>
                <a:gd name="T4" fmla="*/ 250 w 326"/>
                <a:gd name="T5" fmla="*/ 51 h 455"/>
                <a:gd name="T6" fmla="*/ 211 w 326"/>
                <a:gd name="T7" fmla="*/ 121 h 455"/>
                <a:gd name="T8" fmla="*/ 192 w 326"/>
                <a:gd name="T9" fmla="*/ 211 h 455"/>
                <a:gd name="T10" fmla="*/ 198 w 326"/>
                <a:gd name="T11" fmla="*/ 281 h 455"/>
                <a:gd name="T12" fmla="*/ 230 w 326"/>
                <a:gd name="T13" fmla="*/ 332 h 455"/>
                <a:gd name="T14" fmla="*/ 262 w 326"/>
                <a:gd name="T15" fmla="*/ 377 h 455"/>
                <a:gd name="T16" fmla="*/ 307 w 326"/>
                <a:gd name="T17" fmla="*/ 455 h 455"/>
                <a:gd name="T18" fmla="*/ 205 w 326"/>
                <a:gd name="T19" fmla="*/ 454 h 455"/>
                <a:gd name="T20" fmla="*/ 77 w 326"/>
                <a:gd name="T21" fmla="*/ 448 h 455"/>
                <a:gd name="T22" fmla="*/ 51 w 326"/>
                <a:gd name="T23" fmla="*/ 403 h 455"/>
                <a:gd name="T24" fmla="*/ 19 w 326"/>
                <a:gd name="T25" fmla="*/ 348 h 455"/>
                <a:gd name="T26" fmla="*/ 0 w 326"/>
                <a:gd name="T27" fmla="*/ 278 h 455"/>
                <a:gd name="T28" fmla="*/ 0 w 326"/>
                <a:gd name="T29" fmla="*/ 160 h 455"/>
                <a:gd name="T30" fmla="*/ 26 w 326"/>
                <a:gd name="T31" fmla="*/ 115 h 455"/>
                <a:gd name="T32" fmla="*/ 45 w 326"/>
                <a:gd name="T33" fmla="*/ 82 h 455"/>
                <a:gd name="T34" fmla="*/ 70 w 326"/>
                <a:gd name="T35" fmla="*/ 0 h 45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326"/>
                <a:gd name="T55" fmla="*/ 0 h 455"/>
                <a:gd name="T56" fmla="*/ 326 w 326"/>
                <a:gd name="T57" fmla="*/ 455 h 45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326" h="455">
                  <a:moveTo>
                    <a:pt x="70" y="0"/>
                  </a:moveTo>
                  <a:lnTo>
                    <a:pt x="326" y="0"/>
                  </a:lnTo>
                  <a:lnTo>
                    <a:pt x="250" y="51"/>
                  </a:lnTo>
                  <a:lnTo>
                    <a:pt x="211" y="121"/>
                  </a:lnTo>
                  <a:lnTo>
                    <a:pt x="192" y="211"/>
                  </a:lnTo>
                  <a:lnTo>
                    <a:pt x="198" y="281"/>
                  </a:lnTo>
                  <a:lnTo>
                    <a:pt x="230" y="332"/>
                  </a:lnTo>
                  <a:lnTo>
                    <a:pt x="262" y="377"/>
                  </a:lnTo>
                  <a:lnTo>
                    <a:pt x="307" y="455"/>
                  </a:lnTo>
                  <a:lnTo>
                    <a:pt x="205" y="454"/>
                  </a:lnTo>
                  <a:lnTo>
                    <a:pt x="77" y="448"/>
                  </a:lnTo>
                  <a:lnTo>
                    <a:pt x="51" y="403"/>
                  </a:lnTo>
                  <a:lnTo>
                    <a:pt x="19" y="348"/>
                  </a:lnTo>
                  <a:lnTo>
                    <a:pt x="0" y="278"/>
                  </a:lnTo>
                  <a:lnTo>
                    <a:pt x="0" y="160"/>
                  </a:lnTo>
                  <a:lnTo>
                    <a:pt x="26" y="115"/>
                  </a:lnTo>
                  <a:lnTo>
                    <a:pt x="45" y="82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0" name="Freeform 38">
              <a:extLst>
                <a:ext uri="{FF2B5EF4-FFF2-40B4-BE49-F238E27FC236}">
                  <a16:creationId xmlns:a16="http://schemas.microsoft.com/office/drawing/2014/main" id="{C71A88AF-0681-5E6B-5303-432D9D107F44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3" y="3032"/>
              <a:ext cx="646" cy="652"/>
            </a:xfrm>
            <a:custGeom>
              <a:avLst/>
              <a:gdLst>
                <a:gd name="T0" fmla="*/ 134 w 646"/>
                <a:gd name="T1" fmla="*/ 192 h 652"/>
                <a:gd name="T2" fmla="*/ 45 w 646"/>
                <a:gd name="T3" fmla="*/ 249 h 652"/>
                <a:gd name="T4" fmla="*/ 19 w 646"/>
                <a:gd name="T5" fmla="*/ 339 h 652"/>
                <a:gd name="T6" fmla="*/ 0 w 646"/>
                <a:gd name="T7" fmla="*/ 422 h 652"/>
                <a:gd name="T8" fmla="*/ 26 w 646"/>
                <a:gd name="T9" fmla="*/ 518 h 652"/>
                <a:gd name="T10" fmla="*/ 77 w 646"/>
                <a:gd name="T11" fmla="*/ 563 h 652"/>
                <a:gd name="T12" fmla="*/ 115 w 646"/>
                <a:gd name="T13" fmla="*/ 652 h 652"/>
                <a:gd name="T14" fmla="*/ 249 w 646"/>
                <a:gd name="T15" fmla="*/ 518 h 652"/>
                <a:gd name="T16" fmla="*/ 320 w 646"/>
                <a:gd name="T17" fmla="*/ 544 h 652"/>
                <a:gd name="T18" fmla="*/ 390 w 646"/>
                <a:gd name="T19" fmla="*/ 569 h 652"/>
                <a:gd name="T20" fmla="*/ 486 w 646"/>
                <a:gd name="T21" fmla="*/ 588 h 652"/>
                <a:gd name="T22" fmla="*/ 564 w 646"/>
                <a:gd name="T23" fmla="*/ 583 h 652"/>
                <a:gd name="T24" fmla="*/ 614 w 646"/>
                <a:gd name="T25" fmla="*/ 537 h 652"/>
                <a:gd name="T26" fmla="*/ 646 w 646"/>
                <a:gd name="T27" fmla="*/ 480 h 652"/>
                <a:gd name="T28" fmla="*/ 646 w 646"/>
                <a:gd name="T29" fmla="*/ 377 h 652"/>
                <a:gd name="T30" fmla="*/ 634 w 646"/>
                <a:gd name="T31" fmla="*/ 300 h 652"/>
                <a:gd name="T32" fmla="*/ 576 w 646"/>
                <a:gd name="T33" fmla="*/ 236 h 652"/>
                <a:gd name="T34" fmla="*/ 525 w 646"/>
                <a:gd name="T35" fmla="*/ 192 h 652"/>
                <a:gd name="T36" fmla="*/ 646 w 646"/>
                <a:gd name="T37" fmla="*/ 71 h 652"/>
                <a:gd name="T38" fmla="*/ 602 w 646"/>
                <a:gd name="T39" fmla="*/ 51 h 652"/>
                <a:gd name="T40" fmla="*/ 544 w 646"/>
                <a:gd name="T41" fmla="*/ 25 h 652"/>
                <a:gd name="T42" fmla="*/ 493 w 646"/>
                <a:gd name="T43" fmla="*/ 6 h 652"/>
                <a:gd name="T44" fmla="*/ 403 w 646"/>
                <a:gd name="T45" fmla="*/ 0 h 652"/>
                <a:gd name="T46" fmla="*/ 339 w 646"/>
                <a:gd name="T47" fmla="*/ 12 h 652"/>
                <a:gd name="T48" fmla="*/ 294 w 646"/>
                <a:gd name="T49" fmla="*/ 25 h 652"/>
                <a:gd name="T50" fmla="*/ 256 w 646"/>
                <a:gd name="T51" fmla="*/ 70 h 652"/>
                <a:gd name="T52" fmla="*/ 134 w 646"/>
                <a:gd name="T53" fmla="*/ 192 h 652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646"/>
                <a:gd name="T82" fmla="*/ 0 h 652"/>
                <a:gd name="T83" fmla="*/ 646 w 646"/>
                <a:gd name="T84" fmla="*/ 652 h 652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646" h="652">
                  <a:moveTo>
                    <a:pt x="134" y="192"/>
                  </a:moveTo>
                  <a:lnTo>
                    <a:pt x="45" y="249"/>
                  </a:lnTo>
                  <a:lnTo>
                    <a:pt x="19" y="339"/>
                  </a:lnTo>
                  <a:lnTo>
                    <a:pt x="0" y="422"/>
                  </a:lnTo>
                  <a:lnTo>
                    <a:pt x="26" y="518"/>
                  </a:lnTo>
                  <a:lnTo>
                    <a:pt x="77" y="563"/>
                  </a:lnTo>
                  <a:lnTo>
                    <a:pt x="115" y="652"/>
                  </a:lnTo>
                  <a:lnTo>
                    <a:pt x="249" y="518"/>
                  </a:lnTo>
                  <a:lnTo>
                    <a:pt x="320" y="544"/>
                  </a:lnTo>
                  <a:lnTo>
                    <a:pt x="390" y="569"/>
                  </a:lnTo>
                  <a:lnTo>
                    <a:pt x="486" y="588"/>
                  </a:lnTo>
                  <a:lnTo>
                    <a:pt x="564" y="583"/>
                  </a:lnTo>
                  <a:lnTo>
                    <a:pt x="614" y="537"/>
                  </a:lnTo>
                  <a:lnTo>
                    <a:pt x="646" y="480"/>
                  </a:lnTo>
                  <a:lnTo>
                    <a:pt x="646" y="377"/>
                  </a:lnTo>
                  <a:lnTo>
                    <a:pt x="634" y="300"/>
                  </a:lnTo>
                  <a:lnTo>
                    <a:pt x="576" y="236"/>
                  </a:lnTo>
                  <a:lnTo>
                    <a:pt x="525" y="192"/>
                  </a:lnTo>
                  <a:lnTo>
                    <a:pt x="646" y="71"/>
                  </a:lnTo>
                  <a:lnTo>
                    <a:pt x="602" y="51"/>
                  </a:lnTo>
                  <a:lnTo>
                    <a:pt x="544" y="25"/>
                  </a:lnTo>
                  <a:lnTo>
                    <a:pt x="493" y="6"/>
                  </a:lnTo>
                  <a:lnTo>
                    <a:pt x="403" y="0"/>
                  </a:lnTo>
                  <a:lnTo>
                    <a:pt x="339" y="12"/>
                  </a:lnTo>
                  <a:lnTo>
                    <a:pt x="294" y="25"/>
                  </a:lnTo>
                  <a:lnTo>
                    <a:pt x="256" y="70"/>
                  </a:lnTo>
                  <a:lnTo>
                    <a:pt x="134" y="192"/>
                  </a:lnTo>
                  <a:close/>
                </a:path>
              </a:pathLst>
            </a:custGeom>
            <a:gradFill rotWithShape="0">
              <a:gsLst>
                <a:gs pos="0">
                  <a:srgbClr val="761800"/>
                </a:gs>
                <a:gs pos="50000">
                  <a:srgbClr val="FF3300"/>
                </a:gs>
                <a:gs pos="100000">
                  <a:srgbClr val="761800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1" name="Freeform 39">
              <a:extLst>
                <a:ext uri="{FF2B5EF4-FFF2-40B4-BE49-F238E27FC236}">
                  <a16:creationId xmlns:a16="http://schemas.microsoft.com/office/drawing/2014/main" id="{BFCDDEF8-5D6D-13F0-1123-4A7193DFC4E3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4" y="3102"/>
              <a:ext cx="371" cy="122"/>
            </a:xfrm>
            <a:custGeom>
              <a:avLst/>
              <a:gdLst>
                <a:gd name="T0" fmla="*/ 115 w 371"/>
                <a:gd name="T1" fmla="*/ 0 h 122"/>
                <a:gd name="T2" fmla="*/ 371 w 371"/>
                <a:gd name="T3" fmla="*/ 0 h 122"/>
                <a:gd name="T4" fmla="*/ 249 w 371"/>
                <a:gd name="T5" fmla="*/ 122 h 122"/>
                <a:gd name="T6" fmla="*/ 0 w 371"/>
                <a:gd name="T7" fmla="*/ 122 h 122"/>
                <a:gd name="T8" fmla="*/ 115 w 371"/>
                <a:gd name="T9" fmla="*/ 0 h 1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71"/>
                <a:gd name="T16" fmla="*/ 0 h 122"/>
                <a:gd name="T17" fmla="*/ 371 w 371"/>
                <a:gd name="T18" fmla="*/ 122 h 12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71" h="122">
                  <a:moveTo>
                    <a:pt x="115" y="0"/>
                  </a:moveTo>
                  <a:lnTo>
                    <a:pt x="371" y="0"/>
                  </a:lnTo>
                  <a:lnTo>
                    <a:pt x="249" y="122"/>
                  </a:lnTo>
                  <a:lnTo>
                    <a:pt x="0" y="122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2" name="Freeform 40">
              <a:extLst>
                <a:ext uri="{FF2B5EF4-FFF2-40B4-BE49-F238E27FC236}">
                  <a16:creationId xmlns:a16="http://schemas.microsoft.com/office/drawing/2014/main" id="{6DD87AA2-5690-2280-07DF-78AEF8409197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4" y="3102"/>
              <a:ext cx="371" cy="122"/>
            </a:xfrm>
            <a:custGeom>
              <a:avLst/>
              <a:gdLst>
                <a:gd name="T0" fmla="*/ 115 w 371"/>
                <a:gd name="T1" fmla="*/ 0 h 122"/>
                <a:gd name="T2" fmla="*/ 371 w 371"/>
                <a:gd name="T3" fmla="*/ 0 h 122"/>
                <a:gd name="T4" fmla="*/ 249 w 371"/>
                <a:gd name="T5" fmla="*/ 122 h 122"/>
                <a:gd name="T6" fmla="*/ 0 w 371"/>
                <a:gd name="T7" fmla="*/ 122 h 122"/>
                <a:gd name="T8" fmla="*/ 115 w 371"/>
                <a:gd name="T9" fmla="*/ 0 h 1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71"/>
                <a:gd name="T16" fmla="*/ 0 h 122"/>
                <a:gd name="T17" fmla="*/ 371 w 371"/>
                <a:gd name="T18" fmla="*/ 122 h 12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71" h="122">
                  <a:moveTo>
                    <a:pt x="115" y="0"/>
                  </a:moveTo>
                  <a:lnTo>
                    <a:pt x="371" y="0"/>
                  </a:lnTo>
                  <a:lnTo>
                    <a:pt x="249" y="122"/>
                  </a:lnTo>
                  <a:lnTo>
                    <a:pt x="0" y="122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3" name="Freeform 41">
              <a:extLst>
                <a:ext uri="{FF2B5EF4-FFF2-40B4-BE49-F238E27FC236}">
                  <a16:creationId xmlns:a16="http://schemas.microsoft.com/office/drawing/2014/main" id="{251E83FF-AF0E-826C-0B1E-7F40A0E9101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6" y="2840"/>
              <a:ext cx="877" cy="268"/>
            </a:xfrm>
            <a:custGeom>
              <a:avLst/>
              <a:gdLst>
                <a:gd name="T0" fmla="*/ 0 w 877"/>
                <a:gd name="T1" fmla="*/ 268 h 268"/>
                <a:gd name="T2" fmla="*/ 45 w 877"/>
                <a:gd name="T3" fmla="*/ 211 h 268"/>
                <a:gd name="T4" fmla="*/ 121 w 877"/>
                <a:gd name="T5" fmla="*/ 128 h 268"/>
                <a:gd name="T6" fmla="*/ 224 w 877"/>
                <a:gd name="T7" fmla="*/ 64 h 268"/>
                <a:gd name="T8" fmla="*/ 281 w 877"/>
                <a:gd name="T9" fmla="*/ 38 h 268"/>
                <a:gd name="T10" fmla="*/ 371 w 877"/>
                <a:gd name="T11" fmla="*/ 12 h 268"/>
                <a:gd name="T12" fmla="*/ 448 w 877"/>
                <a:gd name="T13" fmla="*/ 0 h 268"/>
                <a:gd name="T14" fmla="*/ 537 w 877"/>
                <a:gd name="T15" fmla="*/ 6 h 268"/>
                <a:gd name="T16" fmla="*/ 633 w 877"/>
                <a:gd name="T17" fmla="*/ 25 h 268"/>
                <a:gd name="T18" fmla="*/ 685 w 877"/>
                <a:gd name="T19" fmla="*/ 57 h 268"/>
                <a:gd name="T20" fmla="*/ 761 w 877"/>
                <a:gd name="T21" fmla="*/ 102 h 268"/>
                <a:gd name="T22" fmla="*/ 819 w 877"/>
                <a:gd name="T23" fmla="*/ 160 h 268"/>
                <a:gd name="T24" fmla="*/ 877 w 877"/>
                <a:gd name="T25" fmla="*/ 262 h 268"/>
                <a:gd name="T26" fmla="*/ 614 w 877"/>
                <a:gd name="T27" fmla="*/ 262 h 268"/>
                <a:gd name="T28" fmla="*/ 557 w 877"/>
                <a:gd name="T29" fmla="*/ 230 h 268"/>
                <a:gd name="T30" fmla="*/ 454 w 877"/>
                <a:gd name="T31" fmla="*/ 204 h 268"/>
                <a:gd name="T32" fmla="*/ 377 w 877"/>
                <a:gd name="T33" fmla="*/ 204 h 268"/>
                <a:gd name="T34" fmla="*/ 301 w 877"/>
                <a:gd name="T35" fmla="*/ 230 h 268"/>
                <a:gd name="T36" fmla="*/ 237 w 877"/>
                <a:gd name="T37" fmla="*/ 268 h 268"/>
                <a:gd name="T38" fmla="*/ 0 w 877"/>
                <a:gd name="T39" fmla="*/ 268 h 268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877"/>
                <a:gd name="T61" fmla="*/ 0 h 268"/>
                <a:gd name="T62" fmla="*/ 877 w 877"/>
                <a:gd name="T63" fmla="*/ 268 h 268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877" h="268">
                  <a:moveTo>
                    <a:pt x="0" y="268"/>
                  </a:moveTo>
                  <a:lnTo>
                    <a:pt x="45" y="211"/>
                  </a:lnTo>
                  <a:lnTo>
                    <a:pt x="121" y="128"/>
                  </a:lnTo>
                  <a:lnTo>
                    <a:pt x="224" y="64"/>
                  </a:lnTo>
                  <a:lnTo>
                    <a:pt x="281" y="38"/>
                  </a:lnTo>
                  <a:lnTo>
                    <a:pt x="371" y="12"/>
                  </a:lnTo>
                  <a:lnTo>
                    <a:pt x="448" y="0"/>
                  </a:lnTo>
                  <a:lnTo>
                    <a:pt x="537" y="6"/>
                  </a:lnTo>
                  <a:lnTo>
                    <a:pt x="633" y="25"/>
                  </a:lnTo>
                  <a:lnTo>
                    <a:pt x="685" y="57"/>
                  </a:lnTo>
                  <a:lnTo>
                    <a:pt x="761" y="102"/>
                  </a:lnTo>
                  <a:lnTo>
                    <a:pt x="819" y="160"/>
                  </a:lnTo>
                  <a:lnTo>
                    <a:pt x="877" y="262"/>
                  </a:lnTo>
                  <a:lnTo>
                    <a:pt x="614" y="262"/>
                  </a:lnTo>
                  <a:lnTo>
                    <a:pt x="557" y="230"/>
                  </a:lnTo>
                  <a:lnTo>
                    <a:pt x="454" y="204"/>
                  </a:lnTo>
                  <a:lnTo>
                    <a:pt x="377" y="204"/>
                  </a:lnTo>
                  <a:lnTo>
                    <a:pt x="301" y="230"/>
                  </a:lnTo>
                  <a:lnTo>
                    <a:pt x="237" y="268"/>
                  </a:lnTo>
                  <a:lnTo>
                    <a:pt x="0" y="268"/>
                  </a:lnTo>
                  <a:close/>
                </a:path>
              </a:pathLst>
            </a:cu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4" name="Line 42">
              <a:extLst>
                <a:ext uri="{FF2B5EF4-FFF2-40B4-BE49-F238E27FC236}">
                  <a16:creationId xmlns:a16="http://schemas.microsoft.com/office/drawing/2014/main" id="{A2A3ED5D-E078-F538-73C5-FC4C39DFA6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85" y="3226"/>
              <a:ext cx="269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5" name="Line 43">
              <a:extLst>
                <a:ext uri="{FF2B5EF4-FFF2-40B4-BE49-F238E27FC236}">
                  <a16:creationId xmlns:a16="http://schemas.microsoft.com/office/drawing/2014/main" id="{7507CE2E-59D5-13CF-FD44-99FA52049F9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76" y="3567"/>
              <a:ext cx="116" cy="11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6" name="Freeform 44">
              <a:extLst>
                <a:ext uri="{FF2B5EF4-FFF2-40B4-BE49-F238E27FC236}">
                  <a16:creationId xmlns:a16="http://schemas.microsoft.com/office/drawing/2014/main" id="{7FCF0237-BA55-8581-4DFA-FF4B59CD003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0" y="2552"/>
              <a:ext cx="1120" cy="1107"/>
            </a:xfrm>
            <a:custGeom>
              <a:avLst/>
              <a:gdLst>
                <a:gd name="T0" fmla="*/ 0 w 1120"/>
                <a:gd name="T1" fmla="*/ 409 h 1107"/>
                <a:gd name="T2" fmla="*/ 269 w 1120"/>
                <a:gd name="T3" fmla="*/ 140 h 1107"/>
                <a:gd name="T4" fmla="*/ 327 w 1120"/>
                <a:gd name="T5" fmla="*/ 76 h 1107"/>
                <a:gd name="T6" fmla="*/ 403 w 1120"/>
                <a:gd name="T7" fmla="*/ 38 h 1107"/>
                <a:gd name="T8" fmla="*/ 499 w 1120"/>
                <a:gd name="T9" fmla="*/ 12 h 1107"/>
                <a:gd name="T10" fmla="*/ 595 w 1120"/>
                <a:gd name="T11" fmla="*/ 0 h 1107"/>
                <a:gd name="T12" fmla="*/ 704 w 1120"/>
                <a:gd name="T13" fmla="*/ 6 h 1107"/>
                <a:gd name="T14" fmla="*/ 807 w 1120"/>
                <a:gd name="T15" fmla="*/ 38 h 1107"/>
                <a:gd name="T16" fmla="*/ 890 w 1120"/>
                <a:gd name="T17" fmla="*/ 83 h 1107"/>
                <a:gd name="T18" fmla="*/ 973 w 1120"/>
                <a:gd name="T19" fmla="*/ 128 h 1107"/>
                <a:gd name="T20" fmla="*/ 1005 w 1120"/>
                <a:gd name="T21" fmla="*/ 166 h 1107"/>
                <a:gd name="T22" fmla="*/ 1043 w 1120"/>
                <a:gd name="T23" fmla="*/ 224 h 1107"/>
                <a:gd name="T24" fmla="*/ 1082 w 1120"/>
                <a:gd name="T25" fmla="*/ 288 h 1107"/>
                <a:gd name="T26" fmla="*/ 1114 w 1120"/>
                <a:gd name="T27" fmla="*/ 364 h 1107"/>
                <a:gd name="T28" fmla="*/ 1120 w 1120"/>
                <a:gd name="T29" fmla="*/ 460 h 1107"/>
                <a:gd name="T30" fmla="*/ 1120 w 1120"/>
                <a:gd name="T31" fmla="*/ 544 h 1107"/>
                <a:gd name="T32" fmla="*/ 1101 w 1120"/>
                <a:gd name="T33" fmla="*/ 608 h 1107"/>
                <a:gd name="T34" fmla="*/ 1075 w 1120"/>
                <a:gd name="T35" fmla="*/ 665 h 1107"/>
                <a:gd name="T36" fmla="*/ 1056 w 1120"/>
                <a:gd name="T37" fmla="*/ 716 h 1107"/>
                <a:gd name="T38" fmla="*/ 1018 w 1120"/>
                <a:gd name="T39" fmla="*/ 761 h 1107"/>
                <a:gd name="T40" fmla="*/ 986 w 1120"/>
                <a:gd name="T41" fmla="*/ 800 h 1107"/>
                <a:gd name="T42" fmla="*/ 711 w 1120"/>
                <a:gd name="T43" fmla="*/ 1075 h 1107"/>
                <a:gd name="T44" fmla="*/ 736 w 1120"/>
                <a:gd name="T45" fmla="*/ 1017 h 1107"/>
                <a:gd name="T46" fmla="*/ 646 w 1120"/>
                <a:gd name="T47" fmla="*/ 1107 h 1107"/>
                <a:gd name="T48" fmla="*/ 672 w 1120"/>
                <a:gd name="T49" fmla="*/ 1004 h 1107"/>
                <a:gd name="T50" fmla="*/ 711 w 1120"/>
                <a:gd name="T51" fmla="*/ 908 h 1107"/>
                <a:gd name="T52" fmla="*/ 685 w 1120"/>
                <a:gd name="T53" fmla="*/ 793 h 1107"/>
                <a:gd name="T54" fmla="*/ 666 w 1120"/>
                <a:gd name="T55" fmla="*/ 716 h 1107"/>
                <a:gd name="T56" fmla="*/ 640 w 1120"/>
                <a:gd name="T57" fmla="*/ 665 h 1107"/>
                <a:gd name="T58" fmla="*/ 743 w 1120"/>
                <a:gd name="T59" fmla="*/ 562 h 1107"/>
                <a:gd name="T60" fmla="*/ 708 w 1120"/>
                <a:gd name="T61" fmla="*/ 481 h 1107"/>
                <a:gd name="T62" fmla="*/ 635 w 1120"/>
                <a:gd name="T63" fmla="*/ 423 h 1107"/>
                <a:gd name="T64" fmla="*/ 576 w 1120"/>
                <a:gd name="T65" fmla="*/ 364 h 1107"/>
                <a:gd name="T66" fmla="*/ 487 w 1120"/>
                <a:gd name="T67" fmla="*/ 313 h 1107"/>
                <a:gd name="T68" fmla="*/ 359 w 1120"/>
                <a:gd name="T69" fmla="*/ 299 h 1107"/>
                <a:gd name="T70" fmla="*/ 271 w 1120"/>
                <a:gd name="T71" fmla="*/ 299 h 1107"/>
                <a:gd name="T72" fmla="*/ 162 w 1120"/>
                <a:gd name="T73" fmla="*/ 321 h 1107"/>
                <a:gd name="T74" fmla="*/ 83 w 1120"/>
                <a:gd name="T75" fmla="*/ 352 h 1107"/>
                <a:gd name="T76" fmla="*/ 0 w 1120"/>
                <a:gd name="T77" fmla="*/ 409 h 1107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w 1120"/>
                <a:gd name="T118" fmla="*/ 0 h 1107"/>
                <a:gd name="T119" fmla="*/ 1120 w 1120"/>
                <a:gd name="T120" fmla="*/ 1107 h 1107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T117" t="T118" r="T119" b="T120"/>
              <a:pathLst>
                <a:path w="1120" h="1107">
                  <a:moveTo>
                    <a:pt x="0" y="409"/>
                  </a:moveTo>
                  <a:lnTo>
                    <a:pt x="269" y="140"/>
                  </a:lnTo>
                  <a:lnTo>
                    <a:pt x="327" y="76"/>
                  </a:lnTo>
                  <a:lnTo>
                    <a:pt x="403" y="38"/>
                  </a:lnTo>
                  <a:lnTo>
                    <a:pt x="499" y="12"/>
                  </a:lnTo>
                  <a:lnTo>
                    <a:pt x="595" y="0"/>
                  </a:lnTo>
                  <a:lnTo>
                    <a:pt x="704" y="6"/>
                  </a:lnTo>
                  <a:lnTo>
                    <a:pt x="807" y="38"/>
                  </a:lnTo>
                  <a:lnTo>
                    <a:pt x="890" y="83"/>
                  </a:lnTo>
                  <a:lnTo>
                    <a:pt x="973" y="128"/>
                  </a:lnTo>
                  <a:lnTo>
                    <a:pt x="1005" y="166"/>
                  </a:lnTo>
                  <a:lnTo>
                    <a:pt x="1043" y="224"/>
                  </a:lnTo>
                  <a:lnTo>
                    <a:pt x="1082" y="288"/>
                  </a:lnTo>
                  <a:lnTo>
                    <a:pt x="1114" y="364"/>
                  </a:lnTo>
                  <a:lnTo>
                    <a:pt x="1120" y="460"/>
                  </a:lnTo>
                  <a:lnTo>
                    <a:pt x="1120" y="544"/>
                  </a:lnTo>
                  <a:lnTo>
                    <a:pt x="1101" y="608"/>
                  </a:lnTo>
                  <a:lnTo>
                    <a:pt x="1075" y="665"/>
                  </a:lnTo>
                  <a:lnTo>
                    <a:pt x="1056" y="716"/>
                  </a:lnTo>
                  <a:lnTo>
                    <a:pt x="1018" y="761"/>
                  </a:lnTo>
                  <a:lnTo>
                    <a:pt x="986" y="800"/>
                  </a:lnTo>
                  <a:lnTo>
                    <a:pt x="711" y="1075"/>
                  </a:lnTo>
                  <a:lnTo>
                    <a:pt x="736" y="1017"/>
                  </a:lnTo>
                  <a:lnTo>
                    <a:pt x="646" y="1107"/>
                  </a:lnTo>
                  <a:lnTo>
                    <a:pt x="672" y="1004"/>
                  </a:lnTo>
                  <a:lnTo>
                    <a:pt x="711" y="908"/>
                  </a:lnTo>
                  <a:lnTo>
                    <a:pt x="685" y="793"/>
                  </a:lnTo>
                  <a:lnTo>
                    <a:pt x="666" y="716"/>
                  </a:lnTo>
                  <a:lnTo>
                    <a:pt x="640" y="665"/>
                  </a:lnTo>
                  <a:lnTo>
                    <a:pt x="743" y="562"/>
                  </a:lnTo>
                  <a:lnTo>
                    <a:pt x="708" y="481"/>
                  </a:lnTo>
                  <a:lnTo>
                    <a:pt x="635" y="423"/>
                  </a:lnTo>
                  <a:lnTo>
                    <a:pt x="576" y="364"/>
                  </a:lnTo>
                  <a:lnTo>
                    <a:pt x="487" y="313"/>
                  </a:lnTo>
                  <a:lnTo>
                    <a:pt x="359" y="299"/>
                  </a:lnTo>
                  <a:lnTo>
                    <a:pt x="271" y="299"/>
                  </a:lnTo>
                  <a:lnTo>
                    <a:pt x="162" y="321"/>
                  </a:lnTo>
                  <a:lnTo>
                    <a:pt x="83" y="352"/>
                  </a:lnTo>
                  <a:lnTo>
                    <a:pt x="0" y="409"/>
                  </a:lnTo>
                  <a:close/>
                </a:path>
              </a:pathLst>
            </a:custGeom>
            <a:gradFill rotWithShape="0">
              <a:gsLst>
                <a:gs pos="0">
                  <a:srgbClr val="761800"/>
                </a:gs>
                <a:gs pos="50000">
                  <a:srgbClr val="FF3300"/>
                </a:gs>
                <a:gs pos="100000">
                  <a:srgbClr val="761800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7" name="Freeform 45">
              <a:extLst>
                <a:ext uri="{FF2B5EF4-FFF2-40B4-BE49-F238E27FC236}">
                  <a16:creationId xmlns:a16="http://schemas.microsoft.com/office/drawing/2014/main" id="{C13DDA96-E2E9-F5B7-77B9-557573E8DA53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2" y="3357"/>
              <a:ext cx="356" cy="356"/>
            </a:xfrm>
            <a:custGeom>
              <a:avLst/>
              <a:gdLst>
                <a:gd name="T0" fmla="*/ 356 w 356"/>
                <a:gd name="T1" fmla="*/ 0 h 356"/>
                <a:gd name="T2" fmla="*/ 0 w 356"/>
                <a:gd name="T3" fmla="*/ 356 h 356"/>
                <a:gd name="T4" fmla="*/ 0 60000 65536"/>
                <a:gd name="T5" fmla="*/ 0 60000 65536"/>
                <a:gd name="T6" fmla="*/ 0 w 356"/>
                <a:gd name="T7" fmla="*/ 0 h 356"/>
                <a:gd name="T8" fmla="*/ 356 w 356"/>
                <a:gd name="T9" fmla="*/ 356 h 35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56" h="356">
                  <a:moveTo>
                    <a:pt x="356" y="0"/>
                  </a:moveTo>
                  <a:lnTo>
                    <a:pt x="0" y="356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8" name="Line 46">
              <a:extLst>
                <a:ext uri="{FF2B5EF4-FFF2-40B4-BE49-F238E27FC236}">
                  <a16:creationId xmlns:a16="http://schemas.microsoft.com/office/drawing/2014/main" id="{6B16D4FA-407D-3357-F2DF-1B0E35357B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85" y="3677"/>
              <a:ext cx="269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9" name="Line 47">
              <a:extLst>
                <a:ext uri="{FF2B5EF4-FFF2-40B4-BE49-F238E27FC236}">
                  <a16:creationId xmlns:a16="http://schemas.microsoft.com/office/drawing/2014/main" id="{600C7FC6-13F2-4FC9-59FA-A27253908D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7" y="3224"/>
              <a:ext cx="262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0" name="Freeform 48">
              <a:extLst>
                <a:ext uri="{FF2B5EF4-FFF2-40B4-BE49-F238E27FC236}">
                  <a16:creationId xmlns:a16="http://schemas.microsoft.com/office/drawing/2014/main" id="{2E40698E-ACEC-10A1-320C-85A878D526E4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4" y="3675"/>
              <a:ext cx="267" cy="2"/>
            </a:xfrm>
            <a:custGeom>
              <a:avLst/>
              <a:gdLst>
                <a:gd name="T0" fmla="*/ 0 w 267"/>
                <a:gd name="T1" fmla="*/ 0 h 2"/>
                <a:gd name="T2" fmla="*/ 267 w 267"/>
                <a:gd name="T3" fmla="*/ 2 h 2"/>
                <a:gd name="T4" fmla="*/ 0 60000 65536"/>
                <a:gd name="T5" fmla="*/ 0 60000 65536"/>
                <a:gd name="T6" fmla="*/ 0 w 267"/>
                <a:gd name="T7" fmla="*/ 0 h 2"/>
                <a:gd name="T8" fmla="*/ 267 w 267"/>
                <a:gd name="T9" fmla="*/ 2 h 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67" h="2">
                  <a:moveTo>
                    <a:pt x="0" y="0"/>
                  </a:moveTo>
                  <a:lnTo>
                    <a:pt x="267" y="2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1" name="Freeform 49">
              <a:extLst>
                <a:ext uri="{FF2B5EF4-FFF2-40B4-BE49-F238E27FC236}">
                  <a16:creationId xmlns:a16="http://schemas.microsoft.com/office/drawing/2014/main" id="{4F7E2E32-A036-DEEE-7995-1889497344A2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9" y="3108"/>
              <a:ext cx="247" cy="1"/>
            </a:xfrm>
            <a:custGeom>
              <a:avLst/>
              <a:gdLst>
                <a:gd name="T0" fmla="*/ 0 w 247"/>
                <a:gd name="T1" fmla="*/ 0 h 1"/>
                <a:gd name="T2" fmla="*/ 247 w 247"/>
                <a:gd name="T3" fmla="*/ 1 h 1"/>
                <a:gd name="T4" fmla="*/ 0 60000 65536"/>
                <a:gd name="T5" fmla="*/ 0 60000 65536"/>
                <a:gd name="T6" fmla="*/ 0 w 247"/>
                <a:gd name="T7" fmla="*/ 0 h 1"/>
                <a:gd name="T8" fmla="*/ 247 w 247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47" h="1">
                  <a:moveTo>
                    <a:pt x="0" y="0"/>
                  </a:moveTo>
                  <a:lnTo>
                    <a:pt x="247" y="1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2" name="Line 50">
              <a:extLst>
                <a:ext uri="{FF2B5EF4-FFF2-40B4-BE49-F238E27FC236}">
                  <a16:creationId xmlns:a16="http://schemas.microsoft.com/office/drawing/2014/main" id="{484B7161-0E25-A42A-6311-936E6F3F39A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39" y="3546"/>
              <a:ext cx="124" cy="12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3" name="Freeform 51">
              <a:extLst>
                <a:ext uri="{FF2B5EF4-FFF2-40B4-BE49-F238E27FC236}">
                  <a16:creationId xmlns:a16="http://schemas.microsoft.com/office/drawing/2014/main" id="{F571FCE2-3B27-8458-B6EE-9E1D8B012F7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8" y="3095"/>
              <a:ext cx="135" cy="135"/>
            </a:xfrm>
            <a:custGeom>
              <a:avLst/>
              <a:gdLst>
                <a:gd name="T0" fmla="*/ 135 w 135"/>
                <a:gd name="T1" fmla="*/ 0 h 135"/>
                <a:gd name="T2" fmla="*/ 0 w 135"/>
                <a:gd name="T3" fmla="*/ 135 h 135"/>
                <a:gd name="T4" fmla="*/ 0 60000 65536"/>
                <a:gd name="T5" fmla="*/ 0 60000 65536"/>
                <a:gd name="T6" fmla="*/ 0 w 135"/>
                <a:gd name="T7" fmla="*/ 0 h 135"/>
                <a:gd name="T8" fmla="*/ 135 w 135"/>
                <a:gd name="T9" fmla="*/ 135 h 13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35" h="135">
                  <a:moveTo>
                    <a:pt x="135" y="0"/>
                  </a:moveTo>
                  <a:lnTo>
                    <a:pt x="0" y="135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4" name="Line 52">
              <a:extLst>
                <a:ext uri="{FF2B5EF4-FFF2-40B4-BE49-F238E27FC236}">
                  <a16:creationId xmlns:a16="http://schemas.microsoft.com/office/drawing/2014/main" id="{4603C4EC-78CC-37B5-FBC8-BFA43A8B86A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95" y="3109"/>
              <a:ext cx="116" cy="11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5" name="Freeform 53">
              <a:extLst>
                <a:ext uri="{FF2B5EF4-FFF2-40B4-BE49-F238E27FC236}">
                  <a16:creationId xmlns:a16="http://schemas.microsoft.com/office/drawing/2014/main" id="{54792F40-EFA6-17BC-2B71-40A5490AC513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5" y="3102"/>
              <a:ext cx="120" cy="124"/>
            </a:xfrm>
            <a:custGeom>
              <a:avLst/>
              <a:gdLst>
                <a:gd name="T0" fmla="*/ 120 w 120"/>
                <a:gd name="T1" fmla="*/ 0 h 124"/>
                <a:gd name="T2" fmla="*/ 0 w 120"/>
                <a:gd name="T3" fmla="*/ 124 h 124"/>
                <a:gd name="T4" fmla="*/ 0 60000 65536"/>
                <a:gd name="T5" fmla="*/ 0 60000 65536"/>
                <a:gd name="T6" fmla="*/ 0 w 120"/>
                <a:gd name="T7" fmla="*/ 0 h 124"/>
                <a:gd name="T8" fmla="*/ 120 w 120"/>
                <a:gd name="T9" fmla="*/ 124 h 12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20" h="124">
                  <a:moveTo>
                    <a:pt x="120" y="0"/>
                  </a:moveTo>
                  <a:lnTo>
                    <a:pt x="0" y="124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6" name="Line 54">
              <a:extLst>
                <a:ext uri="{FF2B5EF4-FFF2-40B4-BE49-F238E27FC236}">
                  <a16:creationId xmlns:a16="http://schemas.microsoft.com/office/drawing/2014/main" id="{523E11A5-D478-AF46-1F73-34855C5B54A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83" y="3101"/>
              <a:ext cx="116" cy="11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7" name="Line 55">
              <a:extLst>
                <a:ext uri="{FF2B5EF4-FFF2-40B4-BE49-F238E27FC236}">
                  <a16:creationId xmlns:a16="http://schemas.microsoft.com/office/drawing/2014/main" id="{049C0EC4-86C7-B267-CDC2-902951C849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34" y="3102"/>
              <a:ext cx="269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8" name="Freeform 56">
              <a:extLst>
                <a:ext uri="{FF2B5EF4-FFF2-40B4-BE49-F238E27FC236}">
                  <a16:creationId xmlns:a16="http://schemas.microsoft.com/office/drawing/2014/main" id="{8772AD74-5950-E5DB-886F-6C3D2AB0376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6" y="2846"/>
              <a:ext cx="880" cy="256"/>
            </a:xfrm>
            <a:custGeom>
              <a:avLst/>
              <a:gdLst>
                <a:gd name="T0" fmla="*/ 0 w 880"/>
                <a:gd name="T1" fmla="*/ 256 h 256"/>
                <a:gd name="T2" fmla="*/ 43 w 880"/>
                <a:gd name="T3" fmla="*/ 198 h 256"/>
                <a:gd name="T4" fmla="*/ 116 w 880"/>
                <a:gd name="T5" fmla="*/ 132 h 256"/>
                <a:gd name="T6" fmla="*/ 174 w 880"/>
                <a:gd name="T7" fmla="*/ 89 h 256"/>
                <a:gd name="T8" fmla="*/ 247 w 880"/>
                <a:gd name="T9" fmla="*/ 45 h 256"/>
                <a:gd name="T10" fmla="*/ 320 w 880"/>
                <a:gd name="T11" fmla="*/ 16 h 256"/>
                <a:gd name="T12" fmla="*/ 385 w 880"/>
                <a:gd name="T13" fmla="*/ 2 h 256"/>
                <a:gd name="T14" fmla="*/ 458 w 880"/>
                <a:gd name="T15" fmla="*/ 2 h 256"/>
                <a:gd name="T16" fmla="*/ 545 w 880"/>
                <a:gd name="T17" fmla="*/ 9 h 256"/>
                <a:gd name="T18" fmla="*/ 627 w 880"/>
                <a:gd name="T19" fmla="*/ 26 h 256"/>
                <a:gd name="T20" fmla="*/ 712 w 880"/>
                <a:gd name="T21" fmla="*/ 67 h 256"/>
                <a:gd name="T22" fmla="*/ 763 w 880"/>
                <a:gd name="T23" fmla="*/ 111 h 256"/>
                <a:gd name="T24" fmla="*/ 807 w 880"/>
                <a:gd name="T25" fmla="*/ 147 h 256"/>
                <a:gd name="T26" fmla="*/ 851 w 880"/>
                <a:gd name="T27" fmla="*/ 205 h 256"/>
                <a:gd name="T28" fmla="*/ 880 w 880"/>
                <a:gd name="T29" fmla="*/ 249 h 25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880"/>
                <a:gd name="T46" fmla="*/ 0 h 256"/>
                <a:gd name="T47" fmla="*/ 880 w 880"/>
                <a:gd name="T48" fmla="*/ 256 h 25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880" h="256">
                  <a:moveTo>
                    <a:pt x="0" y="256"/>
                  </a:moveTo>
                  <a:cubicBezTo>
                    <a:pt x="7" y="246"/>
                    <a:pt x="24" y="219"/>
                    <a:pt x="43" y="198"/>
                  </a:cubicBezTo>
                  <a:cubicBezTo>
                    <a:pt x="62" y="177"/>
                    <a:pt x="94" y="150"/>
                    <a:pt x="116" y="132"/>
                  </a:cubicBezTo>
                  <a:cubicBezTo>
                    <a:pt x="138" y="114"/>
                    <a:pt x="152" y="104"/>
                    <a:pt x="174" y="89"/>
                  </a:cubicBezTo>
                  <a:cubicBezTo>
                    <a:pt x="196" y="74"/>
                    <a:pt x="223" y="57"/>
                    <a:pt x="247" y="45"/>
                  </a:cubicBezTo>
                  <a:cubicBezTo>
                    <a:pt x="271" y="33"/>
                    <a:pt x="297" y="23"/>
                    <a:pt x="320" y="16"/>
                  </a:cubicBezTo>
                  <a:cubicBezTo>
                    <a:pt x="343" y="9"/>
                    <a:pt x="362" y="4"/>
                    <a:pt x="385" y="2"/>
                  </a:cubicBezTo>
                  <a:cubicBezTo>
                    <a:pt x="408" y="0"/>
                    <a:pt x="431" y="1"/>
                    <a:pt x="458" y="2"/>
                  </a:cubicBezTo>
                  <a:cubicBezTo>
                    <a:pt x="485" y="3"/>
                    <a:pt x="517" y="5"/>
                    <a:pt x="545" y="9"/>
                  </a:cubicBezTo>
                  <a:cubicBezTo>
                    <a:pt x="573" y="13"/>
                    <a:pt x="599" y="16"/>
                    <a:pt x="627" y="26"/>
                  </a:cubicBezTo>
                  <a:cubicBezTo>
                    <a:pt x="655" y="36"/>
                    <a:pt x="689" y="53"/>
                    <a:pt x="712" y="67"/>
                  </a:cubicBezTo>
                  <a:cubicBezTo>
                    <a:pt x="735" y="81"/>
                    <a:pt x="747" y="98"/>
                    <a:pt x="763" y="111"/>
                  </a:cubicBezTo>
                  <a:cubicBezTo>
                    <a:pt x="779" y="124"/>
                    <a:pt x="793" y="132"/>
                    <a:pt x="807" y="147"/>
                  </a:cubicBezTo>
                  <a:cubicBezTo>
                    <a:pt x="821" y="162"/>
                    <a:pt x="839" y="188"/>
                    <a:pt x="851" y="205"/>
                  </a:cubicBezTo>
                  <a:cubicBezTo>
                    <a:pt x="863" y="222"/>
                    <a:pt x="875" y="242"/>
                    <a:pt x="880" y="249"/>
                  </a:cubicBezTo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9" name="Freeform 57">
              <a:extLst>
                <a:ext uri="{FF2B5EF4-FFF2-40B4-BE49-F238E27FC236}">
                  <a16:creationId xmlns:a16="http://schemas.microsoft.com/office/drawing/2014/main" id="{8198CA5D-6145-A6C4-7FD8-CC3B043B039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3" y="3575"/>
              <a:ext cx="785" cy="242"/>
            </a:xfrm>
            <a:custGeom>
              <a:avLst/>
              <a:gdLst>
                <a:gd name="T0" fmla="*/ 0 w 785"/>
                <a:gd name="T1" fmla="*/ 102 h 242"/>
                <a:gd name="T2" fmla="*/ 58 w 785"/>
                <a:gd name="T3" fmla="*/ 145 h 242"/>
                <a:gd name="T4" fmla="*/ 102 w 785"/>
                <a:gd name="T5" fmla="*/ 167 h 242"/>
                <a:gd name="T6" fmla="*/ 167 w 785"/>
                <a:gd name="T7" fmla="*/ 204 h 242"/>
                <a:gd name="T8" fmla="*/ 246 w 785"/>
                <a:gd name="T9" fmla="*/ 236 h 242"/>
                <a:gd name="T10" fmla="*/ 342 w 785"/>
                <a:gd name="T11" fmla="*/ 240 h 242"/>
                <a:gd name="T12" fmla="*/ 429 w 785"/>
                <a:gd name="T13" fmla="*/ 233 h 242"/>
                <a:gd name="T14" fmla="*/ 509 w 785"/>
                <a:gd name="T15" fmla="*/ 218 h 242"/>
                <a:gd name="T16" fmla="*/ 580 w 785"/>
                <a:gd name="T17" fmla="*/ 193 h 242"/>
                <a:gd name="T18" fmla="*/ 647 w 785"/>
                <a:gd name="T19" fmla="*/ 160 h 242"/>
                <a:gd name="T20" fmla="*/ 691 w 785"/>
                <a:gd name="T21" fmla="*/ 124 h 242"/>
                <a:gd name="T22" fmla="*/ 742 w 785"/>
                <a:gd name="T23" fmla="*/ 73 h 242"/>
                <a:gd name="T24" fmla="*/ 785 w 785"/>
                <a:gd name="T25" fmla="*/ 0 h 24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785"/>
                <a:gd name="T40" fmla="*/ 0 h 242"/>
                <a:gd name="T41" fmla="*/ 785 w 785"/>
                <a:gd name="T42" fmla="*/ 242 h 242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785" h="242">
                  <a:moveTo>
                    <a:pt x="0" y="102"/>
                  </a:moveTo>
                  <a:cubicBezTo>
                    <a:pt x="20" y="118"/>
                    <a:pt x="41" y="134"/>
                    <a:pt x="58" y="145"/>
                  </a:cubicBezTo>
                  <a:cubicBezTo>
                    <a:pt x="75" y="156"/>
                    <a:pt x="84" y="157"/>
                    <a:pt x="102" y="167"/>
                  </a:cubicBezTo>
                  <a:cubicBezTo>
                    <a:pt x="120" y="177"/>
                    <a:pt x="143" y="192"/>
                    <a:pt x="167" y="204"/>
                  </a:cubicBezTo>
                  <a:cubicBezTo>
                    <a:pt x="191" y="216"/>
                    <a:pt x="217" y="230"/>
                    <a:pt x="246" y="236"/>
                  </a:cubicBezTo>
                  <a:cubicBezTo>
                    <a:pt x="275" y="242"/>
                    <a:pt x="312" y="240"/>
                    <a:pt x="342" y="240"/>
                  </a:cubicBezTo>
                  <a:cubicBezTo>
                    <a:pt x="372" y="240"/>
                    <a:pt x="401" y="237"/>
                    <a:pt x="429" y="233"/>
                  </a:cubicBezTo>
                  <a:cubicBezTo>
                    <a:pt x="457" y="229"/>
                    <a:pt x="484" y="225"/>
                    <a:pt x="509" y="218"/>
                  </a:cubicBezTo>
                  <a:cubicBezTo>
                    <a:pt x="534" y="211"/>
                    <a:pt x="557" y="203"/>
                    <a:pt x="580" y="193"/>
                  </a:cubicBezTo>
                  <a:cubicBezTo>
                    <a:pt x="603" y="183"/>
                    <a:pt x="629" y="171"/>
                    <a:pt x="647" y="160"/>
                  </a:cubicBezTo>
                  <a:cubicBezTo>
                    <a:pt x="665" y="149"/>
                    <a:pt x="675" y="138"/>
                    <a:pt x="691" y="124"/>
                  </a:cubicBezTo>
                  <a:cubicBezTo>
                    <a:pt x="707" y="110"/>
                    <a:pt x="726" y="94"/>
                    <a:pt x="742" y="73"/>
                  </a:cubicBezTo>
                  <a:cubicBezTo>
                    <a:pt x="758" y="52"/>
                    <a:pt x="772" y="26"/>
                    <a:pt x="785" y="0"/>
                  </a:cubicBezTo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0" name="Freeform 58">
              <a:extLst>
                <a:ext uri="{FF2B5EF4-FFF2-40B4-BE49-F238E27FC236}">
                  <a16:creationId xmlns:a16="http://schemas.microsoft.com/office/drawing/2014/main" id="{D206588D-9E98-7C75-4E2D-1D2AC59BE15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9" y="3226"/>
              <a:ext cx="130" cy="436"/>
            </a:xfrm>
            <a:custGeom>
              <a:avLst/>
              <a:gdLst>
                <a:gd name="T0" fmla="*/ 130 w 130"/>
                <a:gd name="T1" fmla="*/ 0 h 436"/>
                <a:gd name="T2" fmla="*/ 87 w 130"/>
                <a:gd name="T3" fmla="*/ 29 h 436"/>
                <a:gd name="T4" fmla="*/ 36 w 130"/>
                <a:gd name="T5" fmla="*/ 80 h 436"/>
                <a:gd name="T6" fmla="*/ 14 w 130"/>
                <a:gd name="T7" fmla="*/ 145 h 436"/>
                <a:gd name="T8" fmla="*/ 0 w 130"/>
                <a:gd name="T9" fmla="*/ 234 h 436"/>
                <a:gd name="T10" fmla="*/ 14 w 130"/>
                <a:gd name="T11" fmla="*/ 298 h 436"/>
                <a:gd name="T12" fmla="*/ 58 w 130"/>
                <a:gd name="T13" fmla="*/ 363 h 436"/>
                <a:gd name="T14" fmla="*/ 79 w 130"/>
                <a:gd name="T15" fmla="*/ 407 h 436"/>
                <a:gd name="T16" fmla="*/ 116 w 130"/>
                <a:gd name="T17" fmla="*/ 436 h 4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30"/>
                <a:gd name="T28" fmla="*/ 0 h 436"/>
                <a:gd name="T29" fmla="*/ 130 w 130"/>
                <a:gd name="T30" fmla="*/ 436 h 4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30" h="436">
                  <a:moveTo>
                    <a:pt x="130" y="0"/>
                  </a:moveTo>
                  <a:cubicBezTo>
                    <a:pt x="116" y="8"/>
                    <a:pt x="103" y="16"/>
                    <a:pt x="87" y="29"/>
                  </a:cubicBezTo>
                  <a:cubicBezTo>
                    <a:pt x="71" y="42"/>
                    <a:pt x="48" y="61"/>
                    <a:pt x="36" y="80"/>
                  </a:cubicBezTo>
                  <a:cubicBezTo>
                    <a:pt x="24" y="99"/>
                    <a:pt x="20" y="119"/>
                    <a:pt x="14" y="145"/>
                  </a:cubicBezTo>
                  <a:cubicBezTo>
                    <a:pt x="8" y="171"/>
                    <a:pt x="0" y="209"/>
                    <a:pt x="0" y="234"/>
                  </a:cubicBezTo>
                  <a:cubicBezTo>
                    <a:pt x="0" y="259"/>
                    <a:pt x="4" y="276"/>
                    <a:pt x="14" y="298"/>
                  </a:cubicBezTo>
                  <a:cubicBezTo>
                    <a:pt x="24" y="320"/>
                    <a:pt x="47" y="345"/>
                    <a:pt x="58" y="363"/>
                  </a:cubicBezTo>
                  <a:cubicBezTo>
                    <a:pt x="69" y="381"/>
                    <a:pt x="69" y="395"/>
                    <a:pt x="79" y="407"/>
                  </a:cubicBezTo>
                  <a:cubicBezTo>
                    <a:pt x="89" y="419"/>
                    <a:pt x="106" y="430"/>
                    <a:pt x="116" y="436"/>
                  </a:cubicBezTo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1" name="Freeform 59">
              <a:extLst>
                <a:ext uri="{FF2B5EF4-FFF2-40B4-BE49-F238E27FC236}">
                  <a16:creationId xmlns:a16="http://schemas.microsoft.com/office/drawing/2014/main" id="{10AC0D4C-4718-0E4A-404B-650539C204D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2" y="3226"/>
              <a:ext cx="73" cy="451"/>
            </a:xfrm>
            <a:custGeom>
              <a:avLst/>
              <a:gdLst>
                <a:gd name="T0" fmla="*/ 73 w 73"/>
                <a:gd name="T1" fmla="*/ 0 h 451"/>
                <a:gd name="T2" fmla="*/ 36 w 73"/>
                <a:gd name="T3" fmla="*/ 73 h 451"/>
                <a:gd name="T4" fmla="*/ 7 w 73"/>
                <a:gd name="T5" fmla="*/ 145 h 451"/>
                <a:gd name="T6" fmla="*/ 0 w 73"/>
                <a:gd name="T7" fmla="*/ 211 h 451"/>
                <a:gd name="T8" fmla="*/ 7 w 73"/>
                <a:gd name="T9" fmla="*/ 269 h 451"/>
                <a:gd name="T10" fmla="*/ 22 w 73"/>
                <a:gd name="T11" fmla="*/ 342 h 451"/>
                <a:gd name="T12" fmla="*/ 44 w 73"/>
                <a:gd name="T13" fmla="*/ 393 h 451"/>
                <a:gd name="T14" fmla="*/ 73 w 73"/>
                <a:gd name="T15" fmla="*/ 451 h 45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73"/>
                <a:gd name="T25" fmla="*/ 0 h 451"/>
                <a:gd name="T26" fmla="*/ 73 w 73"/>
                <a:gd name="T27" fmla="*/ 451 h 451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73" h="451">
                  <a:moveTo>
                    <a:pt x="73" y="0"/>
                  </a:moveTo>
                  <a:cubicBezTo>
                    <a:pt x="59" y="25"/>
                    <a:pt x="47" y="49"/>
                    <a:pt x="36" y="73"/>
                  </a:cubicBezTo>
                  <a:cubicBezTo>
                    <a:pt x="25" y="97"/>
                    <a:pt x="13" y="122"/>
                    <a:pt x="7" y="145"/>
                  </a:cubicBezTo>
                  <a:cubicBezTo>
                    <a:pt x="1" y="168"/>
                    <a:pt x="0" y="190"/>
                    <a:pt x="0" y="211"/>
                  </a:cubicBezTo>
                  <a:cubicBezTo>
                    <a:pt x="0" y="232"/>
                    <a:pt x="3" y="247"/>
                    <a:pt x="7" y="269"/>
                  </a:cubicBezTo>
                  <a:cubicBezTo>
                    <a:pt x="11" y="291"/>
                    <a:pt x="16" y="321"/>
                    <a:pt x="22" y="342"/>
                  </a:cubicBezTo>
                  <a:cubicBezTo>
                    <a:pt x="28" y="363"/>
                    <a:pt x="35" y="375"/>
                    <a:pt x="44" y="393"/>
                  </a:cubicBezTo>
                  <a:cubicBezTo>
                    <a:pt x="53" y="411"/>
                    <a:pt x="62" y="431"/>
                    <a:pt x="73" y="451"/>
                  </a:cubicBezTo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2" name="Freeform 60">
              <a:extLst>
                <a:ext uri="{FF2B5EF4-FFF2-40B4-BE49-F238E27FC236}">
                  <a16:creationId xmlns:a16="http://schemas.microsoft.com/office/drawing/2014/main" id="{D4D0066F-51FE-2B33-9052-913DB8008F10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2" y="3218"/>
              <a:ext cx="128" cy="451"/>
            </a:xfrm>
            <a:custGeom>
              <a:avLst/>
              <a:gdLst>
                <a:gd name="T0" fmla="*/ 0 w 128"/>
                <a:gd name="T1" fmla="*/ 0 h 451"/>
                <a:gd name="T2" fmla="*/ 29 w 128"/>
                <a:gd name="T3" fmla="*/ 37 h 451"/>
                <a:gd name="T4" fmla="*/ 80 w 128"/>
                <a:gd name="T5" fmla="*/ 81 h 451"/>
                <a:gd name="T6" fmla="*/ 102 w 128"/>
                <a:gd name="T7" fmla="*/ 124 h 451"/>
                <a:gd name="T8" fmla="*/ 124 w 128"/>
                <a:gd name="T9" fmla="*/ 190 h 451"/>
                <a:gd name="T10" fmla="*/ 124 w 128"/>
                <a:gd name="T11" fmla="*/ 233 h 451"/>
                <a:gd name="T12" fmla="*/ 124 w 128"/>
                <a:gd name="T13" fmla="*/ 284 h 451"/>
                <a:gd name="T14" fmla="*/ 102 w 128"/>
                <a:gd name="T15" fmla="*/ 335 h 451"/>
                <a:gd name="T16" fmla="*/ 80 w 128"/>
                <a:gd name="T17" fmla="*/ 379 h 451"/>
                <a:gd name="T18" fmla="*/ 51 w 128"/>
                <a:gd name="T19" fmla="*/ 415 h 451"/>
                <a:gd name="T20" fmla="*/ 7 w 128"/>
                <a:gd name="T21" fmla="*/ 451 h 45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28"/>
                <a:gd name="T34" fmla="*/ 0 h 451"/>
                <a:gd name="T35" fmla="*/ 128 w 128"/>
                <a:gd name="T36" fmla="*/ 451 h 451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28" h="451">
                  <a:moveTo>
                    <a:pt x="0" y="0"/>
                  </a:moveTo>
                  <a:cubicBezTo>
                    <a:pt x="8" y="12"/>
                    <a:pt x="16" y="24"/>
                    <a:pt x="29" y="37"/>
                  </a:cubicBezTo>
                  <a:cubicBezTo>
                    <a:pt x="42" y="50"/>
                    <a:pt x="68" y="66"/>
                    <a:pt x="80" y="81"/>
                  </a:cubicBezTo>
                  <a:cubicBezTo>
                    <a:pt x="92" y="96"/>
                    <a:pt x="95" y="106"/>
                    <a:pt x="102" y="124"/>
                  </a:cubicBezTo>
                  <a:cubicBezTo>
                    <a:pt x="109" y="142"/>
                    <a:pt x="120" y="172"/>
                    <a:pt x="124" y="190"/>
                  </a:cubicBezTo>
                  <a:cubicBezTo>
                    <a:pt x="128" y="208"/>
                    <a:pt x="124" y="217"/>
                    <a:pt x="124" y="233"/>
                  </a:cubicBezTo>
                  <a:cubicBezTo>
                    <a:pt x="124" y="249"/>
                    <a:pt x="128" y="267"/>
                    <a:pt x="124" y="284"/>
                  </a:cubicBezTo>
                  <a:cubicBezTo>
                    <a:pt x="120" y="301"/>
                    <a:pt x="109" y="319"/>
                    <a:pt x="102" y="335"/>
                  </a:cubicBezTo>
                  <a:cubicBezTo>
                    <a:pt x="95" y="351"/>
                    <a:pt x="88" y="366"/>
                    <a:pt x="80" y="379"/>
                  </a:cubicBezTo>
                  <a:cubicBezTo>
                    <a:pt x="72" y="392"/>
                    <a:pt x="63" y="403"/>
                    <a:pt x="51" y="415"/>
                  </a:cubicBezTo>
                  <a:cubicBezTo>
                    <a:pt x="39" y="427"/>
                    <a:pt x="23" y="439"/>
                    <a:pt x="7" y="451"/>
                  </a:cubicBezTo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3" name="Freeform 61">
              <a:extLst>
                <a:ext uri="{FF2B5EF4-FFF2-40B4-BE49-F238E27FC236}">
                  <a16:creationId xmlns:a16="http://schemas.microsoft.com/office/drawing/2014/main" id="{67040027-402F-F366-8EE8-B5B8F7F14D06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7" y="3218"/>
              <a:ext cx="65" cy="451"/>
            </a:xfrm>
            <a:custGeom>
              <a:avLst/>
              <a:gdLst>
                <a:gd name="T0" fmla="*/ 0 w 65"/>
                <a:gd name="T1" fmla="*/ 0 h 451"/>
                <a:gd name="T2" fmla="*/ 21 w 65"/>
                <a:gd name="T3" fmla="*/ 44 h 451"/>
                <a:gd name="T4" fmla="*/ 43 w 65"/>
                <a:gd name="T5" fmla="*/ 95 h 451"/>
                <a:gd name="T6" fmla="*/ 58 w 65"/>
                <a:gd name="T7" fmla="*/ 161 h 451"/>
                <a:gd name="T8" fmla="*/ 65 w 65"/>
                <a:gd name="T9" fmla="*/ 233 h 451"/>
                <a:gd name="T10" fmla="*/ 58 w 65"/>
                <a:gd name="T11" fmla="*/ 284 h 451"/>
                <a:gd name="T12" fmla="*/ 43 w 65"/>
                <a:gd name="T13" fmla="*/ 335 h 451"/>
                <a:gd name="T14" fmla="*/ 29 w 65"/>
                <a:gd name="T15" fmla="*/ 393 h 451"/>
                <a:gd name="T16" fmla="*/ 0 w 65"/>
                <a:gd name="T17" fmla="*/ 451 h 45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65"/>
                <a:gd name="T28" fmla="*/ 0 h 451"/>
                <a:gd name="T29" fmla="*/ 65 w 65"/>
                <a:gd name="T30" fmla="*/ 451 h 45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5" h="451">
                  <a:moveTo>
                    <a:pt x="0" y="0"/>
                  </a:moveTo>
                  <a:cubicBezTo>
                    <a:pt x="6" y="13"/>
                    <a:pt x="14" y="28"/>
                    <a:pt x="21" y="44"/>
                  </a:cubicBezTo>
                  <a:cubicBezTo>
                    <a:pt x="28" y="60"/>
                    <a:pt x="37" y="76"/>
                    <a:pt x="43" y="95"/>
                  </a:cubicBezTo>
                  <a:cubicBezTo>
                    <a:pt x="49" y="114"/>
                    <a:pt x="54" y="138"/>
                    <a:pt x="58" y="161"/>
                  </a:cubicBezTo>
                  <a:cubicBezTo>
                    <a:pt x="62" y="184"/>
                    <a:pt x="65" y="213"/>
                    <a:pt x="65" y="233"/>
                  </a:cubicBezTo>
                  <a:cubicBezTo>
                    <a:pt x="65" y="253"/>
                    <a:pt x="62" y="267"/>
                    <a:pt x="58" y="284"/>
                  </a:cubicBezTo>
                  <a:cubicBezTo>
                    <a:pt x="54" y="301"/>
                    <a:pt x="48" y="317"/>
                    <a:pt x="43" y="335"/>
                  </a:cubicBezTo>
                  <a:cubicBezTo>
                    <a:pt x="38" y="353"/>
                    <a:pt x="36" y="374"/>
                    <a:pt x="29" y="393"/>
                  </a:cubicBezTo>
                  <a:cubicBezTo>
                    <a:pt x="22" y="412"/>
                    <a:pt x="11" y="431"/>
                    <a:pt x="0" y="451"/>
                  </a:cubicBezTo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4" name="Freeform 62">
              <a:extLst>
                <a:ext uri="{FF2B5EF4-FFF2-40B4-BE49-F238E27FC236}">
                  <a16:creationId xmlns:a16="http://schemas.microsoft.com/office/drawing/2014/main" id="{31417F97-6788-3CDF-853D-262BD1ADD46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6" y="3042"/>
              <a:ext cx="392" cy="67"/>
            </a:xfrm>
            <a:custGeom>
              <a:avLst/>
              <a:gdLst>
                <a:gd name="T0" fmla="*/ 0 w 392"/>
                <a:gd name="T1" fmla="*/ 67 h 67"/>
                <a:gd name="T2" fmla="*/ 43 w 392"/>
                <a:gd name="T3" fmla="*/ 31 h 67"/>
                <a:gd name="T4" fmla="*/ 101 w 392"/>
                <a:gd name="T5" fmla="*/ 9 h 67"/>
                <a:gd name="T6" fmla="*/ 160 w 392"/>
                <a:gd name="T7" fmla="*/ 2 h 67"/>
                <a:gd name="T8" fmla="*/ 225 w 392"/>
                <a:gd name="T9" fmla="*/ 2 h 67"/>
                <a:gd name="T10" fmla="*/ 283 w 392"/>
                <a:gd name="T11" fmla="*/ 16 h 67"/>
                <a:gd name="T12" fmla="*/ 341 w 392"/>
                <a:gd name="T13" fmla="*/ 38 h 67"/>
                <a:gd name="T14" fmla="*/ 392 w 392"/>
                <a:gd name="T15" fmla="*/ 60 h 6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392"/>
                <a:gd name="T25" fmla="*/ 0 h 67"/>
                <a:gd name="T26" fmla="*/ 392 w 392"/>
                <a:gd name="T27" fmla="*/ 67 h 67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392" h="67">
                  <a:moveTo>
                    <a:pt x="0" y="67"/>
                  </a:moveTo>
                  <a:cubicBezTo>
                    <a:pt x="7" y="62"/>
                    <a:pt x="26" y="41"/>
                    <a:pt x="43" y="31"/>
                  </a:cubicBezTo>
                  <a:cubicBezTo>
                    <a:pt x="60" y="21"/>
                    <a:pt x="82" y="14"/>
                    <a:pt x="101" y="9"/>
                  </a:cubicBezTo>
                  <a:cubicBezTo>
                    <a:pt x="120" y="4"/>
                    <a:pt x="139" y="3"/>
                    <a:pt x="160" y="2"/>
                  </a:cubicBezTo>
                  <a:cubicBezTo>
                    <a:pt x="181" y="1"/>
                    <a:pt x="205" y="0"/>
                    <a:pt x="225" y="2"/>
                  </a:cubicBezTo>
                  <a:cubicBezTo>
                    <a:pt x="245" y="4"/>
                    <a:pt x="264" y="10"/>
                    <a:pt x="283" y="16"/>
                  </a:cubicBezTo>
                  <a:cubicBezTo>
                    <a:pt x="302" y="22"/>
                    <a:pt x="323" y="31"/>
                    <a:pt x="341" y="38"/>
                  </a:cubicBezTo>
                  <a:cubicBezTo>
                    <a:pt x="359" y="45"/>
                    <a:pt x="381" y="56"/>
                    <a:pt x="392" y="60"/>
                  </a:cubicBezTo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5" name="Freeform 63">
              <a:extLst>
                <a:ext uri="{FF2B5EF4-FFF2-40B4-BE49-F238E27FC236}">
                  <a16:creationId xmlns:a16="http://schemas.microsoft.com/office/drawing/2014/main" id="{7B2D7FF4-2ACF-47E2-7A39-6E1D672AF2DA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6" y="3546"/>
              <a:ext cx="385" cy="66"/>
            </a:xfrm>
            <a:custGeom>
              <a:avLst/>
              <a:gdLst>
                <a:gd name="T0" fmla="*/ 0 w 385"/>
                <a:gd name="T1" fmla="*/ 0 h 66"/>
                <a:gd name="T2" fmla="*/ 51 w 385"/>
                <a:gd name="T3" fmla="*/ 22 h 66"/>
                <a:gd name="T4" fmla="*/ 94 w 385"/>
                <a:gd name="T5" fmla="*/ 43 h 66"/>
                <a:gd name="T6" fmla="*/ 138 w 385"/>
                <a:gd name="T7" fmla="*/ 58 h 66"/>
                <a:gd name="T8" fmla="*/ 211 w 385"/>
                <a:gd name="T9" fmla="*/ 65 h 66"/>
                <a:gd name="T10" fmla="*/ 278 w 385"/>
                <a:gd name="T11" fmla="*/ 62 h 66"/>
                <a:gd name="T12" fmla="*/ 336 w 385"/>
                <a:gd name="T13" fmla="*/ 42 h 66"/>
                <a:gd name="T14" fmla="*/ 385 w 385"/>
                <a:gd name="T15" fmla="*/ 14 h 6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385"/>
                <a:gd name="T25" fmla="*/ 0 h 66"/>
                <a:gd name="T26" fmla="*/ 385 w 385"/>
                <a:gd name="T27" fmla="*/ 66 h 6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385" h="66">
                  <a:moveTo>
                    <a:pt x="0" y="0"/>
                  </a:moveTo>
                  <a:cubicBezTo>
                    <a:pt x="17" y="7"/>
                    <a:pt x="35" y="15"/>
                    <a:pt x="51" y="22"/>
                  </a:cubicBezTo>
                  <a:cubicBezTo>
                    <a:pt x="67" y="29"/>
                    <a:pt x="80" y="37"/>
                    <a:pt x="94" y="43"/>
                  </a:cubicBezTo>
                  <a:cubicBezTo>
                    <a:pt x="108" y="49"/>
                    <a:pt x="119" y="54"/>
                    <a:pt x="138" y="58"/>
                  </a:cubicBezTo>
                  <a:cubicBezTo>
                    <a:pt x="157" y="62"/>
                    <a:pt x="188" y="64"/>
                    <a:pt x="211" y="65"/>
                  </a:cubicBezTo>
                  <a:cubicBezTo>
                    <a:pt x="234" y="66"/>
                    <a:pt x="257" y="66"/>
                    <a:pt x="278" y="62"/>
                  </a:cubicBezTo>
                  <a:cubicBezTo>
                    <a:pt x="299" y="58"/>
                    <a:pt x="318" y="50"/>
                    <a:pt x="336" y="42"/>
                  </a:cubicBezTo>
                  <a:cubicBezTo>
                    <a:pt x="354" y="34"/>
                    <a:pt x="375" y="20"/>
                    <a:pt x="385" y="14"/>
                  </a:cubicBezTo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6" name="Freeform 64">
              <a:extLst>
                <a:ext uri="{FF2B5EF4-FFF2-40B4-BE49-F238E27FC236}">
                  <a16:creationId xmlns:a16="http://schemas.microsoft.com/office/drawing/2014/main" id="{313D1719-9094-5492-8333-BF324076107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6" y="2549"/>
              <a:ext cx="859" cy="830"/>
            </a:xfrm>
            <a:custGeom>
              <a:avLst/>
              <a:gdLst>
                <a:gd name="T0" fmla="*/ 0 w 859"/>
                <a:gd name="T1" fmla="*/ 131 h 830"/>
                <a:gd name="T2" fmla="*/ 43 w 859"/>
                <a:gd name="T3" fmla="*/ 102 h 830"/>
                <a:gd name="T4" fmla="*/ 87 w 859"/>
                <a:gd name="T5" fmla="*/ 66 h 830"/>
                <a:gd name="T6" fmla="*/ 145 w 859"/>
                <a:gd name="T7" fmla="*/ 37 h 830"/>
                <a:gd name="T8" fmla="*/ 196 w 859"/>
                <a:gd name="T9" fmla="*/ 22 h 830"/>
                <a:gd name="T10" fmla="*/ 269 w 859"/>
                <a:gd name="T11" fmla="*/ 8 h 830"/>
                <a:gd name="T12" fmla="*/ 341 w 859"/>
                <a:gd name="T13" fmla="*/ 0 h 830"/>
                <a:gd name="T14" fmla="*/ 414 w 859"/>
                <a:gd name="T15" fmla="*/ 8 h 830"/>
                <a:gd name="T16" fmla="*/ 480 w 859"/>
                <a:gd name="T17" fmla="*/ 22 h 830"/>
                <a:gd name="T18" fmla="*/ 545 w 859"/>
                <a:gd name="T19" fmla="*/ 44 h 830"/>
                <a:gd name="T20" fmla="*/ 603 w 859"/>
                <a:gd name="T21" fmla="*/ 73 h 830"/>
                <a:gd name="T22" fmla="*/ 654 w 859"/>
                <a:gd name="T23" fmla="*/ 102 h 830"/>
                <a:gd name="T24" fmla="*/ 720 w 859"/>
                <a:gd name="T25" fmla="*/ 146 h 830"/>
                <a:gd name="T26" fmla="*/ 763 w 859"/>
                <a:gd name="T27" fmla="*/ 204 h 830"/>
                <a:gd name="T28" fmla="*/ 792 w 859"/>
                <a:gd name="T29" fmla="*/ 255 h 830"/>
                <a:gd name="T30" fmla="*/ 829 w 859"/>
                <a:gd name="T31" fmla="*/ 320 h 830"/>
                <a:gd name="T32" fmla="*/ 843 w 859"/>
                <a:gd name="T33" fmla="*/ 386 h 830"/>
                <a:gd name="T34" fmla="*/ 858 w 859"/>
                <a:gd name="T35" fmla="*/ 473 h 830"/>
                <a:gd name="T36" fmla="*/ 850 w 859"/>
                <a:gd name="T37" fmla="*/ 517 h 830"/>
                <a:gd name="T38" fmla="*/ 836 w 859"/>
                <a:gd name="T39" fmla="*/ 604 h 830"/>
                <a:gd name="T40" fmla="*/ 814 w 859"/>
                <a:gd name="T41" fmla="*/ 662 h 830"/>
                <a:gd name="T42" fmla="*/ 785 w 859"/>
                <a:gd name="T43" fmla="*/ 720 h 830"/>
                <a:gd name="T44" fmla="*/ 741 w 859"/>
                <a:gd name="T45" fmla="*/ 771 h 830"/>
                <a:gd name="T46" fmla="*/ 691 w 859"/>
                <a:gd name="T47" fmla="*/ 830 h 830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859"/>
                <a:gd name="T73" fmla="*/ 0 h 830"/>
                <a:gd name="T74" fmla="*/ 859 w 859"/>
                <a:gd name="T75" fmla="*/ 830 h 830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859" h="830">
                  <a:moveTo>
                    <a:pt x="0" y="131"/>
                  </a:moveTo>
                  <a:cubicBezTo>
                    <a:pt x="14" y="122"/>
                    <a:pt x="29" y="113"/>
                    <a:pt x="43" y="102"/>
                  </a:cubicBezTo>
                  <a:cubicBezTo>
                    <a:pt x="57" y="91"/>
                    <a:pt x="70" y="77"/>
                    <a:pt x="87" y="66"/>
                  </a:cubicBezTo>
                  <a:cubicBezTo>
                    <a:pt x="104" y="55"/>
                    <a:pt x="127" y="44"/>
                    <a:pt x="145" y="37"/>
                  </a:cubicBezTo>
                  <a:cubicBezTo>
                    <a:pt x="163" y="30"/>
                    <a:pt x="175" y="27"/>
                    <a:pt x="196" y="22"/>
                  </a:cubicBezTo>
                  <a:cubicBezTo>
                    <a:pt x="217" y="17"/>
                    <a:pt x="245" y="12"/>
                    <a:pt x="269" y="8"/>
                  </a:cubicBezTo>
                  <a:cubicBezTo>
                    <a:pt x="293" y="4"/>
                    <a:pt x="317" y="0"/>
                    <a:pt x="341" y="0"/>
                  </a:cubicBezTo>
                  <a:cubicBezTo>
                    <a:pt x="365" y="0"/>
                    <a:pt x="391" y="4"/>
                    <a:pt x="414" y="8"/>
                  </a:cubicBezTo>
                  <a:cubicBezTo>
                    <a:pt x="437" y="12"/>
                    <a:pt x="458" y="16"/>
                    <a:pt x="480" y="22"/>
                  </a:cubicBezTo>
                  <a:cubicBezTo>
                    <a:pt x="502" y="28"/>
                    <a:pt x="524" y="35"/>
                    <a:pt x="545" y="44"/>
                  </a:cubicBezTo>
                  <a:cubicBezTo>
                    <a:pt x="566" y="53"/>
                    <a:pt x="585" y="63"/>
                    <a:pt x="603" y="73"/>
                  </a:cubicBezTo>
                  <a:cubicBezTo>
                    <a:pt x="621" y="83"/>
                    <a:pt x="635" y="90"/>
                    <a:pt x="654" y="102"/>
                  </a:cubicBezTo>
                  <a:cubicBezTo>
                    <a:pt x="673" y="114"/>
                    <a:pt x="702" y="129"/>
                    <a:pt x="720" y="146"/>
                  </a:cubicBezTo>
                  <a:cubicBezTo>
                    <a:pt x="738" y="163"/>
                    <a:pt x="751" y="186"/>
                    <a:pt x="763" y="204"/>
                  </a:cubicBezTo>
                  <a:cubicBezTo>
                    <a:pt x="775" y="222"/>
                    <a:pt x="781" y="236"/>
                    <a:pt x="792" y="255"/>
                  </a:cubicBezTo>
                  <a:cubicBezTo>
                    <a:pt x="803" y="274"/>
                    <a:pt x="821" y="298"/>
                    <a:pt x="829" y="320"/>
                  </a:cubicBezTo>
                  <a:cubicBezTo>
                    <a:pt x="837" y="342"/>
                    <a:pt x="838" y="361"/>
                    <a:pt x="843" y="386"/>
                  </a:cubicBezTo>
                  <a:cubicBezTo>
                    <a:pt x="848" y="411"/>
                    <a:pt x="857" y="451"/>
                    <a:pt x="858" y="473"/>
                  </a:cubicBezTo>
                  <a:cubicBezTo>
                    <a:pt x="859" y="495"/>
                    <a:pt x="854" y="495"/>
                    <a:pt x="850" y="517"/>
                  </a:cubicBezTo>
                  <a:cubicBezTo>
                    <a:pt x="846" y="539"/>
                    <a:pt x="842" y="580"/>
                    <a:pt x="836" y="604"/>
                  </a:cubicBezTo>
                  <a:cubicBezTo>
                    <a:pt x="830" y="628"/>
                    <a:pt x="822" y="643"/>
                    <a:pt x="814" y="662"/>
                  </a:cubicBezTo>
                  <a:cubicBezTo>
                    <a:pt x="806" y="681"/>
                    <a:pt x="797" y="702"/>
                    <a:pt x="785" y="720"/>
                  </a:cubicBezTo>
                  <a:cubicBezTo>
                    <a:pt x="773" y="738"/>
                    <a:pt x="757" y="753"/>
                    <a:pt x="741" y="771"/>
                  </a:cubicBezTo>
                  <a:cubicBezTo>
                    <a:pt x="725" y="789"/>
                    <a:pt x="701" y="818"/>
                    <a:pt x="691" y="830"/>
                  </a:cubicBezTo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7" name="Freeform 65">
              <a:extLst>
                <a:ext uri="{FF2B5EF4-FFF2-40B4-BE49-F238E27FC236}">
                  <a16:creationId xmlns:a16="http://schemas.microsoft.com/office/drawing/2014/main" id="{E4FE47F4-A9AD-2C61-AA39-7A0D991CE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0" y="2655"/>
              <a:ext cx="340" cy="338"/>
            </a:xfrm>
            <a:custGeom>
              <a:avLst/>
              <a:gdLst>
                <a:gd name="T0" fmla="*/ 340 w 340"/>
                <a:gd name="T1" fmla="*/ 0 h 338"/>
                <a:gd name="T2" fmla="*/ 0 w 340"/>
                <a:gd name="T3" fmla="*/ 338 h 338"/>
                <a:gd name="T4" fmla="*/ 0 60000 65536"/>
                <a:gd name="T5" fmla="*/ 0 60000 65536"/>
                <a:gd name="T6" fmla="*/ 0 w 340"/>
                <a:gd name="T7" fmla="*/ 0 h 338"/>
                <a:gd name="T8" fmla="*/ 340 w 340"/>
                <a:gd name="T9" fmla="*/ 338 h 33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0" h="338">
                  <a:moveTo>
                    <a:pt x="340" y="0"/>
                  </a:moveTo>
                  <a:lnTo>
                    <a:pt x="0" y="338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8" name="Freeform 66">
              <a:extLst>
                <a:ext uri="{FF2B5EF4-FFF2-40B4-BE49-F238E27FC236}">
                  <a16:creationId xmlns:a16="http://schemas.microsoft.com/office/drawing/2014/main" id="{119C0F39-CA81-AA56-2E7E-5A1DE53AA28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8" y="2538"/>
              <a:ext cx="1862" cy="226"/>
            </a:xfrm>
            <a:custGeom>
              <a:avLst/>
              <a:gdLst>
                <a:gd name="T0" fmla="*/ 211 w 1862"/>
                <a:gd name="T1" fmla="*/ 7 h 226"/>
                <a:gd name="T2" fmla="*/ 1862 w 1862"/>
                <a:gd name="T3" fmla="*/ 0 h 226"/>
                <a:gd name="T4" fmla="*/ 1637 w 1862"/>
                <a:gd name="T5" fmla="*/ 226 h 226"/>
                <a:gd name="T6" fmla="*/ 0 w 1862"/>
                <a:gd name="T7" fmla="*/ 225 h 226"/>
                <a:gd name="T8" fmla="*/ 211 w 1862"/>
                <a:gd name="T9" fmla="*/ 7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862"/>
                <a:gd name="T16" fmla="*/ 0 h 226"/>
                <a:gd name="T17" fmla="*/ 1862 w 1862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862" h="226">
                  <a:moveTo>
                    <a:pt x="211" y="7"/>
                  </a:moveTo>
                  <a:lnTo>
                    <a:pt x="1862" y="0"/>
                  </a:lnTo>
                  <a:lnTo>
                    <a:pt x="1637" y="226"/>
                  </a:lnTo>
                  <a:lnTo>
                    <a:pt x="0" y="225"/>
                  </a:lnTo>
                  <a:lnTo>
                    <a:pt x="211" y="7"/>
                  </a:lnTo>
                  <a:close/>
                </a:path>
              </a:pathLst>
            </a:custGeom>
            <a:solidFill>
              <a:srgbClr val="336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9" name="Freeform 67">
              <a:extLst>
                <a:ext uri="{FF2B5EF4-FFF2-40B4-BE49-F238E27FC236}">
                  <a16:creationId xmlns:a16="http://schemas.microsoft.com/office/drawing/2014/main" id="{BF3AE121-45BA-B65C-60C2-6045A93C433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4" y="2553"/>
              <a:ext cx="1615" cy="1"/>
            </a:xfrm>
            <a:custGeom>
              <a:avLst/>
              <a:gdLst>
                <a:gd name="T0" fmla="*/ 1615 w 1615"/>
                <a:gd name="T1" fmla="*/ 0 h 1"/>
                <a:gd name="T2" fmla="*/ 0 w 1615"/>
                <a:gd name="T3" fmla="*/ 0 h 1"/>
                <a:gd name="T4" fmla="*/ 0 60000 65536"/>
                <a:gd name="T5" fmla="*/ 0 60000 65536"/>
                <a:gd name="T6" fmla="*/ 0 w 1615"/>
                <a:gd name="T7" fmla="*/ 0 h 1"/>
                <a:gd name="T8" fmla="*/ 1615 w 161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615" h="1">
                  <a:moveTo>
                    <a:pt x="1615" y="0"/>
                  </a:moveTo>
                  <a:lnTo>
                    <a:pt x="0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0" name="Line 68">
              <a:extLst>
                <a:ext uri="{FF2B5EF4-FFF2-40B4-BE49-F238E27FC236}">
                  <a16:creationId xmlns:a16="http://schemas.microsoft.com/office/drawing/2014/main" id="{CA7F608A-6759-8513-BB5F-46584514710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98" y="2546"/>
              <a:ext cx="219" cy="21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1" name="Line 69">
              <a:extLst>
                <a:ext uri="{FF2B5EF4-FFF2-40B4-BE49-F238E27FC236}">
                  <a16:creationId xmlns:a16="http://schemas.microsoft.com/office/drawing/2014/main" id="{5231649F-5875-07A9-929B-8FA42473822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96" y="3720"/>
              <a:ext cx="1161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2" name="Line 70">
              <a:extLst>
                <a:ext uri="{FF2B5EF4-FFF2-40B4-BE49-F238E27FC236}">
                  <a16:creationId xmlns:a16="http://schemas.microsoft.com/office/drawing/2014/main" id="{460088A2-4AB4-CC26-DEE9-0BBFF06F854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17" y="2760"/>
              <a:ext cx="162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35" name="Text Box 18">
            <a:extLst>
              <a:ext uri="{FF2B5EF4-FFF2-40B4-BE49-F238E27FC236}">
                <a16:creationId xmlns:a16="http://schemas.microsoft.com/office/drawing/2014/main" id="{91961233-4F13-A284-ED2A-C9F6ED1B65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19" y="412176"/>
            <a:ext cx="4169731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9.3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组合体的读图方法</a:t>
            </a:r>
          </a:p>
        </p:txBody>
      </p:sp>
    </p:spTree>
    <p:extLst>
      <p:ext uri="{BB962C8B-B14F-4D97-AF65-F5344CB8AC3E}">
        <p14:creationId xmlns:p14="http://schemas.microsoft.com/office/powerpoint/2010/main" val="1315104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75DEB8-A49D-F24A-3E8B-20B523472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>
            <a:extLst>
              <a:ext uri="{FF2B5EF4-FFF2-40B4-BE49-F238E27FC236}">
                <a16:creationId xmlns:a16="http://schemas.microsoft.com/office/drawing/2014/main" id="{91D6D6D9-DF60-E473-4FA9-43C3D6DA4F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19" y="412176"/>
            <a:ext cx="4169731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9.3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组合体的读图方法</a:t>
            </a:r>
          </a:p>
        </p:txBody>
      </p:sp>
      <p:sp>
        <p:nvSpPr>
          <p:cNvPr id="16" name="灯片编号占位符 3">
            <a:extLst>
              <a:ext uri="{FF2B5EF4-FFF2-40B4-BE49-F238E27FC236}">
                <a16:creationId xmlns:a16="http://schemas.microsoft.com/office/drawing/2014/main" id="{6D7E2F2B-A1B1-8BE0-8412-575B19691D5E}"/>
              </a:ext>
            </a:extLst>
          </p:cNvPr>
          <p:cNvSpPr txBox="1">
            <a:spLocks/>
          </p:cNvSpPr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  <a:pPr/>
              <a:t>28</a:t>
            </a:fld>
            <a:endParaRPr lang="en-US" altLang="zh-CN" dirty="0"/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5783F448-1EFF-62C6-1D73-0351723E700E}"/>
              </a:ext>
            </a:extLst>
          </p:cNvPr>
          <p:cNvGrpSpPr>
            <a:grpSpLocks/>
          </p:cNvGrpSpPr>
          <p:nvPr/>
        </p:nvGrpSpPr>
        <p:grpSpPr bwMode="auto">
          <a:xfrm>
            <a:off x="7321723" y="2773321"/>
            <a:ext cx="3194050" cy="2990850"/>
            <a:chOff x="3176" y="1851"/>
            <a:chExt cx="2262" cy="2097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011B793B-1DC5-317B-3859-DC6474F3D2DD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7" y="2074"/>
              <a:ext cx="959" cy="1376"/>
            </a:xfrm>
            <a:custGeom>
              <a:avLst/>
              <a:gdLst>
                <a:gd name="T0" fmla="*/ 825 w 959"/>
                <a:gd name="T1" fmla="*/ 0 h 1376"/>
                <a:gd name="T2" fmla="*/ 959 w 959"/>
                <a:gd name="T3" fmla="*/ 89 h 1376"/>
                <a:gd name="T4" fmla="*/ 959 w 959"/>
                <a:gd name="T5" fmla="*/ 832 h 1376"/>
                <a:gd name="T6" fmla="*/ 7 w 959"/>
                <a:gd name="T7" fmla="*/ 1376 h 1376"/>
                <a:gd name="T8" fmla="*/ 0 w 959"/>
                <a:gd name="T9" fmla="*/ 953 h 1376"/>
                <a:gd name="T10" fmla="*/ 459 w 959"/>
                <a:gd name="T11" fmla="*/ 204 h 1376"/>
                <a:gd name="T12" fmla="*/ 825 w 959"/>
                <a:gd name="T13" fmla="*/ 0 h 137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59"/>
                <a:gd name="T22" fmla="*/ 0 h 1376"/>
                <a:gd name="T23" fmla="*/ 959 w 959"/>
                <a:gd name="T24" fmla="*/ 1376 h 137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59" h="1376">
                  <a:moveTo>
                    <a:pt x="825" y="0"/>
                  </a:moveTo>
                  <a:lnTo>
                    <a:pt x="959" y="89"/>
                  </a:lnTo>
                  <a:lnTo>
                    <a:pt x="959" y="832"/>
                  </a:lnTo>
                  <a:lnTo>
                    <a:pt x="7" y="1376"/>
                  </a:lnTo>
                  <a:lnTo>
                    <a:pt x="0" y="953"/>
                  </a:lnTo>
                  <a:lnTo>
                    <a:pt x="459" y="204"/>
                  </a:lnTo>
                  <a:lnTo>
                    <a:pt x="825" y="0"/>
                  </a:lnTo>
                  <a:close/>
                </a:path>
              </a:pathLst>
            </a:custGeom>
            <a:solidFill>
              <a:srgbClr val="FF66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E93E92F0-DCA3-3CD8-4CCF-6E030B59AAD3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4" y="1865"/>
              <a:ext cx="1146" cy="407"/>
            </a:xfrm>
            <a:custGeom>
              <a:avLst/>
              <a:gdLst>
                <a:gd name="T0" fmla="*/ 0 w 1146"/>
                <a:gd name="T1" fmla="*/ 196 h 407"/>
                <a:gd name="T2" fmla="*/ 333 w 1146"/>
                <a:gd name="T3" fmla="*/ 0 h 407"/>
                <a:gd name="T4" fmla="*/ 1146 w 1146"/>
                <a:gd name="T5" fmla="*/ 215 h 407"/>
                <a:gd name="T6" fmla="*/ 826 w 1146"/>
                <a:gd name="T7" fmla="*/ 407 h 407"/>
                <a:gd name="T8" fmla="*/ 173 w 1146"/>
                <a:gd name="T9" fmla="*/ 234 h 407"/>
                <a:gd name="T10" fmla="*/ 0 w 1146"/>
                <a:gd name="T11" fmla="*/ 196 h 40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146"/>
                <a:gd name="T19" fmla="*/ 0 h 407"/>
                <a:gd name="T20" fmla="*/ 1146 w 1146"/>
                <a:gd name="T21" fmla="*/ 407 h 40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146" h="407">
                  <a:moveTo>
                    <a:pt x="0" y="196"/>
                  </a:moveTo>
                  <a:lnTo>
                    <a:pt x="333" y="0"/>
                  </a:lnTo>
                  <a:lnTo>
                    <a:pt x="1146" y="215"/>
                  </a:lnTo>
                  <a:lnTo>
                    <a:pt x="826" y="407"/>
                  </a:lnTo>
                  <a:lnTo>
                    <a:pt x="173" y="234"/>
                  </a:lnTo>
                  <a:lnTo>
                    <a:pt x="0" y="196"/>
                  </a:lnTo>
                  <a:close/>
                </a:path>
              </a:pathLst>
            </a:custGeom>
            <a:solidFill>
              <a:srgbClr val="FF6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CDCE0F6D-D96B-55CA-688A-EE2633980A8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1" y="2989"/>
              <a:ext cx="169" cy="454"/>
            </a:xfrm>
            <a:custGeom>
              <a:avLst/>
              <a:gdLst>
                <a:gd name="T0" fmla="*/ 0 w 169"/>
                <a:gd name="T1" fmla="*/ 0 h 454"/>
                <a:gd name="T2" fmla="*/ 0 w 169"/>
                <a:gd name="T3" fmla="*/ 409 h 454"/>
                <a:gd name="T4" fmla="*/ 169 w 169"/>
                <a:gd name="T5" fmla="*/ 454 h 454"/>
                <a:gd name="T6" fmla="*/ 169 w 169"/>
                <a:gd name="T7" fmla="*/ 32 h 454"/>
                <a:gd name="T8" fmla="*/ 0 w 169"/>
                <a:gd name="T9" fmla="*/ 0 h 45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9"/>
                <a:gd name="T16" fmla="*/ 0 h 454"/>
                <a:gd name="T17" fmla="*/ 169 w 169"/>
                <a:gd name="T18" fmla="*/ 454 h 45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9" h="454">
                  <a:moveTo>
                    <a:pt x="0" y="0"/>
                  </a:moveTo>
                  <a:lnTo>
                    <a:pt x="0" y="409"/>
                  </a:lnTo>
                  <a:lnTo>
                    <a:pt x="169" y="454"/>
                  </a:lnTo>
                  <a:lnTo>
                    <a:pt x="169" y="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9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E4F0D800-6D87-978D-3A1C-6945839A65E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2" y="2803"/>
              <a:ext cx="169" cy="314"/>
            </a:xfrm>
            <a:custGeom>
              <a:avLst/>
              <a:gdLst>
                <a:gd name="T0" fmla="*/ 0 w 169"/>
                <a:gd name="T1" fmla="*/ 0 h 314"/>
                <a:gd name="T2" fmla="*/ 169 w 169"/>
                <a:gd name="T3" fmla="*/ 45 h 314"/>
                <a:gd name="T4" fmla="*/ 0 w 169"/>
                <a:gd name="T5" fmla="*/ 314 h 314"/>
                <a:gd name="T6" fmla="*/ 0 w 169"/>
                <a:gd name="T7" fmla="*/ 0 h 31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9"/>
                <a:gd name="T13" fmla="*/ 0 h 314"/>
                <a:gd name="T14" fmla="*/ 169 w 169"/>
                <a:gd name="T15" fmla="*/ 314 h 31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9" h="314">
                  <a:moveTo>
                    <a:pt x="0" y="0"/>
                  </a:moveTo>
                  <a:lnTo>
                    <a:pt x="169" y="45"/>
                  </a:lnTo>
                  <a:lnTo>
                    <a:pt x="0" y="314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99FF"/>
                </a:gs>
                <a:gs pos="100000">
                  <a:srgbClr val="004776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DD4BB9DB-9910-C672-203D-1CC94FDE8920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4" y="3450"/>
              <a:ext cx="697" cy="486"/>
            </a:xfrm>
            <a:custGeom>
              <a:avLst/>
              <a:gdLst>
                <a:gd name="T0" fmla="*/ 0 w 697"/>
                <a:gd name="T1" fmla="*/ 0 h 486"/>
                <a:gd name="T2" fmla="*/ 0 w 697"/>
                <a:gd name="T3" fmla="*/ 307 h 486"/>
                <a:gd name="T4" fmla="*/ 697 w 697"/>
                <a:gd name="T5" fmla="*/ 486 h 486"/>
                <a:gd name="T6" fmla="*/ 697 w 697"/>
                <a:gd name="T7" fmla="*/ 179 h 486"/>
                <a:gd name="T8" fmla="*/ 0 w 697"/>
                <a:gd name="T9" fmla="*/ 0 h 4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97"/>
                <a:gd name="T16" fmla="*/ 0 h 486"/>
                <a:gd name="T17" fmla="*/ 697 w 697"/>
                <a:gd name="T18" fmla="*/ 486 h 48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97" h="486">
                  <a:moveTo>
                    <a:pt x="0" y="0"/>
                  </a:moveTo>
                  <a:lnTo>
                    <a:pt x="0" y="307"/>
                  </a:lnTo>
                  <a:lnTo>
                    <a:pt x="697" y="486"/>
                  </a:lnTo>
                  <a:lnTo>
                    <a:pt x="697" y="1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6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34A5C5E-CE67-71F8-BDD1-9BFDFB4AB93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8" y="3002"/>
              <a:ext cx="1363" cy="934"/>
            </a:xfrm>
            <a:custGeom>
              <a:avLst/>
              <a:gdLst>
                <a:gd name="T0" fmla="*/ 0 w 1363"/>
                <a:gd name="T1" fmla="*/ 633 h 934"/>
                <a:gd name="T2" fmla="*/ 0 w 1363"/>
                <a:gd name="T3" fmla="*/ 934 h 934"/>
                <a:gd name="T4" fmla="*/ 1350 w 1363"/>
                <a:gd name="T5" fmla="*/ 166 h 934"/>
                <a:gd name="T6" fmla="*/ 1363 w 1363"/>
                <a:gd name="T7" fmla="*/ 12 h 934"/>
                <a:gd name="T8" fmla="*/ 582 w 1363"/>
                <a:gd name="T9" fmla="*/ 444 h 934"/>
                <a:gd name="T10" fmla="*/ 390 w 1363"/>
                <a:gd name="T11" fmla="*/ 396 h 934"/>
                <a:gd name="T12" fmla="*/ 403 w 1363"/>
                <a:gd name="T13" fmla="*/ 0 h 934"/>
                <a:gd name="T14" fmla="*/ 0 w 1363"/>
                <a:gd name="T15" fmla="*/ 633 h 93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363"/>
                <a:gd name="T25" fmla="*/ 0 h 934"/>
                <a:gd name="T26" fmla="*/ 1363 w 1363"/>
                <a:gd name="T27" fmla="*/ 934 h 934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363" h="934">
                  <a:moveTo>
                    <a:pt x="0" y="633"/>
                  </a:moveTo>
                  <a:lnTo>
                    <a:pt x="0" y="934"/>
                  </a:lnTo>
                  <a:lnTo>
                    <a:pt x="1350" y="166"/>
                  </a:lnTo>
                  <a:lnTo>
                    <a:pt x="1363" y="12"/>
                  </a:lnTo>
                  <a:lnTo>
                    <a:pt x="582" y="444"/>
                  </a:lnTo>
                  <a:lnTo>
                    <a:pt x="390" y="396"/>
                  </a:lnTo>
                  <a:lnTo>
                    <a:pt x="403" y="0"/>
                  </a:lnTo>
                  <a:lnTo>
                    <a:pt x="0" y="633"/>
                  </a:lnTo>
                  <a:close/>
                </a:path>
              </a:pathLst>
            </a:custGeom>
            <a:gradFill rotWithShape="0">
              <a:gsLst>
                <a:gs pos="0">
                  <a:srgbClr val="FFFF00"/>
                </a:gs>
                <a:gs pos="100000">
                  <a:srgbClr val="76760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90D26BB4-5EF4-8894-3137-D9C0560CD3A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7" y="2064"/>
              <a:ext cx="1773" cy="1558"/>
            </a:xfrm>
            <a:custGeom>
              <a:avLst/>
              <a:gdLst>
                <a:gd name="T0" fmla="*/ 931 w 1773"/>
                <a:gd name="T1" fmla="*/ 0 h 1558"/>
                <a:gd name="T2" fmla="*/ 1773 w 1773"/>
                <a:gd name="T3" fmla="*/ 221 h 1558"/>
                <a:gd name="T4" fmla="*/ 1767 w 1773"/>
                <a:gd name="T5" fmla="*/ 192 h 1558"/>
                <a:gd name="T6" fmla="*/ 1267 w 1773"/>
                <a:gd name="T7" fmla="*/ 970 h 1558"/>
                <a:gd name="T8" fmla="*/ 1107 w 1773"/>
                <a:gd name="T9" fmla="*/ 925 h 1558"/>
                <a:gd name="T10" fmla="*/ 704 w 1773"/>
                <a:gd name="T11" fmla="*/ 1558 h 1558"/>
                <a:gd name="T12" fmla="*/ 0 w 1773"/>
                <a:gd name="T13" fmla="*/ 1392 h 1558"/>
                <a:gd name="T14" fmla="*/ 141 w 1773"/>
                <a:gd name="T15" fmla="*/ 1174 h 1558"/>
                <a:gd name="T16" fmla="*/ 333 w 1773"/>
                <a:gd name="T17" fmla="*/ 1226 h 1558"/>
                <a:gd name="T18" fmla="*/ 615 w 1773"/>
                <a:gd name="T19" fmla="*/ 788 h 1558"/>
                <a:gd name="T20" fmla="*/ 442 w 1773"/>
                <a:gd name="T21" fmla="*/ 746 h 1558"/>
                <a:gd name="T22" fmla="*/ 931 w 1773"/>
                <a:gd name="T23" fmla="*/ 0 h 1558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773"/>
                <a:gd name="T37" fmla="*/ 0 h 1558"/>
                <a:gd name="T38" fmla="*/ 1773 w 1773"/>
                <a:gd name="T39" fmla="*/ 1558 h 1558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773" h="1558">
                  <a:moveTo>
                    <a:pt x="931" y="0"/>
                  </a:moveTo>
                  <a:lnTo>
                    <a:pt x="1773" y="221"/>
                  </a:lnTo>
                  <a:lnTo>
                    <a:pt x="1767" y="192"/>
                  </a:lnTo>
                  <a:lnTo>
                    <a:pt x="1267" y="970"/>
                  </a:lnTo>
                  <a:lnTo>
                    <a:pt x="1107" y="925"/>
                  </a:lnTo>
                  <a:lnTo>
                    <a:pt x="704" y="1558"/>
                  </a:lnTo>
                  <a:lnTo>
                    <a:pt x="0" y="1392"/>
                  </a:lnTo>
                  <a:lnTo>
                    <a:pt x="141" y="1174"/>
                  </a:lnTo>
                  <a:lnTo>
                    <a:pt x="333" y="1226"/>
                  </a:lnTo>
                  <a:lnTo>
                    <a:pt x="615" y="788"/>
                  </a:lnTo>
                  <a:lnTo>
                    <a:pt x="442" y="746"/>
                  </a:lnTo>
                  <a:lnTo>
                    <a:pt x="931" y="0"/>
                  </a:lnTo>
                  <a:close/>
                </a:path>
              </a:pathLst>
            </a:custGeom>
            <a:solidFill>
              <a:srgbClr val="66FF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10" name="Group 10">
              <a:extLst>
                <a:ext uri="{FF2B5EF4-FFF2-40B4-BE49-F238E27FC236}">
                  <a16:creationId xmlns:a16="http://schemas.microsoft.com/office/drawing/2014/main" id="{D5D6A34B-EF0C-65C0-AC79-6B1736FD601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76" y="1851"/>
              <a:ext cx="2262" cy="2097"/>
              <a:chOff x="3176" y="1851"/>
              <a:chExt cx="2262" cy="2097"/>
            </a:xfrm>
          </p:grpSpPr>
          <p:sp>
            <p:nvSpPr>
              <p:cNvPr id="11" name="Line 11">
                <a:extLst>
                  <a:ext uri="{FF2B5EF4-FFF2-40B4-BE49-F238E27FC236}">
                    <a16:creationId xmlns:a16="http://schemas.microsoft.com/office/drawing/2014/main" id="{64086B94-8E3B-9CE9-3F25-0FE5B193EC6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93" y="3457"/>
                <a:ext cx="0" cy="311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" name="Line 12">
                <a:extLst>
                  <a:ext uri="{FF2B5EF4-FFF2-40B4-BE49-F238E27FC236}">
                    <a16:creationId xmlns:a16="http://schemas.microsoft.com/office/drawing/2014/main" id="{495C5AF3-30AB-7674-4804-9CAF625ED0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00" y="3624"/>
                <a:ext cx="0" cy="32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" name="Line 13">
                <a:extLst>
                  <a:ext uri="{FF2B5EF4-FFF2-40B4-BE49-F238E27FC236}">
                    <a16:creationId xmlns:a16="http://schemas.microsoft.com/office/drawing/2014/main" id="{BB6AF0FC-2EE9-D68E-7FE6-3FAC64871B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31" y="2802"/>
                <a:ext cx="0" cy="321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4" name="Line 14">
                <a:extLst>
                  <a:ext uri="{FF2B5EF4-FFF2-40B4-BE49-F238E27FC236}">
                    <a16:creationId xmlns:a16="http://schemas.microsoft.com/office/drawing/2014/main" id="{0442EC81-EB6D-0861-542E-5D7894AE57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01" y="2983"/>
                <a:ext cx="0" cy="42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5" name="Line 15">
                <a:extLst>
                  <a:ext uri="{FF2B5EF4-FFF2-40B4-BE49-F238E27FC236}">
                    <a16:creationId xmlns:a16="http://schemas.microsoft.com/office/drawing/2014/main" id="{B6CCD892-CC54-ECC3-E70F-EFCFDE0C1A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72" y="3010"/>
                <a:ext cx="0" cy="46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7" name="Line 16">
                <a:extLst>
                  <a:ext uri="{FF2B5EF4-FFF2-40B4-BE49-F238E27FC236}">
                    <a16:creationId xmlns:a16="http://schemas.microsoft.com/office/drawing/2014/main" id="{ACD6A0EB-E1F8-55AF-B04D-36E72DBD00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430" y="2162"/>
                <a:ext cx="0" cy="76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8" name="Line 17">
                <a:extLst>
                  <a:ext uri="{FF2B5EF4-FFF2-40B4-BE49-F238E27FC236}">
                    <a16:creationId xmlns:a16="http://schemas.microsoft.com/office/drawing/2014/main" id="{0B3FE904-054A-3C70-2A9C-07EC820AEC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76" y="3451"/>
                <a:ext cx="732" cy="18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9" name="Line 18">
                <a:extLst>
                  <a:ext uri="{FF2B5EF4-FFF2-40B4-BE49-F238E27FC236}">
                    <a16:creationId xmlns:a16="http://schemas.microsoft.com/office/drawing/2014/main" id="{36A6CB94-BA8B-0401-19CD-3A3DC23798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80" y="3748"/>
                <a:ext cx="731" cy="19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" name="Line 19">
                <a:extLst>
                  <a:ext uri="{FF2B5EF4-FFF2-40B4-BE49-F238E27FC236}">
                    <a16:creationId xmlns:a16="http://schemas.microsoft.com/office/drawing/2014/main" id="{804F2C28-C993-66AC-12B6-0F8A3A24FF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12" y="2058"/>
                <a:ext cx="844" cy="219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1" name="Line 20">
                <a:extLst>
                  <a:ext uri="{FF2B5EF4-FFF2-40B4-BE49-F238E27FC236}">
                    <a16:creationId xmlns:a16="http://schemas.microsoft.com/office/drawing/2014/main" id="{B3D5E7DA-9000-B35D-D4E0-9B7863C148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947" y="2076"/>
                <a:ext cx="354" cy="20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2" name="Line 21">
                <a:extLst>
                  <a:ext uri="{FF2B5EF4-FFF2-40B4-BE49-F238E27FC236}">
                    <a16:creationId xmlns:a16="http://schemas.microsoft.com/office/drawing/2014/main" id="{63E31DEE-9DF5-B34B-7559-E8082AE2A2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53" y="1853"/>
                <a:ext cx="858" cy="23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3" name="Line 22">
                <a:extLst>
                  <a:ext uri="{FF2B5EF4-FFF2-40B4-BE49-F238E27FC236}">
                    <a16:creationId xmlns:a16="http://schemas.microsoft.com/office/drawing/2014/main" id="{EA058168-5776-6A14-AB45-1DE5F97C51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17" y="2802"/>
                <a:ext cx="186" cy="43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4" name="Line 23">
                <a:extLst>
                  <a:ext uri="{FF2B5EF4-FFF2-40B4-BE49-F238E27FC236}">
                    <a16:creationId xmlns:a16="http://schemas.microsoft.com/office/drawing/2014/main" id="{71575EBB-F4BC-AE39-93A8-30A2A63F9A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84" y="2982"/>
                <a:ext cx="182" cy="49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5" name="Line 24">
                <a:extLst>
                  <a:ext uri="{FF2B5EF4-FFF2-40B4-BE49-F238E27FC236}">
                    <a16:creationId xmlns:a16="http://schemas.microsoft.com/office/drawing/2014/main" id="{223EAFC8-AA20-4822-CE7D-C845A332273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93" y="3405"/>
                <a:ext cx="188" cy="49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6" name="Line 25">
                <a:extLst>
                  <a:ext uri="{FF2B5EF4-FFF2-40B4-BE49-F238E27FC236}">
                    <a16:creationId xmlns:a16="http://schemas.microsoft.com/office/drawing/2014/main" id="{C1D32A00-5B04-D67B-1F62-ED5E1F8397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480" y="2902"/>
                <a:ext cx="958" cy="553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7" name="Line 26">
                <a:extLst>
                  <a:ext uri="{FF2B5EF4-FFF2-40B4-BE49-F238E27FC236}">
                    <a16:creationId xmlns:a16="http://schemas.microsoft.com/office/drawing/2014/main" id="{EB43B993-FF7F-9054-062C-CE7ECBA519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57" y="3010"/>
                <a:ext cx="0" cy="157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" name="Line 27">
                <a:extLst>
                  <a:ext uri="{FF2B5EF4-FFF2-40B4-BE49-F238E27FC236}">
                    <a16:creationId xmlns:a16="http://schemas.microsoft.com/office/drawing/2014/main" id="{2632628C-5FEC-A820-C055-56C6BAEDF5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894" y="3150"/>
                <a:ext cx="1371" cy="792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9" name="Line 28">
                <a:extLst>
                  <a:ext uri="{FF2B5EF4-FFF2-40B4-BE49-F238E27FC236}">
                    <a16:creationId xmlns:a16="http://schemas.microsoft.com/office/drawing/2014/main" id="{2B41C72D-800C-344A-6E80-60B452F324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133" y="1851"/>
                <a:ext cx="354" cy="20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0" name="Freeform 29">
                <a:extLst>
                  <a:ext uri="{FF2B5EF4-FFF2-40B4-BE49-F238E27FC236}">
                    <a16:creationId xmlns:a16="http://schemas.microsoft.com/office/drawing/2014/main" id="{16108B06-1C47-A325-B453-0146A20117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6" y="2074"/>
                <a:ext cx="126" cy="93"/>
              </a:xfrm>
              <a:custGeom>
                <a:avLst/>
                <a:gdLst>
                  <a:gd name="T0" fmla="*/ 0 w 126"/>
                  <a:gd name="T1" fmla="*/ 0 h 93"/>
                  <a:gd name="T2" fmla="*/ 126 w 126"/>
                  <a:gd name="T3" fmla="*/ 93 h 93"/>
                  <a:gd name="T4" fmla="*/ 0 60000 65536"/>
                  <a:gd name="T5" fmla="*/ 0 60000 65536"/>
                  <a:gd name="T6" fmla="*/ 0 w 126"/>
                  <a:gd name="T7" fmla="*/ 0 h 93"/>
                  <a:gd name="T8" fmla="*/ 126 w 126"/>
                  <a:gd name="T9" fmla="*/ 93 h 9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26" h="93">
                    <a:moveTo>
                      <a:pt x="0" y="0"/>
                    </a:moveTo>
                    <a:lnTo>
                      <a:pt x="126" y="93"/>
                    </a:lnTo>
                  </a:path>
                </a:pathLst>
              </a:custGeom>
              <a:gradFill rotWithShape="0">
                <a:gsLst>
                  <a:gs pos="0">
                    <a:srgbClr val="761800"/>
                  </a:gs>
                  <a:gs pos="50000">
                    <a:srgbClr val="FF3300"/>
                  </a:gs>
                  <a:gs pos="100000">
                    <a:srgbClr val="761800"/>
                  </a:gs>
                </a:gsLst>
                <a:lin ang="18900000" scaled="1"/>
              </a:gradFill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1" name="Line 30">
                <a:extLst>
                  <a:ext uri="{FF2B5EF4-FFF2-40B4-BE49-F238E27FC236}">
                    <a16:creationId xmlns:a16="http://schemas.microsoft.com/office/drawing/2014/main" id="{0C3C994B-232C-72BF-E784-8B80ABA3AD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458" y="2277"/>
                <a:ext cx="487" cy="749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2" name="Line 31">
                <a:extLst>
                  <a:ext uri="{FF2B5EF4-FFF2-40B4-BE49-F238E27FC236}">
                    <a16:creationId xmlns:a16="http://schemas.microsoft.com/office/drawing/2014/main" id="{34757EE1-327B-BB43-9931-B7BF1C90DF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624" y="2067"/>
                <a:ext cx="493" cy="74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3" name="Line 32">
                <a:extLst>
                  <a:ext uri="{FF2B5EF4-FFF2-40B4-BE49-F238E27FC236}">
                    <a16:creationId xmlns:a16="http://schemas.microsoft.com/office/drawing/2014/main" id="{68A01B19-B571-4B2F-76A2-4521223C2C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505" y="2845"/>
                <a:ext cx="298" cy="449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4" name="Line 33">
                <a:extLst>
                  <a:ext uri="{FF2B5EF4-FFF2-40B4-BE49-F238E27FC236}">
                    <a16:creationId xmlns:a16="http://schemas.microsoft.com/office/drawing/2014/main" id="{AFEBEE02-3EA7-3B31-7DAC-5958A9BA34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323" y="3237"/>
                <a:ext cx="189" cy="51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5" name="Line 34">
                <a:extLst>
                  <a:ext uri="{FF2B5EF4-FFF2-40B4-BE49-F238E27FC236}">
                    <a16:creationId xmlns:a16="http://schemas.microsoft.com/office/drawing/2014/main" id="{1ACA0416-9CE3-6425-7418-FCAAE34A6E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88" y="3237"/>
                <a:ext cx="143" cy="218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6" name="Line 35">
                <a:extLst>
                  <a:ext uri="{FF2B5EF4-FFF2-40B4-BE49-F238E27FC236}">
                    <a16:creationId xmlns:a16="http://schemas.microsoft.com/office/drawing/2014/main" id="{EADF62CA-52FE-F245-85BF-3F50278C9E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891" y="2982"/>
                <a:ext cx="407" cy="655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8" name="Oval 36">
                <a:extLst>
                  <a:ext uri="{FF2B5EF4-FFF2-40B4-BE49-F238E27FC236}">
                    <a16:creationId xmlns:a16="http://schemas.microsoft.com/office/drawing/2014/main" id="{3F834DEF-CE12-9230-E0F0-53A0FBA97A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2156307">
                <a:off x="4911" y="2489"/>
                <a:ext cx="277" cy="437"/>
              </a:xfrm>
              <a:prstGeom prst="ellipse">
                <a:avLst/>
              </a:prstGeom>
              <a:gradFill rotWithShape="0">
                <a:gsLst>
                  <a:gs pos="0">
                    <a:srgbClr val="761800"/>
                  </a:gs>
                  <a:gs pos="50000">
                    <a:srgbClr val="FF3300"/>
                  </a:gs>
                  <a:gs pos="100000">
                    <a:srgbClr val="761800"/>
                  </a:gs>
                </a:gsLst>
                <a:lin ang="18900000" scaled="1"/>
              </a:gradFill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39" name="Line 38">
            <a:extLst>
              <a:ext uri="{FF2B5EF4-FFF2-40B4-BE49-F238E27FC236}">
                <a16:creationId xmlns:a16="http://schemas.microsoft.com/office/drawing/2014/main" id="{412470F5-62A5-B542-4EEE-C623B8EF2A2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25911" y="2388270"/>
            <a:ext cx="1974850" cy="1042987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4AAAAB0C-92AA-A02A-11DA-99764FB4A5CB}"/>
              </a:ext>
            </a:extLst>
          </p:cNvPr>
          <p:cNvSpPr>
            <a:spLocks/>
          </p:cNvSpPr>
          <p:nvPr/>
        </p:nvSpPr>
        <p:spPr bwMode="auto">
          <a:xfrm>
            <a:off x="2711624" y="3948782"/>
            <a:ext cx="3636962" cy="1588"/>
          </a:xfrm>
          <a:custGeom>
            <a:avLst/>
            <a:gdLst>
              <a:gd name="T0" fmla="*/ 0 w 2291"/>
              <a:gd name="T1" fmla="*/ 0 h 1"/>
              <a:gd name="T2" fmla="*/ 2147483646 w 2291"/>
              <a:gd name="T3" fmla="*/ 0 h 1"/>
              <a:gd name="T4" fmla="*/ 0 60000 65536"/>
              <a:gd name="T5" fmla="*/ 0 60000 65536"/>
              <a:gd name="T6" fmla="*/ 0 w 2291"/>
              <a:gd name="T7" fmla="*/ 0 h 1"/>
              <a:gd name="T8" fmla="*/ 2291 w 2291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291" h="1">
                <a:moveTo>
                  <a:pt x="0" y="0"/>
                </a:moveTo>
                <a:lnTo>
                  <a:pt x="2291" y="0"/>
                </a:lnTo>
              </a:path>
            </a:pathLst>
          </a:cu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1" name="Line 40">
            <a:extLst>
              <a:ext uri="{FF2B5EF4-FFF2-40B4-BE49-F238E27FC236}">
                <a16:creationId xmlns:a16="http://schemas.microsoft.com/office/drawing/2014/main" id="{420DAF5C-A91B-20B1-A0AF-FA03F71608B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25911" y="3431257"/>
            <a:ext cx="0" cy="522288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2" name="Line 41">
            <a:extLst>
              <a:ext uri="{FF2B5EF4-FFF2-40B4-BE49-F238E27FC236}">
                <a16:creationId xmlns:a16="http://schemas.microsoft.com/office/drawing/2014/main" id="{4F638D6F-CCA9-1B9C-8B2D-452356D11B50}"/>
              </a:ext>
            </a:extLst>
          </p:cNvPr>
          <p:cNvSpPr>
            <a:spLocks noChangeShapeType="1"/>
          </p:cNvSpPr>
          <p:nvPr/>
        </p:nvSpPr>
        <p:spPr bwMode="auto">
          <a:xfrm>
            <a:off x="4700761" y="2388270"/>
            <a:ext cx="116205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3" name="Line 42">
            <a:extLst>
              <a:ext uri="{FF2B5EF4-FFF2-40B4-BE49-F238E27FC236}">
                <a16:creationId xmlns:a16="http://schemas.microsoft.com/office/drawing/2014/main" id="{1111637A-1138-8C46-19C3-8A838F5423BE}"/>
              </a:ext>
            </a:extLst>
          </p:cNvPr>
          <p:cNvSpPr>
            <a:spLocks noChangeShapeType="1"/>
          </p:cNvSpPr>
          <p:nvPr/>
        </p:nvSpPr>
        <p:spPr bwMode="auto">
          <a:xfrm>
            <a:off x="5862811" y="2388270"/>
            <a:ext cx="465138" cy="417512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4" name="Line 43">
            <a:extLst>
              <a:ext uri="{FF2B5EF4-FFF2-40B4-BE49-F238E27FC236}">
                <a16:creationId xmlns:a16="http://schemas.microsoft.com/office/drawing/2014/main" id="{6468D7DA-4250-E612-7C5B-F24F9F48FE6F}"/>
              </a:ext>
            </a:extLst>
          </p:cNvPr>
          <p:cNvSpPr>
            <a:spLocks noChangeShapeType="1"/>
          </p:cNvSpPr>
          <p:nvPr/>
        </p:nvSpPr>
        <p:spPr bwMode="auto">
          <a:xfrm>
            <a:off x="6327949" y="2805782"/>
            <a:ext cx="0" cy="1147763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0E678829-A750-886C-F646-FEDD936FBE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4124" y="2774032"/>
            <a:ext cx="696912" cy="701675"/>
          </a:xfrm>
          <a:prstGeom prst="ellips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6" name="Line 48">
            <a:extLst>
              <a:ext uri="{FF2B5EF4-FFF2-40B4-BE49-F238E27FC236}">
                <a16:creationId xmlns:a16="http://schemas.microsoft.com/office/drawing/2014/main" id="{9AE16765-1D13-1DD8-9CD7-30CF0C7FAAB1}"/>
              </a:ext>
            </a:extLst>
          </p:cNvPr>
          <p:cNvSpPr>
            <a:spLocks noChangeShapeType="1"/>
          </p:cNvSpPr>
          <p:nvPr/>
        </p:nvSpPr>
        <p:spPr bwMode="auto">
          <a:xfrm>
            <a:off x="2725911" y="4369470"/>
            <a:ext cx="0" cy="114935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7" name="Freeform 50">
            <a:extLst>
              <a:ext uri="{FF2B5EF4-FFF2-40B4-BE49-F238E27FC236}">
                <a16:creationId xmlns:a16="http://schemas.microsoft.com/office/drawing/2014/main" id="{59E9B2C9-BD09-D172-6E30-D0A0BDAC090D}"/>
              </a:ext>
            </a:extLst>
          </p:cNvPr>
          <p:cNvSpPr>
            <a:spLocks/>
          </p:cNvSpPr>
          <p:nvPr/>
        </p:nvSpPr>
        <p:spPr bwMode="auto">
          <a:xfrm>
            <a:off x="6324774" y="4369470"/>
            <a:ext cx="3175" cy="1589087"/>
          </a:xfrm>
          <a:custGeom>
            <a:avLst/>
            <a:gdLst>
              <a:gd name="T0" fmla="*/ 2147483646 w 2"/>
              <a:gd name="T1" fmla="*/ 0 h 1001"/>
              <a:gd name="T2" fmla="*/ 0 w 2"/>
              <a:gd name="T3" fmla="*/ 2147483646 h 1001"/>
              <a:gd name="T4" fmla="*/ 0 60000 65536"/>
              <a:gd name="T5" fmla="*/ 0 60000 65536"/>
              <a:gd name="T6" fmla="*/ 0 w 2"/>
              <a:gd name="T7" fmla="*/ 0 h 1001"/>
              <a:gd name="T8" fmla="*/ 2 w 2"/>
              <a:gd name="T9" fmla="*/ 1001 h 100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" h="1001">
                <a:moveTo>
                  <a:pt x="2" y="0"/>
                </a:moveTo>
                <a:lnTo>
                  <a:pt x="0" y="1001"/>
                </a:lnTo>
              </a:path>
            </a:pathLst>
          </a:cu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8" name="Line 52">
            <a:extLst>
              <a:ext uri="{FF2B5EF4-FFF2-40B4-BE49-F238E27FC236}">
                <a16:creationId xmlns:a16="http://schemas.microsoft.com/office/drawing/2014/main" id="{500C2099-DA4C-BDC5-E68B-4B75F7E148C4}"/>
              </a:ext>
            </a:extLst>
          </p:cNvPr>
          <p:cNvSpPr>
            <a:spLocks noChangeShapeType="1"/>
          </p:cNvSpPr>
          <p:nvPr/>
        </p:nvSpPr>
        <p:spPr bwMode="auto">
          <a:xfrm>
            <a:off x="5631036" y="4369470"/>
            <a:ext cx="0" cy="1565275"/>
          </a:xfrm>
          <a:prstGeom prst="line">
            <a:avLst/>
          </a:prstGeom>
          <a:noFill/>
          <a:ln w="12700">
            <a:solidFill>
              <a:srgbClr val="000000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9" name="Line 53">
            <a:extLst>
              <a:ext uri="{FF2B5EF4-FFF2-40B4-BE49-F238E27FC236}">
                <a16:creationId xmlns:a16="http://schemas.microsoft.com/office/drawing/2014/main" id="{702A9B51-A4A1-440E-EF90-3C2A8453F1BD}"/>
              </a:ext>
            </a:extLst>
          </p:cNvPr>
          <p:cNvSpPr>
            <a:spLocks noChangeShapeType="1"/>
          </p:cNvSpPr>
          <p:nvPr/>
        </p:nvSpPr>
        <p:spPr bwMode="auto">
          <a:xfrm>
            <a:off x="4934124" y="4369470"/>
            <a:ext cx="0" cy="1565275"/>
          </a:xfrm>
          <a:prstGeom prst="line">
            <a:avLst/>
          </a:prstGeom>
          <a:noFill/>
          <a:ln w="12700">
            <a:solidFill>
              <a:srgbClr val="000000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0" name="Line 54">
            <a:extLst>
              <a:ext uri="{FF2B5EF4-FFF2-40B4-BE49-F238E27FC236}">
                <a16:creationId xmlns:a16="http://schemas.microsoft.com/office/drawing/2014/main" id="{D404CBF6-3A2C-6C42-7250-52DC34550E1C}"/>
              </a:ext>
            </a:extLst>
          </p:cNvPr>
          <p:cNvSpPr>
            <a:spLocks noChangeShapeType="1"/>
          </p:cNvSpPr>
          <p:nvPr/>
        </p:nvSpPr>
        <p:spPr bwMode="auto">
          <a:xfrm>
            <a:off x="5862811" y="4369470"/>
            <a:ext cx="0" cy="156527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1" name="Line 55">
            <a:extLst>
              <a:ext uri="{FF2B5EF4-FFF2-40B4-BE49-F238E27FC236}">
                <a16:creationId xmlns:a16="http://schemas.microsoft.com/office/drawing/2014/main" id="{BF41ACEE-9179-D5AA-D5F7-BC2A65928766}"/>
              </a:ext>
            </a:extLst>
          </p:cNvPr>
          <p:cNvSpPr>
            <a:spLocks noChangeShapeType="1"/>
          </p:cNvSpPr>
          <p:nvPr/>
        </p:nvSpPr>
        <p:spPr bwMode="auto">
          <a:xfrm>
            <a:off x="4700761" y="4369470"/>
            <a:ext cx="0" cy="156527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2" name="Line 56">
            <a:extLst>
              <a:ext uri="{FF2B5EF4-FFF2-40B4-BE49-F238E27FC236}">
                <a16:creationId xmlns:a16="http://schemas.microsoft.com/office/drawing/2014/main" id="{93B18A20-993D-EBCA-17C1-418B531AA707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9736" y="2701007"/>
            <a:ext cx="0" cy="1252538"/>
          </a:xfrm>
          <a:prstGeom prst="line">
            <a:avLst/>
          </a:prstGeom>
          <a:noFill/>
          <a:ln w="12700">
            <a:solidFill>
              <a:srgbClr val="000000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3" name="Line 57">
            <a:extLst>
              <a:ext uri="{FF2B5EF4-FFF2-40B4-BE49-F238E27FC236}">
                <a16:creationId xmlns:a16="http://schemas.microsoft.com/office/drawing/2014/main" id="{8B3FB461-A92D-9FE5-BE27-8F20BBA9AE62}"/>
              </a:ext>
            </a:extLst>
          </p:cNvPr>
          <p:cNvSpPr>
            <a:spLocks noChangeShapeType="1"/>
          </p:cNvSpPr>
          <p:nvPr/>
        </p:nvSpPr>
        <p:spPr bwMode="auto">
          <a:xfrm>
            <a:off x="3191049" y="3223295"/>
            <a:ext cx="0" cy="730250"/>
          </a:xfrm>
          <a:prstGeom prst="line">
            <a:avLst/>
          </a:prstGeom>
          <a:noFill/>
          <a:ln w="12700">
            <a:solidFill>
              <a:srgbClr val="000000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4" name="Freeform 58">
            <a:extLst>
              <a:ext uri="{FF2B5EF4-FFF2-40B4-BE49-F238E27FC236}">
                <a16:creationId xmlns:a16="http://schemas.microsoft.com/office/drawing/2014/main" id="{AE8409F9-E7F5-7CAC-563B-DBC4FD3B88D3}"/>
              </a:ext>
            </a:extLst>
          </p:cNvPr>
          <p:cNvSpPr>
            <a:spLocks/>
          </p:cNvSpPr>
          <p:nvPr/>
        </p:nvSpPr>
        <p:spPr bwMode="auto">
          <a:xfrm>
            <a:off x="3197399" y="4364707"/>
            <a:ext cx="1587" cy="334963"/>
          </a:xfrm>
          <a:custGeom>
            <a:avLst/>
            <a:gdLst>
              <a:gd name="T0" fmla="*/ 0 w 1"/>
              <a:gd name="T1" fmla="*/ 0 h 211"/>
              <a:gd name="T2" fmla="*/ 0 w 1"/>
              <a:gd name="T3" fmla="*/ 2147483646 h 211"/>
              <a:gd name="T4" fmla="*/ 0 60000 65536"/>
              <a:gd name="T5" fmla="*/ 0 60000 65536"/>
              <a:gd name="T6" fmla="*/ 0 w 1"/>
              <a:gd name="T7" fmla="*/ 0 h 211"/>
              <a:gd name="T8" fmla="*/ 1 w 1"/>
              <a:gd name="T9" fmla="*/ 211 h 21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211">
                <a:moveTo>
                  <a:pt x="0" y="0"/>
                </a:moveTo>
                <a:lnTo>
                  <a:pt x="0" y="211"/>
                </a:lnTo>
              </a:path>
            </a:pathLst>
          </a:cu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5" name="Freeform 59">
            <a:extLst>
              <a:ext uri="{FF2B5EF4-FFF2-40B4-BE49-F238E27FC236}">
                <a16:creationId xmlns:a16="http://schemas.microsoft.com/office/drawing/2014/main" id="{E28681BD-73AC-B097-832E-F764E55258F5}"/>
              </a:ext>
            </a:extLst>
          </p:cNvPr>
          <p:cNvSpPr>
            <a:spLocks/>
          </p:cNvSpPr>
          <p:nvPr/>
        </p:nvSpPr>
        <p:spPr bwMode="auto">
          <a:xfrm>
            <a:off x="4119736" y="4353595"/>
            <a:ext cx="1588" cy="346075"/>
          </a:xfrm>
          <a:custGeom>
            <a:avLst/>
            <a:gdLst>
              <a:gd name="T0" fmla="*/ 0 w 1"/>
              <a:gd name="T1" fmla="*/ 0 h 218"/>
              <a:gd name="T2" fmla="*/ 0 w 1"/>
              <a:gd name="T3" fmla="*/ 2147483646 h 218"/>
              <a:gd name="T4" fmla="*/ 0 60000 65536"/>
              <a:gd name="T5" fmla="*/ 0 60000 65536"/>
              <a:gd name="T6" fmla="*/ 0 w 1"/>
              <a:gd name="T7" fmla="*/ 0 h 218"/>
              <a:gd name="T8" fmla="*/ 1 w 1"/>
              <a:gd name="T9" fmla="*/ 218 h 218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218">
                <a:moveTo>
                  <a:pt x="0" y="0"/>
                </a:moveTo>
                <a:lnTo>
                  <a:pt x="0" y="218"/>
                </a:lnTo>
              </a:path>
            </a:pathLst>
          </a:cu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6" name="Line 60">
            <a:extLst>
              <a:ext uri="{FF2B5EF4-FFF2-40B4-BE49-F238E27FC236}">
                <a16:creationId xmlns:a16="http://schemas.microsoft.com/office/drawing/2014/main" id="{23D62C71-3EA9-D07A-50B2-DE0B676858F5}"/>
              </a:ext>
            </a:extLst>
          </p:cNvPr>
          <p:cNvSpPr>
            <a:spLocks noChangeShapeType="1"/>
          </p:cNvSpPr>
          <p:nvPr/>
        </p:nvSpPr>
        <p:spPr bwMode="auto">
          <a:xfrm>
            <a:off x="3191049" y="4682207"/>
            <a:ext cx="928687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7" name="Line 62">
            <a:extLst>
              <a:ext uri="{FF2B5EF4-FFF2-40B4-BE49-F238E27FC236}">
                <a16:creationId xmlns:a16="http://schemas.microsoft.com/office/drawing/2014/main" id="{4536F213-3EC4-9FF3-6812-2F98BADB03DF}"/>
              </a:ext>
            </a:extLst>
          </p:cNvPr>
          <p:cNvSpPr>
            <a:spLocks noChangeShapeType="1"/>
          </p:cNvSpPr>
          <p:nvPr/>
        </p:nvSpPr>
        <p:spPr bwMode="auto">
          <a:xfrm>
            <a:off x="3772074" y="5517232"/>
            <a:ext cx="2555875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8" name="Freeform 63">
            <a:extLst>
              <a:ext uri="{FF2B5EF4-FFF2-40B4-BE49-F238E27FC236}">
                <a16:creationId xmlns:a16="http://schemas.microsoft.com/office/drawing/2014/main" id="{CB6286A9-AA97-3CCF-3775-57B683EA7862}"/>
              </a:ext>
            </a:extLst>
          </p:cNvPr>
          <p:cNvSpPr>
            <a:spLocks/>
          </p:cNvSpPr>
          <p:nvPr/>
        </p:nvSpPr>
        <p:spPr bwMode="auto">
          <a:xfrm>
            <a:off x="3773661" y="5507707"/>
            <a:ext cx="1588" cy="450850"/>
          </a:xfrm>
          <a:custGeom>
            <a:avLst/>
            <a:gdLst>
              <a:gd name="T0" fmla="*/ 0 w 1"/>
              <a:gd name="T1" fmla="*/ 0 h 284"/>
              <a:gd name="T2" fmla="*/ 0 w 1"/>
              <a:gd name="T3" fmla="*/ 2147483646 h 284"/>
              <a:gd name="T4" fmla="*/ 0 60000 65536"/>
              <a:gd name="T5" fmla="*/ 0 60000 65536"/>
              <a:gd name="T6" fmla="*/ 0 w 1"/>
              <a:gd name="T7" fmla="*/ 0 h 284"/>
              <a:gd name="T8" fmla="*/ 1 w 1"/>
              <a:gd name="T9" fmla="*/ 284 h 28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284">
                <a:moveTo>
                  <a:pt x="0" y="0"/>
                </a:moveTo>
                <a:lnTo>
                  <a:pt x="0" y="284"/>
                </a:lnTo>
              </a:path>
            </a:pathLst>
          </a:cu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9" name="Freeform 66">
            <a:extLst>
              <a:ext uri="{FF2B5EF4-FFF2-40B4-BE49-F238E27FC236}">
                <a16:creationId xmlns:a16="http://schemas.microsoft.com/office/drawing/2014/main" id="{8EAFEF12-DFBC-9DE6-B670-D898B4A83138}"/>
              </a:ext>
            </a:extLst>
          </p:cNvPr>
          <p:cNvSpPr>
            <a:spLocks/>
          </p:cNvSpPr>
          <p:nvPr/>
        </p:nvSpPr>
        <p:spPr bwMode="auto">
          <a:xfrm>
            <a:off x="3773661" y="2886745"/>
            <a:ext cx="1588" cy="773112"/>
          </a:xfrm>
          <a:custGeom>
            <a:avLst/>
            <a:gdLst>
              <a:gd name="T0" fmla="*/ 0 w 1"/>
              <a:gd name="T1" fmla="*/ 0 h 487"/>
              <a:gd name="T2" fmla="*/ 0 w 1"/>
              <a:gd name="T3" fmla="*/ 2147483646 h 487"/>
              <a:gd name="T4" fmla="*/ 0 60000 65536"/>
              <a:gd name="T5" fmla="*/ 0 60000 65536"/>
              <a:gd name="T6" fmla="*/ 0 w 1"/>
              <a:gd name="T7" fmla="*/ 0 h 487"/>
              <a:gd name="T8" fmla="*/ 1 w 1"/>
              <a:gd name="T9" fmla="*/ 487 h 487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487">
                <a:moveTo>
                  <a:pt x="0" y="0"/>
                </a:moveTo>
                <a:lnTo>
                  <a:pt x="0" y="487"/>
                </a:lnTo>
              </a:path>
            </a:pathLst>
          </a:cu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0" name="Freeform 67">
            <a:extLst>
              <a:ext uri="{FF2B5EF4-FFF2-40B4-BE49-F238E27FC236}">
                <a16:creationId xmlns:a16="http://schemas.microsoft.com/office/drawing/2014/main" id="{3489182B-5F25-0D64-E1F0-AF2F0C3AC6E7}"/>
              </a:ext>
            </a:extLst>
          </p:cNvPr>
          <p:cNvSpPr>
            <a:spLocks/>
          </p:cNvSpPr>
          <p:nvPr/>
        </p:nvSpPr>
        <p:spPr bwMode="auto">
          <a:xfrm>
            <a:off x="3773661" y="3637632"/>
            <a:ext cx="2554288" cy="4763"/>
          </a:xfrm>
          <a:custGeom>
            <a:avLst/>
            <a:gdLst>
              <a:gd name="T0" fmla="*/ 0 w 1609"/>
              <a:gd name="T1" fmla="*/ 0 h 3"/>
              <a:gd name="T2" fmla="*/ 2147483646 w 1609"/>
              <a:gd name="T3" fmla="*/ 2147483646 h 3"/>
              <a:gd name="T4" fmla="*/ 0 60000 65536"/>
              <a:gd name="T5" fmla="*/ 0 60000 65536"/>
              <a:gd name="T6" fmla="*/ 0 w 1609"/>
              <a:gd name="T7" fmla="*/ 0 h 3"/>
              <a:gd name="T8" fmla="*/ 1609 w 1609"/>
              <a:gd name="T9" fmla="*/ 3 h 3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609" h="3">
                <a:moveTo>
                  <a:pt x="0" y="0"/>
                </a:moveTo>
                <a:lnTo>
                  <a:pt x="1609" y="3"/>
                </a:lnTo>
              </a:path>
            </a:pathLst>
          </a:cu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1" name="Freeform 68">
            <a:extLst>
              <a:ext uri="{FF2B5EF4-FFF2-40B4-BE49-F238E27FC236}">
                <a16:creationId xmlns:a16="http://schemas.microsoft.com/office/drawing/2014/main" id="{3198ADAB-EAC8-677C-8974-ACA1F07F2071}"/>
              </a:ext>
            </a:extLst>
          </p:cNvPr>
          <p:cNvSpPr>
            <a:spLocks/>
          </p:cNvSpPr>
          <p:nvPr/>
        </p:nvSpPr>
        <p:spPr bwMode="auto">
          <a:xfrm>
            <a:off x="2711624" y="5517232"/>
            <a:ext cx="1062037" cy="1588"/>
          </a:xfrm>
          <a:custGeom>
            <a:avLst/>
            <a:gdLst>
              <a:gd name="T0" fmla="*/ 2147483646 w 669"/>
              <a:gd name="T1" fmla="*/ 0 h 1"/>
              <a:gd name="T2" fmla="*/ 0 w 669"/>
              <a:gd name="T3" fmla="*/ 2147483646 h 1"/>
              <a:gd name="T4" fmla="*/ 0 60000 65536"/>
              <a:gd name="T5" fmla="*/ 0 60000 65536"/>
              <a:gd name="T6" fmla="*/ 0 w 669"/>
              <a:gd name="T7" fmla="*/ 0 h 1"/>
              <a:gd name="T8" fmla="*/ 669 w 669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669" h="1">
                <a:moveTo>
                  <a:pt x="669" y="0"/>
                </a:moveTo>
                <a:lnTo>
                  <a:pt x="0" y="1"/>
                </a:lnTo>
              </a:path>
            </a:pathLst>
          </a:cu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2" name="Line 69">
            <a:extLst>
              <a:ext uri="{FF2B5EF4-FFF2-40B4-BE49-F238E27FC236}">
                <a16:creationId xmlns:a16="http://schemas.microsoft.com/office/drawing/2014/main" id="{88E5A178-1546-F30E-B756-92881A327A9A}"/>
              </a:ext>
            </a:extLst>
          </p:cNvPr>
          <p:cNvSpPr>
            <a:spLocks noChangeShapeType="1"/>
          </p:cNvSpPr>
          <p:nvPr/>
        </p:nvSpPr>
        <p:spPr bwMode="auto">
          <a:xfrm>
            <a:off x="3772074" y="5944270"/>
            <a:ext cx="2565400" cy="0"/>
          </a:xfrm>
          <a:prstGeom prst="line">
            <a:avLst/>
          </a:prstGeom>
          <a:noFill/>
          <a:ln w="381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3" name="Line 70">
            <a:extLst>
              <a:ext uri="{FF2B5EF4-FFF2-40B4-BE49-F238E27FC236}">
                <a16:creationId xmlns:a16="http://schemas.microsoft.com/office/drawing/2014/main" id="{E7963D8F-CA8C-4509-BC59-CCCA2C01BD4C}"/>
              </a:ext>
            </a:extLst>
          </p:cNvPr>
          <p:cNvSpPr>
            <a:spLocks noChangeShapeType="1"/>
          </p:cNvSpPr>
          <p:nvPr/>
        </p:nvSpPr>
        <p:spPr bwMode="auto">
          <a:xfrm>
            <a:off x="2711624" y="4369470"/>
            <a:ext cx="485775" cy="0"/>
          </a:xfrm>
          <a:prstGeom prst="line">
            <a:avLst/>
          </a:prstGeom>
          <a:noFill/>
          <a:ln w="381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4" name="Line 71">
            <a:extLst>
              <a:ext uri="{FF2B5EF4-FFF2-40B4-BE49-F238E27FC236}">
                <a16:creationId xmlns:a16="http://schemas.microsoft.com/office/drawing/2014/main" id="{1378168A-A95F-AFD0-E836-BEBBC4887D02}"/>
              </a:ext>
            </a:extLst>
          </p:cNvPr>
          <p:cNvSpPr>
            <a:spLocks noChangeShapeType="1"/>
          </p:cNvSpPr>
          <p:nvPr/>
        </p:nvSpPr>
        <p:spPr bwMode="auto">
          <a:xfrm>
            <a:off x="4121324" y="4364707"/>
            <a:ext cx="2216150" cy="0"/>
          </a:xfrm>
          <a:prstGeom prst="line">
            <a:avLst/>
          </a:prstGeom>
          <a:noFill/>
          <a:ln w="381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pic>
        <p:nvPicPr>
          <p:cNvPr id="66" name="图片 65">
            <a:extLst>
              <a:ext uri="{FF2B5EF4-FFF2-40B4-BE49-F238E27FC236}">
                <a16:creationId xmlns:a16="http://schemas.microsoft.com/office/drawing/2014/main" id="{5EA6C82A-479E-0CD5-BFA9-E341851480A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129" t="10894" r="40866" b="6468"/>
          <a:stretch/>
        </p:blipFill>
        <p:spPr>
          <a:xfrm rot="5400000">
            <a:off x="4425648" y="3023433"/>
            <a:ext cx="1738223" cy="279399"/>
          </a:xfrm>
          <a:prstGeom prst="rect">
            <a:avLst/>
          </a:prstGeom>
        </p:spPr>
      </p:pic>
      <p:pic>
        <p:nvPicPr>
          <p:cNvPr id="67" name="图片 66">
            <a:extLst>
              <a:ext uri="{FF2B5EF4-FFF2-40B4-BE49-F238E27FC236}">
                <a16:creationId xmlns:a16="http://schemas.microsoft.com/office/drawing/2014/main" id="{98ADCD71-6801-B7BD-198C-0E16486FE00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174" t="35375" r="33606" b="22368"/>
          <a:stretch/>
        </p:blipFill>
        <p:spPr>
          <a:xfrm>
            <a:off x="4832801" y="3054433"/>
            <a:ext cx="885826" cy="142875"/>
          </a:xfrm>
          <a:prstGeom prst="rect">
            <a:avLst/>
          </a:prstGeom>
        </p:spPr>
      </p:pic>
      <p:pic>
        <p:nvPicPr>
          <p:cNvPr id="68" name="图片 67">
            <a:extLst>
              <a:ext uri="{FF2B5EF4-FFF2-40B4-BE49-F238E27FC236}">
                <a16:creationId xmlns:a16="http://schemas.microsoft.com/office/drawing/2014/main" id="{08F2CF1F-9227-4966-1521-F4C086CAD17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129" t="10894" r="40866" b="6468"/>
          <a:stretch/>
        </p:blipFill>
        <p:spPr>
          <a:xfrm rot="5400000">
            <a:off x="4425648" y="5016964"/>
            <a:ext cx="1738223" cy="279399"/>
          </a:xfrm>
          <a:prstGeom prst="rect">
            <a:avLst/>
          </a:prstGeom>
        </p:spPr>
      </p:pic>
      <p:sp>
        <p:nvSpPr>
          <p:cNvPr id="69" name="Text Box 87">
            <a:extLst>
              <a:ext uri="{FF2B5EF4-FFF2-40B4-BE49-F238E27FC236}">
                <a16:creationId xmlns:a16="http://schemas.microsoft.com/office/drawing/2014/main" id="{5163444F-BCA3-BC67-ECAB-0C5A8DC0D2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376" y="1177588"/>
            <a:ext cx="459613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fontAlgn="base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已知两视图，求第三视图</a:t>
            </a:r>
          </a:p>
        </p:txBody>
      </p:sp>
      <p:sp>
        <p:nvSpPr>
          <p:cNvPr id="70" name="Text Box 87">
            <a:extLst>
              <a:ext uri="{FF2B5EF4-FFF2-40B4-BE49-F238E27FC236}">
                <a16:creationId xmlns:a16="http://schemas.microsoft.com/office/drawing/2014/main" id="{77F36360-8C5F-3B76-0F40-B9CA98239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7577" y="1907778"/>
            <a:ext cx="305724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求作左视图</a:t>
            </a:r>
          </a:p>
        </p:txBody>
      </p:sp>
    </p:spTree>
    <p:extLst>
      <p:ext uri="{BB962C8B-B14F-4D97-AF65-F5344CB8AC3E}">
        <p14:creationId xmlns:p14="http://schemas.microsoft.com/office/powerpoint/2010/main" val="3848924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F298F-0F4F-5E14-5BC7-CCA3786A1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>
            <a:extLst>
              <a:ext uri="{FF2B5EF4-FFF2-40B4-BE49-F238E27FC236}">
                <a16:creationId xmlns:a16="http://schemas.microsoft.com/office/drawing/2014/main" id="{B2A9E209-38C4-1487-E08E-915AA8EB33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19" y="412176"/>
            <a:ext cx="4169731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9.3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组合体的读图方法</a:t>
            </a:r>
          </a:p>
        </p:txBody>
      </p:sp>
      <p:sp>
        <p:nvSpPr>
          <p:cNvPr id="16" name="灯片编号占位符 3">
            <a:extLst>
              <a:ext uri="{FF2B5EF4-FFF2-40B4-BE49-F238E27FC236}">
                <a16:creationId xmlns:a16="http://schemas.microsoft.com/office/drawing/2014/main" id="{4BBB49DC-DA36-5B42-255A-D2D5A70DBA1B}"/>
              </a:ext>
            </a:extLst>
          </p:cNvPr>
          <p:cNvSpPr txBox="1">
            <a:spLocks/>
          </p:cNvSpPr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  <a:pPr/>
              <a:t>29</a:t>
            </a:fld>
            <a:endParaRPr lang="en-US" altLang="zh-CN" dirty="0"/>
          </a:p>
        </p:txBody>
      </p:sp>
      <p:grpSp>
        <p:nvGrpSpPr>
          <p:cNvPr id="2" name="Group 48">
            <a:extLst>
              <a:ext uri="{FF2B5EF4-FFF2-40B4-BE49-F238E27FC236}">
                <a16:creationId xmlns:a16="http://schemas.microsoft.com/office/drawing/2014/main" id="{D5797DB4-6748-35B4-0E9D-0B817F68B80B}"/>
              </a:ext>
            </a:extLst>
          </p:cNvPr>
          <p:cNvGrpSpPr>
            <a:grpSpLocks/>
          </p:cNvGrpSpPr>
          <p:nvPr/>
        </p:nvGrpSpPr>
        <p:grpSpPr bwMode="auto">
          <a:xfrm>
            <a:off x="1099890" y="2157673"/>
            <a:ext cx="3611563" cy="3570287"/>
            <a:chOff x="816" y="755"/>
            <a:chExt cx="2275" cy="2249"/>
          </a:xfrm>
        </p:grpSpPr>
        <p:grpSp>
          <p:nvGrpSpPr>
            <p:cNvPr id="3" name="Group 47">
              <a:extLst>
                <a:ext uri="{FF2B5EF4-FFF2-40B4-BE49-F238E27FC236}">
                  <a16:creationId xmlns:a16="http://schemas.microsoft.com/office/drawing/2014/main" id="{05E99A7E-8AAC-FA09-209B-BAD800D5356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16" y="2000"/>
              <a:ext cx="2275" cy="1004"/>
              <a:chOff x="816" y="2000"/>
              <a:chExt cx="2275" cy="1004"/>
            </a:xfrm>
          </p:grpSpPr>
          <p:sp>
            <p:nvSpPr>
              <p:cNvPr id="11" name="Freeform 11">
                <a:extLst>
                  <a:ext uri="{FF2B5EF4-FFF2-40B4-BE49-F238E27FC236}">
                    <a16:creationId xmlns:a16="http://schemas.microsoft.com/office/drawing/2014/main" id="{941E165A-EFD3-FAD6-AC0E-2FCE2EC2B6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6" y="2000"/>
                <a:ext cx="2275" cy="0"/>
              </a:xfrm>
              <a:custGeom>
                <a:avLst/>
                <a:gdLst>
                  <a:gd name="T0" fmla="*/ 0 w 2275"/>
                  <a:gd name="T1" fmla="*/ 0 h 3"/>
                  <a:gd name="T2" fmla="*/ 2275 w 2275"/>
                  <a:gd name="T3" fmla="*/ 0 h 3"/>
                  <a:gd name="T4" fmla="*/ 0 60000 65536"/>
                  <a:gd name="T5" fmla="*/ 0 60000 65536"/>
                  <a:gd name="T6" fmla="*/ 0 w 2275"/>
                  <a:gd name="T7" fmla="*/ 0 h 3"/>
                  <a:gd name="T8" fmla="*/ 2275 w 2275"/>
                  <a:gd name="T9" fmla="*/ 0 h 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275" h="3">
                    <a:moveTo>
                      <a:pt x="0" y="3"/>
                    </a:moveTo>
                    <a:lnTo>
                      <a:pt x="2275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" name="Line 12">
                <a:extLst>
                  <a:ext uri="{FF2B5EF4-FFF2-40B4-BE49-F238E27FC236}">
                    <a16:creationId xmlns:a16="http://schemas.microsoft.com/office/drawing/2014/main" id="{43C99DF9-D0AA-FA96-8B5C-7DFA1504A9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16" y="2003"/>
                <a:ext cx="0" cy="98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4BCFFF56-F373-4E16-C7BA-5B7AC678C0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6" y="2982"/>
                <a:ext cx="2275" cy="8"/>
              </a:xfrm>
              <a:custGeom>
                <a:avLst/>
                <a:gdLst>
                  <a:gd name="T0" fmla="*/ 0 w 2275"/>
                  <a:gd name="T1" fmla="*/ 0 h 8"/>
                  <a:gd name="T2" fmla="*/ 2275 w 2275"/>
                  <a:gd name="T3" fmla="*/ 8 h 8"/>
                  <a:gd name="T4" fmla="*/ 0 60000 65536"/>
                  <a:gd name="T5" fmla="*/ 0 60000 65536"/>
                  <a:gd name="T6" fmla="*/ 0 w 2275"/>
                  <a:gd name="T7" fmla="*/ 0 h 8"/>
                  <a:gd name="T8" fmla="*/ 2275 w 2275"/>
                  <a:gd name="T9" fmla="*/ 8 h 8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275" h="8">
                    <a:moveTo>
                      <a:pt x="0" y="0"/>
                    </a:moveTo>
                    <a:lnTo>
                      <a:pt x="2275" y="8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4" name="Freeform 14">
                <a:extLst>
                  <a:ext uri="{FF2B5EF4-FFF2-40B4-BE49-F238E27FC236}">
                    <a16:creationId xmlns:a16="http://schemas.microsoft.com/office/drawing/2014/main" id="{788CCFCE-156F-1B7E-2521-A0EE55790D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83" y="2003"/>
                <a:ext cx="2" cy="1001"/>
              </a:xfrm>
              <a:custGeom>
                <a:avLst/>
                <a:gdLst>
                  <a:gd name="T0" fmla="*/ 2 w 2"/>
                  <a:gd name="T1" fmla="*/ 0 h 1001"/>
                  <a:gd name="T2" fmla="*/ 0 w 2"/>
                  <a:gd name="T3" fmla="*/ 1001 h 1001"/>
                  <a:gd name="T4" fmla="*/ 0 60000 65536"/>
                  <a:gd name="T5" fmla="*/ 0 60000 65536"/>
                  <a:gd name="T6" fmla="*/ 0 w 2"/>
                  <a:gd name="T7" fmla="*/ 0 h 1001"/>
                  <a:gd name="T8" fmla="*/ 2 w 2"/>
                  <a:gd name="T9" fmla="*/ 1001 h 100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" h="1001">
                    <a:moveTo>
                      <a:pt x="2" y="0"/>
                    </a:moveTo>
                    <a:lnTo>
                      <a:pt x="0" y="1001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5" name="Line 18">
                <a:extLst>
                  <a:ext uri="{FF2B5EF4-FFF2-40B4-BE49-F238E27FC236}">
                    <a16:creationId xmlns:a16="http://schemas.microsoft.com/office/drawing/2014/main" id="{218FE3E7-629B-E039-933E-BD6D49575D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92" y="2003"/>
                <a:ext cx="0" cy="98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7" name="Line 19">
                <a:extLst>
                  <a:ext uri="{FF2B5EF4-FFF2-40B4-BE49-F238E27FC236}">
                    <a16:creationId xmlns:a16="http://schemas.microsoft.com/office/drawing/2014/main" id="{B856FA13-F075-A6C3-9CF8-719F2E4C40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60" y="2003"/>
                <a:ext cx="0" cy="98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4" name="Group 46">
              <a:extLst>
                <a:ext uri="{FF2B5EF4-FFF2-40B4-BE49-F238E27FC236}">
                  <a16:creationId xmlns:a16="http://schemas.microsoft.com/office/drawing/2014/main" id="{37635B00-BC91-9CB3-7A43-9D5C7D2EDF3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16" y="755"/>
              <a:ext cx="2275" cy="986"/>
              <a:chOff x="816" y="755"/>
              <a:chExt cx="2275" cy="986"/>
            </a:xfrm>
          </p:grpSpPr>
          <p:sp>
            <p:nvSpPr>
              <p:cNvPr id="5" name="Line 2">
                <a:extLst>
                  <a:ext uri="{FF2B5EF4-FFF2-40B4-BE49-F238E27FC236}">
                    <a16:creationId xmlns:a16="http://schemas.microsoft.com/office/drawing/2014/main" id="{E612B332-9220-EDE8-37E3-19DFFB7FE5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16" y="755"/>
                <a:ext cx="1244" cy="657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" name="Line 4">
                <a:extLst>
                  <a:ext uri="{FF2B5EF4-FFF2-40B4-BE49-F238E27FC236}">
                    <a16:creationId xmlns:a16="http://schemas.microsoft.com/office/drawing/2014/main" id="{29D2A930-4E4F-6378-E02A-2B62238EEB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16" y="1412"/>
                <a:ext cx="0" cy="329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" name="Line 5">
                <a:extLst>
                  <a:ext uri="{FF2B5EF4-FFF2-40B4-BE49-F238E27FC236}">
                    <a16:creationId xmlns:a16="http://schemas.microsoft.com/office/drawing/2014/main" id="{B587479B-79BA-EE6D-FBE2-38551699F5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60" y="755"/>
                <a:ext cx="732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" name="Line 7">
                <a:extLst>
                  <a:ext uri="{FF2B5EF4-FFF2-40B4-BE49-F238E27FC236}">
                    <a16:creationId xmlns:a16="http://schemas.microsoft.com/office/drawing/2014/main" id="{6EC0DA66-1128-8FCA-8AC1-5811DB6A3F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85" y="1005"/>
                <a:ext cx="0" cy="73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" name="Line 35">
                <a:extLst>
                  <a:ext uri="{FF2B5EF4-FFF2-40B4-BE49-F238E27FC236}">
                    <a16:creationId xmlns:a16="http://schemas.microsoft.com/office/drawing/2014/main" id="{3281BC44-54D7-8DFB-B9B0-11F753F1B6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92" y="755"/>
                <a:ext cx="299" cy="25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" name="Line 45">
                <a:extLst>
                  <a:ext uri="{FF2B5EF4-FFF2-40B4-BE49-F238E27FC236}">
                    <a16:creationId xmlns:a16="http://schemas.microsoft.com/office/drawing/2014/main" id="{80E3DE9D-441B-C163-2B67-79D9489264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16" y="1738"/>
                <a:ext cx="2275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E5DDCFEC-1649-737F-BC23-73ED054FF443}"/>
              </a:ext>
            </a:extLst>
          </p:cNvPr>
          <p:cNvGrpSpPr/>
          <p:nvPr/>
        </p:nvGrpSpPr>
        <p:grpSpPr>
          <a:xfrm>
            <a:off x="3224033" y="2096865"/>
            <a:ext cx="885826" cy="3676649"/>
            <a:chOff x="3040478" y="1892301"/>
            <a:chExt cx="885826" cy="3676649"/>
          </a:xfrm>
        </p:grpSpPr>
        <p:grpSp>
          <p:nvGrpSpPr>
            <p:cNvPr id="19" name="Group 107">
              <a:extLst>
                <a:ext uri="{FF2B5EF4-FFF2-40B4-BE49-F238E27FC236}">
                  <a16:creationId xmlns:a16="http://schemas.microsoft.com/office/drawing/2014/main" id="{D37004D9-6926-4C30-D95D-01BCBCA94CA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23979" y="2349198"/>
              <a:ext cx="694797" cy="3139914"/>
              <a:chOff x="2207" y="1005"/>
              <a:chExt cx="439" cy="1984"/>
            </a:xfrm>
          </p:grpSpPr>
          <p:sp>
            <p:nvSpPr>
              <p:cNvPr id="23" name="Oval 8">
                <a:extLst>
                  <a:ext uri="{FF2B5EF4-FFF2-40B4-BE49-F238E27FC236}">
                    <a16:creationId xmlns:a16="http://schemas.microsoft.com/office/drawing/2014/main" id="{626A1BD7-78ED-59E4-B27A-486479F4C0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7" y="1005"/>
                <a:ext cx="439" cy="419"/>
              </a:xfrm>
              <a:prstGeom prst="ellipse">
                <a:avLst/>
              </a:prstGeom>
              <a:noFill/>
              <a:ln w="38100">
                <a:solidFill>
                  <a:schemeClr val="accent6">
                    <a:lumMod val="75000"/>
                  </a:schemeClr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4" name="Line 16">
                <a:extLst>
                  <a:ext uri="{FF2B5EF4-FFF2-40B4-BE49-F238E27FC236}">
                    <a16:creationId xmlns:a16="http://schemas.microsoft.com/office/drawing/2014/main" id="{36554708-AFB3-A81C-B5AF-D05D1F59C8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46" y="2003"/>
                <a:ext cx="0" cy="986"/>
              </a:xfrm>
              <a:prstGeom prst="line">
                <a:avLst/>
              </a:prstGeom>
              <a:noFill/>
              <a:ln w="12700">
                <a:solidFill>
                  <a:schemeClr val="accent6">
                    <a:lumMod val="75000"/>
                  </a:schemeClr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5" name="Line 17">
                <a:extLst>
                  <a:ext uri="{FF2B5EF4-FFF2-40B4-BE49-F238E27FC236}">
                    <a16:creationId xmlns:a16="http://schemas.microsoft.com/office/drawing/2014/main" id="{91010A2D-E2F8-20D1-C6C5-DC8E6666A5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07" y="2003"/>
                <a:ext cx="0" cy="986"/>
              </a:xfrm>
              <a:prstGeom prst="line">
                <a:avLst/>
              </a:prstGeom>
              <a:noFill/>
              <a:ln w="12700">
                <a:solidFill>
                  <a:schemeClr val="accent6">
                    <a:lumMod val="75000"/>
                  </a:schemeClr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pic>
          <p:nvPicPr>
            <p:cNvPr id="20" name="图片 19">
              <a:extLst>
                <a:ext uri="{FF2B5EF4-FFF2-40B4-BE49-F238E27FC236}">
                  <a16:creationId xmlns:a16="http://schemas.microsoft.com/office/drawing/2014/main" id="{79B4A7B3-EF47-6D3F-0556-6DBBC346EAF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129" t="10894" r="40866" b="6468"/>
            <a:stretch/>
          </p:blipFill>
          <p:spPr>
            <a:xfrm rot="5400000">
              <a:off x="2648119" y="2587866"/>
              <a:ext cx="1670530" cy="279399"/>
            </a:xfrm>
            <a:prstGeom prst="rect">
              <a:avLst/>
            </a:prstGeom>
          </p:spPr>
        </p:pic>
        <p:pic>
          <p:nvPicPr>
            <p:cNvPr id="21" name="图片 20">
              <a:extLst>
                <a:ext uri="{FF2B5EF4-FFF2-40B4-BE49-F238E27FC236}">
                  <a16:creationId xmlns:a16="http://schemas.microsoft.com/office/drawing/2014/main" id="{CA7966D8-AFF1-C75A-DA07-9C97DC749D6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174" t="35375" r="33606" b="22368"/>
            <a:stretch/>
          </p:blipFill>
          <p:spPr>
            <a:xfrm>
              <a:off x="3040478" y="2602369"/>
              <a:ext cx="885826" cy="142875"/>
            </a:xfrm>
            <a:prstGeom prst="rect">
              <a:avLst/>
            </a:prstGeom>
          </p:spPr>
        </p:pic>
        <p:pic>
          <p:nvPicPr>
            <p:cNvPr id="22" name="图片 21">
              <a:extLst>
                <a:ext uri="{FF2B5EF4-FFF2-40B4-BE49-F238E27FC236}">
                  <a16:creationId xmlns:a16="http://schemas.microsoft.com/office/drawing/2014/main" id="{6413B73B-6D15-CE35-5869-AE0689626A7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129" t="10894" r="40866" b="6468"/>
            <a:stretch/>
          </p:blipFill>
          <p:spPr>
            <a:xfrm rot="5400000">
              <a:off x="2623004" y="4568870"/>
              <a:ext cx="1720761" cy="279399"/>
            </a:xfrm>
            <a:prstGeom prst="rect">
              <a:avLst/>
            </a:prstGeom>
          </p:spPr>
        </p:pic>
      </p:grpSp>
      <p:grpSp>
        <p:nvGrpSpPr>
          <p:cNvPr id="26" name="Group 88">
            <a:extLst>
              <a:ext uri="{FF2B5EF4-FFF2-40B4-BE49-F238E27FC236}">
                <a16:creationId xmlns:a16="http://schemas.microsoft.com/office/drawing/2014/main" id="{ACC78685-D183-7A28-728B-81B326CB92A9}"/>
              </a:ext>
            </a:extLst>
          </p:cNvPr>
          <p:cNvGrpSpPr>
            <a:grpSpLocks/>
          </p:cNvGrpSpPr>
          <p:nvPr/>
        </p:nvGrpSpPr>
        <p:grpSpPr bwMode="auto">
          <a:xfrm>
            <a:off x="1565028" y="2470410"/>
            <a:ext cx="928687" cy="1252538"/>
            <a:chOff x="1109" y="952"/>
            <a:chExt cx="585" cy="789"/>
          </a:xfrm>
        </p:grpSpPr>
        <p:sp>
          <p:nvSpPr>
            <p:cNvPr id="27" name="Line 20">
              <a:extLst>
                <a:ext uri="{FF2B5EF4-FFF2-40B4-BE49-F238E27FC236}">
                  <a16:creationId xmlns:a16="http://schemas.microsoft.com/office/drawing/2014/main" id="{2CA40D6D-4ED4-4A7B-B38E-85B9D4F29D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94" y="952"/>
              <a:ext cx="0" cy="78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8" name="Line 21">
              <a:extLst>
                <a:ext uri="{FF2B5EF4-FFF2-40B4-BE49-F238E27FC236}">
                  <a16:creationId xmlns:a16="http://schemas.microsoft.com/office/drawing/2014/main" id="{172E4B38-D32D-1E3A-9342-36082D8ADF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9" y="1281"/>
              <a:ext cx="0" cy="46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9" name="Group 87">
            <a:extLst>
              <a:ext uri="{FF2B5EF4-FFF2-40B4-BE49-F238E27FC236}">
                <a16:creationId xmlns:a16="http://schemas.microsoft.com/office/drawing/2014/main" id="{66B8E85F-5191-EFCE-A74E-96DD8F1A6967}"/>
              </a:ext>
            </a:extLst>
          </p:cNvPr>
          <p:cNvGrpSpPr>
            <a:grpSpLocks/>
          </p:cNvGrpSpPr>
          <p:nvPr/>
        </p:nvGrpSpPr>
        <p:grpSpPr bwMode="auto">
          <a:xfrm>
            <a:off x="1565028" y="4118235"/>
            <a:ext cx="930275" cy="336550"/>
            <a:chOff x="1109" y="1993"/>
            <a:chExt cx="586" cy="218"/>
          </a:xfrm>
        </p:grpSpPr>
        <p:sp>
          <p:nvSpPr>
            <p:cNvPr id="30" name="Freeform 22">
              <a:extLst>
                <a:ext uri="{FF2B5EF4-FFF2-40B4-BE49-F238E27FC236}">
                  <a16:creationId xmlns:a16="http://schemas.microsoft.com/office/drawing/2014/main" id="{FB16A25B-3160-0B00-80A3-CD82CC2377A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3" y="2000"/>
              <a:ext cx="1" cy="211"/>
            </a:xfrm>
            <a:custGeom>
              <a:avLst/>
              <a:gdLst>
                <a:gd name="T0" fmla="*/ 0 w 1"/>
                <a:gd name="T1" fmla="*/ 0 h 211"/>
                <a:gd name="T2" fmla="*/ 0 w 1"/>
                <a:gd name="T3" fmla="*/ 211 h 211"/>
                <a:gd name="T4" fmla="*/ 0 60000 65536"/>
                <a:gd name="T5" fmla="*/ 0 60000 65536"/>
                <a:gd name="T6" fmla="*/ 0 w 1"/>
                <a:gd name="T7" fmla="*/ 0 h 211"/>
                <a:gd name="T8" fmla="*/ 1 w 1"/>
                <a:gd name="T9" fmla="*/ 211 h 21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211">
                  <a:moveTo>
                    <a:pt x="0" y="0"/>
                  </a:moveTo>
                  <a:lnTo>
                    <a:pt x="0" y="211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1" name="Freeform 23">
              <a:extLst>
                <a:ext uri="{FF2B5EF4-FFF2-40B4-BE49-F238E27FC236}">
                  <a16:creationId xmlns:a16="http://schemas.microsoft.com/office/drawing/2014/main" id="{1323DCA3-1287-7C71-508A-536F73ED920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4" y="1993"/>
              <a:ext cx="1" cy="218"/>
            </a:xfrm>
            <a:custGeom>
              <a:avLst/>
              <a:gdLst>
                <a:gd name="T0" fmla="*/ 0 w 1"/>
                <a:gd name="T1" fmla="*/ 0 h 218"/>
                <a:gd name="T2" fmla="*/ 0 w 1"/>
                <a:gd name="T3" fmla="*/ 218 h 218"/>
                <a:gd name="T4" fmla="*/ 0 60000 65536"/>
                <a:gd name="T5" fmla="*/ 0 60000 65536"/>
                <a:gd name="T6" fmla="*/ 0 w 1"/>
                <a:gd name="T7" fmla="*/ 0 h 218"/>
                <a:gd name="T8" fmla="*/ 1 w 1"/>
                <a:gd name="T9" fmla="*/ 218 h 21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218">
                  <a:moveTo>
                    <a:pt x="0" y="0"/>
                  </a:moveTo>
                  <a:lnTo>
                    <a:pt x="0" y="218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2" name="Line 24">
              <a:extLst>
                <a:ext uri="{FF2B5EF4-FFF2-40B4-BE49-F238E27FC236}">
                  <a16:creationId xmlns:a16="http://schemas.microsoft.com/office/drawing/2014/main" id="{9A191AC4-B0BA-BE31-77EF-2F22C0C698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9" y="2200"/>
              <a:ext cx="585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3" name="Freeform 25">
              <a:extLst>
                <a:ext uri="{FF2B5EF4-FFF2-40B4-BE49-F238E27FC236}">
                  <a16:creationId xmlns:a16="http://schemas.microsoft.com/office/drawing/2014/main" id="{9F6BFB9A-B088-8AE3-7F49-0248690F43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5" y="2003"/>
              <a:ext cx="556" cy="1"/>
            </a:xfrm>
            <a:custGeom>
              <a:avLst/>
              <a:gdLst>
                <a:gd name="T0" fmla="*/ 0 w 553"/>
                <a:gd name="T1" fmla="*/ 0 h 1"/>
                <a:gd name="T2" fmla="*/ 613 w 553"/>
                <a:gd name="T3" fmla="*/ 0 h 1"/>
                <a:gd name="T4" fmla="*/ 0 60000 65536"/>
                <a:gd name="T5" fmla="*/ 0 60000 65536"/>
                <a:gd name="T6" fmla="*/ 0 w 553"/>
                <a:gd name="T7" fmla="*/ 0 h 1"/>
                <a:gd name="T8" fmla="*/ 553 w 553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53" h="1">
                  <a:moveTo>
                    <a:pt x="0" y="0"/>
                  </a:moveTo>
                  <a:lnTo>
                    <a:pt x="553" y="0"/>
                  </a:lnTo>
                </a:path>
              </a:pathLst>
            </a:custGeom>
            <a:noFill/>
            <a:ln w="5715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pic>
        <p:nvPicPr>
          <p:cNvPr id="34" name="图片 33">
            <a:extLst>
              <a:ext uri="{FF2B5EF4-FFF2-40B4-BE49-F238E27FC236}">
                <a16:creationId xmlns:a16="http://schemas.microsoft.com/office/drawing/2014/main" id="{8F86A744-9040-0355-6B0F-50257898737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21" t="43222" r="22259" b="22973"/>
          <a:stretch/>
        </p:blipFill>
        <p:spPr>
          <a:xfrm>
            <a:off x="5187355" y="2833464"/>
            <a:ext cx="1708150" cy="114300"/>
          </a:xfrm>
          <a:prstGeom prst="rect">
            <a:avLst/>
          </a:prstGeom>
        </p:spPr>
      </p:pic>
      <p:grpSp>
        <p:nvGrpSpPr>
          <p:cNvPr id="35" name="Group 108">
            <a:extLst>
              <a:ext uri="{FF2B5EF4-FFF2-40B4-BE49-F238E27FC236}">
                <a16:creationId xmlns:a16="http://schemas.microsoft.com/office/drawing/2014/main" id="{506BFF87-A304-BB5E-F268-71A41B47A6D1}"/>
              </a:ext>
            </a:extLst>
          </p:cNvPr>
          <p:cNvGrpSpPr>
            <a:grpSpLocks/>
          </p:cNvGrpSpPr>
          <p:nvPr/>
        </p:nvGrpSpPr>
        <p:grpSpPr bwMode="auto">
          <a:xfrm>
            <a:off x="5267078" y="2157673"/>
            <a:ext cx="1570037" cy="1584325"/>
            <a:chOff x="3531" y="755"/>
            <a:chExt cx="989" cy="998"/>
          </a:xfrm>
        </p:grpSpPr>
        <p:sp>
          <p:nvSpPr>
            <p:cNvPr id="36" name="Freeform 37">
              <a:extLst>
                <a:ext uri="{FF2B5EF4-FFF2-40B4-BE49-F238E27FC236}">
                  <a16:creationId xmlns:a16="http://schemas.microsoft.com/office/drawing/2014/main" id="{9BDA6A92-487A-0DAD-193B-49A9EB71E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1" y="755"/>
              <a:ext cx="1" cy="998"/>
            </a:xfrm>
            <a:custGeom>
              <a:avLst/>
              <a:gdLst>
                <a:gd name="T0" fmla="*/ 0 w 1"/>
                <a:gd name="T1" fmla="*/ 998 h 998"/>
                <a:gd name="T2" fmla="*/ 1 w 1"/>
                <a:gd name="T3" fmla="*/ 0 h 998"/>
                <a:gd name="T4" fmla="*/ 0 60000 65536"/>
                <a:gd name="T5" fmla="*/ 0 60000 65536"/>
                <a:gd name="T6" fmla="*/ 0 w 1"/>
                <a:gd name="T7" fmla="*/ 0 h 998"/>
                <a:gd name="T8" fmla="*/ 1 w 1"/>
                <a:gd name="T9" fmla="*/ 998 h 99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998">
                  <a:moveTo>
                    <a:pt x="0" y="998"/>
                  </a:moveTo>
                  <a:lnTo>
                    <a:pt x="1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8" name="Freeform 38">
              <a:extLst>
                <a:ext uri="{FF2B5EF4-FFF2-40B4-BE49-F238E27FC236}">
                  <a16:creationId xmlns:a16="http://schemas.microsoft.com/office/drawing/2014/main" id="{68B2E667-3612-6354-C904-773240E49554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1" y="755"/>
              <a:ext cx="989" cy="1"/>
            </a:xfrm>
            <a:custGeom>
              <a:avLst/>
              <a:gdLst>
                <a:gd name="T0" fmla="*/ 0 w 989"/>
                <a:gd name="T1" fmla="*/ 0 h 1"/>
                <a:gd name="T2" fmla="*/ 989 w 989"/>
                <a:gd name="T3" fmla="*/ 1 h 1"/>
                <a:gd name="T4" fmla="*/ 0 60000 65536"/>
                <a:gd name="T5" fmla="*/ 0 60000 65536"/>
                <a:gd name="T6" fmla="*/ 0 w 989"/>
                <a:gd name="T7" fmla="*/ 0 h 1"/>
                <a:gd name="T8" fmla="*/ 989 w 989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989" h="1">
                  <a:moveTo>
                    <a:pt x="0" y="0"/>
                  </a:moveTo>
                  <a:lnTo>
                    <a:pt x="989" y="1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9" name="Freeform 39">
              <a:extLst>
                <a:ext uri="{FF2B5EF4-FFF2-40B4-BE49-F238E27FC236}">
                  <a16:creationId xmlns:a16="http://schemas.microsoft.com/office/drawing/2014/main" id="{A11D0F8E-8E67-4B84-FAFF-A3DBD8AD54B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1" y="1738"/>
              <a:ext cx="982" cy="3"/>
            </a:xfrm>
            <a:custGeom>
              <a:avLst/>
              <a:gdLst>
                <a:gd name="T0" fmla="*/ 0 w 982"/>
                <a:gd name="T1" fmla="*/ 3 h 3"/>
                <a:gd name="T2" fmla="*/ 982 w 982"/>
                <a:gd name="T3" fmla="*/ 0 h 3"/>
                <a:gd name="T4" fmla="*/ 0 60000 65536"/>
                <a:gd name="T5" fmla="*/ 0 60000 65536"/>
                <a:gd name="T6" fmla="*/ 0 w 982"/>
                <a:gd name="T7" fmla="*/ 0 h 3"/>
                <a:gd name="T8" fmla="*/ 982 w 982"/>
                <a:gd name="T9" fmla="*/ 3 h 3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982" h="3">
                  <a:moveTo>
                    <a:pt x="0" y="3"/>
                  </a:moveTo>
                  <a:lnTo>
                    <a:pt x="982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0" name="Line 41">
              <a:extLst>
                <a:ext uri="{FF2B5EF4-FFF2-40B4-BE49-F238E27FC236}">
                  <a16:creationId xmlns:a16="http://schemas.microsoft.com/office/drawing/2014/main" id="{3AFF4788-BF5F-3181-A92E-9B3B9474C2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31" y="1412"/>
              <a:ext cx="972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1" name="Line 42">
              <a:extLst>
                <a:ext uri="{FF2B5EF4-FFF2-40B4-BE49-F238E27FC236}">
                  <a16:creationId xmlns:a16="http://schemas.microsoft.com/office/drawing/2014/main" id="{D67237E2-6916-1641-0023-82284D2818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31" y="1018"/>
              <a:ext cx="972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2" name="Line 44">
              <a:extLst>
                <a:ext uri="{FF2B5EF4-FFF2-40B4-BE49-F238E27FC236}">
                  <a16:creationId xmlns:a16="http://schemas.microsoft.com/office/drawing/2014/main" id="{CAEEB0A1-96E3-119C-03E2-3F3F0A516A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1" y="755"/>
              <a:ext cx="0" cy="99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43" name="Group 50">
            <a:extLst>
              <a:ext uri="{FF2B5EF4-FFF2-40B4-BE49-F238E27FC236}">
                <a16:creationId xmlns:a16="http://schemas.microsoft.com/office/drawing/2014/main" id="{92DFE290-AD88-99FC-8F32-AF220AF0FC12}"/>
              </a:ext>
            </a:extLst>
          </p:cNvPr>
          <p:cNvGrpSpPr>
            <a:grpSpLocks/>
          </p:cNvGrpSpPr>
          <p:nvPr/>
        </p:nvGrpSpPr>
        <p:grpSpPr bwMode="auto">
          <a:xfrm>
            <a:off x="7655248" y="2553761"/>
            <a:ext cx="3014662" cy="2990850"/>
            <a:chOff x="3176" y="1851"/>
            <a:chExt cx="2262" cy="2097"/>
          </a:xfrm>
        </p:grpSpPr>
        <p:sp>
          <p:nvSpPr>
            <p:cNvPr id="44" name="Freeform 51">
              <a:extLst>
                <a:ext uri="{FF2B5EF4-FFF2-40B4-BE49-F238E27FC236}">
                  <a16:creationId xmlns:a16="http://schemas.microsoft.com/office/drawing/2014/main" id="{2E263768-0472-F339-F18A-452341BD3E09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7" y="2074"/>
              <a:ext cx="959" cy="1376"/>
            </a:xfrm>
            <a:custGeom>
              <a:avLst/>
              <a:gdLst>
                <a:gd name="T0" fmla="*/ 825 w 959"/>
                <a:gd name="T1" fmla="*/ 0 h 1376"/>
                <a:gd name="T2" fmla="*/ 959 w 959"/>
                <a:gd name="T3" fmla="*/ 89 h 1376"/>
                <a:gd name="T4" fmla="*/ 959 w 959"/>
                <a:gd name="T5" fmla="*/ 832 h 1376"/>
                <a:gd name="T6" fmla="*/ 7 w 959"/>
                <a:gd name="T7" fmla="*/ 1376 h 1376"/>
                <a:gd name="T8" fmla="*/ 0 w 959"/>
                <a:gd name="T9" fmla="*/ 953 h 1376"/>
                <a:gd name="T10" fmla="*/ 459 w 959"/>
                <a:gd name="T11" fmla="*/ 204 h 1376"/>
                <a:gd name="T12" fmla="*/ 825 w 959"/>
                <a:gd name="T13" fmla="*/ 0 h 137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59"/>
                <a:gd name="T22" fmla="*/ 0 h 1376"/>
                <a:gd name="T23" fmla="*/ 959 w 959"/>
                <a:gd name="T24" fmla="*/ 1376 h 137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59" h="1376">
                  <a:moveTo>
                    <a:pt x="825" y="0"/>
                  </a:moveTo>
                  <a:lnTo>
                    <a:pt x="959" y="89"/>
                  </a:lnTo>
                  <a:lnTo>
                    <a:pt x="959" y="832"/>
                  </a:lnTo>
                  <a:lnTo>
                    <a:pt x="7" y="1376"/>
                  </a:lnTo>
                  <a:lnTo>
                    <a:pt x="0" y="953"/>
                  </a:lnTo>
                  <a:lnTo>
                    <a:pt x="459" y="204"/>
                  </a:lnTo>
                  <a:lnTo>
                    <a:pt x="825" y="0"/>
                  </a:lnTo>
                  <a:close/>
                </a:path>
              </a:pathLst>
            </a:custGeom>
            <a:solidFill>
              <a:srgbClr val="FF66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5" name="Freeform 52">
              <a:extLst>
                <a:ext uri="{FF2B5EF4-FFF2-40B4-BE49-F238E27FC236}">
                  <a16:creationId xmlns:a16="http://schemas.microsoft.com/office/drawing/2014/main" id="{5AD252F3-B876-B30D-87BF-835CCE265F7D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4" y="1865"/>
              <a:ext cx="1146" cy="407"/>
            </a:xfrm>
            <a:custGeom>
              <a:avLst/>
              <a:gdLst>
                <a:gd name="T0" fmla="*/ 0 w 1146"/>
                <a:gd name="T1" fmla="*/ 196 h 407"/>
                <a:gd name="T2" fmla="*/ 333 w 1146"/>
                <a:gd name="T3" fmla="*/ 0 h 407"/>
                <a:gd name="T4" fmla="*/ 1146 w 1146"/>
                <a:gd name="T5" fmla="*/ 215 h 407"/>
                <a:gd name="T6" fmla="*/ 826 w 1146"/>
                <a:gd name="T7" fmla="*/ 407 h 407"/>
                <a:gd name="T8" fmla="*/ 173 w 1146"/>
                <a:gd name="T9" fmla="*/ 234 h 407"/>
                <a:gd name="T10" fmla="*/ 0 w 1146"/>
                <a:gd name="T11" fmla="*/ 196 h 40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146"/>
                <a:gd name="T19" fmla="*/ 0 h 407"/>
                <a:gd name="T20" fmla="*/ 1146 w 1146"/>
                <a:gd name="T21" fmla="*/ 407 h 40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146" h="407">
                  <a:moveTo>
                    <a:pt x="0" y="196"/>
                  </a:moveTo>
                  <a:lnTo>
                    <a:pt x="333" y="0"/>
                  </a:lnTo>
                  <a:lnTo>
                    <a:pt x="1146" y="215"/>
                  </a:lnTo>
                  <a:lnTo>
                    <a:pt x="826" y="407"/>
                  </a:lnTo>
                  <a:lnTo>
                    <a:pt x="173" y="234"/>
                  </a:lnTo>
                  <a:lnTo>
                    <a:pt x="0" y="196"/>
                  </a:lnTo>
                  <a:close/>
                </a:path>
              </a:pathLst>
            </a:custGeom>
            <a:solidFill>
              <a:srgbClr val="FF6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6" name="Freeform 53">
              <a:extLst>
                <a:ext uri="{FF2B5EF4-FFF2-40B4-BE49-F238E27FC236}">
                  <a16:creationId xmlns:a16="http://schemas.microsoft.com/office/drawing/2014/main" id="{C09FA6B3-8BBD-27CC-D8AB-B9577A769A9D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1" y="2989"/>
              <a:ext cx="169" cy="454"/>
            </a:xfrm>
            <a:custGeom>
              <a:avLst/>
              <a:gdLst>
                <a:gd name="T0" fmla="*/ 0 w 169"/>
                <a:gd name="T1" fmla="*/ 0 h 454"/>
                <a:gd name="T2" fmla="*/ 0 w 169"/>
                <a:gd name="T3" fmla="*/ 409 h 454"/>
                <a:gd name="T4" fmla="*/ 169 w 169"/>
                <a:gd name="T5" fmla="*/ 454 h 454"/>
                <a:gd name="T6" fmla="*/ 169 w 169"/>
                <a:gd name="T7" fmla="*/ 32 h 454"/>
                <a:gd name="T8" fmla="*/ 0 w 169"/>
                <a:gd name="T9" fmla="*/ 0 h 45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9"/>
                <a:gd name="T16" fmla="*/ 0 h 454"/>
                <a:gd name="T17" fmla="*/ 169 w 169"/>
                <a:gd name="T18" fmla="*/ 454 h 45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9" h="454">
                  <a:moveTo>
                    <a:pt x="0" y="0"/>
                  </a:moveTo>
                  <a:lnTo>
                    <a:pt x="0" y="409"/>
                  </a:lnTo>
                  <a:lnTo>
                    <a:pt x="169" y="454"/>
                  </a:lnTo>
                  <a:lnTo>
                    <a:pt x="169" y="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9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7" name="Freeform 54">
              <a:extLst>
                <a:ext uri="{FF2B5EF4-FFF2-40B4-BE49-F238E27FC236}">
                  <a16:creationId xmlns:a16="http://schemas.microsoft.com/office/drawing/2014/main" id="{FC01C73A-7D8F-BA70-55FD-BA6075FE5B7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2" y="2803"/>
              <a:ext cx="169" cy="314"/>
            </a:xfrm>
            <a:custGeom>
              <a:avLst/>
              <a:gdLst>
                <a:gd name="T0" fmla="*/ 0 w 169"/>
                <a:gd name="T1" fmla="*/ 0 h 314"/>
                <a:gd name="T2" fmla="*/ 169 w 169"/>
                <a:gd name="T3" fmla="*/ 45 h 314"/>
                <a:gd name="T4" fmla="*/ 0 w 169"/>
                <a:gd name="T5" fmla="*/ 314 h 314"/>
                <a:gd name="T6" fmla="*/ 0 w 169"/>
                <a:gd name="T7" fmla="*/ 0 h 31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9"/>
                <a:gd name="T13" fmla="*/ 0 h 314"/>
                <a:gd name="T14" fmla="*/ 169 w 169"/>
                <a:gd name="T15" fmla="*/ 314 h 31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9" h="314">
                  <a:moveTo>
                    <a:pt x="0" y="0"/>
                  </a:moveTo>
                  <a:lnTo>
                    <a:pt x="169" y="45"/>
                  </a:lnTo>
                  <a:lnTo>
                    <a:pt x="0" y="314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99FF"/>
                </a:gs>
                <a:gs pos="100000">
                  <a:srgbClr val="004776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8" name="Freeform 55">
              <a:extLst>
                <a:ext uri="{FF2B5EF4-FFF2-40B4-BE49-F238E27FC236}">
                  <a16:creationId xmlns:a16="http://schemas.microsoft.com/office/drawing/2014/main" id="{B6BD82A9-ED96-B259-5FC8-8B11C23BD3B7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4" y="3450"/>
              <a:ext cx="697" cy="486"/>
            </a:xfrm>
            <a:custGeom>
              <a:avLst/>
              <a:gdLst>
                <a:gd name="T0" fmla="*/ 0 w 697"/>
                <a:gd name="T1" fmla="*/ 0 h 486"/>
                <a:gd name="T2" fmla="*/ 0 w 697"/>
                <a:gd name="T3" fmla="*/ 307 h 486"/>
                <a:gd name="T4" fmla="*/ 697 w 697"/>
                <a:gd name="T5" fmla="*/ 486 h 486"/>
                <a:gd name="T6" fmla="*/ 697 w 697"/>
                <a:gd name="T7" fmla="*/ 179 h 486"/>
                <a:gd name="T8" fmla="*/ 0 w 697"/>
                <a:gd name="T9" fmla="*/ 0 h 4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97"/>
                <a:gd name="T16" fmla="*/ 0 h 486"/>
                <a:gd name="T17" fmla="*/ 697 w 697"/>
                <a:gd name="T18" fmla="*/ 486 h 48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97" h="486">
                  <a:moveTo>
                    <a:pt x="0" y="0"/>
                  </a:moveTo>
                  <a:lnTo>
                    <a:pt x="0" y="307"/>
                  </a:lnTo>
                  <a:lnTo>
                    <a:pt x="697" y="486"/>
                  </a:lnTo>
                  <a:lnTo>
                    <a:pt x="697" y="1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6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9" name="Freeform 56">
              <a:extLst>
                <a:ext uri="{FF2B5EF4-FFF2-40B4-BE49-F238E27FC236}">
                  <a16:creationId xmlns:a16="http://schemas.microsoft.com/office/drawing/2014/main" id="{4D6F65FF-6753-3A0D-2DF0-0C87D384CF08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8" y="3002"/>
              <a:ext cx="1363" cy="934"/>
            </a:xfrm>
            <a:custGeom>
              <a:avLst/>
              <a:gdLst>
                <a:gd name="T0" fmla="*/ 0 w 1363"/>
                <a:gd name="T1" fmla="*/ 633 h 934"/>
                <a:gd name="T2" fmla="*/ 0 w 1363"/>
                <a:gd name="T3" fmla="*/ 934 h 934"/>
                <a:gd name="T4" fmla="*/ 1350 w 1363"/>
                <a:gd name="T5" fmla="*/ 166 h 934"/>
                <a:gd name="T6" fmla="*/ 1363 w 1363"/>
                <a:gd name="T7" fmla="*/ 12 h 934"/>
                <a:gd name="T8" fmla="*/ 582 w 1363"/>
                <a:gd name="T9" fmla="*/ 444 h 934"/>
                <a:gd name="T10" fmla="*/ 390 w 1363"/>
                <a:gd name="T11" fmla="*/ 396 h 934"/>
                <a:gd name="T12" fmla="*/ 403 w 1363"/>
                <a:gd name="T13" fmla="*/ 0 h 934"/>
                <a:gd name="T14" fmla="*/ 0 w 1363"/>
                <a:gd name="T15" fmla="*/ 633 h 93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363"/>
                <a:gd name="T25" fmla="*/ 0 h 934"/>
                <a:gd name="T26" fmla="*/ 1363 w 1363"/>
                <a:gd name="T27" fmla="*/ 934 h 934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363" h="934">
                  <a:moveTo>
                    <a:pt x="0" y="633"/>
                  </a:moveTo>
                  <a:lnTo>
                    <a:pt x="0" y="934"/>
                  </a:lnTo>
                  <a:lnTo>
                    <a:pt x="1350" y="166"/>
                  </a:lnTo>
                  <a:lnTo>
                    <a:pt x="1363" y="12"/>
                  </a:lnTo>
                  <a:lnTo>
                    <a:pt x="582" y="444"/>
                  </a:lnTo>
                  <a:lnTo>
                    <a:pt x="390" y="396"/>
                  </a:lnTo>
                  <a:lnTo>
                    <a:pt x="403" y="0"/>
                  </a:lnTo>
                  <a:lnTo>
                    <a:pt x="0" y="633"/>
                  </a:lnTo>
                  <a:close/>
                </a:path>
              </a:pathLst>
            </a:custGeom>
            <a:gradFill rotWithShape="0">
              <a:gsLst>
                <a:gs pos="0">
                  <a:srgbClr val="FFFF00"/>
                </a:gs>
                <a:gs pos="100000">
                  <a:srgbClr val="76760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0" name="Freeform 57">
              <a:extLst>
                <a:ext uri="{FF2B5EF4-FFF2-40B4-BE49-F238E27FC236}">
                  <a16:creationId xmlns:a16="http://schemas.microsoft.com/office/drawing/2014/main" id="{2AD2F02D-7B5A-D23A-4288-664553C37082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7" y="2064"/>
              <a:ext cx="1773" cy="1558"/>
            </a:xfrm>
            <a:custGeom>
              <a:avLst/>
              <a:gdLst>
                <a:gd name="T0" fmla="*/ 931 w 1773"/>
                <a:gd name="T1" fmla="*/ 0 h 1558"/>
                <a:gd name="T2" fmla="*/ 1773 w 1773"/>
                <a:gd name="T3" fmla="*/ 221 h 1558"/>
                <a:gd name="T4" fmla="*/ 1767 w 1773"/>
                <a:gd name="T5" fmla="*/ 192 h 1558"/>
                <a:gd name="T6" fmla="*/ 1267 w 1773"/>
                <a:gd name="T7" fmla="*/ 970 h 1558"/>
                <a:gd name="T8" fmla="*/ 1107 w 1773"/>
                <a:gd name="T9" fmla="*/ 925 h 1558"/>
                <a:gd name="T10" fmla="*/ 704 w 1773"/>
                <a:gd name="T11" fmla="*/ 1558 h 1558"/>
                <a:gd name="T12" fmla="*/ 0 w 1773"/>
                <a:gd name="T13" fmla="*/ 1392 h 1558"/>
                <a:gd name="T14" fmla="*/ 141 w 1773"/>
                <a:gd name="T15" fmla="*/ 1174 h 1558"/>
                <a:gd name="T16" fmla="*/ 333 w 1773"/>
                <a:gd name="T17" fmla="*/ 1226 h 1558"/>
                <a:gd name="T18" fmla="*/ 615 w 1773"/>
                <a:gd name="T19" fmla="*/ 788 h 1558"/>
                <a:gd name="T20" fmla="*/ 442 w 1773"/>
                <a:gd name="T21" fmla="*/ 746 h 1558"/>
                <a:gd name="T22" fmla="*/ 931 w 1773"/>
                <a:gd name="T23" fmla="*/ 0 h 1558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773"/>
                <a:gd name="T37" fmla="*/ 0 h 1558"/>
                <a:gd name="T38" fmla="*/ 1773 w 1773"/>
                <a:gd name="T39" fmla="*/ 1558 h 1558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773" h="1558">
                  <a:moveTo>
                    <a:pt x="931" y="0"/>
                  </a:moveTo>
                  <a:lnTo>
                    <a:pt x="1773" y="221"/>
                  </a:lnTo>
                  <a:lnTo>
                    <a:pt x="1767" y="192"/>
                  </a:lnTo>
                  <a:lnTo>
                    <a:pt x="1267" y="970"/>
                  </a:lnTo>
                  <a:lnTo>
                    <a:pt x="1107" y="925"/>
                  </a:lnTo>
                  <a:lnTo>
                    <a:pt x="704" y="1558"/>
                  </a:lnTo>
                  <a:lnTo>
                    <a:pt x="0" y="1392"/>
                  </a:lnTo>
                  <a:lnTo>
                    <a:pt x="141" y="1174"/>
                  </a:lnTo>
                  <a:lnTo>
                    <a:pt x="333" y="1226"/>
                  </a:lnTo>
                  <a:lnTo>
                    <a:pt x="615" y="788"/>
                  </a:lnTo>
                  <a:lnTo>
                    <a:pt x="442" y="746"/>
                  </a:lnTo>
                  <a:lnTo>
                    <a:pt x="931" y="0"/>
                  </a:lnTo>
                  <a:close/>
                </a:path>
              </a:pathLst>
            </a:custGeom>
            <a:solidFill>
              <a:srgbClr val="66FF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51" name="Group 58">
              <a:extLst>
                <a:ext uri="{FF2B5EF4-FFF2-40B4-BE49-F238E27FC236}">
                  <a16:creationId xmlns:a16="http://schemas.microsoft.com/office/drawing/2014/main" id="{9618BA6E-9157-06FA-00DC-75430AE5E9F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76" y="1851"/>
              <a:ext cx="2262" cy="2097"/>
              <a:chOff x="3176" y="1851"/>
              <a:chExt cx="2262" cy="2097"/>
            </a:xfrm>
          </p:grpSpPr>
          <p:sp>
            <p:nvSpPr>
              <p:cNvPr id="52" name="Line 59">
                <a:extLst>
                  <a:ext uri="{FF2B5EF4-FFF2-40B4-BE49-F238E27FC236}">
                    <a16:creationId xmlns:a16="http://schemas.microsoft.com/office/drawing/2014/main" id="{FC870E66-D899-E3F0-EC67-539B560DD2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93" y="3457"/>
                <a:ext cx="0" cy="311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3" name="Line 60">
                <a:extLst>
                  <a:ext uri="{FF2B5EF4-FFF2-40B4-BE49-F238E27FC236}">
                    <a16:creationId xmlns:a16="http://schemas.microsoft.com/office/drawing/2014/main" id="{F4B9E8EE-795D-DC58-04CA-FFD2A9EC01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00" y="3624"/>
                <a:ext cx="0" cy="32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4" name="Line 61">
                <a:extLst>
                  <a:ext uri="{FF2B5EF4-FFF2-40B4-BE49-F238E27FC236}">
                    <a16:creationId xmlns:a16="http://schemas.microsoft.com/office/drawing/2014/main" id="{01DDCD29-431D-51FC-63D3-B979C88635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31" y="2802"/>
                <a:ext cx="0" cy="321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5" name="Line 62">
                <a:extLst>
                  <a:ext uri="{FF2B5EF4-FFF2-40B4-BE49-F238E27FC236}">
                    <a16:creationId xmlns:a16="http://schemas.microsoft.com/office/drawing/2014/main" id="{5171B7C1-7EF3-812E-D1FD-5494474CBE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01" y="2983"/>
                <a:ext cx="0" cy="42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6" name="Line 63">
                <a:extLst>
                  <a:ext uri="{FF2B5EF4-FFF2-40B4-BE49-F238E27FC236}">
                    <a16:creationId xmlns:a16="http://schemas.microsoft.com/office/drawing/2014/main" id="{0672C096-C7EB-7688-8694-7DB28888D5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72" y="3010"/>
                <a:ext cx="0" cy="46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7" name="Line 64">
                <a:extLst>
                  <a:ext uri="{FF2B5EF4-FFF2-40B4-BE49-F238E27FC236}">
                    <a16:creationId xmlns:a16="http://schemas.microsoft.com/office/drawing/2014/main" id="{51FE52DA-0163-E7E4-2CE9-A6E878B46D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430" y="2162"/>
                <a:ext cx="0" cy="76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8" name="Line 65">
                <a:extLst>
                  <a:ext uri="{FF2B5EF4-FFF2-40B4-BE49-F238E27FC236}">
                    <a16:creationId xmlns:a16="http://schemas.microsoft.com/office/drawing/2014/main" id="{557F29D2-E4E1-049D-AE83-7CF45B7A9F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76" y="3451"/>
                <a:ext cx="732" cy="18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9" name="Line 66">
                <a:extLst>
                  <a:ext uri="{FF2B5EF4-FFF2-40B4-BE49-F238E27FC236}">
                    <a16:creationId xmlns:a16="http://schemas.microsoft.com/office/drawing/2014/main" id="{AB6BE8C5-9F74-6E59-B6E3-B537B3E519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80" y="3748"/>
                <a:ext cx="731" cy="19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0" name="Line 67">
                <a:extLst>
                  <a:ext uri="{FF2B5EF4-FFF2-40B4-BE49-F238E27FC236}">
                    <a16:creationId xmlns:a16="http://schemas.microsoft.com/office/drawing/2014/main" id="{69FF9E45-5677-40A9-64D6-83DA1A69C2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12" y="2058"/>
                <a:ext cx="844" cy="219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1" name="Line 68">
                <a:extLst>
                  <a:ext uri="{FF2B5EF4-FFF2-40B4-BE49-F238E27FC236}">
                    <a16:creationId xmlns:a16="http://schemas.microsoft.com/office/drawing/2014/main" id="{6F4E17AC-EACF-F4CB-7DF0-337C452870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947" y="2076"/>
                <a:ext cx="354" cy="20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2" name="Line 69">
                <a:extLst>
                  <a:ext uri="{FF2B5EF4-FFF2-40B4-BE49-F238E27FC236}">
                    <a16:creationId xmlns:a16="http://schemas.microsoft.com/office/drawing/2014/main" id="{247534A5-EEF0-4A4D-DB24-4268B7F3E8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53" y="1853"/>
                <a:ext cx="858" cy="23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3" name="Line 70">
                <a:extLst>
                  <a:ext uri="{FF2B5EF4-FFF2-40B4-BE49-F238E27FC236}">
                    <a16:creationId xmlns:a16="http://schemas.microsoft.com/office/drawing/2014/main" id="{25FC0CD6-A887-D299-B81D-810EC1403D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17" y="2802"/>
                <a:ext cx="186" cy="43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4" name="Line 71">
                <a:extLst>
                  <a:ext uri="{FF2B5EF4-FFF2-40B4-BE49-F238E27FC236}">
                    <a16:creationId xmlns:a16="http://schemas.microsoft.com/office/drawing/2014/main" id="{668859A4-A95D-9938-89DF-52DC8CBAF7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84" y="2982"/>
                <a:ext cx="182" cy="49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5" name="Line 72">
                <a:extLst>
                  <a:ext uri="{FF2B5EF4-FFF2-40B4-BE49-F238E27FC236}">
                    <a16:creationId xmlns:a16="http://schemas.microsoft.com/office/drawing/2014/main" id="{596D8DF1-88DE-BB9B-A3B5-1A2331D26E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93" y="3405"/>
                <a:ext cx="188" cy="49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6" name="Line 73">
                <a:extLst>
                  <a:ext uri="{FF2B5EF4-FFF2-40B4-BE49-F238E27FC236}">
                    <a16:creationId xmlns:a16="http://schemas.microsoft.com/office/drawing/2014/main" id="{888BC042-6F45-0B1C-6212-E19F4DD5F59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480" y="2902"/>
                <a:ext cx="958" cy="553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7" name="Line 74">
                <a:extLst>
                  <a:ext uri="{FF2B5EF4-FFF2-40B4-BE49-F238E27FC236}">
                    <a16:creationId xmlns:a16="http://schemas.microsoft.com/office/drawing/2014/main" id="{A9870C61-2791-5956-534C-8298CA293B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57" y="3010"/>
                <a:ext cx="0" cy="157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8" name="Line 75">
                <a:extLst>
                  <a:ext uri="{FF2B5EF4-FFF2-40B4-BE49-F238E27FC236}">
                    <a16:creationId xmlns:a16="http://schemas.microsoft.com/office/drawing/2014/main" id="{699FEC26-EFAE-96E8-8F3C-222827B710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894" y="3150"/>
                <a:ext cx="1371" cy="792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9" name="Line 76">
                <a:extLst>
                  <a:ext uri="{FF2B5EF4-FFF2-40B4-BE49-F238E27FC236}">
                    <a16:creationId xmlns:a16="http://schemas.microsoft.com/office/drawing/2014/main" id="{45B44C9C-987F-B310-EDBB-81280CE32C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133" y="1851"/>
                <a:ext cx="354" cy="20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0" name="Freeform 77">
                <a:extLst>
                  <a:ext uri="{FF2B5EF4-FFF2-40B4-BE49-F238E27FC236}">
                    <a16:creationId xmlns:a16="http://schemas.microsoft.com/office/drawing/2014/main" id="{3F3A9FEB-CFD4-DBD5-33BF-33770F5574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6" y="2074"/>
                <a:ext cx="126" cy="93"/>
              </a:xfrm>
              <a:custGeom>
                <a:avLst/>
                <a:gdLst>
                  <a:gd name="T0" fmla="*/ 0 w 126"/>
                  <a:gd name="T1" fmla="*/ 0 h 93"/>
                  <a:gd name="T2" fmla="*/ 126 w 126"/>
                  <a:gd name="T3" fmla="*/ 93 h 93"/>
                  <a:gd name="T4" fmla="*/ 0 60000 65536"/>
                  <a:gd name="T5" fmla="*/ 0 60000 65536"/>
                  <a:gd name="T6" fmla="*/ 0 w 126"/>
                  <a:gd name="T7" fmla="*/ 0 h 93"/>
                  <a:gd name="T8" fmla="*/ 126 w 126"/>
                  <a:gd name="T9" fmla="*/ 93 h 9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26" h="93">
                    <a:moveTo>
                      <a:pt x="0" y="0"/>
                    </a:moveTo>
                    <a:lnTo>
                      <a:pt x="126" y="93"/>
                    </a:lnTo>
                  </a:path>
                </a:pathLst>
              </a:custGeom>
              <a:gradFill rotWithShape="0">
                <a:gsLst>
                  <a:gs pos="0">
                    <a:srgbClr val="761800"/>
                  </a:gs>
                  <a:gs pos="50000">
                    <a:srgbClr val="FF3300"/>
                  </a:gs>
                  <a:gs pos="100000">
                    <a:srgbClr val="761800"/>
                  </a:gs>
                </a:gsLst>
                <a:lin ang="18900000" scaled="1"/>
              </a:gradFill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1" name="Line 78">
                <a:extLst>
                  <a:ext uri="{FF2B5EF4-FFF2-40B4-BE49-F238E27FC236}">
                    <a16:creationId xmlns:a16="http://schemas.microsoft.com/office/drawing/2014/main" id="{6F23E812-7317-5359-810A-C131DD08DD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458" y="2277"/>
                <a:ext cx="487" cy="749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2" name="Line 79">
                <a:extLst>
                  <a:ext uri="{FF2B5EF4-FFF2-40B4-BE49-F238E27FC236}">
                    <a16:creationId xmlns:a16="http://schemas.microsoft.com/office/drawing/2014/main" id="{CB202B94-D5BE-00DA-8A44-F5039A91E8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624" y="2067"/>
                <a:ext cx="493" cy="74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3" name="Line 80">
                <a:extLst>
                  <a:ext uri="{FF2B5EF4-FFF2-40B4-BE49-F238E27FC236}">
                    <a16:creationId xmlns:a16="http://schemas.microsoft.com/office/drawing/2014/main" id="{07670BBA-A612-EC69-65CA-DE52DBB29A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505" y="2845"/>
                <a:ext cx="298" cy="449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4" name="Line 81">
                <a:extLst>
                  <a:ext uri="{FF2B5EF4-FFF2-40B4-BE49-F238E27FC236}">
                    <a16:creationId xmlns:a16="http://schemas.microsoft.com/office/drawing/2014/main" id="{A754CAF4-9D1A-D1BA-5313-4957AAA9DC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323" y="3237"/>
                <a:ext cx="189" cy="51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5" name="Line 82">
                <a:extLst>
                  <a:ext uri="{FF2B5EF4-FFF2-40B4-BE49-F238E27FC236}">
                    <a16:creationId xmlns:a16="http://schemas.microsoft.com/office/drawing/2014/main" id="{7BD6AFD7-848E-A257-D69E-7D35CCA1E1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88" y="3237"/>
                <a:ext cx="143" cy="218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6" name="Line 83">
                <a:extLst>
                  <a:ext uri="{FF2B5EF4-FFF2-40B4-BE49-F238E27FC236}">
                    <a16:creationId xmlns:a16="http://schemas.microsoft.com/office/drawing/2014/main" id="{6985E4CC-46DE-23D8-DBAE-A6CA6998BA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891" y="2982"/>
                <a:ext cx="407" cy="655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7" name="Oval 84">
                <a:extLst>
                  <a:ext uri="{FF2B5EF4-FFF2-40B4-BE49-F238E27FC236}">
                    <a16:creationId xmlns:a16="http://schemas.microsoft.com/office/drawing/2014/main" id="{BE74A318-E7B6-DDEC-C3D4-BA116B4B11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2156307">
                <a:off x="4911" y="2489"/>
                <a:ext cx="277" cy="437"/>
              </a:xfrm>
              <a:prstGeom prst="ellipse">
                <a:avLst/>
              </a:prstGeom>
              <a:gradFill rotWithShape="0">
                <a:gsLst>
                  <a:gs pos="0">
                    <a:srgbClr val="761800"/>
                  </a:gs>
                  <a:gs pos="50000">
                    <a:srgbClr val="FF3300"/>
                  </a:gs>
                  <a:gs pos="100000">
                    <a:srgbClr val="761800"/>
                  </a:gs>
                </a:gsLst>
                <a:lin ang="18900000" scaled="1"/>
              </a:gradFill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78" name="Line 85">
            <a:extLst>
              <a:ext uri="{FF2B5EF4-FFF2-40B4-BE49-F238E27FC236}">
                <a16:creationId xmlns:a16="http://schemas.microsoft.com/office/drawing/2014/main" id="{45D7C118-0840-AB8F-1C8A-4FDFB4280316}"/>
              </a:ext>
            </a:extLst>
          </p:cNvPr>
          <p:cNvSpPr>
            <a:spLocks noChangeShapeType="1"/>
          </p:cNvSpPr>
          <p:nvPr/>
        </p:nvSpPr>
        <p:spPr bwMode="auto">
          <a:xfrm>
            <a:off x="2495303" y="2470410"/>
            <a:ext cx="3098800" cy="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9" name="Line 90">
            <a:extLst>
              <a:ext uri="{FF2B5EF4-FFF2-40B4-BE49-F238E27FC236}">
                <a16:creationId xmlns:a16="http://schemas.microsoft.com/office/drawing/2014/main" id="{4BDA4FF7-9D50-68B4-129E-DBB243144F5D}"/>
              </a:ext>
            </a:extLst>
          </p:cNvPr>
          <p:cNvSpPr>
            <a:spLocks noChangeShapeType="1"/>
          </p:cNvSpPr>
          <p:nvPr/>
        </p:nvSpPr>
        <p:spPr bwMode="auto">
          <a:xfrm>
            <a:off x="5267078" y="2462473"/>
            <a:ext cx="327025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0" name="Line 91">
            <a:extLst>
              <a:ext uri="{FF2B5EF4-FFF2-40B4-BE49-F238E27FC236}">
                <a16:creationId xmlns:a16="http://schemas.microsoft.com/office/drawing/2014/main" id="{199A2EF1-6924-1EB8-B45B-98D1D871D36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65028" y="2967298"/>
            <a:ext cx="4013200" cy="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1" name="Line 92">
            <a:extLst>
              <a:ext uri="{FF2B5EF4-FFF2-40B4-BE49-F238E27FC236}">
                <a16:creationId xmlns:a16="http://schemas.microsoft.com/office/drawing/2014/main" id="{F58CD74E-8E8A-9D74-296C-7CA5D6769EE3}"/>
              </a:ext>
            </a:extLst>
          </p:cNvPr>
          <p:cNvSpPr>
            <a:spLocks noChangeShapeType="1"/>
          </p:cNvSpPr>
          <p:nvPr/>
        </p:nvSpPr>
        <p:spPr bwMode="auto">
          <a:xfrm>
            <a:off x="5267078" y="2967298"/>
            <a:ext cx="327025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82" name="Group 94">
            <a:extLst>
              <a:ext uri="{FF2B5EF4-FFF2-40B4-BE49-F238E27FC236}">
                <a16:creationId xmlns:a16="http://schemas.microsoft.com/office/drawing/2014/main" id="{DA963EE5-233D-C428-CFC7-7FB03230F38A}"/>
              </a:ext>
            </a:extLst>
          </p:cNvPr>
          <p:cNvGrpSpPr>
            <a:grpSpLocks/>
          </p:cNvGrpSpPr>
          <p:nvPr/>
        </p:nvGrpSpPr>
        <p:grpSpPr bwMode="auto">
          <a:xfrm>
            <a:off x="5592515" y="2449773"/>
            <a:ext cx="4763" cy="1292225"/>
            <a:chOff x="3637" y="939"/>
            <a:chExt cx="3" cy="814"/>
          </a:xfrm>
        </p:grpSpPr>
        <p:sp>
          <p:nvSpPr>
            <p:cNvPr id="83" name="Line 89">
              <a:extLst>
                <a:ext uri="{FF2B5EF4-FFF2-40B4-BE49-F238E27FC236}">
                  <a16:creationId xmlns:a16="http://schemas.microsoft.com/office/drawing/2014/main" id="{96EB6553-1A51-6859-4679-A7B232465A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37" y="939"/>
              <a:ext cx="0" cy="32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4" name="Line 93">
              <a:extLst>
                <a:ext uri="{FF2B5EF4-FFF2-40B4-BE49-F238E27FC236}">
                  <a16:creationId xmlns:a16="http://schemas.microsoft.com/office/drawing/2014/main" id="{0FFCF57D-D0FA-8503-5F1A-C589FF3D37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0" y="1265"/>
              <a:ext cx="0" cy="48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85" name="Line 98">
            <a:extLst>
              <a:ext uri="{FF2B5EF4-FFF2-40B4-BE49-F238E27FC236}">
                <a16:creationId xmlns:a16="http://schemas.microsoft.com/office/drawing/2014/main" id="{0DEE03F8-7FF6-FB29-A7F5-3D71E9B0F69E}"/>
              </a:ext>
            </a:extLst>
          </p:cNvPr>
          <p:cNvSpPr>
            <a:spLocks noChangeShapeType="1"/>
          </p:cNvSpPr>
          <p:nvPr/>
        </p:nvSpPr>
        <p:spPr bwMode="auto">
          <a:xfrm>
            <a:off x="2147640" y="2656148"/>
            <a:ext cx="4662488" cy="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6" name="Line 99">
            <a:extLst>
              <a:ext uri="{FF2B5EF4-FFF2-40B4-BE49-F238E27FC236}">
                <a16:creationId xmlns:a16="http://schemas.microsoft.com/office/drawing/2014/main" id="{0D7D4F5F-F92A-A266-79D7-DBD143FBE503}"/>
              </a:ext>
            </a:extLst>
          </p:cNvPr>
          <p:cNvSpPr>
            <a:spLocks noChangeShapeType="1"/>
          </p:cNvSpPr>
          <p:nvPr/>
        </p:nvSpPr>
        <p:spPr bwMode="auto">
          <a:xfrm>
            <a:off x="6411665" y="2667260"/>
            <a:ext cx="411163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7" name="Line 100">
            <a:extLst>
              <a:ext uri="{FF2B5EF4-FFF2-40B4-BE49-F238E27FC236}">
                <a16:creationId xmlns:a16="http://schemas.microsoft.com/office/drawing/2014/main" id="{0B6D3FF3-3434-8F24-D99A-F04381DF159E}"/>
              </a:ext>
            </a:extLst>
          </p:cNvPr>
          <p:cNvSpPr>
            <a:spLocks noChangeShapeType="1"/>
          </p:cNvSpPr>
          <p:nvPr/>
        </p:nvSpPr>
        <p:spPr bwMode="auto">
          <a:xfrm>
            <a:off x="6411665" y="2656148"/>
            <a:ext cx="0" cy="108585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8" name="Line 101">
            <a:extLst>
              <a:ext uri="{FF2B5EF4-FFF2-40B4-BE49-F238E27FC236}">
                <a16:creationId xmlns:a16="http://schemas.microsoft.com/office/drawing/2014/main" id="{BDBED52B-600F-3776-2857-70E2BDDD62B2}"/>
              </a:ext>
            </a:extLst>
          </p:cNvPr>
          <p:cNvSpPr>
            <a:spLocks noChangeShapeType="1"/>
          </p:cNvSpPr>
          <p:nvPr/>
        </p:nvSpPr>
        <p:spPr bwMode="auto">
          <a:xfrm>
            <a:off x="2149228" y="3416560"/>
            <a:ext cx="4670425" cy="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9" name="Line 102">
            <a:extLst>
              <a:ext uri="{FF2B5EF4-FFF2-40B4-BE49-F238E27FC236}">
                <a16:creationId xmlns:a16="http://schemas.microsoft.com/office/drawing/2014/main" id="{7C34645A-B450-30E2-9A27-1C8574F6383A}"/>
              </a:ext>
            </a:extLst>
          </p:cNvPr>
          <p:cNvSpPr>
            <a:spLocks noChangeShapeType="1"/>
          </p:cNvSpPr>
          <p:nvPr/>
        </p:nvSpPr>
        <p:spPr bwMode="auto">
          <a:xfrm>
            <a:off x="6435130" y="3201763"/>
            <a:ext cx="368300" cy="3175"/>
          </a:xfrm>
          <a:prstGeom prst="line">
            <a:avLst/>
          </a:prstGeom>
          <a:noFill/>
          <a:ln w="762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0" name="Line 103">
            <a:extLst>
              <a:ext uri="{FF2B5EF4-FFF2-40B4-BE49-F238E27FC236}">
                <a16:creationId xmlns:a16="http://schemas.microsoft.com/office/drawing/2014/main" id="{B39E141A-2BAA-9F08-1EBE-CDA135DAA5D7}"/>
              </a:ext>
            </a:extLst>
          </p:cNvPr>
          <p:cNvSpPr>
            <a:spLocks noChangeShapeType="1"/>
          </p:cNvSpPr>
          <p:nvPr/>
        </p:nvSpPr>
        <p:spPr bwMode="auto">
          <a:xfrm>
            <a:off x="6411665" y="3416560"/>
            <a:ext cx="422275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91" name="Group 106">
            <a:extLst>
              <a:ext uri="{FF2B5EF4-FFF2-40B4-BE49-F238E27FC236}">
                <a16:creationId xmlns:a16="http://schemas.microsoft.com/office/drawing/2014/main" id="{1E9E77DE-DD16-9BA2-D2AF-AC6D82627618}"/>
              </a:ext>
            </a:extLst>
          </p:cNvPr>
          <p:cNvGrpSpPr>
            <a:grpSpLocks/>
          </p:cNvGrpSpPr>
          <p:nvPr/>
        </p:nvGrpSpPr>
        <p:grpSpPr bwMode="auto">
          <a:xfrm>
            <a:off x="6427540" y="3437194"/>
            <a:ext cx="650875" cy="304800"/>
            <a:chOff x="4178" y="1567"/>
            <a:chExt cx="410" cy="192"/>
          </a:xfrm>
        </p:grpSpPr>
        <p:sp>
          <p:nvSpPr>
            <p:cNvPr id="92" name="Line 104">
              <a:extLst>
                <a:ext uri="{FF2B5EF4-FFF2-40B4-BE49-F238E27FC236}">
                  <a16:creationId xmlns:a16="http://schemas.microsoft.com/office/drawing/2014/main" id="{D239E77A-1D96-5692-B21F-50064A3DCB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5" y="1567"/>
              <a:ext cx="4" cy="192"/>
            </a:xfrm>
            <a:prstGeom prst="line">
              <a:avLst/>
            </a:prstGeom>
            <a:noFill/>
            <a:ln w="7620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3" name="Line 105">
              <a:extLst>
                <a:ext uri="{FF2B5EF4-FFF2-40B4-BE49-F238E27FC236}">
                  <a16:creationId xmlns:a16="http://schemas.microsoft.com/office/drawing/2014/main" id="{F71B77E9-3442-B7A9-BB07-705E32E5A4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8" y="1741"/>
              <a:ext cx="410" cy="0"/>
            </a:xfrm>
            <a:prstGeom prst="line">
              <a:avLst/>
            </a:prstGeom>
            <a:noFill/>
            <a:ln w="7620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94" name="Group 113">
            <a:extLst>
              <a:ext uri="{FF2B5EF4-FFF2-40B4-BE49-F238E27FC236}">
                <a16:creationId xmlns:a16="http://schemas.microsoft.com/office/drawing/2014/main" id="{4594E757-0C62-BD9D-5351-8D8996E87682}"/>
              </a:ext>
            </a:extLst>
          </p:cNvPr>
          <p:cNvGrpSpPr>
            <a:grpSpLocks/>
          </p:cNvGrpSpPr>
          <p:nvPr/>
        </p:nvGrpSpPr>
        <p:grpSpPr bwMode="auto">
          <a:xfrm>
            <a:off x="3654178" y="2567248"/>
            <a:ext cx="1614487" cy="649287"/>
            <a:chOff x="2425" y="1013"/>
            <a:chExt cx="1017" cy="409"/>
          </a:xfrm>
        </p:grpSpPr>
        <p:sp>
          <p:nvSpPr>
            <p:cNvPr id="95" name="Line 110">
              <a:extLst>
                <a:ext uri="{FF2B5EF4-FFF2-40B4-BE49-F238E27FC236}">
                  <a16:creationId xmlns:a16="http://schemas.microsoft.com/office/drawing/2014/main" id="{9F6BF4C2-44FA-2BD6-F8FA-FCC01EC424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26" y="1013"/>
              <a:ext cx="1015" cy="0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6" name="Line 112">
              <a:extLst>
                <a:ext uri="{FF2B5EF4-FFF2-40B4-BE49-F238E27FC236}">
                  <a16:creationId xmlns:a16="http://schemas.microsoft.com/office/drawing/2014/main" id="{B578AB49-B50E-C600-15CF-91FA73721E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25" y="1422"/>
              <a:ext cx="1017" cy="0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97" name="Line 114">
            <a:extLst>
              <a:ext uri="{FF2B5EF4-FFF2-40B4-BE49-F238E27FC236}">
                <a16:creationId xmlns:a16="http://schemas.microsoft.com/office/drawing/2014/main" id="{8BDAD5C2-F5B0-E1F1-DDCC-52CFDA0B2D1E}"/>
              </a:ext>
            </a:extLst>
          </p:cNvPr>
          <p:cNvSpPr>
            <a:spLocks noChangeShapeType="1"/>
          </p:cNvSpPr>
          <p:nvPr/>
        </p:nvSpPr>
        <p:spPr bwMode="auto">
          <a:xfrm>
            <a:off x="6411665" y="3200660"/>
            <a:ext cx="39528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98" name="Group 117">
            <a:extLst>
              <a:ext uri="{FF2B5EF4-FFF2-40B4-BE49-F238E27FC236}">
                <a16:creationId xmlns:a16="http://schemas.microsoft.com/office/drawing/2014/main" id="{7FB711F9-6D8B-B6A4-1D10-60B141A68240}"/>
              </a:ext>
            </a:extLst>
          </p:cNvPr>
          <p:cNvGrpSpPr>
            <a:grpSpLocks/>
          </p:cNvGrpSpPr>
          <p:nvPr/>
        </p:nvGrpSpPr>
        <p:grpSpPr bwMode="auto">
          <a:xfrm>
            <a:off x="916335" y="2661134"/>
            <a:ext cx="3794125" cy="3128962"/>
            <a:chOff x="816" y="1201"/>
            <a:chExt cx="2390" cy="1971"/>
          </a:xfrm>
        </p:grpSpPr>
        <p:sp>
          <p:nvSpPr>
            <p:cNvPr id="99" name="Freeform 30">
              <a:extLst>
                <a:ext uri="{FF2B5EF4-FFF2-40B4-BE49-F238E27FC236}">
                  <a16:creationId xmlns:a16="http://schemas.microsoft.com/office/drawing/2014/main" id="{3D3FA6FE-0BDA-C190-8FE4-3E0113B9716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7" y="1201"/>
              <a:ext cx="1" cy="487"/>
            </a:xfrm>
            <a:custGeom>
              <a:avLst/>
              <a:gdLst>
                <a:gd name="T0" fmla="*/ 0 w 1"/>
                <a:gd name="T1" fmla="*/ 0 h 487"/>
                <a:gd name="T2" fmla="*/ 0 w 1"/>
                <a:gd name="T3" fmla="*/ 487 h 487"/>
                <a:gd name="T4" fmla="*/ 0 60000 65536"/>
                <a:gd name="T5" fmla="*/ 0 60000 65536"/>
                <a:gd name="T6" fmla="*/ 0 w 1"/>
                <a:gd name="T7" fmla="*/ 0 h 487"/>
                <a:gd name="T8" fmla="*/ 1 w 1"/>
                <a:gd name="T9" fmla="*/ 487 h 48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87">
                  <a:moveTo>
                    <a:pt x="0" y="0"/>
                  </a:moveTo>
                  <a:lnTo>
                    <a:pt x="0" y="487"/>
                  </a:lnTo>
                </a:path>
              </a:pathLst>
            </a:cu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0" name="Freeform 31">
              <a:extLst>
                <a:ext uri="{FF2B5EF4-FFF2-40B4-BE49-F238E27FC236}">
                  <a16:creationId xmlns:a16="http://schemas.microsoft.com/office/drawing/2014/main" id="{ABF03575-2702-4D75-70EF-34ACB8979E81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7" y="1674"/>
              <a:ext cx="1609" cy="3"/>
            </a:xfrm>
            <a:custGeom>
              <a:avLst/>
              <a:gdLst>
                <a:gd name="T0" fmla="*/ 0 w 1609"/>
                <a:gd name="T1" fmla="*/ 0 h 3"/>
                <a:gd name="T2" fmla="*/ 1609 w 1609"/>
                <a:gd name="T3" fmla="*/ 3 h 3"/>
                <a:gd name="T4" fmla="*/ 0 60000 65536"/>
                <a:gd name="T5" fmla="*/ 0 60000 65536"/>
                <a:gd name="T6" fmla="*/ 0 w 1609"/>
                <a:gd name="T7" fmla="*/ 0 h 3"/>
                <a:gd name="T8" fmla="*/ 1609 w 1609"/>
                <a:gd name="T9" fmla="*/ 3 h 3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609" h="3">
                  <a:moveTo>
                    <a:pt x="0" y="0"/>
                  </a:moveTo>
                  <a:lnTo>
                    <a:pt x="1609" y="3"/>
                  </a:lnTo>
                </a:path>
              </a:pathLst>
            </a:cu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1" name="Line 26">
              <a:extLst>
                <a:ext uri="{FF2B5EF4-FFF2-40B4-BE49-F238E27FC236}">
                  <a16:creationId xmlns:a16="http://schemas.microsoft.com/office/drawing/2014/main" id="{84857386-2FA2-078A-1822-13A1E9B48A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93" y="2849"/>
              <a:ext cx="1610" cy="0"/>
            </a:xfrm>
            <a:prstGeom prst="line">
              <a:avLst/>
            </a:prstGeom>
            <a:noFill/>
            <a:ln w="12700">
              <a:solidFill>
                <a:srgbClr val="FF3300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2" name="Freeform 27">
              <a:extLst>
                <a:ext uri="{FF2B5EF4-FFF2-40B4-BE49-F238E27FC236}">
                  <a16:creationId xmlns:a16="http://schemas.microsoft.com/office/drawing/2014/main" id="{F9FF7B64-B44A-48C0-9276-F40A20A51B3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8" y="2837"/>
              <a:ext cx="1" cy="284"/>
            </a:xfrm>
            <a:custGeom>
              <a:avLst/>
              <a:gdLst>
                <a:gd name="T0" fmla="*/ 0 w 1"/>
                <a:gd name="T1" fmla="*/ 0 h 284"/>
                <a:gd name="T2" fmla="*/ 0 w 1"/>
                <a:gd name="T3" fmla="*/ 284 h 284"/>
                <a:gd name="T4" fmla="*/ 0 60000 65536"/>
                <a:gd name="T5" fmla="*/ 0 60000 65536"/>
                <a:gd name="T6" fmla="*/ 0 w 1"/>
                <a:gd name="T7" fmla="*/ 0 h 284"/>
                <a:gd name="T8" fmla="*/ 1 w 1"/>
                <a:gd name="T9" fmla="*/ 284 h 28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284">
                  <a:moveTo>
                    <a:pt x="0" y="0"/>
                  </a:moveTo>
                  <a:lnTo>
                    <a:pt x="0" y="284"/>
                  </a:lnTo>
                </a:path>
              </a:pathLst>
            </a:cu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3" name="Freeform 32">
              <a:extLst>
                <a:ext uri="{FF2B5EF4-FFF2-40B4-BE49-F238E27FC236}">
                  <a16:creationId xmlns:a16="http://schemas.microsoft.com/office/drawing/2014/main" id="{F87D1934-E428-C637-F33A-B7242A3B9B3C}"/>
                </a:ext>
              </a:extLst>
            </p:cNvPr>
            <p:cNvSpPr>
              <a:spLocks/>
            </p:cNvSpPr>
            <p:nvPr/>
          </p:nvSpPr>
          <p:spPr bwMode="auto">
            <a:xfrm>
              <a:off x="939" y="2843"/>
              <a:ext cx="669" cy="1"/>
            </a:xfrm>
            <a:custGeom>
              <a:avLst/>
              <a:gdLst>
                <a:gd name="T0" fmla="*/ 669 w 669"/>
                <a:gd name="T1" fmla="*/ 0 h 1"/>
                <a:gd name="T2" fmla="*/ 0 w 669"/>
                <a:gd name="T3" fmla="*/ 1 h 1"/>
                <a:gd name="T4" fmla="*/ 0 60000 65536"/>
                <a:gd name="T5" fmla="*/ 0 60000 65536"/>
                <a:gd name="T6" fmla="*/ 0 w 669"/>
                <a:gd name="T7" fmla="*/ 0 h 1"/>
                <a:gd name="T8" fmla="*/ 669 w 669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669" h="1">
                  <a:moveTo>
                    <a:pt x="669" y="0"/>
                  </a:moveTo>
                  <a:lnTo>
                    <a:pt x="0" y="1"/>
                  </a:lnTo>
                </a:path>
              </a:pathLst>
            </a:cu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4" name="Line 115">
              <a:extLst>
                <a:ext uri="{FF2B5EF4-FFF2-40B4-BE49-F238E27FC236}">
                  <a16:creationId xmlns:a16="http://schemas.microsoft.com/office/drawing/2014/main" id="{28EFC115-0D9B-4C3B-3B84-FC4BB699E4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" y="2742"/>
              <a:ext cx="0" cy="430"/>
            </a:xfrm>
            <a:prstGeom prst="line">
              <a:avLst/>
            </a:prstGeom>
            <a:noFill/>
            <a:ln w="7620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06" name="Group 157">
            <a:extLst>
              <a:ext uri="{FF2B5EF4-FFF2-40B4-BE49-F238E27FC236}">
                <a16:creationId xmlns:a16="http://schemas.microsoft.com/office/drawing/2014/main" id="{E693600B-2507-DD82-D5DA-042638E252A6}"/>
              </a:ext>
            </a:extLst>
          </p:cNvPr>
          <p:cNvGrpSpPr>
            <a:grpSpLocks/>
          </p:cNvGrpSpPr>
          <p:nvPr/>
        </p:nvGrpSpPr>
        <p:grpSpPr bwMode="auto">
          <a:xfrm>
            <a:off x="1114178" y="2159260"/>
            <a:ext cx="5684837" cy="3511550"/>
            <a:chOff x="480" y="1436"/>
            <a:chExt cx="3581" cy="2212"/>
          </a:xfrm>
        </p:grpSpPr>
        <p:sp>
          <p:nvSpPr>
            <p:cNvPr id="107" name="Freeform 119">
              <a:extLst>
                <a:ext uri="{FF2B5EF4-FFF2-40B4-BE49-F238E27FC236}">
                  <a16:creationId xmlns:a16="http://schemas.microsoft.com/office/drawing/2014/main" id="{4A5990A3-CDCC-75D5-1C60-7579E4977D96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0" y="1462"/>
              <a:ext cx="941" cy="614"/>
            </a:xfrm>
            <a:custGeom>
              <a:avLst/>
              <a:gdLst>
                <a:gd name="T0" fmla="*/ 0 w 941"/>
                <a:gd name="T1" fmla="*/ 0 h 614"/>
                <a:gd name="T2" fmla="*/ 941 w 941"/>
                <a:gd name="T3" fmla="*/ 0 h 614"/>
                <a:gd name="T4" fmla="*/ 940 w 941"/>
                <a:gd name="T5" fmla="*/ 276 h 614"/>
                <a:gd name="T6" fmla="*/ 684 w 941"/>
                <a:gd name="T7" fmla="*/ 278 h 614"/>
                <a:gd name="T8" fmla="*/ 684 w 941"/>
                <a:gd name="T9" fmla="*/ 614 h 614"/>
                <a:gd name="T10" fmla="*/ 0 w 941"/>
                <a:gd name="T11" fmla="*/ 614 h 614"/>
                <a:gd name="T12" fmla="*/ 3 w 941"/>
                <a:gd name="T13" fmla="*/ 499 h 614"/>
                <a:gd name="T14" fmla="*/ 197 w 941"/>
                <a:gd name="T15" fmla="*/ 499 h 614"/>
                <a:gd name="T16" fmla="*/ 197 w 941"/>
                <a:gd name="T17" fmla="*/ 142 h 614"/>
                <a:gd name="T18" fmla="*/ 0 w 941"/>
                <a:gd name="T19" fmla="*/ 146 h 614"/>
                <a:gd name="T20" fmla="*/ 0 w 941"/>
                <a:gd name="T21" fmla="*/ 0 h 61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941"/>
                <a:gd name="T34" fmla="*/ 0 h 614"/>
                <a:gd name="T35" fmla="*/ 941 w 941"/>
                <a:gd name="T36" fmla="*/ 614 h 614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941" h="614">
                  <a:moveTo>
                    <a:pt x="0" y="0"/>
                  </a:moveTo>
                  <a:lnTo>
                    <a:pt x="941" y="0"/>
                  </a:lnTo>
                  <a:lnTo>
                    <a:pt x="940" y="276"/>
                  </a:lnTo>
                  <a:lnTo>
                    <a:pt x="684" y="278"/>
                  </a:lnTo>
                  <a:lnTo>
                    <a:pt x="684" y="614"/>
                  </a:lnTo>
                  <a:lnTo>
                    <a:pt x="0" y="614"/>
                  </a:lnTo>
                  <a:lnTo>
                    <a:pt x="3" y="499"/>
                  </a:lnTo>
                  <a:lnTo>
                    <a:pt x="197" y="499"/>
                  </a:lnTo>
                  <a:lnTo>
                    <a:pt x="197" y="142"/>
                  </a:lnTo>
                  <a:lnTo>
                    <a:pt x="0" y="1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FF66"/>
            </a:solidFill>
            <a:ln w="28575">
              <a:solidFill>
                <a:srgbClr val="66FF6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8" name="Freeform 120">
              <a:extLst>
                <a:ext uri="{FF2B5EF4-FFF2-40B4-BE49-F238E27FC236}">
                  <a16:creationId xmlns:a16="http://schemas.microsoft.com/office/drawing/2014/main" id="{3BC3D103-9F1B-53E0-83EC-C96EF45F7F70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" y="2700"/>
              <a:ext cx="1212" cy="948"/>
            </a:xfrm>
            <a:custGeom>
              <a:avLst/>
              <a:gdLst>
                <a:gd name="T0" fmla="*/ 0 w 1212"/>
                <a:gd name="T1" fmla="*/ 0 h 948"/>
                <a:gd name="T2" fmla="*/ 0 w 1212"/>
                <a:gd name="T3" fmla="*/ 687 h 948"/>
                <a:gd name="T4" fmla="*/ 662 w 1212"/>
                <a:gd name="T5" fmla="*/ 688 h 948"/>
                <a:gd name="T6" fmla="*/ 662 w 1212"/>
                <a:gd name="T7" fmla="*/ 948 h 948"/>
                <a:gd name="T8" fmla="*/ 1210 w 1212"/>
                <a:gd name="T9" fmla="*/ 948 h 948"/>
                <a:gd name="T10" fmla="*/ 1212 w 1212"/>
                <a:gd name="T11" fmla="*/ 0 h 948"/>
                <a:gd name="T12" fmla="*/ 885 w 1212"/>
                <a:gd name="T13" fmla="*/ 0 h 948"/>
                <a:gd name="T14" fmla="*/ 885 w 1212"/>
                <a:gd name="T15" fmla="*/ 194 h 948"/>
                <a:gd name="T16" fmla="*/ 258 w 1212"/>
                <a:gd name="T17" fmla="*/ 195 h 948"/>
                <a:gd name="T18" fmla="*/ 261 w 1212"/>
                <a:gd name="T19" fmla="*/ 0 h 948"/>
                <a:gd name="T20" fmla="*/ 0 w 1212"/>
                <a:gd name="T21" fmla="*/ 0 h 94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212"/>
                <a:gd name="T34" fmla="*/ 0 h 948"/>
                <a:gd name="T35" fmla="*/ 1212 w 1212"/>
                <a:gd name="T36" fmla="*/ 948 h 948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212" h="948">
                  <a:moveTo>
                    <a:pt x="0" y="0"/>
                  </a:moveTo>
                  <a:lnTo>
                    <a:pt x="0" y="687"/>
                  </a:lnTo>
                  <a:lnTo>
                    <a:pt x="662" y="688"/>
                  </a:lnTo>
                  <a:lnTo>
                    <a:pt x="662" y="948"/>
                  </a:lnTo>
                  <a:lnTo>
                    <a:pt x="1210" y="948"/>
                  </a:lnTo>
                  <a:lnTo>
                    <a:pt x="1212" y="0"/>
                  </a:lnTo>
                  <a:lnTo>
                    <a:pt x="885" y="0"/>
                  </a:lnTo>
                  <a:lnTo>
                    <a:pt x="885" y="194"/>
                  </a:lnTo>
                  <a:lnTo>
                    <a:pt x="258" y="195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FF66"/>
            </a:solidFill>
            <a:ln w="28575">
              <a:solidFill>
                <a:srgbClr val="66FF6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9" name="Freeform 121">
              <a:extLst>
                <a:ext uri="{FF2B5EF4-FFF2-40B4-BE49-F238E27FC236}">
                  <a16:creationId xmlns:a16="http://schemas.microsoft.com/office/drawing/2014/main" id="{C2C868B9-C147-59D8-375E-FC0144A1CD81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" y="1436"/>
              <a:ext cx="1243" cy="659"/>
            </a:xfrm>
            <a:custGeom>
              <a:avLst/>
              <a:gdLst>
                <a:gd name="T0" fmla="*/ 0 w 1243"/>
                <a:gd name="T1" fmla="*/ 570 h 664"/>
                <a:gd name="T2" fmla="*/ 1243 w 1243"/>
                <a:gd name="T3" fmla="*/ 0 h 664"/>
                <a:gd name="T4" fmla="*/ 0 60000 65536"/>
                <a:gd name="T5" fmla="*/ 0 60000 65536"/>
                <a:gd name="T6" fmla="*/ 0 w 1243"/>
                <a:gd name="T7" fmla="*/ 0 h 664"/>
                <a:gd name="T8" fmla="*/ 1243 w 1243"/>
                <a:gd name="T9" fmla="*/ 664 h 66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243" h="664">
                  <a:moveTo>
                    <a:pt x="0" y="664"/>
                  </a:moveTo>
                  <a:lnTo>
                    <a:pt x="1243" y="0"/>
                  </a:lnTo>
                </a:path>
              </a:pathLst>
            </a:custGeom>
            <a:noFill/>
            <a:ln w="38100">
              <a:solidFill>
                <a:srgbClr val="66FF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11" name="Text Box 87">
            <a:extLst>
              <a:ext uri="{FF2B5EF4-FFF2-40B4-BE49-F238E27FC236}">
                <a16:creationId xmlns:a16="http://schemas.microsoft.com/office/drawing/2014/main" id="{9F864550-A0E0-C030-F039-ACFE93C698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7577" y="1166565"/>
            <a:ext cx="305724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求作左视图</a:t>
            </a:r>
          </a:p>
        </p:txBody>
      </p:sp>
    </p:spTree>
    <p:extLst>
      <p:ext uri="{BB962C8B-B14F-4D97-AF65-F5344CB8AC3E}">
        <p14:creationId xmlns:p14="http://schemas.microsoft.com/office/powerpoint/2010/main" val="1351915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2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2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" grpId="0" animBg="1"/>
      <p:bldP spid="79" grpId="0" animBg="1"/>
      <p:bldP spid="80" grpId="0" animBg="1"/>
      <p:bldP spid="81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7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 idx="4294967295"/>
          </p:nvPr>
        </p:nvSpPr>
        <p:spPr>
          <a:xfrm>
            <a:off x="4772561" y="2727903"/>
            <a:ext cx="2646878" cy="830997"/>
          </a:xfr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zh-CN" altLang="en-US" sz="4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表达方法</a:t>
            </a:r>
          </a:p>
        </p:txBody>
      </p:sp>
      <p:sp>
        <p:nvSpPr>
          <p:cNvPr id="3" name="Rectangle 2"/>
          <p:cNvSpPr/>
          <p:nvPr/>
        </p:nvSpPr>
        <p:spPr>
          <a:xfrm>
            <a:off x="2697871" y="1136817"/>
            <a:ext cx="59022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3200" b="1" dirty="0">
                <a:solidFill>
                  <a:srgbClr val="A50021"/>
                </a:solidFill>
                <a:latin typeface="华文新魏" pitchFamily="2" charset="-122"/>
                <a:ea typeface="华文新魏" pitchFamily="2" charset="-122"/>
              </a:rPr>
              <a:t>10</a:t>
            </a:r>
            <a:endParaRPr lang="zh-CN" altLang="en-US" sz="3200" b="1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5F793-840D-B68A-95FE-2FEAB90A6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>
            <a:extLst>
              <a:ext uri="{FF2B5EF4-FFF2-40B4-BE49-F238E27FC236}">
                <a16:creationId xmlns:a16="http://schemas.microsoft.com/office/drawing/2014/main" id="{45AA9ED2-F1E6-6C0C-E00D-09A7036D1F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19" y="412176"/>
            <a:ext cx="1826141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内容回顾</a:t>
            </a:r>
          </a:p>
        </p:txBody>
      </p:sp>
      <p:sp>
        <p:nvSpPr>
          <p:cNvPr id="16" name="灯片编号占位符 3">
            <a:extLst>
              <a:ext uri="{FF2B5EF4-FFF2-40B4-BE49-F238E27FC236}">
                <a16:creationId xmlns:a16="http://schemas.microsoft.com/office/drawing/2014/main" id="{0C7860D4-B0F6-770F-5F40-E84B408FF912}"/>
              </a:ext>
            </a:extLst>
          </p:cNvPr>
          <p:cNvSpPr txBox="1">
            <a:spLocks/>
          </p:cNvSpPr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  <a:pPr/>
              <a:t>31</a:t>
            </a:fld>
            <a:endParaRPr lang="en-US" altLang="zh-CN" dirty="0"/>
          </a:p>
        </p:txBody>
      </p:sp>
      <p:sp>
        <p:nvSpPr>
          <p:cNvPr id="2" name="Text Box 2">
            <a:extLst>
              <a:ext uri="{FF2B5EF4-FFF2-40B4-BE49-F238E27FC236}">
                <a16:creationId xmlns:a16="http://schemas.microsoft.com/office/drawing/2014/main" id="{D90CEB01-22AB-5965-6DE6-6A3DABDEF7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5560" y="2570225"/>
            <a:ext cx="643156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在三视图的基础上，需要更丰富的表达手段。</a:t>
            </a:r>
          </a:p>
        </p:txBody>
      </p:sp>
      <p:sp>
        <p:nvSpPr>
          <p:cNvPr id="3" name="Text Box 65">
            <a:extLst>
              <a:ext uri="{FF2B5EF4-FFF2-40B4-BE49-F238E27FC236}">
                <a16:creationId xmlns:a16="http://schemas.microsoft.com/office/drawing/2014/main" id="{97278D95-C0EC-3EAD-102C-5A78495305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0153" y="3032886"/>
            <a:ext cx="2983509" cy="461665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342900" indent="-3429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/>
            </a:pPr>
            <a:r>
              <a:rPr lang="en-US" altLang="zh-CN" b="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b="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外形 </a:t>
            </a:r>
            <a:r>
              <a:rPr lang="en-US" altLang="zh-CN" b="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 </a:t>
            </a:r>
            <a:r>
              <a:rPr lang="zh-CN" altLang="en-US" b="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多个视图</a:t>
            </a:r>
          </a:p>
        </p:txBody>
      </p:sp>
      <p:sp>
        <p:nvSpPr>
          <p:cNvPr id="4" name="Text Box 66">
            <a:extLst>
              <a:ext uri="{FF2B5EF4-FFF2-40B4-BE49-F238E27FC236}">
                <a16:creationId xmlns:a16="http://schemas.microsoft.com/office/drawing/2014/main" id="{4BA09009-6C09-01B4-8116-93227918D8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0153" y="3495547"/>
            <a:ext cx="2675732" cy="461665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l"/>
              <a:defRPr/>
            </a:pPr>
            <a:r>
              <a:rPr lang="en-US" altLang="zh-CN" b="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b="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内形 </a:t>
            </a:r>
            <a:r>
              <a:rPr lang="en-US" altLang="zh-CN" b="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 </a:t>
            </a:r>
            <a:r>
              <a:rPr lang="zh-CN" altLang="en-US" b="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剖视图</a:t>
            </a:r>
          </a:p>
        </p:txBody>
      </p:sp>
      <p:sp>
        <p:nvSpPr>
          <p:cNvPr id="5" name="Text Box 67">
            <a:extLst>
              <a:ext uri="{FF2B5EF4-FFF2-40B4-BE49-F238E27FC236}">
                <a16:creationId xmlns:a16="http://schemas.microsoft.com/office/drawing/2014/main" id="{F8BF3B16-414E-4635-7001-629C8A358C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0153" y="3958208"/>
            <a:ext cx="3382657" cy="461665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l"/>
              <a:defRPr/>
            </a:pPr>
            <a:r>
              <a:rPr lang="en-US" altLang="zh-CN" b="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b="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断面形状  </a:t>
            </a:r>
            <a:r>
              <a:rPr lang="en-US" altLang="zh-CN" b="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 </a:t>
            </a:r>
            <a:r>
              <a:rPr lang="zh-CN" altLang="en-US" b="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断面图</a:t>
            </a:r>
          </a:p>
        </p:txBody>
      </p:sp>
      <p:sp>
        <p:nvSpPr>
          <p:cNvPr id="6" name="Text Box 68">
            <a:extLst>
              <a:ext uri="{FF2B5EF4-FFF2-40B4-BE49-F238E27FC236}">
                <a16:creationId xmlns:a16="http://schemas.microsoft.com/office/drawing/2014/main" id="{C2E0F993-6381-2F0C-574A-0391427F1C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7528" y="1988840"/>
            <a:ext cx="4474302" cy="46166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noFill/>
            <a:prstDash val="solid"/>
          </a:ln>
          <a:effectLst/>
        </p:spPr>
        <p:txBody>
          <a:bodyPr wrap="none">
            <a:spAutoFit/>
          </a:bodyPr>
          <a:lstStyle>
            <a:lvl1pPr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、二维视图（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2D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）的表达方法</a:t>
            </a:r>
          </a:p>
        </p:txBody>
      </p:sp>
      <p:sp>
        <p:nvSpPr>
          <p:cNvPr id="7" name="Text Box 69">
            <a:extLst>
              <a:ext uri="{FF2B5EF4-FFF2-40B4-BE49-F238E27FC236}">
                <a16:creationId xmlns:a16="http://schemas.microsoft.com/office/drawing/2014/main" id="{342F32C5-4A9F-A671-6EEF-6C850545FA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7528" y="4655437"/>
            <a:ext cx="5089855" cy="46166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noFill/>
            <a:prstDash val="solid"/>
          </a:ln>
          <a:effectLst/>
        </p:spPr>
        <p:txBody>
          <a:bodyPr wrap="none">
            <a:spAutoFit/>
          </a:bodyPr>
          <a:lstStyle>
            <a:lvl1pPr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、三维几何模型（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3D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）的表达方法</a:t>
            </a:r>
          </a:p>
        </p:txBody>
      </p:sp>
      <p:sp>
        <p:nvSpPr>
          <p:cNvPr id="8" name="Text Box 70">
            <a:extLst>
              <a:ext uri="{FF2B5EF4-FFF2-40B4-BE49-F238E27FC236}">
                <a16:creationId xmlns:a16="http://schemas.microsoft.com/office/drawing/2014/main" id="{B636DE20-97AF-3DD6-F67B-7EA6370E90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0153" y="5139449"/>
            <a:ext cx="335380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计算机三维几何造型。</a:t>
            </a:r>
          </a:p>
        </p:txBody>
      </p:sp>
      <p:sp>
        <p:nvSpPr>
          <p:cNvPr id="9" name="Text Box 71">
            <a:extLst>
              <a:ext uri="{FF2B5EF4-FFF2-40B4-BE49-F238E27FC236}">
                <a16:creationId xmlns:a16="http://schemas.microsoft.com/office/drawing/2014/main" id="{48C4011B-4272-A080-2EFD-B6E97F0146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41455" y="5786577"/>
            <a:ext cx="5109091" cy="46166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noFill/>
            <a:prstDash val="solid"/>
          </a:ln>
          <a:effectLst/>
        </p:spPr>
        <p:txBody>
          <a:bodyPr wrap="none">
            <a:spAutoFit/>
          </a:bodyPr>
          <a:lstStyle>
            <a:lvl1pPr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目的：准确、简洁、清晰地表达机件</a:t>
            </a:r>
          </a:p>
        </p:txBody>
      </p:sp>
      <p:sp>
        <p:nvSpPr>
          <p:cNvPr id="13" name="Text Box 36">
            <a:extLst>
              <a:ext uri="{FF2B5EF4-FFF2-40B4-BE49-F238E27FC236}">
                <a16:creationId xmlns:a16="http://schemas.microsoft.com/office/drawing/2014/main" id="{2A71C7BA-537F-FBE0-F289-8A8EB1D850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360" y="1235232"/>
            <a:ext cx="449353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如何表达更加复杂的形体？</a:t>
            </a:r>
          </a:p>
        </p:txBody>
      </p:sp>
    </p:spTree>
    <p:extLst>
      <p:ext uri="{BB962C8B-B14F-4D97-AF65-F5344CB8AC3E}">
        <p14:creationId xmlns:p14="http://schemas.microsoft.com/office/powerpoint/2010/main" val="3817509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 animBg="1"/>
      <p:bldP spid="7" grpId="0" animBg="1"/>
      <p:bldP spid="8" grpId="0"/>
      <p:bldP spid="9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7DE3C-2247-3AB5-50D3-B17667137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052D300-D24F-65F6-AE6F-BAE965110CDB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4374221" y="2727903"/>
            <a:ext cx="3443571" cy="830997"/>
          </a:xfr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4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10.2 </a:t>
            </a:r>
            <a:r>
              <a:rPr lang="zh-CN" altLang="en-US" sz="4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剖视图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84F509C8-38BD-4EBB-DEA3-A5907918DCC8}"/>
              </a:ext>
            </a:extLst>
          </p:cNvPr>
          <p:cNvSpPr/>
          <p:nvPr/>
        </p:nvSpPr>
        <p:spPr>
          <a:xfrm>
            <a:off x="2697871" y="1136817"/>
            <a:ext cx="59022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3200" b="1" dirty="0">
                <a:solidFill>
                  <a:srgbClr val="A50021"/>
                </a:solidFill>
                <a:latin typeface="华文新魏" pitchFamily="2" charset="-122"/>
                <a:ea typeface="华文新魏" pitchFamily="2" charset="-122"/>
              </a:rPr>
              <a:t>10</a:t>
            </a:r>
            <a:endParaRPr lang="zh-CN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767487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E2010-B298-43DB-871C-B23C6AAA4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>
            <a:extLst>
              <a:ext uri="{FF2B5EF4-FFF2-40B4-BE49-F238E27FC236}">
                <a16:creationId xmlns:a16="http://schemas.microsoft.com/office/drawing/2014/main" id="{CBBE7F37-EC27-A844-42FB-83B7100B03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19" y="412176"/>
            <a:ext cx="2358338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10.2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剖视图</a:t>
            </a:r>
          </a:p>
        </p:txBody>
      </p:sp>
      <p:sp>
        <p:nvSpPr>
          <p:cNvPr id="16" name="灯片编号占位符 3">
            <a:extLst>
              <a:ext uri="{FF2B5EF4-FFF2-40B4-BE49-F238E27FC236}">
                <a16:creationId xmlns:a16="http://schemas.microsoft.com/office/drawing/2014/main" id="{6200B1F0-A64F-A623-FCED-3BF1F4F7CDCC}"/>
              </a:ext>
            </a:extLst>
          </p:cNvPr>
          <p:cNvSpPr txBox="1">
            <a:spLocks/>
          </p:cNvSpPr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  <a:pPr/>
              <a:t>33</a:t>
            </a:fld>
            <a:endParaRPr lang="en-US" altLang="zh-CN" dirty="0"/>
          </a:p>
        </p:txBody>
      </p:sp>
      <p:sp>
        <p:nvSpPr>
          <p:cNvPr id="8" name="Text Box 3">
            <a:extLst>
              <a:ext uri="{FF2B5EF4-FFF2-40B4-BE49-F238E27FC236}">
                <a16:creationId xmlns:a16="http://schemas.microsoft.com/office/drawing/2014/main" id="{C242CD13-2EB2-6299-74FA-CF212C897A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9358" y="2080044"/>
            <a:ext cx="4161502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</a:t>
            </a:r>
            <a:r>
              <a:rPr kumimoji="1" lang="zh-CN" altLang="en-US" sz="280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kumimoji="1" lang="zh-CN" altLang="en-US" sz="28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当机件的内部形状较复杂时，视图上将出现许多虚线，不便于看图和标注尺寸。</a:t>
            </a:r>
            <a:endParaRPr kumimoji="1" lang="zh-CN" altLang="en-US" sz="2800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 Box 4">
            <a:extLst>
              <a:ext uri="{FF2B5EF4-FFF2-40B4-BE49-F238E27FC236}">
                <a16:creationId xmlns:a16="http://schemas.microsoft.com/office/drawing/2014/main" id="{58606B95-C8B7-1269-B36D-9C4EE6932E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1817" y="4149025"/>
            <a:ext cx="1980029" cy="523220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28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解决办法？</a:t>
            </a:r>
            <a:endParaRPr lang="zh-CN" altLang="en-US" sz="2000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 Box 5">
            <a:extLst>
              <a:ext uri="{FF2B5EF4-FFF2-40B4-BE49-F238E27FC236}">
                <a16:creationId xmlns:a16="http://schemas.microsoft.com/office/drawing/2014/main" id="{AC859FD0-D660-CAA0-8C13-67A12D707F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6284" y="4149025"/>
            <a:ext cx="1980029" cy="523220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2800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采用剖视图</a:t>
            </a:r>
          </a:p>
        </p:txBody>
      </p:sp>
      <p:grpSp>
        <p:nvGrpSpPr>
          <p:cNvPr id="12" name="Group 6">
            <a:extLst>
              <a:ext uri="{FF2B5EF4-FFF2-40B4-BE49-F238E27FC236}">
                <a16:creationId xmlns:a16="http://schemas.microsoft.com/office/drawing/2014/main" id="{3F37AE70-6F75-7E19-3936-2B55CAB6C6F4}"/>
              </a:ext>
            </a:extLst>
          </p:cNvPr>
          <p:cNvGrpSpPr>
            <a:grpSpLocks/>
          </p:cNvGrpSpPr>
          <p:nvPr/>
        </p:nvGrpSpPr>
        <p:grpSpPr bwMode="auto">
          <a:xfrm>
            <a:off x="8832536" y="2182238"/>
            <a:ext cx="2605088" cy="2584450"/>
            <a:chOff x="847" y="1424"/>
            <a:chExt cx="1697" cy="1684"/>
          </a:xfrm>
        </p:grpSpPr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D9158AE5-6AF6-3671-46BD-84B8DC1907F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2" y="2368"/>
              <a:ext cx="494" cy="508"/>
            </a:xfrm>
            <a:custGeom>
              <a:avLst/>
              <a:gdLst>
                <a:gd name="T0" fmla="*/ 2 w 494"/>
                <a:gd name="T1" fmla="*/ 164 h 508"/>
                <a:gd name="T2" fmla="*/ 286 w 494"/>
                <a:gd name="T3" fmla="*/ 0 h 508"/>
                <a:gd name="T4" fmla="*/ 494 w 494"/>
                <a:gd name="T5" fmla="*/ 180 h 508"/>
                <a:gd name="T6" fmla="*/ 280 w 494"/>
                <a:gd name="T7" fmla="*/ 304 h 508"/>
                <a:gd name="T8" fmla="*/ 238 w 494"/>
                <a:gd name="T9" fmla="*/ 308 h 508"/>
                <a:gd name="T10" fmla="*/ 238 w 494"/>
                <a:gd name="T11" fmla="*/ 404 h 508"/>
                <a:gd name="T12" fmla="*/ 186 w 494"/>
                <a:gd name="T13" fmla="*/ 412 h 508"/>
                <a:gd name="T14" fmla="*/ 138 w 494"/>
                <a:gd name="T15" fmla="*/ 428 h 508"/>
                <a:gd name="T16" fmla="*/ 0 w 494"/>
                <a:gd name="T17" fmla="*/ 508 h 508"/>
                <a:gd name="T18" fmla="*/ 2 w 494"/>
                <a:gd name="T19" fmla="*/ 164 h 50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94"/>
                <a:gd name="T31" fmla="*/ 0 h 508"/>
                <a:gd name="T32" fmla="*/ 494 w 494"/>
                <a:gd name="T33" fmla="*/ 508 h 508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94" h="508">
                  <a:moveTo>
                    <a:pt x="2" y="164"/>
                  </a:moveTo>
                  <a:lnTo>
                    <a:pt x="286" y="0"/>
                  </a:lnTo>
                  <a:lnTo>
                    <a:pt x="494" y="180"/>
                  </a:lnTo>
                  <a:lnTo>
                    <a:pt x="280" y="304"/>
                  </a:lnTo>
                  <a:lnTo>
                    <a:pt x="238" y="308"/>
                  </a:lnTo>
                  <a:lnTo>
                    <a:pt x="238" y="404"/>
                  </a:lnTo>
                  <a:lnTo>
                    <a:pt x="186" y="412"/>
                  </a:lnTo>
                  <a:lnTo>
                    <a:pt x="138" y="428"/>
                  </a:lnTo>
                  <a:lnTo>
                    <a:pt x="0" y="508"/>
                  </a:lnTo>
                  <a:lnTo>
                    <a:pt x="2" y="164"/>
                  </a:lnTo>
                  <a:close/>
                </a:path>
              </a:pathLst>
            </a:custGeom>
            <a:gradFill rotWithShape="0">
              <a:gsLst>
                <a:gs pos="0">
                  <a:srgbClr val="FFCC66"/>
                </a:gs>
                <a:gs pos="100000">
                  <a:srgbClr val="765E2F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061C6442-33FD-939E-B2A0-57D416E9FCE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9" y="2676"/>
              <a:ext cx="179" cy="432"/>
            </a:xfrm>
            <a:custGeom>
              <a:avLst/>
              <a:gdLst>
                <a:gd name="T0" fmla="*/ 1 w 173"/>
                <a:gd name="T1" fmla="*/ 0 h 432"/>
                <a:gd name="T2" fmla="*/ 173 w 173"/>
                <a:gd name="T3" fmla="*/ 99 h 432"/>
                <a:gd name="T4" fmla="*/ 173 w 173"/>
                <a:gd name="T5" fmla="*/ 432 h 432"/>
                <a:gd name="T6" fmla="*/ 0 w 173"/>
                <a:gd name="T7" fmla="*/ 332 h 432"/>
                <a:gd name="T8" fmla="*/ 1 w 173"/>
                <a:gd name="T9" fmla="*/ 0 h 4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73"/>
                <a:gd name="T16" fmla="*/ 0 h 432"/>
                <a:gd name="T17" fmla="*/ 173 w 173"/>
                <a:gd name="T18" fmla="*/ 432 h 43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73" h="432">
                  <a:moveTo>
                    <a:pt x="1" y="0"/>
                  </a:moveTo>
                  <a:lnTo>
                    <a:pt x="173" y="99"/>
                  </a:lnTo>
                  <a:lnTo>
                    <a:pt x="173" y="432"/>
                  </a:lnTo>
                  <a:lnTo>
                    <a:pt x="0" y="33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C3399"/>
            </a:solidFill>
            <a:ln>
              <a:noFill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0501765F-BC24-D2BD-E19F-A214D8897A5F}"/>
                </a:ext>
              </a:extLst>
            </p:cNvPr>
            <p:cNvSpPr>
              <a:spLocks/>
            </p:cNvSpPr>
            <p:nvPr/>
          </p:nvSpPr>
          <p:spPr bwMode="auto">
            <a:xfrm>
              <a:off x="847" y="2428"/>
              <a:ext cx="181" cy="452"/>
            </a:xfrm>
            <a:custGeom>
              <a:avLst/>
              <a:gdLst>
                <a:gd name="T0" fmla="*/ 1 w 181"/>
                <a:gd name="T1" fmla="*/ 0 h 452"/>
                <a:gd name="T2" fmla="*/ 181 w 181"/>
                <a:gd name="T3" fmla="*/ 104 h 452"/>
                <a:gd name="T4" fmla="*/ 181 w 181"/>
                <a:gd name="T5" fmla="*/ 452 h 452"/>
                <a:gd name="T6" fmla="*/ 0 w 181"/>
                <a:gd name="T7" fmla="*/ 348 h 452"/>
                <a:gd name="T8" fmla="*/ 1 w 181"/>
                <a:gd name="T9" fmla="*/ 0 h 4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81"/>
                <a:gd name="T16" fmla="*/ 0 h 452"/>
                <a:gd name="T17" fmla="*/ 181 w 181"/>
                <a:gd name="T18" fmla="*/ 452 h 4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81" h="452">
                  <a:moveTo>
                    <a:pt x="1" y="0"/>
                  </a:moveTo>
                  <a:lnTo>
                    <a:pt x="181" y="104"/>
                  </a:lnTo>
                  <a:lnTo>
                    <a:pt x="181" y="452"/>
                  </a:lnTo>
                  <a:lnTo>
                    <a:pt x="0" y="34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C3399"/>
            </a:solidFill>
            <a:ln>
              <a:noFill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E24F58DB-186B-681E-0BED-BD9FC3566EBF}"/>
                </a:ext>
              </a:extLst>
            </p:cNvPr>
            <p:cNvSpPr>
              <a:spLocks/>
            </p:cNvSpPr>
            <p:nvPr/>
          </p:nvSpPr>
          <p:spPr bwMode="auto">
            <a:xfrm>
              <a:off x="848" y="1875"/>
              <a:ext cx="1685" cy="921"/>
            </a:xfrm>
            <a:custGeom>
              <a:avLst/>
              <a:gdLst>
                <a:gd name="T0" fmla="*/ 900 w 1685"/>
                <a:gd name="T1" fmla="*/ 41 h 921"/>
                <a:gd name="T2" fmla="*/ 0 w 1685"/>
                <a:gd name="T3" fmla="*/ 557 h 921"/>
                <a:gd name="T4" fmla="*/ 176 w 1685"/>
                <a:gd name="T5" fmla="*/ 661 h 921"/>
                <a:gd name="T6" fmla="*/ 300 w 1685"/>
                <a:gd name="T7" fmla="*/ 597 h 921"/>
                <a:gd name="T8" fmla="*/ 340 w 1685"/>
                <a:gd name="T9" fmla="*/ 577 h 921"/>
                <a:gd name="T10" fmla="*/ 392 w 1685"/>
                <a:gd name="T11" fmla="*/ 561 h 921"/>
                <a:gd name="T12" fmla="*/ 424 w 1685"/>
                <a:gd name="T13" fmla="*/ 557 h 921"/>
                <a:gd name="T14" fmla="*/ 492 w 1685"/>
                <a:gd name="T15" fmla="*/ 569 h 921"/>
                <a:gd name="T16" fmla="*/ 544 w 1685"/>
                <a:gd name="T17" fmla="*/ 593 h 921"/>
                <a:gd name="T18" fmla="*/ 568 w 1685"/>
                <a:gd name="T19" fmla="*/ 621 h 921"/>
                <a:gd name="T20" fmla="*/ 580 w 1685"/>
                <a:gd name="T21" fmla="*/ 653 h 921"/>
                <a:gd name="T22" fmla="*/ 572 w 1685"/>
                <a:gd name="T23" fmla="*/ 689 h 921"/>
                <a:gd name="T24" fmla="*/ 548 w 1685"/>
                <a:gd name="T25" fmla="*/ 721 h 921"/>
                <a:gd name="T26" fmla="*/ 412 w 1685"/>
                <a:gd name="T27" fmla="*/ 800 h 921"/>
                <a:gd name="T28" fmla="*/ 612 w 1685"/>
                <a:gd name="T29" fmla="*/ 921 h 921"/>
                <a:gd name="T30" fmla="*/ 1632 w 1685"/>
                <a:gd name="T31" fmla="*/ 309 h 921"/>
                <a:gd name="T32" fmla="*/ 900 w 1685"/>
                <a:gd name="T33" fmla="*/ 41 h 92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685"/>
                <a:gd name="T52" fmla="*/ 0 h 921"/>
                <a:gd name="T53" fmla="*/ 1685 w 1685"/>
                <a:gd name="T54" fmla="*/ 921 h 921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685" h="921">
                  <a:moveTo>
                    <a:pt x="900" y="41"/>
                  </a:moveTo>
                  <a:lnTo>
                    <a:pt x="0" y="557"/>
                  </a:lnTo>
                  <a:lnTo>
                    <a:pt x="176" y="661"/>
                  </a:lnTo>
                  <a:lnTo>
                    <a:pt x="300" y="597"/>
                  </a:lnTo>
                  <a:lnTo>
                    <a:pt x="340" y="577"/>
                  </a:lnTo>
                  <a:lnTo>
                    <a:pt x="392" y="561"/>
                  </a:lnTo>
                  <a:lnTo>
                    <a:pt x="424" y="557"/>
                  </a:lnTo>
                  <a:lnTo>
                    <a:pt x="492" y="569"/>
                  </a:lnTo>
                  <a:lnTo>
                    <a:pt x="544" y="593"/>
                  </a:lnTo>
                  <a:lnTo>
                    <a:pt x="568" y="621"/>
                  </a:lnTo>
                  <a:lnTo>
                    <a:pt x="580" y="653"/>
                  </a:lnTo>
                  <a:lnTo>
                    <a:pt x="572" y="689"/>
                  </a:lnTo>
                  <a:lnTo>
                    <a:pt x="548" y="721"/>
                  </a:lnTo>
                  <a:lnTo>
                    <a:pt x="412" y="800"/>
                  </a:lnTo>
                  <a:lnTo>
                    <a:pt x="612" y="921"/>
                  </a:lnTo>
                  <a:lnTo>
                    <a:pt x="1632" y="309"/>
                  </a:lnTo>
                  <a:cubicBezTo>
                    <a:pt x="1685" y="166"/>
                    <a:pt x="1172" y="0"/>
                    <a:pt x="900" y="41"/>
                  </a:cubicBezTo>
                  <a:close/>
                </a:path>
              </a:pathLst>
            </a:custGeom>
            <a:gradFill rotWithShape="0">
              <a:gsLst>
                <a:gs pos="0">
                  <a:srgbClr val="901D00"/>
                </a:gs>
                <a:gs pos="100000">
                  <a:srgbClr val="FF3300"/>
                </a:gs>
              </a:gsLst>
              <a:lin ang="5400000" scaled="1"/>
            </a:gradFill>
            <a:ln>
              <a:noFill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81DE1C06-ADAE-73A7-A1FC-8DCEEDFB7CB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2" y="1636"/>
              <a:ext cx="1112" cy="1472"/>
            </a:xfrm>
            <a:custGeom>
              <a:avLst/>
              <a:gdLst>
                <a:gd name="T0" fmla="*/ 320 w 1112"/>
                <a:gd name="T1" fmla="*/ 4 h 1472"/>
                <a:gd name="T2" fmla="*/ 320 w 1112"/>
                <a:gd name="T3" fmla="*/ 404 h 1472"/>
                <a:gd name="T4" fmla="*/ 332 w 1112"/>
                <a:gd name="T5" fmla="*/ 460 h 1472"/>
                <a:gd name="T6" fmla="*/ 364 w 1112"/>
                <a:gd name="T7" fmla="*/ 516 h 1472"/>
                <a:gd name="T8" fmla="*/ 428 w 1112"/>
                <a:gd name="T9" fmla="*/ 568 h 1472"/>
                <a:gd name="T10" fmla="*/ 516 w 1112"/>
                <a:gd name="T11" fmla="*/ 608 h 1472"/>
                <a:gd name="T12" fmla="*/ 604 w 1112"/>
                <a:gd name="T13" fmla="*/ 632 h 1472"/>
                <a:gd name="T14" fmla="*/ 692 w 1112"/>
                <a:gd name="T15" fmla="*/ 644 h 1472"/>
                <a:gd name="T16" fmla="*/ 772 w 1112"/>
                <a:gd name="T17" fmla="*/ 640 h 1472"/>
                <a:gd name="T18" fmla="*/ 844 w 1112"/>
                <a:gd name="T19" fmla="*/ 624 h 1472"/>
                <a:gd name="T20" fmla="*/ 912 w 1112"/>
                <a:gd name="T21" fmla="*/ 604 h 1472"/>
                <a:gd name="T22" fmla="*/ 1004 w 1112"/>
                <a:gd name="T23" fmla="*/ 568 h 1472"/>
                <a:gd name="T24" fmla="*/ 0 w 1112"/>
                <a:gd name="T25" fmla="*/ 1148 h 1472"/>
                <a:gd name="T26" fmla="*/ 0 w 1112"/>
                <a:gd name="T27" fmla="*/ 1472 h 1472"/>
                <a:gd name="T28" fmla="*/ 983 w 1112"/>
                <a:gd name="T29" fmla="*/ 904 h 1472"/>
                <a:gd name="T30" fmla="*/ 1060 w 1112"/>
                <a:gd name="T31" fmla="*/ 852 h 1472"/>
                <a:gd name="T32" fmla="*/ 1092 w 1112"/>
                <a:gd name="T33" fmla="*/ 816 h 1472"/>
                <a:gd name="T34" fmla="*/ 1104 w 1112"/>
                <a:gd name="T35" fmla="*/ 768 h 1472"/>
                <a:gd name="T36" fmla="*/ 1112 w 1112"/>
                <a:gd name="T37" fmla="*/ 732 h 1472"/>
                <a:gd name="T38" fmla="*/ 1112 w 1112"/>
                <a:gd name="T39" fmla="*/ 0 h 1472"/>
                <a:gd name="T40" fmla="*/ 320 w 1112"/>
                <a:gd name="T41" fmla="*/ 4 h 1472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112"/>
                <a:gd name="T64" fmla="*/ 0 h 1472"/>
                <a:gd name="T65" fmla="*/ 1112 w 1112"/>
                <a:gd name="T66" fmla="*/ 1472 h 1472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112" h="1472">
                  <a:moveTo>
                    <a:pt x="320" y="4"/>
                  </a:moveTo>
                  <a:lnTo>
                    <a:pt x="320" y="404"/>
                  </a:lnTo>
                  <a:lnTo>
                    <a:pt x="332" y="460"/>
                  </a:lnTo>
                  <a:lnTo>
                    <a:pt x="364" y="516"/>
                  </a:lnTo>
                  <a:lnTo>
                    <a:pt x="428" y="568"/>
                  </a:lnTo>
                  <a:lnTo>
                    <a:pt x="516" y="608"/>
                  </a:lnTo>
                  <a:lnTo>
                    <a:pt x="604" y="632"/>
                  </a:lnTo>
                  <a:lnTo>
                    <a:pt x="692" y="644"/>
                  </a:lnTo>
                  <a:lnTo>
                    <a:pt x="772" y="640"/>
                  </a:lnTo>
                  <a:lnTo>
                    <a:pt x="844" y="624"/>
                  </a:lnTo>
                  <a:lnTo>
                    <a:pt x="912" y="604"/>
                  </a:lnTo>
                  <a:lnTo>
                    <a:pt x="1004" y="568"/>
                  </a:lnTo>
                  <a:lnTo>
                    <a:pt x="0" y="1148"/>
                  </a:lnTo>
                  <a:lnTo>
                    <a:pt x="0" y="1472"/>
                  </a:lnTo>
                  <a:lnTo>
                    <a:pt x="983" y="904"/>
                  </a:lnTo>
                  <a:lnTo>
                    <a:pt x="1060" y="852"/>
                  </a:lnTo>
                  <a:lnTo>
                    <a:pt x="1092" y="816"/>
                  </a:lnTo>
                  <a:lnTo>
                    <a:pt x="1104" y="768"/>
                  </a:lnTo>
                  <a:lnTo>
                    <a:pt x="1112" y="732"/>
                  </a:lnTo>
                  <a:lnTo>
                    <a:pt x="1112" y="0"/>
                  </a:lnTo>
                  <a:lnTo>
                    <a:pt x="320" y="4"/>
                  </a:lnTo>
                  <a:close/>
                </a:path>
              </a:pathLst>
            </a:custGeom>
            <a:gradFill rotWithShape="0">
              <a:gsLst>
                <a:gs pos="0">
                  <a:srgbClr val="860043"/>
                </a:gs>
                <a:gs pos="50000">
                  <a:srgbClr val="CC0066"/>
                </a:gs>
                <a:gs pos="100000">
                  <a:srgbClr val="860043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Oval 12">
              <a:extLst>
                <a:ext uri="{FF2B5EF4-FFF2-40B4-BE49-F238E27FC236}">
                  <a16:creationId xmlns:a16="http://schemas.microsoft.com/office/drawing/2014/main" id="{49CE9A69-6E70-4A81-8C33-2F207677BA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52" y="1424"/>
              <a:ext cx="787" cy="482"/>
            </a:xfrm>
            <a:prstGeom prst="ellipse">
              <a:avLst/>
            </a:prstGeom>
            <a:solidFill>
              <a:srgbClr val="FF7C80"/>
            </a:solidFill>
            <a:ln>
              <a:noFill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Oval 13">
              <a:extLst>
                <a:ext uri="{FF2B5EF4-FFF2-40B4-BE49-F238E27FC236}">
                  <a16:creationId xmlns:a16="http://schemas.microsoft.com/office/drawing/2014/main" id="{BA90F4CB-F623-101F-F79B-DD12294E88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4" y="1491"/>
              <a:ext cx="538" cy="338"/>
            </a:xfrm>
            <a:prstGeom prst="ellipse">
              <a:avLst/>
            </a:prstGeom>
            <a:gradFill rotWithShape="0">
              <a:gsLst>
                <a:gs pos="0">
                  <a:srgbClr val="767600"/>
                </a:gs>
                <a:gs pos="50000">
                  <a:srgbClr val="FFFF00"/>
                </a:gs>
                <a:gs pos="100000">
                  <a:srgbClr val="767600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Oval 14">
              <a:extLst>
                <a:ext uri="{FF2B5EF4-FFF2-40B4-BE49-F238E27FC236}">
                  <a16:creationId xmlns:a16="http://schemas.microsoft.com/office/drawing/2014/main" id="{DA98A708-B119-6DA7-EA8B-42720DA5F7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86" y="1580"/>
              <a:ext cx="510" cy="249"/>
            </a:xfrm>
            <a:prstGeom prst="ellipse">
              <a:avLst/>
            </a:prstGeom>
            <a:solidFill>
              <a:srgbClr val="FF99FF"/>
            </a:solidFill>
            <a:ln>
              <a:noFill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Freeform 15">
              <a:extLst>
                <a:ext uri="{FF2B5EF4-FFF2-40B4-BE49-F238E27FC236}">
                  <a16:creationId xmlns:a16="http://schemas.microsoft.com/office/drawing/2014/main" id="{EFEAE728-760B-EA96-D582-DC95AF009380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8" y="1636"/>
              <a:ext cx="384" cy="212"/>
            </a:xfrm>
            <a:custGeom>
              <a:avLst/>
              <a:gdLst>
                <a:gd name="T0" fmla="*/ 308 w 384"/>
                <a:gd name="T1" fmla="*/ 4 h 212"/>
                <a:gd name="T2" fmla="*/ 384 w 384"/>
                <a:gd name="T3" fmla="*/ 48 h 212"/>
                <a:gd name="T4" fmla="*/ 332 w 384"/>
                <a:gd name="T5" fmla="*/ 76 h 212"/>
                <a:gd name="T6" fmla="*/ 356 w 384"/>
                <a:gd name="T7" fmla="*/ 104 h 212"/>
                <a:gd name="T8" fmla="*/ 348 w 384"/>
                <a:gd name="T9" fmla="*/ 148 h 212"/>
                <a:gd name="T10" fmla="*/ 316 w 384"/>
                <a:gd name="T11" fmla="*/ 176 h 212"/>
                <a:gd name="T12" fmla="*/ 268 w 384"/>
                <a:gd name="T13" fmla="*/ 200 h 212"/>
                <a:gd name="T14" fmla="*/ 192 w 384"/>
                <a:gd name="T15" fmla="*/ 212 h 212"/>
                <a:gd name="T16" fmla="*/ 104 w 384"/>
                <a:gd name="T17" fmla="*/ 204 h 212"/>
                <a:gd name="T18" fmla="*/ 48 w 384"/>
                <a:gd name="T19" fmla="*/ 188 h 212"/>
                <a:gd name="T20" fmla="*/ 12 w 384"/>
                <a:gd name="T21" fmla="*/ 148 h 212"/>
                <a:gd name="T22" fmla="*/ 0 w 384"/>
                <a:gd name="T23" fmla="*/ 92 h 212"/>
                <a:gd name="T24" fmla="*/ 28 w 384"/>
                <a:gd name="T25" fmla="*/ 52 h 212"/>
                <a:gd name="T26" fmla="*/ 80 w 384"/>
                <a:gd name="T27" fmla="*/ 20 h 212"/>
                <a:gd name="T28" fmla="*/ 132 w 384"/>
                <a:gd name="T29" fmla="*/ 4 h 212"/>
                <a:gd name="T30" fmla="*/ 180 w 384"/>
                <a:gd name="T31" fmla="*/ 0 h 212"/>
                <a:gd name="T32" fmla="*/ 216 w 384"/>
                <a:gd name="T33" fmla="*/ 8 h 212"/>
                <a:gd name="T34" fmla="*/ 264 w 384"/>
                <a:gd name="T35" fmla="*/ 24 h 212"/>
                <a:gd name="T36" fmla="*/ 308 w 384"/>
                <a:gd name="T37" fmla="*/ 4 h 212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384"/>
                <a:gd name="T58" fmla="*/ 0 h 212"/>
                <a:gd name="T59" fmla="*/ 384 w 384"/>
                <a:gd name="T60" fmla="*/ 212 h 212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384" h="212">
                  <a:moveTo>
                    <a:pt x="308" y="4"/>
                  </a:moveTo>
                  <a:lnTo>
                    <a:pt x="384" y="48"/>
                  </a:lnTo>
                  <a:lnTo>
                    <a:pt x="332" y="76"/>
                  </a:lnTo>
                  <a:lnTo>
                    <a:pt x="356" y="104"/>
                  </a:lnTo>
                  <a:lnTo>
                    <a:pt x="348" y="148"/>
                  </a:lnTo>
                  <a:lnTo>
                    <a:pt x="316" y="176"/>
                  </a:lnTo>
                  <a:lnTo>
                    <a:pt x="268" y="200"/>
                  </a:lnTo>
                  <a:lnTo>
                    <a:pt x="192" y="212"/>
                  </a:lnTo>
                  <a:lnTo>
                    <a:pt x="104" y="204"/>
                  </a:lnTo>
                  <a:lnTo>
                    <a:pt x="48" y="188"/>
                  </a:lnTo>
                  <a:lnTo>
                    <a:pt x="12" y="148"/>
                  </a:lnTo>
                  <a:lnTo>
                    <a:pt x="0" y="92"/>
                  </a:lnTo>
                  <a:lnTo>
                    <a:pt x="28" y="52"/>
                  </a:lnTo>
                  <a:lnTo>
                    <a:pt x="80" y="20"/>
                  </a:lnTo>
                  <a:lnTo>
                    <a:pt x="132" y="4"/>
                  </a:lnTo>
                  <a:lnTo>
                    <a:pt x="180" y="0"/>
                  </a:lnTo>
                  <a:lnTo>
                    <a:pt x="216" y="8"/>
                  </a:lnTo>
                  <a:lnTo>
                    <a:pt x="264" y="24"/>
                  </a:lnTo>
                  <a:lnTo>
                    <a:pt x="308" y="4"/>
                  </a:lnTo>
                  <a:close/>
                </a:path>
              </a:pathLst>
            </a:custGeom>
            <a:gradFill rotWithShape="0">
              <a:gsLst>
                <a:gs pos="0">
                  <a:srgbClr val="8A6E37"/>
                </a:gs>
                <a:gs pos="50000">
                  <a:srgbClr val="FFCC66"/>
                </a:gs>
                <a:gs pos="100000">
                  <a:srgbClr val="8A6E37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Oval 16">
              <a:extLst>
                <a:ext uri="{FF2B5EF4-FFF2-40B4-BE49-F238E27FC236}">
                  <a16:creationId xmlns:a16="http://schemas.microsoft.com/office/drawing/2014/main" id="{79D47DC4-9E8E-FDB8-C5A2-B973AA2033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2" y="2245"/>
              <a:ext cx="328" cy="186"/>
            </a:xfrm>
            <a:prstGeom prst="ellipse">
              <a:avLst/>
            </a:prstGeom>
            <a:gradFill rotWithShape="0">
              <a:gsLst>
                <a:gs pos="0">
                  <a:srgbClr val="76762F"/>
                </a:gs>
                <a:gs pos="50000">
                  <a:srgbClr val="FFFF66"/>
                </a:gs>
                <a:gs pos="100000">
                  <a:srgbClr val="76762F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Freeform 17">
              <a:extLst>
                <a:ext uri="{FF2B5EF4-FFF2-40B4-BE49-F238E27FC236}">
                  <a16:creationId xmlns:a16="http://schemas.microsoft.com/office/drawing/2014/main" id="{BA064038-CDE6-5CCF-2990-E7B30D23EC1D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0" y="1644"/>
              <a:ext cx="36" cy="185"/>
            </a:xfrm>
            <a:custGeom>
              <a:avLst/>
              <a:gdLst>
                <a:gd name="T0" fmla="*/ 0 w 36"/>
                <a:gd name="T1" fmla="*/ 20 h 188"/>
                <a:gd name="T2" fmla="*/ 0 w 36"/>
                <a:gd name="T3" fmla="*/ 188 h 188"/>
                <a:gd name="T4" fmla="*/ 36 w 36"/>
                <a:gd name="T5" fmla="*/ 168 h 188"/>
                <a:gd name="T6" fmla="*/ 36 w 36"/>
                <a:gd name="T7" fmla="*/ 0 h 188"/>
                <a:gd name="T8" fmla="*/ 0 w 36"/>
                <a:gd name="T9" fmla="*/ 20 h 1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6"/>
                <a:gd name="T16" fmla="*/ 0 h 188"/>
                <a:gd name="T17" fmla="*/ 36 w 36"/>
                <a:gd name="T18" fmla="*/ 188 h 1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6" h="188">
                  <a:moveTo>
                    <a:pt x="0" y="20"/>
                  </a:moveTo>
                  <a:lnTo>
                    <a:pt x="0" y="188"/>
                  </a:lnTo>
                  <a:lnTo>
                    <a:pt x="36" y="168"/>
                  </a:lnTo>
                  <a:lnTo>
                    <a:pt x="36" y="0"/>
                  </a:lnTo>
                  <a:lnTo>
                    <a:pt x="0" y="20"/>
                  </a:lnTo>
                  <a:close/>
                </a:path>
              </a:pathLst>
            </a:custGeom>
            <a:solidFill>
              <a:srgbClr val="0099FF"/>
            </a:solidFill>
            <a:ln w="12700">
              <a:solidFill>
                <a:srgbClr val="6699FF"/>
              </a:solidFill>
              <a:round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Freeform 18">
              <a:extLst>
                <a:ext uri="{FF2B5EF4-FFF2-40B4-BE49-F238E27FC236}">
                  <a16:creationId xmlns:a16="http://schemas.microsoft.com/office/drawing/2014/main" id="{AE0F0E26-433F-6FCF-D39E-82E4C1F00675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2" y="1640"/>
              <a:ext cx="75" cy="180"/>
            </a:xfrm>
            <a:custGeom>
              <a:avLst/>
              <a:gdLst>
                <a:gd name="T0" fmla="*/ 0 w 76"/>
                <a:gd name="T1" fmla="*/ 0 h 180"/>
                <a:gd name="T2" fmla="*/ 0 w 76"/>
                <a:gd name="T3" fmla="*/ 180 h 180"/>
                <a:gd name="T4" fmla="*/ 24 w 76"/>
                <a:gd name="T5" fmla="*/ 160 h 180"/>
                <a:gd name="T6" fmla="*/ 24 w 76"/>
                <a:gd name="T7" fmla="*/ 72 h 180"/>
                <a:gd name="T8" fmla="*/ 76 w 76"/>
                <a:gd name="T9" fmla="*/ 44 h 180"/>
                <a:gd name="T10" fmla="*/ 0 w 76"/>
                <a:gd name="T11" fmla="*/ 0 h 18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76"/>
                <a:gd name="T19" fmla="*/ 0 h 180"/>
                <a:gd name="T20" fmla="*/ 76 w 76"/>
                <a:gd name="T21" fmla="*/ 180 h 18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76" h="180">
                  <a:moveTo>
                    <a:pt x="0" y="0"/>
                  </a:moveTo>
                  <a:lnTo>
                    <a:pt x="0" y="180"/>
                  </a:lnTo>
                  <a:lnTo>
                    <a:pt x="24" y="160"/>
                  </a:lnTo>
                  <a:lnTo>
                    <a:pt x="24" y="72"/>
                  </a:lnTo>
                  <a:lnTo>
                    <a:pt x="76" y="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CC"/>
            </a:solidFill>
            <a:ln>
              <a:noFill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Freeform 19">
              <a:extLst>
                <a:ext uri="{FF2B5EF4-FFF2-40B4-BE49-F238E27FC236}">
                  <a16:creationId xmlns:a16="http://schemas.microsoft.com/office/drawing/2014/main" id="{24D161A7-6F2E-BC3B-9B2F-D149B5C4427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6" y="2340"/>
              <a:ext cx="282" cy="87"/>
            </a:xfrm>
            <a:custGeom>
              <a:avLst/>
              <a:gdLst>
                <a:gd name="T0" fmla="*/ 0 w 282"/>
                <a:gd name="T1" fmla="*/ 48 h 87"/>
                <a:gd name="T2" fmla="*/ 33 w 282"/>
                <a:gd name="T3" fmla="*/ 72 h 87"/>
                <a:gd name="T4" fmla="*/ 78 w 282"/>
                <a:gd name="T5" fmla="*/ 87 h 87"/>
                <a:gd name="T6" fmla="*/ 204 w 282"/>
                <a:gd name="T7" fmla="*/ 84 h 87"/>
                <a:gd name="T8" fmla="*/ 258 w 282"/>
                <a:gd name="T9" fmla="*/ 66 h 87"/>
                <a:gd name="T10" fmla="*/ 282 w 282"/>
                <a:gd name="T11" fmla="*/ 48 h 87"/>
                <a:gd name="T12" fmla="*/ 261 w 282"/>
                <a:gd name="T13" fmla="*/ 30 h 87"/>
                <a:gd name="T14" fmla="*/ 225 w 282"/>
                <a:gd name="T15" fmla="*/ 12 h 87"/>
                <a:gd name="T16" fmla="*/ 162 w 282"/>
                <a:gd name="T17" fmla="*/ 0 h 87"/>
                <a:gd name="T18" fmla="*/ 108 w 282"/>
                <a:gd name="T19" fmla="*/ 0 h 87"/>
                <a:gd name="T20" fmla="*/ 57 w 282"/>
                <a:gd name="T21" fmla="*/ 12 h 87"/>
                <a:gd name="T22" fmla="*/ 21 w 282"/>
                <a:gd name="T23" fmla="*/ 30 h 87"/>
                <a:gd name="T24" fmla="*/ 0 w 282"/>
                <a:gd name="T25" fmla="*/ 48 h 8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82"/>
                <a:gd name="T40" fmla="*/ 0 h 87"/>
                <a:gd name="T41" fmla="*/ 282 w 282"/>
                <a:gd name="T42" fmla="*/ 87 h 87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82" h="87">
                  <a:moveTo>
                    <a:pt x="0" y="48"/>
                  </a:moveTo>
                  <a:lnTo>
                    <a:pt x="33" y="72"/>
                  </a:lnTo>
                  <a:lnTo>
                    <a:pt x="78" y="87"/>
                  </a:lnTo>
                  <a:lnTo>
                    <a:pt x="204" y="84"/>
                  </a:lnTo>
                  <a:lnTo>
                    <a:pt x="258" y="66"/>
                  </a:lnTo>
                  <a:lnTo>
                    <a:pt x="282" y="48"/>
                  </a:lnTo>
                  <a:lnTo>
                    <a:pt x="261" y="30"/>
                  </a:lnTo>
                  <a:lnTo>
                    <a:pt x="225" y="12"/>
                  </a:lnTo>
                  <a:lnTo>
                    <a:pt x="162" y="0"/>
                  </a:lnTo>
                  <a:lnTo>
                    <a:pt x="108" y="0"/>
                  </a:lnTo>
                  <a:lnTo>
                    <a:pt x="57" y="12"/>
                  </a:lnTo>
                  <a:lnTo>
                    <a:pt x="21" y="30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rgbClr val="FF66FF"/>
            </a:solidFill>
            <a:ln>
              <a:noFill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Freeform 20">
              <a:extLst>
                <a:ext uri="{FF2B5EF4-FFF2-40B4-BE49-F238E27FC236}">
                  <a16:creationId xmlns:a16="http://schemas.microsoft.com/office/drawing/2014/main" id="{6B787560-B811-27D8-FF70-FFFEF897E7E8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1" y="2400"/>
              <a:ext cx="129" cy="31"/>
            </a:xfrm>
            <a:custGeom>
              <a:avLst/>
              <a:gdLst>
                <a:gd name="T0" fmla="*/ 0 w 135"/>
                <a:gd name="T1" fmla="*/ 27 h 33"/>
                <a:gd name="T2" fmla="*/ 51 w 135"/>
                <a:gd name="T3" fmla="*/ 33 h 33"/>
                <a:gd name="T4" fmla="*/ 96 w 135"/>
                <a:gd name="T5" fmla="*/ 33 h 33"/>
                <a:gd name="T6" fmla="*/ 135 w 135"/>
                <a:gd name="T7" fmla="*/ 27 h 33"/>
                <a:gd name="T8" fmla="*/ 123 w 135"/>
                <a:gd name="T9" fmla="*/ 12 h 33"/>
                <a:gd name="T10" fmla="*/ 96 w 135"/>
                <a:gd name="T11" fmla="*/ 0 h 33"/>
                <a:gd name="T12" fmla="*/ 57 w 135"/>
                <a:gd name="T13" fmla="*/ 0 h 33"/>
                <a:gd name="T14" fmla="*/ 18 w 135"/>
                <a:gd name="T15" fmla="*/ 6 h 33"/>
                <a:gd name="T16" fmla="*/ 0 w 135"/>
                <a:gd name="T17" fmla="*/ 27 h 3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35"/>
                <a:gd name="T28" fmla="*/ 0 h 33"/>
                <a:gd name="T29" fmla="*/ 135 w 135"/>
                <a:gd name="T30" fmla="*/ 33 h 33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35" h="33">
                  <a:moveTo>
                    <a:pt x="0" y="27"/>
                  </a:moveTo>
                  <a:lnTo>
                    <a:pt x="51" y="33"/>
                  </a:lnTo>
                  <a:lnTo>
                    <a:pt x="96" y="33"/>
                  </a:lnTo>
                  <a:lnTo>
                    <a:pt x="135" y="27"/>
                  </a:lnTo>
                  <a:lnTo>
                    <a:pt x="123" y="12"/>
                  </a:lnTo>
                  <a:lnTo>
                    <a:pt x="96" y="0"/>
                  </a:lnTo>
                  <a:lnTo>
                    <a:pt x="57" y="0"/>
                  </a:lnTo>
                  <a:lnTo>
                    <a:pt x="18" y="6"/>
                  </a:lnTo>
                  <a:lnTo>
                    <a:pt x="0" y="27"/>
                  </a:lnTo>
                  <a:close/>
                </a:path>
              </a:pathLst>
            </a:custGeom>
            <a:gradFill rotWithShape="0">
              <a:gsLst>
                <a:gs pos="0">
                  <a:srgbClr val="765E00"/>
                </a:gs>
                <a:gs pos="50000">
                  <a:srgbClr val="FFCC00"/>
                </a:gs>
                <a:gs pos="100000">
                  <a:srgbClr val="765E00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8" name="Group 101">
            <a:extLst>
              <a:ext uri="{FF2B5EF4-FFF2-40B4-BE49-F238E27FC236}">
                <a16:creationId xmlns:a16="http://schemas.microsoft.com/office/drawing/2014/main" id="{B33316C0-0668-FA2D-5750-C43F79AF38F9}"/>
              </a:ext>
            </a:extLst>
          </p:cNvPr>
          <p:cNvGrpSpPr>
            <a:grpSpLocks/>
          </p:cNvGrpSpPr>
          <p:nvPr/>
        </p:nvGrpSpPr>
        <p:grpSpPr bwMode="auto">
          <a:xfrm>
            <a:off x="5459063" y="1963162"/>
            <a:ext cx="2933700" cy="3148013"/>
            <a:chOff x="879" y="1475"/>
            <a:chExt cx="1848" cy="1983"/>
          </a:xfrm>
        </p:grpSpPr>
        <p:sp>
          <p:nvSpPr>
            <p:cNvPr id="29" name="Line 22">
              <a:extLst>
                <a:ext uri="{FF2B5EF4-FFF2-40B4-BE49-F238E27FC236}">
                  <a16:creationId xmlns:a16="http://schemas.microsoft.com/office/drawing/2014/main" id="{C8995298-0323-C646-40BF-D88245F7F94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62" y="2136"/>
              <a:ext cx="0" cy="12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Line 23">
              <a:extLst>
                <a:ext uri="{FF2B5EF4-FFF2-40B4-BE49-F238E27FC236}">
                  <a16:creationId xmlns:a16="http://schemas.microsoft.com/office/drawing/2014/main" id="{D57FE8E0-F86F-C0FD-19CE-01C58D1D6B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14" y="2136"/>
              <a:ext cx="0" cy="11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Line 24">
              <a:extLst>
                <a:ext uri="{FF2B5EF4-FFF2-40B4-BE49-F238E27FC236}">
                  <a16:creationId xmlns:a16="http://schemas.microsoft.com/office/drawing/2014/main" id="{0963B916-341F-92DC-B4B0-4E22EE96731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46" y="2040"/>
              <a:ext cx="0" cy="21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lgDash"/>
              <a:round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Arc 25">
              <a:extLst>
                <a:ext uri="{FF2B5EF4-FFF2-40B4-BE49-F238E27FC236}">
                  <a16:creationId xmlns:a16="http://schemas.microsoft.com/office/drawing/2014/main" id="{215993D6-59E0-A507-AC0B-3CD9F352933D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201" y="2824"/>
              <a:ext cx="145" cy="288"/>
            </a:xfrm>
            <a:custGeom>
              <a:avLst/>
              <a:gdLst>
                <a:gd name="T0" fmla="*/ 0 w 21601"/>
                <a:gd name="T1" fmla="*/ 0 h 43200"/>
                <a:gd name="T2" fmla="*/ 0 w 21601"/>
                <a:gd name="T3" fmla="*/ 0 h 43200"/>
                <a:gd name="T4" fmla="*/ 0 w 21601"/>
                <a:gd name="T5" fmla="*/ 0 h 43200"/>
                <a:gd name="T6" fmla="*/ 0 60000 65536"/>
                <a:gd name="T7" fmla="*/ 0 60000 65536"/>
                <a:gd name="T8" fmla="*/ 0 60000 65536"/>
                <a:gd name="T9" fmla="*/ 0 w 21601"/>
                <a:gd name="T10" fmla="*/ 0 h 43200"/>
                <a:gd name="T11" fmla="*/ 21601 w 21601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1" h="43200" fill="none" extrusionOk="0">
                  <a:moveTo>
                    <a:pt x="0" y="0"/>
                  </a:moveTo>
                  <a:cubicBezTo>
                    <a:pt x="11930" y="0"/>
                    <a:pt x="21601" y="9670"/>
                    <a:pt x="21601" y="21600"/>
                  </a:cubicBezTo>
                  <a:cubicBezTo>
                    <a:pt x="21601" y="33529"/>
                    <a:pt x="11930" y="43200"/>
                    <a:pt x="1" y="43200"/>
                  </a:cubicBezTo>
                  <a:cubicBezTo>
                    <a:pt x="0" y="43200"/>
                    <a:pt x="0" y="43199"/>
                    <a:pt x="0" y="43199"/>
                  </a:cubicBezTo>
                </a:path>
                <a:path w="21601" h="43200" stroke="0" extrusionOk="0">
                  <a:moveTo>
                    <a:pt x="0" y="0"/>
                  </a:moveTo>
                  <a:cubicBezTo>
                    <a:pt x="11930" y="0"/>
                    <a:pt x="21601" y="9670"/>
                    <a:pt x="21601" y="21600"/>
                  </a:cubicBezTo>
                  <a:cubicBezTo>
                    <a:pt x="21601" y="33529"/>
                    <a:pt x="11930" y="43200"/>
                    <a:pt x="1" y="43200"/>
                  </a:cubicBezTo>
                  <a:cubicBezTo>
                    <a:pt x="0" y="43200"/>
                    <a:pt x="0" y="43199"/>
                    <a:pt x="0" y="43199"/>
                  </a:cubicBezTo>
                  <a:lnTo>
                    <a:pt x="1" y="21600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Oval 26">
              <a:extLst>
                <a:ext uri="{FF2B5EF4-FFF2-40B4-BE49-F238E27FC236}">
                  <a16:creationId xmlns:a16="http://schemas.microsoft.com/office/drawing/2014/main" id="{9AD992DF-D9DB-5C7C-C188-2CFD84DAB2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8" y="2832"/>
              <a:ext cx="280" cy="272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Oval 27">
              <a:extLst>
                <a:ext uri="{FF2B5EF4-FFF2-40B4-BE49-F238E27FC236}">
                  <a16:creationId xmlns:a16="http://schemas.microsoft.com/office/drawing/2014/main" id="{DFBFBD71-B43B-A89F-62F4-333C1B91E4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0" y="2896"/>
              <a:ext cx="144" cy="144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Arc 28">
              <a:extLst>
                <a:ext uri="{FF2B5EF4-FFF2-40B4-BE49-F238E27FC236}">
                  <a16:creationId xmlns:a16="http://schemas.microsoft.com/office/drawing/2014/main" id="{2663D18B-3746-8F74-0635-3DE88016769C}"/>
                </a:ext>
              </a:extLst>
            </p:cNvPr>
            <p:cNvSpPr>
              <a:spLocks/>
            </p:cNvSpPr>
            <p:nvPr/>
          </p:nvSpPr>
          <p:spPr bwMode="auto">
            <a:xfrm>
              <a:off x="2125" y="2825"/>
              <a:ext cx="279" cy="279"/>
            </a:xfrm>
            <a:custGeom>
              <a:avLst/>
              <a:gdLst>
                <a:gd name="T0" fmla="*/ 0 w 40776"/>
                <a:gd name="T1" fmla="*/ 0 h 43200"/>
                <a:gd name="T2" fmla="*/ 0 w 40776"/>
                <a:gd name="T3" fmla="*/ 0 h 43200"/>
                <a:gd name="T4" fmla="*/ 0 w 40776"/>
                <a:gd name="T5" fmla="*/ 0 h 43200"/>
                <a:gd name="T6" fmla="*/ 0 60000 65536"/>
                <a:gd name="T7" fmla="*/ 0 60000 65536"/>
                <a:gd name="T8" fmla="*/ 0 60000 65536"/>
                <a:gd name="T9" fmla="*/ 0 w 40776"/>
                <a:gd name="T10" fmla="*/ 0 h 43200"/>
                <a:gd name="T11" fmla="*/ 40776 w 40776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0776" h="43200" fill="none" extrusionOk="0">
                  <a:moveTo>
                    <a:pt x="40573" y="31924"/>
                  </a:moveTo>
                  <a:cubicBezTo>
                    <a:pt x="36791" y="38873"/>
                    <a:pt x="29512" y="43199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9667" y="-1"/>
                    <a:pt x="37063" y="4496"/>
                    <a:pt x="40776" y="11658"/>
                  </a:cubicBezTo>
                </a:path>
                <a:path w="40776" h="43200" stroke="0" extrusionOk="0">
                  <a:moveTo>
                    <a:pt x="40573" y="31924"/>
                  </a:moveTo>
                  <a:cubicBezTo>
                    <a:pt x="36791" y="38873"/>
                    <a:pt x="29512" y="43199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9667" y="-1"/>
                    <a:pt x="37063" y="4496"/>
                    <a:pt x="40776" y="11658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" name="Oval 29">
              <a:extLst>
                <a:ext uri="{FF2B5EF4-FFF2-40B4-BE49-F238E27FC236}">
                  <a16:creationId xmlns:a16="http://schemas.microsoft.com/office/drawing/2014/main" id="{A61587FB-EF46-D70C-FCAE-21CA1A3C37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2" y="2704"/>
              <a:ext cx="536" cy="520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Oval 30">
              <a:extLst>
                <a:ext uri="{FF2B5EF4-FFF2-40B4-BE49-F238E27FC236}">
                  <a16:creationId xmlns:a16="http://schemas.microsoft.com/office/drawing/2014/main" id="{B5A6CE58-1DF7-A0C6-299E-712365D6E9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82" y="2587"/>
              <a:ext cx="760" cy="757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39" name="Group 31">
              <a:extLst>
                <a:ext uri="{FF2B5EF4-FFF2-40B4-BE49-F238E27FC236}">
                  <a16:creationId xmlns:a16="http://schemas.microsoft.com/office/drawing/2014/main" id="{19AA9ABE-D4FD-E462-9458-2E3C1A6AEC8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20" y="1780"/>
              <a:ext cx="353" cy="477"/>
              <a:chOff x="4222" y="1580"/>
              <a:chExt cx="353" cy="477"/>
            </a:xfrm>
          </p:grpSpPr>
          <p:sp>
            <p:nvSpPr>
              <p:cNvPr id="97" name="Freeform 32">
                <a:extLst>
                  <a:ext uri="{FF2B5EF4-FFF2-40B4-BE49-F238E27FC236}">
                    <a16:creationId xmlns:a16="http://schemas.microsoft.com/office/drawing/2014/main" id="{CFF1E373-ACB5-7E78-1DBB-D0E4493125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74" y="1995"/>
                <a:ext cx="1" cy="62"/>
              </a:xfrm>
              <a:custGeom>
                <a:avLst/>
                <a:gdLst>
                  <a:gd name="T0" fmla="*/ 0 w 1"/>
                  <a:gd name="T1" fmla="*/ 1 h 186"/>
                  <a:gd name="T2" fmla="*/ 0 w 1"/>
                  <a:gd name="T3" fmla="*/ 0 h 186"/>
                  <a:gd name="T4" fmla="*/ 1 w 1"/>
                  <a:gd name="T5" fmla="*/ 0 h 186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186"/>
                  <a:gd name="T11" fmla="*/ 1 w 1"/>
                  <a:gd name="T12" fmla="*/ 186 h 18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186">
                    <a:moveTo>
                      <a:pt x="0" y="186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8" name="Freeform 33">
                <a:extLst>
                  <a:ext uri="{FF2B5EF4-FFF2-40B4-BE49-F238E27FC236}">
                    <a16:creationId xmlns:a16="http://schemas.microsoft.com/office/drawing/2014/main" id="{C15815F6-2AE7-E634-DC9E-AEFE507D55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74" y="1856"/>
                <a:ext cx="1" cy="111"/>
              </a:xfrm>
              <a:custGeom>
                <a:avLst/>
                <a:gdLst>
                  <a:gd name="T0" fmla="*/ 0 w 1"/>
                  <a:gd name="T1" fmla="*/ 1 h 332"/>
                  <a:gd name="T2" fmla="*/ 0 w 1"/>
                  <a:gd name="T3" fmla="*/ 0 h 332"/>
                  <a:gd name="T4" fmla="*/ 1 w 1"/>
                  <a:gd name="T5" fmla="*/ 0 h 332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332"/>
                  <a:gd name="T11" fmla="*/ 1 w 1"/>
                  <a:gd name="T12" fmla="*/ 332 h 33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332">
                    <a:moveTo>
                      <a:pt x="0" y="332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9" name="Freeform 34">
                <a:extLst>
                  <a:ext uri="{FF2B5EF4-FFF2-40B4-BE49-F238E27FC236}">
                    <a16:creationId xmlns:a16="http://schemas.microsoft.com/office/drawing/2014/main" id="{9844987E-59A6-A8B6-D02D-113B00934A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74" y="1718"/>
                <a:ext cx="1" cy="111"/>
              </a:xfrm>
              <a:custGeom>
                <a:avLst/>
                <a:gdLst>
                  <a:gd name="T0" fmla="*/ 0 w 1"/>
                  <a:gd name="T1" fmla="*/ 1 h 332"/>
                  <a:gd name="T2" fmla="*/ 0 w 1"/>
                  <a:gd name="T3" fmla="*/ 0 h 332"/>
                  <a:gd name="T4" fmla="*/ 1 w 1"/>
                  <a:gd name="T5" fmla="*/ 0 h 332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332"/>
                  <a:gd name="T11" fmla="*/ 1 w 1"/>
                  <a:gd name="T12" fmla="*/ 332 h 33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332">
                    <a:moveTo>
                      <a:pt x="0" y="332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0" name="Freeform 35">
                <a:extLst>
                  <a:ext uri="{FF2B5EF4-FFF2-40B4-BE49-F238E27FC236}">
                    <a16:creationId xmlns:a16="http://schemas.microsoft.com/office/drawing/2014/main" id="{242DFB73-D1ED-3299-2611-B820EC2282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74" y="1580"/>
                <a:ext cx="1" cy="111"/>
              </a:xfrm>
              <a:custGeom>
                <a:avLst/>
                <a:gdLst>
                  <a:gd name="T0" fmla="*/ 0 w 1"/>
                  <a:gd name="T1" fmla="*/ 1 h 332"/>
                  <a:gd name="T2" fmla="*/ 0 w 1"/>
                  <a:gd name="T3" fmla="*/ 0 h 332"/>
                  <a:gd name="T4" fmla="*/ 1 w 1"/>
                  <a:gd name="T5" fmla="*/ 0 h 332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332"/>
                  <a:gd name="T11" fmla="*/ 1 w 1"/>
                  <a:gd name="T12" fmla="*/ 332 h 33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332">
                    <a:moveTo>
                      <a:pt x="0" y="332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1" name="Freeform 36">
                <a:extLst>
                  <a:ext uri="{FF2B5EF4-FFF2-40B4-BE49-F238E27FC236}">
                    <a16:creationId xmlns:a16="http://schemas.microsoft.com/office/drawing/2014/main" id="{2AC9E6E9-65D8-6757-5392-07A43C0DBC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97" y="1995"/>
                <a:ext cx="1" cy="62"/>
              </a:xfrm>
              <a:custGeom>
                <a:avLst/>
                <a:gdLst>
                  <a:gd name="T0" fmla="*/ 0 w 2"/>
                  <a:gd name="T1" fmla="*/ 1 h 186"/>
                  <a:gd name="T2" fmla="*/ 0 w 2"/>
                  <a:gd name="T3" fmla="*/ 0 h 186"/>
                  <a:gd name="T4" fmla="*/ 1 w 2"/>
                  <a:gd name="T5" fmla="*/ 0 h 186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186"/>
                  <a:gd name="T11" fmla="*/ 2 w 2"/>
                  <a:gd name="T12" fmla="*/ 186 h 18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186">
                    <a:moveTo>
                      <a:pt x="0" y="186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2" name="Freeform 37">
                <a:extLst>
                  <a:ext uri="{FF2B5EF4-FFF2-40B4-BE49-F238E27FC236}">
                    <a16:creationId xmlns:a16="http://schemas.microsoft.com/office/drawing/2014/main" id="{2F5428F2-3EDD-4617-F132-F45C4FDDCB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97" y="1856"/>
                <a:ext cx="1" cy="111"/>
              </a:xfrm>
              <a:custGeom>
                <a:avLst/>
                <a:gdLst>
                  <a:gd name="T0" fmla="*/ 0 w 2"/>
                  <a:gd name="T1" fmla="*/ 1 h 332"/>
                  <a:gd name="T2" fmla="*/ 0 w 2"/>
                  <a:gd name="T3" fmla="*/ 0 h 332"/>
                  <a:gd name="T4" fmla="*/ 1 w 2"/>
                  <a:gd name="T5" fmla="*/ 0 h 332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332"/>
                  <a:gd name="T11" fmla="*/ 2 w 2"/>
                  <a:gd name="T12" fmla="*/ 332 h 33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332">
                    <a:moveTo>
                      <a:pt x="0" y="332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3" name="Freeform 38">
                <a:extLst>
                  <a:ext uri="{FF2B5EF4-FFF2-40B4-BE49-F238E27FC236}">
                    <a16:creationId xmlns:a16="http://schemas.microsoft.com/office/drawing/2014/main" id="{DB74676D-3BCA-4DAC-7AA4-8E8F8941AD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97" y="1718"/>
                <a:ext cx="1" cy="111"/>
              </a:xfrm>
              <a:custGeom>
                <a:avLst/>
                <a:gdLst>
                  <a:gd name="T0" fmla="*/ 0 w 2"/>
                  <a:gd name="T1" fmla="*/ 1 h 332"/>
                  <a:gd name="T2" fmla="*/ 0 w 2"/>
                  <a:gd name="T3" fmla="*/ 0 h 332"/>
                  <a:gd name="T4" fmla="*/ 1 w 2"/>
                  <a:gd name="T5" fmla="*/ 0 h 332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332"/>
                  <a:gd name="T11" fmla="*/ 2 w 2"/>
                  <a:gd name="T12" fmla="*/ 332 h 33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332">
                    <a:moveTo>
                      <a:pt x="0" y="332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4" name="Freeform 39">
                <a:extLst>
                  <a:ext uri="{FF2B5EF4-FFF2-40B4-BE49-F238E27FC236}">
                    <a16:creationId xmlns:a16="http://schemas.microsoft.com/office/drawing/2014/main" id="{6612BA04-895F-9F14-5450-950E04E06C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97" y="1580"/>
                <a:ext cx="1" cy="111"/>
              </a:xfrm>
              <a:custGeom>
                <a:avLst/>
                <a:gdLst>
                  <a:gd name="T0" fmla="*/ 0 w 2"/>
                  <a:gd name="T1" fmla="*/ 1 h 332"/>
                  <a:gd name="T2" fmla="*/ 0 w 2"/>
                  <a:gd name="T3" fmla="*/ 0 h 332"/>
                  <a:gd name="T4" fmla="*/ 1 w 2"/>
                  <a:gd name="T5" fmla="*/ 0 h 332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332"/>
                  <a:gd name="T11" fmla="*/ 2 w 2"/>
                  <a:gd name="T12" fmla="*/ 332 h 33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332">
                    <a:moveTo>
                      <a:pt x="0" y="332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5" name="Freeform 40">
                <a:extLst>
                  <a:ext uri="{FF2B5EF4-FFF2-40B4-BE49-F238E27FC236}">
                    <a16:creationId xmlns:a16="http://schemas.microsoft.com/office/drawing/2014/main" id="{4FDBCAFB-7C71-DF16-DE42-ADB3EC02A5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22" y="1995"/>
                <a:ext cx="1" cy="62"/>
              </a:xfrm>
              <a:custGeom>
                <a:avLst/>
                <a:gdLst>
                  <a:gd name="T0" fmla="*/ 0 w 1"/>
                  <a:gd name="T1" fmla="*/ 1 h 186"/>
                  <a:gd name="T2" fmla="*/ 0 w 1"/>
                  <a:gd name="T3" fmla="*/ 0 h 186"/>
                  <a:gd name="T4" fmla="*/ 1 w 1"/>
                  <a:gd name="T5" fmla="*/ 0 h 186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186"/>
                  <a:gd name="T11" fmla="*/ 1 w 1"/>
                  <a:gd name="T12" fmla="*/ 186 h 18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186">
                    <a:moveTo>
                      <a:pt x="0" y="186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6" name="Freeform 41">
                <a:extLst>
                  <a:ext uri="{FF2B5EF4-FFF2-40B4-BE49-F238E27FC236}">
                    <a16:creationId xmlns:a16="http://schemas.microsoft.com/office/drawing/2014/main" id="{54607215-EE32-B9FA-13CD-E5E1F633DF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22" y="1856"/>
                <a:ext cx="1" cy="111"/>
              </a:xfrm>
              <a:custGeom>
                <a:avLst/>
                <a:gdLst>
                  <a:gd name="T0" fmla="*/ 0 w 1"/>
                  <a:gd name="T1" fmla="*/ 1 h 332"/>
                  <a:gd name="T2" fmla="*/ 0 w 1"/>
                  <a:gd name="T3" fmla="*/ 0 h 332"/>
                  <a:gd name="T4" fmla="*/ 1 w 1"/>
                  <a:gd name="T5" fmla="*/ 0 h 332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332"/>
                  <a:gd name="T11" fmla="*/ 1 w 1"/>
                  <a:gd name="T12" fmla="*/ 332 h 33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332">
                    <a:moveTo>
                      <a:pt x="0" y="332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7" name="Freeform 42">
                <a:extLst>
                  <a:ext uri="{FF2B5EF4-FFF2-40B4-BE49-F238E27FC236}">
                    <a16:creationId xmlns:a16="http://schemas.microsoft.com/office/drawing/2014/main" id="{2A6F6E8C-26D1-0723-F31A-A3179FFC44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22" y="1718"/>
                <a:ext cx="1" cy="111"/>
              </a:xfrm>
              <a:custGeom>
                <a:avLst/>
                <a:gdLst>
                  <a:gd name="T0" fmla="*/ 0 w 1"/>
                  <a:gd name="T1" fmla="*/ 1 h 332"/>
                  <a:gd name="T2" fmla="*/ 0 w 1"/>
                  <a:gd name="T3" fmla="*/ 0 h 332"/>
                  <a:gd name="T4" fmla="*/ 1 w 1"/>
                  <a:gd name="T5" fmla="*/ 0 h 332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332"/>
                  <a:gd name="T11" fmla="*/ 1 w 1"/>
                  <a:gd name="T12" fmla="*/ 332 h 33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332">
                    <a:moveTo>
                      <a:pt x="0" y="332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8" name="Freeform 43">
                <a:extLst>
                  <a:ext uri="{FF2B5EF4-FFF2-40B4-BE49-F238E27FC236}">
                    <a16:creationId xmlns:a16="http://schemas.microsoft.com/office/drawing/2014/main" id="{80BF5B68-8166-94C4-791B-0CBD96479A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22" y="1580"/>
                <a:ext cx="1" cy="111"/>
              </a:xfrm>
              <a:custGeom>
                <a:avLst/>
                <a:gdLst>
                  <a:gd name="T0" fmla="*/ 0 w 1"/>
                  <a:gd name="T1" fmla="*/ 1 h 332"/>
                  <a:gd name="T2" fmla="*/ 0 w 1"/>
                  <a:gd name="T3" fmla="*/ 0 h 332"/>
                  <a:gd name="T4" fmla="*/ 1 w 1"/>
                  <a:gd name="T5" fmla="*/ 0 h 332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332"/>
                  <a:gd name="T11" fmla="*/ 1 w 1"/>
                  <a:gd name="T12" fmla="*/ 332 h 33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332">
                    <a:moveTo>
                      <a:pt x="0" y="332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40" name="Freeform 44">
              <a:extLst>
                <a:ext uri="{FF2B5EF4-FFF2-40B4-BE49-F238E27FC236}">
                  <a16:creationId xmlns:a16="http://schemas.microsoft.com/office/drawing/2014/main" id="{B0CD5D93-F18D-FAC9-6593-EA52099F928E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3" y="1560"/>
              <a:ext cx="1" cy="475"/>
            </a:xfrm>
            <a:custGeom>
              <a:avLst/>
              <a:gdLst>
                <a:gd name="T0" fmla="*/ 0 w 2"/>
                <a:gd name="T1" fmla="*/ 6 h 1423"/>
                <a:gd name="T2" fmla="*/ 0 w 2"/>
                <a:gd name="T3" fmla="*/ 0 h 1423"/>
                <a:gd name="T4" fmla="*/ 1 w 2"/>
                <a:gd name="T5" fmla="*/ 0 h 1423"/>
                <a:gd name="T6" fmla="*/ 0 60000 65536"/>
                <a:gd name="T7" fmla="*/ 0 60000 65536"/>
                <a:gd name="T8" fmla="*/ 0 60000 65536"/>
                <a:gd name="T9" fmla="*/ 0 w 2"/>
                <a:gd name="T10" fmla="*/ 0 h 1423"/>
                <a:gd name="T11" fmla="*/ 2 w 2"/>
                <a:gd name="T12" fmla="*/ 1423 h 142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" h="1423">
                  <a:moveTo>
                    <a:pt x="0" y="1423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Freeform 45">
              <a:extLst>
                <a:ext uri="{FF2B5EF4-FFF2-40B4-BE49-F238E27FC236}">
                  <a16:creationId xmlns:a16="http://schemas.microsoft.com/office/drawing/2014/main" id="{11286333-9E4A-7AF5-4699-A5104C7AC16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8" y="1552"/>
              <a:ext cx="2" cy="704"/>
            </a:xfrm>
            <a:custGeom>
              <a:avLst/>
              <a:gdLst>
                <a:gd name="T0" fmla="*/ 0 w 2"/>
                <a:gd name="T1" fmla="*/ 704 h 704"/>
                <a:gd name="T2" fmla="*/ 2 w 2"/>
                <a:gd name="T3" fmla="*/ 0 h 704"/>
                <a:gd name="T4" fmla="*/ 0 60000 65536"/>
                <a:gd name="T5" fmla="*/ 0 60000 65536"/>
                <a:gd name="T6" fmla="*/ 0 w 2"/>
                <a:gd name="T7" fmla="*/ 0 h 704"/>
                <a:gd name="T8" fmla="*/ 2 w 2"/>
                <a:gd name="T9" fmla="*/ 704 h 70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" h="704">
                  <a:moveTo>
                    <a:pt x="0" y="704"/>
                  </a:moveTo>
                  <a:lnTo>
                    <a:pt x="2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" name="Freeform 46">
              <a:extLst>
                <a:ext uri="{FF2B5EF4-FFF2-40B4-BE49-F238E27FC236}">
                  <a16:creationId xmlns:a16="http://schemas.microsoft.com/office/drawing/2014/main" id="{82948775-6C85-24E5-4C5E-4896676A6236}"/>
                </a:ext>
              </a:extLst>
            </p:cNvPr>
            <p:cNvSpPr>
              <a:spLocks/>
            </p:cNvSpPr>
            <p:nvPr/>
          </p:nvSpPr>
          <p:spPr bwMode="auto">
            <a:xfrm>
              <a:off x="965" y="2035"/>
              <a:ext cx="1301" cy="1"/>
            </a:xfrm>
            <a:custGeom>
              <a:avLst/>
              <a:gdLst>
                <a:gd name="T0" fmla="*/ 0 w 3903"/>
                <a:gd name="T1" fmla="*/ 0 h 1"/>
                <a:gd name="T2" fmla="*/ 16 w 3903"/>
                <a:gd name="T3" fmla="*/ 0 h 1"/>
                <a:gd name="T4" fmla="*/ 16 w 3903"/>
                <a:gd name="T5" fmla="*/ 0 h 1"/>
                <a:gd name="T6" fmla="*/ 0 60000 65536"/>
                <a:gd name="T7" fmla="*/ 0 60000 65536"/>
                <a:gd name="T8" fmla="*/ 0 60000 65536"/>
                <a:gd name="T9" fmla="*/ 0 w 3903"/>
                <a:gd name="T10" fmla="*/ 0 h 1"/>
                <a:gd name="T11" fmla="*/ 3903 w 3903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903" h="1">
                  <a:moveTo>
                    <a:pt x="0" y="0"/>
                  </a:moveTo>
                  <a:lnTo>
                    <a:pt x="3902" y="0"/>
                  </a:lnTo>
                  <a:lnTo>
                    <a:pt x="3903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" name="Freeform 47">
              <a:extLst>
                <a:ext uri="{FF2B5EF4-FFF2-40B4-BE49-F238E27FC236}">
                  <a16:creationId xmlns:a16="http://schemas.microsoft.com/office/drawing/2014/main" id="{B935A21E-C7C4-D8DF-B0FB-6CC2AD23ACAB}"/>
                </a:ext>
              </a:extLst>
            </p:cNvPr>
            <p:cNvSpPr>
              <a:spLocks/>
            </p:cNvSpPr>
            <p:nvPr/>
          </p:nvSpPr>
          <p:spPr bwMode="auto">
            <a:xfrm>
              <a:off x="965" y="2257"/>
              <a:ext cx="1683" cy="1"/>
            </a:xfrm>
            <a:custGeom>
              <a:avLst/>
              <a:gdLst>
                <a:gd name="T0" fmla="*/ 0 w 5051"/>
                <a:gd name="T1" fmla="*/ 0 h 1"/>
                <a:gd name="T2" fmla="*/ 21 w 5051"/>
                <a:gd name="T3" fmla="*/ 0 h 1"/>
                <a:gd name="T4" fmla="*/ 21 w 5051"/>
                <a:gd name="T5" fmla="*/ 0 h 1"/>
                <a:gd name="T6" fmla="*/ 0 60000 65536"/>
                <a:gd name="T7" fmla="*/ 0 60000 65536"/>
                <a:gd name="T8" fmla="*/ 0 60000 65536"/>
                <a:gd name="T9" fmla="*/ 0 w 5051"/>
                <a:gd name="T10" fmla="*/ 0 h 1"/>
                <a:gd name="T11" fmla="*/ 5051 w 5051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051" h="1">
                  <a:moveTo>
                    <a:pt x="0" y="0"/>
                  </a:moveTo>
                  <a:lnTo>
                    <a:pt x="5050" y="0"/>
                  </a:lnTo>
                  <a:lnTo>
                    <a:pt x="5051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4" name="Freeform 48">
              <a:extLst>
                <a:ext uri="{FF2B5EF4-FFF2-40B4-BE49-F238E27FC236}">
                  <a16:creationId xmlns:a16="http://schemas.microsoft.com/office/drawing/2014/main" id="{AB544A0F-9E56-4C8A-F79B-E1F7B0558F28}"/>
                </a:ext>
              </a:extLst>
            </p:cNvPr>
            <p:cNvSpPr>
              <a:spLocks/>
            </p:cNvSpPr>
            <p:nvPr/>
          </p:nvSpPr>
          <p:spPr bwMode="auto">
            <a:xfrm>
              <a:off x="965" y="3351"/>
              <a:ext cx="1300" cy="1"/>
            </a:xfrm>
            <a:custGeom>
              <a:avLst/>
              <a:gdLst>
                <a:gd name="T0" fmla="*/ 16 w 3902"/>
                <a:gd name="T1" fmla="*/ 0 h 1"/>
                <a:gd name="T2" fmla="*/ 0 w 3902"/>
                <a:gd name="T3" fmla="*/ 0 h 1"/>
                <a:gd name="T4" fmla="*/ 0 w 3902"/>
                <a:gd name="T5" fmla="*/ 0 h 1"/>
                <a:gd name="T6" fmla="*/ 0 60000 65536"/>
                <a:gd name="T7" fmla="*/ 0 60000 65536"/>
                <a:gd name="T8" fmla="*/ 0 60000 65536"/>
                <a:gd name="T9" fmla="*/ 0 w 3902"/>
                <a:gd name="T10" fmla="*/ 0 h 1"/>
                <a:gd name="T11" fmla="*/ 3902 w 3902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902" h="1">
                  <a:moveTo>
                    <a:pt x="3902" y="0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5" name="Freeform 49">
              <a:extLst>
                <a:ext uri="{FF2B5EF4-FFF2-40B4-BE49-F238E27FC236}">
                  <a16:creationId xmlns:a16="http://schemas.microsoft.com/office/drawing/2014/main" id="{A7CB955D-4F84-9BD7-E528-14E1D9827E4A}"/>
                </a:ext>
              </a:extLst>
            </p:cNvPr>
            <p:cNvSpPr>
              <a:spLocks/>
            </p:cNvSpPr>
            <p:nvPr/>
          </p:nvSpPr>
          <p:spPr bwMode="auto">
            <a:xfrm>
              <a:off x="965" y="2585"/>
              <a:ext cx="1300" cy="1"/>
            </a:xfrm>
            <a:custGeom>
              <a:avLst/>
              <a:gdLst>
                <a:gd name="T0" fmla="*/ 16 w 3902"/>
                <a:gd name="T1" fmla="*/ 0 h 1"/>
                <a:gd name="T2" fmla="*/ 0 w 3902"/>
                <a:gd name="T3" fmla="*/ 0 h 1"/>
                <a:gd name="T4" fmla="*/ 0 w 3902"/>
                <a:gd name="T5" fmla="*/ 0 h 1"/>
                <a:gd name="T6" fmla="*/ 0 60000 65536"/>
                <a:gd name="T7" fmla="*/ 0 60000 65536"/>
                <a:gd name="T8" fmla="*/ 0 60000 65536"/>
                <a:gd name="T9" fmla="*/ 0 w 3902"/>
                <a:gd name="T10" fmla="*/ 0 h 1"/>
                <a:gd name="T11" fmla="*/ 3902 w 3902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902" h="1">
                  <a:moveTo>
                    <a:pt x="3902" y="0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6" name="Freeform 50">
              <a:extLst>
                <a:ext uri="{FF2B5EF4-FFF2-40B4-BE49-F238E27FC236}">
                  <a16:creationId xmlns:a16="http://schemas.microsoft.com/office/drawing/2014/main" id="{55976A4D-B67D-723D-1C77-27BAF043BB4F}"/>
                </a:ext>
              </a:extLst>
            </p:cNvPr>
            <p:cNvSpPr>
              <a:spLocks/>
            </p:cNvSpPr>
            <p:nvPr/>
          </p:nvSpPr>
          <p:spPr bwMode="auto">
            <a:xfrm>
              <a:off x="965" y="2585"/>
              <a:ext cx="1" cy="237"/>
            </a:xfrm>
            <a:custGeom>
              <a:avLst/>
              <a:gdLst>
                <a:gd name="T0" fmla="*/ 0 w 2"/>
                <a:gd name="T1" fmla="*/ 0 h 712"/>
                <a:gd name="T2" fmla="*/ 0 w 2"/>
                <a:gd name="T3" fmla="*/ 3 h 712"/>
                <a:gd name="T4" fmla="*/ 1 w 2"/>
                <a:gd name="T5" fmla="*/ 3 h 712"/>
                <a:gd name="T6" fmla="*/ 0 60000 65536"/>
                <a:gd name="T7" fmla="*/ 0 60000 65536"/>
                <a:gd name="T8" fmla="*/ 0 60000 65536"/>
                <a:gd name="T9" fmla="*/ 0 w 2"/>
                <a:gd name="T10" fmla="*/ 0 h 712"/>
                <a:gd name="T11" fmla="*/ 2 w 2"/>
                <a:gd name="T12" fmla="*/ 712 h 7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" h="712">
                  <a:moveTo>
                    <a:pt x="0" y="0"/>
                  </a:moveTo>
                  <a:lnTo>
                    <a:pt x="0" y="712"/>
                  </a:lnTo>
                  <a:lnTo>
                    <a:pt x="2" y="712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7" name="Freeform 51">
              <a:extLst>
                <a:ext uri="{FF2B5EF4-FFF2-40B4-BE49-F238E27FC236}">
                  <a16:creationId xmlns:a16="http://schemas.microsoft.com/office/drawing/2014/main" id="{7D8CE16A-CD5D-D1CA-20A4-F126EE97FD3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2" y="2739"/>
              <a:ext cx="1" cy="474"/>
            </a:xfrm>
            <a:custGeom>
              <a:avLst/>
              <a:gdLst>
                <a:gd name="T0" fmla="*/ 0 w 1"/>
                <a:gd name="T1" fmla="*/ 0 h 1422"/>
                <a:gd name="T2" fmla="*/ 0 w 1"/>
                <a:gd name="T3" fmla="*/ 6 h 1422"/>
                <a:gd name="T4" fmla="*/ 1 w 1"/>
                <a:gd name="T5" fmla="*/ 6 h 1422"/>
                <a:gd name="T6" fmla="*/ 0 60000 65536"/>
                <a:gd name="T7" fmla="*/ 0 60000 65536"/>
                <a:gd name="T8" fmla="*/ 0 60000 65536"/>
                <a:gd name="T9" fmla="*/ 0 w 1"/>
                <a:gd name="T10" fmla="*/ 0 h 1422"/>
                <a:gd name="T11" fmla="*/ 1 w 1"/>
                <a:gd name="T12" fmla="*/ 1422 h 142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422">
                  <a:moveTo>
                    <a:pt x="0" y="0"/>
                  </a:moveTo>
                  <a:lnTo>
                    <a:pt x="0" y="1422"/>
                  </a:lnTo>
                  <a:lnTo>
                    <a:pt x="1" y="1422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prstDash val="lgDashDot"/>
              <a:round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8" name="Freeform 52">
              <a:extLst>
                <a:ext uri="{FF2B5EF4-FFF2-40B4-BE49-F238E27FC236}">
                  <a16:creationId xmlns:a16="http://schemas.microsoft.com/office/drawing/2014/main" id="{9616F61D-7D08-988E-96E6-15410C70D1B1}"/>
                </a:ext>
              </a:extLst>
            </p:cNvPr>
            <p:cNvSpPr>
              <a:spLocks/>
            </p:cNvSpPr>
            <p:nvPr/>
          </p:nvSpPr>
          <p:spPr bwMode="auto">
            <a:xfrm>
              <a:off x="965" y="3113"/>
              <a:ext cx="237" cy="1"/>
            </a:xfrm>
            <a:custGeom>
              <a:avLst/>
              <a:gdLst>
                <a:gd name="T0" fmla="*/ 3 w 712"/>
                <a:gd name="T1" fmla="*/ 0 h 1"/>
                <a:gd name="T2" fmla="*/ 0 w 712"/>
                <a:gd name="T3" fmla="*/ 0 h 1"/>
                <a:gd name="T4" fmla="*/ 0 w 712"/>
                <a:gd name="T5" fmla="*/ 0 h 1"/>
                <a:gd name="T6" fmla="*/ 0 60000 65536"/>
                <a:gd name="T7" fmla="*/ 0 60000 65536"/>
                <a:gd name="T8" fmla="*/ 0 60000 65536"/>
                <a:gd name="T9" fmla="*/ 0 w 712"/>
                <a:gd name="T10" fmla="*/ 0 h 1"/>
                <a:gd name="T11" fmla="*/ 712 w 712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12" h="1">
                  <a:moveTo>
                    <a:pt x="712" y="0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9" name="Freeform 53">
              <a:extLst>
                <a:ext uri="{FF2B5EF4-FFF2-40B4-BE49-F238E27FC236}">
                  <a16:creationId xmlns:a16="http://schemas.microsoft.com/office/drawing/2014/main" id="{1D6AF4F8-C829-BFE5-8318-BF8904050482}"/>
                </a:ext>
              </a:extLst>
            </p:cNvPr>
            <p:cNvSpPr>
              <a:spLocks/>
            </p:cNvSpPr>
            <p:nvPr/>
          </p:nvSpPr>
          <p:spPr bwMode="auto">
            <a:xfrm>
              <a:off x="965" y="3113"/>
              <a:ext cx="1" cy="238"/>
            </a:xfrm>
            <a:custGeom>
              <a:avLst/>
              <a:gdLst>
                <a:gd name="T0" fmla="*/ 0 w 2"/>
                <a:gd name="T1" fmla="*/ 3 h 713"/>
                <a:gd name="T2" fmla="*/ 0 w 2"/>
                <a:gd name="T3" fmla="*/ 0 h 713"/>
                <a:gd name="T4" fmla="*/ 1 w 2"/>
                <a:gd name="T5" fmla="*/ 0 h 713"/>
                <a:gd name="T6" fmla="*/ 0 60000 65536"/>
                <a:gd name="T7" fmla="*/ 0 60000 65536"/>
                <a:gd name="T8" fmla="*/ 0 60000 65536"/>
                <a:gd name="T9" fmla="*/ 0 w 2"/>
                <a:gd name="T10" fmla="*/ 0 h 713"/>
                <a:gd name="T11" fmla="*/ 2 w 2"/>
                <a:gd name="T12" fmla="*/ 713 h 71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" h="713">
                  <a:moveTo>
                    <a:pt x="0" y="713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0" name="Freeform 54">
              <a:extLst>
                <a:ext uri="{FF2B5EF4-FFF2-40B4-BE49-F238E27FC236}">
                  <a16:creationId xmlns:a16="http://schemas.microsoft.com/office/drawing/2014/main" id="{89942F20-90B6-D720-E230-7D7A1DD68947}"/>
                </a:ext>
              </a:extLst>
            </p:cNvPr>
            <p:cNvSpPr>
              <a:spLocks/>
            </p:cNvSpPr>
            <p:nvPr/>
          </p:nvSpPr>
          <p:spPr bwMode="auto">
            <a:xfrm>
              <a:off x="965" y="2822"/>
              <a:ext cx="237" cy="1"/>
            </a:xfrm>
            <a:custGeom>
              <a:avLst/>
              <a:gdLst>
                <a:gd name="T0" fmla="*/ 3 w 712"/>
                <a:gd name="T1" fmla="*/ 0 h 1"/>
                <a:gd name="T2" fmla="*/ 0 w 712"/>
                <a:gd name="T3" fmla="*/ 0 h 1"/>
                <a:gd name="T4" fmla="*/ 0 w 712"/>
                <a:gd name="T5" fmla="*/ 0 h 1"/>
                <a:gd name="T6" fmla="*/ 0 60000 65536"/>
                <a:gd name="T7" fmla="*/ 0 60000 65536"/>
                <a:gd name="T8" fmla="*/ 0 60000 65536"/>
                <a:gd name="T9" fmla="*/ 0 w 712"/>
                <a:gd name="T10" fmla="*/ 0 h 1"/>
                <a:gd name="T11" fmla="*/ 712 w 712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12" h="1">
                  <a:moveTo>
                    <a:pt x="712" y="0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" name="Freeform 55">
              <a:extLst>
                <a:ext uri="{FF2B5EF4-FFF2-40B4-BE49-F238E27FC236}">
                  <a16:creationId xmlns:a16="http://schemas.microsoft.com/office/drawing/2014/main" id="{95E50D9D-BB85-0DDD-2C77-A2C9CC3CD6C5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8" y="2762"/>
              <a:ext cx="1" cy="458"/>
            </a:xfrm>
            <a:custGeom>
              <a:avLst/>
              <a:gdLst>
                <a:gd name="T0" fmla="*/ 0 w 1"/>
                <a:gd name="T1" fmla="*/ 0 h 1376"/>
                <a:gd name="T2" fmla="*/ 0 w 1"/>
                <a:gd name="T3" fmla="*/ 6 h 1376"/>
                <a:gd name="T4" fmla="*/ 1 w 1"/>
                <a:gd name="T5" fmla="*/ 6 h 1376"/>
                <a:gd name="T6" fmla="*/ 0 60000 65536"/>
                <a:gd name="T7" fmla="*/ 0 60000 65536"/>
                <a:gd name="T8" fmla="*/ 0 60000 65536"/>
                <a:gd name="T9" fmla="*/ 0 w 1"/>
                <a:gd name="T10" fmla="*/ 0 h 1376"/>
                <a:gd name="T11" fmla="*/ 1 w 1"/>
                <a:gd name="T12" fmla="*/ 1376 h 137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376">
                  <a:moveTo>
                    <a:pt x="0" y="0"/>
                  </a:moveTo>
                  <a:lnTo>
                    <a:pt x="0" y="1376"/>
                  </a:lnTo>
                  <a:lnTo>
                    <a:pt x="1" y="1376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prstDash val="lgDashDot"/>
              <a:round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" name="Freeform 56">
              <a:extLst>
                <a:ext uri="{FF2B5EF4-FFF2-40B4-BE49-F238E27FC236}">
                  <a16:creationId xmlns:a16="http://schemas.microsoft.com/office/drawing/2014/main" id="{E0F0F69A-2180-AF21-21BE-A7C049DB33DA}"/>
                </a:ext>
              </a:extLst>
            </p:cNvPr>
            <p:cNvSpPr>
              <a:spLocks/>
            </p:cNvSpPr>
            <p:nvPr/>
          </p:nvSpPr>
          <p:spPr bwMode="auto">
            <a:xfrm>
              <a:off x="965" y="2035"/>
              <a:ext cx="1" cy="222"/>
            </a:xfrm>
            <a:custGeom>
              <a:avLst/>
              <a:gdLst>
                <a:gd name="T0" fmla="*/ 0 w 2"/>
                <a:gd name="T1" fmla="*/ 3 h 666"/>
                <a:gd name="T2" fmla="*/ 0 w 2"/>
                <a:gd name="T3" fmla="*/ 0 h 666"/>
                <a:gd name="T4" fmla="*/ 1 w 2"/>
                <a:gd name="T5" fmla="*/ 0 h 666"/>
                <a:gd name="T6" fmla="*/ 0 60000 65536"/>
                <a:gd name="T7" fmla="*/ 0 60000 65536"/>
                <a:gd name="T8" fmla="*/ 0 60000 65536"/>
                <a:gd name="T9" fmla="*/ 0 w 2"/>
                <a:gd name="T10" fmla="*/ 0 h 666"/>
                <a:gd name="T11" fmla="*/ 2 w 2"/>
                <a:gd name="T12" fmla="*/ 666 h 66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" h="666">
                  <a:moveTo>
                    <a:pt x="0" y="666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53" name="Group 57">
              <a:extLst>
                <a:ext uri="{FF2B5EF4-FFF2-40B4-BE49-F238E27FC236}">
                  <a16:creationId xmlns:a16="http://schemas.microsoft.com/office/drawing/2014/main" id="{85DFBE15-DC3D-0C3A-9F06-6AEB9137048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02" y="1958"/>
              <a:ext cx="1" cy="397"/>
              <a:chOff x="3304" y="1758"/>
              <a:chExt cx="1" cy="397"/>
            </a:xfrm>
          </p:grpSpPr>
          <p:sp>
            <p:nvSpPr>
              <p:cNvPr id="94" name="Freeform 58">
                <a:extLst>
                  <a:ext uri="{FF2B5EF4-FFF2-40B4-BE49-F238E27FC236}">
                    <a16:creationId xmlns:a16="http://schemas.microsoft.com/office/drawing/2014/main" id="{F556B4DB-73E8-8409-7E9A-891A55505B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4" y="1996"/>
                <a:ext cx="1" cy="159"/>
              </a:xfrm>
              <a:custGeom>
                <a:avLst/>
                <a:gdLst>
                  <a:gd name="T0" fmla="*/ 0 w 1"/>
                  <a:gd name="T1" fmla="*/ 2 h 477"/>
                  <a:gd name="T2" fmla="*/ 0 w 1"/>
                  <a:gd name="T3" fmla="*/ 0 h 477"/>
                  <a:gd name="T4" fmla="*/ 1 w 1"/>
                  <a:gd name="T5" fmla="*/ 0 h 477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477"/>
                  <a:gd name="T11" fmla="*/ 1 w 1"/>
                  <a:gd name="T12" fmla="*/ 477 h 47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477">
                    <a:moveTo>
                      <a:pt x="0" y="477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5" name="Freeform 59">
                <a:extLst>
                  <a:ext uri="{FF2B5EF4-FFF2-40B4-BE49-F238E27FC236}">
                    <a16:creationId xmlns:a16="http://schemas.microsoft.com/office/drawing/2014/main" id="{792D7FD6-57D1-914E-DE98-17E7BC67EE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4" y="1938"/>
                <a:ext cx="1" cy="16"/>
              </a:xfrm>
              <a:custGeom>
                <a:avLst/>
                <a:gdLst>
                  <a:gd name="T0" fmla="*/ 0 w 1"/>
                  <a:gd name="T1" fmla="*/ 0 h 48"/>
                  <a:gd name="T2" fmla="*/ 0 w 1"/>
                  <a:gd name="T3" fmla="*/ 0 h 48"/>
                  <a:gd name="T4" fmla="*/ 1 w 1"/>
                  <a:gd name="T5" fmla="*/ 0 h 48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48"/>
                  <a:gd name="T11" fmla="*/ 1 w 1"/>
                  <a:gd name="T12" fmla="*/ 48 h 4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48">
                    <a:moveTo>
                      <a:pt x="0" y="48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6" name="Freeform 60">
                <a:extLst>
                  <a:ext uri="{FF2B5EF4-FFF2-40B4-BE49-F238E27FC236}">
                    <a16:creationId xmlns:a16="http://schemas.microsoft.com/office/drawing/2014/main" id="{BE1E0F17-8BD3-4EB8-7687-210191BDDC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4" y="1758"/>
                <a:ext cx="1" cy="137"/>
              </a:xfrm>
              <a:custGeom>
                <a:avLst/>
                <a:gdLst>
                  <a:gd name="T0" fmla="*/ 0 w 1"/>
                  <a:gd name="T1" fmla="*/ 2 h 412"/>
                  <a:gd name="T2" fmla="*/ 0 w 1"/>
                  <a:gd name="T3" fmla="*/ 0 h 412"/>
                  <a:gd name="T4" fmla="*/ 1 w 1"/>
                  <a:gd name="T5" fmla="*/ 0 h 412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412"/>
                  <a:gd name="T11" fmla="*/ 1 w 1"/>
                  <a:gd name="T12" fmla="*/ 412 h 41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412">
                    <a:moveTo>
                      <a:pt x="0" y="412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54" name="Freeform 61">
              <a:extLst>
                <a:ext uri="{FF2B5EF4-FFF2-40B4-BE49-F238E27FC236}">
                  <a16:creationId xmlns:a16="http://schemas.microsoft.com/office/drawing/2014/main" id="{40E82B1C-3960-FA70-58D4-F8754A86C13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8" y="1964"/>
              <a:ext cx="1" cy="391"/>
            </a:xfrm>
            <a:custGeom>
              <a:avLst/>
              <a:gdLst>
                <a:gd name="T0" fmla="*/ 0 w 1"/>
                <a:gd name="T1" fmla="*/ 5 h 1172"/>
                <a:gd name="T2" fmla="*/ 0 w 1"/>
                <a:gd name="T3" fmla="*/ 0 h 1172"/>
                <a:gd name="T4" fmla="*/ 1 w 1"/>
                <a:gd name="T5" fmla="*/ 0 h 1172"/>
                <a:gd name="T6" fmla="*/ 0 60000 65536"/>
                <a:gd name="T7" fmla="*/ 0 60000 65536"/>
                <a:gd name="T8" fmla="*/ 0 60000 65536"/>
                <a:gd name="T9" fmla="*/ 0 w 1"/>
                <a:gd name="T10" fmla="*/ 0 h 1172"/>
                <a:gd name="T11" fmla="*/ 1 w 1"/>
                <a:gd name="T12" fmla="*/ 1172 h 117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172">
                  <a:moveTo>
                    <a:pt x="0" y="1172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prstDash val="lgDashDot"/>
              <a:round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55" name="Group 62">
              <a:extLst>
                <a:ext uri="{FF2B5EF4-FFF2-40B4-BE49-F238E27FC236}">
                  <a16:creationId xmlns:a16="http://schemas.microsoft.com/office/drawing/2014/main" id="{7ACE2615-09D2-CB6C-C3AA-3A484086B9A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65" y="2501"/>
              <a:ext cx="1" cy="957"/>
              <a:chOff x="4367" y="2301"/>
              <a:chExt cx="1" cy="957"/>
            </a:xfrm>
          </p:grpSpPr>
          <p:sp>
            <p:nvSpPr>
              <p:cNvPr id="91" name="Freeform 63">
                <a:extLst>
                  <a:ext uri="{FF2B5EF4-FFF2-40B4-BE49-F238E27FC236}">
                    <a16:creationId xmlns:a16="http://schemas.microsoft.com/office/drawing/2014/main" id="{FA875157-DA75-371B-E4A8-BB88738F90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67" y="2873"/>
                <a:ext cx="1" cy="385"/>
              </a:xfrm>
              <a:custGeom>
                <a:avLst/>
                <a:gdLst>
                  <a:gd name="T0" fmla="*/ 0 w 1"/>
                  <a:gd name="T1" fmla="*/ 0 h 1155"/>
                  <a:gd name="T2" fmla="*/ 0 w 1"/>
                  <a:gd name="T3" fmla="*/ 5 h 1155"/>
                  <a:gd name="T4" fmla="*/ 1 w 1"/>
                  <a:gd name="T5" fmla="*/ 5 h 1155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1155"/>
                  <a:gd name="T11" fmla="*/ 1 w 1"/>
                  <a:gd name="T12" fmla="*/ 1155 h 115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1155">
                    <a:moveTo>
                      <a:pt x="0" y="0"/>
                    </a:moveTo>
                    <a:lnTo>
                      <a:pt x="0" y="1155"/>
                    </a:lnTo>
                    <a:lnTo>
                      <a:pt x="1" y="1155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2" name="Freeform 64">
                <a:extLst>
                  <a:ext uri="{FF2B5EF4-FFF2-40B4-BE49-F238E27FC236}">
                    <a16:creationId xmlns:a16="http://schemas.microsoft.com/office/drawing/2014/main" id="{E933203F-8E4E-D5FC-4F57-70960A9850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67" y="2301"/>
                <a:ext cx="1" cy="500"/>
              </a:xfrm>
              <a:custGeom>
                <a:avLst/>
                <a:gdLst>
                  <a:gd name="T0" fmla="*/ 0 w 1"/>
                  <a:gd name="T1" fmla="*/ 0 h 1498"/>
                  <a:gd name="T2" fmla="*/ 0 w 1"/>
                  <a:gd name="T3" fmla="*/ 6 h 1498"/>
                  <a:gd name="T4" fmla="*/ 1 w 1"/>
                  <a:gd name="T5" fmla="*/ 6 h 1498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1498"/>
                  <a:gd name="T11" fmla="*/ 1 w 1"/>
                  <a:gd name="T12" fmla="*/ 1498 h 149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1498">
                    <a:moveTo>
                      <a:pt x="0" y="0"/>
                    </a:moveTo>
                    <a:lnTo>
                      <a:pt x="0" y="1498"/>
                    </a:lnTo>
                    <a:lnTo>
                      <a:pt x="1" y="1498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3" name="Freeform 65">
                <a:extLst>
                  <a:ext uri="{FF2B5EF4-FFF2-40B4-BE49-F238E27FC236}">
                    <a16:creationId xmlns:a16="http://schemas.microsoft.com/office/drawing/2014/main" id="{D4702D07-45E6-7A28-3510-00EBB568CD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67" y="2826"/>
                <a:ext cx="1" cy="24"/>
              </a:xfrm>
              <a:custGeom>
                <a:avLst/>
                <a:gdLst>
                  <a:gd name="T0" fmla="*/ 0 w 1"/>
                  <a:gd name="T1" fmla="*/ 0 h 72"/>
                  <a:gd name="T2" fmla="*/ 0 w 1"/>
                  <a:gd name="T3" fmla="*/ 0 h 72"/>
                  <a:gd name="T4" fmla="*/ 1 w 1"/>
                  <a:gd name="T5" fmla="*/ 0 h 72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72"/>
                  <a:gd name="T11" fmla="*/ 1 w 1"/>
                  <a:gd name="T12" fmla="*/ 72 h 7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72">
                    <a:moveTo>
                      <a:pt x="0" y="0"/>
                    </a:moveTo>
                    <a:lnTo>
                      <a:pt x="0" y="72"/>
                    </a:lnTo>
                    <a:lnTo>
                      <a:pt x="1" y="72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56" name="Freeform 66">
              <a:extLst>
                <a:ext uri="{FF2B5EF4-FFF2-40B4-BE49-F238E27FC236}">
                  <a16:creationId xmlns:a16="http://schemas.microsoft.com/office/drawing/2014/main" id="{C3D84ED3-0CE4-8174-7A6D-5429296BA980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4" y="2904"/>
              <a:ext cx="1" cy="128"/>
            </a:xfrm>
            <a:custGeom>
              <a:avLst/>
              <a:gdLst>
                <a:gd name="T0" fmla="*/ 0 w 1"/>
                <a:gd name="T1" fmla="*/ 0 h 386"/>
                <a:gd name="T2" fmla="*/ 0 w 1"/>
                <a:gd name="T3" fmla="*/ 2 h 386"/>
                <a:gd name="T4" fmla="*/ 1 w 1"/>
                <a:gd name="T5" fmla="*/ 2 h 386"/>
                <a:gd name="T6" fmla="*/ 0 60000 65536"/>
                <a:gd name="T7" fmla="*/ 0 60000 65536"/>
                <a:gd name="T8" fmla="*/ 0 60000 65536"/>
                <a:gd name="T9" fmla="*/ 0 w 1"/>
                <a:gd name="T10" fmla="*/ 0 h 386"/>
                <a:gd name="T11" fmla="*/ 1 w 1"/>
                <a:gd name="T12" fmla="*/ 386 h 38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386">
                  <a:moveTo>
                    <a:pt x="0" y="0"/>
                  </a:moveTo>
                  <a:lnTo>
                    <a:pt x="0" y="386"/>
                  </a:lnTo>
                  <a:lnTo>
                    <a:pt x="1" y="386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7" name="Freeform 67">
              <a:extLst>
                <a:ext uri="{FF2B5EF4-FFF2-40B4-BE49-F238E27FC236}">
                  <a16:creationId xmlns:a16="http://schemas.microsoft.com/office/drawing/2014/main" id="{9C5468FA-1C09-3326-6048-550C77AF04AC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7" y="3032"/>
              <a:ext cx="77" cy="1"/>
            </a:xfrm>
            <a:custGeom>
              <a:avLst/>
              <a:gdLst>
                <a:gd name="T0" fmla="*/ 0 w 231"/>
                <a:gd name="T1" fmla="*/ 0 h 1"/>
                <a:gd name="T2" fmla="*/ 1 w 231"/>
                <a:gd name="T3" fmla="*/ 0 h 1"/>
                <a:gd name="T4" fmla="*/ 1 w 231"/>
                <a:gd name="T5" fmla="*/ 0 h 1"/>
                <a:gd name="T6" fmla="*/ 0 60000 65536"/>
                <a:gd name="T7" fmla="*/ 0 60000 65536"/>
                <a:gd name="T8" fmla="*/ 0 60000 65536"/>
                <a:gd name="T9" fmla="*/ 0 w 231"/>
                <a:gd name="T10" fmla="*/ 0 h 1"/>
                <a:gd name="T11" fmla="*/ 231 w 231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31" h="1">
                  <a:moveTo>
                    <a:pt x="0" y="0"/>
                  </a:moveTo>
                  <a:lnTo>
                    <a:pt x="230" y="0"/>
                  </a:lnTo>
                  <a:lnTo>
                    <a:pt x="231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8" name="Freeform 68">
              <a:extLst>
                <a:ext uri="{FF2B5EF4-FFF2-40B4-BE49-F238E27FC236}">
                  <a16:creationId xmlns:a16="http://schemas.microsoft.com/office/drawing/2014/main" id="{F55BF30C-2FC6-DF98-3A7B-E4FFD6FFC545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5" y="2904"/>
              <a:ext cx="77" cy="1"/>
            </a:xfrm>
            <a:custGeom>
              <a:avLst/>
              <a:gdLst>
                <a:gd name="T0" fmla="*/ 0 w 231"/>
                <a:gd name="T1" fmla="*/ 0 h 1"/>
                <a:gd name="T2" fmla="*/ 1 w 231"/>
                <a:gd name="T3" fmla="*/ 0 h 1"/>
                <a:gd name="T4" fmla="*/ 1 w 231"/>
                <a:gd name="T5" fmla="*/ 0 h 1"/>
                <a:gd name="T6" fmla="*/ 0 60000 65536"/>
                <a:gd name="T7" fmla="*/ 0 60000 65536"/>
                <a:gd name="T8" fmla="*/ 0 60000 65536"/>
                <a:gd name="T9" fmla="*/ 0 w 231"/>
                <a:gd name="T10" fmla="*/ 0 h 1"/>
                <a:gd name="T11" fmla="*/ 231 w 231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31" h="1">
                  <a:moveTo>
                    <a:pt x="0" y="0"/>
                  </a:moveTo>
                  <a:lnTo>
                    <a:pt x="230" y="0"/>
                  </a:lnTo>
                  <a:lnTo>
                    <a:pt x="231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59" name="Group 69">
              <a:extLst>
                <a:ext uri="{FF2B5EF4-FFF2-40B4-BE49-F238E27FC236}">
                  <a16:creationId xmlns:a16="http://schemas.microsoft.com/office/drawing/2014/main" id="{A0D381C1-7D0C-6919-2DB3-EB26E6DCA77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79" y="2968"/>
              <a:ext cx="1848" cy="1"/>
              <a:chOff x="2989" y="2768"/>
              <a:chExt cx="1848" cy="1"/>
            </a:xfrm>
          </p:grpSpPr>
          <p:sp>
            <p:nvSpPr>
              <p:cNvPr id="86" name="Freeform 70">
                <a:extLst>
                  <a:ext uri="{FF2B5EF4-FFF2-40B4-BE49-F238E27FC236}">
                    <a16:creationId xmlns:a16="http://schemas.microsoft.com/office/drawing/2014/main" id="{0AAF3CE6-22AC-061D-607C-F405B6E1C0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0" y="2768"/>
                <a:ext cx="874" cy="1"/>
              </a:xfrm>
              <a:custGeom>
                <a:avLst/>
                <a:gdLst>
                  <a:gd name="T0" fmla="*/ 0 w 2622"/>
                  <a:gd name="T1" fmla="*/ 0 h 1"/>
                  <a:gd name="T2" fmla="*/ 11 w 2622"/>
                  <a:gd name="T3" fmla="*/ 0 h 1"/>
                  <a:gd name="T4" fmla="*/ 11 w 2622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2622"/>
                  <a:gd name="T10" fmla="*/ 0 h 1"/>
                  <a:gd name="T11" fmla="*/ 2622 w 2622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622" h="1">
                    <a:moveTo>
                      <a:pt x="0" y="0"/>
                    </a:moveTo>
                    <a:lnTo>
                      <a:pt x="2620" y="0"/>
                    </a:lnTo>
                    <a:lnTo>
                      <a:pt x="2622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7" name="Freeform 71">
                <a:extLst>
                  <a:ext uri="{FF2B5EF4-FFF2-40B4-BE49-F238E27FC236}">
                    <a16:creationId xmlns:a16="http://schemas.microsoft.com/office/drawing/2014/main" id="{1967E9BE-5695-ADCA-BDCE-EAAE7BAB6A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89" y="2768"/>
                <a:ext cx="498" cy="1"/>
              </a:xfrm>
              <a:custGeom>
                <a:avLst/>
                <a:gdLst>
                  <a:gd name="T0" fmla="*/ 0 w 1492"/>
                  <a:gd name="T1" fmla="*/ 0 h 1"/>
                  <a:gd name="T2" fmla="*/ 6 w 1492"/>
                  <a:gd name="T3" fmla="*/ 0 h 1"/>
                  <a:gd name="T4" fmla="*/ 6 w 1492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1492"/>
                  <a:gd name="T10" fmla="*/ 0 h 1"/>
                  <a:gd name="T11" fmla="*/ 1492 w 1492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492" h="1">
                    <a:moveTo>
                      <a:pt x="0" y="0"/>
                    </a:moveTo>
                    <a:lnTo>
                      <a:pt x="1491" y="0"/>
                    </a:lnTo>
                    <a:lnTo>
                      <a:pt x="1492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8" name="Freeform 72">
                <a:extLst>
                  <a:ext uri="{FF2B5EF4-FFF2-40B4-BE49-F238E27FC236}">
                    <a16:creationId xmlns:a16="http://schemas.microsoft.com/office/drawing/2014/main" id="{2F36EAFC-9CB3-B750-5D55-A4F7B54A7E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12" y="2768"/>
                <a:ext cx="22" cy="1"/>
              </a:xfrm>
              <a:custGeom>
                <a:avLst/>
                <a:gdLst>
                  <a:gd name="T0" fmla="*/ 0 w 66"/>
                  <a:gd name="T1" fmla="*/ 0 h 1"/>
                  <a:gd name="T2" fmla="*/ 0 w 66"/>
                  <a:gd name="T3" fmla="*/ 0 h 1"/>
                  <a:gd name="T4" fmla="*/ 0 w 66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66"/>
                  <a:gd name="T10" fmla="*/ 0 h 1"/>
                  <a:gd name="T11" fmla="*/ 66 w 66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6" h="1">
                    <a:moveTo>
                      <a:pt x="0" y="0"/>
                    </a:moveTo>
                    <a:lnTo>
                      <a:pt x="65" y="0"/>
                    </a:lnTo>
                    <a:lnTo>
                      <a:pt x="66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9" name="Freeform 73">
                <a:extLst>
                  <a:ext uri="{FF2B5EF4-FFF2-40B4-BE49-F238E27FC236}">
                    <a16:creationId xmlns:a16="http://schemas.microsoft.com/office/drawing/2014/main" id="{82157676-99B2-5E28-CC61-746508D1D1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27" y="2768"/>
                <a:ext cx="310" cy="1"/>
              </a:xfrm>
              <a:custGeom>
                <a:avLst/>
                <a:gdLst>
                  <a:gd name="T0" fmla="*/ 0 w 930"/>
                  <a:gd name="T1" fmla="*/ 0 h 1"/>
                  <a:gd name="T2" fmla="*/ 4 w 930"/>
                  <a:gd name="T3" fmla="*/ 0 h 1"/>
                  <a:gd name="T4" fmla="*/ 4 w 930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930"/>
                  <a:gd name="T10" fmla="*/ 0 h 1"/>
                  <a:gd name="T11" fmla="*/ 930 w 930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30" h="1">
                    <a:moveTo>
                      <a:pt x="0" y="0"/>
                    </a:moveTo>
                    <a:lnTo>
                      <a:pt x="929" y="0"/>
                    </a:lnTo>
                    <a:lnTo>
                      <a:pt x="93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0" name="Freeform 74">
                <a:extLst>
                  <a:ext uri="{FF2B5EF4-FFF2-40B4-BE49-F238E27FC236}">
                    <a16:creationId xmlns:a16="http://schemas.microsoft.com/office/drawing/2014/main" id="{28DF6997-92E8-E80E-F78C-3732667371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70" y="2768"/>
                <a:ext cx="21" cy="1"/>
              </a:xfrm>
              <a:custGeom>
                <a:avLst/>
                <a:gdLst>
                  <a:gd name="T0" fmla="*/ 0 w 65"/>
                  <a:gd name="T1" fmla="*/ 0 h 1"/>
                  <a:gd name="T2" fmla="*/ 0 w 65"/>
                  <a:gd name="T3" fmla="*/ 0 h 1"/>
                  <a:gd name="T4" fmla="*/ 0 w 65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65"/>
                  <a:gd name="T10" fmla="*/ 0 h 1"/>
                  <a:gd name="T11" fmla="*/ 65 w 65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5" h="1">
                    <a:moveTo>
                      <a:pt x="0" y="0"/>
                    </a:moveTo>
                    <a:lnTo>
                      <a:pt x="64" y="0"/>
                    </a:lnTo>
                    <a:lnTo>
                      <a:pt x="65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60" name="Group 75">
              <a:extLst>
                <a:ext uri="{FF2B5EF4-FFF2-40B4-BE49-F238E27FC236}">
                  <a16:creationId xmlns:a16="http://schemas.microsoft.com/office/drawing/2014/main" id="{7B82D0BB-2811-C64B-5E35-0913F4535FA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92" y="2035"/>
              <a:ext cx="292" cy="100"/>
              <a:chOff x="3594" y="1835"/>
              <a:chExt cx="292" cy="100"/>
            </a:xfrm>
          </p:grpSpPr>
          <p:sp>
            <p:nvSpPr>
              <p:cNvPr id="79" name="Freeform 76">
                <a:extLst>
                  <a:ext uri="{FF2B5EF4-FFF2-40B4-BE49-F238E27FC236}">
                    <a16:creationId xmlns:a16="http://schemas.microsoft.com/office/drawing/2014/main" id="{77AA318C-44A7-3DC1-460F-61402DBC2D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94" y="1934"/>
                <a:ext cx="75" cy="1"/>
              </a:xfrm>
              <a:custGeom>
                <a:avLst/>
                <a:gdLst>
                  <a:gd name="T0" fmla="*/ 0 w 225"/>
                  <a:gd name="T1" fmla="*/ 0 h 1"/>
                  <a:gd name="T2" fmla="*/ 1 w 225"/>
                  <a:gd name="T3" fmla="*/ 0 h 1"/>
                  <a:gd name="T4" fmla="*/ 1 w 225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225"/>
                  <a:gd name="T10" fmla="*/ 0 h 1"/>
                  <a:gd name="T11" fmla="*/ 225 w 225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25" h="1">
                    <a:moveTo>
                      <a:pt x="0" y="0"/>
                    </a:moveTo>
                    <a:lnTo>
                      <a:pt x="224" y="0"/>
                    </a:lnTo>
                    <a:lnTo>
                      <a:pt x="225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0" name="Freeform 77">
                <a:extLst>
                  <a:ext uri="{FF2B5EF4-FFF2-40B4-BE49-F238E27FC236}">
                    <a16:creationId xmlns:a16="http://schemas.microsoft.com/office/drawing/2014/main" id="{41171D28-62E8-6BC2-1237-8A25F867F4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93" y="1934"/>
                <a:ext cx="95" cy="1"/>
              </a:xfrm>
              <a:custGeom>
                <a:avLst/>
                <a:gdLst>
                  <a:gd name="T0" fmla="*/ 0 w 285"/>
                  <a:gd name="T1" fmla="*/ 0 h 1"/>
                  <a:gd name="T2" fmla="*/ 1 w 285"/>
                  <a:gd name="T3" fmla="*/ 0 h 1"/>
                  <a:gd name="T4" fmla="*/ 1 w 285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285"/>
                  <a:gd name="T10" fmla="*/ 0 h 1"/>
                  <a:gd name="T11" fmla="*/ 285 w 285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85" h="1">
                    <a:moveTo>
                      <a:pt x="0" y="0"/>
                    </a:moveTo>
                    <a:lnTo>
                      <a:pt x="284" y="0"/>
                    </a:lnTo>
                    <a:lnTo>
                      <a:pt x="285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1" name="Freeform 78">
                <a:extLst>
                  <a:ext uri="{FF2B5EF4-FFF2-40B4-BE49-F238E27FC236}">
                    <a16:creationId xmlns:a16="http://schemas.microsoft.com/office/drawing/2014/main" id="{15B37BF8-183E-6A1C-8BF3-14A6D6D395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11" y="1934"/>
                <a:ext cx="75" cy="1"/>
              </a:xfrm>
              <a:custGeom>
                <a:avLst/>
                <a:gdLst>
                  <a:gd name="T0" fmla="*/ 0 w 225"/>
                  <a:gd name="T1" fmla="*/ 0 h 1"/>
                  <a:gd name="T2" fmla="*/ 1 w 225"/>
                  <a:gd name="T3" fmla="*/ 0 h 1"/>
                  <a:gd name="T4" fmla="*/ 1 w 225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225"/>
                  <a:gd name="T10" fmla="*/ 0 h 1"/>
                  <a:gd name="T11" fmla="*/ 225 w 225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25" h="1">
                    <a:moveTo>
                      <a:pt x="0" y="0"/>
                    </a:moveTo>
                    <a:lnTo>
                      <a:pt x="223" y="0"/>
                    </a:lnTo>
                    <a:lnTo>
                      <a:pt x="225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Freeform 79">
                <a:extLst>
                  <a:ext uri="{FF2B5EF4-FFF2-40B4-BE49-F238E27FC236}">
                    <a16:creationId xmlns:a16="http://schemas.microsoft.com/office/drawing/2014/main" id="{4E3387BB-884E-E6C8-0F7D-CC3E2E1EA4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94" y="1894"/>
                <a:ext cx="1" cy="40"/>
              </a:xfrm>
              <a:custGeom>
                <a:avLst/>
                <a:gdLst>
                  <a:gd name="T0" fmla="*/ 0 w 2"/>
                  <a:gd name="T1" fmla="*/ 0 h 120"/>
                  <a:gd name="T2" fmla="*/ 0 w 2"/>
                  <a:gd name="T3" fmla="*/ 0 h 120"/>
                  <a:gd name="T4" fmla="*/ 1 w 2"/>
                  <a:gd name="T5" fmla="*/ 0 h 120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120"/>
                  <a:gd name="T11" fmla="*/ 2 w 2"/>
                  <a:gd name="T12" fmla="*/ 120 h 12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120">
                    <a:moveTo>
                      <a:pt x="0" y="120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3" name="Freeform 80">
                <a:extLst>
                  <a:ext uri="{FF2B5EF4-FFF2-40B4-BE49-F238E27FC236}">
                    <a16:creationId xmlns:a16="http://schemas.microsoft.com/office/drawing/2014/main" id="{B723EE10-E63C-C072-935E-A0FCE410FB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94" y="1835"/>
                <a:ext cx="1" cy="40"/>
              </a:xfrm>
              <a:custGeom>
                <a:avLst/>
                <a:gdLst>
                  <a:gd name="T0" fmla="*/ 0 w 2"/>
                  <a:gd name="T1" fmla="*/ 0 h 120"/>
                  <a:gd name="T2" fmla="*/ 0 w 2"/>
                  <a:gd name="T3" fmla="*/ 0 h 120"/>
                  <a:gd name="T4" fmla="*/ 1 w 2"/>
                  <a:gd name="T5" fmla="*/ 0 h 120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120"/>
                  <a:gd name="T11" fmla="*/ 2 w 2"/>
                  <a:gd name="T12" fmla="*/ 120 h 12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120">
                    <a:moveTo>
                      <a:pt x="0" y="120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4" name="Freeform 81">
                <a:extLst>
                  <a:ext uri="{FF2B5EF4-FFF2-40B4-BE49-F238E27FC236}">
                    <a16:creationId xmlns:a16="http://schemas.microsoft.com/office/drawing/2014/main" id="{AB05C82B-B881-BC1F-D660-729C53A6D6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85" y="1894"/>
                <a:ext cx="1" cy="40"/>
              </a:xfrm>
              <a:custGeom>
                <a:avLst/>
                <a:gdLst>
                  <a:gd name="T0" fmla="*/ 0 w 2"/>
                  <a:gd name="T1" fmla="*/ 0 h 120"/>
                  <a:gd name="T2" fmla="*/ 0 w 2"/>
                  <a:gd name="T3" fmla="*/ 0 h 120"/>
                  <a:gd name="T4" fmla="*/ 1 w 2"/>
                  <a:gd name="T5" fmla="*/ 0 h 120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120"/>
                  <a:gd name="T11" fmla="*/ 2 w 2"/>
                  <a:gd name="T12" fmla="*/ 120 h 12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120">
                    <a:moveTo>
                      <a:pt x="0" y="120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5" name="Freeform 82">
                <a:extLst>
                  <a:ext uri="{FF2B5EF4-FFF2-40B4-BE49-F238E27FC236}">
                    <a16:creationId xmlns:a16="http://schemas.microsoft.com/office/drawing/2014/main" id="{2E563D71-9123-F2EC-1D08-B6BD4D90D7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85" y="1835"/>
                <a:ext cx="1" cy="40"/>
              </a:xfrm>
              <a:custGeom>
                <a:avLst/>
                <a:gdLst>
                  <a:gd name="T0" fmla="*/ 0 w 2"/>
                  <a:gd name="T1" fmla="*/ 0 h 120"/>
                  <a:gd name="T2" fmla="*/ 0 w 2"/>
                  <a:gd name="T3" fmla="*/ 0 h 120"/>
                  <a:gd name="T4" fmla="*/ 1 w 2"/>
                  <a:gd name="T5" fmla="*/ 0 h 120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120"/>
                  <a:gd name="T11" fmla="*/ 2 w 2"/>
                  <a:gd name="T12" fmla="*/ 120 h 12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120">
                    <a:moveTo>
                      <a:pt x="0" y="120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61" name="Freeform 83">
              <a:extLst>
                <a:ext uri="{FF2B5EF4-FFF2-40B4-BE49-F238E27FC236}">
                  <a16:creationId xmlns:a16="http://schemas.microsoft.com/office/drawing/2014/main" id="{0454C6AB-EFDA-E9BE-4662-6356E84CA29C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3" y="1560"/>
              <a:ext cx="765" cy="1"/>
            </a:xfrm>
            <a:custGeom>
              <a:avLst/>
              <a:gdLst>
                <a:gd name="T0" fmla="*/ 9 w 2296"/>
                <a:gd name="T1" fmla="*/ 0 h 1"/>
                <a:gd name="T2" fmla="*/ 0 w 2296"/>
                <a:gd name="T3" fmla="*/ 0 h 1"/>
                <a:gd name="T4" fmla="*/ 0 w 2296"/>
                <a:gd name="T5" fmla="*/ 0 h 1"/>
                <a:gd name="T6" fmla="*/ 0 60000 65536"/>
                <a:gd name="T7" fmla="*/ 0 60000 65536"/>
                <a:gd name="T8" fmla="*/ 0 60000 65536"/>
                <a:gd name="T9" fmla="*/ 0 w 2296"/>
                <a:gd name="T10" fmla="*/ 0 h 1"/>
                <a:gd name="T11" fmla="*/ 2296 w 2296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96" h="1">
                  <a:moveTo>
                    <a:pt x="2296" y="0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62" name="Group 84">
              <a:extLst>
                <a:ext uri="{FF2B5EF4-FFF2-40B4-BE49-F238E27FC236}">
                  <a16:creationId xmlns:a16="http://schemas.microsoft.com/office/drawing/2014/main" id="{E2A09E57-BBF8-D873-3169-9681F894144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65" y="1475"/>
              <a:ext cx="1" cy="872"/>
              <a:chOff x="4367" y="1275"/>
              <a:chExt cx="1" cy="872"/>
            </a:xfrm>
          </p:grpSpPr>
          <p:sp>
            <p:nvSpPr>
              <p:cNvPr id="76" name="Freeform 85">
                <a:extLst>
                  <a:ext uri="{FF2B5EF4-FFF2-40B4-BE49-F238E27FC236}">
                    <a16:creationId xmlns:a16="http://schemas.microsoft.com/office/drawing/2014/main" id="{CD7D0B63-2A4A-2124-ED4F-AA10390F7E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67" y="1756"/>
                <a:ext cx="1" cy="391"/>
              </a:xfrm>
              <a:custGeom>
                <a:avLst/>
                <a:gdLst>
                  <a:gd name="T0" fmla="*/ 0 w 1"/>
                  <a:gd name="T1" fmla="*/ 5 h 1174"/>
                  <a:gd name="T2" fmla="*/ 0 w 1"/>
                  <a:gd name="T3" fmla="*/ 0 h 1174"/>
                  <a:gd name="T4" fmla="*/ 1 w 1"/>
                  <a:gd name="T5" fmla="*/ 0 h 1174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1174"/>
                  <a:gd name="T11" fmla="*/ 1 w 1"/>
                  <a:gd name="T12" fmla="*/ 1174 h 117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1174">
                    <a:moveTo>
                      <a:pt x="0" y="1174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7" name="Freeform 86">
                <a:extLst>
                  <a:ext uri="{FF2B5EF4-FFF2-40B4-BE49-F238E27FC236}">
                    <a16:creationId xmlns:a16="http://schemas.microsoft.com/office/drawing/2014/main" id="{2A2CEF9D-B508-6C1C-C080-2512009A35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67" y="1275"/>
                <a:ext cx="1" cy="363"/>
              </a:xfrm>
              <a:custGeom>
                <a:avLst/>
                <a:gdLst>
                  <a:gd name="T0" fmla="*/ 0 w 1"/>
                  <a:gd name="T1" fmla="*/ 4 h 1089"/>
                  <a:gd name="T2" fmla="*/ 0 w 1"/>
                  <a:gd name="T3" fmla="*/ 0 h 1089"/>
                  <a:gd name="T4" fmla="*/ 1 w 1"/>
                  <a:gd name="T5" fmla="*/ 0 h 1089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1089"/>
                  <a:gd name="T11" fmla="*/ 1 w 1"/>
                  <a:gd name="T12" fmla="*/ 1089 h 108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1089">
                    <a:moveTo>
                      <a:pt x="0" y="1089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8" name="Freeform 87">
                <a:extLst>
                  <a:ext uri="{FF2B5EF4-FFF2-40B4-BE49-F238E27FC236}">
                    <a16:creationId xmlns:a16="http://schemas.microsoft.com/office/drawing/2014/main" id="{4C2825DA-BB5C-A94A-64F0-5D3CE40202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67" y="1681"/>
                <a:ext cx="1" cy="32"/>
              </a:xfrm>
              <a:custGeom>
                <a:avLst/>
                <a:gdLst>
                  <a:gd name="T0" fmla="*/ 0 w 1"/>
                  <a:gd name="T1" fmla="*/ 0 h 98"/>
                  <a:gd name="T2" fmla="*/ 0 w 1"/>
                  <a:gd name="T3" fmla="*/ 0 h 98"/>
                  <a:gd name="T4" fmla="*/ 1 w 1"/>
                  <a:gd name="T5" fmla="*/ 0 h 98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98"/>
                  <a:gd name="T11" fmla="*/ 1 w 1"/>
                  <a:gd name="T12" fmla="*/ 98 h 9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98">
                    <a:moveTo>
                      <a:pt x="0" y="98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63" name="Group 88">
              <a:extLst>
                <a:ext uri="{FF2B5EF4-FFF2-40B4-BE49-F238E27FC236}">
                  <a16:creationId xmlns:a16="http://schemas.microsoft.com/office/drawing/2014/main" id="{10E0CD10-124C-6FEE-4A62-E3A62A5EA46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90" y="1560"/>
              <a:ext cx="552" cy="192"/>
              <a:chOff x="4092" y="1360"/>
              <a:chExt cx="552" cy="192"/>
            </a:xfrm>
          </p:grpSpPr>
          <p:sp>
            <p:nvSpPr>
              <p:cNvPr id="64" name="Freeform 89">
                <a:extLst>
                  <a:ext uri="{FF2B5EF4-FFF2-40B4-BE49-F238E27FC236}">
                    <a16:creationId xmlns:a16="http://schemas.microsoft.com/office/drawing/2014/main" id="{1330C9F9-FB30-34BF-A459-A839183157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74" y="1491"/>
                <a:ext cx="1" cy="61"/>
              </a:xfrm>
              <a:custGeom>
                <a:avLst/>
                <a:gdLst>
                  <a:gd name="T0" fmla="*/ 0 w 1"/>
                  <a:gd name="T1" fmla="*/ 1 h 184"/>
                  <a:gd name="T2" fmla="*/ 0 w 1"/>
                  <a:gd name="T3" fmla="*/ 0 h 184"/>
                  <a:gd name="T4" fmla="*/ 1 w 1"/>
                  <a:gd name="T5" fmla="*/ 0 h 184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184"/>
                  <a:gd name="T11" fmla="*/ 1 w 1"/>
                  <a:gd name="T12" fmla="*/ 184 h 18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184">
                    <a:moveTo>
                      <a:pt x="0" y="184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5" name="Freeform 90">
                <a:extLst>
                  <a:ext uri="{FF2B5EF4-FFF2-40B4-BE49-F238E27FC236}">
                    <a16:creationId xmlns:a16="http://schemas.microsoft.com/office/drawing/2014/main" id="{F6A4B472-31E7-A35D-B50D-1C252D0A5E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97" y="1491"/>
                <a:ext cx="1" cy="61"/>
              </a:xfrm>
              <a:custGeom>
                <a:avLst/>
                <a:gdLst>
                  <a:gd name="T0" fmla="*/ 0 w 2"/>
                  <a:gd name="T1" fmla="*/ 1 h 184"/>
                  <a:gd name="T2" fmla="*/ 0 w 2"/>
                  <a:gd name="T3" fmla="*/ 0 h 184"/>
                  <a:gd name="T4" fmla="*/ 1 w 2"/>
                  <a:gd name="T5" fmla="*/ 0 h 184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184"/>
                  <a:gd name="T11" fmla="*/ 2 w 2"/>
                  <a:gd name="T12" fmla="*/ 184 h 18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184">
                    <a:moveTo>
                      <a:pt x="0" y="184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6" name="Freeform 91">
                <a:extLst>
                  <a:ext uri="{FF2B5EF4-FFF2-40B4-BE49-F238E27FC236}">
                    <a16:creationId xmlns:a16="http://schemas.microsoft.com/office/drawing/2014/main" id="{8E3C5617-83FC-70E3-09D6-3A469FFC0C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22" y="1491"/>
                <a:ext cx="1" cy="61"/>
              </a:xfrm>
              <a:custGeom>
                <a:avLst/>
                <a:gdLst>
                  <a:gd name="T0" fmla="*/ 0 w 1"/>
                  <a:gd name="T1" fmla="*/ 1 h 184"/>
                  <a:gd name="T2" fmla="*/ 0 w 1"/>
                  <a:gd name="T3" fmla="*/ 0 h 184"/>
                  <a:gd name="T4" fmla="*/ 1 w 1"/>
                  <a:gd name="T5" fmla="*/ 0 h 184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184"/>
                  <a:gd name="T11" fmla="*/ 1 w 1"/>
                  <a:gd name="T12" fmla="*/ 184 h 18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184">
                    <a:moveTo>
                      <a:pt x="0" y="184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7" name="Freeform 92">
                <a:extLst>
                  <a:ext uri="{FF2B5EF4-FFF2-40B4-BE49-F238E27FC236}">
                    <a16:creationId xmlns:a16="http://schemas.microsoft.com/office/drawing/2014/main" id="{CB77259B-A4ED-8A6C-F37A-7E81879BE7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2" y="1491"/>
                <a:ext cx="87" cy="1"/>
              </a:xfrm>
              <a:custGeom>
                <a:avLst/>
                <a:gdLst>
                  <a:gd name="T0" fmla="*/ 0 w 259"/>
                  <a:gd name="T1" fmla="*/ 0 h 1"/>
                  <a:gd name="T2" fmla="*/ 1 w 259"/>
                  <a:gd name="T3" fmla="*/ 0 h 1"/>
                  <a:gd name="T4" fmla="*/ 1 w 259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259"/>
                  <a:gd name="T10" fmla="*/ 0 h 1"/>
                  <a:gd name="T11" fmla="*/ 259 w 259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59" h="1">
                    <a:moveTo>
                      <a:pt x="0" y="0"/>
                    </a:moveTo>
                    <a:lnTo>
                      <a:pt x="257" y="0"/>
                    </a:lnTo>
                    <a:lnTo>
                      <a:pt x="259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8" name="Freeform 93">
                <a:extLst>
                  <a:ext uri="{FF2B5EF4-FFF2-40B4-BE49-F238E27FC236}">
                    <a16:creationId xmlns:a16="http://schemas.microsoft.com/office/drawing/2014/main" id="{20CD643F-9B44-8A14-E641-8BAF0DD823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02" y="1491"/>
                <a:ext cx="95" cy="1"/>
              </a:xfrm>
              <a:custGeom>
                <a:avLst/>
                <a:gdLst>
                  <a:gd name="T0" fmla="*/ 0 w 286"/>
                  <a:gd name="T1" fmla="*/ 0 h 1"/>
                  <a:gd name="T2" fmla="*/ 1 w 286"/>
                  <a:gd name="T3" fmla="*/ 0 h 1"/>
                  <a:gd name="T4" fmla="*/ 1 w 286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286"/>
                  <a:gd name="T10" fmla="*/ 0 h 1"/>
                  <a:gd name="T11" fmla="*/ 286 w 286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86" h="1">
                    <a:moveTo>
                      <a:pt x="0" y="0"/>
                    </a:moveTo>
                    <a:lnTo>
                      <a:pt x="284" y="0"/>
                    </a:lnTo>
                    <a:lnTo>
                      <a:pt x="286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9" name="Freeform 94">
                <a:extLst>
                  <a:ext uri="{FF2B5EF4-FFF2-40B4-BE49-F238E27FC236}">
                    <a16:creationId xmlns:a16="http://schemas.microsoft.com/office/drawing/2014/main" id="{684D0020-DE13-02C4-2F09-579D3BB151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20" y="1491"/>
                <a:ext cx="95" cy="1"/>
              </a:xfrm>
              <a:custGeom>
                <a:avLst/>
                <a:gdLst>
                  <a:gd name="T0" fmla="*/ 0 w 286"/>
                  <a:gd name="T1" fmla="*/ 0 h 1"/>
                  <a:gd name="T2" fmla="*/ 1 w 286"/>
                  <a:gd name="T3" fmla="*/ 0 h 1"/>
                  <a:gd name="T4" fmla="*/ 1 w 286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286"/>
                  <a:gd name="T10" fmla="*/ 0 h 1"/>
                  <a:gd name="T11" fmla="*/ 286 w 286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86" h="1">
                    <a:moveTo>
                      <a:pt x="0" y="0"/>
                    </a:moveTo>
                    <a:lnTo>
                      <a:pt x="284" y="0"/>
                    </a:lnTo>
                    <a:lnTo>
                      <a:pt x="286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0" name="Freeform 95">
                <a:extLst>
                  <a:ext uri="{FF2B5EF4-FFF2-40B4-BE49-F238E27FC236}">
                    <a16:creationId xmlns:a16="http://schemas.microsoft.com/office/drawing/2014/main" id="{35A6754B-3928-0453-E5A5-1F02E9ED50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38" y="1491"/>
                <a:ext cx="96" cy="1"/>
              </a:xfrm>
              <a:custGeom>
                <a:avLst/>
                <a:gdLst>
                  <a:gd name="T0" fmla="*/ 0 w 286"/>
                  <a:gd name="T1" fmla="*/ 0 h 1"/>
                  <a:gd name="T2" fmla="*/ 1 w 286"/>
                  <a:gd name="T3" fmla="*/ 0 h 1"/>
                  <a:gd name="T4" fmla="*/ 1 w 286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286"/>
                  <a:gd name="T10" fmla="*/ 0 h 1"/>
                  <a:gd name="T11" fmla="*/ 286 w 286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86" h="1">
                    <a:moveTo>
                      <a:pt x="0" y="0"/>
                    </a:moveTo>
                    <a:lnTo>
                      <a:pt x="284" y="0"/>
                    </a:lnTo>
                    <a:lnTo>
                      <a:pt x="286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1" name="Freeform 96">
                <a:extLst>
                  <a:ext uri="{FF2B5EF4-FFF2-40B4-BE49-F238E27FC236}">
                    <a16:creationId xmlns:a16="http://schemas.microsoft.com/office/drawing/2014/main" id="{0C7989B5-A306-F20E-9201-3B6F8FC731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57" y="1491"/>
                <a:ext cx="86" cy="1"/>
              </a:xfrm>
              <a:custGeom>
                <a:avLst/>
                <a:gdLst>
                  <a:gd name="T0" fmla="*/ 0 w 259"/>
                  <a:gd name="T1" fmla="*/ 0 h 1"/>
                  <a:gd name="T2" fmla="*/ 1 w 259"/>
                  <a:gd name="T3" fmla="*/ 0 h 1"/>
                  <a:gd name="T4" fmla="*/ 1 w 259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259"/>
                  <a:gd name="T10" fmla="*/ 0 h 1"/>
                  <a:gd name="T11" fmla="*/ 259 w 259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59" h="1">
                    <a:moveTo>
                      <a:pt x="0" y="0"/>
                    </a:moveTo>
                    <a:lnTo>
                      <a:pt x="258" y="0"/>
                    </a:lnTo>
                    <a:lnTo>
                      <a:pt x="259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2" name="Freeform 97">
                <a:extLst>
                  <a:ext uri="{FF2B5EF4-FFF2-40B4-BE49-F238E27FC236}">
                    <a16:creationId xmlns:a16="http://schemas.microsoft.com/office/drawing/2014/main" id="{F33F5312-5A1D-1C02-8555-6F4B13A660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2" y="1437"/>
                <a:ext cx="1" cy="54"/>
              </a:xfrm>
              <a:custGeom>
                <a:avLst/>
                <a:gdLst>
                  <a:gd name="T0" fmla="*/ 0 w 1"/>
                  <a:gd name="T1" fmla="*/ 1 h 160"/>
                  <a:gd name="T2" fmla="*/ 0 w 1"/>
                  <a:gd name="T3" fmla="*/ 0 h 160"/>
                  <a:gd name="T4" fmla="*/ 1 w 1"/>
                  <a:gd name="T5" fmla="*/ 0 h 160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160"/>
                  <a:gd name="T11" fmla="*/ 1 w 1"/>
                  <a:gd name="T12" fmla="*/ 160 h 16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160">
                    <a:moveTo>
                      <a:pt x="0" y="16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3" name="Freeform 98">
                <a:extLst>
                  <a:ext uri="{FF2B5EF4-FFF2-40B4-BE49-F238E27FC236}">
                    <a16:creationId xmlns:a16="http://schemas.microsoft.com/office/drawing/2014/main" id="{3BA9CBB9-206C-FE3D-A8A3-D10E02189B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2" y="1360"/>
                <a:ext cx="1" cy="53"/>
              </a:xfrm>
              <a:custGeom>
                <a:avLst/>
                <a:gdLst>
                  <a:gd name="T0" fmla="*/ 0 w 1"/>
                  <a:gd name="T1" fmla="*/ 1 h 159"/>
                  <a:gd name="T2" fmla="*/ 0 w 1"/>
                  <a:gd name="T3" fmla="*/ 0 h 159"/>
                  <a:gd name="T4" fmla="*/ 1 w 1"/>
                  <a:gd name="T5" fmla="*/ 0 h 159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159"/>
                  <a:gd name="T11" fmla="*/ 1 w 1"/>
                  <a:gd name="T12" fmla="*/ 159 h 15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159">
                    <a:moveTo>
                      <a:pt x="0" y="159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4" name="Freeform 99">
                <a:extLst>
                  <a:ext uri="{FF2B5EF4-FFF2-40B4-BE49-F238E27FC236}">
                    <a16:creationId xmlns:a16="http://schemas.microsoft.com/office/drawing/2014/main" id="{59EDD935-2697-CE04-B433-72CE62D8B3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43" y="1437"/>
                <a:ext cx="1" cy="54"/>
              </a:xfrm>
              <a:custGeom>
                <a:avLst/>
                <a:gdLst>
                  <a:gd name="T0" fmla="*/ 0 w 1"/>
                  <a:gd name="T1" fmla="*/ 1 h 160"/>
                  <a:gd name="T2" fmla="*/ 0 w 1"/>
                  <a:gd name="T3" fmla="*/ 0 h 160"/>
                  <a:gd name="T4" fmla="*/ 1 w 1"/>
                  <a:gd name="T5" fmla="*/ 0 h 160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160"/>
                  <a:gd name="T11" fmla="*/ 1 w 1"/>
                  <a:gd name="T12" fmla="*/ 160 h 16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160">
                    <a:moveTo>
                      <a:pt x="0" y="16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5" name="Freeform 100">
                <a:extLst>
                  <a:ext uri="{FF2B5EF4-FFF2-40B4-BE49-F238E27FC236}">
                    <a16:creationId xmlns:a16="http://schemas.microsoft.com/office/drawing/2014/main" id="{6A522AE2-57D5-337B-D7E4-4DBA9ACF9B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43" y="1360"/>
                <a:ext cx="1" cy="53"/>
              </a:xfrm>
              <a:custGeom>
                <a:avLst/>
                <a:gdLst>
                  <a:gd name="T0" fmla="*/ 0 w 1"/>
                  <a:gd name="T1" fmla="*/ 1 h 159"/>
                  <a:gd name="T2" fmla="*/ 0 w 1"/>
                  <a:gd name="T3" fmla="*/ 0 h 159"/>
                  <a:gd name="T4" fmla="*/ 1 w 1"/>
                  <a:gd name="T5" fmla="*/ 0 h 159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159"/>
                  <a:gd name="T11" fmla="*/ 1 w 1"/>
                  <a:gd name="T12" fmla="*/ 159 h 15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159">
                    <a:moveTo>
                      <a:pt x="0" y="159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76978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1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656BDE-6D03-AD9D-877F-D133FE546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>
            <a:extLst>
              <a:ext uri="{FF2B5EF4-FFF2-40B4-BE49-F238E27FC236}">
                <a16:creationId xmlns:a16="http://schemas.microsoft.com/office/drawing/2014/main" id="{7F51D01C-245F-4669-F85D-2E8D61370F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19" y="412176"/>
            <a:ext cx="2358338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10.2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剖视图</a:t>
            </a:r>
          </a:p>
        </p:txBody>
      </p:sp>
      <p:sp>
        <p:nvSpPr>
          <p:cNvPr id="16" name="灯片编号占位符 3">
            <a:extLst>
              <a:ext uri="{FF2B5EF4-FFF2-40B4-BE49-F238E27FC236}">
                <a16:creationId xmlns:a16="http://schemas.microsoft.com/office/drawing/2014/main" id="{A295D0AC-D516-DD4B-1D3B-09830B5899BD}"/>
              </a:ext>
            </a:extLst>
          </p:cNvPr>
          <p:cNvSpPr txBox="1">
            <a:spLocks/>
          </p:cNvSpPr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  <a:pPr/>
              <a:t>34</a:t>
            </a:fld>
            <a:endParaRPr lang="en-US" altLang="zh-CN" dirty="0"/>
          </a:p>
        </p:txBody>
      </p:sp>
      <p:sp>
        <p:nvSpPr>
          <p:cNvPr id="2" name="Text Box 87">
            <a:extLst>
              <a:ext uri="{FF2B5EF4-FFF2-40B4-BE49-F238E27FC236}">
                <a16:creationId xmlns:a16="http://schemas.microsoft.com/office/drawing/2014/main" id="{7C98B8E0-A2B9-617F-7FF7-F4FEC4CD66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376" y="1268089"/>
            <a:ext cx="351891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fontAlgn="base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剖视图的基本概念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E2DB74E-423E-5342-A66D-3E47DC4F34AA}"/>
              </a:ext>
            </a:extLst>
          </p:cNvPr>
          <p:cNvGrpSpPr>
            <a:grpSpLocks/>
          </p:cNvGrpSpPr>
          <p:nvPr/>
        </p:nvGrpSpPr>
        <p:grpSpPr bwMode="auto">
          <a:xfrm>
            <a:off x="6168008" y="1196752"/>
            <a:ext cx="4438650" cy="4343400"/>
            <a:chOff x="1200" y="696"/>
            <a:chExt cx="2796" cy="2736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9AA0110E-32B1-4686-FFB5-1FBA1A608A3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6" y="1812"/>
              <a:ext cx="2790" cy="1620"/>
            </a:xfrm>
            <a:custGeom>
              <a:avLst/>
              <a:gdLst>
                <a:gd name="T0" fmla="*/ 0 w 2790"/>
                <a:gd name="T1" fmla="*/ 978 h 1620"/>
                <a:gd name="T2" fmla="*/ 1096 w 2790"/>
                <a:gd name="T3" fmla="*/ 1620 h 1620"/>
                <a:gd name="T4" fmla="*/ 2790 w 2790"/>
                <a:gd name="T5" fmla="*/ 642 h 1620"/>
                <a:gd name="T6" fmla="*/ 1686 w 2790"/>
                <a:gd name="T7" fmla="*/ 0 h 1620"/>
                <a:gd name="T8" fmla="*/ 0 w 2790"/>
                <a:gd name="T9" fmla="*/ 978 h 16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90"/>
                <a:gd name="T16" fmla="*/ 0 h 1620"/>
                <a:gd name="T17" fmla="*/ 2790 w 2790"/>
                <a:gd name="T18" fmla="*/ 1620 h 162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90" h="1620">
                  <a:moveTo>
                    <a:pt x="0" y="978"/>
                  </a:moveTo>
                  <a:lnTo>
                    <a:pt x="1096" y="1620"/>
                  </a:lnTo>
                  <a:lnTo>
                    <a:pt x="2790" y="642"/>
                  </a:lnTo>
                  <a:lnTo>
                    <a:pt x="1686" y="0"/>
                  </a:lnTo>
                  <a:lnTo>
                    <a:pt x="0" y="978"/>
                  </a:lnTo>
                  <a:close/>
                </a:path>
              </a:pathLst>
            </a:custGeom>
            <a:solidFill>
              <a:srgbClr val="FFFF66"/>
            </a:solidFill>
            <a:ln w="12700">
              <a:solidFill>
                <a:srgbClr val="000000"/>
              </a:solidFill>
              <a:round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1F0C5FA0-F065-2B45-EDBB-889106409CDB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0" y="696"/>
              <a:ext cx="1692" cy="2094"/>
            </a:xfrm>
            <a:custGeom>
              <a:avLst/>
              <a:gdLst>
                <a:gd name="T0" fmla="*/ 0 w 1692"/>
                <a:gd name="T1" fmla="*/ 972 h 2094"/>
                <a:gd name="T2" fmla="*/ 0 w 1692"/>
                <a:gd name="T3" fmla="*/ 2094 h 2094"/>
                <a:gd name="T4" fmla="*/ 1692 w 1692"/>
                <a:gd name="T5" fmla="*/ 1116 h 2094"/>
                <a:gd name="T6" fmla="*/ 1692 w 1692"/>
                <a:gd name="T7" fmla="*/ 0 h 2094"/>
                <a:gd name="T8" fmla="*/ 0 w 1692"/>
                <a:gd name="T9" fmla="*/ 972 h 20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92"/>
                <a:gd name="T16" fmla="*/ 0 h 2094"/>
                <a:gd name="T17" fmla="*/ 1692 w 1692"/>
                <a:gd name="T18" fmla="*/ 2094 h 20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92" h="2094">
                  <a:moveTo>
                    <a:pt x="0" y="972"/>
                  </a:moveTo>
                  <a:lnTo>
                    <a:pt x="0" y="2094"/>
                  </a:lnTo>
                  <a:lnTo>
                    <a:pt x="1692" y="1116"/>
                  </a:lnTo>
                  <a:lnTo>
                    <a:pt x="1692" y="0"/>
                  </a:lnTo>
                  <a:lnTo>
                    <a:pt x="0" y="972"/>
                  </a:lnTo>
                  <a:close/>
                </a:path>
              </a:pathLst>
            </a:custGeom>
            <a:solidFill>
              <a:srgbClr val="66FF66"/>
            </a:solidFill>
            <a:ln w="12700">
              <a:solidFill>
                <a:srgbClr val="000000"/>
              </a:solidFill>
              <a:round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784D0173-957B-8266-D4D5-463518C202D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22" y="2376"/>
              <a:ext cx="1472" cy="854"/>
              <a:chOff x="1822" y="2376"/>
              <a:chExt cx="1472" cy="854"/>
            </a:xfrm>
          </p:grpSpPr>
          <p:sp>
            <p:nvSpPr>
              <p:cNvPr id="25" name="Oval 6">
                <a:extLst>
                  <a:ext uri="{FF2B5EF4-FFF2-40B4-BE49-F238E27FC236}">
                    <a16:creationId xmlns:a16="http://schemas.microsoft.com/office/drawing/2014/main" id="{321C664E-EBFB-80F8-1E2C-F3CBBE552E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2" y="2796"/>
                <a:ext cx="216" cy="131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 type="none" w="sm" len="lg"/>
                <a:tailEnd type="none" w="sm" len="lg"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6" name="Freeform 7">
                <a:extLst>
                  <a:ext uri="{FF2B5EF4-FFF2-40B4-BE49-F238E27FC236}">
                    <a16:creationId xmlns:a16="http://schemas.microsoft.com/office/drawing/2014/main" id="{177964FC-B5ED-A04A-3554-F326A32576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02" y="2947"/>
                <a:ext cx="171" cy="23"/>
              </a:xfrm>
              <a:custGeom>
                <a:avLst/>
                <a:gdLst>
                  <a:gd name="T0" fmla="*/ 2 w 513"/>
                  <a:gd name="T1" fmla="*/ 0 h 67"/>
                  <a:gd name="T2" fmla="*/ 1 w 513"/>
                  <a:gd name="T3" fmla="*/ 0 h 67"/>
                  <a:gd name="T4" fmla="*/ 0 w 513"/>
                  <a:gd name="T5" fmla="*/ 0 h 67"/>
                  <a:gd name="T6" fmla="*/ 0 w 513"/>
                  <a:gd name="T7" fmla="*/ 0 h 6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13"/>
                  <a:gd name="T13" fmla="*/ 0 h 67"/>
                  <a:gd name="T14" fmla="*/ 513 w 513"/>
                  <a:gd name="T15" fmla="*/ 67 h 6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13" h="67">
                    <a:moveTo>
                      <a:pt x="513" y="67"/>
                    </a:moveTo>
                    <a:lnTo>
                      <a:pt x="256" y="0"/>
                    </a:lnTo>
                    <a:lnTo>
                      <a:pt x="0" y="67"/>
                    </a:lnTo>
                    <a:lnTo>
                      <a:pt x="1" y="67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7" name="Oval 8">
                <a:extLst>
                  <a:ext uri="{FF2B5EF4-FFF2-40B4-BE49-F238E27FC236}">
                    <a16:creationId xmlns:a16="http://schemas.microsoft.com/office/drawing/2014/main" id="{4DDBEFF0-8D6C-C718-01B1-7B5EF2FC6A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06" y="2838"/>
                <a:ext cx="108" cy="47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 type="none" w="sm" len="lg"/>
                <a:tailEnd type="none" w="sm" len="lg"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8" name="Line 9">
                <a:extLst>
                  <a:ext uri="{FF2B5EF4-FFF2-40B4-BE49-F238E27FC236}">
                    <a16:creationId xmlns:a16="http://schemas.microsoft.com/office/drawing/2014/main" id="{38515AD8-594D-53D1-3124-E138635917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004" y="2381"/>
                <a:ext cx="1290" cy="74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prstDash val="lgDashDot"/>
                <a:round/>
                <a:headEnd type="none" w="sm" len="lg"/>
                <a:tailEnd type="none" w="sm" len="lg"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9" name="Freeform 10">
                <a:extLst>
                  <a:ext uri="{FF2B5EF4-FFF2-40B4-BE49-F238E27FC236}">
                    <a16:creationId xmlns:a16="http://schemas.microsoft.com/office/drawing/2014/main" id="{82B7F3A6-E264-379B-B77D-C71CE9B106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74" y="2490"/>
                <a:ext cx="322" cy="190"/>
              </a:xfrm>
              <a:custGeom>
                <a:avLst/>
                <a:gdLst>
                  <a:gd name="T0" fmla="*/ 232 w 322"/>
                  <a:gd name="T1" fmla="*/ 12 h 190"/>
                  <a:gd name="T2" fmla="*/ 154 w 322"/>
                  <a:gd name="T3" fmla="*/ 0 h 190"/>
                  <a:gd name="T4" fmla="*/ 88 w 322"/>
                  <a:gd name="T5" fmla="*/ 9 h 190"/>
                  <a:gd name="T6" fmla="*/ 40 w 322"/>
                  <a:gd name="T7" fmla="*/ 30 h 190"/>
                  <a:gd name="T8" fmla="*/ 13 w 322"/>
                  <a:gd name="T9" fmla="*/ 57 h 190"/>
                  <a:gd name="T10" fmla="*/ 1 w 322"/>
                  <a:gd name="T11" fmla="*/ 99 h 190"/>
                  <a:gd name="T12" fmla="*/ 19 w 322"/>
                  <a:gd name="T13" fmla="*/ 141 h 190"/>
                  <a:gd name="T14" fmla="*/ 46 w 322"/>
                  <a:gd name="T15" fmla="*/ 168 h 190"/>
                  <a:gd name="T16" fmla="*/ 112 w 322"/>
                  <a:gd name="T17" fmla="*/ 186 h 190"/>
                  <a:gd name="T18" fmla="*/ 163 w 322"/>
                  <a:gd name="T19" fmla="*/ 189 h 190"/>
                  <a:gd name="T20" fmla="*/ 226 w 322"/>
                  <a:gd name="T21" fmla="*/ 180 h 190"/>
                  <a:gd name="T22" fmla="*/ 280 w 322"/>
                  <a:gd name="T23" fmla="*/ 162 h 190"/>
                  <a:gd name="T24" fmla="*/ 310 w 322"/>
                  <a:gd name="T25" fmla="*/ 135 h 190"/>
                  <a:gd name="T26" fmla="*/ 322 w 322"/>
                  <a:gd name="T27" fmla="*/ 99 h 190"/>
                  <a:gd name="T28" fmla="*/ 310 w 322"/>
                  <a:gd name="T29" fmla="*/ 54 h 190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322"/>
                  <a:gd name="T46" fmla="*/ 0 h 190"/>
                  <a:gd name="T47" fmla="*/ 322 w 322"/>
                  <a:gd name="T48" fmla="*/ 190 h 190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322" h="190">
                    <a:moveTo>
                      <a:pt x="232" y="12"/>
                    </a:moveTo>
                    <a:cubicBezTo>
                      <a:pt x="219" y="10"/>
                      <a:pt x="178" y="0"/>
                      <a:pt x="154" y="0"/>
                    </a:cubicBezTo>
                    <a:cubicBezTo>
                      <a:pt x="130" y="0"/>
                      <a:pt x="107" y="4"/>
                      <a:pt x="88" y="9"/>
                    </a:cubicBezTo>
                    <a:cubicBezTo>
                      <a:pt x="69" y="14"/>
                      <a:pt x="52" y="22"/>
                      <a:pt x="40" y="30"/>
                    </a:cubicBezTo>
                    <a:cubicBezTo>
                      <a:pt x="28" y="38"/>
                      <a:pt x="19" y="46"/>
                      <a:pt x="13" y="57"/>
                    </a:cubicBezTo>
                    <a:cubicBezTo>
                      <a:pt x="7" y="68"/>
                      <a:pt x="0" y="85"/>
                      <a:pt x="1" y="99"/>
                    </a:cubicBezTo>
                    <a:cubicBezTo>
                      <a:pt x="2" y="113"/>
                      <a:pt x="12" y="130"/>
                      <a:pt x="19" y="141"/>
                    </a:cubicBezTo>
                    <a:cubicBezTo>
                      <a:pt x="26" y="152"/>
                      <a:pt x="30" y="160"/>
                      <a:pt x="46" y="168"/>
                    </a:cubicBezTo>
                    <a:cubicBezTo>
                      <a:pt x="62" y="176"/>
                      <a:pt x="93" y="183"/>
                      <a:pt x="112" y="186"/>
                    </a:cubicBezTo>
                    <a:cubicBezTo>
                      <a:pt x="131" y="189"/>
                      <a:pt x="144" y="190"/>
                      <a:pt x="163" y="189"/>
                    </a:cubicBezTo>
                    <a:cubicBezTo>
                      <a:pt x="182" y="188"/>
                      <a:pt x="207" y="184"/>
                      <a:pt x="226" y="180"/>
                    </a:cubicBezTo>
                    <a:cubicBezTo>
                      <a:pt x="245" y="176"/>
                      <a:pt x="266" y="170"/>
                      <a:pt x="280" y="162"/>
                    </a:cubicBezTo>
                    <a:cubicBezTo>
                      <a:pt x="294" y="154"/>
                      <a:pt x="303" y="145"/>
                      <a:pt x="310" y="135"/>
                    </a:cubicBezTo>
                    <a:cubicBezTo>
                      <a:pt x="317" y="125"/>
                      <a:pt x="322" y="112"/>
                      <a:pt x="322" y="99"/>
                    </a:cubicBezTo>
                    <a:cubicBezTo>
                      <a:pt x="322" y="86"/>
                      <a:pt x="312" y="63"/>
                      <a:pt x="310" y="54"/>
                    </a:cubicBez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 type="none" w="sm" len="lg"/>
                <a:tailEnd type="none" w="sm" len="lg"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30" name="Oval 11">
                <a:extLst>
                  <a:ext uri="{FF2B5EF4-FFF2-40B4-BE49-F238E27FC236}">
                    <a16:creationId xmlns:a16="http://schemas.microsoft.com/office/drawing/2014/main" id="{C2F02081-1EA3-6F63-E3AE-2C057EF762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00" y="2437"/>
                <a:ext cx="468" cy="299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 type="none" w="sm" len="lg"/>
                <a:tailEnd type="none" w="sm" len="lg"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31" name="Oval 12">
                <a:extLst>
                  <a:ext uri="{FF2B5EF4-FFF2-40B4-BE49-F238E27FC236}">
                    <a16:creationId xmlns:a16="http://schemas.microsoft.com/office/drawing/2014/main" id="{AD049221-5A24-A1CD-ED74-AACEF8EE8C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98" y="2376"/>
                <a:ext cx="678" cy="419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 type="none" w="sm" len="lg"/>
                <a:tailEnd type="none" w="sm" len="lg"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32" name="Freeform 13">
                <a:extLst>
                  <a:ext uri="{FF2B5EF4-FFF2-40B4-BE49-F238E27FC236}">
                    <a16:creationId xmlns:a16="http://schemas.microsoft.com/office/drawing/2014/main" id="{174E3533-E4F9-C8BE-1347-039CD39055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22" y="2938"/>
                <a:ext cx="169" cy="96"/>
              </a:xfrm>
              <a:custGeom>
                <a:avLst/>
                <a:gdLst>
                  <a:gd name="T0" fmla="*/ 0 w 505"/>
                  <a:gd name="T1" fmla="*/ 0 h 289"/>
                  <a:gd name="T2" fmla="*/ 2 w 505"/>
                  <a:gd name="T3" fmla="*/ 1 h 289"/>
                  <a:gd name="T4" fmla="*/ 2 w 505"/>
                  <a:gd name="T5" fmla="*/ 1 h 289"/>
                  <a:gd name="T6" fmla="*/ 0 60000 65536"/>
                  <a:gd name="T7" fmla="*/ 0 60000 65536"/>
                  <a:gd name="T8" fmla="*/ 0 60000 65536"/>
                  <a:gd name="T9" fmla="*/ 0 w 505"/>
                  <a:gd name="T10" fmla="*/ 0 h 289"/>
                  <a:gd name="T11" fmla="*/ 505 w 505"/>
                  <a:gd name="T12" fmla="*/ 289 h 28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05" h="289">
                    <a:moveTo>
                      <a:pt x="0" y="0"/>
                    </a:moveTo>
                    <a:lnTo>
                      <a:pt x="504" y="289"/>
                    </a:lnTo>
                    <a:lnTo>
                      <a:pt x="505" y="289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33" name="Freeform 14">
                <a:extLst>
                  <a:ext uri="{FF2B5EF4-FFF2-40B4-BE49-F238E27FC236}">
                    <a16:creationId xmlns:a16="http://schemas.microsoft.com/office/drawing/2014/main" id="{C5F5ADAB-426F-EF08-CEE7-13083A05CE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22" y="2441"/>
                <a:ext cx="860" cy="497"/>
              </a:xfrm>
              <a:custGeom>
                <a:avLst/>
                <a:gdLst>
                  <a:gd name="T0" fmla="*/ 11 w 2580"/>
                  <a:gd name="T1" fmla="*/ 0 h 1491"/>
                  <a:gd name="T2" fmla="*/ 0 w 2580"/>
                  <a:gd name="T3" fmla="*/ 6 h 1491"/>
                  <a:gd name="T4" fmla="*/ 0 w 2580"/>
                  <a:gd name="T5" fmla="*/ 6 h 1491"/>
                  <a:gd name="T6" fmla="*/ 0 60000 65536"/>
                  <a:gd name="T7" fmla="*/ 0 60000 65536"/>
                  <a:gd name="T8" fmla="*/ 0 60000 65536"/>
                  <a:gd name="T9" fmla="*/ 0 w 2580"/>
                  <a:gd name="T10" fmla="*/ 0 h 1491"/>
                  <a:gd name="T11" fmla="*/ 2580 w 2580"/>
                  <a:gd name="T12" fmla="*/ 1491 h 149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580" h="1491">
                    <a:moveTo>
                      <a:pt x="2580" y="0"/>
                    </a:moveTo>
                    <a:lnTo>
                      <a:pt x="0" y="1491"/>
                    </a:lnTo>
                    <a:lnTo>
                      <a:pt x="1" y="1491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34" name="Freeform 15">
                <a:extLst>
                  <a:ext uri="{FF2B5EF4-FFF2-40B4-BE49-F238E27FC236}">
                    <a16:creationId xmlns:a16="http://schemas.microsoft.com/office/drawing/2014/main" id="{A4A47432-6429-449E-FA95-2C731D514C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28" y="2733"/>
                <a:ext cx="860" cy="497"/>
              </a:xfrm>
              <a:custGeom>
                <a:avLst/>
                <a:gdLst>
                  <a:gd name="T0" fmla="*/ 11 w 2579"/>
                  <a:gd name="T1" fmla="*/ 0 h 1491"/>
                  <a:gd name="T2" fmla="*/ 0 w 2579"/>
                  <a:gd name="T3" fmla="*/ 6 h 1491"/>
                  <a:gd name="T4" fmla="*/ 0 w 2579"/>
                  <a:gd name="T5" fmla="*/ 6 h 1491"/>
                  <a:gd name="T6" fmla="*/ 0 60000 65536"/>
                  <a:gd name="T7" fmla="*/ 0 60000 65536"/>
                  <a:gd name="T8" fmla="*/ 0 60000 65536"/>
                  <a:gd name="T9" fmla="*/ 0 w 2579"/>
                  <a:gd name="T10" fmla="*/ 0 h 1491"/>
                  <a:gd name="T11" fmla="*/ 2579 w 2579"/>
                  <a:gd name="T12" fmla="*/ 1491 h 149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579" h="1491">
                    <a:moveTo>
                      <a:pt x="2579" y="0"/>
                    </a:moveTo>
                    <a:lnTo>
                      <a:pt x="0" y="1491"/>
                    </a:lnTo>
                    <a:lnTo>
                      <a:pt x="1" y="1491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35" name="Freeform 16">
                <a:extLst>
                  <a:ext uri="{FF2B5EF4-FFF2-40B4-BE49-F238E27FC236}">
                    <a16:creationId xmlns:a16="http://schemas.microsoft.com/office/drawing/2014/main" id="{1372F7A3-4AC7-96F1-960B-73115F82CA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5" y="2481"/>
                <a:ext cx="40" cy="23"/>
              </a:xfrm>
              <a:custGeom>
                <a:avLst/>
                <a:gdLst>
                  <a:gd name="T0" fmla="*/ 0 w 120"/>
                  <a:gd name="T1" fmla="*/ 0 h 70"/>
                  <a:gd name="T2" fmla="*/ 0 w 120"/>
                  <a:gd name="T3" fmla="*/ 0 h 70"/>
                  <a:gd name="T4" fmla="*/ 0 w 120"/>
                  <a:gd name="T5" fmla="*/ 0 h 70"/>
                  <a:gd name="T6" fmla="*/ 0 60000 65536"/>
                  <a:gd name="T7" fmla="*/ 0 60000 65536"/>
                  <a:gd name="T8" fmla="*/ 0 60000 65536"/>
                  <a:gd name="T9" fmla="*/ 0 w 120"/>
                  <a:gd name="T10" fmla="*/ 0 h 70"/>
                  <a:gd name="T11" fmla="*/ 120 w 120"/>
                  <a:gd name="T12" fmla="*/ 70 h 7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20" h="70">
                    <a:moveTo>
                      <a:pt x="120" y="0"/>
                    </a:moveTo>
                    <a:lnTo>
                      <a:pt x="0" y="70"/>
                    </a:lnTo>
                    <a:lnTo>
                      <a:pt x="1" y="7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36" name="Freeform 17">
                <a:extLst>
                  <a:ext uri="{FF2B5EF4-FFF2-40B4-BE49-F238E27FC236}">
                    <a16:creationId xmlns:a16="http://schemas.microsoft.com/office/drawing/2014/main" id="{4387626A-04C5-1D95-77EE-CD7D7EA01F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5" y="2525"/>
                <a:ext cx="46" cy="26"/>
              </a:xfrm>
              <a:custGeom>
                <a:avLst/>
                <a:gdLst>
                  <a:gd name="T0" fmla="*/ 1 w 137"/>
                  <a:gd name="T1" fmla="*/ 0 h 79"/>
                  <a:gd name="T2" fmla="*/ 0 w 137"/>
                  <a:gd name="T3" fmla="*/ 0 h 79"/>
                  <a:gd name="T4" fmla="*/ 0 w 137"/>
                  <a:gd name="T5" fmla="*/ 0 h 79"/>
                  <a:gd name="T6" fmla="*/ 0 60000 65536"/>
                  <a:gd name="T7" fmla="*/ 0 60000 65536"/>
                  <a:gd name="T8" fmla="*/ 0 60000 65536"/>
                  <a:gd name="T9" fmla="*/ 0 w 137"/>
                  <a:gd name="T10" fmla="*/ 0 h 79"/>
                  <a:gd name="T11" fmla="*/ 137 w 137"/>
                  <a:gd name="T12" fmla="*/ 79 h 7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37" h="79">
                    <a:moveTo>
                      <a:pt x="137" y="0"/>
                    </a:moveTo>
                    <a:lnTo>
                      <a:pt x="0" y="79"/>
                    </a:lnTo>
                    <a:lnTo>
                      <a:pt x="1" y="79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38" name="Freeform 18">
                <a:extLst>
                  <a:ext uri="{FF2B5EF4-FFF2-40B4-BE49-F238E27FC236}">
                    <a16:creationId xmlns:a16="http://schemas.microsoft.com/office/drawing/2014/main" id="{96D31D42-1DFD-75DC-4459-A311CDB9A6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39" y="2481"/>
                <a:ext cx="76" cy="44"/>
              </a:xfrm>
              <a:custGeom>
                <a:avLst/>
                <a:gdLst>
                  <a:gd name="T0" fmla="*/ 0 w 229"/>
                  <a:gd name="T1" fmla="*/ 0 h 132"/>
                  <a:gd name="T2" fmla="*/ 1 w 229"/>
                  <a:gd name="T3" fmla="*/ 1 h 132"/>
                  <a:gd name="T4" fmla="*/ 1 w 229"/>
                  <a:gd name="T5" fmla="*/ 1 h 132"/>
                  <a:gd name="T6" fmla="*/ 0 60000 65536"/>
                  <a:gd name="T7" fmla="*/ 0 60000 65536"/>
                  <a:gd name="T8" fmla="*/ 0 60000 65536"/>
                  <a:gd name="T9" fmla="*/ 0 w 229"/>
                  <a:gd name="T10" fmla="*/ 0 h 132"/>
                  <a:gd name="T11" fmla="*/ 229 w 229"/>
                  <a:gd name="T12" fmla="*/ 132 h 13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29" h="132">
                    <a:moveTo>
                      <a:pt x="0" y="0"/>
                    </a:moveTo>
                    <a:lnTo>
                      <a:pt x="228" y="132"/>
                    </a:lnTo>
                    <a:lnTo>
                      <a:pt x="229" y="132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39" name="Freeform 19">
                <a:extLst>
                  <a:ext uri="{FF2B5EF4-FFF2-40B4-BE49-F238E27FC236}">
                    <a16:creationId xmlns:a16="http://schemas.microsoft.com/office/drawing/2014/main" id="{17C4F7F6-C72F-530D-8E62-372359CE38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90" y="2970"/>
                <a:ext cx="112" cy="64"/>
              </a:xfrm>
              <a:custGeom>
                <a:avLst/>
                <a:gdLst>
                  <a:gd name="T0" fmla="*/ 1 w 334"/>
                  <a:gd name="T1" fmla="*/ 0 h 194"/>
                  <a:gd name="T2" fmla="*/ 0 w 334"/>
                  <a:gd name="T3" fmla="*/ 1 h 194"/>
                  <a:gd name="T4" fmla="*/ 0 w 334"/>
                  <a:gd name="T5" fmla="*/ 1 h 194"/>
                  <a:gd name="T6" fmla="*/ 0 60000 65536"/>
                  <a:gd name="T7" fmla="*/ 0 60000 65536"/>
                  <a:gd name="T8" fmla="*/ 0 60000 65536"/>
                  <a:gd name="T9" fmla="*/ 0 w 334"/>
                  <a:gd name="T10" fmla="*/ 0 h 194"/>
                  <a:gd name="T11" fmla="*/ 334 w 334"/>
                  <a:gd name="T12" fmla="*/ 194 h 19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34" h="194">
                    <a:moveTo>
                      <a:pt x="334" y="0"/>
                    </a:moveTo>
                    <a:lnTo>
                      <a:pt x="0" y="194"/>
                    </a:lnTo>
                    <a:lnTo>
                      <a:pt x="1" y="194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40" name="Freeform 20">
                <a:extLst>
                  <a:ext uri="{FF2B5EF4-FFF2-40B4-BE49-F238E27FC236}">
                    <a16:creationId xmlns:a16="http://schemas.microsoft.com/office/drawing/2014/main" id="{BFEA4F32-0049-C56F-DDC7-B8560524AA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61" y="3069"/>
                <a:ext cx="112" cy="64"/>
              </a:xfrm>
              <a:custGeom>
                <a:avLst/>
                <a:gdLst>
                  <a:gd name="T0" fmla="*/ 1 w 336"/>
                  <a:gd name="T1" fmla="*/ 0 h 194"/>
                  <a:gd name="T2" fmla="*/ 0 w 336"/>
                  <a:gd name="T3" fmla="*/ 1 h 194"/>
                  <a:gd name="T4" fmla="*/ 0 w 336"/>
                  <a:gd name="T5" fmla="*/ 1 h 194"/>
                  <a:gd name="T6" fmla="*/ 0 60000 65536"/>
                  <a:gd name="T7" fmla="*/ 0 60000 65536"/>
                  <a:gd name="T8" fmla="*/ 0 60000 65536"/>
                  <a:gd name="T9" fmla="*/ 0 w 336"/>
                  <a:gd name="T10" fmla="*/ 0 h 194"/>
                  <a:gd name="T11" fmla="*/ 336 w 336"/>
                  <a:gd name="T12" fmla="*/ 194 h 19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36" h="194">
                    <a:moveTo>
                      <a:pt x="336" y="0"/>
                    </a:moveTo>
                    <a:lnTo>
                      <a:pt x="0" y="194"/>
                    </a:lnTo>
                    <a:lnTo>
                      <a:pt x="1" y="194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41" name="Freeform 21">
                <a:extLst>
                  <a:ext uri="{FF2B5EF4-FFF2-40B4-BE49-F238E27FC236}">
                    <a16:creationId xmlns:a16="http://schemas.microsoft.com/office/drawing/2014/main" id="{A2F26586-FC74-848F-102A-6D12F2C6FA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73" y="2970"/>
                <a:ext cx="25" cy="99"/>
              </a:xfrm>
              <a:custGeom>
                <a:avLst/>
                <a:gdLst>
                  <a:gd name="T0" fmla="*/ 0 w 75"/>
                  <a:gd name="T1" fmla="*/ 1 h 297"/>
                  <a:gd name="T2" fmla="*/ 0 w 75"/>
                  <a:gd name="T3" fmla="*/ 1 h 297"/>
                  <a:gd name="T4" fmla="*/ 0 w 75"/>
                  <a:gd name="T5" fmla="*/ 0 h 297"/>
                  <a:gd name="T6" fmla="*/ 0 w 75"/>
                  <a:gd name="T7" fmla="*/ 0 h 297"/>
                  <a:gd name="T8" fmla="*/ 0 w 75"/>
                  <a:gd name="T9" fmla="*/ 0 h 29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"/>
                  <a:gd name="T16" fmla="*/ 0 h 297"/>
                  <a:gd name="T17" fmla="*/ 75 w 75"/>
                  <a:gd name="T18" fmla="*/ 297 h 29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" h="297">
                    <a:moveTo>
                      <a:pt x="0" y="297"/>
                    </a:moveTo>
                    <a:lnTo>
                      <a:pt x="75" y="208"/>
                    </a:lnTo>
                    <a:lnTo>
                      <a:pt x="75" y="90"/>
                    </a:ln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42" name="Freeform 22">
                <a:extLst>
                  <a:ext uri="{FF2B5EF4-FFF2-40B4-BE49-F238E27FC236}">
                    <a16:creationId xmlns:a16="http://schemas.microsoft.com/office/drawing/2014/main" id="{DB58D1CB-A6D4-953F-9F5C-3AA4320D30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61" y="3133"/>
                <a:ext cx="168" cy="97"/>
              </a:xfrm>
              <a:custGeom>
                <a:avLst/>
                <a:gdLst>
                  <a:gd name="T0" fmla="*/ 0 w 504"/>
                  <a:gd name="T1" fmla="*/ 0 h 290"/>
                  <a:gd name="T2" fmla="*/ 2 w 504"/>
                  <a:gd name="T3" fmla="*/ 1 h 290"/>
                  <a:gd name="T4" fmla="*/ 2 w 504"/>
                  <a:gd name="T5" fmla="*/ 1 h 290"/>
                  <a:gd name="T6" fmla="*/ 0 60000 65536"/>
                  <a:gd name="T7" fmla="*/ 0 60000 65536"/>
                  <a:gd name="T8" fmla="*/ 0 60000 65536"/>
                  <a:gd name="T9" fmla="*/ 0 w 504"/>
                  <a:gd name="T10" fmla="*/ 0 h 290"/>
                  <a:gd name="T11" fmla="*/ 504 w 504"/>
                  <a:gd name="T12" fmla="*/ 290 h 29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04" h="290">
                    <a:moveTo>
                      <a:pt x="0" y="0"/>
                    </a:moveTo>
                    <a:lnTo>
                      <a:pt x="503" y="290"/>
                    </a:lnTo>
                    <a:lnTo>
                      <a:pt x="504" y="29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43" name="Freeform 23">
                <a:extLst>
                  <a:ext uri="{FF2B5EF4-FFF2-40B4-BE49-F238E27FC236}">
                    <a16:creationId xmlns:a16="http://schemas.microsoft.com/office/drawing/2014/main" id="{E4902B67-0D78-EFF0-3685-CD6D5F4DD6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36" y="2790"/>
                <a:ext cx="243" cy="141"/>
              </a:xfrm>
              <a:custGeom>
                <a:avLst/>
                <a:gdLst>
                  <a:gd name="T0" fmla="*/ 0 w 730"/>
                  <a:gd name="T1" fmla="*/ 0 h 421"/>
                  <a:gd name="T2" fmla="*/ 3 w 730"/>
                  <a:gd name="T3" fmla="*/ 2 h 421"/>
                  <a:gd name="T4" fmla="*/ 3 w 730"/>
                  <a:gd name="T5" fmla="*/ 2 h 421"/>
                  <a:gd name="T6" fmla="*/ 0 60000 65536"/>
                  <a:gd name="T7" fmla="*/ 0 60000 65536"/>
                  <a:gd name="T8" fmla="*/ 0 60000 65536"/>
                  <a:gd name="T9" fmla="*/ 0 w 730"/>
                  <a:gd name="T10" fmla="*/ 0 h 421"/>
                  <a:gd name="T11" fmla="*/ 730 w 730"/>
                  <a:gd name="T12" fmla="*/ 421 h 42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730" h="421">
                    <a:moveTo>
                      <a:pt x="0" y="0"/>
                    </a:moveTo>
                    <a:lnTo>
                      <a:pt x="729" y="421"/>
                    </a:lnTo>
                    <a:lnTo>
                      <a:pt x="730" y="421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44" name="Freeform 24">
                <a:extLst>
                  <a:ext uri="{FF2B5EF4-FFF2-40B4-BE49-F238E27FC236}">
                    <a16:creationId xmlns:a16="http://schemas.microsoft.com/office/drawing/2014/main" id="{BC84C90C-B9A3-3415-AC35-8F9BC46865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66" y="2949"/>
                <a:ext cx="259" cy="150"/>
              </a:xfrm>
              <a:custGeom>
                <a:avLst/>
                <a:gdLst>
                  <a:gd name="T0" fmla="*/ 0 w 777"/>
                  <a:gd name="T1" fmla="*/ 0 h 449"/>
                  <a:gd name="T2" fmla="*/ 3 w 777"/>
                  <a:gd name="T3" fmla="*/ 2 h 449"/>
                  <a:gd name="T4" fmla="*/ 3 w 777"/>
                  <a:gd name="T5" fmla="*/ 2 h 449"/>
                  <a:gd name="T6" fmla="*/ 0 60000 65536"/>
                  <a:gd name="T7" fmla="*/ 0 60000 65536"/>
                  <a:gd name="T8" fmla="*/ 0 60000 65536"/>
                  <a:gd name="T9" fmla="*/ 0 w 777"/>
                  <a:gd name="T10" fmla="*/ 0 h 449"/>
                  <a:gd name="T11" fmla="*/ 777 w 777"/>
                  <a:gd name="T12" fmla="*/ 449 h 44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777" h="449">
                    <a:moveTo>
                      <a:pt x="0" y="0"/>
                    </a:moveTo>
                    <a:lnTo>
                      <a:pt x="776" y="449"/>
                    </a:lnTo>
                    <a:lnTo>
                      <a:pt x="777" y="449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grpSp>
            <p:nvGrpSpPr>
              <p:cNvPr id="45" name="Group 25">
                <a:extLst>
                  <a:ext uri="{FF2B5EF4-FFF2-40B4-BE49-F238E27FC236}">
                    <a16:creationId xmlns:a16="http://schemas.microsoft.com/office/drawing/2014/main" id="{7DA12D77-4871-AAD5-97BF-EC24C0E78D7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654" y="2424"/>
                <a:ext cx="601" cy="348"/>
                <a:chOff x="2654" y="2424"/>
                <a:chExt cx="601" cy="348"/>
              </a:xfrm>
            </p:grpSpPr>
            <p:sp>
              <p:nvSpPr>
                <p:cNvPr id="46" name="Freeform 26">
                  <a:extLst>
                    <a:ext uri="{FF2B5EF4-FFF2-40B4-BE49-F238E27FC236}">
                      <a16:creationId xmlns:a16="http://schemas.microsoft.com/office/drawing/2014/main" id="{7F599B50-2933-C3A2-573A-965629B917B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54" y="2424"/>
                  <a:ext cx="199" cy="116"/>
                </a:xfrm>
                <a:custGeom>
                  <a:avLst/>
                  <a:gdLst>
                    <a:gd name="T0" fmla="*/ 0 w 599"/>
                    <a:gd name="T1" fmla="*/ 0 h 347"/>
                    <a:gd name="T2" fmla="*/ 2 w 599"/>
                    <a:gd name="T3" fmla="*/ 1 h 347"/>
                    <a:gd name="T4" fmla="*/ 2 w 599"/>
                    <a:gd name="T5" fmla="*/ 1 h 347"/>
                    <a:gd name="T6" fmla="*/ 0 60000 65536"/>
                    <a:gd name="T7" fmla="*/ 0 60000 65536"/>
                    <a:gd name="T8" fmla="*/ 0 60000 65536"/>
                    <a:gd name="T9" fmla="*/ 0 w 599"/>
                    <a:gd name="T10" fmla="*/ 0 h 347"/>
                    <a:gd name="T11" fmla="*/ 599 w 599"/>
                    <a:gd name="T12" fmla="*/ 347 h 34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599" h="347">
                      <a:moveTo>
                        <a:pt x="0" y="0"/>
                      </a:moveTo>
                      <a:lnTo>
                        <a:pt x="598" y="347"/>
                      </a:lnTo>
                      <a:lnTo>
                        <a:pt x="599" y="347"/>
                      </a:lnTo>
                    </a:path>
                  </a:pathLst>
                </a:cu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7" name="Freeform 27">
                  <a:extLst>
                    <a:ext uri="{FF2B5EF4-FFF2-40B4-BE49-F238E27FC236}">
                      <a16:creationId xmlns:a16="http://schemas.microsoft.com/office/drawing/2014/main" id="{B169504D-C185-A272-E4B5-77E7EE1EAF2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76" y="2552"/>
                  <a:ext cx="5" cy="4"/>
                </a:xfrm>
                <a:custGeom>
                  <a:avLst/>
                  <a:gdLst>
                    <a:gd name="T0" fmla="*/ 0 w 16"/>
                    <a:gd name="T1" fmla="*/ 0 h 10"/>
                    <a:gd name="T2" fmla="*/ 0 w 16"/>
                    <a:gd name="T3" fmla="*/ 0 h 10"/>
                    <a:gd name="T4" fmla="*/ 0 w 16"/>
                    <a:gd name="T5" fmla="*/ 0 h 10"/>
                    <a:gd name="T6" fmla="*/ 0 60000 65536"/>
                    <a:gd name="T7" fmla="*/ 0 60000 65536"/>
                    <a:gd name="T8" fmla="*/ 0 60000 65536"/>
                    <a:gd name="T9" fmla="*/ 0 w 16"/>
                    <a:gd name="T10" fmla="*/ 0 h 10"/>
                    <a:gd name="T11" fmla="*/ 16 w 16"/>
                    <a:gd name="T12" fmla="*/ 10 h 1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6" h="10">
                      <a:moveTo>
                        <a:pt x="0" y="0"/>
                      </a:moveTo>
                      <a:lnTo>
                        <a:pt x="15" y="10"/>
                      </a:lnTo>
                      <a:lnTo>
                        <a:pt x="16" y="10"/>
                      </a:lnTo>
                    </a:path>
                  </a:pathLst>
                </a:cu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8" name="Freeform 28">
                  <a:extLst>
                    <a:ext uri="{FF2B5EF4-FFF2-40B4-BE49-F238E27FC236}">
                      <a16:creationId xmlns:a16="http://schemas.microsoft.com/office/drawing/2014/main" id="{950A9066-2343-8F0F-DB57-47CBF9A728B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99" y="2566"/>
                  <a:ext cx="356" cy="206"/>
                </a:xfrm>
                <a:custGeom>
                  <a:avLst/>
                  <a:gdLst>
                    <a:gd name="T0" fmla="*/ 0 w 1069"/>
                    <a:gd name="T1" fmla="*/ 0 h 618"/>
                    <a:gd name="T2" fmla="*/ 4 w 1069"/>
                    <a:gd name="T3" fmla="*/ 3 h 618"/>
                    <a:gd name="T4" fmla="*/ 4 w 1069"/>
                    <a:gd name="T5" fmla="*/ 3 h 618"/>
                    <a:gd name="T6" fmla="*/ 0 60000 65536"/>
                    <a:gd name="T7" fmla="*/ 0 60000 65536"/>
                    <a:gd name="T8" fmla="*/ 0 60000 65536"/>
                    <a:gd name="T9" fmla="*/ 0 w 1069"/>
                    <a:gd name="T10" fmla="*/ 0 h 618"/>
                    <a:gd name="T11" fmla="*/ 1069 w 1069"/>
                    <a:gd name="T12" fmla="*/ 618 h 61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069" h="618">
                      <a:moveTo>
                        <a:pt x="0" y="0"/>
                      </a:moveTo>
                      <a:lnTo>
                        <a:pt x="1068" y="618"/>
                      </a:lnTo>
                      <a:lnTo>
                        <a:pt x="1069" y="618"/>
                      </a:lnTo>
                    </a:path>
                  </a:pathLst>
                </a:cu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</p:grpSp>
        </p:grpSp>
        <p:sp>
          <p:nvSpPr>
            <p:cNvPr id="7" name="Freeform 29">
              <a:extLst>
                <a:ext uri="{FF2B5EF4-FFF2-40B4-BE49-F238E27FC236}">
                  <a16:creationId xmlns:a16="http://schemas.microsoft.com/office/drawing/2014/main" id="{A215D0E0-786E-C721-9E85-C05544F92DB7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1" y="2541"/>
              <a:ext cx="15" cy="8"/>
            </a:xfrm>
            <a:custGeom>
              <a:avLst/>
              <a:gdLst>
                <a:gd name="T0" fmla="*/ 0 w 44"/>
                <a:gd name="T1" fmla="*/ 0 h 25"/>
                <a:gd name="T2" fmla="*/ 0 w 44"/>
                <a:gd name="T3" fmla="*/ 0 h 25"/>
                <a:gd name="T4" fmla="*/ 0 w 44"/>
                <a:gd name="T5" fmla="*/ 0 h 25"/>
                <a:gd name="T6" fmla="*/ 0 60000 65536"/>
                <a:gd name="T7" fmla="*/ 0 60000 65536"/>
                <a:gd name="T8" fmla="*/ 0 60000 65536"/>
                <a:gd name="T9" fmla="*/ 0 w 44"/>
                <a:gd name="T10" fmla="*/ 0 h 25"/>
                <a:gd name="T11" fmla="*/ 44 w 44"/>
                <a:gd name="T12" fmla="*/ 25 h 2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4" h="25">
                  <a:moveTo>
                    <a:pt x="44" y="0"/>
                  </a:moveTo>
                  <a:lnTo>
                    <a:pt x="0" y="25"/>
                  </a:lnTo>
                  <a:lnTo>
                    <a:pt x="1" y="25"/>
                  </a:lnTo>
                </a:path>
              </a:pathLst>
            </a:cu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" name="Freeform 30">
              <a:extLst>
                <a:ext uri="{FF2B5EF4-FFF2-40B4-BE49-F238E27FC236}">
                  <a16:creationId xmlns:a16="http://schemas.microsoft.com/office/drawing/2014/main" id="{7BAF7CE5-7A9D-0765-7561-C35EEC587A20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2" y="2305"/>
              <a:ext cx="9" cy="5"/>
            </a:xfrm>
            <a:custGeom>
              <a:avLst/>
              <a:gdLst>
                <a:gd name="T0" fmla="*/ 0 w 25"/>
                <a:gd name="T1" fmla="*/ 0 h 15"/>
                <a:gd name="T2" fmla="*/ 0 w 25"/>
                <a:gd name="T3" fmla="*/ 0 h 15"/>
                <a:gd name="T4" fmla="*/ 0 w 25"/>
                <a:gd name="T5" fmla="*/ 0 h 15"/>
                <a:gd name="T6" fmla="*/ 0 60000 65536"/>
                <a:gd name="T7" fmla="*/ 0 60000 65536"/>
                <a:gd name="T8" fmla="*/ 0 60000 65536"/>
                <a:gd name="T9" fmla="*/ 0 w 25"/>
                <a:gd name="T10" fmla="*/ 0 h 15"/>
                <a:gd name="T11" fmla="*/ 25 w 25"/>
                <a:gd name="T12" fmla="*/ 15 h 1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5" h="15">
                  <a:moveTo>
                    <a:pt x="0" y="15"/>
                  </a:moveTo>
                  <a:lnTo>
                    <a:pt x="24" y="0"/>
                  </a:lnTo>
                  <a:lnTo>
                    <a:pt x="25" y="0"/>
                  </a:lnTo>
                </a:path>
              </a:pathLst>
            </a:custGeom>
            <a:noFill/>
            <a:ln w="0">
              <a:solidFill>
                <a:srgbClr val="00FFFF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grpSp>
          <p:nvGrpSpPr>
            <p:cNvPr id="9" name="Group 31">
              <a:extLst>
                <a:ext uri="{FF2B5EF4-FFF2-40B4-BE49-F238E27FC236}">
                  <a16:creationId xmlns:a16="http://schemas.microsoft.com/office/drawing/2014/main" id="{B64607A6-4832-6F12-D219-C43EF816FEA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21" y="1424"/>
              <a:ext cx="1460" cy="1438"/>
              <a:chOff x="1821" y="1424"/>
              <a:chExt cx="1460" cy="1438"/>
            </a:xfrm>
          </p:grpSpPr>
          <p:sp>
            <p:nvSpPr>
              <p:cNvPr id="10" name="Freeform 32">
                <a:extLst>
                  <a:ext uri="{FF2B5EF4-FFF2-40B4-BE49-F238E27FC236}">
                    <a16:creationId xmlns:a16="http://schemas.microsoft.com/office/drawing/2014/main" id="{D6C95F4B-1017-4D2B-A4AA-1A6F3DF7B2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71" y="2230"/>
                <a:ext cx="422" cy="434"/>
              </a:xfrm>
              <a:custGeom>
                <a:avLst/>
                <a:gdLst>
                  <a:gd name="T0" fmla="*/ 2 w 494"/>
                  <a:gd name="T1" fmla="*/ 75 h 508"/>
                  <a:gd name="T2" fmla="*/ 130 w 494"/>
                  <a:gd name="T3" fmla="*/ 0 h 508"/>
                  <a:gd name="T4" fmla="*/ 225 w 494"/>
                  <a:gd name="T5" fmla="*/ 83 h 508"/>
                  <a:gd name="T6" fmla="*/ 127 w 494"/>
                  <a:gd name="T7" fmla="*/ 138 h 508"/>
                  <a:gd name="T8" fmla="*/ 108 w 494"/>
                  <a:gd name="T9" fmla="*/ 140 h 508"/>
                  <a:gd name="T10" fmla="*/ 108 w 494"/>
                  <a:gd name="T11" fmla="*/ 184 h 508"/>
                  <a:gd name="T12" fmla="*/ 85 w 494"/>
                  <a:gd name="T13" fmla="*/ 188 h 508"/>
                  <a:gd name="T14" fmla="*/ 62 w 494"/>
                  <a:gd name="T15" fmla="*/ 195 h 508"/>
                  <a:gd name="T16" fmla="*/ 0 w 494"/>
                  <a:gd name="T17" fmla="*/ 232 h 508"/>
                  <a:gd name="T18" fmla="*/ 2 w 494"/>
                  <a:gd name="T19" fmla="*/ 75 h 508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494"/>
                  <a:gd name="T31" fmla="*/ 0 h 508"/>
                  <a:gd name="T32" fmla="*/ 494 w 494"/>
                  <a:gd name="T33" fmla="*/ 508 h 508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494" h="508">
                    <a:moveTo>
                      <a:pt x="2" y="164"/>
                    </a:moveTo>
                    <a:lnTo>
                      <a:pt x="286" y="0"/>
                    </a:lnTo>
                    <a:lnTo>
                      <a:pt x="494" y="180"/>
                    </a:lnTo>
                    <a:lnTo>
                      <a:pt x="280" y="304"/>
                    </a:lnTo>
                    <a:lnTo>
                      <a:pt x="238" y="308"/>
                    </a:lnTo>
                    <a:lnTo>
                      <a:pt x="238" y="404"/>
                    </a:lnTo>
                    <a:lnTo>
                      <a:pt x="186" y="412"/>
                    </a:lnTo>
                    <a:lnTo>
                      <a:pt x="138" y="428"/>
                    </a:lnTo>
                    <a:lnTo>
                      <a:pt x="0" y="508"/>
                    </a:lnTo>
                    <a:lnTo>
                      <a:pt x="2" y="164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CC66"/>
                  </a:gs>
                  <a:gs pos="100000">
                    <a:srgbClr val="765E2F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1" name="Freeform 33">
                <a:extLst>
                  <a:ext uri="{FF2B5EF4-FFF2-40B4-BE49-F238E27FC236}">
                    <a16:creationId xmlns:a16="http://schemas.microsoft.com/office/drawing/2014/main" id="{D9EDED69-7AC9-743A-CE11-B5C20EB241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73" y="2493"/>
                <a:ext cx="148" cy="369"/>
              </a:xfrm>
              <a:custGeom>
                <a:avLst/>
                <a:gdLst>
                  <a:gd name="T0" fmla="*/ 1 w 173"/>
                  <a:gd name="T1" fmla="*/ 0 h 432"/>
                  <a:gd name="T2" fmla="*/ 80 w 173"/>
                  <a:gd name="T3" fmla="*/ 45 h 432"/>
                  <a:gd name="T4" fmla="*/ 80 w 173"/>
                  <a:gd name="T5" fmla="*/ 196 h 432"/>
                  <a:gd name="T6" fmla="*/ 0 w 173"/>
                  <a:gd name="T7" fmla="*/ 152 h 432"/>
                  <a:gd name="T8" fmla="*/ 1 w 173"/>
                  <a:gd name="T9" fmla="*/ 0 h 4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3"/>
                  <a:gd name="T16" fmla="*/ 0 h 432"/>
                  <a:gd name="T17" fmla="*/ 173 w 173"/>
                  <a:gd name="T18" fmla="*/ 432 h 43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3" h="432">
                    <a:moveTo>
                      <a:pt x="1" y="0"/>
                    </a:moveTo>
                    <a:lnTo>
                      <a:pt x="173" y="99"/>
                    </a:lnTo>
                    <a:lnTo>
                      <a:pt x="173" y="432"/>
                    </a:lnTo>
                    <a:lnTo>
                      <a:pt x="0" y="33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CC3399"/>
              </a:solidFill>
              <a:ln>
                <a:noFill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2" name="Freeform 34">
                <a:extLst>
                  <a:ext uri="{FF2B5EF4-FFF2-40B4-BE49-F238E27FC236}">
                    <a16:creationId xmlns:a16="http://schemas.microsoft.com/office/drawing/2014/main" id="{DB144828-57F0-F9FE-A9C7-88D63FE95A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21" y="2281"/>
                <a:ext cx="155" cy="386"/>
              </a:xfrm>
              <a:custGeom>
                <a:avLst/>
                <a:gdLst>
                  <a:gd name="T0" fmla="*/ 1 w 181"/>
                  <a:gd name="T1" fmla="*/ 0 h 452"/>
                  <a:gd name="T2" fmla="*/ 84 w 181"/>
                  <a:gd name="T3" fmla="*/ 48 h 452"/>
                  <a:gd name="T4" fmla="*/ 84 w 181"/>
                  <a:gd name="T5" fmla="*/ 206 h 452"/>
                  <a:gd name="T6" fmla="*/ 0 w 181"/>
                  <a:gd name="T7" fmla="*/ 158 h 452"/>
                  <a:gd name="T8" fmla="*/ 1 w 181"/>
                  <a:gd name="T9" fmla="*/ 0 h 45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81"/>
                  <a:gd name="T16" fmla="*/ 0 h 452"/>
                  <a:gd name="T17" fmla="*/ 181 w 181"/>
                  <a:gd name="T18" fmla="*/ 452 h 45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81" h="452">
                    <a:moveTo>
                      <a:pt x="1" y="0"/>
                    </a:moveTo>
                    <a:lnTo>
                      <a:pt x="181" y="104"/>
                    </a:lnTo>
                    <a:lnTo>
                      <a:pt x="181" y="452"/>
                    </a:lnTo>
                    <a:lnTo>
                      <a:pt x="0" y="348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CC3399"/>
              </a:solidFill>
              <a:ln>
                <a:noFill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3" name="Freeform 35">
                <a:extLst>
                  <a:ext uri="{FF2B5EF4-FFF2-40B4-BE49-F238E27FC236}">
                    <a16:creationId xmlns:a16="http://schemas.microsoft.com/office/drawing/2014/main" id="{891312D3-7EFD-B6E5-EA5E-1B33F96659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22" y="1809"/>
                <a:ext cx="1441" cy="787"/>
              </a:xfrm>
              <a:custGeom>
                <a:avLst/>
                <a:gdLst>
                  <a:gd name="T0" fmla="*/ 411 w 1685"/>
                  <a:gd name="T1" fmla="*/ 19 h 921"/>
                  <a:gd name="T2" fmla="*/ 0 w 1685"/>
                  <a:gd name="T3" fmla="*/ 254 h 921"/>
                  <a:gd name="T4" fmla="*/ 80 w 1685"/>
                  <a:gd name="T5" fmla="*/ 302 h 921"/>
                  <a:gd name="T6" fmla="*/ 138 w 1685"/>
                  <a:gd name="T7" fmla="*/ 273 h 921"/>
                  <a:gd name="T8" fmla="*/ 156 w 1685"/>
                  <a:gd name="T9" fmla="*/ 263 h 921"/>
                  <a:gd name="T10" fmla="*/ 180 w 1685"/>
                  <a:gd name="T11" fmla="*/ 255 h 921"/>
                  <a:gd name="T12" fmla="*/ 194 w 1685"/>
                  <a:gd name="T13" fmla="*/ 254 h 921"/>
                  <a:gd name="T14" fmla="*/ 225 w 1685"/>
                  <a:gd name="T15" fmla="*/ 259 h 921"/>
                  <a:gd name="T16" fmla="*/ 249 w 1685"/>
                  <a:gd name="T17" fmla="*/ 270 h 921"/>
                  <a:gd name="T18" fmla="*/ 260 w 1685"/>
                  <a:gd name="T19" fmla="*/ 284 h 921"/>
                  <a:gd name="T20" fmla="*/ 265 w 1685"/>
                  <a:gd name="T21" fmla="*/ 298 h 921"/>
                  <a:gd name="T22" fmla="*/ 261 w 1685"/>
                  <a:gd name="T23" fmla="*/ 314 h 921"/>
                  <a:gd name="T24" fmla="*/ 251 w 1685"/>
                  <a:gd name="T25" fmla="*/ 328 h 921"/>
                  <a:gd name="T26" fmla="*/ 188 w 1685"/>
                  <a:gd name="T27" fmla="*/ 364 h 921"/>
                  <a:gd name="T28" fmla="*/ 280 w 1685"/>
                  <a:gd name="T29" fmla="*/ 419 h 921"/>
                  <a:gd name="T30" fmla="*/ 747 w 1685"/>
                  <a:gd name="T31" fmla="*/ 141 h 921"/>
                  <a:gd name="T32" fmla="*/ 411 w 1685"/>
                  <a:gd name="T33" fmla="*/ 19 h 921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685"/>
                  <a:gd name="T52" fmla="*/ 0 h 921"/>
                  <a:gd name="T53" fmla="*/ 1685 w 1685"/>
                  <a:gd name="T54" fmla="*/ 921 h 921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685" h="921">
                    <a:moveTo>
                      <a:pt x="900" y="41"/>
                    </a:moveTo>
                    <a:lnTo>
                      <a:pt x="0" y="557"/>
                    </a:lnTo>
                    <a:lnTo>
                      <a:pt x="176" y="661"/>
                    </a:lnTo>
                    <a:lnTo>
                      <a:pt x="300" y="597"/>
                    </a:lnTo>
                    <a:lnTo>
                      <a:pt x="340" y="577"/>
                    </a:lnTo>
                    <a:lnTo>
                      <a:pt x="392" y="561"/>
                    </a:lnTo>
                    <a:lnTo>
                      <a:pt x="424" y="557"/>
                    </a:lnTo>
                    <a:lnTo>
                      <a:pt x="492" y="569"/>
                    </a:lnTo>
                    <a:lnTo>
                      <a:pt x="544" y="593"/>
                    </a:lnTo>
                    <a:lnTo>
                      <a:pt x="568" y="621"/>
                    </a:lnTo>
                    <a:lnTo>
                      <a:pt x="580" y="653"/>
                    </a:lnTo>
                    <a:lnTo>
                      <a:pt x="572" y="689"/>
                    </a:lnTo>
                    <a:lnTo>
                      <a:pt x="548" y="721"/>
                    </a:lnTo>
                    <a:lnTo>
                      <a:pt x="412" y="800"/>
                    </a:lnTo>
                    <a:lnTo>
                      <a:pt x="612" y="921"/>
                    </a:lnTo>
                    <a:lnTo>
                      <a:pt x="1632" y="309"/>
                    </a:lnTo>
                    <a:cubicBezTo>
                      <a:pt x="1685" y="166"/>
                      <a:pt x="1172" y="0"/>
                      <a:pt x="900" y="4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901D00"/>
                  </a:gs>
                  <a:gs pos="100000">
                    <a:srgbClr val="FF3300"/>
                  </a:gs>
                </a:gsLst>
                <a:lin ang="5400000" scaled="1"/>
              </a:gradFill>
              <a:ln>
                <a:noFill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4" name="Freeform 36">
                <a:extLst>
                  <a:ext uri="{FF2B5EF4-FFF2-40B4-BE49-F238E27FC236}">
                    <a16:creationId xmlns:a16="http://schemas.microsoft.com/office/drawing/2014/main" id="{91DD8263-EA34-A3E0-114E-7CEC47035E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21" y="1600"/>
                <a:ext cx="960" cy="1262"/>
              </a:xfrm>
              <a:custGeom>
                <a:avLst/>
                <a:gdLst>
                  <a:gd name="T0" fmla="*/ 274 w 960"/>
                  <a:gd name="T1" fmla="*/ 8 h 1262"/>
                  <a:gd name="T2" fmla="*/ 274 w 960"/>
                  <a:gd name="T3" fmla="*/ 350 h 1262"/>
                  <a:gd name="T4" fmla="*/ 284 w 960"/>
                  <a:gd name="T5" fmla="*/ 398 h 1262"/>
                  <a:gd name="T6" fmla="*/ 311 w 960"/>
                  <a:gd name="T7" fmla="*/ 446 h 1262"/>
                  <a:gd name="T8" fmla="*/ 366 w 960"/>
                  <a:gd name="T9" fmla="*/ 490 h 1262"/>
                  <a:gd name="T10" fmla="*/ 441 w 960"/>
                  <a:gd name="T11" fmla="*/ 524 h 1262"/>
                  <a:gd name="T12" fmla="*/ 517 w 960"/>
                  <a:gd name="T13" fmla="*/ 545 h 1262"/>
                  <a:gd name="T14" fmla="*/ 592 w 960"/>
                  <a:gd name="T15" fmla="*/ 555 h 1262"/>
                  <a:gd name="T16" fmla="*/ 660 w 960"/>
                  <a:gd name="T17" fmla="*/ 552 h 1262"/>
                  <a:gd name="T18" fmla="*/ 722 w 960"/>
                  <a:gd name="T19" fmla="*/ 538 h 1262"/>
                  <a:gd name="T20" fmla="*/ 780 w 960"/>
                  <a:gd name="T21" fmla="*/ 521 h 1262"/>
                  <a:gd name="T22" fmla="*/ 859 w 960"/>
                  <a:gd name="T23" fmla="*/ 490 h 1262"/>
                  <a:gd name="T24" fmla="*/ 0 w 960"/>
                  <a:gd name="T25" fmla="*/ 985 h 1262"/>
                  <a:gd name="T26" fmla="*/ 0 w 960"/>
                  <a:gd name="T27" fmla="*/ 1262 h 1262"/>
                  <a:gd name="T28" fmla="*/ 841 w 960"/>
                  <a:gd name="T29" fmla="*/ 777 h 1262"/>
                  <a:gd name="T30" fmla="*/ 907 w 960"/>
                  <a:gd name="T31" fmla="*/ 733 h 1262"/>
                  <a:gd name="T32" fmla="*/ 934 w 960"/>
                  <a:gd name="T33" fmla="*/ 702 h 1262"/>
                  <a:gd name="T34" fmla="*/ 960 w 960"/>
                  <a:gd name="T35" fmla="*/ 646 h 1262"/>
                  <a:gd name="T36" fmla="*/ 960 w 960"/>
                  <a:gd name="T37" fmla="*/ 573 h 1262"/>
                  <a:gd name="T38" fmla="*/ 960 w 960"/>
                  <a:gd name="T39" fmla="*/ 0 h 1262"/>
                  <a:gd name="T40" fmla="*/ 274 w 960"/>
                  <a:gd name="T41" fmla="*/ 8 h 1262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960"/>
                  <a:gd name="T64" fmla="*/ 0 h 1262"/>
                  <a:gd name="T65" fmla="*/ 960 w 960"/>
                  <a:gd name="T66" fmla="*/ 1262 h 1262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960" h="1262">
                    <a:moveTo>
                      <a:pt x="274" y="8"/>
                    </a:moveTo>
                    <a:lnTo>
                      <a:pt x="274" y="350"/>
                    </a:lnTo>
                    <a:lnTo>
                      <a:pt x="284" y="398"/>
                    </a:lnTo>
                    <a:lnTo>
                      <a:pt x="311" y="446"/>
                    </a:lnTo>
                    <a:lnTo>
                      <a:pt x="366" y="490"/>
                    </a:lnTo>
                    <a:lnTo>
                      <a:pt x="441" y="524"/>
                    </a:lnTo>
                    <a:lnTo>
                      <a:pt x="517" y="545"/>
                    </a:lnTo>
                    <a:lnTo>
                      <a:pt x="592" y="555"/>
                    </a:lnTo>
                    <a:lnTo>
                      <a:pt x="660" y="552"/>
                    </a:lnTo>
                    <a:lnTo>
                      <a:pt x="722" y="538"/>
                    </a:lnTo>
                    <a:lnTo>
                      <a:pt x="780" y="521"/>
                    </a:lnTo>
                    <a:lnTo>
                      <a:pt x="859" y="490"/>
                    </a:lnTo>
                    <a:lnTo>
                      <a:pt x="0" y="985"/>
                    </a:lnTo>
                    <a:lnTo>
                      <a:pt x="0" y="1262"/>
                    </a:lnTo>
                    <a:lnTo>
                      <a:pt x="841" y="777"/>
                    </a:lnTo>
                    <a:lnTo>
                      <a:pt x="907" y="733"/>
                    </a:lnTo>
                    <a:lnTo>
                      <a:pt x="934" y="702"/>
                    </a:lnTo>
                    <a:lnTo>
                      <a:pt x="960" y="646"/>
                    </a:lnTo>
                    <a:lnTo>
                      <a:pt x="960" y="573"/>
                    </a:lnTo>
                    <a:lnTo>
                      <a:pt x="960" y="0"/>
                    </a:lnTo>
                    <a:lnTo>
                      <a:pt x="274" y="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60043"/>
                  </a:gs>
                  <a:gs pos="50000">
                    <a:srgbClr val="CC0066"/>
                  </a:gs>
                  <a:gs pos="100000">
                    <a:srgbClr val="860043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5" name="Oval 37">
                <a:extLst>
                  <a:ext uri="{FF2B5EF4-FFF2-40B4-BE49-F238E27FC236}">
                    <a16:creationId xmlns:a16="http://schemas.microsoft.com/office/drawing/2014/main" id="{F5B4362D-25AE-D159-B6A1-4BB4C8E4CF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96" y="1424"/>
                <a:ext cx="680" cy="412"/>
              </a:xfrm>
              <a:prstGeom prst="ellipse">
                <a:avLst/>
              </a:prstGeom>
              <a:solidFill>
                <a:srgbClr val="FF7C80"/>
              </a:solidFill>
              <a:ln>
                <a:noFill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7" name="Oval 38">
                <a:extLst>
                  <a:ext uri="{FF2B5EF4-FFF2-40B4-BE49-F238E27FC236}">
                    <a16:creationId xmlns:a16="http://schemas.microsoft.com/office/drawing/2014/main" id="{E7D61118-9A17-DF15-D9C3-5DFEDF7AC5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99" y="1481"/>
                <a:ext cx="460" cy="295"/>
              </a:xfrm>
              <a:prstGeom prst="ellipse">
                <a:avLst/>
              </a:prstGeom>
              <a:gradFill rotWithShape="0">
                <a:gsLst>
                  <a:gs pos="0">
                    <a:srgbClr val="767600"/>
                  </a:gs>
                  <a:gs pos="50000">
                    <a:srgbClr val="FFFF00"/>
                  </a:gs>
                  <a:gs pos="100000">
                    <a:srgbClr val="767600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8" name="Oval 39">
                <a:extLst>
                  <a:ext uri="{FF2B5EF4-FFF2-40B4-BE49-F238E27FC236}">
                    <a16:creationId xmlns:a16="http://schemas.microsoft.com/office/drawing/2014/main" id="{0126270C-A805-1FD2-5864-016C0B983D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09" y="1557"/>
                <a:ext cx="436" cy="219"/>
              </a:xfrm>
              <a:prstGeom prst="ellipse">
                <a:avLst/>
              </a:prstGeom>
              <a:solidFill>
                <a:srgbClr val="FF99FF"/>
              </a:solidFill>
              <a:ln>
                <a:noFill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9" name="Freeform 40">
                <a:extLst>
                  <a:ext uri="{FF2B5EF4-FFF2-40B4-BE49-F238E27FC236}">
                    <a16:creationId xmlns:a16="http://schemas.microsoft.com/office/drawing/2014/main" id="{452D93B4-309B-D715-89B4-E423584410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79" y="1605"/>
                <a:ext cx="329" cy="181"/>
              </a:xfrm>
              <a:custGeom>
                <a:avLst/>
                <a:gdLst>
                  <a:gd name="T0" fmla="*/ 142 w 384"/>
                  <a:gd name="T1" fmla="*/ 3 h 212"/>
                  <a:gd name="T2" fmla="*/ 177 w 384"/>
                  <a:gd name="T3" fmla="*/ 22 h 212"/>
                  <a:gd name="T4" fmla="*/ 153 w 384"/>
                  <a:gd name="T5" fmla="*/ 34 h 212"/>
                  <a:gd name="T6" fmla="*/ 165 w 384"/>
                  <a:gd name="T7" fmla="*/ 47 h 212"/>
                  <a:gd name="T8" fmla="*/ 160 w 384"/>
                  <a:gd name="T9" fmla="*/ 67 h 212"/>
                  <a:gd name="T10" fmla="*/ 146 w 384"/>
                  <a:gd name="T11" fmla="*/ 79 h 212"/>
                  <a:gd name="T12" fmla="*/ 124 w 384"/>
                  <a:gd name="T13" fmla="*/ 91 h 212"/>
                  <a:gd name="T14" fmla="*/ 89 w 384"/>
                  <a:gd name="T15" fmla="*/ 96 h 212"/>
                  <a:gd name="T16" fmla="*/ 48 w 384"/>
                  <a:gd name="T17" fmla="*/ 92 h 212"/>
                  <a:gd name="T18" fmla="*/ 22 w 384"/>
                  <a:gd name="T19" fmla="*/ 85 h 212"/>
                  <a:gd name="T20" fmla="*/ 6 w 384"/>
                  <a:gd name="T21" fmla="*/ 67 h 212"/>
                  <a:gd name="T22" fmla="*/ 0 w 384"/>
                  <a:gd name="T23" fmla="*/ 42 h 212"/>
                  <a:gd name="T24" fmla="*/ 13 w 384"/>
                  <a:gd name="T25" fmla="*/ 23 h 212"/>
                  <a:gd name="T26" fmla="*/ 38 w 384"/>
                  <a:gd name="T27" fmla="*/ 9 h 212"/>
                  <a:gd name="T28" fmla="*/ 61 w 384"/>
                  <a:gd name="T29" fmla="*/ 3 h 212"/>
                  <a:gd name="T30" fmla="*/ 83 w 384"/>
                  <a:gd name="T31" fmla="*/ 0 h 212"/>
                  <a:gd name="T32" fmla="*/ 100 w 384"/>
                  <a:gd name="T33" fmla="*/ 3 h 212"/>
                  <a:gd name="T34" fmla="*/ 122 w 384"/>
                  <a:gd name="T35" fmla="*/ 11 h 212"/>
                  <a:gd name="T36" fmla="*/ 142 w 384"/>
                  <a:gd name="T37" fmla="*/ 3 h 212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384"/>
                  <a:gd name="T58" fmla="*/ 0 h 212"/>
                  <a:gd name="T59" fmla="*/ 384 w 384"/>
                  <a:gd name="T60" fmla="*/ 212 h 212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384" h="212">
                    <a:moveTo>
                      <a:pt x="308" y="4"/>
                    </a:moveTo>
                    <a:lnTo>
                      <a:pt x="384" y="48"/>
                    </a:lnTo>
                    <a:lnTo>
                      <a:pt x="332" y="76"/>
                    </a:lnTo>
                    <a:lnTo>
                      <a:pt x="356" y="104"/>
                    </a:lnTo>
                    <a:lnTo>
                      <a:pt x="348" y="148"/>
                    </a:lnTo>
                    <a:lnTo>
                      <a:pt x="316" y="176"/>
                    </a:lnTo>
                    <a:lnTo>
                      <a:pt x="268" y="200"/>
                    </a:lnTo>
                    <a:lnTo>
                      <a:pt x="192" y="212"/>
                    </a:lnTo>
                    <a:lnTo>
                      <a:pt x="104" y="204"/>
                    </a:lnTo>
                    <a:lnTo>
                      <a:pt x="48" y="188"/>
                    </a:lnTo>
                    <a:lnTo>
                      <a:pt x="12" y="148"/>
                    </a:lnTo>
                    <a:lnTo>
                      <a:pt x="0" y="92"/>
                    </a:lnTo>
                    <a:lnTo>
                      <a:pt x="28" y="52"/>
                    </a:lnTo>
                    <a:lnTo>
                      <a:pt x="80" y="20"/>
                    </a:lnTo>
                    <a:lnTo>
                      <a:pt x="132" y="4"/>
                    </a:lnTo>
                    <a:lnTo>
                      <a:pt x="180" y="0"/>
                    </a:lnTo>
                    <a:lnTo>
                      <a:pt x="216" y="8"/>
                    </a:lnTo>
                    <a:lnTo>
                      <a:pt x="264" y="24"/>
                    </a:lnTo>
                    <a:lnTo>
                      <a:pt x="308" y="4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A6E37"/>
                  </a:gs>
                  <a:gs pos="50000">
                    <a:srgbClr val="FFCC66"/>
                  </a:gs>
                  <a:gs pos="100000">
                    <a:srgbClr val="8A6E37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0" name="Oval 41">
                <a:extLst>
                  <a:ext uri="{FF2B5EF4-FFF2-40B4-BE49-F238E27FC236}">
                    <a16:creationId xmlns:a16="http://schemas.microsoft.com/office/drawing/2014/main" id="{A72BBD51-9251-5C02-E365-8BE7EA03E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38" y="2125"/>
                <a:ext cx="281" cy="160"/>
              </a:xfrm>
              <a:prstGeom prst="ellipse">
                <a:avLst/>
              </a:prstGeom>
              <a:gradFill rotWithShape="0">
                <a:gsLst>
                  <a:gs pos="0">
                    <a:srgbClr val="76762F"/>
                  </a:gs>
                  <a:gs pos="50000">
                    <a:srgbClr val="FFFF66"/>
                  </a:gs>
                  <a:gs pos="100000">
                    <a:srgbClr val="76762F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1" name="Freeform 42">
                <a:extLst>
                  <a:ext uri="{FF2B5EF4-FFF2-40B4-BE49-F238E27FC236}">
                    <a16:creationId xmlns:a16="http://schemas.microsoft.com/office/drawing/2014/main" id="{77D0F727-C05B-C0B9-78B3-AF79790813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2" y="1612"/>
                <a:ext cx="31" cy="160"/>
              </a:xfrm>
              <a:custGeom>
                <a:avLst/>
                <a:gdLst>
                  <a:gd name="T0" fmla="*/ 0 w 36"/>
                  <a:gd name="T1" fmla="*/ 9 h 188"/>
                  <a:gd name="T2" fmla="*/ 0 w 36"/>
                  <a:gd name="T3" fmla="*/ 84 h 188"/>
                  <a:gd name="T4" fmla="*/ 17 w 36"/>
                  <a:gd name="T5" fmla="*/ 76 h 188"/>
                  <a:gd name="T6" fmla="*/ 17 w 36"/>
                  <a:gd name="T7" fmla="*/ 0 h 188"/>
                  <a:gd name="T8" fmla="*/ 0 w 36"/>
                  <a:gd name="T9" fmla="*/ 9 h 1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6"/>
                  <a:gd name="T16" fmla="*/ 0 h 188"/>
                  <a:gd name="T17" fmla="*/ 36 w 36"/>
                  <a:gd name="T18" fmla="*/ 188 h 1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6" h="188">
                    <a:moveTo>
                      <a:pt x="0" y="20"/>
                    </a:moveTo>
                    <a:lnTo>
                      <a:pt x="0" y="188"/>
                    </a:lnTo>
                    <a:lnTo>
                      <a:pt x="36" y="168"/>
                    </a:lnTo>
                    <a:lnTo>
                      <a:pt x="36" y="0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0099FF"/>
              </a:solidFill>
              <a:ln w="12700">
                <a:solidFill>
                  <a:srgbClr val="6699FF"/>
                </a:solidFill>
                <a:round/>
                <a:headEnd type="none" w="sm" len="lg"/>
                <a:tailEnd type="none" w="sm" len="lg"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2" name="Freeform 43">
                <a:extLst>
                  <a:ext uri="{FF2B5EF4-FFF2-40B4-BE49-F238E27FC236}">
                    <a16:creationId xmlns:a16="http://schemas.microsoft.com/office/drawing/2014/main" id="{BFD35ACF-EE82-2C3C-9216-4BFB681D19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39" y="1608"/>
                <a:ext cx="65" cy="154"/>
              </a:xfrm>
              <a:custGeom>
                <a:avLst/>
                <a:gdLst>
                  <a:gd name="T0" fmla="*/ 0 w 76"/>
                  <a:gd name="T1" fmla="*/ 0 h 180"/>
                  <a:gd name="T2" fmla="*/ 0 w 76"/>
                  <a:gd name="T3" fmla="*/ 83 h 180"/>
                  <a:gd name="T4" fmla="*/ 11 w 76"/>
                  <a:gd name="T5" fmla="*/ 74 h 180"/>
                  <a:gd name="T6" fmla="*/ 11 w 76"/>
                  <a:gd name="T7" fmla="*/ 33 h 180"/>
                  <a:gd name="T8" fmla="*/ 35 w 76"/>
                  <a:gd name="T9" fmla="*/ 21 h 180"/>
                  <a:gd name="T10" fmla="*/ 0 w 76"/>
                  <a:gd name="T11" fmla="*/ 0 h 18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76"/>
                  <a:gd name="T19" fmla="*/ 0 h 180"/>
                  <a:gd name="T20" fmla="*/ 76 w 76"/>
                  <a:gd name="T21" fmla="*/ 180 h 18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76" h="180">
                    <a:moveTo>
                      <a:pt x="0" y="0"/>
                    </a:moveTo>
                    <a:lnTo>
                      <a:pt x="0" y="180"/>
                    </a:lnTo>
                    <a:lnTo>
                      <a:pt x="24" y="160"/>
                    </a:lnTo>
                    <a:lnTo>
                      <a:pt x="24" y="72"/>
                    </a:lnTo>
                    <a:lnTo>
                      <a:pt x="76" y="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333CC"/>
              </a:solidFill>
              <a:ln>
                <a:noFill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3" name="Freeform 44">
                <a:extLst>
                  <a:ext uri="{FF2B5EF4-FFF2-40B4-BE49-F238E27FC236}">
                    <a16:creationId xmlns:a16="http://schemas.microsoft.com/office/drawing/2014/main" id="{F34E1F0E-B26D-FB79-B3AA-417036A8BE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59" y="2206"/>
                <a:ext cx="241" cy="74"/>
              </a:xfrm>
              <a:custGeom>
                <a:avLst/>
                <a:gdLst>
                  <a:gd name="T0" fmla="*/ 0 w 282"/>
                  <a:gd name="T1" fmla="*/ 22 h 87"/>
                  <a:gd name="T2" fmla="*/ 15 w 282"/>
                  <a:gd name="T3" fmla="*/ 31 h 87"/>
                  <a:gd name="T4" fmla="*/ 36 w 282"/>
                  <a:gd name="T5" fmla="*/ 39 h 87"/>
                  <a:gd name="T6" fmla="*/ 93 w 282"/>
                  <a:gd name="T7" fmla="*/ 37 h 87"/>
                  <a:gd name="T8" fmla="*/ 118 w 282"/>
                  <a:gd name="T9" fmla="*/ 30 h 87"/>
                  <a:gd name="T10" fmla="*/ 128 w 282"/>
                  <a:gd name="T11" fmla="*/ 22 h 87"/>
                  <a:gd name="T12" fmla="*/ 119 w 282"/>
                  <a:gd name="T13" fmla="*/ 14 h 87"/>
                  <a:gd name="T14" fmla="*/ 103 w 282"/>
                  <a:gd name="T15" fmla="*/ 6 h 87"/>
                  <a:gd name="T16" fmla="*/ 73 w 282"/>
                  <a:gd name="T17" fmla="*/ 0 h 87"/>
                  <a:gd name="T18" fmla="*/ 50 w 282"/>
                  <a:gd name="T19" fmla="*/ 0 h 87"/>
                  <a:gd name="T20" fmla="*/ 26 w 282"/>
                  <a:gd name="T21" fmla="*/ 6 h 87"/>
                  <a:gd name="T22" fmla="*/ 9 w 282"/>
                  <a:gd name="T23" fmla="*/ 14 h 87"/>
                  <a:gd name="T24" fmla="*/ 0 w 282"/>
                  <a:gd name="T25" fmla="*/ 22 h 87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282"/>
                  <a:gd name="T40" fmla="*/ 0 h 87"/>
                  <a:gd name="T41" fmla="*/ 282 w 282"/>
                  <a:gd name="T42" fmla="*/ 87 h 87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282" h="87">
                    <a:moveTo>
                      <a:pt x="0" y="48"/>
                    </a:moveTo>
                    <a:lnTo>
                      <a:pt x="33" y="72"/>
                    </a:lnTo>
                    <a:lnTo>
                      <a:pt x="78" y="87"/>
                    </a:lnTo>
                    <a:lnTo>
                      <a:pt x="204" y="84"/>
                    </a:lnTo>
                    <a:lnTo>
                      <a:pt x="258" y="66"/>
                    </a:lnTo>
                    <a:lnTo>
                      <a:pt x="282" y="48"/>
                    </a:lnTo>
                    <a:lnTo>
                      <a:pt x="261" y="30"/>
                    </a:lnTo>
                    <a:lnTo>
                      <a:pt x="225" y="12"/>
                    </a:lnTo>
                    <a:lnTo>
                      <a:pt x="162" y="0"/>
                    </a:lnTo>
                    <a:lnTo>
                      <a:pt x="108" y="0"/>
                    </a:lnTo>
                    <a:lnTo>
                      <a:pt x="57" y="12"/>
                    </a:lnTo>
                    <a:lnTo>
                      <a:pt x="21" y="30"/>
                    </a:lnTo>
                    <a:lnTo>
                      <a:pt x="0" y="48"/>
                    </a:lnTo>
                    <a:close/>
                  </a:path>
                </a:pathLst>
              </a:custGeom>
              <a:solidFill>
                <a:srgbClr val="FF66FF"/>
              </a:solidFill>
              <a:ln>
                <a:noFill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4" name="Freeform 45">
                <a:extLst>
                  <a:ext uri="{FF2B5EF4-FFF2-40B4-BE49-F238E27FC236}">
                    <a16:creationId xmlns:a16="http://schemas.microsoft.com/office/drawing/2014/main" id="{D2983047-5FD4-DA51-00E4-A2065BD5B7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23" y="2257"/>
                <a:ext cx="115" cy="29"/>
              </a:xfrm>
              <a:custGeom>
                <a:avLst/>
                <a:gdLst>
                  <a:gd name="T0" fmla="*/ 0 w 135"/>
                  <a:gd name="T1" fmla="*/ 14 h 33"/>
                  <a:gd name="T2" fmla="*/ 23 w 135"/>
                  <a:gd name="T3" fmla="*/ 17 h 33"/>
                  <a:gd name="T4" fmla="*/ 43 w 135"/>
                  <a:gd name="T5" fmla="*/ 17 h 33"/>
                  <a:gd name="T6" fmla="*/ 60 w 135"/>
                  <a:gd name="T7" fmla="*/ 14 h 33"/>
                  <a:gd name="T8" fmla="*/ 55 w 135"/>
                  <a:gd name="T9" fmla="*/ 7 h 33"/>
                  <a:gd name="T10" fmla="*/ 43 w 135"/>
                  <a:gd name="T11" fmla="*/ 0 h 33"/>
                  <a:gd name="T12" fmla="*/ 26 w 135"/>
                  <a:gd name="T13" fmla="*/ 0 h 33"/>
                  <a:gd name="T14" fmla="*/ 8 w 135"/>
                  <a:gd name="T15" fmla="*/ 4 h 33"/>
                  <a:gd name="T16" fmla="*/ 0 w 135"/>
                  <a:gd name="T17" fmla="*/ 14 h 33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35"/>
                  <a:gd name="T28" fmla="*/ 0 h 33"/>
                  <a:gd name="T29" fmla="*/ 135 w 135"/>
                  <a:gd name="T30" fmla="*/ 33 h 33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35" h="33">
                    <a:moveTo>
                      <a:pt x="0" y="27"/>
                    </a:moveTo>
                    <a:lnTo>
                      <a:pt x="51" y="33"/>
                    </a:lnTo>
                    <a:lnTo>
                      <a:pt x="96" y="33"/>
                    </a:lnTo>
                    <a:lnTo>
                      <a:pt x="135" y="27"/>
                    </a:lnTo>
                    <a:lnTo>
                      <a:pt x="123" y="12"/>
                    </a:lnTo>
                    <a:lnTo>
                      <a:pt x="96" y="0"/>
                    </a:lnTo>
                    <a:lnTo>
                      <a:pt x="57" y="0"/>
                    </a:lnTo>
                    <a:lnTo>
                      <a:pt x="18" y="6"/>
                    </a:lnTo>
                    <a:lnTo>
                      <a:pt x="0" y="2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765E00"/>
                  </a:gs>
                  <a:gs pos="50000">
                    <a:srgbClr val="FFCC00"/>
                  </a:gs>
                  <a:gs pos="100000">
                    <a:srgbClr val="765E00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49" name="Text Box 47">
            <a:extLst>
              <a:ext uri="{FF2B5EF4-FFF2-40B4-BE49-F238E27FC236}">
                <a16:creationId xmlns:a16="http://schemas.microsoft.com/office/drawing/2014/main" id="{BE21F638-728C-AAB7-75A7-86B2A0370B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392" y="2016539"/>
            <a:ext cx="2509020" cy="461665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(1) </a:t>
            </a:r>
            <a:r>
              <a:rPr lang="zh-CN" altLang="en-US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剖视图的形成</a:t>
            </a:r>
          </a:p>
        </p:txBody>
      </p:sp>
      <p:sp>
        <p:nvSpPr>
          <p:cNvPr id="50" name="Text Box 48">
            <a:extLst>
              <a:ext uri="{FF2B5EF4-FFF2-40B4-BE49-F238E27FC236}">
                <a16:creationId xmlns:a16="http://schemas.microsoft.com/office/drawing/2014/main" id="{8134CAD6-62CC-D456-BEDC-6A3B5F029B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5327" y="2651404"/>
            <a:ext cx="4469301" cy="23584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剖视图是假想用一剖切面将机件剖开，移去剖切面和观察者之间的部分，将其余部分向投影面投射得到的图形。</a:t>
            </a:r>
            <a:endParaRPr kumimoji="1"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kumimoji="1"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剖面区域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内需画剖面符号</a:t>
            </a:r>
            <a:r>
              <a:rPr kumimoji="1" lang="zh-CN" altLang="en-US" sz="240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grpSp>
        <p:nvGrpSpPr>
          <p:cNvPr id="51" name="Group 49">
            <a:extLst>
              <a:ext uri="{FF2B5EF4-FFF2-40B4-BE49-F238E27FC236}">
                <a16:creationId xmlns:a16="http://schemas.microsoft.com/office/drawing/2014/main" id="{9D8531CD-61EA-4BDA-529A-F96AD35A8A3A}"/>
              </a:ext>
            </a:extLst>
          </p:cNvPr>
          <p:cNvGrpSpPr>
            <a:grpSpLocks/>
          </p:cNvGrpSpPr>
          <p:nvPr/>
        </p:nvGrpSpPr>
        <p:grpSpPr bwMode="auto">
          <a:xfrm>
            <a:off x="6171183" y="1195164"/>
            <a:ext cx="4438650" cy="4343400"/>
            <a:chOff x="397" y="878"/>
            <a:chExt cx="2796" cy="2736"/>
          </a:xfrm>
        </p:grpSpPr>
        <p:grpSp>
          <p:nvGrpSpPr>
            <p:cNvPr id="52" name="Group 50">
              <a:extLst>
                <a:ext uri="{FF2B5EF4-FFF2-40B4-BE49-F238E27FC236}">
                  <a16:creationId xmlns:a16="http://schemas.microsoft.com/office/drawing/2014/main" id="{08882D90-92D5-BD8E-9893-40B6282EB17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7" y="878"/>
              <a:ext cx="2796" cy="2736"/>
              <a:chOff x="1200" y="696"/>
              <a:chExt cx="2796" cy="2736"/>
            </a:xfrm>
          </p:grpSpPr>
          <p:grpSp>
            <p:nvGrpSpPr>
              <p:cNvPr id="66" name="Group 51">
                <a:extLst>
                  <a:ext uri="{FF2B5EF4-FFF2-40B4-BE49-F238E27FC236}">
                    <a16:creationId xmlns:a16="http://schemas.microsoft.com/office/drawing/2014/main" id="{05D2BB03-EB43-BC94-5BBB-238171F4C83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00" y="696"/>
                <a:ext cx="2796" cy="2736"/>
                <a:chOff x="1200" y="696"/>
                <a:chExt cx="2796" cy="2736"/>
              </a:xfrm>
            </p:grpSpPr>
            <p:sp>
              <p:nvSpPr>
                <p:cNvPr id="91" name="Freeform 52">
                  <a:extLst>
                    <a:ext uri="{FF2B5EF4-FFF2-40B4-BE49-F238E27FC236}">
                      <a16:creationId xmlns:a16="http://schemas.microsoft.com/office/drawing/2014/main" id="{7374851A-59ED-CF02-810B-FEC6310AFBA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206" y="1812"/>
                  <a:ext cx="2790" cy="1620"/>
                </a:xfrm>
                <a:custGeom>
                  <a:avLst/>
                  <a:gdLst>
                    <a:gd name="T0" fmla="*/ 0 w 2790"/>
                    <a:gd name="T1" fmla="*/ 978 h 1620"/>
                    <a:gd name="T2" fmla="*/ 1096 w 2790"/>
                    <a:gd name="T3" fmla="*/ 1620 h 1620"/>
                    <a:gd name="T4" fmla="*/ 2790 w 2790"/>
                    <a:gd name="T5" fmla="*/ 642 h 1620"/>
                    <a:gd name="T6" fmla="*/ 1686 w 2790"/>
                    <a:gd name="T7" fmla="*/ 0 h 1620"/>
                    <a:gd name="T8" fmla="*/ 0 w 2790"/>
                    <a:gd name="T9" fmla="*/ 978 h 162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790"/>
                    <a:gd name="T16" fmla="*/ 0 h 1620"/>
                    <a:gd name="T17" fmla="*/ 2790 w 2790"/>
                    <a:gd name="T18" fmla="*/ 1620 h 162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790" h="1620">
                      <a:moveTo>
                        <a:pt x="0" y="978"/>
                      </a:moveTo>
                      <a:lnTo>
                        <a:pt x="1096" y="1620"/>
                      </a:lnTo>
                      <a:lnTo>
                        <a:pt x="2790" y="642"/>
                      </a:lnTo>
                      <a:lnTo>
                        <a:pt x="1686" y="0"/>
                      </a:lnTo>
                      <a:lnTo>
                        <a:pt x="0" y="978"/>
                      </a:lnTo>
                      <a:close/>
                    </a:path>
                  </a:pathLst>
                </a:custGeom>
                <a:solidFill>
                  <a:srgbClr val="FFFF66"/>
                </a:solidFill>
                <a:ln w="12700">
                  <a:solidFill>
                    <a:srgbClr val="000000"/>
                  </a:solidFill>
                  <a:round/>
                  <a:headEnd type="none" w="sm" len="lg"/>
                  <a:tailEnd type="none" w="sm" len="lg"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92" name="Freeform 53">
                  <a:extLst>
                    <a:ext uri="{FF2B5EF4-FFF2-40B4-BE49-F238E27FC236}">
                      <a16:creationId xmlns:a16="http://schemas.microsoft.com/office/drawing/2014/main" id="{9F25FAF3-AA16-D916-65AD-152B20E5AC2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200" y="696"/>
                  <a:ext cx="1692" cy="2094"/>
                </a:xfrm>
                <a:custGeom>
                  <a:avLst/>
                  <a:gdLst>
                    <a:gd name="T0" fmla="*/ 0 w 1692"/>
                    <a:gd name="T1" fmla="*/ 972 h 2094"/>
                    <a:gd name="T2" fmla="*/ 0 w 1692"/>
                    <a:gd name="T3" fmla="*/ 2094 h 2094"/>
                    <a:gd name="T4" fmla="*/ 1692 w 1692"/>
                    <a:gd name="T5" fmla="*/ 1116 h 2094"/>
                    <a:gd name="T6" fmla="*/ 1692 w 1692"/>
                    <a:gd name="T7" fmla="*/ 0 h 2094"/>
                    <a:gd name="T8" fmla="*/ 0 w 1692"/>
                    <a:gd name="T9" fmla="*/ 972 h 209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692"/>
                    <a:gd name="T16" fmla="*/ 0 h 2094"/>
                    <a:gd name="T17" fmla="*/ 1692 w 1692"/>
                    <a:gd name="T18" fmla="*/ 2094 h 209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692" h="2094">
                      <a:moveTo>
                        <a:pt x="0" y="972"/>
                      </a:moveTo>
                      <a:lnTo>
                        <a:pt x="0" y="2094"/>
                      </a:lnTo>
                      <a:lnTo>
                        <a:pt x="1692" y="1116"/>
                      </a:lnTo>
                      <a:lnTo>
                        <a:pt x="1692" y="0"/>
                      </a:lnTo>
                      <a:lnTo>
                        <a:pt x="0" y="972"/>
                      </a:lnTo>
                      <a:close/>
                    </a:path>
                  </a:pathLst>
                </a:custGeom>
                <a:solidFill>
                  <a:srgbClr val="66FF66"/>
                </a:solidFill>
                <a:ln w="12700">
                  <a:solidFill>
                    <a:srgbClr val="000000"/>
                  </a:solidFill>
                  <a:round/>
                  <a:headEnd type="none" w="sm" len="lg"/>
                  <a:tailEnd type="none" w="sm" len="lg"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93" name="Freeform 54">
                  <a:extLst>
                    <a:ext uri="{FF2B5EF4-FFF2-40B4-BE49-F238E27FC236}">
                      <a16:creationId xmlns:a16="http://schemas.microsoft.com/office/drawing/2014/main" id="{DF08A033-1F1F-4F5D-8D75-BC10E75D63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21" y="1848"/>
                  <a:ext cx="858" cy="618"/>
                </a:xfrm>
                <a:custGeom>
                  <a:avLst/>
                  <a:gdLst>
                    <a:gd name="T0" fmla="*/ 0 w 858"/>
                    <a:gd name="T1" fmla="*/ 459 h 618"/>
                    <a:gd name="T2" fmla="*/ 801 w 858"/>
                    <a:gd name="T3" fmla="*/ 0 h 618"/>
                    <a:gd name="T4" fmla="*/ 858 w 858"/>
                    <a:gd name="T5" fmla="*/ 261 h 618"/>
                    <a:gd name="T6" fmla="*/ 228 w 858"/>
                    <a:gd name="T7" fmla="*/ 618 h 618"/>
                    <a:gd name="T8" fmla="*/ 0 w 858"/>
                    <a:gd name="T9" fmla="*/ 459 h 61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858"/>
                    <a:gd name="T16" fmla="*/ 0 h 618"/>
                    <a:gd name="T17" fmla="*/ 858 w 858"/>
                    <a:gd name="T18" fmla="*/ 618 h 61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858" h="618">
                      <a:moveTo>
                        <a:pt x="0" y="459"/>
                      </a:moveTo>
                      <a:lnTo>
                        <a:pt x="801" y="0"/>
                      </a:lnTo>
                      <a:lnTo>
                        <a:pt x="858" y="261"/>
                      </a:lnTo>
                      <a:lnTo>
                        <a:pt x="228" y="618"/>
                      </a:lnTo>
                      <a:lnTo>
                        <a:pt x="0" y="459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762F00"/>
                    </a:gs>
                    <a:gs pos="100000">
                      <a:srgbClr val="FF6600"/>
                    </a:gs>
                  </a:gsLst>
                  <a:lin ang="5400000" scaled="1"/>
                </a:gradFill>
                <a:ln>
                  <a:noFill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94" name="Freeform 55">
                  <a:extLst>
                    <a:ext uri="{FF2B5EF4-FFF2-40B4-BE49-F238E27FC236}">
                      <a16:creationId xmlns:a16="http://schemas.microsoft.com/office/drawing/2014/main" id="{3ACB4CA3-C683-4C46-6EF5-EB789F7032E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24" y="2296"/>
                  <a:ext cx="107" cy="204"/>
                </a:xfrm>
                <a:custGeom>
                  <a:avLst/>
                  <a:gdLst>
                    <a:gd name="T0" fmla="*/ 107 w 107"/>
                    <a:gd name="T1" fmla="*/ 184 h 204"/>
                    <a:gd name="T2" fmla="*/ 59 w 107"/>
                    <a:gd name="T3" fmla="*/ 180 h 204"/>
                    <a:gd name="T4" fmla="*/ 35 w 107"/>
                    <a:gd name="T5" fmla="*/ 184 h 204"/>
                    <a:gd name="T6" fmla="*/ 3 w 107"/>
                    <a:gd name="T7" fmla="*/ 204 h 204"/>
                    <a:gd name="T8" fmla="*/ 3 w 107"/>
                    <a:gd name="T9" fmla="*/ 60 h 204"/>
                    <a:gd name="T10" fmla="*/ 0 w 107"/>
                    <a:gd name="T11" fmla="*/ 32 h 204"/>
                    <a:gd name="T12" fmla="*/ 15 w 107"/>
                    <a:gd name="T13" fmla="*/ 12 h 204"/>
                    <a:gd name="T14" fmla="*/ 47 w 107"/>
                    <a:gd name="T15" fmla="*/ 0 h 204"/>
                    <a:gd name="T16" fmla="*/ 107 w 107"/>
                    <a:gd name="T17" fmla="*/ 8 h 204"/>
                    <a:gd name="T18" fmla="*/ 107 w 107"/>
                    <a:gd name="T19" fmla="*/ 184 h 204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107"/>
                    <a:gd name="T31" fmla="*/ 0 h 204"/>
                    <a:gd name="T32" fmla="*/ 107 w 107"/>
                    <a:gd name="T33" fmla="*/ 204 h 204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107" h="204">
                      <a:moveTo>
                        <a:pt x="107" y="184"/>
                      </a:moveTo>
                      <a:lnTo>
                        <a:pt x="59" y="180"/>
                      </a:lnTo>
                      <a:lnTo>
                        <a:pt x="35" y="184"/>
                      </a:lnTo>
                      <a:lnTo>
                        <a:pt x="3" y="204"/>
                      </a:lnTo>
                      <a:lnTo>
                        <a:pt x="3" y="60"/>
                      </a:lnTo>
                      <a:lnTo>
                        <a:pt x="0" y="32"/>
                      </a:lnTo>
                      <a:lnTo>
                        <a:pt x="15" y="12"/>
                      </a:lnTo>
                      <a:lnTo>
                        <a:pt x="47" y="0"/>
                      </a:lnTo>
                      <a:lnTo>
                        <a:pt x="107" y="8"/>
                      </a:lnTo>
                      <a:lnTo>
                        <a:pt x="107" y="184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FFCC00"/>
                    </a:gs>
                    <a:gs pos="100000">
                      <a:srgbClr val="A28200"/>
                    </a:gs>
                  </a:gsLst>
                  <a:lin ang="0" scaled="1"/>
                </a:gradFill>
                <a:ln>
                  <a:noFill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95" name="Freeform 56">
                  <a:extLst>
                    <a:ext uri="{FF2B5EF4-FFF2-40B4-BE49-F238E27FC236}">
                      <a16:creationId xmlns:a16="http://schemas.microsoft.com/office/drawing/2014/main" id="{F5024487-7DD4-28D2-A5C1-523BDED56B2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04" y="1605"/>
                  <a:ext cx="79" cy="499"/>
                </a:xfrm>
                <a:custGeom>
                  <a:avLst/>
                  <a:gdLst>
                    <a:gd name="T0" fmla="*/ 0 w 79"/>
                    <a:gd name="T1" fmla="*/ 0 h 499"/>
                    <a:gd name="T2" fmla="*/ 0 w 79"/>
                    <a:gd name="T3" fmla="*/ 390 h 499"/>
                    <a:gd name="T4" fmla="*/ 9 w 79"/>
                    <a:gd name="T5" fmla="*/ 432 h 499"/>
                    <a:gd name="T6" fmla="*/ 35 w 79"/>
                    <a:gd name="T7" fmla="*/ 463 h 499"/>
                    <a:gd name="T8" fmla="*/ 54 w 79"/>
                    <a:gd name="T9" fmla="*/ 486 h 499"/>
                    <a:gd name="T10" fmla="*/ 79 w 79"/>
                    <a:gd name="T11" fmla="*/ 499 h 499"/>
                    <a:gd name="T12" fmla="*/ 79 w 79"/>
                    <a:gd name="T13" fmla="*/ 191 h 499"/>
                    <a:gd name="T14" fmla="*/ 0 w 79"/>
                    <a:gd name="T15" fmla="*/ 0 h 499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79"/>
                    <a:gd name="T25" fmla="*/ 0 h 499"/>
                    <a:gd name="T26" fmla="*/ 79 w 79"/>
                    <a:gd name="T27" fmla="*/ 499 h 499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79" h="499">
                      <a:moveTo>
                        <a:pt x="0" y="0"/>
                      </a:moveTo>
                      <a:lnTo>
                        <a:pt x="0" y="390"/>
                      </a:lnTo>
                      <a:lnTo>
                        <a:pt x="9" y="432"/>
                      </a:lnTo>
                      <a:lnTo>
                        <a:pt x="35" y="463"/>
                      </a:lnTo>
                      <a:lnTo>
                        <a:pt x="54" y="486"/>
                      </a:lnTo>
                      <a:lnTo>
                        <a:pt x="79" y="499"/>
                      </a:lnTo>
                      <a:lnTo>
                        <a:pt x="79" y="19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5E0000"/>
                    </a:gs>
                    <a:gs pos="100000">
                      <a:srgbClr val="CC0000"/>
                    </a:gs>
                  </a:gsLst>
                  <a:lin ang="0" scaled="1"/>
                </a:gradFill>
                <a:ln>
                  <a:noFill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96" name="Freeform 57">
                  <a:extLst>
                    <a:ext uri="{FF2B5EF4-FFF2-40B4-BE49-F238E27FC236}">
                      <a16:creationId xmlns:a16="http://schemas.microsoft.com/office/drawing/2014/main" id="{F6ACC053-1135-ACB0-FD0D-2A26702147C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343" y="2136"/>
                  <a:ext cx="234" cy="150"/>
                </a:xfrm>
                <a:custGeom>
                  <a:avLst/>
                  <a:gdLst>
                    <a:gd name="T0" fmla="*/ 234 w 234"/>
                    <a:gd name="T1" fmla="*/ 24 h 150"/>
                    <a:gd name="T2" fmla="*/ 204 w 234"/>
                    <a:gd name="T3" fmla="*/ 15 h 150"/>
                    <a:gd name="T4" fmla="*/ 165 w 234"/>
                    <a:gd name="T5" fmla="*/ 3 h 150"/>
                    <a:gd name="T6" fmla="*/ 132 w 234"/>
                    <a:gd name="T7" fmla="*/ 0 h 150"/>
                    <a:gd name="T8" fmla="*/ 78 w 234"/>
                    <a:gd name="T9" fmla="*/ 9 h 150"/>
                    <a:gd name="T10" fmla="*/ 36 w 234"/>
                    <a:gd name="T11" fmla="*/ 24 h 150"/>
                    <a:gd name="T12" fmla="*/ 21 w 234"/>
                    <a:gd name="T13" fmla="*/ 42 h 150"/>
                    <a:gd name="T14" fmla="*/ 6 w 234"/>
                    <a:gd name="T15" fmla="*/ 63 h 150"/>
                    <a:gd name="T16" fmla="*/ 0 w 234"/>
                    <a:gd name="T17" fmla="*/ 90 h 150"/>
                    <a:gd name="T18" fmla="*/ 12 w 234"/>
                    <a:gd name="T19" fmla="*/ 114 h 150"/>
                    <a:gd name="T20" fmla="*/ 48 w 234"/>
                    <a:gd name="T21" fmla="*/ 150 h 150"/>
                    <a:gd name="T22" fmla="*/ 231 w 234"/>
                    <a:gd name="T23" fmla="*/ 135 h 150"/>
                    <a:gd name="T24" fmla="*/ 234 w 234"/>
                    <a:gd name="T25" fmla="*/ 24 h 150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w 234"/>
                    <a:gd name="T40" fmla="*/ 0 h 150"/>
                    <a:gd name="T41" fmla="*/ 234 w 234"/>
                    <a:gd name="T42" fmla="*/ 150 h 150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T39" t="T40" r="T41" b="T42"/>
                  <a:pathLst>
                    <a:path w="234" h="150">
                      <a:moveTo>
                        <a:pt x="234" y="24"/>
                      </a:moveTo>
                      <a:lnTo>
                        <a:pt x="204" y="15"/>
                      </a:lnTo>
                      <a:lnTo>
                        <a:pt x="165" y="3"/>
                      </a:lnTo>
                      <a:lnTo>
                        <a:pt x="132" y="0"/>
                      </a:lnTo>
                      <a:lnTo>
                        <a:pt x="78" y="9"/>
                      </a:lnTo>
                      <a:lnTo>
                        <a:pt x="36" y="24"/>
                      </a:lnTo>
                      <a:lnTo>
                        <a:pt x="21" y="42"/>
                      </a:lnTo>
                      <a:lnTo>
                        <a:pt x="6" y="63"/>
                      </a:lnTo>
                      <a:lnTo>
                        <a:pt x="0" y="90"/>
                      </a:lnTo>
                      <a:lnTo>
                        <a:pt x="12" y="114"/>
                      </a:lnTo>
                      <a:lnTo>
                        <a:pt x="48" y="150"/>
                      </a:lnTo>
                      <a:lnTo>
                        <a:pt x="231" y="135"/>
                      </a:lnTo>
                      <a:lnTo>
                        <a:pt x="234" y="24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FFCC00"/>
                    </a:gs>
                    <a:gs pos="100000">
                      <a:srgbClr val="765E00"/>
                    </a:gs>
                  </a:gsLst>
                  <a:lin ang="0" scaled="1"/>
                </a:gradFill>
                <a:ln>
                  <a:noFill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97" name="Freeform 58">
                  <a:extLst>
                    <a:ext uri="{FF2B5EF4-FFF2-40B4-BE49-F238E27FC236}">
                      <a16:creationId xmlns:a16="http://schemas.microsoft.com/office/drawing/2014/main" id="{D980B385-FFFF-BB25-373A-0242702F72D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379" y="2248"/>
                  <a:ext cx="200" cy="136"/>
                </a:xfrm>
                <a:custGeom>
                  <a:avLst/>
                  <a:gdLst>
                    <a:gd name="T0" fmla="*/ 52 w 200"/>
                    <a:gd name="T1" fmla="*/ 116 h 136"/>
                    <a:gd name="T2" fmla="*/ 48 w 200"/>
                    <a:gd name="T3" fmla="*/ 80 h 136"/>
                    <a:gd name="T4" fmla="*/ 60 w 200"/>
                    <a:gd name="T5" fmla="*/ 59 h 136"/>
                    <a:gd name="T6" fmla="*/ 99 w 200"/>
                    <a:gd name="T7" fmla="*/ 56 h 136"/>
                    <a:gd name="T8" fmla="*/ 153 w 200"/>
                    <a:gd name="T9" fmla="*/ 62 h 136"/>
                    <a:gd name="T10" fmla="*/ 200 w 200"/>
                    <a:gd name="T11" fmla="*/ 24 h 136"/>
                    <a:gd name="T12" fmla="*/ 174 w 200"/>
                    <a:gd name="T13" fmla="*/ 8 h 136"/>
                    <a:gd name="T14" fmla="*/ 140 w 200"/>
                    <a:gd name="T15" fmla="*/ 0 h 136"/>
                    <a:gd name="T16" fmla="*/ 96 w 200"/>
                    <a:gd name="T17" fmla="*/ 0 h 136"/>
                    <a:gd name="T18" fmla="*/ 48 w 200"/>
                    <a:gd name="T19" fmla="*/ 8 h 136"/>
                    <a:gd name="T20" fmla="*/ 0 w 200"/>
                    <a:gd name="T21" fmla="*/ 41 h 136"/>
                    <a:gd name="T22" fmla="*/ 4 w 200"/>
                    <a:gd name="T23" fmla="*/ 136 h 136"/>
                    <a:gd name="T24" fmla="*/ 52 w 200"/>
                    <a:gd name="T25" fmla="*/ 116 h 1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w 200"/>
                    <a:gd name="T40" fmla="*/ 0 h 136"/>
                    <a:gd name="T41" fmla="*/ 200 w 200"/>
                    <a:gd name="T42" fmla="*/ 136 h 136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T39" t="T40" r="T41" b="T42"/>
                  <a:pathLst>
                    <a:path w="200" h="136">
                      <a:moveTo>
                        <a:pt x="52" y="116"/>
                      </a:moveTo>
                      <a:lnTo>
                        <a:pt x="48" y="80"/>
                      </a:lnTo>
                      <a:lnTo>
                        <a:pt x="60" y="59"/>
                      </a:lnTo>
                      <a:lnTo>
                        <a:pt x="99" y="56"/>
                      </a:lnTo>
                      <a:lnTo>
                        <a:pt x="153" y="62"/>
                      </a:lnTo>
                      <a:lnTo>
                        <a:pt x="200" y="24"/>
                      </a:lnTo>
                      <a:lnTo>
                        <a:pt x="174" y="8"/>
                      </a:lnTo>
                      <a:lnTo>
                        <a:pt x="140" y="0"/>
                      </a:lnTo>
                      <a:lnTo>
                        <a:pt x="96" y="0"/>
                      </a:lnTo>
                      <a:lnTo>
                        <a:pt x="48" y="8"/>
                      </a:lnTo>
                      <a:lnTo>
                        <a:pt x="0" y="41"/>
                      </a:lnTo>
                      <a:lnTo>
                        <a:pt x="4" y="136"/>
                      </a:lnTo>
                      <a:lnTo>
                        <a:pt x="52" y="116"/>
                      </a:lnTo>
                      <a:close/>
                    </a:path>
                  </a:pathLst>
                </a:custGeom>
                <a:solidFill>
                  <a:srgbClr val="FFCCFF"/>
                </a:solidFill>
                <a:ln>
                  <a:noFill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98" name="Freeform 59">
                  <a:extLst>
                    <a:ext uri="{FF2B5EF4-FFF2-40B4-BE49-F238E27FC236}">
                      <a16:creationId xmlns:a16="http://schemas.microsoft.com/office/drawing/2014/main" id="{B1077CE3-2D93-1322-DFF4-1467B9A933B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83" y="1492"/>
                  <a:ext cx="424" cy="196"/>
                </a:xfrm>
                <a:custGeom>
                  <a:avLst/>
                  <a:gdLst>
                    <a:gd name="T0" fmla="*/ 0 w 424"/>
                    <a:gd name="T1" fmla="*/ 116 h 196"/>
                    <a:gd name="T2" fmla="*/ 40 w 424"/>
                    <a:gd name="T3" fmla="*/ 48 h 196"/>
                    <a:gd name="T4" fmla="*/ 92 w 424"/>
                    <a:gd name="T5" fmla="*/ 28 h 196"/>
                    <a:gd name="T6" fmla="*/ 124 w 424"/>
                    <a:gd name="T7" fmla="*/ 16 h 196"/>
                    <a:gd name="T8" fmla="*/ 180 w 424"/>
                    <a:gd name="T9" fmla="*/ 4 h 196"/>
                    <a:gd name="T10" fmla="*/ 244 w 424"/>
                    <a:gd name="T11" fmla="*/ 0 h 196"/>
                    <a:gd name="T12" fmla="*/ 320 w 424"/>
                    <a:gd name="T13" fmla="*/ 8 h 196"/>
                    <a:gd name="T14" fmla="*/ 380 w 424"/>
                    <a:gd name="T15" fmla="*/ 20 h 196"/>
                    <a:gd name="T16" fmla="*/ 424 w 424"/>
                    <a:gd name="T17" fmla="*/ 36 h 196"/>
                    <a:gd name="T18" fmla="*/ 424 w 424"/>
                    <a:gd name="T19" fmla="*/ 144 h 196"/>
                    <a:gd name="T20" fmla="*/ 32 w 424"/>
                    <a:gd name="T21" fmla="*/ 196 h 196"/>
                    <a:gd name="T22" fmla="*/ 0 w 424"/>
                    <a:gd name="T23" fmla="*/ 116 h 19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w 424"/>
                    <a:gd name="T37" fmla="*/ 0 h 196"/>
                    <a:gd name="T38" fmla="*/ 424 w 424"/>
                    <a:gd name="T39" fmla="*/ 196 h 19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T36" t="T37" r="T38" b="T39"/>
                  <a:pathLst>
                    <a:path w="424" h="196">
                      <a:moveTo>
                        <a:pt x="0" y="116"/>
                      </a:moveTo>
                      <a:lnTo>
                        <a:pt x="40" y="48"/>
                      </a:lnTo>
                      <a:lnTo>
                        <a:pt x="92" y="28"/>
                      </a:lnTo>
                      <a:lnTo>
                        <a:pt x="124" y="16"/>
                      </a:lnTo>
                      <a:lnTo>
                        <a:pt x="180" y="4"/>
                      </a:lnTo>
                      <a:lnTo>
                        <a:pt x="244" y="0"/>
                      </a:lnTo>
                      <a:lnTo>
                        <a:pt x="320" y="8"/>
                      </a:lnTo>
                      <a:lnTo>
                        <a:pt x="380" y="20"/>
                      </a:lnTo>
                      <a:lnTo>
                        <a:pt x="424" y="36"/>
                      </a:lnTo>
                      <a:lnTo>
                        <a:pt x="424" y="144"/>
                      </a:lnTo>
                      <a:lnTo>
                        <a:pt x="32" y="196"/>
                      </a:lnTo>
                      <a:lnTo>
                        <a:pt x="0" y="116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76762F"/>
                    </a:gs>
                    <a:gs pos="100000">
                      <a:srgbClr val="FFFF66"/>
                    </a:gs>
                  </a:gsLst>
                  <a:lin ang="0" scaled="1"/>
                </a:gradFill>
                <a:ln>
                  <a:noFill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99" name="Freeform 60">
                  <a:extLst>
                    <a:ext uri="{FF2B5EF4-FFF2-40B4-BE49-F238E27FC236}">
                      <a16:creationId xmlns:a16="http://schemas.microsoft.com/office/drawing/2014/main" id="{A3037B7E-25EE-5852-9410-936E8A746A5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15" y="1576"/>
                  <a:ext cx="400" cy="260"/>
                </a:xfrm>
                <a:custGeom>
                  <a:avLst/>
                  <a:gdLst>
                    <a:gd name="T0" fmla="*/ 296 w 400"/>
                    <a:gd name="T1" fmla="*/ 80 h 260"/>
                    <a:gd name="T2" fmla="*/ 332 w 400"/>
                    <a:gd name="T3" fmla="*/ 59 h 260"/>
                    <a:gd name="T4" fmla="*/ 369 w 400"/>
                    <a:gd name="T5" fmla="*/ 80 h 260"/>
                    <a:gd name="T6" fmla="*/ 400 w 400"/>
                    <a:gd name="T7" fmla="*/ 62 h 260"/>
                    <a:gd name="T8" fmla="*/ 332 w 400"/>
                    <a:gd name="T9" fmla="*/ 24 h 260"/>
                    <a:gd name="T10" fmla="*/ 288 w 400"/>
                    <a:gd name="T11" fmla="*/ 12 h 260"/>
                    <a:gd name="T12" fmla="*/ 216 w 400"/>
                    <a:gd name="T13" fmla="*/ 0 h 260"/>
                    <a:gd name="T14" fmla="*/ 152 w 400"/>
                    <a:gd name="T15" fmla="*/ 8 h 260"/>
                    <a:gd name="T16" fmla="*/ 96 w 400"/>
                    <a:gd name="T17" fmla="*/ 28 h 260"/>
                    <a:gd name="T18" fmla="*/ 52 w 400"/>
                    <a:gd name="T19" fmla="*/ 48 h 260"/>
                    <a:gd name="T20" fmla="*/ 8 w 400"/>
                    <a:gd name="T21" fmla="*/ 88 h 260"/>
                    <a:gd name="T22" fmla="*/ 0 w 400"/>
                    <a:gd name="T23" fmla="*/ 120 h 260"/>
                    <a:gd name="T24" fmla="*/ 20 w 400"/>
                    <a:gd name="T25" fmla="*/ 140 h 260"/>
                    <a:gd name="T26" fmla="*/ 52 w 400"/>
                    <a:gd name="T27" fmla="*/ 156 h 260"/>
                    <a:gd name="T28" fmla="*/ 52 w 400"/>
                    <a:gd name="T29" fmla="*/ 260 h 260"/>
                    <a:gd name="T30" fmla="*/ 100 w 400"/>
                    <a:gd name="T31" fmla="*/ 232 h 260"/>
                    <a:gd name="T32" fmla="*/ 296 w 400"/>
                    <a:gd name="T33" fmla="*/ 80 h 260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400"/>
                    <a:gd name="T52" fmla="*/ 0 h 260"/>
                    <a:gd name="T53" fmla="*/ 400 w 400"/>
                    <a:gd name="T54" fmla="*/ 260 h 260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400" h="260">
                      <a:moveTo>
                        <a:pt x="296" y="80"/>
                      </a:moveTo>
                      <a:lnTo>
                        <a:pt x="332" y="59"/>
                      </a:lnTo>
                      <a:lnTo>
                        <a:pt x="369" y="80"/>
                      </a:lnTo>
                      <a:lnTo>
                        <a:pt x="400" y="62"/>
                      </a:lnTo>
                      <a:lnTo>
                        <a:pt x="332" y="24"/>
                      </a:lnTo>
                      <a:lnTo>
                        <a:pt x="288" y="12"/>
                      </a:lnTo>
                      <a:lnTo>
                        <a:pt x="216" y="0"/>
                      </a:lnTo>
                      <a:lnTo>
                        <a:pt x="152" y="8"/>
                      </a:lnTo>
                      <a:lnTo>
                        <a:pt x="96" y="28"/>
                      </a:lnTo>
                      <a:lnTo>
                        <a:pt x="52" y="48"/>
                      </a:lnTo>
                      <a:lnTo>
                        <a:pt x="8" y="88"/>
                      </a:lnTo>
                      <a:lnTo>
                        <a:pt x="0" y="120"/>
                      </a:lnTo>
                      <a:lnTo>
                        <a:pt x="20" y="140"/>
                      </a:lnTo>
                      <a:lnTo>
                        <a:pt x="52" y="156"/>
                      </a:lnTo>
                      <a:lnTo>
                        <a:pt x="52" y="260"/>
                      </a:lnTo>
                      <a:lnTo>
                        <a:pt x="100" y="232"/>
                      </a:lnTo>
                      <a:lnTo>
                        <a:pt x="296" y="80"/>
                      </a:lnTo>
                      <a:close/>
                    </a:path>
                  </a:pathLst>
                </a:custGeom>
                <a:solidFill>
                  <a:srgbClr val="FFCCFF"/>
                </a:solidFill>
                <a:ln>
                  <a:noFill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0" name="Freeform 61">
                  <a:extLst>
                    <a:ext uri="{FF2B5EF4-FFF2-40B4-BE49-F238E27FC236}">
                      <a16:creationId xmlns:a16="http://schemas.microsoft.com/office/drawing/2014/main" id="{6491F9BF-672E-EBDC-8A9E-2601367EFB4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51" y="1628"/>
                  <a:ext cx="34" cy="536"/>
                </a:xfrm>
                <a:custGeom>
                  <a:avLst/>
                  <a:gdLst>
                    <a:gd name="T0" fmla="*/ 0 w 34"/>
                    <a:gd name="T1" fmla="*/ 0 h 536"/>
                    <a:gd name="T2" fmla="*/ 0 w 34"/>
                    <a:gd name="T3" fmla="*/ 516 h 536"/>
                    <a:gd name="T4" fmla="*/ 28 w 34"/>
                    <a:gd name="T5" fmla="*/ 536 h 536"/>
                    <a:gd name="T6" fmla="*/ 34 w 34"/>
                    <a:gd name="T7" fmla="*/ 20 h 536"/>
                    <a:gd name="T8" fmla="*/ 0 w 34"/>
                    <a:gd name="T9" fmla="*/ 0 h 53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4"/>
                    <a:gd name="T16" fmla="*/ 0 h 536"/>
                    <a:gd name="T17" fmla="*/ 34 w 34"/>
                    <a:gd name="T18" fmla="*/ 536 h 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4" h="536">
                      <a:moveTo>
                        <a:pt x="0" y="0"/>
                      </a:moveTo>
                      <a:lnTo>
                        <a:pt x="0" y="516"/>
                      </a:lnTo>
                      <a:lnTo>
                        <a:pt x="28" y="536"/>
                      </a:lnTo>
                      <a:lnTo>
                        <a:pt x="34" y="2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3333CC"/>
                </a:solidFill>
                <a:ln>
                  <a:noFill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1" name="Freeform 62">
                  <a:extLst>
                    <a:ext uri="{FF2B5EF4-FFF2-40B4-BE49-F238E27FC236}">
                      <a16:creationId xmlns:a16="http://schemas.microsoft.com/office/drawing/2014/main" id="{6D143201-BD26-6FA8-1956-B23EC1BCF78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11" y="1632"/>
                  <a:ext cx="44" cy="524"/>
                </a:xfrm>
                <a:custGeom>
                  <a:avLst/>
                  <a:gdLst>
                    <a:gd name="T0" fmla="*/ 0 w 44"/>
                    <a:gd name="T1" fmla="*/ 20 h 524"/>
                    <a:gd name="T2" fmla="*/ 0 w 44"/>
                    <a:gd name="T3" fmla="*/ 524 h 524"/>
                    <a:gd name="T4" fmla="*/ 44 w 44"/>
                    <a:gd name="T5" fmla="*/ 508 h 524"/>
                    <a:gd name="T6" fmla="*/ 44 w 44"/>
                    <a:gd name="T7" fmla="*/ 0 h 524"/>
                    <a:gd name="T8" fmla="*/ 0 w 44"/>
                    <a:gd name="T9" fmla="*/ 20 h 52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44"/>
                    <a:gd name="T16" fmla="*/ 0 h 524"/>
                    <a:gd name="T17" fmla="*/ 44 w 44"/>
                    <a:gd name="T18" fmla="*/ 524 h 52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44" h="524">
                      <a:moveTo>
                        <a:pt x="0" y="20"/>
                      </a:moveTo>
                      <a:lnTo>
                        <a:pt x="0" y="524"/>
                      </a:lnTo>
                      <a:lnTo>
                        <a:pt x="44" y="508"/>
                      </a:lnTo>
                      <a:lnTo>
                        <a:pt x="44" y="0"/>
                      </a:lnTo>
                      <a:lnTo>
                        <a:pt x="0" y="20"/>
                      </a:lnTo>
                      <a:close/>
                    </a:path>
                  </a:pathLst>
                </a:custGeom>
                <a:solidFill>
                  <a:srgbClr val="0099FF"/>
                </a:solidFill>
                <a:ln>
                  <a:noFill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2" name="Freeform 63">
                  <a:extLst>
                    <a:ext uri="{FF2B5EF4-FFF2-40B4-BE49-F238E27FC236}">
                      <a16:creationId xmlns:a16="http://schemas.microsoft.com/office/drawing/2014/main" id="{936FA65F-D97A-C3AC-D5FD-CDE58A06017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79" y="1632"/>
                  <a:ext cx="236" cy="548"/>
                </a:xfrm>
                <a:custGeom>
                  <a:avLst/>
                  <a:gdLst>
                    <a:gd name="T0" fmla="*/ 44 w 236"/>
                    <a:gd name="T1" fmla="*/ 176 h 548"/>
                    <a:gd name="T2" fmla="*/ 44 w 236"/>
                    <a:gd name="T3" fmla="*/ 548 h 548"/>
                    <a:gd name="T4" fmla="*/ 84 w 236"/>
                    <a:gd name="T5" fmla="*/ 532 h 548"/>
                    <a:gd name="T6" fmla="*/ 128 w 236"/>
                    <a:gd name="T7" fmla="*/ 524 h 548"/>
                    <a:gd name="T8" fmla="*/ 176 w 236"/>
                    <a:gd name="T9" fmla="*/ 520 h 548"/>
                    <a:gd name="T10" fmla="*/ 236 w 236"/>
                    <a:gd name="T11" fmla="*/ 528 h 548"/>
                    <a:gd name="T12" fmla="*/ 236 w 236"/>
                    <a:gd name="T13" fmla="*/ 20 h 548"/>
                    <a:gd name="T14" fmla="*/ 188 w 236"/>
                    <a:gd name="T15" fmla="*/ 8 h 548"/>
                    <a:gd name="T16" fmla="*/ 136 w 236"/>
                    <a:gd name="T17" fmla="*/ 0 h 548"/>
                    <a:gd name="T18" fmla="*/ 72 w 236"/>
                    <a:gd name="T19" fmla="*/ 8 h 548"/>
                    <a:gd name="T20" fmla="*/ 28 w 236"/>
                    <a:gd name="T21" fmla="*/ 36 h 548"/>
                    <a:gd name="T22" fmla="*/ 4 w 236"/>
                    <a:gd name="T23" fmla="*/ 64 h 548"/>
                    <a:gd name="T24" fmla="*/ 0 w 236"/>
                    <a:gd name="T25" fmla="*/ 100 h 548"/>
                    <a:gd name="T26" fmla="*/ 8 w 236"/>
                    <a:gd name="T27" fmla="*/ 128 h 548"/>
                    <a:gd name="T28" fmla="*/ 16 w 236"/>
                    <a:gd name="T29" fmla="*/ 148 h 548"/>
                    <a:gd name="T30" fmla="*/ 44 w 236"/>
                    <a:gd name="T31" fmla="*/ 176 h 548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w 236"/>
                    <a:gd name="T49" fmla="*/ 0 h 548"/>
                    <a:gd name="T50" fmla="*/ 236 w 236"/>
                    <a:gd name="T51" fmla="*/ 548 h 548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T48" t="T49" r="T50" b="T51"/>
                  <a:pathLst>
                    <a:path w="236" h="548">
                      <a:moveTo>
                        <a:pt x="44" y="176"/>
                      </a:moveTo>
                      <a:lnTo>
                        <a:pt x="44" y="548"/>
                      </a:lnTo>
                      <a:lnTo>
                        <a:pt x="84" y="532"/>
                      </a:lnTo>
                      <a:lnTo>
                        <a:pt x="128" y="524"/>
                      </a:lnTo>
                      <a:lnTo>
                        <a:pt x="176" y="520"/>
                      </a:lnTo>
                      <a:lnTo>
                        <a:pt x="236" y="528"/>
                      </a:lnTo>
                      <a:lnTo>
                        <a:pt x="236" y="20"/>
                      </a:lnTo>
                      <a:lnTo>
                        <a:pt x="188" y="8"/>
                      </a:lnTo>
                      <a:lnTo>
                        <a:pt x="136" y="0"/>
                      </a:lnTo>
                      <a:lnTo>
                        <a:pt x="72" y="8"/>
                      </a:lnTo>
                      <a:lnTo>
                        <a:pt x="28" y="36"/>
                      </a:lnTo>
                      <a:lnTo>
                        <a:pt x="4" y="64"/>
                      </a:lnTo>
                      <a:lnTo>
                        <a:pt x="0" y="100"/>
                      </a:lnTo>
                      <a:lnTo>
                        <a:pt x="8" y="128"/>
                      </a:lnTo>
                      <a:lnTo>
                        <a:pt x="16" y="148"/>
                      </a:lnTo>
                      <a:lnTo>
                        <a:pt x="44" y="176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765E00"/>
                    </a:gs>
                    <a:gs pos="100000">
                      <a:srgbClr val="FFCC00"/>
                    </a:gs>
                  </a:gsLst>
                  <a:lin ang="0" scaled="1"/>
                </a:gradFill>
                <a:ln>
                  <a:noFill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3" name="Freeform 64">
                  <a:extLst>
                    <a:ext uri="{FF2B5EF4-FFF2-40B4-BE49-F238E27FC236}">
                      <a16:creationId xmlns:a16="http://schemas.microsoft.com/office/drawing/2014/main" id="{29193794-3B9E-5998-ECB6-273806416B7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07" y="1424"/>
                  <a:ext cx="588" cy="376"/>
                </a:xfrm>
                <a:custGeom>
                  <a:avLst/>
                  <a:gdLst>
                    <a:gd name="T0" fmla="*/ 588 w 588"/>
                    <a:gd name="T1" fmla="*/ 72 h 376"/>
                    <a:gd name="T2" fmla="*/ 520 w 588"/>
                    <a:gd name="T3" fmla="*/ 36 h 376"/>
                    <a:gd name="T4" fmla="*/ 468 w 588"/>
                    <a:gd name="T5" fmla="*/ 20 h 376"/>
                    <a:gd name="T6" fmla="*/ 412 w 588"/>
                    <a:gd name="T7" fmla="*/ 8 h 376"/>
                    <a:gd name="T8" fmla="*/ 336 w 588"/>
                    <a:gd name="T9" fmla="*/ 0 h 376"/>
                    <a:gd name="T10" fmla="*/ 244 w 588"/>
                    <a:gd name="T11" fmla="*/ 8 h 376"/>
                    <a:gd name="T12" fmla="*/ 148 w 588"/>
                    <a:gd name="T13" fmla="*/ 36 h 376"/>
                    <a:gd name="T14" fmla="*/ 88 w 588"/>
                    <a:gd name="T15" fmla="*/ 64 h 376"/>
                    <a:gd name="T16" fmla="*/ 48 w 588"/>
                    <a:gd name="T17" fmla="*/ 96 h 376"/>
                    <a:gd name="T18" fmla="*/ 24 w 588"/>
                    <a:gd name="T19" fmla="*/ 124 h 376"/>
                    <a:gd name="T20" fmla="*/ 4 w 588"/>
                    <a:gd name="T21" fmla="*/ 168 h 376"/>
                    <a:gd name="T22" fmla="*/ 0 w 588"/>
                    <a:gd name="T23" fmla="*/ 214 h 376"/>
                    <a:gd name="T24" fmla="*/ 8 w 588"/>
                    <a:gd name="T25" fmla="*/ 268 h 376"/>
                    <a:gd name="T26" fmla="*/ 24 w 588"/>
                    <a:gd name="T27" fmla="*/ 304 h 376"/>
                    <a:gd name="T28" fmla="*/ 40 w 588"/>
                    <a:gd name="T29" fmla="*/ 332 h 376"/>
                    <a:gd name="T30" fmla="*/ 76 w 588"/>
                    <a:gd name="T31" fmla="*/ 376 h 376"/>
                    <a:gd name="T32" fmla="*/ 168 w 588"/>
                    <a:gd name="T33" fmla="*/ 323 h 376"/>
                    <a:gd name="T34" fmla="*/ 136 w 588"/>
                    <a:gd name="T35" fmla="*/ 296 h 376"/>
                    <a:gd name="T36" fmla="*/ 112 w 588"/>
                    <a:gd name="T37" fmla="*/ 280 h 376"/>
                    <a:gd name="T38" fmla="*/ 96 w 588"/>
                    <a:gd name="T39" fmla="*/ 236 h 376"/>
                    <a:gd name="T40" fmla="*/ 100 w 588"/>
                    <a:gd name="T41" fmla="*/ 180 h 376"/>
                    <a:gd name="T42" fmla="*/ 132 w 588"/>
                    <a:gd name="T43" fmla="*/ 128 h 376"/>
                    <a:gd name="T44" fmla="*/ 188 w 588"/>
                    <a:gd name="T45" fmla="*/ 92 h 376"/>
                    <a:gd name="T46" fmla="*/ 240 w 588"/>
                    <a:gd name="T47" fmla="*/ 76 h 376"/>
                    <a:gd name="T48" fmla="*/ 308 w 588"/>
                    <a:gd name="T49" fmla="*/ 68 h 376"/>
                    <a:gd name="T50" fmla="*/ 376 w 588"/>
                    <a:gd name="T51" fmla="*/ 76 h 376"/>
                    <a:gd name="T52" fmla="*/ 432 w 588"/>
                    <a:gd name="T53" fmla="*/ 88 h 376"/>
                    <a:gd name="T54" fmla="*/ 508 w 588"/>
                    <a:gd name="T55" fmla="*/ 112 h 376"/>
                    <a:gd name="T56" fmla="*/ 588 w 588"/>
                    <a:gd name="T57" fmla="*/ 72 h 37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w 588"/>
                    <a:gd name="T88" fmla="*/ 0 h 376"/>
                    <a:gd name="T89" fmla="*/ 588 w 588"/>
                    <a:gd name="T90" fmla="*/ 376 h 376"/>
                  </a:gdLst>
                  <a:ahLst/>
                  <a:cxnLst>
                    <a:cxn ang="T58">
                      <a:pos x="T0" y="T1"/>
                    </a:cxn>
                    <a:cxn ang="T59">
                      <a:pos x="T2" y="T3"/>
                    </a:cxn>
                    <a:cxn ang="T60">
                      <a:pos x="T4" y="T5"/>
                    </a:cxn>
                    <a:cxn ang="T61">
                      <a:pos x="T6" y="T7"/>
                    </a:cxn>
                    <a:cxn ang="T62">
                      <a:pos x="T8" y="T9"/>
                    </a:cxn>
                    <a:cxn ang="T63">
                      <a:pos x="T10" y="T11"/>
                    </a:cxn>
                    <a:cxn ang="T64">
                      <a:pos x="T12" y="T13"/>
                    </a:cxn>
                    <a:cxn ang="T65">
                      <a:pos x="T14" y="T15"/>
                    </a:cxn>
                    <a:cxn ang="T66">
                      <a:pos x="T16" y="T17"/>
                    </a:cxn>
                    <a:cxn ang="T67">
                      <a:pos x="T18" y="T19"/>
                    </a:cxn>
                    <a:cxn ang="T68">
                      <a:pos x="T20" y="T21"/>
                    </a:cxn>
                    <a:cxn ang="T69">
                      <a:pos x="T22" y="T23"/>
                    </a:cxn>
                    <a:cxn ang="T70">
                      <a:pos x="T24" y="T25"/>
                    </a:cxn>
                    <a:cxn ang="T71">
                      <a:pos x="T26" y="T27"/>
                    </a:cxn>
                    <a:cxn ang="T72">
                      <a:pos x="T28" y="T29"/>
                    </a:cxn>
                    <a:cxn ang="T73">
                      <a:pos x="T30" y="T31"/>
                    </a:cxn>
                    <a:cxn ang="T74">
                      <a:pos x="T32" y="T33"/>
                    </a:cxn>
                    <a:cxn ang="T75">
                      <a:pos x="T34" y="T35"/>
                    </a:cxn>
                    <a:cxn ang="T76">
                      <a:pos x="T36" y="T37"/>
                    </a:cxn>
                    <a:cxn ang="T77">
                      <a:pos x="T38" y="T39"/>
                    </a:cxn>
                    <a:cxn ang="T78">
                      <a:pos x="T40" y="T41"/>
                    </a:cxn>
                    <a:cxn ang="T79">
                      <a:pos x="T42" y="T43"/>
                    </a:cxn>
                    <a:cxn ang="T80">
                      <a:pos x="T44" y="T45"/>
                    </a:cxn>
                    <a:cxn ang="T81">
                      <a:pos x="T46" y="T47"/>
                    </a:cxn>
                    <a:cxn ang="T82">
                      <a:pos x="T48" y="T49"/>
                    </a:cxn>
                    <a:cxn ang="T83">
                      <a:pos x="T50" y="T51"/>
                    </a:cxn>
                    <a:cxn ang="T84">
                      <a:pos x="T52" y="T53"/>
                    </a:cxn>
                    <a:cxn ang="T85">
                      <a:pos x="T54" y="T55"/>
                    </a:cxn>
                    <a:cxn ang="T86">
                      <a:pos x="T56" y="T57"/>
                    </a:cxn>
                  </a:cxnLst>
                  <a:rect l="T87" t="T88" r="T89" b="T90"/>
                  <a:pathLst>
                    <a:path w="588" h="376">
                      <a:moveTo>
                        <a:pt x="588" y="72"/>
                      </a:moveTo>
                      <a:lnTo>
                        <a:pt x="520" y="36"/>
                      </a:lnTo>
                      <a:lnTo>
                        <a:pt x="468" y="20"/>
                      </a:lnTo>
                      <a:lnTo>
                        <a:pt x="412" y="8"/>
                      </a:lnTo>
                      <a:lnTo>
                        <a:pt x="336" y="0"/>
                      </a:lnTo>
                      <a:lnTo>
                        <a:pt x="244" y="8"/>
                      </a:lnTo>
                      <a:lnTo>
                        <a:pt x="148" y="36"/>
                      </a:lnTo>
                      <a:lnTo>
                        <a:pt x="88" y="64"/>
                      </a:lnTo>
                      <a:lnTo>
                        <a:pt x="48" y="96"/>
                      </a:lnTo>
                      <a:lnTo>
                        <a:pt x="24" y="124"/>
                      </a:lnTo>
                      <a:lnTo>
                        <a:pt x="4" y="168"/>
                      </a:lnTo>
                      <a:lnTo>
                        <a:pt x="0" y="214"/>
                      </a:lnTo>
                      <a:lnTo>
                        <a:pt x="8" y="268"/>
                      </a:lnTo>
                      <a:lnTo>
                        <a:pt x="24" y="304"/>
                      </a:lnTo>
                      <a:lnTo>
                        <a:pt x="40" y="332"/>
                      </a:lnTo>
                      <a:lnTo>
                        <a:pt x="76" y="376"/>
                      </a:lnTo>
                      <a:lnTo>
                        <a:pt x="168" y="323"/>
                      </a:lnTo>
                      <a:lnTo>
                        <a:pt x="136" y="296"/>
                      </a:lnTo>
                      <a:lnTo>
                        <a:pt x="112" y="280"/>
                      </a:lnTo>
                      <a:lnTo>
                        <a:pt x="96" y="236"/>
                      </a:lnTo>
                      <a:lnTo>
                        <a:pt x="100" y="180"/>
                      </a:lnTo>
                      <a:lnTo>
                        <a:pt x="132" y="128"/>
                      </a:lnTo>
                      <a:lnTo>
                        <a:pt x="188" y="92"/>
                      </a:lnTo>
                      <a:lnTo>
                        <a:pt x="240" y="76"/>
                      </a:lnTo>
                      <a:lnTo>
                        <a:pt x="308" y="68"/>
                      </a:lnTo>
                      <a:lnTo>
                        <a:pt x="376" y="76"/>
                      </a:lnTo>
                      <a:lnTo>
                        <a:pt x="432" y="88"/>
                      </a:lnTo>
                      <a:lnTo>
                        <a:pt x="508" y="112"/>
                      </a:lnTo>
                      <a:lnTo>
                        <a:pt x="588" y="72"/>
                      </a:lnTo>
                      <a:close/>
                    </a:path>
                  </a:pathLst>
                </a:custGeom>
                <a:solidFill>
                  <a:srgbClr val="FF3300"/>
                </a:solidFill>
                <a:ln w="12700">
                  <a:solidFill>
                    <a:srgbClr val="FF3300"/>
                  </a:solidFill>
                  <a:round/>
                  <a:headEnd type="none" w="sm" len="lg"/>
                  <a:tailEnd type="none" w="sm" len="lg"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4" name="Freeform 65">
                  <a:extLst>
                    <a:ext uri="{FF2B5EF4-FFF2-40B4-BE49-F238E27FC236}">
                      <a16:creationId xmlns:a16="http://schemas.microsoft.com/office/drawing/2014/main" id="{454DF483-42BC-8763-A7C5-BF94E34A1BF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74" y="2308"/>
                  <a:ext cx="321" cy="368"/>
                </a:xfrm>
                <a:custGeom>
                  <a:avLst/>
                  <a:gdLst>
                    <a:gd name="T0" fmla="*/ 5 w 321"/>
                    <a:gd name="T1" fmla="*/ 84 h 368"/>
                    <a:gd name="T2" fmla="*/ 0 w 321"/>
                    <a:gd name="T3" fmla="*/ 368 h 368"/>
                    <a:gd name="T4" fmla="*/ 89 w 321"/>
                    <a:gd name="T5" fmla="*/ 324 h 368"/>
                    <a:gd name="T6" fmla="*/ 133 w 321"/>
                    <a:gd name="T7" fmla="*/ 304 h 368"/>
                    <a:gd name="T8" fmla="*/ 181 w 321"/>
                    <a:gd name="T9" fmla="*/ 284 h 368"/>
                    <a:gd name="T10" fmla="*/ 221 w 321"/>
                    <a:gd name="T11" fmla="*/ 280 h 368"/>
                    <a:gd name="T12" fmla="*/ 261 w 321"/>
                    <a:gd name="T13" fmla="*/ 288 h 368"/>
                    <a:gd name="T14" fmla="*/ 285 w 321"/>
                    <a:gd name="T15" fmla="*/ 296 h 368"/>
                    <a:gd name="T16" fmla="*/ 321 w 321"/>
                    <a:gd name="T17" fmla="*/ 320 h 368"/>
                    <a:gd name="T18" fmla="*/ 321 w 321"/>
                    <a:gd name="T19" fmla="*/ 20 h 368"/>
                    <a:gd name="T20" fmla="*/ 281 w 321"/>
                    <a:gd name="T21" fmla="*/ 8 h 368"/>
                    <a:gd name="T22" fmla="*/ 225 w 321"/>
                    <a:gd name="T23" fmla="*/ 0 h 368"/>
                    <a:gd name="T24" fmla="*/ 173 w 321"/>
                    <a:gd name="T25" fmla="*/ 4 h 368"/>
                    <a:gd name="T26" fmla="*/ 109 w 321"/>
                    <a:gd name="T27" fmla="*/ 24 h 368"/>
                    <a:gd name="T28" fmla="*/ 5 w 321"/>
                    <a:gd name="T29" fmla="*/ 84 h 368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321"/>
                    <a:gd name="T46" fmla="*/ 0 h 368"/>
                    <a:gd name="T47" fmla="*/ 321 w 321"/>
                    <a:gd name="T48" fmla="*/ 368 h 368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321" h="368">
                      <a:moveTo>
                        <a:pt x="5" y="84"/>
                      </a:moveTo>
                      <a:lnTo>
                        <a:pt x="0" y="368"/>
                      </a:lnTo>
                      <a:lnTo>
                        <a:pt x="89" y="324"/>
                      </a:lnTo>
                      <a:lnTo>
                        <a:pt x="133" y="304"/>
                      </a:lnTo>
                      <a:lnTo>
                        <a:pt x="181" y="284"/>
                      </a:lnTo>
                      <a:lnTo>
                        <a:pt x="221" y="280"/>
                      </a:lnTo>
                      <a:lnTo>
                        <a:pt x="261" y="288"/>
                      </a:lnTo>
                      <a:lnTo>
                        <a:pt x="285" y="296"/>
                      </a:lnTo>
                      <a:lnTo>
                        <a:pt x="321" y="320"/>
                      </a:lnTo>
                      <a:lnTo>
                        <a:pt x="321" y="20"/>
                      </a:lnTo>
                      <a:lnTo>
                        <a:pt x="281" y="8"/>
                      </a:lnTo>
                      <a:lnTo>
                        <a:pt x="225" y="0"/>
                      </a:lnTo>
                      <a:lnTo>
                        <a:pt x="173" y="4"/>
                      </a:lnTo>
                      <a:lnTo>
                        <a:pt x="109" y="24"/>
                      </a:lnTo>
                      <a:lnTo>
                        <a:pt x="5" y="84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FFCC00"/>
                    </a:gs>
                    <a:gs pos="100000">
                      <a:srgbClr val="A88600"/>
                    </a:gs>
                  </a:gsLst>
                  <a:lin ang="0" scaled="1"/>
                </a:gradFill>
                <a:ln>
                  <a:noFill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5" name="Freeform 66">
                  <a:extLst>
                    <a:ext uri="{FF2B5EF4-FFF2-40B4-BE49-F238E27FC236}">
                      <a16:creationId xmlns:a16="http://schemas.microsoft.com/office/drawing/2014/main" id="{7F7E9970-BC44-8620-A113-E8C06C54AC0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83" y="1496"/>
                  <a:ext cx="112" cy="660"/>
                </a:xfrm>
                <a:custGeom>
                  <a:avLst/>
                  <a:gdLst>
                    <a:gd name="T0" fmla="*/ 32 w 112"/>
                    <a:gd name="T1" fmla="*/ 36 h 660"/>
                    <a:gd name="T2" fmla="*/ 32 w 112"/>
                    <a:gd name="T3" fmla="*/ 136 h 660"/>
                    <a:gd name="T4" fmla="*/ 0 w 112"/>
                    <a:gd name="T5" fmla="*/ 156 h 660"/>
                    <a:gd name="T6" fmla="*/ 0 w 112"/>
                    <a:gd name="T7" fmla="*/ 660 h 660"/>
                    <a:gd name="T8" fmla="*/ 112 w 112"/>
                    <a:gd name="T9" fmla="*/ 608 h 660"/>
                    <a:gd name="T10" fmla="*/ 112 w 112"/>
                    <a:gd name="T11" fmla="*/ 0 h 660"/>
                    <a:gd name="T12" fmla="*/ 32 w 112"/>
                    <a:gd name="T13" fmla="*/ 36 h 66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2"/>
                    <a:gd name="T22" fmla="*/ 0 h 660"/>
                    <a:gd name="T23" fmla="*/ 112 w 112"/>
                    <a:gd name="T24" fmla="*/ 660 h 66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2" h="660">
                      <a:moveTo>
                        <a:pt x="32" y="36"/>
                      </a:moveTo>
                      <a:lnTo>
                        <a:pt x="32" y="136"/>
                      </a:lnTo>
                      <a:lnTo>
                        <a:pt x="0" y="156"/>
                      </a:lnTo>
                      <a:lnTo>
                        <a:pt x="0" y="660"/>
                      </a:lnTo>
                      <a:lnTo>
                        <a:pt x="112" y="608"/>
                      </a:lnTo>
                      <a:lnTo>
                        <a:pt x="112" y="0"/>
                      </a:lnTo>
                      <a:lnTo>
                        <a:pt x="32" y="36"/>
                      </a:lnTo>
                      <a:close/>
                    </a:path>
                  </a:pathLst>
                </a:custGeom>
                <a:solidFill>
                  <a:srgbClr val="FF66FF"/>
                </a:solidFill>
                <a:ln w="28575">
                  <a:solidFill>
                    <a:srgbClr val="000000"/>
                  </a:solidFill>
                  <a:round/>
                  <a:headEnd type="none" w="sm" len="lg"/>
                  <a:tailEnd type="none" w="sm" len="lg"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6" name="Freeform 67">
                  <a:extLst>
                    <a:ext uri="{FF2B5EF4-FFF2-40B4-BE49-F238E27FC236}">
                      <a16:creationId xmlns:a16="http://schemas.microsoft.com/office/drawing/2014/main" id="{37C463F6-2388-559E-7071-97138CC74E9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27" y="2304"/>
                  <a:ext cx="153" cy="372"/>
                </a:xfrm>
                <a:custGeom>
                  <a:avLst/>
                  <a:gdLst>
                    <a:gd name="T0" fmla="*/ 0 w 153"/>
                    <a:gd name="T1" fmla="*/ 0 h 372"/>
                    <a:gd name="T2" fmla="*/ 152 w 153"/>
                    <a:gd name="T3" fmla="*/ 88 h 372"/>
                    <a:gd name="T4" fmla="*/ 153 w 153"/>
                    <a:gd name="T5" fmla="*/ 372 h 372"/>
                    <a:gd name="T6" fmla="*/ 0 w 153"/>
                    <a:gd name="T7" fmla="*/ 296 h 372"/>
                    <a:gd name="T8" fmla="*/ 0 w 153"/>
                    <a:gd name="T9" fmla="*/ 0 h 37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53"/>
                    <a:gd name="T16" fmla="*/ 0 h 372"/>
                    <a:gd name="T17" fmla="*/ 153 w 153"/>
                    <a:gd name="T18" fmla="*/ 372 h 37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53" h="372">
                      <a:moveTo>
                        <a:pt x="0" y="0"/>
                      </a:moveTo>
                      <a:lnTo>
                        <a:pt x="152" y="88"/>
                      </a:lnTo>
                      <a:lnTo>
                        <a:pt x="153" y="372"/>
                      </a:lnTo>
                      <a:lnTo>
                        <a:pt x="0" y="29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CC3399"/>
                </a:solidFill>
                <a:ln>
                  <a:noFill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7" name="Freeform 68">
                  <a:extLst>
                    <a:ext uri="{FF2B5EF4-FFF2-40B4-BE49-F238E27FC236}">
                      <a16:creationId xmlns:a16="http://schemas.microsoft.com/office/drawing/2014/main" id="{1C502025-52F7-30A9-F4B3-DBEC10D4CA1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91" y="2280"/>
                  <a:ext cx="136" cy="336"/>
                </a:xfrm>
                <a:custGeom>
                  <a:avLst/>
                  <a:gdLst>
                    <a:gd name="T0" fmla="*/ 0 w 136"/>
                    <a:gd name="T1" fmla="*/ 48 h 336"/>
                    <a:gd name="T2" fmla="*/ 88 w 136"/>
                    <a:gd name="T3" fmla="*/ 0 h 336"/>
                    <a:gd name="T4" fmla="*/ 88 w 136"/>
                    <a:gd name="T5" fmla="*/ 108 h 336"/>
                    <a:gd name="T6" fmla="*/ 136 w 136"/>
                    <a:gd name="T7" fmla="*/ 84 h 336"/>
                    <a:gd name="T8" fmla="*/ 136 w 136"/>
                    <a:gd name="T9" fmla="*/ 256 h 336"/>
                    <a:gd name="T10" fmla="*/ 0 w 136"/>
                    <a:gd name="T11" fmla="*/ 336 h 336"/>
                    <a:gd name="T12" fmla="*/ 0 w 136"/>
                    <a:gd name="T13" fmla="*/ 48 h 3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6"/>
                    <a:gd name="T22" fmla="*/ 0 h 336"/>
                    <a:gd name="T23" fmla="*/ 136 w 136"/>
                    <a:gd name="T24" fmla="*/ 336 h 3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6" h="336">
                      <a:moveTo>
                        <a:pt x="0" y="48"/>
                      </a:moveTo>
                      <a:lnTo>
                        <a:pt x="88" y="0"/>
                      </a:lnTo>
                      <a:lnTo>
                        <a:pt x="88" y="108"/>
                      </a:lnTo>
                      <a:lnTo>
                        <a:pt x="136" y="84"/>
                      </a:lnTo>
                      <a:lnTo>
                        <a:pt x="136" y="256"/>
                      </a:lnTo>
                      <a:lnTo>
                        <a:pt x="0" y="336"/>
                      </a:lnTo>
                      <a:lnTo>
                        <a:pt x="0" y="48"/>
                      </a:lnTo>
                      <a:close/>
                    </a:path>
                  </a:pathLst>
                </a:custGeom>
                <a:solidFill>
                  <a:srgbClr val="FF99FF"/>
                </a:solidFill>
                <a:ln w="38100">
                  <a:solidFill>
                    <a:srgbClr val="000000"/>
                  </a:solidFill>
                  <a:round/>
                  <a:headEnd type="none" w="sm" len="lg"/>
                  <a:tailEnd type="none" w="sm" len="lg"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8" name="Freeform 69">
                  <a:extLst>
                    <a:ext uri="{FF2B5EF4-FFF2-40B4-BE49-F238E27FC236}">
                      <a16:creationId xmlns:a16="http://schemas.microsoft.com/office/drawing/2014/main" id="{2CA8AB8F-2788-833F-3C19-D3635FDE26A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530" y="1748"/>
                  <a:ext cx="293" cy="732"/>
                </a:xfrm>
                <a:custGeom>
                  <a:avLst/>
                  <a:gdLst>
                    <a:gd name="T0" fmla="*/ 149 w 293"/>
                    <a:gd name="T1" fmla="*/ 40 h 732"/>
                    <a:gd name="T2" fmla="*/ 149 w 293"/>
                    <a:gd name="T3" fmla="*/ 356 h 732"/>
                    <a:gd name="T4" fmla="*/ 49 w 293"/>
                    <a:gd name="T5" fmla="*/ 414 h 732"/>
                    <a:gd name="T6" fmla="*/ 49 w 293"/>
                    <a:gd name="T7" fmla="*/ 532 h 732"/>
                    <a:gd name="T8" fmla="*/ 0 w 293"/>
                    <a:gd name="T9" fmla="*/ 560 h 732"/>
                    <a:gd name="T10" fmla="*/ 0 w 293"/>
                    <a:gd name="T11" fmla="*/ 732 h 732"/>
                    <a:gd name="T12" fmla="*/ 293 w 293"/>
                    <a:gd name="T13" fmla="*/ 563 h 732"/>
                    <a:gd name="T14" fmla="*/ 293 w 293"/>
                    <a:gd name="T15" fmla="*/ 56 h 732"/>
                    <a:gd name="T16" fmla="*/ 237 w 293"/>
                    <a:gd name="T17" fmla="*/ 88 h 732"/>
                    <a:gd name="T18" fmla="*/ 237 w 293"/>
                    <a:gd name="T19" fmla="*/ 0 h 732"/>
                    <a:gd name="T20" fmla="*/ 149 w 293"/>
                    <a:gd name="T21" fmla="*/ 40 h 732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293"/>
                    <a:gd name="T34" fmla="*/ 0 h 732"/>
                    <a:gd name="T35" fmla="*/ 293 w 293"/>
                    <a:gd name="T36" fmla="*/ 732 h 732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293" h="732">
                      <a:moveTo>
                        <a:pt x="149" y="40"/>
                      </a:moveTo>
                      <a:lnTo>
                        <a:pt x="149" y="356"/>
                      </a:lnTo>
                      <a:lnTo>
                        <a:pt x="49" y="414"/>
                      </a:lnTo>
                      <a:lnTo>
                        <a:pt x="49" y="532"/>
                      </a:lnTo>
                      <a:lnTo>
                        <a:pt x="0" y="560"/>
                      </a:lnTo>
                      <a:lnTo>
                        <a:pt x="0" y="732"/>
                      </a:lnTo>
                      <a:lnTo>
                        <a:pt x="293" y="563"/>
                      </a:lnTo>
                      <a:lnTo>
                        <a:pt x="293" y="56"/>
                      </a:lnTo>
                      <a:lnTo>
                        <a:pt x="237" y="88"/>
                      </a:lnTo>
                      <a:lnTo>
                        <a:pt x="237" y="0"/>
                      </a:lnTo>
                      <a:lnTo>
                        <a:pt x="149" y="40"/>
                      </a:lnTo>
                      <a:close/>
                    </a:path>
                  </a:pathLst>
                </a:custGeom>
                <a:solidFill>
                  <a:srgbClr val="FF99FF"/>
                </a:solidFill>
                <a:ln w="28575">
                  <a:solidFill>
                    <a:srgbClr val="000000"/>
                  </a:solidFill>
                  <a:round/>
                  <a:headEnd type="none" w="sm" len="lg"/>
                  <a:tailEnd type="none" w="sm" len="lg"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9" name="Freeform 70">
                  <a:extLst>
                    <a:ext uri="{FF2B5EF4-FFF2-40B4-BE49-F238E27FC236}">
                      <a16:creationId xmlns:a16="http://schemas.microsoft.com/office/drawing/2014/main" id="{6A8DA9BF-5EA5-82CD-8D10-492ABF677F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530" y="1968"/>
                  <a:ext cx="295" cy="511"/>
                </a:xfrm>
                <a:custGeom>
                  <a:avLst/>
                  <a:gdLst>
                    <a:gd name="T0" fmla="*/ 0 w 885"/>
                    <a:gd name="T1" fmla="*/ 6 h 1531"/>
                    <a:gd name="T2" fmla="*/ 4 w 885"/>
                    <a:gd name="T3" fmla="*/ 0 h 1531"/>
                    <a:gd name="T4" fmla="*/ 4 w 885"/>
                    <a:gd name="T5" fmla="*/ 0 h 1531"/>
                    <a:gd name="T6" fmla="*/ 0 60000 65536"/>
                    <a:gd name="T7" fmla="*/ 0 60000 65536"/>
                    <a:gd name="T8" fmla="*/ 0 60000 65536"/>
                    <a:gd name="T9" fmla="*/ 0 w 885"/>
                    <a:gd name="T10" fmla="*/ 0 h 1531"/>
                    <a:gd name="T11" fmla="*/ 885 w 885"/>
                    <a:gd name="T12" fmla="*/ 1531 h 153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885" h="1531">
                      <a:moveTo>
                        <a:pt x="0" y="1531"/>
                      </a:moveTo>
                      <a:lnTo>
                        <a:pt x="884" y="0"/>
                      </a:lnTo>
                      <a:lnTo>
                        <a:pt x="885" y="0"/>
                      </a:lnTo>
                    </a:path>
                  </a:pathLst>
                </a:custGeom>
                <a:solidFill>
                  <a:srgbClr val="FF99FF"/>
                </a:solidFill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10" name="Freeform 71">
                  <a:extLst>
                    <a:ext uri="{FF2B5EF4-FFF2-40B4-BE49-F238E27FC236}">
                      <a16:creationId xmlns:a16="http://schemas.microsoft.com/office/drawing/2014/main" id="{561E6235-AA32-D1CC-1484-EDCAB848DE5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41" y="2096"/>
                  <a:ext cx="184" cy="319"/>
                </a:xfrm>
                <a:custGeom>
                  <a:avLst/>
                  <a:gdLst>
                    <a:gd name="T0" fmla="*/ 0 w 552"/>
                    <a:gd name="T1" fmla="*/ 4 h 957"/>
                    <a:gd name="T2" fmla="*/ 2 w 552"/>
                    <a:gd name="T3" fmla="*/ 0 h 957"/>
                    <a:gd name="T4" fmla="*/ 2 w 552"/>
                    <a:gd name="T5" fmla="*/ 0 h 957"/>
                    <a:gd name="T6" fmla="*/ 0 60000 65536"/>
                    <a:gd name="T7" fmla="*/ 0 60000 65536"/>
                    <a:gd name="T8" fmla="*/ 0 60000 65536"/>
                    <a:gd name="T9" fmla="*/ 0 w 552"/>
                    <a:gd name="T10" fmla="*/ 0 h 957"/>
                    <a:gd name="T11" fmla="*/ 552 w 552"/>
                    <a:gd name="T12" fmla="*/ 957 h 95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552" h="957">
                      <a:moveTo>
                        <a:pt x="0" y="957"/>
                      </a:moveTo>
                      <a:lnTo>
                        <a:pt x="551" y="0"/>
                      </a:lnTo>
                      <a:lnTo>
                        <a:pt x="552" y="0"/>
                      </a:lnTo>
                    </a:path>
                  </a:pathLst>
                </a:custGeom>
                <a:solidFill>
                  <a:srgbClr val="FF99FF"/>
                </a:solidFill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11" name="Freeform 72">
                  <a:extLst>
                    <a:ext uri="{FF2B5EF4-FFF2-40B4-BE49-F238E27FC236}">
                      <a16:creationId xmlns:a16="http://schemas.microsoft.com/office/drawing/2014/main" id="{604D9F98-D372-C49F-B79B-88E2F7DEFFC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51" y="2224"/>
                  <a:ext cx="74" cy="127"/>
                </a:xfrm>
                <a:custGeom>
                  <a:avLst/>
                  <a:gdLst>
                    <a:gd name="T0" fmla="*/ 0 w 221"/>
                    <a:gd name="T1" fmla="*/ 2 h 380"/>
                    <a:gd name="T2" fmla="*/ 1 w 221"/>
                    <a:gd name="T3" fmla="*/ 0 h 380"/>
                    <a:gd name="T4" fmla="*/ 1 w 221"/>
                    <a:gd name="T5" fmla="*/ 0 h 380"/>
                    <a:gd name="T6" fmla="*/ 0 60000 65536"/>
                    <a:gd name="T7" fmla="*/ 0 60000 65536"/>
                    <a:gd name="T8" fmla="*/ 0 60000 65536"/>
                    <a:gd name="T9" fmla="*/ 0 w 221"/>
                    <a:gd name="T10" fmla="*/ 0 h 380"/>
                    <a:gd name="T11" fmla="*/ 221 w 221"/>
                    <a:gd name="T12" fmla="*/ 380 h 38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21" h="380">
                      <a:moveTo>
                        <a:pt x="0" y="380"/>
                      </a:moveTo>
                      <a:lnTo>
                        <a:pt x="220" y="0"/>
                      </a:lnTo>
                      <a:lnTo>
                        <a:pt x="221" y="0"/>
                      </a:lnTo>
                    </a:path>
                  </a:pathLst>
                </a:custGeom>
                <a:solidFill>
                  <a:srgbClr val="FF99FF"/>
                </a:solidFill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12" name="Freeform 73">
                  <a:extLst>
                    <a:ext uri="{FF2B5EF4-FFF2-40B4-BE49-F238E27FC236}">
                      <a16:creationId xmlns:a16="http://schemas.microsoft.com/office/drawing/2014/main" id="{DC744E27-22D6-6D19-918E-F491BA2C792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530" y="2283"/>
                  <a:ext cx="40" cy="68"/>
                </a:xfrm>
                <a:custGeom>
                  <a:avLst/>
                  <a:gdLst>
                    <a:gd name="T0" fmla="*/ 0 w 120"/>
                    <a:gd name="T1" fmla="*/ 1 h 205"/>
                    <a:gd name="T2" fmla="*/ 0 w 120"/>
                    <a:gd name="T3" fmla="*/ 0 h 205"/>
                    <a:gd name="T4" fmla="*/ 0 w 120"/>
                    <a:gd name="T5" fmla="*/ 0 h 205"/>
                    <a:gd name="T6" fmla="*/ 0 60000 65536"/>
                    <a:gd name="T7" fmla="*/ 0 60000 65536"/>
                    <a:gd name="T8" fmla="*/ 0 60000 65536"/>
                    <a:gd name="T9" fmla="*/ 0 w 120"/>
                    <a:gd name="T10" fmla="*/ 0 h 205"/>
                    <a:gd name="T11" fmla="*/ 120 w 120"/>
                    <a:gd name="T12" fmla="*/ 205 h 20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20" h="205">
                      <a:moveTo>
                        <a:pt x="0" y="205"/>
                      </a:moveTo>
                      <a:lnTo>
                        <a:pt x="119" y="0"/>
                      </a:lnTo>
                      <a:lnTo>
                        <a:pt x="120" y="0"/>
                      </a:lnTo>
                    </a:path>
                  </a:pathLst>
                </a:custGeom>
                <a:solidFill>
                  <a:srgbClr val="FF99FF"/>
                </a:solidFill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13" name="Freeform 74">
                  <a:extLst>
                    <a:ext uri="{FF2B5EF4-FFF2-40B4-BE49-F238E27FC236}">
                      <a16:creationId xmlns:a16="http://schemas.microsoft.com/office/drawing/2014/main" id="{12B63226-AA92-BC6E-B278-8421F0EBB0F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86" y="1801"/>
                  <a:ext cx="88" cy="151"/>
                </a:xfrm>
                <a:custGeom>
                  <a:avLst/>
                  <a:gdLst>
                    <a:gd name="T0" fmla="*/ 0 w 264"/>
                    <a:gd name="T1" fmla="*/ 2 h 455"/>
                    <a:gd name="T2" fmla="*/ 1 w 264"/>
                    <a:gd name="T3" fmla="*/ 0 h 455"/>
                    <a:gd name="T4" fmla="*/ 1 w 264"/>
                    <a:gd name="T5" fmla="*/ 0 h 455"/>
                    <a:gd name="T6" fmla="*/ 0 60000 65536"/>
                    <a:gd name="T7" fmla="*/ 0 60000 65536"/>
                    <a:gd name="T8" fmla="*/ 0 60000 65536"/>
                    <a:gd name="T9" fmla="*/ 0 w 264"/>
                    <a:gd name="T10" fmla="*/ 0 h 455"/>
                    <a:gd name="T11" fmla="*/ 264 w 264"/>
                    <a:gd name="T12" fmla="*/ 455 h 45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64" h="455">
                      <a:moveTo>
                        <a:pt x="0" y="455"/>
                      </a:moveTo>
                      <a:lnTo>
                        <a:pt x="263" y="0"/>
                      </a:lnTo>
                      <a:lnTo>
                        <a:pt x="264" y="0"/>
                      </a:lnTo>
                    </a:path>
                  </a:pathLst>
                </a:custGeom>
                <a:solidFill>
                  <a:srgbClr val="FF99FF"/>
                </a:solidFill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14" name="Freeform 75">
                  <a:extLst>
                    <a:ext uri="{FF2B5EF4-FFF2-40B4-BE49-F238E27FC236}">
                      <a16:creationId xmlns:a16="http://schemas.microsoft.com/office/drawing/2014/main" id="{96CD9A97-2E82-9B10-7DEE-179239C62CD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86" y="1774"/>
                  <a:ext cx="30" cy="50"/>
                </a:xfrm>
                <a:custGeom>
                  <a:avLst/>
                  <a:gdLst>
                    <a:gd name="T0" fmla="*/ 0 w 89"/>
                    <a:gd name="T1" fmla="*/ 1 h 151"/>
                    <a:gd name="T2" fmla="*/ 0 w 89"/>
                    <a:gd name="T3" fmla="*/ 0 h 151"/>
                    <a:gd name="T4" fmla="*/ 0 w 89"/>
                    <a:gd name="T5" fmla="*/ 0 h 151"/>
                    <a:gd name="T6" fmla="*/ 0 60000 65536"/>
                    <a:gd name="T7" fmla="*/ 0 60000 65536"/>
                    <a:gd name="T8" fmla="*/ 0 60000 65536"/>
                    <a:gd name="T9" fmla="*/ 0 w 89"/>
                    <a:gd name="T10" fmla="*/ 0 h 151"/>
                    <a:gd name="T11" fmla="*/ 89 w 89"/>
                    <a:gd name="T12" fmla="*/ 151 h 15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89" h="151">
                      <a:moveTo>
                        <a:pt x="0" y="151"/>
                      </a:moveTo>
                      <a:lnTo>
                        <a:pt x="88" y="0"/>
                      </a:lnTo>
                      <a:lnTo>
                        <a:pt x="89" y="0"/>
                      </a:lnTo>
                    </a:path>
                  </a:pathLst>
                </a:custGeom>
                <a:solidFill>
                  <a:srgbClr val="FF99FF"/>
                </a:solidFill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15" name="Freeform 76">
                  <a:extLst>
                    <a:ext uri="{FF2B5EF4-FFF2-40B4-BE49-F238E27FC236}">
                      <a16:creationId xmlns:a16="http://schemas.microsoft.com/office/drawing/2014/main" id="{057D0212-4941-1707-6F14-F19AAB27809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86" y="1840"/>
                  <a:ext cx="139" cy="240"/>
                </a:xfrm>
                <a:custGeom>
                  <a:avLst/>
                  <a:gdLst>
                    <a:gd name="T0" fmla="*/ 0 w 416"/>
                    <a:gd name="T1" fmla="*/ 3 h 719"/>
                    <a:gd name="T2" fmla="*/ 2 w 416"/>
                    <a:gd name="T3" fmla="*/ 0 h 719"/>
                    <a:gd name="T4" fmla="*/ 2 w 416"/>
                    <a:gd name="T5" fmla="*/ 0 h 719"/>
                    <a:gd name="T6" fmla="*/ 0 60000 65536"/>
                    <a:gd name="T7" fmla="*/ 0 60000 65536"/>
                    <a:gd name="T8" fmla="*/ 0 60000 65536"/>
                    <a:gd name="T9" fmla="*/ 0 w 416"/>
                    <a:gd name="T10" fmla="*/ 0 h 719"/>
                    <a:gd name="T11" fmla="*/ 416 w 416"/>
                    <a:gd name="T12" fmla="*/ 719 h 71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16" h="719">
                      <a:moveTo>
                        <a:pt x="0" y="719"/>
                      </a:moveTo>
                      <a:lnTo>
                        <a:pt x="415" y="0"/>
                      </a:lnTo>
                      <a:lnTo>
                        <a:pt x="416" y="0"/>
                      </a:lnTo>
                    </a:path>
                  </a:pathLst>
                </a:custGeom>
                <a:solidFill>
                  <a:srgbClr val="FF99FF"/>
                </a:solidFill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16" name="Freeform 77">
                  <a:extLst>
                    <a:ext uri="{FF2B5EF4-FFF2-40B4-BE49-F238E27FC236}">
                      <a16:creationId xmlns:a16="http://schemas.microsoft.com/office/drawing/2014/main" id="{6BAD380F-C34B-CBF2-EDDF-832273E5126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581" y="2112"/>
                  <a:ext cx="87" cy="151"/>
                </a:xfrm>
                <a:custGeom>
                  <a:avLst/>
                  <a:gdLst>
                    <a:gd name="T0" fmla="*/ 0 w 263"/>
                    <a:gd name="T1" fmla="*/ 2 h 454"/>
                    <a:gd name="T2" fmla="*/ 1 w 263"/>
                    <a:gd name="T3" fmla="*/ 0 h 454"/>
                    <a:gd name="T4" fmla="*/ 1 w 263"/>
                    <a:gd name="T5" fmla="*/ 0 h 454"/>
                    <a:gd name="T6" fmla="*/ 0 60000 65536"/>
                    <a:gd name="T7" fmla="*/ 0 60000 65536"/>
                    <a:gd name="T8" fmla="*/ 0 60000 65536"/>
                    <a:gd name="T9" fmla="*/ 0 w 263"/>
                    <a:gd name="T10" fmla="*/ 0 h 454"/>
                    <a:gd name="T11" fmla="*/ 263 w 263"/>
                    <a:gd name="T12" fmla="*/ 454 h 45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63" h="454">
                      <a:moveTo>
                        <a:pt x="0" y="454"/>
                      </a:moveTo>
                      <a:lnTo>
                        <a:pt x="262" y="0"/>
                      </a:lnTo>
                      <a:lnTo>
                        <a:pt x="263" y="0"/>
                      </a:lnTo>
                    </a:path>
                  </a:pathLst>
                </a:custGeom>
                <a:solidFill>
                  <a:srgbClr val="FF99FF"/>
                </a:solidFill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17" name="Freeform 78">
                  <a:extLst>
                    <a:ext uri="{FF2B5EF4-FFF2-40B4-BE49-F238E27FC236}">
                      <a16:creationId xmlns:a16="http://schemas.microsoft.com/office/drawing/2014/main" id="{0E3A1F9D-3439-B568-72FB-7FF428651B8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90" y="1587"/>
                  <a:ext cx="102" cy="178"/>
                </a:xfrm>
                <a:custGeom>
                  <a:avLst/>
                  <a:gdLst>
                    <a:gd name="T0" fmla="*/ 0 w 308"/>
                    <a:gd name="T1" fmla="*/ 2 h 534"/>
                    <a:gd name="T2" fmla="*/ 1 w 308"/>
                    <a:gd name="T3" fmla="*/ 0 h 534"/>
                    <a:gd name="T4" fmla="*/ 1 w 308"/>
                    <a:gd name="T5" fmla="*/ 0 h 534"/>
                    <a:gd name="T6" fmla="*/ 0 60000 65536"/>
                    <a:gd name="T7" fmla="*/ 0 60000 65536"/>
                    <a:gd name="T8" fmla="*/ 0 60000 65536"/>
                    <a:gd name="T9" fmla="*/ 0 w 308"/>
                    <a:gd name="T10" fmla="*/ 0 h 534"/>
                    <a:gd name="T11" fmla="*/ 308 w 308"/>
                    <a:gd name="T12" fmla="*/ 534 h 53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08" h="534">
                      <a:moveTo>
                        <a:pt x="0" y="534"/>
                      </a:moveTo>
                      <a:lnTo>
                        <a:pt x="307" y="0"/>
                      </a:lnTo>
                      <a:lnTo>
                        <a:pt x="308" y="0"/>
                      </a:lnTo>
                    </a:path>
                  </a:pathLst>
                </a:custGeom>
                <a:solidFill>
                  <a:srgbClr val="FF99FF"/>
                </a:solidFill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18" name="Freeform 79">
                  <a:extLst>
                    <a:ext uri="{FF2B5EF4-FFF2-40B4-BE49-F238E27FC236}">
                      <a16:creationId xmlns:a16="http://schemas.microsoft.com/office/drawing/2014/main" id="{111E43E4-14AE-3843-580F-61ED7CF26F4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90" y="1714"/>
                  <a:ext cx="102" cy="179"/>
                </a:xfrm>
                <a:custGeom>
                  <a:avLst/>
                  <a:gdLst>
                    <a:gd name="T0" fmla="*/ 0 w 308"/>
                    <a:gd name="T1" fmla="*/ 2 h 535"/>
                    <a:gd name="T2" fmla="*/ 1 w 308"/>
                    <a:gd name="T3" fmla="*/ 0 h 535"/>
                    <a:gd name="T4" fmla="*/ 1 w 308"/>
                    <a:gd name="T5" fmla="*/ 0 h 535"/>
                    <a:gd name="T6" fmla="*/ 0 60000 65536"/>
                    <a:gd name="T7" fmla="*/ 0 60000 65536"/>
                    <a:gd name="T8" fmla="*/ 0 60000 65536"/>
                    <a:gd name="T9" fmla="*/ 0 w 308"/>
                    <a:gd name="T10" fmla="*/ 0 h 535"/>
                    <a:gd name="T11" fmla="*/ 308 w 308"/>
                    <a:gd name="T12" fmla="*/ 535 h 53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08" h="535">
                      <a:moveTo>
                        <a:pt x="0" y="535"/>
                      </a:moveTo>
                      <a:lnTo>
                        <a:pt x="307" y="0"/>
                      </a:lnTo>
                      <a:lnTo>
                        <a:pt x="308" y="0"/>
                      </a:lnTo>
                    </a:path>
                  </a:pathLst>
                </a:custGeom>
                <a:solidFill>
                  <a:srgbClr val="FF99FF"/>
                </a:solidFill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19" name="Freeform 80">
                  <a:extLst>
                    <a:ext uri="{FF2B5EF4-FFF2-40B4-BE49-F238E27FC236}">
                      <a16:creationId xmlns:a16="http://schemas.microsoft.com/office/drawing/2014/main" id="{59B73016-8A88-BD52-959C-892D6C64656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90" y="1843"/>
                  <a:ext cx="102" cy="177"/>
                </a:xfrm>
                <a:custGeom>
                  <a:avLst/>
                  <a:gdLst>
                    <a:gd name="T0" fmla="*/ 0 w 308"/>
                    <a:gd name="T1" fmla="*/ 2 h 533"/>
                    <a:gd name="T2" fmla="*/ 1 w 308"/>
                    <a:gd name="T3" fmla="*/ 0 h 533"/>
                    <a:gd name="T4" fmla="*/ 1 w 308"/>
                    <a:gd name="T5" fmla="*/ 0 h 533"/>
                    <a:gd name="T6" fmla="*/ 0 60000 65536"/>
                    <a:gd name="T7" fmla="*/ 0 60000 65536"/>
                    <a:gd name="T8" fmla="*/ 0 60000 65536"/>
                    <a:gd name="T9" fmla="*/ 0 w 308"/>
                    <a:gd name="T10" fmla="*/ 0 h 533"/>
                    <a:gd name="T11" fmla="*/ 308 w 308"/>
                    <a:gd name="T12" fmla="*/ 533 h 533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08" h="533">
                      <a:moveTo>
                        <a:pt x="0" y="533"/>
                      </a:moveTo>
                      <a:lnTo>
                        <a:pt x="307" y="0"/>
                      </a:lnTo>
                      <a:lnTo>
                        <a:pt x="308" y="0"/>
                      </a:lnTo>
                    </a:path>
                  </a:pathLst>
                </a:custGeom>
                <a:solidFill>
                  <a:srgbClr val="FF99FF"/>
                </a:solidFill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20" name="Freeform 81">
                  <a:extLst>
                    <a:ext uri="{FF2B5EF4-FFF2-40B4-BE49-F238E27FC236}">
                      <a16:creationId xmlns:a16="http://schemas.microsoft.com/office/drawing/2014/main" id="{396E3E27-2974-8B7B-C82D-D3BCAABF125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90" y="1970"/>
                  <a:ext cx="102" cy="178"/>
                </a:xfrm>
                <a:custGeom>
                  <a:avLst/>
                  <a:gdLst>
                    <a:gd name="T0" fmla="*/ 0 w 308"/>
                    <a:gd name="T1" fmla="*/ 2 h 533"/>
                    <a:gd name="T2" fmla="*/ 1 w 308"/>
                    <a:gd name="T3" fmla="*/ 0 h 533"/>
                    <a:gd name="T4" fmla="*/ 1 w 308"/>
                    <a:gd name="T5" fmla="*/ 0 h 533"/>
                    <a:gd name="T6" fmla="*/ 0 60000 65536"/>
                    <a:gd name="T7" fmla="*/ 0 60000 65536"/>
                    <a:gd name="T8" fmla="*/ 0 60000 65536"/>
                    <a:gd name="T9" fmla="*/ 0 w 308"/>
                    <a:gd name="T10" fmla="*/ 0 h 533"/>
                    <a:gd name="T11" fmla="*/ 308 w 308"/>
                    <a:gd name="T12" fmla="*/ 533 h 533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08" h="533">
                      <a:moveTo>
                        <a:pt x="0" y="533"/>
                      </a:moveTo>
                      <a:lnTo>
                        <a:pt x="307" y="0"/>
                      </a:lnTo>
                      <a:lnTo>
                        <a:pt x="308" y="0"/>
                      </a:lnTo>
                    </a:path>
                  </a:pathLst>
                </a:custGeom>
                <a:solidFill>
                  <a:srgbClr val="FF99FF"/>
                </a:solidFill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21" name="Freeform 82">
                  <a:extLst>
                    <a:ext uri="{FF2B5EF4-FFF2-40B4-BE49-F238E27FC236}">
                      <a16:creationId xmlns:a16="http://schemas.microsoft.com/office/drawing/2014/main" id="{F1DDC0E9-80D2-9F4E-9943-77AE5AC8DF4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16" y="1519"/>
                  <a:ext cx="42" cy="71"/>
                </a:xfrm>
                <a:custGeom>
                  <a:avLst/>
                  <a:gdLst>
                    <a:gd name="T0" fmla="*/ 0 w 125"/>
                    <a:gd name="T1" fmla="*/ 1 h 215"/>
                    <a:gd name="T2" fmla="*/ 1 w 125"/>
                    <a:gd name="T3" fmla="*/ 0 h 215"/>
                    <a:gd name="T4" fmla="*/ 1 w 125"/>
                    <a:gd name="T5" fmla="*/ 0 h 215"/>
                    <a:gd name="T6" fmla="*/ 0 60000 65536"/>
                    <a:gd name="T7" fmla="*/ 0 60000 65536"/>
                    <a:gd name="T8" fmla="*/ 0 60000 65536"/>
                    <a:gd name="T9" fmla="*/ 0 w 125"/>
                    <a:gd name="T10" fmla="*/ 0 h 215"/>
                    <a:gd name="T11" fmla="*/ 125 w 125"/>
                    <a:gd name="T12" fmla="*/ 215 h 21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25" h="215">
                      <a:moveTo>
                        <a:pt x="0" y="215"/>
                      </a:moveTo>
                      <a:lnTo>
                        <a:pt x="124" y="0"/>
                      </a:lnTo>
                      <a:lnTo>
                        <a:pt x="125" y="0"/>
                      </a:lnTo>
                    </a:path>
                  </a:pathLst>
                </a:custGeom>
                <a:solidFill>
                  <a:srgbClr val="FF99FF"/>
                </a:solidFill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22" name="Freeform 83">
                  <a:extLst>
                    <a:ext uri="{FF2B5EF4-FFF2-40B4-BE49-F238E27FC236}">
                      <a16:creationId xmlns:a16="http://schemas.microsoft.com/office/drawing/2014/main" id="{7DFEE7FD-AD94-C9D4-20AB-9678B448B00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304" y="2393"/>
                  <a:ext cx="125" cy="217"/>
                </a:xfrm>
                <a:custGeom>
                  <a:avLst/>
                  <a:gdLst>
                    <a:gd name="T0" fmla="*/ 0 w 376"/>
                    <a:gd name="T1" fmla="*/ 3 h 650"/>
                    <a:gd name="T2" fmla="*/ 2 w 376"/>
                    <a:gd name="T3" fmla="*/ 0 h 650"/>
                    <a:gd name="T4" fmla="*/ 2 w 376"/>
                    <a:gd name="T5" fmla="*/ 0 h 650"/>
                    <a:gd name="T6" fmla="*/ 0 60000 65536"/>
                    <a:gd name="T7" fmla="*/ 0 60000 65536"/>
                    <a:gd name="T8" fmla="*/ 0 60000 65536"/>
                    <a:gd name="T9" fmla="*/ 0 w 376"/>
                    <a:gd name="T10" fmla="*/ 0 h 650"/>
                    <a:gd name="T11" fmla="*/ 376 w 376"/>
                    <a:gd name="T12" fmla="*/ 650 h 65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76" h="650">
                      <a:moveTo>
                        <a:pt x="0" y="650"/>
                      </a:moveTo>
                      <a:lnTo>
                        <a:pt x="375" y="0"/>
                      </a:lnTo>
                      <a:lnTo>
                        <a:pt x="376" y="0"/>
                      </a:lnTo>
                    </a:path>
                  </a:pathLst>
                </a:custGeom>
                <a:solidFill>
                  <a:srgbClr val="FF99FF"/>
                </a:solidFill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23" name="Freeform 84">
                  <a:extLst>
                    <a:ext uri="{FF2B5EF4-FFF2-40B4-BE49-F238E27FC236}">
                      <a16:creationId xmlns:a16="http://schemas.microsoft.com/office/drawing/2014/main" id="{A11EF119-BD1A-66AA-1CB8-1794094F5DD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92" y="2353"/>
                  <a:ext cx="87" cy="149"/>
                </a:xfrm>
                <a:custGeom>
                  <a:avLst/>
                  <a:gdLst>
                    <a:gd name="T0" fmla="*/ 0 w 259"/>
                    <a:gd name="T1" fmla="*/ 2 h 448"/>
                    <a:gd name="T2" fmla="*/ 1 w 259"/>
                    <a:gd name="T3" fmla="*/ 0 h 448"/>
                    <a:gd name="T4" fmla="*/ 1 w 259"/>
                    <a:gd name="T5" fmla="*/ 0 h 448"/>
                    <a:gd name="T6" fmla="*/ 0 60000 65536"/>
                    <a:gd name="T7" fmla="*/ 0 60000 65536"/>
                    <a:gd name="T8" fmla="*/ 0 60000 65536"/>
                    <a:gd name="T9" fmla="*/ 0 w 259"/>
                    <a:gd name="T10" fmla="*/ 0 h 448"/>
                    <a:gd name="T11" fmla="*/ 259 w 259"/>
                    <a:gd name="T12" fmla="*/ 448 h 44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59" h="448">
                      <a:moveTo>
                        <a:pt x="0" y="448"/>
                      </a:moveTo>
                      <a:lnTo>
                        <a:pt x="258" y="0"/>
                      </a:lnTo>
                      <a:lnTo>
                        <a:pt x="259" y="0"/>
                      </a:lnTo>
                    </a:path>
                  </a:pathLst>
                </a:custGeom>
                <a:solidFill>
                  <a:srgbClr val="FF99FF"/>
                </a:solidFill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24" name="Freeform 85">
                  <a:extLst>
                    <a:ext uri="{FF2B5EF4-FFF2-40B4-BE49-F238E27FC236}">
                      <a16:creationId xmlns:a16="http://schemas.microsoft.com/office/drawing/2014/main" id="{3CFA84EE-AB47-463A-DCE8-FF6BC5C8375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92" y="2307"/>
                  <a:ext cx="39" cy="67"/>
                </a:xfrm>
                <a:custGeom>
                  <a:avLst/>
                  <a:gdLst>
                    <a:gd name="T0" fmla="*/ 0 w 117"/>
                    <a:gd name="T1" fmla="*/ 1 h 202"/>
                    <a:gd name="T2" fmla="*/ 0 w 117"/>
                    <a:gd name="T3" fmla="*/ 0 h 202"/>
                    <a:gd name="T4" fmla="*/ 0 w 117"/>
                    <a:gd name="T5" fmla="*/ 0 h 202"/>
                    <a:gd name="T6" fmla="*/ 0 60000 65536"/>
                    <a:gd name="T7" fmla="*/ 0 60000 65536"/>
                    <a:gd name="T8" fmla="*/ 0 60000 65536"/>
                    <a:gd name="T9" fmla="*/ 0 w 117"/>
                    <a:gd name="T10" fmla="*/ 0 h 202"/>
                    <a:gd name="T11" fmla="*/ 117 w 117"/>
                    <a:gd name="T12" fmla="*/ 202 h 202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17" h="202">
                      <a:moveTo>
                        <a:pt x="0" y="202"/>
                      </a:moveTo>
                      <a:lnTo>
                        <a:pt x="116" y="0"/>
                      </a:lnTo>
                      <a:lnTo>
                        <a:pt x="117" y="0"/>
                      </a:lnTo>
                    </a:path>
                  </a:pathLst>
                </a:custGeom>
                <a:solidFill>
                  <a:srgbClr val="FF99FF"/>
                </a:solidFill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67" name="Group 86">
                <a:extLst>
                  <a:ext uri="{FF2B5EF4-FFF2-40B4-BE49-F238E27FC236}">
                    <a16:creationId xmlns:a16="http://schemas.microsoft.com/office/drawing/2014/main" id="{F4AA9B8F-5312-4089-4E10-DE0AC4E3920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22" y="2376"/>
                <a:ext cx="1472" cy="854"/>
                <a:chOff x="1822" y="2376"/>
                <a:chExt cx="1472" cy="854"/>
              </a:xfrm>
            </p:grpSpPr>
            <p:sp>
              <p:nvSpPr>
                <p:cNvPr id="68" name="Oval 87">
                  <a:extLst>
                    <a:ext uri="{FF2B5EF4-FFF2-40B4-BE49-F238E27FC236}">
                      <a16:creationId xmlns:a16="http://schemas.microsoft.com/office/drawing/2014/main" id="{814F2831-81AB-24E7-827B-74A876B7A2B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2" y="2796"/>
                  <a:ext cx="216" cy="131"/>
                </a:xfrm>
                <a:prstGeom prst="ellips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 type="none" w="sm" len="lg"/>
                  <a:tailEnd type="none" w="sm" len="lg"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9" name="Freeform 88">
                  <a:extLst>
                    <a:ext uri="{FF2B5EF4-FFF2-40B4-BE49-F238E27FC236}">
                      <a16:creationId xmlns:a16="http://schemas.microsoft.com/office/drawing/2014/main" id="{F2058BA3-E6FC-7CD0-EFC5-BBBB2C919C0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02" y="2947"/>
                  <a:ext cx="171" cy="23"/>
                </a:xfrm>
                <a:custGeom>
                  <a:avLst/>
                  <a:gdLst>
                    <a:gd name="T0" fmla="*/ 2 w 513"/>
                    <a:gd name="T1" fmla="*/ 0 h 67"/>
                    <a:gd name="T2" fmla="*/ 1 w 513"/>
                    <a:gd name="T3" fmla="*/ 0 h 67"/>
                    <a:gd name="T4" fmla="*/ 0 w 513"/>
                    <a:gd name="T5" fmla="*/ 0 h 67"/>
                    <a:gd name="T6" fmla="*/ 0 w 513"/>
                    <a:gd name="T7" fmla="*/ 0 h 6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13"/>
                    <a:gd name="T13" fmla="*/ 0 h 67"/>
                    <a:gd name="T14" fmla="*/ 513 w 513"/>
                    <a:gd name="T15" fmla="*/ 67 h 6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13" h="67">
                      <a:moveTo>
                        <a:pt x="513" y="67"/>
                      </a:moveTo>
                      <a:lnTo>
                        <a:pt x="256" y="0"/>
                      </a:lnTo>
                      <a:lnTo>
                        <a:pt x="0" y="67"/>
                      </a:lnTo>
                      <a:lnTo>
                        <a:pt x="1" y="67"/>
                      </a:lnTo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70" name="Oval 89">
                  <a:extLst>
                    <a:ext uri="{FF2B5EF4-FFF2-40B4-BE49-F238E27FC236}">
                      <a16:creationId xmlns:a16="http://schemas.microsoft.com/office/drawing/2014/main" id="{35C88D57-94C8-E547-6EDD-3E529BDEF22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06" y="2838"/>
                  <a:ext cx="108" cy="47"/>
                </a:xfrm>
                <a:prstGeom prst="ellips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 type="none" w="sm" len="lg"/>
                  <a:tailEnd type="none" w="sm" len="lg"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71" name="Line 90">
                  <a:extLst>
                    <a:ext uri="{FF2B5EF4-FFF2-40B4-BE49-F238E27FC236}">
                      <a16:creationId xmlns:a16="http://schemas.microsoft.com/office/drawing/2014/main" id="{82BE1D27-228D-1752-DF5F-3D2B01B5A24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004" y="2381"/>
                  <a:ext cx="1290" cy="745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prstDash val="lgDashDot"/>
                  <a:round/>
                  <a:headEnd type="none" w="sm" len="lg"/>
                  <a:tailEnd type="none" w="sm" len="lg"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72" name="Freeform 91">
                  <a:extLst>
                    <a:ext uri="{FF2B5EF4-FFF2-40B4-BE49-F238E27FC236}">
                      <a16:creationId xmlns:a16="http://schemas.microsoft.com/office/drawing/2014/main" id="{B586B26C-DB0A-7D15-DE3E-D8C48E76317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74" y="2490"/>
                  <a:ext cx="322" cy="190"/>
                </a:xfrm>
                <a:custGeom>
                  <a:avLst/>
                  <a:gdLst>
                    <a:gd name="T0" fmla="*/ 232 w 322"/>
                    <a:gd name="T1" fmla="*/ 12 h 190"/>
                    <a:gd name="T2" fmla="*/ 154 w 322"/>
                    <a:gd name="T3" fmla="*/ 0 h 190"/>
                    <a:gd name="T4" fmla="*/ 88 w 322"/>
                    <a:gd name="T5" fmla="*/ 9 h 190"/>
                    <a:gd name="T6" fmla="*/ 40 w 322"/>
                    <a:gd name="T7" fmla="*/ 30 h 190"/>
                    <a:gd name="T8" fmla="*/ 13 w 322"/>
                    <a:gd name="T9" fmla="*/ 57 h 190"/>
                    <a:gd name="T10" fmla="*/ 1 w 322"/>
                    <a:gd name="T11" fmla="*/ 99 h 190"/>
                    <a:gd name="T12" fmla="*/ 19 w 322"/>
                    <a:gd name="T13" fmla="*/ 141 h 190"/>
                    <a:gd name="T14" fmla="*/ 46 w 322"/>
                    <a:gd name="T15" fmla="*/ 168 h 190"/>
                    <a:gd name="T16" fmla="*/ 112 w 322"/>
                    <a:gd name="T17" fmla="*/ 186 h 190"/>
                    <a:gd name="T18" fmla="*/ 163 w 322"/>
                    <a:gd name="T19" fmla="*/ 189 h 190"/>
                    <a:gd name="T20" fmla="*/ 226 w 322"/>
                    <a:gd name="T21" fmla="*/ 180 h 190"/>
                    <a:gd name="T22" fmla="*/ 280 w 322"/>
                    <a:gd name="T23" fmla="*/ 162 h 190"/>
                    <a:gd name="T24" fmla="*/ 310 w 322"/>
                    <a:gd name="T25" fmla="*/ 135 h 190"/>
                    <a:gd name="T26" fmla="*/ 322 w 322"/>
                    <a:gd name="T27" fmla="*/ 99 h 190"/>
                    <a:gd name="T28" fmla="*/ 310 w 322"/>
                    <a:gd name="T29" fmla="*/ 54 h 190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322"/>
                    <a:gd name="T46" fmla="*/ 0 h 190"/>
                    <a:gd name="T47" fmla="*/ 322 w 322"/>
                    <a:gd name="T48" fmla="*/ 190 h 190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322" h="190">
                      <a:moveTo>
                        <a:pt x="232" y="12"/>
                      </a:moveTo>
                      <a:cubicBezTo>
                        <a:pt x="219" y="10"/>
                        <a:pt x="178" y="0"/>
                        <a:pt x="154" y="0"/>
                      </a:cubicBezTo>
                      <a:cubicBezTo>
                        <a:pt x="130" y="0"/>
                        <a:pt x="107" y="4"/>
                        <a:pt x="88" y="9"/>
                      </a:cubicBezTo>
                      <a:cubicBezTo>
                        <a:pt x="69" y="14"/>
                        <a:pt x="52" y="22"/>
                        <a:pt x="40" y="30"/>
                      </a:cubicBezTo>
                      <a:cubicBezTo>
                        <a:pt x="28" y="38"/>
                        <a:pt x="19" y="46"/>
                        <a:pt x="13" y="57"/>
                      </a:cubicBezTo>
                      <a:cubicBezTo>
                        <a:pt x="7" y="68"/>
                        <a:pt x="0" y="85"/>
                        <a:pt x="1" y="99"/>
                      </a:cubicBezTo>
                      <a:cubicBezTo>
                        <a:pt x="2" y="113"/>
                        <a:pt x="12" y="130"/>
                        <a:pt x="19" y="141"/>
                      </a:cubicBezTo>
                      <a:cubicBezTo>
                        <a:pt x="26" y="152"/>
                        <a:pt x="30" y="160"/>
                        <a:pt x="46" y="168"/>
                      </a:cubicBezTo>
                      <a:cubicBezTo>
                        <a:pt x="62" y="176"/>
                        <a:pt x="93" y="183"/>
                        <a:pt x="112" y="186"/>
                      </a:cubicBezTo>
                      <a:cubicBezTo>
                        <a:pt x="131" y="189"/>
                        <a:pt x="144" y="190"/>
                        <a:pt x="163" y="189"/>
                      </a:cubicBezTo>
                      <a:cubicBezTo>
                        <a:pt x="182" y="188"/>
                        <a:pt x="207" y="184"/>
                        <a:pt x="226" y="180"/>
                      </a:cubicBezTo>
                      <a:cubicBezTo>
                        <a:pt x="245" y="176"/>
                        <a:pt x="266" y="170"/>
                        <a:pt x="280" y="162"/>
                      </a:cubicBezTo>
                      <a:cubicBezTo>
                        <a:pt x="294" y="154"/>
                        <a:pt x="303" y="145"/>
                        <a:pt x="310" y="135"/>
                      </a:cubicBezTo>
                      <a:cubicBezTo>
                        <a:pt x="317" y="125"/>
                        <a:pt x="322" y="112"/>
                        <a:pt x="322" y="99"/>
                      </a:cubicBezTo>
                      <a:cubicBezTo>
                        <a:pt x="322" y="86"/>
                        <a:pt x="312" y="63"/>
                        <a:pt x="310" y="54"/>
                      </a:cubicBezTo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round/>
                  <a:headEnd type="none" w="sm" len="lg"/>
                  <a:tailEnd type="none" w="sm" len="lg"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73" name="Oval 92">
                  <a:extLst>
                    <a:ext uri="{FF2B5EF4-FFF2-40B4-BE49-F238E27FC236}">
                      <a16:creationId xmlns:a16="http://schemas.microsoft.com/office/drawing/2014/main" id="{F4944F5F-4912-3EB0-6250-EC0BE4DA7AE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00" y="2437"/>
                  <a:ext cx="468" cy="299"/>
                </a:xfrm>
                <a:prstGeom prst="ellips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 type="none" w="sm" len="lg"/>
                  <a:tailEnd type="none" w="sm" len="lg"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74" name="Oval 93">
                  <a:extLst>
                    <a:ext uri="{FF2B5EF4-FFF2-40B4-BE49-F238E27FC236}">
                      <a16:creationId xmlns:a16="http://schemas.microsoft.com/office/drawing/2014/main" id="{E509B740-C14A-3C4B-245F-945A075D26D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98" y="2376"/>
                  <a:ext cx="678" cy="419"/>
                </a:xfrm>
                <a:prstGeom prst="ellips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 type="none" w="sm" len="lg"/>
                  <a:tailEnd type="none" w="sm" len="lg"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75" name="Freeform 94">
                  <a:extLst>
                    <a:ext uri="{FF2B5EF4-FFF2-40B4-BE49-F238E27FC236}">
                      <a16:creationId xmlns:a16="http://schemas.microsoft.com/office/drawing/2014/main" id="{C2A1E9FF-83EB-51A6-8149-F6F75911988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22" y="2938"/>
                  <a:ext cx="169" cy="96"/>
                </a:xfrm>
                <a:custGeom>
                  <a:avLst/>
                  <a:gdLst>
                    <a:gd name="T0" fmla="*/ 0 w 505"/>
                    <a:gd name="T1" fmla="*/ 0 h 289"/>
                    <a:gd name="T2" fmla="*/ 2 w 505"/>
                    <a:gd name="T3" fmla="*/ 1 h 289"/>
                    <a:gd name="T4" fmla="*/ 2 w 505"/>
                    <a:gd name="T5" fmla="*/ 1 h 289"/>
                    <a:gd name="T6" fmla="*/ 0 60000 65536"/>
                    <a:gd name="T7" fmla="*/ 0 60000 65536"/>
                    <a:gd name="T8" fmla="*/ 0 60000 65536"/>
                    <a:gd name="T9" fmla="*/ 0 w 505"/>
                    <a:gd name="T10" fmla="*/ 0 h 289"/>
                    <a:gd name="T11" fmla="*/ 505 w 505"/>
                    <a:gd name="T12" fmla="*/ 289 h 28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505" h="289">
                      <a:moveTo>
                        <a:pt x="0" y="0"/>
                      </a:moveTo>
                      <a:lnTo>
                        <a:pt x="504" y="289"/>
                      </a:lnTo>
                      <a:lnTo>
                        <a:pt x="505" y="289"/>
                      </a:lnTo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76" name="Freeform 95">
                  <a:extLst>
                    <a:ext uri="{FF2B5EF4-FFF2-40B4-BE49-F238E27FC236}">
                      <a16:creationId xmlns:a16="http://schemas.microsoft.com/office/drawing/2014/main" id="{2E40BC18-F678-CB82-7A09-4A96D8440D8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22" y="2441"/>
                  <a:ext cx="860" cy="497"/>
                </a:xfrm>
                <a:custGeom>
                  <a:avLst/>
                  <a:gdLst>
                    <a:gd name="T0" fmla="*/ 11 w 2580"/>
                    <a:gd name="T1" fmla="*/ 0 h 1491"/>
                    <a:gd name="T2" fmla="*/ 0 w 2580"/>
                    <a:gd name="T3" fmla="*/ 6 h 1491"/>
                    <a:gd name="T4" fmla="*/ 0 w 2580"/>
                    <a:gd name="T5" fmla="*/ 6 h 1491"/>
                    <a:gd name="T6" fmla="*/ 0 60000 65536"/>
                    <a:gd name="T7" fmla="*/ 0 60000 65536"/>
                    <a:gd name="T8" fmla="*/ 0 60000 65536"/>
                    <a:gd name="T9" fmla="*/ 0 w 2580"/>
                    <a:gd name="T10" fmla="*/ 0 h 1491"/>
                    <a:gd name="T11" fmla="*/ 2580 w 2580"/>
                    <a:gd name="T12" fmla="*/ 1491 h 149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580" h="1491">
                      <a:moveTo>
                        <a:pt x="2580" y="0"/>
                      </a:moveTo>
                      <a:lnTo>
                        <a:pt x="0" y="1491"/>
                      </a:lnTo>
                      <a:lnTo>
                        <a:pt x="1" y="1491"/>
                      </a:lnTo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77" name="Freeform 96">
                  <a:extLst>
                    <a:ext uri="{FF2B5EF4-FFF2-40B4-BE49-F238E27FC236}">
                      <a16:creationId xmlns:a16="http://schemas.microsoft.com/office/drawing/2014/main" id="{C33E5770-D343-7C34-7A83-05628102B76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328" y="2733"/>
                  <a:ext cx="860" cy="497"/>
                </a:xfrm>
                <a:custGeom>
                  <a:avLst/>
                  <a:gdLst>
                    <a:gd name="T0" fmla="*/ 11 w 2579"/>
                    <a:gd name="T1" fmla="*/ 0 h 1491"/>
                    <a:gd name="T2" fmla="*/ 0 w 2579"/>
                    <a:gd name="T3" fmla="*/ 6 h 1491"/>
                    <a:gd name="T4" fmla="*/ 0 w 2579"/>
                    <a:gd name="T5" fmla="*/ 6 h 1491"/>
                    <a:gd name="T6" fmla="*/ 0 60000 65536"/>
                    <a:gd name="T7" fmla="*/ 0 60000 65536"/>
                    <a:gd name="T8" fmla="*/ 0 60000 65536"/>
                    <a:gd name="T9" fmla="*/ 0 w 2579"/>
                    <a:gd name="T10" fmla="*/ 0 h 1491"/>
                    <a:gd name="T11" fmla="*/ 2579 w 2579"/>
                    <a:gd name="T12" fmla="*/ 1491 h 149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579" h="1491">
                      <a:moveTo>
                        <a:pt x="2579" y="0"/>
                      </a:moveTo>
                      <a:lnTo>
                        <a:pt x="0" y="1491"/>
                      </a:lnTo>
                      <a:lnTo>
                        <a:pt x="1" y="1491"/>
                      </a:lnTo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78" name="Freeform 97">
                  <a:extLst>
                    <a:ext uri="{FF2B5EF4-FFF2-40B4-BE49-F238E27FC236}">
                      <a16:creationId xmlns:a16="http://schemas.microsoft.com/office/drawing/2014/main" id="{E9333EF6-5B24-9002-947E-4450EA6A212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05" y="2481"/>
                  <a:ext cx="40" cy="23"/>
                </a:xfrm>
                <a:custGeom>
                  <a:avLst/>
                  <a:gdLst>
                    <a:gd name="T0" fmla="*/ 0 w 120"/>
                    <a:gd name="T1" fmla="*/ 0 h 70"/>
                    <a:gd name="T2" fmla="*/ 0 w 120"/>
                    <a:gd name="T3" fmla="*/ 0 h 70"/>
                    <a:gd name="T4" fmla="*/ 0 w 120"/>
                    <a:gd name="T5" fmla="*/ 0 h 70"/>
                    <a:gd name="T6" fmla="*/ 0 60000 65536"/>
                    <a:gd name="T7" fmla="*/ 0 60000 65536"/>
                    <a:gd name="T8" fmla="*/ 0 60000 65536"/>
                    <a:gd name="T9" fmla="*/ 0 w 120"/>
                    <a:gd name="T10" fmla="*/ 0 h 70"/>
                    <a:gd name="T11" fmla="*/ 120 w 120"/>
                    <a:gd name="T12" fmla="*/ 70 h 7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20" h="70">
                      <a:moveTo>
                        <a:pt x="120" y="0"/>
                      </a:moveTo>
                      <a:lnTo>
                        <a:pt x="0" y="70"/>
                      </a:lnTo>
                      <a:lnTo>
                        <a:pt x="1" y="70"/>
                      </a:lnTo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79" name="Freeform 98">
                  <a:extLst>
                    <a:ext uri="{FF2B5EF4-FFF2-40B4-BE49-F238E27FC236}">
                      <a16:creationId xmlns:a16="http://schemas.microsoft.com/office/drawing/2014/main" id="{8A6FF69F-9E08-D603-2C4F-6418DE44D78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75" y="2525"/>
                  <a:ext cx="46" cy="26"/>
                </a:xfrm>
                <a:custGeom>
                  <a:avLst/>
                  <a:gdLst>
                    <a:gd name="T0" fmla="*/ 1 w 137"/>
                    <a:gd name="T1" fmla="*/ 0 h 79"/>
                    <a:gd name="T2" fmla="*/ 0 w 137"/>
                    <a:gd name="T3" fmla="*/ 0 h 79"/>
                    <a:gd name="T4" fmla="*/ 0 w 137"/>
                    <a:gd name="T5" fmla="*/ 0 h 79"/>
                    <a:gd name="T6" fmla="*/ 0 60000 65536"/>
                    <a:gd name="T7" fmla="*/ 0 60000 65536"/>
                    <a:gd name="T8" fmla="*/ 0 60000 65536"/>
                    <a:gd name="T9" fmla="*/ 0 w 137"/>
                    <a:gd name="T10" fmla="*/ 0 h 79"/>
                    <a:gd name="T11" fmla="*/ 137 w 137"/>
                    <a:gd name="T12" fmla="*/ 79 h 7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37" h="79">
                      <a:moveTo>
                        <a:pt x="137" y="0"/>
                      </a:moveTo>
                      <a:lnTo>
                        <a:pt x="0" y="79"/>
                      </a:lnTo>
                      <a:lnTo>
                        <a:pt x="1" y="79"/>
                      </a:lnTo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80" name="Freeform 99">
                  <a:extLst>
                    <a:ext uri="{FF2B5EF4-FFF2-40B4-BE49-F238E27FC236}">
                      <a16:creationId xmlns:a16="http://schemas.microsoft.com/office/drawing/2014/main" id="{7F24514B-4F9B-8EE5-4182-7032C4F9F61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39" y="2481"/>
                  <a:ext cx="76" cy="44"/>
                </a:xfrm>
                <a:custGeom>
                  <a:avLst/>
                  <a:gdLst>
                    <a:gd name="T0" fmla="*/ 0 w 229"/>
                    <a:gd name="T1" fmla="*/ 0 h 132"/>
                    <a:gd name="T2" fmla="*/ 1 w 229"/>
                    <a:gd name="T3" fmla="*/ 1 h 132"/>
                    <a:gd name="T4" fmla="*/ 1 w 229"/>
                    <a:gd name="T5" fmla="*/ 1 h 132"/>
                    <a:gd name="T6" fmla="*/ 0 60000 65536"/>
                    <a:gd name="T7" fmla="*/ 0 60000 65536"/>
                    <a:gd name="T8" fmla="*/ 0 60000 65536"/>
                    <a:gd name="T9" fmla="*/ 0 w 229"/>
                    <a:gd name="T10" fmla="*/ 0 h 132"/>
                    <a:gd name="T11" fmla="*/ 229 w 229"/>
                    <a:gd name="T12" fmla="*/ 132 h 132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29" h="132">
                      <a:moveTo>
                        <a:pt x="0" y="0"/>
                      </a:moveTo>
                      <a:lnTo>
                        <a:pt x="228" y="132"/>
                      </a:lnTo>
                      <a:lnTo>
                        <a:pt x="229" y="132"/>
                      </a:lnTo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81" name="Freeform 100">
                  <a:extLst>
                    <a:ext uri="{FF2B5EF4-FFF2-40B4-BE49-F238E27FC236}">
                      <a16:creationId xmlns:a16="http://schemas.microsoft.com/office/drawing/2014/main" id="{B8CC9A5F-C0C6-F798-FE1C-8CC4384A915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90" y="2970"/>
                  <a:ext cx="112" cy="64"/>
                </a:xfrm>
                <a:custGeom>
                  <a:avLst/>
                  <a:gdLst>
                    <a:gd name="T0" fmla="*/ 1 w 334"/>
                    <a:gd name="T1" fmla="*/ 0 h 194"/>
                    <a:gd name="T2" fmla="*/ 0 w 334"/>
                    <a:gd name="T3" fmla="*/ 1 h 194"/>
                    <a:gd name="T4" fmla="*/ 0 w 334"/>
                    <a:gd name="T5" fmla="*/ 1 h 194"/>
                    <a:gd name="T6" fmla="*/ 0 60000 65536"/>
                    <a:gd name="T7" fmla="*/ 0 60000 65536"/>
                    <a:gd name="T8" fmla="*/ 0 60000 65536"/>
                    <a:gd name="T9" fmla="*/ 0 w 334"/>
                    <a:gd name="T10" fmla="*/ 0 h 194"/>
                    <a:gd name="T11" fmla="*/ 334 w 334"/>
                    <a:gd name="T12" fmla="*/ 194 h 19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34" h="194">
                      <a:moveTo>
                        <a:pt x="334" y="0"/>
                      </a:moveTo>
                      <a:lnTo>
                        <a:pt x="0" y="194"/>
                      </a:lnTo>
                      <a:lnTo>
                        <a:pt x="1" y="194"/>
                      </a:lnTo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82" name="Freeform 101">
                  <a:extLst>
                    <a:ext uri="{FF2B5EF4-FFF2-40B4-BE49-F238E27FC236}">
                      <a16:creationId xmlns:a16="http://schemas.microsoft.com/office/drawing/2014/main" id="{BBE6CE35-4109-13C8-B077-8E6C83C68E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61" y="3069"/>
                  <a:ext cx="112" cy="64"/>
                </a:xfrm>
                <a:custGeom>
                  <a:avLst/>
                  <a:gdLst>
                    <a:gd name="T0" fmla="*/ 1 w 336"/>
                    <a:gd name="T1" fmla="*/ 0 h 194"/>
                    <a:gd name="T2" fmla="*/ 0 w 336"/>
                    <a:gd name="T3" fmla="*/ 1 h 194"/>
                    <a:gd name="T4" fmla="*/ 0 w 336"/>
                    <a:gd name="T5" fmla="*/ 1 h 194"/>
                    <a:gd name="T6" fmla="*/ 0 60000 65536"/>
                    <a:gd name="T7" fmla="*/ 0 60000 65536"/>
                    <a:gd name="T8" fmla="*/ 0 60000 65536"/>
                    <a:gd name="T9" fmla="*/ 0 w 336"/>
                    <a:gd name="T10" fmla="*/ 0 h 194"/>
                    <a:gd name="T11" fmla="*/ 336 w 336"/>
                    <a:gd name="T12" fmla="*/ 194 h 19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36" h="194">
                      <a:moveTo>
                        <a:pt x="336" y="0"/>
                      </a:moveTo>
                      <a:lnTo>
                        <a:pt x="0" y="194"/>
                      </a:lnTo>
                      <a:lnTo>
                        <a:pt x="1" y="194"/>
                      </a:lnTo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83" name="Freeform 102">
                  <a:extLst>
                    <a:ext uri="{FF2B5EF4-FFF2-40B4-BE49-F238E27FC236}">
                      <a16:creationId xmlns:a16="http://schemas.microsoft.com/office/drawing/2014/main" id="{5FD84149-708B-2DB3-CE23-82256911C4E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73" y="2970"/>
                  <a:ext cx="25" cy="99"/>
                </a:xfrm>
                <a:custGeom>
                  <a:avLst/>
                  <a:gdLst>
                    <a:gd name="T0" fmla="*/ 0 w 75"/>
                    <a:gd name="T1" fmla="*/ 1 h 297"/>
                    <a:gd name="T2" fmla="*/ 0 w 75"/>
                    <a:gd name="T3" fmla="*/ 1 h 297"/>
                    <a:gd name="T4" fmla="*/ 0 w 75"/>
                    <a:gd name="T5" fmla="*/ 0 h 297"/>
                    <a:gd name="T6" fmla="*/ 0 w 75"/>
                    <a:gd name="T7" fmla="*/ 0 h 297"/>
                    <a:gd name="T8" fmla="*/ 0 w 75"/>
                    <a:gd name="T9" fmla="*/ 0 h 29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"/>
                    <a:gd name="T16" fmla="*/ 0 h 297"/>
                    <a:gd name="T17" fmla="*/ 75 w 75"/>
                    <a:gd name="T18" fmla="*/ 297 h 29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" h="297">
                      <a:moveTo>
                        <a:pt x="0" y="297"/>
                      </a:moveTo>
                      <a:lnTo>
                        <a:pt x="75" y="208"/>
                      </a:lnTo>
                      <a:lnTo>
                        <a:pt x="75" y="90"/>
                      </a:lnTo>
                      <a:lnTo>
                        <a:pt x="0" y="0"/>
                      </a:lnTo>
                      <a:lnTo>
                        <a:pt x="1" y="0"/>
                      </a:lnTo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84" name="Freeform 103">
                  <a:extLst>
                    <a:ext uri="{FF2B5EF4-FFF2-40B4-BE49-F238E27FC236}">
                      <a16:creationId xmlns:a16="http://schemas.microsoft.com/office/drawing/2014/main" id="{291E06C0-1F50-FE55-4DD6-F6A3759A5B0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61" y="3133"/>
                  <a:ext cx="168" cy="97"/>
                </a:xfrm>
                <a:custGeom>
                  <a:avLst/>
                  <a:gdLst>
                    <a:gd name="T0" fmla="*/ 0 w 504"/>
                    <a:gd name="T1" fmla="*/ 0 h 290"/>
                    <a:gd name="T2" fmla="*/ 2 w 504"/>
                    <a:gd name="T3" fmla="*/ 1 h 290"/>
                    <a:gd name="T4" fmla="*/ 2 w 504"/>
                    <a:gd name="T5" fmla="*/ 1 h 290"/>
                    <a:gd name="T6" fmla="*/ 0 60000 65536"/>
                    <a:gd name="T7" fmla="*/ 0 60000 65536"/>
                    <a:gd name="T8" fmla="*/ 0 60000 65536"/>
                    <a:gd name="T9" fmla="*/ 0 w 504"/>
                    <a:gd name="T10" fmla="*/ 0 h 290"/>
                    <a:gd name="T11" fmla="*/ 504 w 504"/>
                    <a:gd name="T12" fmla="*/ 290 h 29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504" h="290">
                      <a:moveTo>
                        <a:pt x="0" y="0"/>
                      </a:moveTo>
                      <a:lnTo>
                        <a:pt x="503" y="290"/>
                      </a:lnTo>
                      <a:lnTo>
                        <a:pt x="504" y="290"/>
                      </a:lnTo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85" name="Freeform 104">
                  <a:extLst>
                    <a:ext uri="{FF2B5EF4-FFF2-40B4-BE49-F238E27FC236}">
                      <a16:creationId xmlns:a16="http://schemas.microsoft.com/office/drawing/2014/main" id="{CB6AF008-9894-D218-26AE-DE9A3CB3A32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336" y="2790"/>
                  <a:ext cx="243" cy="141"/>
                </a:xfrm>
                <a:custGeom>
                  <a:avLst/>
                  <a:gdLst>
                    <a:gd name="T0" fmla="*/ 0 w 730"/>
                    <a:gd name="T1" fmla="*/ 0 h 421"/>
                    <a:gd name="T2" fmla="*/ 3 w 730"/>
                    <a:gd name="T3" fmla="*/ 2 h 421"/>
                    <a:gd name="T4" fmla="*/ 3 w 730"/>
                    <a:gd name="T5" fmla="*/ 2 h 421"/>
                    <a:gd name="T6" fmla="*/ 0 60000 65536"/>
                    <a:gd name="T7" fmla="*/ 0 60000 65536"/>
                    <a:gd name="T8" fmla="*/ 0 60000 65536"/>
                    <a:gd name="T9" fmla="*/ 0 w 730"/>
                    <a:gd name="T10" fmla="*/ 0 h 421"/>
                    <a:gd name="T11" fmla="*/ 730 w 730"/>
                    <a:gd name="T12" fmla="*/ 421 h 42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730" h="421">
                      <a:moveTo>
                        <a:pt x="0" y="0"/>
                      </a:moveTo>
                      <a:lnTo>
                        <a:pt x="729" y="421"/>
                      </a:lnTo>
                      <a:lnTo>
                        <a:pt x="730" y="421"/>
                      </a:lnTo>
                    </a:path>
                  </a:pathLst>
                </a:cu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86" name="Freeform 105">
                  <a:extLst>
                    <a:ext uri="{FF2B5EF4-FFF2-40B4-BE49-F238E27FC236}">
                      <a16:creationId xmlns:a16="http://schemas.microsoft.com/office/drawing/2014/main" id="{4E7A749A-8B7D-7E06-00CF-56E1EE41AEE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66" y="2949"/>
                  <a:ext cx="259" cy="150"/>
                </a:xfrm>
                <a:custGeom>
                  <a:avLst/>
                  <a:gdLst>
                    <a:gd name="T0" fmla="*/ 0 w 777"/>
                    <a:gd name="T1" fmla="*/ 0 h 449"/>
                    <a:gd name="T2" fmla="*/ 3 w 777"/>
                    <a:gd name="T3" fmla="*/ 2 h 449"/>
                    <a:gd name="T4" fmla="*/ 3 w 777"/>
                    <a:gd name="T5" fmla="*/ 2 h 449"/>
                    <a:gd name="T6" fmla="*/ 0 60000 65536"/>
                    <a:gd name="T7" fmla="*/ 0 60000 65536"/>
                    <a:gd name="T8" fmla="*/ 0 60000 65536"/>
                    <a:gd name="T9" fmla="*/ 0 w 777"/>
                    <a:gd name="T10" fmla="*/ 0 h 449"/>
                    <a:gd name="T11" fmla="*/ 777 w 777"/>
                    <a:gd name="T12" fmla="*/ 449 h 44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777" h="449">
                      <a:moveTo>
                        <a:pt x="0" y="0"/>
                      </a:moveTo>
                      <a:lnTo>
                        <a:pt x="776" y="449"/>
                      </a:lnTo>
                      <a:lnTo>
                        <a:pt x="777" y="449"/>
                      </a:lnTo>
                    </a:path>
                  </a:pathLst>
                </a:cu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87" name="Group 106">
                  <a:extLst>
                    <a:ext uri="{FF2B5EF4-FFF2-40B4-BE49-F238E27FC236}">
                      <a16:creationId xmlns:a16="http://schemas.microsoft.com/office/drawing/2014/main" id="{92F32EC8-C49B-7D66-039E-23C6A0FD136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654" y="2424"/>
                  <a:ext cx="601" cy="348"/>
                  <a:chOff x="2654" y="2424"/>
                  <a:chExt cx="601" cy="348"/>
                </a:xfrm>
              </p:grpSpPr>
              <p:sp>
                <p:nvSpPr>
                  <p:cNvPr id="88" name="Freeform 107">
                    <a:extLst>
                      <a:ext uri="{FF2B5EF4-FFF2-40B4-BE49-F238E27FC236}">
                        <a16:creationId xmlns:a16="http://schemas.microsoft.com/office/drawing/2014/main" id="{5329979F-5B5B-9A51-A0D3-6D8FBA5988C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654" y="2424"/>
                    <a:ext cx="199" cy="116"/>
                  </a:xfrm>
                  <a:custGeom>
                    <a:avLst/>
                    <a:gdLst>
                      <a:gd name="T0" fmla="*/ 0 w 599"/>
                      <a:gd name="T1" fmla="*/ 0 h 347"/>
                      <a:gd name="T2" fmla="*/ 2 w 599"/>
                      <a:gd name="T3" fmla="*/ 1 h 347"/>
                      <a:gd name="T4" fmla="*/ 2 w 599"/>
                      <a:gd name="T5" fmla="*/ 1 h 347"/>
                      <a:gd name="T6" fmla="*/ 0 60000 65536"/>
                      <a:gd name="T7" fmla="*/ 0 60000 65536"/>
                      <a:gd name="T8" fmla="*/ 0 60000 65536"/>
                      <a:gd name="T9" fmla="*/ 0 w 599"/>
                      <a:gd name="T10" fmla="*/ 0 h 347"/>
                      <a:gd name="T11" fmla="*/ 599 w 599"/>
                      <a:gd name="T12" fmla="*/ 347 h 347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599" h="347">
                        <a:moveTo>
                          <a:pt x="0" y="0"/>
                        </a:moveTo>
                        <a:lnTo>
                          <a:pt x="598" y="347"/>
                        </a:lnTo>
                        <a:lnTo>
                          <a:pt x="599" y="347"/>
                        </a:lnTo>
                      </a:path>
                    </a:pathLst>
                  </a:custGeom>
                  <a:noFill/>
                  <a:ln w="1905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zh-CN" altLang="en-US" kern="0">
                      <a:solidFill>
                        <a:sysClr val="windowText" lastClr="000000"/>
                      </a:solidFill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89" name="Freeform 108">
                    <a:extLst>
                      <a:ext uri="{FF2B5EF4-FFF2-40B4-BE49-F238E27FC236}">
                        <a16:creationId xmlns:a16="http://schemas.microsoft.com/office/drawing/2014/main" id="{8449CE18-C8B0-E781-21A9-38F304F9334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876" y="2552"/>
                    <a:ext cx="5" cy="4"/>
                  </a:xfrm>
                  <a:custGeom>
                    <a:avLst/>
                    <a:gdLst>
                      <a:gd name="T0" fmla="*/ 0 w 16"/>
                      <a:gd name="T1" fmla="*/ 0 h 10"/>
                      <a:gd name="T2" fmla="*/ 0 w 16"/>
                      <a:gd name="T3" fmla="*/ 0 h 10"/>
                      <a:gd name="T4" fmla="*/ 0 w 16"/>
                      <a:gd name="T5" fmla="*/ 0 h 10"/>
                      <a:gd name="T6" fmla="*/ 0 60000 65536"/>
                      <a:gd name="T7" fmla="*/ 0 60000 65536"/>
                      <a:gd name="T8" fmla="*/ 0 60000 65536"/>
                      <a:gd name="T9" fmla="*/ 0 w 16"/>
                      <a:gd name="T10" fmla="*/ 0 h 10"/>
                      <a:gd name="T11" fmla="*/ 16 w 16"/>
                      <a:gd name="T12" fmla="*/ 10 h 1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16" h="10">
                        <a:moveTo>
                          <a:pt x="0" y="0"/>
                        </a:moveTo>
                        <a:lnTo>
                          <a:pt x="15" y="10"/>
                        </a:lnTo>
                        <a:lnTo>
                          <a:pt x="16" y="10"/>
                        </a:lnTo>
                      </a:path>
                    </a:pathLst>
                  </a:custGeom>
                  <a:noFill/>
                  <a:ln w="1905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zh-CN" altLang="en-US" kern="0">
                      <a:solidFill>
                        <a:sysClr val="windowText" lastClr="000000"/>
                      </a:solidFill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90" name="Freeform 109">
                    <a:extLst>
                      <a:ext uri="{FF2B5EF4-FFF2-40B4-BE49-F238E27FC236}">
                        <a16:creationId xmlns:a16="http://schemas.microsoft.com/office/drawing/2014/main" id="{76DDDF2C-B770-817F-462B-B6787A0343E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899" y="2566"/>
                    <a:ext cx="356" cy="206"/>
                  </a:xfrm>
                  <a:custGeom>
                    <a:avLst/>
                    <a:gdLst>
                      <a:gd name="T0" fmla="*/ 0 w 1069"/>
                      <a:gd name="T1" fmla="*/ 0 h 618"/>
                      <a:gd name="T2" fmla="*/ 4 w 1069"/>
                      <a:gd name="T3" fmla="*/ 3 h 618"/>
                      <a:gd name="T4" fmla="*/ 4 w 1069"/>
                      <a:gd name="T5" fmla="*/ 3 h 618"/>
                      <a:gd name="T6" fmla="*/ 0 60000 65536"/>
                      <a:gd name="T7" fmla="*/ 0 60000 65536"/>
                      <a:gd name="T8" fmla="*/ 0 60000 65536"/>
                      <a:gd name="T9" fmla="*/ 0 w 1069"/>
                      <a:gd name="T10" fmla="*/ 0 h 618"/>
                      <a:gd name="T11" fmla="*/ 1069 w 1069"/>
                      <a:gd name="T12" fmla="*/ 618 h 618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1069" h="618">
                        <a:moveTo>
                          <a:pt x="0" y="0"/>
                        </a:moveTo>
                        <a:lnTo>
                          <a:pt x="1068" y="618"/>
                        </a:lnTo>
                        <a:lnTo>
                          <a:pt x="1069" y="618"/>
                        </a:lnTo>
                      </a:path>
                    </a:pathLst>
                  </a:custGeom>
                  <a:noFill/>
                  <a:ln w="1905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zh-CN" altLang="en-US" kern="0">
                      <a:solidFill>
                        <a:sysClr val="windowText" lastClr="000000"/>
                      </a:solidFill>
                      <a:ea typeface="宋体" panose="02010600030101010101" pitchFamily="2" charset="-122"/>
                    </a:endParaRPr>
                  </a:p>
                </p:txBody>
              </p:sp>
            </p:grpSp>
          </p:grpSp>
        </p:grpSp>
        <p:grpSp>
          <p:nvGrpSpPr>
            <p:cNvPr id="53" name="Group 110">
              <a:extLst>
                <a:ext uri="{FF2B5EF4-FFF2-40B4-BE49-F238E27FC236}">
                  <a16:creationId xmlns:a16="http://schemas.microsoft.com/office/drawing/2014/main" id="{73FB105E-3C0B-51ED-FDF9-16933DC2F85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75" y="1293"/>
              <a:ext cx="1700" cy="2078"/>
              <a:chOff x="1878" y="1111"/>
              <a:chExt cx="1700" cy="2078"/>
            </a:xfrm>
          </p:grpSpPr>
          <p:sp>
            <p:nvSpPr>
              <p:cNvPr id="54" name="Freeform 111">
                <a:extLst>
                  <a:ext uri="{FF2B5EF4-FFF2-40B4-BE49-F238E27FC236}">
                    <a16:creationId xmlns:a16="http://schemas.microsoft.com/office/drawing/2014/main" id="{9E64B49F-AD18-ADC3-E3F9-2FBB278DFA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78" y="1111"/>
                <a:ext cx="1700" cy="2078"/>
              </a:xfrm>
              <a:custGeom>
                <a:avLst/>
                <a:gdLst>
                  <a:gd name="T0" fmla="*/ 11 w 1700"/>
                  <a:gd name="T1" fmla="*/ 966 h 2078"/>
                  <a:gd name="T2" fmla="*/ 1700 w 1700"/>
                  <a:gd name="T3" fmla="*/ 0 h 2078"/>
                  <a:gd name="T4" fmla="*/ 1700 w 1700"/>
                  <a:gd name="T5" fmla="*/ 1100 h 2078"/>
                  <a:gd name="T6" fmla="*/ 0 w 1700"/>
                  <a:gd name="T7" fmla="*/ 2078 h 2078"/>
                  <a:gd name="T8" fmla="*/ 11 w 1700"/>
                  <a:gd name="T9" fmla="*/ 966 h 207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00"/>
                  <a:gd name="T16" fmla="*/ 0 h 2078"/>
                  <a:gd name="T17" fmla="*/ 1700 w 1700"/>
                  <a:gd name="T18" fmla="*/ 2078 h 207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00" h="2078">
                    <a:moveTo>
                      <a:pt x="11" y="966"/>
                    </a:moveTo>
                    <a:lnTo>
                      <a:pt x="1700" y="0"/>
                    </a:lnTo>
                    <a:lnTo>
                      <a:pt x="1700" y="1100"/>
                    </a:lnTo>
                    <a:lnTo>
                      <a:pt x="0" y="2078"/>
                    </a:lnTo>
                    <a:lnTo>
                      <a:pt x="11" y="966"/>
                    </a:lnTo>
                    <a:close/>
                  </a:path>
                </a:pathLst>
              </a:custGeom>
              <a:solidFill>
                <a:srgbClr val="CCCCFF">
                  <a:alpha val="50195"/>
                </a:srgbClr>
              </a:solidFill>
              <a:ln w="12700">
                <a:solidFill>
                  <a:srgbClr val="000000"/>
                </a:solidFill>
                <a:round/>
                <a:headEnd type="none" w="sm" len="lg"/>
                <a:tailEnd type="none" w="sm" len="lg"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grpSp>
            <p:nvGrpSpPr>
              <p:cNvPr id="55" name="Group 112">
                <a:extLst>
                  <a:ext uri="{FF2B5EF4-FFF2-40B4-BE49-F238E27FC236}">
                    <a16:creationId xmlns:a16="http://schemas.microsoft.com/office/drawing/2014/main" id="{F4E3D375-F526-000B-6D9A-4608AEAE258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78" y="1494"/>
                <a:ext cx="1100" cy="1388"/>
                <a:chOff x="2178" y="1494"/>
                <a:chExt cx="1100" cy="1388"/>
              </a:xfrm>
            </p:grpSpPr>
            <p:sp>
              <p:nvSpPr>
                <p:cNvPr id="56" name="Freeform 113">
                  <a:extLst>
                    <a:ext uri="{FF2B5EF4-FFF2-40B4-BE49-F238E27FC236}">
                      <a16:creationId xmlns:a16="http://schemas.microsoft.com/office/drawing/2014/main" id="{D9551CAE-BC87-9288-6AD6-4E8E79E85BC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82" y="1660"/>
                  <a:ext cx="42" cy="82"/>
                </a:xfrm>
                <a:custGeom>
                  <a:avLst/>
                  <a:gdLst>
                    <a:gd name="T0" fmla="*/ 0 w 42"/>
                    <a:gd name="T1" fmla="*/ 0 h 82"/>
                    <a:gd name="T2" fmla="*/ 0 w 42"/>
                    <a:gd name="T3" fmla="*/ 82 h 82"/>
                    <a:gd name="T4" fmla="*/ 8 w 42"/>
                    <a:gd name="T5" fmla="*/ 68 h 82"/>
                    <a:gd name="T6" fmla="*/ 8 w 42"/>
                    <a:gd name="T7" fmla="*/ 48 h 82"/>
                    <a:gd name="T8" fmla="*/ 42 w 42"/>
                    <a:gd name="T9" fmla="*/ 28 h 82"/>
                    <a:gd name="T10" fmla="*/ 0 w 42"/>
                    <a:gd name="T11" fmla="*/ 0 h 82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42"/>
                    <a:gd name="T19" fmla="*/ 0 h 82"/>
                    <a:gd name="T20" fmla="*/ 42 w 42"/>
                    <a:gd name="T21" fmla="*/ 82 h 82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42" h="82">
                      <a:moveTo>
                        <a:pt x="0" y="0"/>
                      </a:moveTo>
                      <a:lnTo>
                        <a:pt x="0" y="82"/>
                      </a:lnTo>
                      <a:lnTo>
                        <a:pt x="8" y="68"/>
                      </a:lnTo>
                      <a:lnTo>
                        <a:pt x="8" y="48"/>
                      </a:lnTo>
                      <a:lnTo>
                        <a:pt x="42" y="2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3333CC"/>
                </a:solidFill>
                <a:ln>
                  <a:noFill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7" name="Freeform 114">
                  <a:extLst>
                    <a:ext uri="{FF2B5EF4-FFF2-40B4-BE49-F238E27FC236}">
                      <a16:creationId xmlns:a16="http://schemas.microsoft.com/office/drawing/2014/main" id="{FFD48350-AB88-7466-529C-7CA1D57D7A9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12" y="1542"/>
                  <a:ext cx="62" cy="148"/>
                </a:xfrm>
                <a:custGeom>
                  <a:avLst/>
                  <a:gdLst>
                    <a:gd name="T0" fmla="*/ 0 w 62"/>
                    <a:gd name="T1" fmla="*/ 0 h 148"/>
                    <a:gd name="T2" fmla="*/ 2 w 62"/>
                    <a:gd name="T3" fmla="*/ 106 h 148"/>
                    <a:gd name="T4" fmla="*/ 26 w 62"/>
                    <a:gd name="T5" fmla="*/ 122 h 148"/>
                    <a:gd name="T6" fmla="*/ 50 w 62"/>
                    <a:gd name="T7" fmla="*/ 148 h 148"/>
                    <a:gd name="T8" fmla="*/ 62 w 62"/>
                    <a:gd name="T9" fmla="*/ 100 h 148"/>
                    <a:gd name="T10" fmla="*/ 58 w 62"/>
                    <a:gd name="T11" fmla="*/ 66 h 148"/>
                    <a:gd name="T12" fmla="*/ 46 w 62"/>
                    <a:gd name="T13" fmla="*/ 32 h 148"/>
                    <a:gd name="T14" fmla="*/ 0 w 62"/>
                    <a:gd name="T15" fmla="*/ 0 h 148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62"/>
                    <a:gd name="T25" fmla="*/ 0 h 148"/>
                    <a:gd name="T26" fmla="*/ 62 w 62"/>
                    <a:gd name="T27" fmla="*/ 148 h 148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62" h="148">
                      <a:moveTo>
                        <a:pt x="0" y="0"/>
                      </a:moveTo>
                      <a:lnTo>
                        <a:pt x="2" y="106"/>
                      </a:lnTo>
                      <a:lnTo>
                        <a:pt x="26" y="122"/>
                      </a:lnTo>
                      <a:lnTo>
                        <a:pt x="50" y="148"/>
                      </a:lnTo>
                      <a:lnTo>
                        <a:pt x="62" y="100"/>
                      </a:lnTo>
                      <a:lnTo>
                        <a:pt x="58" y="66"/>
                      </a:lnTo>
                      <a:lnTo>
                        <a:pt x="46" y="3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FFCC00"/>
                    </a:gs>
                    <a:gs pos="100000">
                      <a:srgbClr val="765E00"/>
                    </a:gs>
                  </a:gsLst>
                  <a:lin ang="0" scaled="1"/>
                </a:gradFill>
                <a:ln>
                  <a:noFill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8" name="Freeform 115">
                  <a:extLst>
                    <a:ext uri="{FF2B5EF4-FFF2-40B4-BE49-F238E27FC236}">
                      <a16:creationId xmlns:a16="http://schemas.microsoft.com/office/drawing/2014/main" id="{C85ACB3A-1A5D-0C7E-A893-F75D8F025D4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78" y="2098"/>
                  <a:ext cx="1016" cy="497"/>
                </a:xfrm>
                <a:custGeom>
                  <a:avLst/>
                  <a:gdLst>
                    <a:gd name="T0" fmla="*/ 0 w 1016"/>
                    <a:gd name="T1" fmla="*/ 408 h 497"/>
                    <a:gd name="T2" fmla="*/ 120 w 1016"/>
                    <a:gd name="T3" fmla="*/ 336 h 497"/>
                    <a:gd name="T4" fmla="*/ 124 w 1016"/>
                    <a:gd name="T5" fmla="*/ 304 h 497"/>
                    <a:gd name="T6" fmla="*/ 124 w 1016"/>
                    <a:gd name="T7" fmla="*/ 268 h 497"/>
                    <a:gd name="T8" fmla="*/ 116 w 1016"/>
                    <a:gd name="T9" fmla="*/ 220 h 497"/>
                    <a:gd name="T10" fmla="*/ 200 w 1016"/>
                    <a:gd name="T11" fmla="*/ 176 h 497"/>
                    <a:gd name="T12" fmla="*/ 248 w 1016"/>
                    <a:gd name="T13" fmla="*/ 192 h 497"/>
                    <a:gd name="T14" fmla="*/ 300 w 1016"/>
                    <a:gd name="T15" fmla="*/ 204 h 497"/>
                    <a:gd name="T16" fmla="*/ 356 w 1016"/>
                    <a:gd name="T17" fmla="*/ 196 h 497"/>
                    <a:gd name="T18" fmla="*/ 396 w 1016"/>
                    <a:gd name="T19" fmla="*/ 180 h 497"/>
                    <a:gd name="T20" fmla="*/ 420 w 1016"/>
                    <a:gd name="T21" fmla="*/ 160 h 497"/>
                    <a:gd name="T22" fmla="*/ 404 w 1016"/>
                    <a:gd name="T23" fmla="*/ 60 h 497"/>
                    <a:gd name="T24" fmla="*/ 500 w 1016"/>
                    <a:gd name="T25" fmla="*/ 4 h 497"/>
                    <a:gd name="T26" fmla="*/ 1016 w 1016"/>
                    <a:gd name="T27" fmla="*/ 0 h 497"/>
                    <a:gd name="T28" fmla="*/ 156 w 1016"/>
                    <a:gd name="T29" fmla="*/ 497 h 497"/>
                    <a:gd name="T30" fmla="*/ 0 w 1016"/>
                    <a:gd name="T31" fmla="*/ 408 h 497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w 1016"/>
                    <a:gd name="T49" fmla="*/ 0 h 497"/>
                    <a:gd name="T50" fmla="*/ 1016 w 1016"/>
                    <a:gd name="T51" fmla="*/ 497 h 497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T48" t="T49" r="T50" b="T51"/>
                  <a:pathLst>
                    <a:path w="1016" h="497">
                      <a:moveTo>
                        <a:pt x="0" y="408"/>
                      </a:moveTo>
                      <a:lnTo>
                        <a:pt x="120" y="336"/>
                      </a:lnTo>
                      <a:lnTo>
                        <a:pt x="124" y="304"/>
                      </a:lnTo>
                      <a:lnTo>
                        <a:pt x="124" y="268"/>
                      </a:lnTo>
                      <a:lnTo>
                        <a:pt x="116" y="220"/>
                      </a:lnTo>
                      <a:lnTo>
                        <a:pt x="200" y="176"/>
                      </a:lnTo>
                      <a:lnTo>
                        <a:pt x="248" y="192"/>
                      </a:lnTo>
                      <a:lnTo>
                        <a:pt x="300" y="204"/>
                      </a:lnTo>
                      <a:lnTo>
                        <a:pt x="356" y="196"/>
                      </a:lnTo>
                      <a:lnTo>
                        <a:pt x="396" y="180"/>
                      </a:lnTo>
                      <a:lnTo>
                        <a:pt x="420" y="160"/>
                      </a:lnTo>
                      <a:lnTo>
                        <a:pt x="404" y="60"/>
                      </a:lnTo>
                      <a:lnTo>
                        <a:pt x="500" y="4"/>
                      </a:lnTo>
                      <a:lnTo>
                        <a:pt x="1016" y="0"/>
                      </a:lnTo>
                      <a:lnTo>
                        <a:pt x="156" y="497"/>
                      </a:lnTo>
                      <a:lnTo>
                        <a:pt x="0" y="408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CC5200"/>
                    </a:gs>
                    <a:gs pos="100000">
                      <a:srgbClr val="FF6600"/>
                    </a:gs>
                  </a:gsLst>
                  <a:lin ang="5400000" scaled="1"/>
                </a:gradFill>
                <a:ln>
                  <a:noFill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9" name="Freeform 116">
                  <a:extLst>
                    <a:ext uri="{FF2B5EF4-FFF2-40B4-BE49-F238E27FC236}">
                      <a16:creationId xmlns:a16="http://schemas.microsoft.com/office/drawing/2014/main" id="{E5E4304F-D38A-7BF4-5ED1-6A7E23ADB47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87" y="1666"/>
                  <a:ext cx="38" cy="22"/>
                </a:xfrm>
                <a:custGeom>
                  <a:avLst/>
                  <a:gdLst>
                    <a:gd name="T0" fmla="*/ 0 w 115"/>
                    <a:gd name="T1" fmla="*/ 0 h 66"/>
                    <a:gd name="T2" fmla="*/ 0 w 115"/>
                    <a:gd name="T3" fmla="*/ 0 h 66"/>
                    <a:gd name="T4" fmla="*/ 0 w 115"/>
                    <a:gd name="T5" fmla="*/ 0 h 66"/>
                    <a:gd name="T6" fmla="*/ 0 60000 65536"/>
                    <a:gd name="T7" fmla="*/ 0 60000 65536"/>
                    <a:gd name="T8" fmla="*/ 0 60000 65536"/>
                    <a:gd name="T9" fmla="*/ 0 w 115"/>
                    <a:gd name="T10" fmla="*/ 0 h 66"/>
                    <a:gd name="T11" fmla="*/ 115 w 115"/>
                    <a:gd name="T12" fmla="*/ 66 h 6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15" h="66">
                      <a:moveTo>
                        <a:pt x="0" y="0"/>
                      </a:moveTo>
                      <a:lnTo>
                        <a:pt x="113" y="66"/>
                      </a:lnTo>
                      <a:lnTo>
                        <a:pt x="115" y="66"/>
                      </a:lnTo>
                    </a:path>
                  </a:pathLst>
                </a:custGeom>
                <a:noFill/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0" name="Freeform 117">
                  <a:extLst>
                    <a:ext uri="{FF2B5EF4-FFF2-40B4-BE49-F238E27FC236}">
                      <a16:creationId xmlns:a16="http://schemas.microsoft.com/office/drawing/2014/main" id="{80A9DBA7-AFE0-D398-BB99-C3B4D162543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66" y="1644"/>
                  <a:ext cx="96" cy="117"/>
                </a:xfrm>
                <a:custGeom>
                  <a:avLst/>
                  <a:gdLst>
                    <a:gd name="T0" fmla="*/ 27 w 96"/>
                    <a:gd name="T1" fmla="*/ 63 h 117"/>
                    <a:gd name="T2" fmla="*/ 18 w 96"/>
                    <a:gd name="T3" fmla="*/ 96 h 117"/>
                    <a:gd name="T4" fmla="*/ 0 w 96"/>
                    <a:gd name="T5" fmla="*/ 117 h 117"/>
                    <a:gd name="T6" fmla="*/ 38 w 96"/>
                    <a:gd name="T7" fmla="*/ 104 h 117"/>
                    <a:gd name="T8" fmla="*/ 64 w 96"/>
                    <a:gd name="T9" fmla="*/ 90 h 117"/>
                    <a:gd name="T10" fmla="*/ 84 w 96"/>
                    <a:gd name="T11" fmla="*/ 69 h 117"/>
                    <a:gd name="T12" fmla="*/ 96 w 96"/>
                    <a:gd name="T13" fmla="*/ 42 h 117"/>
                    <a:gd name="T14" fmla="*/ 74 w 96"/>
                    <a:gd name="T15" fmla="*/ 18 h 117"/>
                    <a:gd name="T16" fmla="*/ 50 w 96"/>
                    <a:gd name="T17" fmla="*/ 0 h 117"/>
                    <a:gd name="T18" fmla="*/ 14 w 96"/>
                    <a:gd name="T19" fmla="*/ 18 h 117"/>
                    <a:gd name="T20" fmla="*/ 52 w 96"/>
                    <a:gd name="T21" fmla="*/ 40 h 117"/>
                    <a:gd name="T22" fmla="*/ 27 w 96"/>
                    <a:gd name="T23" fmla="*/ 63 h 117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w 96"/>
                    <a:gd name="T37" fmla="*/ 0 h 117"/>
                    <a:gd name="T38" fmla="*/ 96 w 96"/>
                    <a:gd name="T39" fmla="*/ 117 h 117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T36" t="T37" r="T38" b="T39"/>
                  <a:pathLst>
                    <a:path w="96" h="117">
                      <a:moveTo>
                        <a:pt x="27" y="63"/>
                      </a:moveTo>
                      <a:lnTo>
                        <a:pt x="18" y="96"/>
                      </a:lnTo>
                      <a:lnTo>
                        <a:pt x="0" y="117"/>
                      </a:lnTo>
                      <a:lnTo>
                        <a:pt x="38" y="104"/>
                      </a:lnTo>
                      <a:lnTo>
                        <a:pt x="64" y="90"/>
                      </a:lnTo>
                      <a:lnTo>
                        <a:pt x="84" y="69"/>
                      </a:lnTo>
                      <a:lnTo>
                        <a:pt x="96" y="42"/>
                      </a:lnTo>
                      <a:lnTo>
                        <a:pt x="74" y="18"/>
                      </a:lnTo>
                      <a:lnTo>
                        <a:pt x="50" y="0"/>
                      </a:lnTo>
                      <a:lnTo>
                        <a:pt x="14" y="18"/>
                      </a:lnTo>
                      <a:lnTo>
                        <a:pt x="52" y="40"/>
                      </a:lnTo>
                      <a:lnTo>
                        <a:pt x="27" y="63"/>
                      </a:lnTo>
                      <a:close/>
                    </a:path>
                  </a:pathLst>
                </a:custGeom>
                <a:solidFill>
                  <a:srgbClr val="FFCCFF"/>
                </a:solidFill>
                <a:ln>
                  <a:noFill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1" name="Freeform 118">
                  <a:extLst>
                    <a:ext uri="{FF2B5EF4-FFF2-40B4-BE49-F238E27FC236}">
                      <a16:creationId xmlns:a16="http://schemas.microsoft.com/office/drawing/2014/main" id="{55B8434C-654D-A1F6-D606-B170996FFB4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94" y="2330"/>
                  <a:ext cx="24" cy="116"/>
                </a:xfrm>
                <a:custGeom>
                  <a:avLst/>
                  <a:gdLst>
                    <a:gd name="T0" fmla="*/ 0 w 24"/>
                    <a:gd name="T1" fmla="*/ 0 h 116"/>
                    <a:gd name="T2" fmla="*/ 24 w 24"/>
                    <a:gd name="T3" fmla="*/ 36 h 116"/>
                    <a:gd name="T4" fmla="*/ 24 w 24"/>
                    <a:gd name="T5" fmla="*/ 64 h 116"/>
                    <a:gd name="T6" fmla="*/ 12 w 24"/>
                    <a:gd name="T7" fmla="*/ 92 h 116"/>
                    <a:gd name="T8" fmla="*/ 0 w 24"/>
                    <a:gd name="T9" fmla="*/ 116 h 116"/>
                    <a:gd name="T10" fmla="*/ 0 w 24"/>
                    <a:gd name="T11" fmla="*/ 0 h 11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4"/>
                    <a:gd name="T19" fmla="*/ 0 h 116"/>
                    <a:gd name="T20" fmla="*/ 24 w 24"/>
                    <a:gd name="T21" fmla="*/ 116 h 11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4" h="116">
                      <a:moveTo>
                        <a:pt x="0" y="0"/>
                      </a:moveTo>
                      <a:lnTo>
                        <a:pt x="24" y="36"/>
                      </a:lnTo>
                      <a:lnTo>
                        <a:pt x="24" y="64"/>
                      </a:lnTo>
                      <a:lnTo>
                        <a:pt x="12" y="92"/>
                      </a:lnTo>
                      <a:lnTo>
                        <a:pt x="0" y="11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FFCC00"/>
                    </a:gs>
                    <a:gs pos="100000">
                      <a:srgbClr val="765E00"/>
                    </a:gs>
                  </a:gsLst>
                  <a:lin ang="0" scaled="1"/>
                </a:gradFill>
                <a:ln>
                  <a:noFill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2" name="Freeform 119">
                  <a:extLst>
                    <a:ext uri="{FF2B5EF4-FFF2-40B4-BE49-F238E27FC236}">
                      <a16:creationId xmlns:a16="http://schemas.microsoft.com/office/drawing/2014/main" id="{1E951593-64F2-0D93-4989-402E0DA6E84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574" y="2172"/>
                  <a:ext cx="36" cy="102"/>
                </a:xfrm>
                <a:custGeom>
                  <a:avLst/>
                  <a:gdLst>
                    <a:gd name="T0" fmla="*/ 0 w 36"/>
                    <a:gd name="T1" fmla="*/ 0 h 102"/>
                    <a:gd name="T2" fmla="*/ 8 w 36"/>
                    <a:gd name="T3" fmla="*/ 102 h 102"/>
                    <a:gd name="T4" fmla="*/ 32 w 36"/>
                    <a:gd name="T5" fmla="*/ 82 h 102"/>
                    <a:gd name="T6" fmla="*/ 36 w 36"/>
                    <a:gd name="T7" fmla="*/ 50 h 102"/>
                    <a:gd name="T8" fmla="*/ 24 w 36"/>
                    <a:gd name="T9" fmla="*/ 24 h 102"/>
                    <a:gd name="T10" fmla="*/ 0 w 36"/>
                    <a:gd name="T11" fmla="*/ 0 h 102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6"/>
                    <a:gd name="T19" fmla="*/ 0 h 102"/>
                    <a:gd name="T20" fmla="*/ 36 w 36"/>
                    <a:gd name="T21" fmla="*/ 102 h 102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6" h="102">
                      <a:moveTo>
                        <a:pt x="0" y="0"/>
                      </a:moveTo>
                      <a:lnTo>
                        <a:pt x="8" y="102"/>
                      </a:lnTo>
                      <a:lnTo>
                        <a:pt x="32" y="82"/>
                      </a:lnTo>
                      <a:lnTo>
                        <a:pt x="36" y="50"/>
                      </a:lnTo>
                      <a:lnTo>
                        <a:pt x="24" y="2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CC9900"/>
                    </a:gs>
                    <a:gs pos="100000">
                      <a:srgbClr val="261D00"/>
                    </a:gs>
                  </a:gsLst>
                  <a:lin ang="0" scaled="1"/>
                </a:gradFill>
                <a:ln>
                  <a:noFill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3" name="Freeform 120">
                  <a:extLst>
                    <a:ext uri="{FF2B5EF4-FFF2-40B4-BE49-F238E27FC236}">
                      <a16:creationId xmlns:a16="http://schemas.microsoft.com/office/drawing/2014/main" id="{F7F1B0AE-0E6C-A30F-1A43-FE79F3381F4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330" y="1634"/>
                  <a:ext cx="944" cy="1248"/>
                </a:xfrm>
                <a:custGeom>
                  <a:avLst/>
                  <a:gdLst>
                    <a:gd name="T0" fmla="*/ 348 w 944"/>
                    <a:gd name="T1" fmla="*/ 160 h 1248"/>
                    <a:gd name="T2" fmla="*/ 348 w 944"/>
                    <a:gd name="T3" fmla="*/ 468 h 1248"/>
                    <a:gd name="T4" fmla="*/ 412 w 944"/>
                    <a:gd name="T5" fmla="*/ 496 h 1248"/>
                    <a:gd name="T6" fmla="*/ 520 w 944"/>
                    <a:gd name="T7" fmla="*/ 524 h 1248"/>
                    <a:gd name="T8" fmla="*/ 616 w 944"/>
                    <a:gd name="T9" fmla="*/ 532 h 1248"/>
                    <a:gd name="T10" fmla="*/ 700 w 944"/>
                    <a:gd name="T11" fmla="*/ 520 h 1248"/>
                    <a:gd name="T12" fmla="*/ 776 w 944"/>
                    <a:gd name="T13" fmla="*/ 500 h 1248"/>
                    <a:gd name="T14" fmla="*/ 860 w 944"/>
                    <a:gd name="T15" fmla="*/ 464 h 1248"/>
                    <a:gd name="T16" fmla="*/ 0 w 944"/>
                    <a:gd name="T17" fmla="*/ 961 h 1248"/>
                    <a:gd name="T18" fmla="*/ 0 w 944"/>
                    <a:gd name="T19" fmla="*/ 1248 h 1248"/>
                    <a:gd name="T20" fmla="*/ 853 w 944"/>
                    <a:gd name="T21" fmla="*/ 756 h 1248"/>
                    <a:gd name="T22" fmla="*/ 900 w 944"/>
                    <a:gd name="T23" fmla="*/ 712 h 1248"/>
                    <a:gd name="T24" fmla="*/ 936 w 944"/>
                    <a:gd name="T25" fmla="*/ 672 h 1248"/>
                    <a:gd name="T26" fmla="*/ 944 w 944"/>
                    <a:gd name="T27" fmla="*/ 636 h 1248"/>
                    <a:gd name="T28" fmla="*/ 944 w 944"/>
                    <a:gd name="T29" fmla="*/ 604 h 1248"/>
                    <a:gd name="T30" fmla="*/ 944 w 944"/>
                    <a:gd name="T31" fmla="*/ 0 h 1248"/>
                    <a:gd name="T32" fmla="*/ 776 w 944"/>
                    <a:gd name="T33" fmla="*/ 160 h 1248"/>
                    <a:gd name="T34" fmla="*/ 532 w 944"/>
                    <a:gd name="T35" fmla="*/ 188 h 1248"/>
                    <a:gd name="T36" fmla="*/ 348 w 944"/>
                    <a:gd name="T37" fmla="*/ 160 h 1248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w 944"/>
                    <a:gd name="T58" fmla="*/ 0 h 1248"/>
                    <a:gd name="T59" fmla="*/ 944 w 944"/>
                    <a:gd name="T60" fmla="*/ 1248 h 1248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T57" t="T58" r="T59" b="T60"/>
                  <a:pathLst>
                    <a:path w="944" h="1248">
                      <a:moveTo>
                        <a:pt x="348" y="160"/>
                      </a:moveTo>
                      <a:lnTo>
                        <a:pt x="348" y="468"/>
                      </a:lnTo>
                      <a:lnTo>
                        <a:pt x="412" y="496"/>
                      </a:lnTo>
                      <a:lnTo>
                        <a:pt x="520" y="524"/>
                      </a:lnTo>
                      <a:lnTo>
                        <a:pt x="616" y="532"/>
                      </a:lnTo>
                      <a:lnTo>
                        <a:pt x="700" y="520"/>
                      </a:lnTo>
                      <a:lnTo>
                        <a:pt x="776" y="500"/>
                      </a:lnTo>
                      <a:lnTo>
                        <a:pt x="860" y="464"/>
                      </a:lnTo>
                      <a:lnTo>
                        <a:pt x="0" y="961"/>
                      </a:lnTo>
                      <a:lnTo>
                        <a:pt x="0" y="1248"/>
                      </a:lnTo>
                      <a:lnTo>
                        <a:pt x="853" y="756"/>
                      </a:lnTo>
                      <a:lnTo>
                        <a:pt x="900" y="712"/>
                      </a:lnTo>
                      <a:lnTo>
                        <a:pt x="936" y="672"/>
                      </a:lnTo>
                      <a:lnTo>
                        <a:pt x="944" y="636"/>
                      </a:lnTo>
                      <a:lnTo>
                        <a:pt x="944" y="604"/>
                      </a:lnTo>
                      <a:lnTo>
                        <a:pt x="944" y="0"/>
                      </a:lnTo>
                      <a:lnTo>
                        <a:pt x="776" y="160"/>
                      </a:lnTo>
                      <a:lnTo>
                        <a:pt x="532" y="188"/>
                      </a:lnTo>
                      <a:lnTo>
                        <a:pt x="348" y="16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780000"/>
                    </a:gs>
                    <a:gs pos="50000">
                      <a:srgbClr val="CC0000"/>
                    </a:gs>
                    <a:gs pos="100000">
                      <a:srgbClr val="780000"/>
                    </a:gs>
                  </a:gsLst>
                  <a:lin ang="0" scaled="1"/>
                </a:gradFill>
                <a:ln>
                  <a:noFill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4" name="Freeform 121">
                  <a:extLst>
                    <a:ext uri="{FF2B5EF4-FFF2-40B4-BE49-F238E27FC236}">
                      <a16:creationId xmlns:a16="http://schemas.microsoft.com/office/drawing/2014/main" id="{EB8132FE-8F82-DDD7-48B4-65C5B7635B1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76" y="1494"/>
                  <a:ext cx="602" cy="368"/>
                </a:xfrm>
                <a:custGeom>
                  <a:avLst/>
                  <a:gdLst>
                    <a:gd name="T0" fmla="*/ 0 w 602"/>
                    <a:gd name="T1" fmla="*/ 294 h 368"/>
                    <a:gd name="T2" fmla="*/ 82 w 602"/>
                    <a:gd name="T3" fmla="*/ 250 h 368"/>
                    <a:gd name="T4" fmla="*/ 144 w 602"/>
                    <a:gd name="T5" fmla="*/ 276 h 368"/>
                    <a:gd name="T6" fmla="*/ 198 w 602"/>
                    <a:gd name="T7" fmla="*/ 288 h 368"/>
                    <a:gd name="T8" fmla="*/ 264 w 602"/>
                    <a:gd name="T9" fmla="*/ 294 h 368"/>
                    <a:gd name="T10" fmla="*/ 324 w 602"/>
                    <a:gd name="T11" fmla="*/ 290 h 368"/>
                    <a:gd name="T12" fmla="*/ 370 w 602"/>
                    <a:gd name="T13" fmla="*/ 276 h 368"/>
                    <a:gd name="T14" fmla="*/ 430 w 602"/>
                    <a:gd name="T15" fmla="*/ 248 h 368"/>
                    <a:gd name="T16" fmla="*/ 458 w 602"/>
                    <a:gd name="T17" fmla="*/ 224 h 368"/>
                    <a:gd name="T18" fmla="*/ 488 w 602"/>
                    <a:gd name="T19" fmla="*/ 192 h 368"/>
                    <a:gd name="T20" fmla="*/ 496 w 602"/>
                    <a:gd name="T21" fmla="*/ 136 h 368"/>
                    <a:gd name="T22" fmla="*/ 490 w 602"/>
                    <a:gd name="T23" fmla="*/ 102 h 368"/>
                    <a:gd name="T24" fmla="*/ 472 w 602"/>
                    <a:gd name="T25" fmla="*/ 78 h 368"/>
                    <a:gd name="T26" fmla="*/ 434 w 602"/>
                    <a:gd name="T27" fmla="*/ 48 h 368"/>
                    <a:gd name="T28" fmla="*/ 516 w 602"/>
                    <a:gd name="T29" fmla="*/ 0 h 368"/>
                    <a:gd name="T30" fmla="*/ 558 w 602"/>
                    <a:gd name="T31" fmla="*/ 30 h 368"/>
                    <a:gd name="T32" fmla="*/ 574 w 602"/>
                    <a:gd name="T33" fmla="*/ 64 h 368"/>
                    <a:gd name="T34" fmla="*/ 594 w 602"/>
                    <a:gd name="T35" fmla="*/ 108 h 368"/>
                    <a:gd name="T36" fmla="*/ 602 w 602"/>
                    <a:gd name="T37" fmla="*/ 148 h 368"/>
                    <a:gd name="T38" fmla="*/ 590 w 602"/>
                    <a:gd name="T39" fmla="*/ 202 h 368"/>
                    <a:gd name="T40" fmla="*/ 576 w 602"/>
                    <a:gd name="T41" fmla="*/ 230 h 368"/>
                    <a:gd name="T42" fmla="*/ 540 w 602"/>
                    <a:gd name="T43" fmla="*/ 272 h 368"/>
                    <a:gd name="T44" fmla="*/ 500 w 602"/>
                    <a:gd name="T45" fmla="*/ 302 h 368"/>
                    <a:gd name="T46" fmla="*/ 426 w 602"/>
                    <a:gd name="T47" fmla="*/ 334 h 368"/>
                    <a:gd name="T48" fmla="*/ 350 w 602"/>
                    <a:gd name="T49" fmla="*/ 356 h 368"/>
                    <a:gd name="T50" fmla="*/ 258 w 602"/>
                    <a:gd name="T51" fmla="*/ 368 h 368"/>
                    <a:gd name="T52" fmla="*/ 166 w 602"/>
                    <a:gd name="T53" fmla="*/ 360 h 368"/>
                    <a:gd name="T54" fmla="*/ 70 w 602"/>
                    <a:gd name="T55" fmla="*/ 336 h 368"/>
                    <a:gd name="T56" fmla="*/ 0 w 602"/>
                    <a:gd name="T57" fmla="*/ 294 h 368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w 602"/>
                    <a:gd name="T88" fmla="*/ 0 h 368"/>
                    <a:gd name="T89" fmla="*/ 602 w 602"/>
                    <a:gd name="T90" fmla="*/ 368 h 368"/>
                  </a:gdLst>
                  <a:ahLst/>
                  <a:cxnLst>
                    <a:cxn ang="T58">
                      <a:pos x="T0" y="T1"/>
                    </a:cxn>
                    <a:cxn ang="T59">
                      <a:pos x="T2" y="T3"/>
                    </a:cxn>
                    <a:cxn ang="T60">
                      <a:pos x="T4" y="T5"/>
                    </a:cxn>
                    <a:cxn ang="T61">
                      <a:pos x="T6" y="T7"/>
                    </a:cxn>
                    <a:cxn ang="T62">
                      <a:pos x="T8" y="T9"/>
                    </a:cxn>
                    <a:cxn ang="T63">
                      <a:pos x="T10" y="T11"/>
                    </a:cxn>
                    <a:cxn ang="T64">
                      <a:pos x="T12" y="T13"/>
                    </a:cxn>
                    <a:cxn ang="T65">
                      <a:pos x="T14" y="T15"/>
                    </a:cxn>
                    <a:cxn ang="T66">
                      <a:pos x="T16" y="T17"/>
                    </a:cxn>
                    <a:cxn ang="T67">
                      <a:pos x="T18" y="T19"/>
                    </a:cxn>
                    <a:cxn ang="T68">
                      <a:pos x="T20" y="T21"/>
                    </a:cxn>
                    <a:cxn ang="T69">
                      <a:pos x="T22" y="T23"/>
                    </a:cxn>
                    <a:cxn ang="T70">
                      <a:pos x="T24" y="T25"/>
                    </a:cxn>
                    <a:cxn ang="T71">
                      <a:pos x="T26" y="T27"/>
                    </a:cxn>
                    <a:cxn ang="T72">
                      <a:pos x="T28" y="T29"/>
                    </a:cxn>
                    <a:cxn ang="T73">
                      <a:pos x="T30" y="T31"/>
                    </a:cxn>
                    <a:cxn ang="T74">
                      <a:pos x="T32" y="T33"/>
                    </a:cxn>
                    <a:cxn ang="T75">
                      <a:pos x="T34" y="T35"/>
                    </a:cxn>
                    <a:cxn ang="T76">
                      <a:pos x="T36" y="T37"/>
                    </a:cxn>
                    <a:cxn ang="T77">
                      <a:pos x="T38" y="T39"/>
                    </a:cxn>
                    <a:cxn ang="T78">
                      <a:pos x="T40" y="T41"/>
                    </a:cxn>
                    <a:cxn ang="T79">
                      <a:pos x="T42" y="T43"/>
                    </a:cxn>
                    <a:cxn ang="T80">
                      <a:pos x="T44" y="T45"/>
                    </a:cxn>
                    <a:cxn ang="T81">
                      <a:pos x="T46" y="T47"/>
                    </a:cxn>
                    <a:cxn ang="T82">
                      <a:pos x="T48" y="T49"/>
                    </a:cxn>
                    <a:cxn ang="T83">
                      <a:pos x="T50" y="T51"/>
                    </a:cxn>
                    <a:cxn ang="T84">
                      <a:pos x="T52" y="T53"/>
                    </a:cxn>
                    <a:cxn ang="T85">
                      <a:pos x="T54" y="T55"/>
                    </a:cxn>
                    <a:cxn ang="T86">
                      <a:pos x="T56" y="T57"/>
                    </a:cxn>
                  </a:cxnLst>
                  <a:rect l="T87" t="T88" r="T89" b="T90"/>
                  <a:pathLst>
                    <a:path w="602" h="368">
                      <a:moveTo>
                        <a:pt x="0" y="294"/>
                      </a:moveTo>
                      <a:lnTo>
                        <a:pt x="82" y="250"/>
                      </a:lnTo>
                      <a:lnTo>
                        <a:pt x="144" y="276"/>
                      </a:lnTo>
                      <a:lnTo>
                        <a:pt x="198" y="288"/>
                      </a:lnTo>
                      <a:lnTo>
                        <a:pt x="264" y="294"/>
                      </a:lnTo>
                      <a:lnTo>
                        <a:pt x="324" y="290"/>
                      </a:lnTo>
                      <a:lnTo>
                        <a:pt x="370" y="276"/>
                      </a:lnTo>
                      <a:lnTo>
                        <a:pt x="430" y="248"/>
                      </a:lnTo>
                      <a:lnTo>
                        <a:pt x="458" y="224"/>
                      </a:lnTo>
                      <a:lnTo>
                        <a:pt x="488" y="192"/>
                      </a:lnTo>
                      <a:lnTo>
                        <a:pt x="496" y="136"/>
                      </a:lnTo>
                      <a:lnTo>
                        <a:pt x="490" y="102"/>
                      </a:lnTo>
                      <a:lnTo>
                        <a:pt x="472" y="78"/>
                      </a:lnTo>
                      <a:lnTo>
                        <a:pt x="434" y="48"/>
                      </a:lnTo>
                      <a:lnTo>
                        <a:pt x="516" y="0"/>
                      </a:lnTo>
                      <a:lnTo>
                        <a:pt x="558" y="30"/>
                      </a:lnTo>
                      <a:lnTo>
                        <a:pt x="574" y="64"/>
                      </a:lnTo>
                      <a:lnTo>
                        <a:pt x="594" y="108"/>
                      </a:lnTo>
                      <a:lnTo>
                        <a:pt x="602" y="148"/>
                      </a:lnTo>
                      <a:lnTo>
                        <a:pt x="590" y="202"/>
                      </a:lnTo>
                      <a:lnTo>
                        <a:pt x="576" y="230"/>
                      </a:lnTo>
                      <a:lnTo>
                        <a:pt x="540" y="272"/>
                      </a:lnTo>
                      <a:lnTo>
                        <a:pt x="500" y="302"/>
                      </a:lnTo>
                      <a:lnTo>
                        <a:pt x="426" y="334"/>
                      </a:lnTo>
                      <a:lnTo>
                        <a:pt x="350" y="356"/>
                      </a:lnTo>
                      <a:lnTo>
                        <a:pt x="258" y="368"/>
                      </a:lnTo>
                      <a:lnTo>
                        <a:pt x="166" y="360"/>
                      </a:lnTo>
                      <a:lnTo>
                        <a:pt x="70" y="336"/>
                      </a:lnTo>
                      <a:lnTo>
                        <a:pt x="0" y="294"/>
                      </a:lnTo>
                      <a:close/>
                    </a:path>
                  </a:pathLst>
                </a:custGeom>
                <a:solidFill>
                  <a:srgbClr val="FF6600"/>
                </a:solidFill>
                <a:ln>
                  <a:noFill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5" name="Freeform 122">
                  <a:extLst>
                    <a:ext uri="{FF2B5EF4-FFF2-40B4-BE49-F238E27FC236}">
                      <a16:creationId xmlns:a16="http://schemas.microsoft.com/office/drawing/2014/main" id="{F5BAB49B-8B13-DAC8-0966-A7C123882D7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78" y="2506"/>
                  <a:ext cx="156" cy="376"/>
                </a:xfrm>
                <a:custGeom>
                  <a:avLst/>
                  <a:gdLst>
                    <a:gd name="T0" fmla="*/ 0 w 156"/>
                    <a:gd name="T1" fmla="*/ 0 h 376"/>
                    <a:gd name="T2" fmla="*/ 156 w 156"/>
                    <a:gd name="T3" fmla="*/ 88 h 376"/>
                    <a:gd name="T4" fmla="*/ 156 w 156"/>
                    <a:gd name="T5" fmla="*/ 376 h 376"/>
                    <a:gd name="T6" fmla="*/ 0 w 156"/>
                    <a:gd name="T7" fmla="*/ 288 h 376"/>
                    <a:gd name="T8" fmla="*/ 0 w 156"/>
                    <a:gd name="T9" fmla="*/ 0 h 37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56"/>
                    <a:gd name="T16" fmla="*/ 0 h 376"/>
                    <a:gd name="T17" fmla="*/ 156 w 156"/>
                    <a:gd name="T18" fmla="*/ 376 h 37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56" h="376">
                      <a:moveTo>
                        <a:pt x="0" y="0"/>
                      </a:moveTo>
                      <a:lnTo>
                        <a:pt x="156" y="88"/>
                      </a:lnTo>
                      <a:lnTo>
                        <a:pt x="156" y="376"/>
                      </a:lnTo>
                      <a:lnTo>
                        <a:pt x="0" y="28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CC3399"/>
                </a:solidFill>
                <a:ln>
                  <a:noFill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</p:grpSp>
        </p:grpSp>
      </p:grpSp>
      <p:grpSp>
        <p:nvGrpSpPr>
          <p:cNvPr id="125" name="Group 123">
            <a:extLst>
              <a:ext uri="{FF2B5EF4-FFF2-40B4-BE49-F238E27FC236}">
                <a16:creationId xmlns:a16="http://schemas.microsoft.com/office/drawing/2014/main" id="{736DCECE-1B3A-5F84-4A97-1CC89A4B7FAA}"/>
              </a:ext>
            </a:extLst>
          </p:cNvPr>
          <p:cNvGrpSpPr>
            <a:grpSpLocks/>
          </p:cNvGrpSpPr>
          <p:nvPr/>
        </p:nvGrpSpPr>
        <p:grpSpPr bwMode="auto">
          <a:xfrm>
            <a:off x="6156896" y="1196752"/>
            <a:ext cx="5073650" cy="4984750"/>
            <a:chOff x="393" y="874"/>
            <a:chExt cx="3196" cy="3140"/>
          </a:xfrm>
        </p:grpSpPr>
        <p:grpSp>
          <p:nvGrpSpPr>
            <p:cNvPr id="126" name="Group 124">
              <a:extLst>
                <a:ext uri="{FF2B5EF4-FFF2-40B4-BE49-F238E27FC236}">
                  <a16:creationId xmlns:a16="http://schemas.microsoft.com/office/drawing/2014/main" id="{671A9447-B1E0-E80A-9168-B7FA000B058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89" y="2630"/>
              <a:ext cx="1100" cy="1384"/>
              <a:chOff x="3576" y="2308"/>
              <a:chExt cx="1100" cy="1384"/>
            </a:xfrm>
          </p:grpSpPr>
          <p:sp>
            <p:nvSpPr>
              <p:cNvPr id="187" name="Freeform 125">
                <a:extLst>
                  <a:ext uri="{FF2B5EF4-FFF2-40B4-BE49-F238E27FC236}">
                    <a16:creationId xmlns:a16="http://schemas.microsoft.com/office/drawing/2014/main" id="{A7C98A3E-A604-C6BD-8180-1058FBA984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80" y="2470"/>
                <a:ext cx="42" cy="82"/>
              </a:xfrm>
              <a:custGeom>
                <a:avLst/>
                <a:gdLst>
                  <a:gd name="T0" fmla="*/ 0 w 42"/>
                  <a:gd name="T1" fmla="*/ 0 h 82"/>
                  <a:gd name="T2" fmla="*/ 0 w 42"/>
                  <a:gd name="T3" fmla="*/ 82 h 82"/>
                  <a:gd name="T4" fmla="*/ 8 w 42"/>
                  <a:gd name="T5" fmla="*/ 68 h 82"/>
                  <a:gd name="T6" fmla="*/ 8 w 42"/>
                  <a:gd name="T7" fmla="*/ 48 h 82"/>
                  <a:gd name="T8" fmla="*/ 42 w 42"/>
                  <a:gd name="T9" fmla="*/ 28 h 82"/>
                  <a:gd name="T10" fmla="*/ 0 w 42"/>
                  <a:gd name="T11" fmla="*/ 0 h 8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2"/>
                  <a:gd name="T19" fmla="*/ 0 h 82"/>
                  <a:gd name="T20" fmla="*/ 42 w 42"/>
                  <a:gd name="T21" fmla="*/ 82 h 82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2" h="82">
                    <a:moveTo>
                      <a:pt x="0" y="0"/>
                    </a:moveTo>
                    <a:lnTo>
                      <a:pt x="0" y="82"/>
                    </a:lnTo>
                    <a:lnTo>
                      <a:pt x="8" y="68"/>
                    </a:lnTo>
                    <a:lnTo>
                      <a:pt x="8" y="48"/>
                    </a:lnTo>
                    <a:lnTo>
                      <a:pt x="42" y="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333CC"/>
              </a:solidFill>
              <a:ln>
                <a:noFill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88" name="Freeform 126">
                <a:extLst>
                  <a:ext uri="{FF2B5EF4-FFF2-40B4-BE49-F238E27FC236}">
                    <a16:creationId xmlns:a16="http://schemas.microsoft.com/office/drawing/2014/main" id="{FA127B8E-519F-9C0A-1F52-240D0180D3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10" y="2352"/>
                <a:ext cx="62" cy="148"/>
              </a:xfrm>
              <a:custGeom>
                <a:avLst/>
                <a:gdLst>
                  <a:gd name="T0" fmla="*/ 0 w 62"/>
                  <a:gd name="T1" fmla="*/ 0 h 148"/>
                  <a:gd name="T2" fmla="*/ 2 w 62"/>
                  <a:gd name="T3" fmla="*/ 106 h 148"/>
                  <a:gd name="T4" fmla="*/ 26 w 62"/>
                  <a:gd name="T5" fmla="*/ 122 h 148"/>
                  <a:gd name="T6" fmla="*/ 50 w 62"/>
                  <a:gd name="T7" fmla="*/ 148 h 148"/>
                  <a:gd name="T8" fmla="*/ 62 w 62"/>
                  <a:gd name="T9" fmla="*/ 100 h 148"/>
                  <a:gd name="T10" fmla="*/ 58 w 62"/>
                  <a:gd name="T11" fmla="*/ 66 h 148"/>
                  <a:gd name="T12" fmla="*/ 46 w 62"/>
                  <a:gd name="T13" fmla="*/ 32 h 148"/>
                  <a:gd name="T14" fmla="*/ 0 w 62"/>
                  <a:gd name="T15" fmla="*/ 0 h 148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62"/>
                  <a:gd name="T25" fmla="*/ 0 h 148"/>
                  <a:gd name="T26" fmla="*/ 62 w 62"/>
                  <a:gd name="T27" fmla="*/ 148 h 148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62" h="148">
                    <a:moveTo>
                      <a:pt x="0" y="0"/>
                    </a:moveTo>
                    <a:lnTo>
                      <a:pt x="2" y="106"/>
                    </a:lnTo>
                    <a:lnTo>
                      <a:pt x="26" y="122"/>
                    </a:lnTo>
                    <a:lnTo>
                      <a:pt x="50" y="148"/>
                    </a:lnTo>
                    <a:lnTo>
                      <a:pt x="62" y="100"/>
                    </a:lnTo>
                    <a:lnTo>
                      <a:pt x="58" y="66"/>
                    </a:lnTo>
                    <a:lnTo>
                      <a:pt x="46" y="32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CC00"/>
                  </a:gs>
                  <a:gs pos="100000">
                    <a:srgbClr val="765E00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89" name="Freeform 127">
                <a:extLst>
                  <a:ext uri="{FF2B5EF4-FFF2-40B4-BE49-F238E27FC236}">
                    <a16:creationId xmlns:a16="http://schemas.microsoft.com/office/drawing/2014/main" id="{90F9912C-ED6F-B0DB-E3E0-998BE73A22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76" y="2908"/>
                <a:ext cx="1016" cy="497"/>
              </a:xfrm>
              <a:custGeom>
                <a:avLst/>
                <a:gdLst>
                  <a:gd name="T0" fmla="*/ 0 w 1016"/>
                  <a:gd name="T1" fmla="*/ 408 h 497"/>
                  <a:gd name="T2" fmla="*/ 120 w 1016"/>
                  <a:gd name="T3" fmla="*/ 336 h 497"/>
                  <a:gd name="T4" fmla="*/ 124 w 1016"/>
                  <a:gd name="T5" fmla="*/ 304 h 497"/>
                  <a:gd name="T6" fmla="*/ 124 w 1016"/>
                  <a:gd name="T7" fmla="*/ 268 h 497"/>
                  <a:gd name="T8" fmla="*/ 116 w 1016"/>
                  <a:gd name="T9" fmla="*/ 220 h 497"/>
                  <a:gd name="T10" fmla="*/ 200 w 1016"/>
                  <a:gd name="T11" fmla="*/ 176 h 497"/>
                  <a:gd name="T12" fmla="*/ 248 w 1016"/>
                  <a:gd name="T13" fmla="*/ 192 h 497"/>
                  <a:gd name="T14" fmla="*/ 300 w 1016"/>
                  <a:gd name="T15" fmla="*/ 204 h 497"/>
                  <a:gd name="T16" fmla="*/ 356 w 1016"/>
                  <a:gd name="T17" fmla="*/ 196 h 497"/>
                  <a:gd name="T18" fmla="*/ 396 w 1016"/>
                  <a:gd name="T19" fmla="*/ 180 h 497"/>
                  <a:gd name="T20" fmla="*/ 420 w 1016"/>
                  <a:gd name="T21" fmla="*/ 160 h 497"/>
                  <a:gd name="T22" fmla="*/ 404 w 1016"/>
                  <a:gd name="T23" fmla="*/ 60 h 497"/>
                  <a:gd name="T24" fmla="*/ 500 w 1016"/>
                  <a:gd name="T25" fmla="*/ 4 h 497"/>
                  <a:gd name="T26" fmla="*/ 1016 w 1016"/>
                  <a:gd name="T27" fmla="*/ 0 h 497"/>
                  <a:gd name="T28" fmla="*/ 156 w 1016"/>
                  <a:gd name="T29" fmla="*/ 497 h 497"/>
                  <a:gd name="T30" fmla="*/ 0 w 1016"/>
                  <a:gd name="T31" fmla="*/ 408 h 497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1016"/>
                  <a:gd name="T49" fmla="*/ 0 h 497"/>
                  <a:gd name="T50" fmla="*/ 1016 w 1016"/>
                  <a:gd name="T51" fmla="*/ 497 h 497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1016" h="497">
                    <a:moveTo>
                      <a:pt x="0" y="408"/>
                    </a:moveTo>
                    <a:lnTo>
                      <a:pt x="120" y="336"/>
                    </a:lnTo>
                    <a:lnTo>
                      <a:pt x="124" y="304"/>
                    </a:lnTo>
                    <a:lnTo>
                      <a:pt x="124" y="268"/>
                    </a:lnTo>
                    <a:lnTo>
                      <a:pt x="116" y="220"/>
                    </a:lnTo>
                    <a:lnTo>
                      <a:pt x="200" y="176"/>
                    </a:lnTo>
                    <a:lnTo>
                      <a:pt x="248" y="192"/>
                    </a:lnTo>
                    <a:lnTo>
                      <a:pt x="300" y="204"/>
                    </a:lnTo>
                    <a:lnTo>
                      <a:pt x="356" y="196"/>
                    </a:lnTo>
                    <a:lnTo>
                      <a:pt x="396" y="180"/>
                    </a:lnTo>
                    <a:lnTo>
                      <a:pt x="420" y="160"/>
                    </a:lnTo>
                    <a:lnTo>
                      <a:pt x="404" y="60"/>
                    </a:lnTo>
                    <a:lnTo>
                      <a:pt x="500" y="4"/>
                    </a:lnTo>
                    <a:lnTo>
                      <a:pt x="1016" y="0"/>
                    </a:lnTo>
                    <a:lnTo>
                      <a:pt x="156" y="497"/>
                    </a:lnTo>
                    <a:lnTo>
                      <a:pt x="0" y="40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CC5200"/>
                  </a:gs>
                  <a:gs pos="100000">
                    <a:srgbClr val="FF6600"/>
                  </a:gs>
                </a:gsLst>
                <a:lin ang="5400000" scaled="1"/>
              </a:gradFill>
              <a:ln>
                <a:noFill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90" name="Freeform 128">
                <a:extLst>
                  <a:ext uri="{FF2B5EF4-FFF2-40B4-BE49-F238E27FC236}">
                    <a16:creationId xmlns:a16="http://schemas.microsoft.com/office/drawing/2014/main" id="{B794B032-4570-70B7-0A8E-994BC9EF39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85" y="2476"/>
                <a:ext cx="38" cy="22"/>
              </a:xfrm>
              <a:custGeom>
                <a:avLst/>
                <a:gdLst>
                  <a:gd name="T0" fmla="*/ 0 w 115"/>
                  <a:gd name="T1" fmla="*/ 0 h 66"/>
                  <a:gd name="T2" fmla="*/ 0 w 115"/>
                  <a:gd name="T3" fmla="*/ 0 h 66"/>
                  <a:gd name="T4" fmla="*/ 0 w 115"/>
                  <a:gd name="T5" fmla="*/ 0 h 66"/>
                  <a:gd name="T6" fmla="*/ 0 60000 65536"/>
                  <a:gd name="T7" fmla="*/ 0 60000 65536"/>
                  <a:gd name="T8" fmla="*/ 0 60000 65536"/>
                  <a:gd name="T9" fmla="*/ 0 w 115"/>
                  <a:gd name="T10" fmla="*/ 0 h 66"/>
                  <a:gd name="T11" fmla="*/ 115 w 115"/>
                  <a:gd name="T12" fmla="*/ 66 h 6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15" h="66">
                    <a:moveTo>
                      <a:pt x="0" y="0"/>
                    </a:moveTo>
                    <a:lnTo>
                      <a:pt x="113" y="66"/>
                    </a:lnTo>
                    <a:lnTo>
                      <a:pt x="115" y="66"/>
                    </a:lnTo>
                  </a:path>
                </a:pathLst>
              </a:custGeom>
              <a:noFill/>
              <a:ln w="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91" name="Freeform 129">
                <a:extLst>
                  <a:ext uri="{FF2B5EF4-FFF2-40B4-BE49-F238E27FC236}">
                    <a16:creationId xmlns:a16="http://schemas.microsoft.com/office/drawing/2014/main" id="{878ADCB9-E36B-6AEE-4707-A145E16DB3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64" y="2454"/>
                <a:ext cx="96" cy="117"/>
              </a:xfrm>
              <a:custGeom>
                <a:avLst/>
                <a:gdLst>
                  <a:gd name="T0" fmla="*/ 27 w 96"/>
                  <a:gd name="T1" fmla="*/ 63 h 117"/>
                  <a:gd name="T2" fmla="*/ 18 w 96"/>
                  <a:gd name="T3" fmla="*/ 96 h 117"/>
                  <a:gd name="T4" fmla="*/ 0 w 96"/>
                  <a:gd name="T5" fmla="*/ 117 h 117"/>
                  <a:gd name="T6" fmla="*/ 38 w 96"/>
                  <a:gd name="T7" fmla="*/ 104 h 117"/>
                  <a:gd name="T8" fmla="*/ 64 w 96"/>
                  <a:gd name="T9" fmla="*/ 90 h 117"/>
                  <a:gd name="T10" fmla="*/ 84 w 96"/>
                  <a:gd name="T11" fmla="*/ 69 h 117"/>
                  <a:gd name="T12" fmla="*/ 96 w 96"/>
                  <a:gd name="T13" fmla="*/ 42 h 117"/>
                  <a:gd name="T14" fmla="*/ 74 w 96"/>
                  <a:gd name="T15" fmla="*/ 18 h 117"/>
                  <a:gd name="T16" fmla="*/ 50 w 96"/>
                  <a:gd name="T17" fmla="*/ 0 h 117"/>
                  <a:gd name="T18" fmla="*/ 14 w 96"/>
                  <a:gd name="T19" fmla="*/ 18 h 117"/>
                  <a:gd name="T20" fmla="*/ 52 w 96"/>
                  <a:gd name="T21" fmla="*/ 40 h 117"/>
                  <a:gd name="T22" fmla="*/ 27 w 96"/>
                  <a:gd name="T23" fmla="*/ 63 h 117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96"/>
                  <a:gd name="T37" fmla="*/ 0 h 117"/>
                  <a:gd name="T38" fmla="*/ 96 w 96"/>
                  <a:gd name="T39" fmla="*/ 117 h 117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96" h="117">
                    <a:moveTo>
                      <a:pt x="27" y="63"/>
                    </a:moveTo>
                    <a:lnTo>
                      <a:pt x="18" y="96"/>
                    </a:lnTo>
                    <a:lnTo>
                      <a:pt x="0" y="117"/>
                    </a:lnTo>
                    <a:lnTo>
                      <a:pt x="38" y="104"/>
                    </a:lnTo>
                    <a:lnTo>
                      <a:pt x="64" y="90"/>
                    </a:lnTo>
                    <a:lnTo>
                      <a:pt x="84" y="69"/>
                    </a:lnTo>
                    <a:lnTo>
                      <a:pt x="96" y="42"/>
                    </a:lnTo>
                    <a:lnTo>
                      <a:pt x="74" y="18"/>
                    </a:lnTo>
                    <a:lnTo>
                      <a:pt x="50" y="0"/>
                    </a:lnTo>
                    <a:lnTo>
                      <a:pt x="14" y="18"/>
                    </a:lnTo>
                    <a:lnTo>
                      <a:pt x="52" y="40"/>
                    </a:lnTo>
                    <a:lnTo>
                      <a:pt x="27" y="63"/>
                    </a:lnTo>
                    <a:close/>
                  </a:path>
                </a:pathLst>
              </a:custGeom>
              <a:solidFill>
                <a:srgbClr val="FFCCFF"/>
              </a:solidFill>
              <a:ln>
                <a:noFill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92" name="Freeform 130">
                <a:extLst>
                  <a:ext uri="{FF2B5EF4-FFF2-40B4-BE49-F238E27FC236}">
                    <a16:creationId xmlns:a16="http://schemas.microsoft.com/office/drawing/2014/main" id="{60BD5578-327D-BF97-6E6D-0CE90232EB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92" y="3140"/>
                <a:ext cx="24" cy="116"/>
              </a:xfrm>
              <a:custGeom>
                <a:avLst/>
                <a:gdLst>
                  <a:gd name="T0" fmla="*/ 0 w 24"/>
                  <a:gd name="T1" fmla="*/ 0 h 116"/>
                  <a:gd name="T2" fmla="*/ 24 w 24"/>
                  <a:gd name="T3" fmla="*/ 36 h 116"/>
                  <a:gd name="T4" fmla="*/ 24 w 24"/>
                  <a:gd name="T5" fmla="*/ 64 h 116"/>
                  <a:gd name="T6" fmla="*/ 12 w 24"/>
                  <a:gd name="T7" fmla="*/ 92 h 116"/>
                  <a:gd name="T8" fmla="*/ 0 w 24"/>
                  <a:gd name="T9" fmla="*/ 116 h 116"/>
                  <a:gd name="T10" fmla="*/ 0 w 24"/>
                  <a:gd name="T11" fmla="*/ 0 h 1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4"/>
                  <a:gd name="T19" fmla="*/ 0 h 116"/>
                  <a:gd name="T20" fmla="*/ 24 w 24"/>
                  <a:gd name="T21" fmla="*/ 116 h 11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4" h="116">
                    <a:moveTo>
                      <a:pt x="0" y="0"/>
                    </a:moveTo>
                    <a:lnTo>
                      <a:pt x="24" y="36"/>
                    </a:lnTo>
                    <a:lnTo>
                      <a:pt x="24" y="64"/>
                    </a:lnTo>
                    <a:lnTo>
                      <a:pt x="12" y="92"/>
                    </a:lnTo>
                    <a:lnTo>
                      <a:pt x="0" y="11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CC00"/>
                  </a:gs>
                  <a:gs pos="100000">
                    <a:srgbClr val="765E00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93" name="Freeform 131">
                <a:extLst>
                  <a:ext uri="{FF2B5EF4-FFF2-40B4-BE49-F238E27FC236}">
                    <a16:creationId xmlns:a16="http://schemas.microsoft.com/office/drawing/2014/main" id="{8E58CD28-6085-7C71-1EFA-939CFC3C05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80" y="2968"/>
                <a:ext cx="28" cy="116"/>
              </a:xfrm>
              <a:custGeom>
                <a:avLst/>
                <a:gdLst>
                  <a:gd name="T0" fmla="*/ 0 w 28"/>
                  <a:gd name="T1" fmla="*/ 0 h 116"/>
                  <a:gd name="T2" fmla="*/ 0 w 28"/>
                  <a:gd name="T3" fmla="*/ 116 h 116"/>
                  <a:gd name="T4" fmla="*/ 24 w 28"/>
                  <a:gd name="T5" fmla="*/ 96 h 116"/>
                  <a:gd name="T6" fmla="*/ 28 w 28"/>
                  <a:gd name="T7" fmla="*/ 64 h 116"/>
                  <a:gd name="T8" fmla="*/ 24 w 28"/>
                  <a:gd name="T9" fmla="*/ 32 h 116"/>
                  <a:gd name="T10" fmla="*/ 0 w 28"/>
                  <a:gd name="T11" fmla="*/ 0 h 1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8"/>
                  <a:gd name="T19" fmla="*/ 0 h 116"/>
                  <a:gd name="T20" fmla="*/ 28 w 28"/>
                  <a:gd name="T21" fmla="*/ 116 h 11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8" h="116">
                    <a:moveTo>
                      <a:pt x="0" y="0"/>
                    </a:moveTo>
                    <a:lnTo>
                      <a:pt x="0" y="116"/>
                    </a:lnTo>
                    <a:lnTo>
                      <a:pt x="24" y="96"/>
                    </a:lnTo>
                    <a:lnTo>
                      <a:pt x="28" y="64"/>
                    </a:lnTo>
                    <a:lnTo>
                      <a:pt x="24" y="32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CC00"/>
                  </a:gs>
                  <a:gs pos="100000">
                    <a:srgbClr val="765E00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94" name="Freeform 132">
                <a:extLst>
                  <a:ext uri="{FF2B5EF4-FFF2-40B4-BE49-F238E27FC236}">
                    <a16:creationId xmlns:a16="http://schemas.microsoft.com/office/drawing/2014/main" id="{F128FDAA-50DB-F31E-355C-A7031DD9E7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28" y="2444"/>
                <a:ext cx="944" cy="1248"/>
              </a:xfrm>
              <a:custGeom>
                <a:avLst/>
                <a:gdLst>
                  <a:gd name="T0" fmla="*/ 348 w 944"/>
                  <a:gd name="T1" fmla="*/ 160 h 1248"/>
                  <a:gd name="T2" fmla="*/ 348 w 944"/>
                  <a:gd name="T3" fmla="*/ 468 h 1248"/>
                  <a:gd name="T4" fmla="*/ 412 w 944"/>
                  <a:gd name="T5" fmla="*/ 496 h 1248"/>
                  <a:gd name="T6" fmla="*/ 520 w 944"/>
                  <a:gd name="T7" fmla="*/ 524 h 1248"/>
                  <a:gd name="T8" fmla="*/ 616 w 944"/>
                  <a:gd name="T9" fmla="*/ 532 h 1248"/>
                  <a:gd name="T10" fmla="*/ 700 w 944"/>
                  <a:gd name="T11" fmla="*/ 520 h 1248"/>
                  <a:gd name="T12" fmla="*/ 776 w 944"/>
                  <a:gd name="T13" fmla="*/ 500 h 1248"/>
                  <a:gd name="T14" fmla="*/ 860 w 944"/>
                  <a:gd name="T15" fmla="*/ 464 h 1248"/>
                  <a:gd name="T16" fmla="*/ 0 w 944"/>
                  <a:gd name="T17" fmla="*/ 961 h 1248"/>
                  <a:gd name="T18" fmla="*/ 0 w 944"/>
                  <a:gd name="T19" fmla="*/ 1248 h 1248"/>
                  <a:gd name="T20" fmla="*/ 853 w 944"/>
                  <a:gd name="T21" fmla="*/ 756 h 1248"/>
                  <a:gd name="T22" fmla="*/ 900 w 944"/>
                  <a:gd name="T23" fmla="*/ 712 h 1248"/>
                  <a:gd name="T24" fmla="*/ 936 w 944"/>
                  <a:gd name="T25" fmla="*/ 672 h 1248"/>
                  <a:gd name="T26" fmla="*/ 944 w 944"/>
                  <a:gd name="T27" fmla="*/ 636 h 1248"/>
                  <a:gd name="T28" fmla="*/ 944 w 944"/>
                  <a:gd name="T29" fmla="*/ 604 h 1248"/>
                  <a:gd name="T30" fmla="*/ 944 w 944"/>
                  <a:gd name="T31" fmla="*/ 0 h 1248"/>
                  <a:gd name="T32" fmla="*/ 776 w 944"/>
                  <a:gd name="T33" fmla="*/ 160 h 1248"/>
                  <a:gd name="T34" fmla="*/ 532 w 944"/>
                  <a:gd name="T35" fmla="*/ 188 h 1248"/>
                  <a:gd name="T36" fmla="*/ 348 w 944"/>
                  <a:gd name="T37" fmla="*/ 160 h 1248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944"/>
                  <a:gd name="T58" fmla="*/ 0 h 1248"/>
                  <a:gd name="T59" fmla="*/ 944 w 944"/>
                  <a:gd name="T60" fmla="*/ 1248 h 1248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944" h="1248">
                    <a:moveTo>
                      <a:pt x="348" y="160"/>
                    </a:moveTo>
                    <a:lnTo>
                      <a:pt x="348" y="468"/>
                    </a:lnTo>
                    <a:lnTo>
                      <a:pt x="412" y="496"/>
                    </a:lnTo>
                    <a:lnTo>
                      <a:pt x="520" y="524"/>
                    </a:lnTo>
                    <a:lnTo>
                      <a:pt x="616" y="532"/>
                    </a:lnTo>
                    <a:lnTo>
                      <a:pt x="700" y="520"/>
                    </a:lnTo>
                    <a:lnTo>
                      <a:pt x="776" y="500"/>
                    </a:lnTo>
                    <a:lnTo>
                      <a:pt x="860" y="464"/>
                    </a:lnTo>
                    <a:lnTo>
                      <a:pt x="0" y="961"/>
                    </a:lnTo>
                    <a:lnTo>
                      <a:pt x="0" y="1248"/>
                    </a:lnTo>
                    <a:lnTo>
                      <a:pt x="853" y="756"/>
                    </a:lnTo>
                    <a:lnTo>
                      <a:pt x="900" y="712"/>
                    </a:lnTo>
                    <a:lnTo>
                      <a:pt x="936" y="672"/>
                    </a:lnTo>
                    <a:lnTo>
                      <a:pt x="944" y="636"/>
                    </a:lnTo>
                    <a:lnTo>
                      <a:pt x="944" y="604"/>
                    </a:lnTo>
                    <a:lnTo>
                      <a:pt x="944" y="0"/>
                    </a:lnTo>
                    <a:lnTo>
                      <a:pt x="776" y="160"/>
                    </a:lnTo>
                    <a:lnTo>
                      <a:pt x="532" y="188"/>
                    </a:lnTo>
                    <a:lnTo>
                      <a:pt x="348" y="16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780000"/>
                  </a:gs>
                  <a:gs pos="50000">
                    <a:srgbClr val="CC0000"/>
                  </a:gs>
                  <a:gs pos="100000">
                    <a:srgbClr val="780000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95" name="Freeform 133">
                <a:extLst>
                  <a:ext uri="{FF2B5EF4-FFF2-40B4-BE49-F238E27FC236}">
                    <a16:creationId xmlns:a16="http://schemas.microsoft.com/office/drawing/2014/main" id="{B76F5E55-8A0F-61B0-37AE-94E6CFF147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76" y="2308"/>
                <a:ext cx="600" cy="364"/>
              </a:xfrm>
              <a:custGeom>
                <a:avLst/>
                <a:gdLst>
                  <a:gd name="T0" fmla="*/ 0 w 600"/>
                  <a:gd name="T1" fmla="*/ 296 h 364"/>
                  <a:gd name="T2" fmla="*/ 80 w 600"/>
                  <a:gd name="T3" fmla="*/ 246 h 364"/>
                  <a:gd name="T4" fmla="*/ 142 w 600"/>
                  <a:gd name="T5" fmla="*/ 272 h 364"/>
                  <a:gd name="T6" fmla="*/ 196 w 600"/>
                  <a:gd name="T7" fmla="*/ 284 h 364"/>
                  <a:gd name="T8" fmla="*/ 262 w 600"/>
                  <a:gd name="T9" fmla="*/ 290 h 364"/>
                  <a:gd name="T10" fmla="*/ 322 w 600"/>
                  <a:gd name="T11" fmla="*/ 286 h 364"/>
                  <a:gd name="T12" fmla="*/ 368 w 600"/>
                  <a:gd name="T13" fmla="*/ 272 h 364"/>
                  <a:gd name="T14" fmla="*/ 428 w 600"/>
                  <a:gd name="T15" fmla="*/ 244 h 364"/>
                  <a:gd name="T16" fmla="*/ 456 w 600"/>
                  <a:gd name="T17" fmla="*/ 220 h 364"/>
                  <a:gd name="T18" fmla="*/ 486 w 600"/>
                  <a:gd name="T19" fmla="*/ 188 h 364"/>
                  <a:gd name="T20" fmla="*/ 494 w 600"/>
                  <a:gd name="T21" fmla="*/ 132 h 364"/>
                  <a:gd name="T22" fmla="*/ 488 w 600"/>
                  <a:gd name="T23" fmla="*/ 98 h 364"/>
                  <a:gd name="T24" fmla="*/ 470 w 600"/>
                  <a:gd name="T25" fmla="*/ 74 h 364"/>
                  <a:gd name="T26" fmla="*/ 432 w 600"/>
                  <a:gd name="T27" fmla="*/ 44 h 364"/>
                  <a:gd name="T28" fmla="*/ 520 w 600"/>
                  <a:gd name="T29" fmla="*/ 0 h 364"/>
                  <a:gd name="T30" fmla="*/ 542 w 600"/>
                  <a:gd name="T31" fmla="*/ 24 h 364"/>
                  <a:gd name="T32" fmla="*/ 572 w 600"/>
                  <a:gd name="T33" fmla="*/ 60 h 364"/>
                  <a:gd name="T34" fmla="*/ 590 w 600"/>
                  <a:gd name="T35" fmla="*/ 106 h 364"/>
                  <a:gd name="T36" fmla="*/ 600 w 600"/>
                  <a:gd name="T37" fmla="*/ 144 h 364"/>
                  <a:gd name="T38" fmla="*/ 588 w 600"/>
                  <a:gd name="T39" fmla="*/ 198 h 364"/>
                  <a:gd name="T40" fmla="*/ 574 w 600"/>
                  <a:gd name="T41" fmla="*/ 226 h 364"/>
                  <a:gd name="T42" fmla="*/ 538 w 600"/>
                  <a:gd name="T43" fmla="*/ 268 h 364"/>
                  <a:gd name="T44" fmla="*/ 498 w 600"/>
                  <a:gd name="T45" fmla="*/ 298 h 364"/>
                  <a:gd name="T46" fmla="*/ 424 w 600"/>
                  <a:gd name="T47" fmla="*/ 330 h 364"/>
                  <a:gd name="T48" fmla="*/ 348 w 600"/>
                  <a:gd name="T49" fmla="*/ 352 h 364"/>
                  <a:gd name="T50" fmla="*/ 256 w 600"/>
                  <a:gd name="T51" fmla="*/ 364 h 364"/>
                  <a:gd name="T52" fmla="*/ 164 w 600"/>
                  <a:gd name="T53" fmla="*/ 356 h 364"/>
                  <a:gd name="T54" fmla="*/ 68 w 600"/>
                  <a:gd name="T55" fmla="*/ 332 h 364"/>
                  <a:gd name="T56" fmla="*/ 0 w 600"/>
                  <a:gd name="T57" fmla="*/ 296 h 364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w 600"/>
                  <a:gd name="T88" fmla="*/ 0 h 364"/>
                  <a:gd name="T89" fmla="*/ 600 w 600"/>
                  <a:gd name="T90" fmla="*/ 364 h 364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T87" t="T88" r="T89" b="T90"/>
                <a:pathLst>
                  <a:path w="600" h="364">
                    <a:moveTo>
                      <a:pt x="0" y="296"/>
                    </a:moveTo>
                    <a:lnTo>
                      <a:pt x="80" y="246"/>
                    </a:lnTo>
                    <a:lnTo>
                      <a:pt x="142" y="272"/>
                    </a:lnTo>
                    <a:lnTo>
                      <a:pt x="196" y="284"/>
                    </a:lnTo>
                    <a:lnTo>
                      <a:pt x="262" y="290"/>
                    </a:lnTo>
                    <a:lnTo>
                      <a:pt x="322" y="286"/>
                    </a:lnTo>
                    <a:lnTo>
                      <a:pt x="368" y="272"/>
                    </a:lnTo>
                    <a:lnTo>
                      <a:pt x="428" y="244"/>
                    </a:lnTo>
                    <a:lnTo>
                      <a:pt x="456" y="220"/>
                    </a:lnTo>
                    <a:lnTo>
                      <a:pt x="486" y="188"/>
                    </a:lnTo>
                    <a:lnTo>
                      <a:pt x="494" y="132"/>
                    </a:lnTo>
                    <a:lnTo>
                      <a:pt x="488" y="98"/>
                    </a:lnTo>
                    <a:lnTo>
                      <a:pt x="470" y="74"/>
                    </a:lnTo>
                    <a:lnTo>
                      <a:pt x="432" y="44"/>
                    </a:lnTo>
                    <a:lnTo>
                      <a:pt x="520" y="0"/>
                    </a:lnTo>
                    <a:lnTo>
                      <a:pt x="542" y="24"/>
                    </a:lnTo>
                    <a:lnTo>
                      <a:pt x="572" y="60"/>
                    </a:lnTo>
                    <a:lnTo>
                      <a:pt x="590" y="106"/>
                    </a:lnTo>
                    <a:lnTo>
                      <a:pt x="600" y="144"/>
                    </a:lnTo>
                    <a:lnTo>
                      <a:pt x="588" y="198"/>
                    </a:lnTo>
                    <a:lnTo>
                      <a:pt x="574" y="226"/>
                    </a:lnTo>
                    <a:lnTo>
                      <a:pt x="538" y="268"/>
                    </a:lnTo>
                    <a:lnTo>
                      <a:pt x="498" y="298"/>
                    </a:lnTo>
                    <a:lnTo>
                      <a:pt x="424" y="330"/>
                    </a:lnTo>
                    <a:lnTo>
                      <a:pt x="348" y="352"/>
                    </a:lnTo>
                    <a:lnTo>
                      <a:pt x="256" y="364"/>
                    </a:lnTo>
                    <a:lnTo>
                      <a:pt x="164" y="356"/>
                    </a:lnTo>
                    <a:lnTo>
                      <a:pt x="68" y="332"/>
                    </a:lnTo>
                    <a:lnTo>
                      <a:pt x="0" y="296"/>
                    </a:lnTo>
                    <a:close/>
                  </a:path>
                </a:pathLst>
              </a:custGeom>
              <a:solidFill>
                <a:srgbClr val="FF6600"/>
              </a:solidFill>
              <a:ln>
                <a:noFill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96" name="Freeform 134">
                <a:extLst>
                  <a:ext uri="{FF2B5EF4-FFF2-40B4-BE49-F238E27FC236}">
                    <a16:creationId xmlns:a16="http://schemas.microsoft.com/office/drawing/2014/main" id="{8DD54F95-6D4F-074D-6258-3C413D0496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76" y="3316"/>
                <a:ext cx="156" cy="376"/>
              </a:xfrm>
              <a:custGeom>
                <a:avLst/>
                <a:gdLst>
                  <a:gd name="T0" fmla="*/ 0 w 156"/>
                  <a:gd name="T1" fmla="*/ 0 h 376"/>
                  <a:gd name="T2" fmla="*/ 156 w 156"/>
                  <a:gd name="T3" fmla="*/ 88 h 376"/>
                  <a:gd name="T4" fmla="*/ 156 w 156"/>
                  <a:gd name="T5" fmla="*/ 376 h 376"/>
                  <a:gd name="T6" fmla="*/ 0 w 156"/>
                  <a:gd name="T7" fmla="*/ 288 h 376"/>
                  <a:gd name="T8" fmla="*/ 0 w 156"/>
                  <a:gd name="T9" fmla="*/ 0 h 37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56"/>
                  <a:gd name="T16" fmla="*/ 0 h 376"/>
                  <a:gd name="T17" fmla="*/ 156 w 156"/>
                  <a:gd name="T18" fmla="*/ 376 h 37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56" h="376">
                    <a:moveTo>
                      <a:pt x="0" y="0"/>
                    </a:moveTo>
                    <a:lnTo>
                      <a:pt x="156" y="88"/>
                    </a:lnTo>
                    <a:lnTo>
                      <a:pt x="156" y="376"/>
                    </a:lnTo>
                    <a:lnTo>
                      <a:pt x="0" y="28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C3399"/>
              </a:solidFill>
              <a:ln>
                <a:noFill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27" name="Group 135">
              <a:extLst>
                <a:ext uri="{FF2B5EF4-FFF2-40B4-BE49-F238E27FC236}">
                  <a16:creationId xmlns:a16="http://schemas.microsoft.com/office/drawing/2014/main" id="{73F91A49-F331-931E-987D-DB06C4E3AF7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3" y="874"/>
              <a:ext cx="2796" cy="2736"/>
              <a:chOff x="393" y="874"/>
              <a:chExt cx="2796" cy="2736"/>
            </a:xfrm>
          </p:grpSpPr>
          <p:grpSp>
            <p:nvGrpSpPr>
              <p:cNvPr id="128" name="Group 136">
                <a:extLst>
                  <a:ext uri="{FF2B5EF4-FFF2-40B4-BE49-F238E27FC236}">
                    <a16:creationId xmlns:a16="http://schemas.microsoft.com/office/drawing/2014/main" id="{0D13FF4D-FA83-7C91-45E9-18AFCF981A3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3" y="874"/>
                <a:ext cx="2796" cy="2736"/>
                <a:chOff x="393" y="874"/>
                <a:chExt cx="2796" cy="2736"/>
              </a:xfrm>
            </p:grpSpPr>
            <p:sp>
              <p:nvSpPr>
                <p:cNvPr id="153" name="Freeform 137">
                  <a:extLst>
                    <a:ext uri="{FF2B5EF4-FFF2-40B4-BE49-F238E27FC236}">
                      <a16:creationId xmlns:a16="http://schemas.microsoft.com/office/drawing/2014/main" id="{C67F7496-F053-1423-5C40-D3021CEDF98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9" y="1990"/>
                  <a:ext cx="2790" cy="1620"/>
                </a:xfrm>
                <a:custGeom>
                  <a:avLst/>
                  <a:gdLst>
                    <a:gd name="T0" fmla="*/ 0 w 2790"/>
                    <a:gd name="T1" fmla="*/ 978 h 1620"/>
                    <a:gd name="T2" fmla="*/ 1096 w 2790"/>
                    <a:gd name="T3" fmla="*/ 1620 h 1620"/>
                    <a:gd name="T4" fmla="*/ 2790 w 2790"/>
                    <a:gd name="T5" fmla="*/ 642 h 1620"/>
                    <a:gd name="T6" fmla="*/ 1686 w 2790"/>
                    <a:gd name="T7" fmla="*/ 0 h 1620"/>
                    <a:gd name="T8" fmla="*/ 0 w 2790"/>
                    <a:gd name="T9" fmla="*/ 978 h 162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790"/>
                    <a:gd name="T16" fmla="*/ 0 h 1620"/>
                    <a:gd name="T17" fmla="*/ 2790 w 2790"/>
                    <a:gd name="T18" fmla="*/ 1620 h 162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790" h="1620">
                      <a:moveTo>
                        <a:pt x="0" y="978"/>
                      </a:moveTo>
                      <a:lnTo>
                        <a:pt x="1096" y="1620"/>
                      </a:lnTo>
                      <a:lnTo>
                        <a:pt x="2790" y="642"/>
                      </a:lnTo>
                      <a:lnTo>
                        <a:pt x="1686" y="0"/>
                      </a:lnTo>
                      <a:lnTo>
                        <a:pt x="0" y="978"/>
                      </a:lnTo>
                      <a:close/>
                    </a:path>
                  </a:pathLst>
                </a:custGeom>
                <a:solidFill>
                  <a:srgbClr val="FFFF66"/>
                </a:solidFill>
                <a:ln w="12700">
                  <a:solidFill>
                    <a:srgbClr val="000000"/>
                  </a:solidFill>
                  <a:round/>
                  <a:headEnd type="none" w="sm" len="lg"/>
                  <a:tailEnd type="none" w="sm" len="lg"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54" name="Freeform 138">
                  <a:extLst>
                    <a:ext uri="{FF2B5EF4-FFF2-40B4-BE49-F238E27FC236}">
                      <a16:creationId xmlns:a16="http://schemas.microsoft.com/office/drawing/2014/main" id="{E13FC982-5AAA-3A36-1E8F-673AB16BFE4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3" y="874"/>
                  <a:ext cx="1692" cy="2094"/>
                </a:xfrm>
                <a:custGeom>
                  <a:avLst/>
                  <a:gdLst>
                    <a:gd name="T0" fmla="*/ 0 w 1692"/>
                    <a:gd name="T1" fmla="*/ 972 h 2094"/>
                    <a:gd name="T2" fmla="*/ 0 w 1692"/>
                    <a:gd name="T3" fmla="*/ 2094 h 2094"/>
                    <a:gd name="T4" fmla="*/ 1692 w 1692"/>
                    <a:gd name="T5" fmla="*/ 1116 h 2094"/>
                    <a:gd name="T6" fmla="*/ 1692 w 1692"/>
                    <a:gd name="T7" fmla="*/ 0 h 2094"/>
                    <a:gd name="T8" fmla="*/ 0 w 1692"/>
                    <a:gd name="T9" fmla="*/ 972 h 209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692"/>
                    <a:gd name="T16" fmla="*/ 0 h 2094"/>
                    <a:gd name="T17" fmla="*/ 1692 w 1692"/>
                    <a:gd name="T18" fmla="*/ 2094 h 209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692" h="2094">
                      <a:moveTo>
                        <a:pt x="0" y="972"/>
                      </a:moveTo>
                      <a:lnTo>
                        <a:pt x="0" y="2094"/>
                      </a:lnTo>
                      <a:lnTo>
                        <a:pt x="1692" y="1116"/>
                      </a:lnTo>
                      <a:lnTo>
                        <a:pt x="1692" y="0"/>
                      </a:lnTo>
                      <a:lnTo>
                        <a:pt x="0" y="972"/>
                      </a:lnTo>
                      <a:close/>
                    </a:path>
                  </a:pathLst>
                </a:custGeom>
                <a:solidFill>
                  <a:srgbClr val="66FF66"/>
                </a:solidFill>
                <a:ln w="12700">
                  <a:solidFill>
                    <a:srgbClr val="000000"/>
                  </a:solidFill>
                  <a:round/>
                  <a:headEnd type="none" w="sm" len="lg"/>
                  <a:tailEnd type="none" w="sm" len="lg"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55" name="Freeform 139">
                  <a:extLst>
                    <a:ext uri="{FF2B5EF4-FFF2-40B4-BE49-F238E27FC236}">
                      <a16:creationId xmlns:a16="http://schemas.microsoft.com/office/drawing/2014/main" id="{436EDAC8-D24E-84D5-11A3-8F96B7F5763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14" y="2026"/>
                  <a:ext cx="858" cy="618"/>
                </a:xfrm>
                <a:custGeom>
                  <a:avLst/>
                  <a:gdLst>
                    <a:gd name="T0" fmla="*/ 0 w 858"/>
                    <a:gd name="T1" fmla="*/ 459 h 618"/>
                    <a:gd name="T2" fmla="*/ 801 w 858"/>
                    <a:gd name="T3" fmla="*/ 0 h 618"/>
                    <a:gd name="T4" fmla="*/ 858 w 858"/>
                    <a:gd name="T5" fmla="*/ 261 h 618"/>
                    <a:gd name="T6" fmla="*/ 228 w 858"/>
                    <a:gd name="T7" fmla="*/ 618 h 618"/>
                    <a:gd name="T8" fmla="*/ 0 w 858"/>
                    <a:gd name="T9" fmla="*/ 459 h 61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858"/>
                    <a:gd name="T16" fmla="*/ 0 h 618"/>
                    <a:gd name="T17" fmla="*/ 858 w 858"/>
                    <a:gd name="T18" fmla="*/ 618 h 61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858" h="618">
                      <a:moveTo>
                        <a:pt x="0" y="459"/>
                      </a:moveTo>
                      <a:lnTo>
                        <a:pt x="801" y="0"/>
                      </a:lnTo>
                      <a:lnTo>
                        <a:pt x="858" y="261"/>
                      </a:lnTo>
                      <a:lnTo>
                        <a:pt x="228" y="618"/>
                      </a:lnTo>
                      <a:lnTo>
                        <a:pt x="0" y="459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762F00"/>
                    </a:gs>
                    <a:gs pos="100000">
                      <a:srgbClr val="FF6600"/>
                    </a:gs>
                  </a:gsLst>
                  <a:lin ang="5400000" scaled="1"/>
                </a:gradFill>
                <a:ln>
                  <a:noFill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56" name="Freeform 140">
                  <a:extLst>
                    <a:ext uri="{FF2B5EF4-FFF2-40B4-BE49-F238E27FC236}">
                      <a16:creationId xmlns:a16="http://schemas.microsoft.com/office/drawing/2014/main" id="{A4D1876D-AF65-EAF2-051A-16C97A8EFDE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17" y="2474"/>
                  <a:ext cx="107" cy="204"/>
                </a:xfrm>
                <a:custGeom>
                  <a:avLst/>
                  <a:gdLst>
                    <a:gd name="T0" fmla="*/ 107 w 107"/>
                    <a:gd name="T1" fmla="*/ 184 h 204"/>
                    <a:gd name="T2" fmla="*/ 59 w 107"/>
                    <a:gd name="T3" fmla="*/ 180 h 204"/>
                    <a:gd name="T4" fmla="*/ 35 w 107"/>
                    <a:gd name="T5" fmla="*/ 184 h 204"/>
                    <a:gd name="T6" fmla="*/ 3 w 107"/>
                    <a:gd name="T7" fmla="*/ 204 h 204"/>
                    <a:gd name="T8" fmla="*/ 3 w 107"/>
                    <a:gd name="T9" fmla="*/ 60 h 204"/>
                    <a:gd name="T10" fmla="*/ 0 w 107"/>
                    <a:gd name="T11" fmla="*/ 32 h 204"/>
                    <a:gd name="T12" fmla="*/ 15 w 107"/>
                    <a:gd name="T13" fmla="*/ 12 h 204"/>
                    <a:gd name="T14" fmla="*/ 47 w 107"/>
                    <a:gd name="T15" fmla="*/ 0 h 204"/>
                    <a:gd name="T16" fmla="*/ 107 w 107"/>
                    <a:gd name="T17" fmla="*/ 8 h 204"/>
                    <a:gd name="T18" fmla="*/ 107 w 107"/>
                    <a:gd name="T19" fmla="*/ 184 h 204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107"/>
                    <a:gd name="T31" fmla="*/ 0 h 204"/>
                    <a:gd name="T32" fmla="*/ 107 w 107"/>
                    <a:gd name="T33" fmla="*/ 204 h 204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107" h="204">
                      <a:moveTo>
                        <a:pt x="107" y="184"/>
                      </a:moveTo>
                      <a:lnTo>
                        <a:pt x="59" y="180"/>
                      </a:lnTo>
                      <a:lnTo>
                        <a:pt x="35" y="184"/>
                      </a:lnTo>
                      <a:lnTo>
                        <a:pt x="3" y="204"/>
                      </a:lnTo>
                      <a:lnTo>
                        <a:pt x="3" y="60"/>
                      </a:lnTo>
                      <a:lnTo>
                        <a:pt x="0" y="32"/>
                      </a:lnTo>
                      <a:lnTo>
                        <a:pt x="15" y="12"/>
                      </a:lnTo>
                      <a:lnTo>
                        <a:pt x="47" y="0"/>
                      </a:lnTo>
                      <a:lnTo>
                        <a:pt x="107" y="8"/>
                      </a:lnTo>
                      <a:lnTo>
                        <a:pt x="107" y="184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FFCC00"/>
                    </a:gs>
                    <a:gs pos="100000">
                      <a:srgbClr val="A28200"/>
                    </a:gs>
                  </a:gsLst>
                  <a:lin ang="0" scaled="1"/>
                </a:gradFill>
                <a:ln>
                  <a:noFill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57" name="Freeform 141">
                  <a:extLst>
                    <a:ext uri="{FF2B5EF4-FFF2-40B4-BE49-F238E27FC236}">
                      <a16:creationId xmlns:a16="http://schemas.microsoft.com/office/drawing/2014/main" id="{BB95DB04-AD2D-432C-F639-BE2E0C58D50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7" y="1783"/>
                  <a:ext cx="79" cy="499"/>
                </a:xfrm>
                <a:custGeom>
                  <a:avLst/>
                  <a:gdLst>
                    <a:gd name="T0" fmla="*/ 0 w 79"/>
                    <a:gd name="T1" fmla="*/ 0 h 499"/>
                    <a:gd name="T2" fmla="*/ 0 w 79"/>
                    <a:gd name="T3" fmla="*/ 390 h 499"/>
                    <a:gd name="T4" fmla="*/ 9 w 79"/>
                    <a:gd name="T5" fmla="*/ 432 h 499"/>
                    <a:gd name="T6" fmla="*/ 35 w 79"/>
                    <a:gd name="T7" fmla="*/ 463 h 499"/>
                    <a:gd name="T8" fmla="*/ 54 w 79"/>
                    <a:gd name="T9" fmla="*/ 486 h 499"/>
                    <a:gd name="T10" fmla="*/ 79 w 79"/>
                    <a:gd name="T11" fmla="*/ 499 h 499"/>
                    <a:gd name="T12" fmla="*/ 79 w 79"/>
                    <a:gd name="T13" fmla="*/ 191 h 499"/>
                    <a:gd name="T14" fmla="*/ 0 w 79"/>
                    <a:gd name="T15" fmla="*/ 0 h 499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79"/>
                    <a:gd name="T25" fmla="*/ 0 h 499"/>
                    <a:gd name="T26" fmla="*/ 79 w 79"/>
                    <a:gd name="T27" fmla="*/ 499 h 499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79" h="499">
                      <a:moveTo>
                        <a:pt x="0" y="0"/>
                      </a:moveTo>
                      <a:lnTo>
                        <a:pt x="0" y="390"/>
                      </a:lnTo>
                      <a:lnTo>
                        <a:pt x="9" y="432"/>
                      </a:lnTo>
                      <a:lnTo>
                        <a:pt x="35" y="463"/>
                      </a:lnTo>
                      <a:lnTo>
                        <a:pt x="54" y="486"/>
                      </a:lnTo>
                      <a:lnTo>
                        <a:pt x="79" y="499"/>
                      </a:lnTo>
                      <a:lnTo>
                        <a:pt x="79" y="19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5E0000"/>
                    </a:gs>
                    <a:gs pos="100000">
                      <a:srgbClr val="CC0000"/>
                    </a:gs>
                  </a:gsLst>
                  <a:lin ang="0" scaled="1"/>
                </a:gradFill>
                <a:ln>
                  <a:noFill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58" name="Freeform 142">
                  <a:extLst>
                    <a:ext uri="{FF2B5EF4-FFF2-40B4-BE49-F238E27FC236}">
                      <a16:creationId xmlns:a16="http://schemas.microsoft.com/office/drawing/2014/main" id="{353B8E90-74E8-A5A9-D81C-66ABB8B1771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36" y="2314"/>
                  <a:ext cx="234" cy="150"/>
                </a:xfrm>
                <a:custGeom>
                  <a:avLst/>
                  <a:gdLst>
                    <a:gd name="T0" fmla="*/ 234 w 234"/>
                    <a:gd name="T1" fmla="*/ 24 h 150"/>
                    <a:gd name="T2" fmla="*/ 204 w 234"/>
                    <a:gd name="T3" fmla="*/ 15 h 150"/>
                    <a:gd name="T4" fmla="*/ 165 w 234"/>
                    <a:gd name="T5" fmla="*/ 3 h 150"/>
                    <a:gd name="T6" fmla="*/ 132 w 234"/>
                    <a:gd name="T7" fmla="*/ 0 h 150"/>
                    <a:gd name="T8" fmla="*/ 78 w 234"/>
                    <a:gd name="T9" fmla="*/ 9 h 150"/>
                    <a:gd name="T10" fmla="*/ 36 w 234"/>
                    <a:gd name="T11" fmla="*/ 24 h 150"/>
                    <a:gd name="T12" fmla="*/ 21 w 234"/>
                    <a:gd name="T13" fmla="*/ 42 h 150"/>
                    <a:gd name="T14" fmla="*/ 6 w 234"/>
                    <a:gd name="T15" fmla="*/ 63 h 150"/>
                    <a:gd name="T16" fmla="*/ 0 w 234"/>
                    <a:gd name="T17" fmla="*/ 90 h 150"/>
                    <a:gd name="T18" fmla="*/ 12 w 234"/>
                    <a:gd name="T19" fmla="*/ 114 h 150"/>
                    <a:gd name="T20" fmla="*/ 48 w 234"/>
                    <a:gd name="T21" fmla="*/ 150 h 150"/>
                    <a:gd name="T22" fmla="*/ 231 w 234"/>
                    <a:gd name="T23" fmla="*/ 135 h 150"/>
                    <a:gd name="T24" fmla="*/ 234 w 234"/>
                    <a:gd name="T25" fmla="*/ 24 h 150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w 234"/>
                    <a:gd name="T40" fmla="*/ 0 h 150"/>
                    <a:gd name="T41" fmla="*/ 234 w 234"/>
                    <a:gd name="T42" fmla="*/ 150 h 150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T39" t="T40" r="T41" b="T42"/>
                  <a:pathLst>
                    <a:path w="234" h="150">
                      <a:moveTo>
                        <a:pt x="234" y="24"/>
                      </a:moveTo>
                      <a:lnTo>
                        <a:pt x="204" y="15"/>
                      </a:lnTo>
                      <a:lnTo>
                        <a:pt x="165" y="3"/>
                      </a:lnTo>
                      <a:lnTo>
                        <a:pt x="132" y="0"/>
                      </a:lnTo>
                      <a:lnTo>
                        <a:pt x="78" y="9"/>
                      </a:lnTo>
                      <a:lnTo>
                        <a:pt x="36" y="24"/>
                      </a:lnTo>
                      <a:lnTo>
                        <a:pt x="21" y="42"/>
                      </a:lnTo>
                      <a:lnTo>
                        <a:pt x="6" y="63"/>
                      </a:lnTo>
                      <a:lnTo>
                        <a:pt x="0" y="90"/>
                      </a:lnTo>
                      <a:lnTo>
                        <a:pt x="12" y="114"/>
                      </a:lnTo>
                      <a:lnTo>
                        <a:pt x="48" y="150"/>
                      </a:lnTo>
                      <a:lnTo>
                        <a:pt x="231" y="135"/>
                      </a:lnTo>
                      <a:lnTo>
                        <a:pt x="234" y="24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FFCC00"/>
                    </a:gs>
                    <a:gs pos="100000">
                      <a:srgbClr val="765E00"/>
                    </a:gs>
                  </a:gsLst>
                  <a:lin ang="0" scaled="1"/>
                </a:gradFill>
                <a:ln>
                  <a:noFill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59" name="Freeform 143">
                  <a:extLst>
                    <a:ext uri="{FF2B5EF4-FFF2-40B4-BE49-F238E27FC236}">
                      <a16:creationId xmlns:a16="http://schemas.microsoft.com/office/drawing/2014/main" id="{9DC16739-E33B-B306-D392-E379A1BB7AE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72" y="2426"/>
                  <a:ext cx="200" cy="136"/>
                </a:xfrm>
                <a:custGeom>
                  <a:avLst/>
                  <a:gdLst>
                    <a:gd name="T0" fmla="*/ 52 w 200"/>
                    <a:gd name="T1" fmla="*/ 116 h 136"/>
                    <a:gd name="T2" fmla="*/ 48 w 200"/>
                    <a:gd name="T3" fmla="*/ 80 h 136"/>
                    <a:gd name="T4" fmla="*/ 60 w 200"/>
                    <a:gd name="T5" fmla="*/ 59 h 136"/>
                    <a:gd name="T6" fmla="*/ 99 w 200"/>
                    <a:gd name="T7" fmla="*/ 56 h 136"/>
                    <a:gd name="T8" fmla="*/ 153 w 200"/>
                    <a:gd name="T9" fmla="*/ 62 h 136"/>
                    <a:gd name="T10" fmla="*/ 200 w 200"/>
                    <a:gd name="T11" fmla="*/ 24 h 136"/>
                    <a:gd name="T12" fmla="*/ 174 w 200"/>
                    <a:gd name="T13" fmla="*/ 8 h 136"/>
                    <a:gd name="T14" fmla="*/ 140 w 200"/>
                    <a:gd name="T15" fmla="*/ 0 h 136"/>
                    <a:gd name="T16" fmla="*/ 96 w 200"/>
                    <a:gd name="T17" fmla="*/ 0 h 136"/>
                    <a:gd name="T18" fmla="*/ 48 w 200"/>
                    <a:gd name="T19" fmla="*/ 8 h 136"/>
                    <a:gd name="T20" fmla="*/ 0 w 200"/>
                    <a:gd name="T21" fmla="*/ 41 h 136"/>
                    <a:gd name="T22" fmla="*/ 4 w 200"/>
                    <a:gd name="T23" fmla="*/ 136 h 136"/>
                    <a:gd name="T24" fmla="*/ 52 w 200"/>
                    <a:gd name="T25" fmla="*/ 116 h 1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w 200"/>
                    <a:gd name="T40" fmla="*/ 0 h 136"/>
                    <a:gd name="T41" fmla="*/ 200 w 200"/>
                    <a:gd name="T42" fmla="*/ 136 h 136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T39" t="T40" r="T41" b="T42"/>
                  <a:pathLst>
                    <a:path w="200" h="136">
                      <a:moveTo>
                        <a:pt x="52" y="116"/>
                      </a:moveTo>
                      <a:lnTo>
                        <a:pt x="48" y="80"/>
                      </a:lnTo>
                      <a:lnTo>
                        <a:pt x="60" y="59"/>
                      </a:lnTo>
                      <a:lnTo>
                        <a:pt x="99" y="56"/>
                      </a:lnTo>
                      <a:lnTo>
                        <a:pt x="153" y="62"/>
                      </a:lnTo>
                      <a:lnTo>
                        <a:pt x="200" y="24"/>
                      </a:lnTo>
                      <a:lnTo>
                        <a:pt x="174" y="8"/>
                      </a:lnTo>
                      <a:lnTo>
                        <a:pt x="140" y="0"/>
                      </a:lnTo>
                      <a:lnTo>
                        <a:pt x="96" y="0"/>
                      </a:lnTo>
                      <a:lnTo>
                        <a:pt x="48" y="8"/>
                      </a:lnTo>
                      <a:lnTo>
                        <a:pt x="0" y="41"/>
                      </a:lnTo>
                      <a:lnTo>
                        <a:pt x="4" y="136"/>
                      </a:lnTo>
                      <a:lnTo>
                        <a:pt x="52" y="116"/>
                      </a:lnTo>
                      <a:close/>
                    </a:path>
                  </a:pathLst>
                </a:custGeom>
                <a:solidFill>
                  <a:srgbClr val="FFCCFF"/>
                </a:solidFill>
                <a:ln>
                  <a:noFill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60" name="Freeform 144">
                  <a:extLst>
                    <a:ext uri="{FF2B5EF4-FFF2-40B4-BE49-F238E27FC236}">
                      <a16:creationId xmlns:a16="http://schemas.microsoft.com/office/drawing/2014/main" id="{B4200AD2-F191-861D-2009-2FE1E473447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76" y="1670"/>
                  <a:ext cx="424" cy="196"/>
                </a:xfrm>
                <a:custGeom>
                  <a:avLst/>
                  <a:gdLst>
                    <a:gd name="T0" fmla="*/ 0 w 424"/>
                    <a:gd name="T1" fmla="*/ 116 h 196"/>
                    <a:gd name="T2" fmla="*/ 40 w 424"/>
                    <a:gd name="T3" fmla="*/ 48 h 196"/>
                    <a:gd name="T4" fmla="*/ 92 w 424"/>
                    <a:gd name="T5" fmla="*/ 28 h 196"/>
                    <a:gd name="T6" fmla="*/ 124 w 424"/>
                    <a:gd name="T7" fmla="*/ 16 h 196"/>
                    <a:gd name="T8" fmla="*/ 180 w 424"/>
                    <a:gd name="T9" fmla="*/ 4 h 196"/>
                    <a:gd name="T10" fmla="*/ 244 w 424"/>
                    <a:gd name="T11" fmla="*/ 0 h 196"/>
                    <a:gd name="T12" fmla="*/ 320 w 424"/>
                    <a:gd name="T13" fmla="*/ 8 h 196"/>
                    <a:gd name="T14" fmla="*/ 380 w 424"/>
                    <a:gd name="T15" fmla="*/ 20 h 196"/>
                    <a:gd name="T16" fmla="*/ 424 w 424"/>
                    <a:gd name="T17" fmla="*/ 36 h 196"/>
                    <a:gd name="T18" fmla="*/ 424 w 424"/>
                    <a:gd name="T19" fmla="*/ 144 h 196"/>
                    <a:gd name="T20" fmla="*/ 32 w 424"/>
                    <a:gd name="T21" fmla="*/ 196 h 196"/>
                    <a:gd name="T22" fmla="*/ 0 w 424"/>
                    <a:gd name="T23" fmla="*/ 116 h 19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w 424"/>
                    <a:gd name="T37" fmla="*/ 0 h 196"/>
                    <a:gd name="T38" fmla="*/ 424 w 424"/>
                    <a:gd name="T39" fmla="*/ 196 h 19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T36" t="T37" r="T38" b="T39"/>
                  <a:pathLst>
                    <a:path w="424" h="196">
                      <a:moveTo>
                        <a:pt x="0" y="116"/>
                      </a:moveTo>
                      <a:lnTo>
                        <a:pt x="40" y="48"/>
                      </a:lnTo>
                      <a:lnTo>
                        <a:pt x="92" y="28"/>
                      </a:lnTo>
                      <a:lnTo>
                        <a:pt x="124" y="16"/>
                      </a:lnTo>
                      <a:lnTo>
                        <a:pt x="180" y="4"/>
                      </a:lnTo>
                      <a:lnTo>
                        <a:pt x="244" y="0"/>
                      </a:lnTo>
                      <a:lnTo>
                        <a:pt x="320" y="8"/>
                      </a:lnTo>
                      <a:lnTo>
                        <a:pt x="380" y="20"/>
                      </a:lnTo>
                      <a:lnTo>
                        <a:pt x="424" y="36"/>
                      </a:lnTo>
                      <a:lnTo>
                        <a:pt x="424" y="144"/>
                      </a:lnTo>
                      <a:lnTo>
                        <a:pt x="32" y="196"/>
                      </a:lnTo>
                      <a:lnTo>
                        <a:pt x="0" y="116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76762F"/>
                    </a:gs>
                    <a:gs pos="100000">
                      <a:srgbClr val="FFFF66"/>
                    </a:gs>
                  </a:gsLst>
                  <a:lin ang="0" scaled="1"/>
                </a:gradFill>
                <a:ln>
                  <a:noFill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61" name="Freeform 145">
                  <a:extLst>
                    <a:ext uri="{FF2B5EF4-FFF2-40B4-BE49-F238E27FC236}">
                      <a16:creationId xmlns:a16="http://schemas.microsoft.com/office/drawing/2014/main" id="{77800EEA-72B0-B210-C95E-36BB924CDB7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08" y="1754"/>
                  <a:ext cx="400" cy="260"/>
                </a:xfrm>
                <a:custGeom>
                  <a:avLst/>
                  <a:gdLst>
                    <a:gd name="T0" fmla="*/ 296 w 400"/>
                    <a:gd name="T1" fmla="*/ 80 h 260"/>
                    <a:gd name="T2" fmla="*/ 332 w 400"/>
                    <a:gd name="T3" fmla="*/ 59 h 260"/>
                    <a:gd name="T4" fmla="*/ 369 w 400"/>
                    <a:gd name="T5" fmla="*/ 80 h 260"/>
                    <a:gd name="T6" fmla="*/ 400 w 400"/>
                    <a:gd name="T7" fmla="*/ 62 h 260"/>
                    <a:gd name="T8" fmla="*/ 332 w 400"/>
                    <a:gd name="T9" fmla="*/ 24 h 260"/>
                    <a:gd name="T10" fmla="*/ 288 w 400"/>
                    <a:gd name="T11" fmla="*/ 12 h 260"/>
                    <a:gd name="T12" fmla="*/ 216 w 400"/>
                    <a:gd name="T13" fmla="*/ 0 h 260"/>
                    <a:gd name="T14" fmla="*/ 152 w 400"/>
                    <a:gd name="T15" fmla="*/ 8 h 260"/>
                    <a:gd name="T16" fmla="*/ 96 w 400"/>
                    <a:gd name="T17" fmla="*/ 28 h 260"/>
                    <a:gd name="T18" fmla="*/ 52 w 400"/>
                    <a:gd name="T19" fmla="*/ 48 h 260"/>
                    <a:gd name="T20" fmla="*/ 8 w 400"/>
                    <a:gd name="T21" fmla="*/ 88 h 260"/>
                    <a:gd name="T22" fmla="*/ 0 w 400"/>
                    <a:gd name="T23" fmla="*/ 120 h 260"/>
                    <a:gd name="T24" fmla="*/ 20 w 400"/>
                    <a:gd name="T25" fmla="*/ 140 h 260"/>
                    <a:gd name="T26" fmla="*/ 52 w 400"/>
                    <a:gd name="T27" fmla="*/ 156 h 260"/>
                    <a:gd name="T28" fmla="*/ 52 w 400"/>
                    <a:gd name="T29" fmla="*/ 260 h 260"/>
                    <a:gd name="T30" fmla="*/ 100 w 400"/>
                    <a:gd name="T31" fmla="*/ 232 h 260"/>
                    <a:gd name="T32" fmla="*/ 296 w 400"/>
                    <a:gd name="T33" fmla="*/ 80 h 260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400"/>
                    <a:gd name="T52" fmla="*/ 0 h 260"/>
                    <a:gd name="T53" fmla="*/ 400 w 400"/>
                    <a:gd name="T54" fmla="*/ 260 h 260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400" h="260">
                      <a:moveTo>
                        <a:pt x="296" y="80"/>
                      </a:moveTo>
                      <a:lnTo>
                        <a:pt x="332" y="59"/>
                      </a:lnTo>
                      <a:lnTo>
                        <a:pt x="369" y="80"/>
                      </a:lnTo>
                      <a:lnTo>
                        <a:pt x="400" y="62"/>
                      </a:lnTo>
                      <a:lnTo>
                        <a:pt x="332" y="24"/>
                      </a:lnTo>
                      <a:lnTo>
                        <a:pt x="288" y="12"/>
                      </a:lnTo>
                      <a:lnTo>
                        <a:pt x="216" y="0"/>
                      </a:lnTo>
                      <a:lnTo>
                        <a:pt x="152" y="8"/>
                      </a:lnTo>
                      <a:lnTo>
                        <a:pt x="96" y="28"/>
                      </a:lnTo>
                      <a:lnTo>
                        <a:pt x="52" y="48"/>
                      </a:lnTo>
                      <a:lnTo>
                        <a:pt x="8" y="88"/>
                      </a:lnTo>
                      <a:lnTo>
                        <a:pt x="0" y="120"/>
                      </a:lnTo>
                      <a:lnTo>
                        <a:pt x="20" y="140"/>
                      </a:lnTo>
                      <a:lnTo>
                        <a:pt x="52" y="156"/>
                      </a:lnTo>
                      <a:lnTo>
                        <a:pt x="52" y="260"/>
                      </a:lnTo>
                      <a:lnTo>
                        <a:pt x="100" y="232"/>
                      </a:lnTo>
                      <a:lnTo>
                        <a:pt x="296" y="80"/>
                      </a:lnTo>
                      <a:close/>
                    </a:path>
                  </a:pathLst>
                </a:custGeom>
                <a:solidFill>
                  <a:srgbClr val="FFCCFF"/>
                </a:solidFill>
                <a:ln>
                  <a:noFill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62" name="Freeform 146">
                  <a:extLst>
                    <a:ext uri="{FF2B5EF4-FFF2-40B4-BE49-F238E27FC236}">
                      <a16:creationId xmlns:a16="http://schemas.microsoft.com/office/drawing/2014/main" id="{5B519C2B-A044-F033-24B4-18B925CA30E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44" y="1806"/>
                  <a:ext cx="34" cy="536"/>
                </a:xfrm>
                <a:custGeom>
                  <a:avLst/>
                  <a:gdLst>
                    <a:gd name="T0" fmla="*/ 0 w 34"/>
                    <a:gd name="T1" fmla="*/ 0 h 536"/>
                    <a:gd name="T2" fmla="*/ 0 w 34"/>
                    <a:gd name="T3" fmla="*/ 516 h 536"/>
                    <a:gd name="T4" fmla="*/ 28 w 34"/>
                    <a:gd name="T5" fmla="*/ 536 h 536"/>
                    <a:gd name="T6" fmla="*/ 34 w 34"/>
                    <a:gd name="T7" fmla="*/ 20 h 536"/>
                    <a:gd name="T8" fmla="*/ 0 w 34"/>
                    <a:gd name="T9" fmla="*/ 0 h 53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4"/>
                    <a:gd name="T16" fmla="*/ 0 h 536"/>
                    <a:gd name="T17" fmla="*/ 34 w 34"/>
                    <a:gd name="T18" fmla="*/ 536 h 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4" h="536">
                      <a:moveTo>
                        <a:pt x="0" y="0"/>
                      </a:moveTo>
                      <a:lnTo>
                        <a:pt x="0" y="516"/>
                      </a:lnTo>
                      <a:lnTo>
                        <a:pt x="28" y="536"/>
                      </a:lnTo>
                      <a:lnTo>
                        <a:pt x="34" y="2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3333CC"/>
                </a:solidFill>
                <a:ln>
                  <a:noFill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63" name="Freeform 147">
                  <a:extLst>
                    <a:ext uri="{FF2B5EF4-FFF2-40B4-BE49-F238E27FC236}">
                      <a16:creationId xmlns:a16="http://schemas.microsoft.com/office/drawing/2014/main" id="{5B0479F3-C208-A0FF-B7EF-76F5F860987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04" y="1810"/>
                  <a:ext cx="44" cy="524"/>
                </a:xfrm>
                <a:custGeom>
                  <a:avLst/>
                  <a:gdLst>
                    <a:gd name="T0" fmla="*/ 0 w 44"/>
                    <a:gd name="T1" fmla="*/ 20 h 524"/>
                    <a:gd name="T2" fmla="*/ 0 w 44"/>
                    <a:gd name="T3" fmla="*/ 524 h 524"/>
                    <a:gd name="T4" fmla="*/ 44 w 44"/>
                    <a:gd name="T5" fmla="*/ 508 h 524"/>
                    <a:gd name="T6" fmla="*/ 44 w 44"/>
                    <a:gd name="T7" fmla="*/ 0 h 524"/>
                    <a:gd name="T8" fmla="*/ 0 w 44"/>
                    <a:gd name="T9" fmla="*/ 20 h 52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44"/>
                    <a:gd name="T16" fmla="*/ 0 h 524"/>
                    <a:gd name="T17" fmla="*/ 44 w 44"/>
                    <a:gd name="T18" fmla="*/ 524 h 52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44" h="524">
                      <a:moveTo>
                        <a:pt x="0" y="20"/>
                      </a:moveTo>
                      <a:lnTo>
                        <a:pt x="0" y="524"/>
                      </a:lnTo>
                      <a:lnTo>
                        <a:pt x="44" y="508"/>
                      </a:lnTo>
                      <a:lnTo>
                        <a:pt x="44" y="0"/>
                      </a:lnTo>
                      <a:lnTo>
                        <a:pt x="0" y="20"/>
                      </a:lnTo>
                      <a:close/>
                    </a:path>
                  </a:pathLst>
                </a:custGeom>
                <a:solidFill>
                  <a:srgbClr val="0099FF"/>
                </a:solidFill>
                <a:ln>
                  <a:noFill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64" name="Freeform 148">
                  <a:extLst>
                    <a:ext uri="{FF2B5EF4-FFF2-40B4-BE49-F238E27FC236}">
                      <a16:creationId xmlns:a16="http://schemas.microsoft.com/office/drawing/2014/main" id="{D515BBE0-FA1A-45A3-C9BD-158FA4A6248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72" y="1810"/>
                  <a:ext cx="236" cy="548"/>
                </a:xfrm>
                <a:custGeom>
                  <a:avLst/>
                  <a:gdLst>
                    <a:gd name="T0" fmla="*/ 44 w 236"/>
                    <a:gd name="T1" fmla="*/ 176 h 548"/>
                    <a:gd name="T2" fmla="*/ 44 w 236"/>
                    <a:gd name="T3" fmla="*/ 548 h 548"/>
                    <a:gd name="T4" fmla="*/ 84 w 236"/>
                    <a:gd name="T5" fmla="*/ 532 h 548"/>
                    <a:gd name="T6" fmla="*/ 128 w 236"/>
                    <a:gd name="T7" fmla="*/ 524 h 548"/>
                    <a:gd name="T8" fmla="*/ 176 w 236"/>
                    <a:gd name="T9" fmla="*/ 520 h 548"/>
                    <a:gd name="T10" fmla="*/ 236 w 236"/>
                    <a:gd name="T11" fmla="*/ 528 h 548"/>
                    <a:gd name="T12" fmla="*/ 236 w 236"/>
                    <a:gd name="T13" fmla="*/ 20 h 548"/>
                    <a:gd name="T14" fmla="*/ 188 w 236"/>
                    <a:gd name="T15" fmla="*/ 8 h 548"/>
                    <a:gd name="T16" fmla="*/ 136 w 236"/>
                    <a:gd name="T17" fmla="*/ 0 h 548"/>
                    <a:gd name="T18" fmla="*/ 72 w 236"/>
                    <a:gd name="T19" fmla="*/ 8 h 548"/>
                    <a:gd name="T20" fmla="*/ 28 w 236"/>
                    <a:gd name="T21" fmla="*/ 36 h 548"/>
                    <a:gd name="T22" fmla="*/ 4 w 236"/>
                    <a:gd name="T23" fmla="*/ 64 h 548"/>
                    <a:gd name="T24" fmla="*/ 0 w 236"/>
                    <a:gd name="T25" fmla="*/ 100 h 548"/>
                    <a:gd name="T26" fmla="*/ 8 w 236"/>
                    <a:gd name="T27" fmla="*/ 128 h 548"/>
                    <a:gd name="T28" fmla="*/ 16 w 236"/>
                    <a:gd name="T29" fmla="*/ 148 h 548"/>
                    <a:gd name="T30" fmla="*/ 44 w 236"/>
                    <a:gd name="T31" fmla="*/ 176 h 548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w 236"/>
                    <a:gd name="T49" fmla="*/ 0 h 548"/>
                    <a:gd name="T50" fmla="*/ 236 w 236"/>
                    <a:gd name="T51" fmla="*/ 548 h 548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T48" t="T49" r="T50" b="T51"/>
                  <a:pathLst>
                    <a:path w="236" h="548">
                      <a:moveTo>
                        <a:pt x="44" y="176"/>
                      </a:moveTo>
                      <a:lnTo>
                        <a:pt x="44" y="548"/>
                      </a:lnTo>
                      <a:lnTo>
                        <a:pt x="84" y="532"/>
                      </a:lnTo>
                      <a:lnTo>
                        <a:pt x="128" y="524"/>
                      </a:lnTo>
                      <a:lnTo>
                        <a:pt x="176" y="520"/>
                      </a:lnTo>
                      <a:lnTo>
                        <a:pt x="236" y="528"/>
                      </a:lnTo>
                      <a:lnTo>
                        <a:pt x="236" y="20"/>
                      </a:lnTo>
                      <a:lnTo>
                        <a:pt x="188" y="8"/>
                      </a:lnTo>
                      <a:lnTo>
                        <a:pt x="136" y="0"/>
                      </a:lnTo>
                      <a:lnTo>
                        <a:pt x="72" y="8"/>
                      </a:lnTo>
                      <a:lnTo>
                        <a:pt x="28" y="36"/>
                      </a:lnTo>
                      <a:lnTo>
                        <a:pt x="4" y="64"/>
                      </a:lnTo>
                      <a:lnTo>
                        <a:pt x="0" y="100"/>
                      </a:lnTo>
                      <a:lnTo>
                        <a:pt x="8" y="128"/>
                      </a:lnTo>
                      <a:lnTo>
                        <a:pt x="16" y="148"/>
                      </a:lnTo>
                      <a:lnTo>
                        <a:pt x="44" y="176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765E00"/>
                    </a:gs>
                    <a:gs pos="100000">
                      <a:srgbClr val="FFCC00"/>
                    </a:gs>
                  </a:gsLst>
                  <a:lin ang="0" scaled="1"/>
                </a:gradFill>
                <a:ln>
                  <a:noFill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65" name="Freeform 149">
                  <a:extLst>
                    <a:ext uri="{FF2B5EF4-FFF2-40B4-BE49-F238E27FC236}">
                      <a16:creationId xmlns:a16="http://schemas.microsoft.com/office/drawing/2014/main" id="{E1D93D07-A981-7014-48E1-6680AC26418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0" y="1602"/>
                  <a:ext cx="588" cy="376"/>
                </a:xfrm>
                <a:custGeom>
                  <a:avLst/>
                  <a:gdLst>
                    <a:gd name="T0" fmla="*/ 588 w 588"/>
                    <a:gd name="T1" fmla="*/ 72 h 376"/>
                    <a:gd name="T2" fmla="*/ 520 w 588"/>
                    <a:gd name="T3" fmla="*/ 36 h 376"/>
                    <a:gd name="T4" fmla="*/ 468 w 588"/>
                    <a:gd name="T5" fmla="*/ 20 h 376"/>
                    <a:gd name="T6" fmla="*/ 412 w 588"/>
                    <a:gd name="T7" fmla="*/ 8 h 376"/>
                    <a:gd name="T8" fmla="*/ 336 w 588"/>
                    <a:gd name="T9" fmla="*/ 0 h 376"/>
                    <a:gd name="T10" fmla="*/ 244 w 588"/>
                    <a:gd name="T11" fmla="*/ 8 h 376"/>
                    <a:gd name="T12" fmla="*/ 148 w 588"/>
                    <a:gd name="T13" fmla="*/ 36 h 376"/>
                    <a:gd name="T14" fmla="*/ 88 w 588"/>
                    <a:gd name="T15" fmla="*/ 64 h 376"/>
                    <a:gd name="T16" fmla="*/ 48 w 588"/>
                    <a:gd name="T17" fmla="*/ 96 h 376"/>
                    <a:gd name="T18" fmla="*/ 24 w 588"/>
                    <a:gd name="T19" fmla="*/ 124 h 376"/>
                    <a:gd name="T20" fmla="*/ 4 w 588"/>
                    <a:gd name="T21" fmla="*/ 168 h 376"/>
                    <a:gd name="T22" fmla="*/ 0 w 588"/>
                    <a:gd name="T23" fmla="*/ 214 h 376"/>
                    <a:gd name="T24" fmla="*/ 8 w 588"/>
                    <a:gd name="T25" fmla="*/ 268 h 376"/>
                    <a:gd name="T26" fmla="*/ 24 w 588"/>
                    <a:gd name="T27" fmla="*/ 304 h 376"/>
                    <a:gd name="T28" fmla="*/ 40 w 588"/>
                    <a:gd name="T29" fmla="*/ 332 h 376"/>
                    <a:gd name="T30" fmla="*/ 76 w 588"/>
                    <a:gd name="T31" fmla="*/ 376 h 376"/>
                    <a:gd name="T32" fmla="*/ 168 w 588"/>
                    <a:gd name="T33" fmla="*/ 323 h 376"/>
                    <a:gd name="T34" fmla="*/ 136 w 588"/>
                    <a:gd name="T35" fmla="*/ 296 h 376"/>
                    <a:gd name="T36" fmla="*/ 112 w 588"/>
                    <a:gd name="T37" fmla="*/ 280 h 376"/>
                    <a:gd name="T38" fmla="*/ 96 w 588"/>
                    <a:gd name="T39" fmla="*/ 236 h 376"/>
                    <a:gd name="T40" fmla="*/ 100 w 588"/>
                    <a:gd name="T41" fmla="*/ 180 h 376"/>
                    <a:gd name="T42" fmla="*/ 132 w 588"/>
                    <a:gd name="T43" fmla="*/ 128 h 376"/>
                    <a:gd name="T44" fmla="*/ 188 w 588"/>
                    <a:gd name="T45" fmla="*/ 92 h 376"/>
                    <a:gd name="T46" fmla="*/ 240 w 588"/>
                    <a:gd name="T47" fmla="*/ 76 h 376"/>
                    <a:gd name="T48" fmla="*/ 308 w 588"/>
                    <a:gd name="T49" fmla="*/ 68 h 376"/>
                    <a:gd name="T50" fmla="*/ 376 w 588"/>
                    <a:gd name="T51" fmla="*/ 76 h 376"/>
                    <a:gd name="T52" fmla="*/ 432 w 588"/>
                    <a:gd name="T53" fmla="*/ 88 h 376"/>
                    <a:gd name="T54" fmla="*/ 508 w 588"/>
                    <a:gd name="T55" fmla="*/ 112 h 376"/>
                    <a:gd name="T56" fmla="*/ 588 w 588"/>
                    <a:gd name="T57" fmla="*/ 72 h 37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w 588"/>
                    <a:gd name="T88" fmla="*/ 0 h 376"/>
                    <a:gd name="T89" fmla="*/ 588 w 588"/>
                    <a:gd name="T90" fmla="*/ 376 h 376"/>
                  </a:gdLst>
                  <a:ahLst/>
                  <a:cxnLst>
                    <a:cxn ang="T58">
                      <a:pos x="T0" y="T1"/>
                    </a:cxn>
                    <a:cxn ang="T59">
                      <a:pos x="T2" y="T3"/>
                    </a:cxn>
                    <a:cxn ang="T60">
                      <a:pos x="T4" y="T5"/>
                    </a:cxn>
                    <a:cxn ang="T61">
                      <a:pos x="T6" y="T7"/>
                    </a:cxn>
                    <a:cxn ang="T62">
                      <a:pos x="T8" y="T9"/>
                    </a:cxn>
                    <a:cxn ang="T63">
                      <a:pos x="T10" y="T11"/>
                    </a:cxn>
                    <a:cxn ang="T64">
                      <a:pos x="T12" y="T13"/>
                    </a:cxn>
                    <a:cxn ang="T65">
                      <a:pos x="T14" y="T15"/>
                    </a:cxn>
                    <a:cxn ang="T66">
                      <a:pos x="T16" y="T17"/>
                    </a:cxn>
                    <a:cxn ang="T67">
                      <a:pos x="T18" y="T19"/>
                    </a:cxn>
                    <a:cxn ang="T68">
                      <a:pos x="T20" y="T21"/>
                    </a:cxn>
                    <a:cxn ang="T69">
                      <a:pos x="T22" y="T23"/>
                    </a:cxn>
                    <a:cxn ang="T70">
                      <a:pos x="T24" y="T25"/>
                    </a:cxn>
                    <a:cxn ang="T71">
                      <a:pos x="T26" y="T27"/>
                    </a:cxn>
                    <a:cxn ang="T72">
                      <a:pos x="T28" y="T29"/>
                    </a:cxn>
                    <a:cxn ang="T73">
                      <a:pos x="T30" y="T31"/>
                    </a:cxn>
                    <a:cxn ang="T74">
                      <a:pos x="T32" y="T33"/>
                    </a:cxn>
                    <a:cxn ang="T75">
                      <a:pos x="T34" y="T35"/>
                    </a:cxn>
                    <a:cxn ang="T76">
                      <a:pos x="T36" y="T37"/>
                    </a:cxn>
                    <a:cxn ang="T77">
                      <a:pos x="T38" y="T39"/>
                    </a:cxn>
                    <a:cxn ang="T78">
                      <a:pos x="T40" y="T41"/>
                    </a:cxn>
                    <a:cxn ang="T79">
                      <a:pos x="T42" y="T43"/>
                    </a:cxn>
                    <a:cxn ang="T80">
                      <a:pos x="T44" y="T45"/>
                    </a:cxn>
                    <a:cxn ang="T81">
                      <a:pos x="T46" y="T47"/>
                    </a:cxn>
                    <a:cxn ang="T82">
                      <a:pos x="T48" y="T49"/>
                    </a:cxn>
                    <a:cxn ang="T83">
                      <a:pos x="T50" y="T51"/>
                    </a:cxn>
                    <a:cxn ang="T84">
                      <a:pos x="T52" y="T53"/>
                    </a:cxn>
                    <a:cxn ang="T85">
                      <a:pos x="T54" y="T55"/>
                    </a:cxn>
                    <a:cxn ang="T86">
                      <a:pos x="T56" y="T57"/>
                    </a:cxn>
                  </a:cxnLst>
                  <a:rect l="T87" t="T88" r="T89" b="T90"/>
                  <a:pathLst>
                    <a:path w="588" h="376">
                      <a:moveTo>
                        <a:pt x="588" y="72"/>
                      </a:moveTo>
                      <a:lnTo>
                        <a:pt x="520" y="36"/>
                      </a:lnTo>
                      <a:lnTo>
                        <a:pt x="468" y="20"/>
                      </a:lnTo>
                      <a:lnTo>
                        <a:pt x="412" y="8"/>
                      </a:lnTo>
                      <a:lnTo>
                        <a:pt x="336" y="0"/>
                      </a:lnTo>
                      <a:lnTo>
                        <a:pt x="244" y="8"/>
                      </a:lnTo>
                      <a:lnTo>
                        <a:pt x="148" y="36"/>
                      </a:lnTo>
                      <a:lnTo>
                        <a:pt x="88" y="64"/>
                      </a:lnTo>
                      <a:lnTo>
                        <a:pt x="48" y="96"/>
                      </a:lnTo>
                      <a:lnTo>
                        <a:pt x="24" y="124"/>
                      </a:lnTo>
                      <a:lnTo>
                        <a:pt x="4" y="168"/>
                      </a:lnTo>
                      <a:lnTo>
                        <a:pt x="0" y="214"/>
                      </a:lnTo>
                      <a:lnTo>
                        <a:pt x="8" y="268"/>
                      </a:lnTo>
                      <a:lnTo>
                        <a:pt x="24" y="304"/>
                      </a:lnTo>
                      <a:lnTo>
                        <a:pt x="40" y="332"/>
                      </a:lnTo>
                      <a:lnTo>
                        <a:pt x="76" y="376"/>
                      </a:lnTo>
                      <a:lnTo>
                        <a:pt x="168" y="323"/>
                      </a:lnTo>
                      <a:lnTo>
                        <a:pt x="136" y="296"/>
                      </a:lnTo>
                      <a:lnTo>
                        <a:pt x="112" y="280"/>
                      </a:lnTo>
                      <a:lnTo>
                        <a:pt x="96" y="236"/>
                      </a:lnTo>
                      <a:lnTo>
                        <a:pt x="100" y="180"/>
                      </a:lnTo>
                      <a:lnTo>
                        <a:pt x="132" y="128"/>
                      </a:lnTo>
                      <a:lnTo>
                        <a:pt x="188" y="92"/>
                      </a:lnTo>
                      <a:lnTo>
                        <a:pt x="240" y="76"/>
                      </a:lnTo>
                      <a:lnTo>
                        <a:pt x="308" y="68"/>
                      </a:lnTo>
                      <a:lnTo>
                        <a:pt x="376" y="76"/>
                      </a:lnTo>
                      <a:lnTo>
                        <a:pt x="432" y="88"/>
                      </a:lnTo>
                      <a:lnTo>
                        <a:pt x="508" y="112"/>
                      </a:lnTo>
                      <a:lnTo>
                        <a:pt x="588" y="72"/>
                      </a:lnTo>
                      <a:close/>
                    </a:path>
                  </a:pathLst>
                </a:custGeom>
                <a:solidFill>
                  <a:srgbClr val="FF3300"/>
                </a:solidFill>
                <a:ln w="12700">
                  <a:solidFill>
                    <a:srgbClr val="FF3300"/>
                  </a:solidFill>
                  <a:round/>
                  <a:headEnd type="none" w="sm" len="lg"/>
                  <a:tailEnd type="none" w="sm" len="lg"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66" name="Freeform 150">
                  <a:extLst>
                    <a:ext uri="{FF2B5EF4-FFF2-40B4-BE49-F238E27FC236}">
                      <a16:creationId xmlns:a16="http://schemas.microsoft.com/office/drawing/2014/main" id="{D5FA2808-6424-BA26-3C4F-F783135232E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67" y="2486"/>
                  <a:ext cx="321" cy="368"/>
                </a:xfrm>
                <a:custGeom>
                  <a:avLst/>
                  <a:gdLst>
                    <a:gd name="T0" fmla="*/ 5 w 321"/>
                    <a:gd name="T1" fmla="*/ 84 h 368"/>
                    <a:gd name="T2" fmla="*/ 0 w 321"/>
                    <a:gd name="T3" fmla="*/ 368 h 368"/>
                    <a:gd name="T4" fmla="*/ 89 w 321"/>
                    <a:gd name="T5" fmla="*/ 324 h 368"/>
                    <a:gd name="T6" fmla="*/ 133 w 321"/>
                    <a:gd name="T7" fmla="*/ 304 h 368"/>
                    <a:gd name="T8" fmla="*/ 181 w 321"/>
                    <a:gd name="T9" fmla="*/ 284 h 368"/>
                    <a:gd name="T10" fmla="*/ 221 w 321"/>
                    <a:gd name="T11" fmla="*/ 280 h 368"/>
                    <a:gd name="T12" fmla="*/ 261 w 321"/>
                    <a:gd name="T13" fmla="*/ 288 h 368"/>
                    <a:gd name="T14" fmla="*/ 285 w 321"/>
                    <a:gd name="T15" fmla="*/ 296 h 368"/>
                    <a:gd name="T16" fmla="*/ 321 w 321"/>
                    <a:gd name="T17" fmla="*/ 320 h 368"/>
                    <a:gd name="T18" fmla="*/ 321 w 321"/>
                    <a:gd name="T19" fmla="*/ 20 h 368"/>
                    <a:gd name="T20" fmla="*/ 281 w 321"/>
                    <a:gd name="T21" fmla="*/ 8 h 368"/>
                    <a:gd name="T22" fmla="*/ 225 w 321"/>
                    <a:gd name="T23" fmla="*/ 0 h 368"/>
                    <a:gd name="T24" fmla="*/ 173 w 321"/>
                    <a:gd name="T25" fmla="*/ 4 h 368"/>
                    <a:gd name="T26" fmla="*/ 109 w 321"/>
                    <a:gd name="T27" fmla="*/ 24 h 368"/>
                    <a:gd name="T28" fmla="*/ 5 w 321"/>
                    <a:gd name="T29" fmla="*/ 84 h 368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321"/>
                    <a:gd name="T46" fmla="*/ 0 h 368"/>
                    <a:gd name="T47" fmla="*/ 321 w 321"/>
                    <a:gd name="T48" fmla="*/ 368 h 368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321" h="368">
                      <a:moveTo>
                        <a:pt x="5" y="84"/>
                      </a:moveTo>
                      <a:lnTo>
                        <a:pt x="0" y="368"/>
                      </a:lnTo>
                      <a:lnTo>
                        <a:pt x="89" y="324"/>
                      </a:lnTo>
                      <a:lnTo>
                        <a:pt x="133" y="304"/>
                      </a:lnTo>
                      <a:lnTo>
                        <a:pt x="181" y="284"/>
                      </a:lnTo>
                      <a:lnTo>
                        <a:pt x="221" y="280"/>
                      </a:lnTo>
                      <a:lnTo>
                        <a:pt x="261" y="288"/>
                      </a:lnTo>
                      <a:lnTo>
                        <a:pt x="285" y="296"/>
                      </a:lnTo>
                      <a:lnTo>
                        <a:pt x="321" y="320"/>
                      </a:lnTo>
                      <a:lnTo>
                        <a:pt x="321" y="20"/>
                      </a:lnTo>
                      <a:lnTo>
                        <a:pt x="281" y="8"/>
                      </a:lnTo>
                      <a:lnTo>
                        <a:pt x="225" y="0"/>
                      </a:lnTo>
                      <a:lnTo>
                        <a:pt x="173" y="4"/>
                      </a:lnTo>
                      <a:lnTo>
                        <a:pt x="109" y="24"/>
                      </a:lnTo>
                      <a:lnTo>
                        <a:pt x="5" y="84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FFCC00"/>
                    </a:gs>
                    <a:gs pos="100000">
                      <a:srgbClr val="A88600"/>
                    </a:gs>
                  </a:gsLst>
                  <a:lin ang="0" scaled="1"/>
                </a:gradFill>
                <a:ln>
                  <a:noFill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67" name="Freeform 151">
                  <a:extLst>
                    <a:ext uri="{FF2B5EF4-FFF2-40B4-BE49-F238E27FC236}">
                      <a16:creationId xmlns:a16="http://schemas.microsoft.com/office/drawing/2014/main" id="{82759DA0-1670-DC59-D8FF-78EBE5C7817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76" y="1674"/>
                  <a:ext cx="112" cy="660"/>
                </a:xfrm>
                <a:custGeom>
                  <a:avLst/>
                  <a:gdLst>
                    <a:gd name="T0" fmla="*/ 32 w 112"/>
                    <a:gd name="T1" fmla="*/ 36 h 660"/>
                    <a:gd name="T2" fmla="*/ 32 w 112"/>
                    <a:gd name="T3" fmla="*/ 136 h 660"/>
                    <a:gd name="T4" fmla="*/ 0 w 112"/>
                    <a:gd name="T5" fmla="*/ 156 h 660"/>
                    <a:gd name="T6" fmla="*/ 0 w 112"/>
                    <a:gd name="T7" fmla="*/ 660 h 660"/>
                    <a:gd name="T8" fmla="*/ 112 w 112"/>
                    <a:gd name="T9" fmla="*/ 608 h 660"/>
                    <a:gd name="T10" fmla="*/ 112 w 112"/>
                    <a:gd name="T11" fmla="*/ 0 h 660"/>
                    <a:gd name="T12" fmla="*/ 32 w 112"/>
                    <a:gd name="T13" fmla="*/ 36 h 66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2"/>
                    <a:gd name="T22" fmla="*/ 0 h 660"/>
                    <a:gd name="T23" fmla="*/ 112 w 112"/>
                    <a:gd name="T24" fmla="*/ 660 h 66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2" h="660">
                      <a:moveTo>
                        <a:pt x="32" y="36"/>
                      </a:moveTo>
                      <a:lnTo>
                        <a:pt x="32" y="136"/>
                      </a:lnTo>
                      <a:lnTo>
                        <a:pt x="0" y="156"/>
                      </a:lnTo>
                      <a:lnTo>
                        <a:pt x="0" y="660"/>
                      </a:lnTo>
                      <a:lnTo>
                        <a:pt x="112" y="608"/>
                      </a:lnTo>
                      <a:lnTo>
                        <a:pt x="112" y="0"/>
                      </a:lnTo>
                      <a:lnTo>
                        <a:pt x="32" y="36"/>
                      </a:lnTo>
                      <a:close/>
                    </a:path>
                  </a:pathLst>
                </a:custGeom>
                <a:solidFill>
                  <a:srgbClr val="FF66FF"/>
                </a:solidFill>
                <a:ln w="28575">
                  <a:solidFill>
                    <a:srgbClr val="000000"/>
                  </a:solidFill>
                  <a:round/>
                  <a:headEnd type="none" w="sm" len="lg"/>
                  <a:tailEnd type="none" w="sm" len="lg"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68" name="Freeform 152">
                  <a:extLst>
                    <a:ext uri="{FF2B5EF4-FFF2-40B4-BE49-F238E27FC236}">
                      <a16:creationId xmlns:a16="http://schemas.microsoft.com/office/drawing/2014/main" id="{A411DD15-C2FD-0653-92A8-73C4FDC3057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20" y="2482"/>
                  <a:ext cx="153" cy="372"/>
                </a:xfrm>
                <a:custGeom>
                  <a:avLst/>
                  <a:gdLst>
                    <a:gd name="T0" fmla="*/ 0 w 153"/>
                    <a:gd name="T1" fmla="*/ 0 h 372"/>
                    <a:gd name="T2" fmla="*/ 152 w 153"/>
                    <a:gd name="T3" fmla="*/ 88 h 372"/>
                    <a:gd name="T4" fmla="*/ 153 w 153"/>
                    <a:gd name="T5" fmla="*/ 372 h 372"/>
                    <a:gd name="T6" fmla="*/ 0 w 153"/>
                    <a:gd name="T7" fmla="*/ 296 h 372"/>
                    <a:gd name="T8" fmla="*/ 0 w 153"/>
                    <a:gd name="T9" fmla="*/ 0 h 37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53"/>
                    <a:gd name="T16" fmla="*/ 0 h 372"/>
                    <a:gd name="T17" fmla="*/ 153 w 153"/>
                    <a:gd name="T18" fmla="*/ 372 h 37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53" h="372">
                      <a:moveTo>
                        <a:pt x="0" y="0"/>
                      </a:moveTo>
                      <a:lnTo>
                        <a:pt x="152" y="88"/>
                      </a:lnTo>
                      <a:lnTo>
                        <a:pt x="153" y="372"/>
                      </a:lnTo>
                      <a:lnTo>
                        <a:pt x="0" y="29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CC3399"/>
                </a:solidFill>
                <a:ln>
                  <a:noFill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69" name="Freeform 153">
                  <a:extLst>
                    <a:ext uri="{FF2B5EF4-FFF2-40B4-BE49-F238E27FC236}">
                      <a16:creationId xmlns:a16="http://schemas.microsoft.com/office/drawing/2014/main" id="{BC5D3AB5-D5C2-F2B3-7110-8F7D4D43375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84" y="2458"/>
                  <a:ext cx="136" cy="336"/>
                </a:xfrm>
                <a:custGeom>
                  <a:avLst/>
                  <a:gdLst>
                    <a:gd name="T0" fmla="*/ 0 w 136"/>
                    <a:gd name="T1" fmla="*/ 48 h 336"/>
                    <a:gd name="T2" fmla="*/ 88 w 136"/>
                    <a:gd name="T3" fmla="*/ 0 h 336"/>
                    <a:gd name="T4" fmla="*/ 88 w 136"/>
                    <a:gd name="T5" fmla="*/ 108 h 336"/>
                    <a:gd name="T6" fmla="*/ 136 w 136"/>
                    <a:gd name="T7" fmla="*/ 84 h 336"/>
                    <a:gd name="T8" fmla="*/ 136 w 136"/>
                    <a:gd name="T9" fmla="*/ 256 h 336"/>
                    <a:gd name="T10" fmla="*/ 0 w 136"/>
                    <a:gd name="T11" fmla="*/ 336 h 336"/>
                    <a:gd name="T12" fmla="*/ 0 w 136"/>
                    <a:gd name="T13" fmla="*/ 48 h 3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6"/>
                    <a:gd name="T22" fmla="*/ 0 h 336"/>
                    <a:gd name="T23" fmla="*/ 136 w 136"/>
                    <a:gd name="T24" fmla="*/ 336 h 3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6" h="336">
                      <a:moveTo>
                        <a:pt x="0" y="48"/>
                      </a:moveTo>
                      <a:lnTo>
                        <a:pt x="88" y="0"/>
                      </a:lnTo>
                      <a:lnTo>
                        <a:pt x="88" y="108"/>
                      </a:lnTo>
                      <a:lnTo>
                        <a:pt x="136" y="84"/>
                      </a:lnTo>
                      <a:lnTo>
                        <a:pt x="136" y="256"/>
                      </a:lnTo>
                      <a:lnTo>
                        <a:pt x="0" y="336"/>
                      </a:lnTo>
                      <a:lnTo>
                        <a:pt x="0" y="48"/>
                      </a:lnTo>
                      <a:close/>
                    </a:path>
                  </a:pathLst>
                </a:custGeom>
                <a:solidFill>
                  <a:srgbClr val="FF99FF"/>
                </a:solidFill>
                <a:ln w="28575">
                  <a:solidFill>
                    <a:srgbClr val="000000"/>
                  </a:solidFill>
                  <a:round/>
                  <a:headEnd type="none" w="sm" len="lg"/>
                  <a:tailEnd type="none" w="sm" len="lg"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70" name="Freeform 154">
                  <a:extLst>
                    <a:ext uri="{FF2B5EF4-FFF2-40B4-BE49-F238E27FC236}">
                      <a16:creationId xmlns:a16="http://schemas.microsoft.com/office/drawing/2014/main" id="{9EA85F7C-AEA7-E3AB-1866-C9F6A91C23D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23" y="1926"/>
                  <a:ext cx="293" cy="732"/>
                </a:xfrm>
                <a:custGeom>
                  <a:avLst/>
                  <a:gdLst>
                    <a:gd name="T0" fmla="*/ 149 w 293"/>
                    <a:gd name="T1" fmla="*/ 40 h 732"/>
                    <a:gd name="T2" fmla="*/ 149 w 293"/>
                    <a:gd name="T3" fmla="*/ 356 h 732"/>
                    <a:gd name="T4" fmla="*/ 49 w 293"/>
                    <a:gd name="T5" fmla="*/ 414 h 732"/>
                    <a:gd name="T6" fmla="*/ 49 w 293"/>
                    <a:gd name="T7" fmla="*/ 532 h 732"/>
                    <a:gd name="T8" fmla="*/ 0 w 293"/>
                    <a:gd name="T9" fmla="*/ 560 h 732"/>
                    <a:gd name="T10" fmla="*/ 0 w 293"/>
                    <a:gd name="T11" fmla="*/ 732 h 732"/>
                    <a:gd name="T12" fmla="*/ 293 w 293"/>
                    <a:gd name="T13" fmla="*/ 563 h 732"/>
                    <a:gd name="T14" fmla="*/ 293 w 293"/>
                    <a:gd name="T15" fmla="*/ 56 h 732"/>
                    <a:gd name="T16" fmla="*/ 237 w 293"/>
                    <a:gd name="T17" fmla="*/ 88 h 732"/>
                    <a:gd name="T18" fmla="*/ 237 w 293"/>
                    <a:gd name="T19" fmla="*/ 0 h 732"/>
                    <a:gd name="T20" fmla="*/ 149 w 293"/>
                    <a:gd name="T21" fmla="*/ 40 h 732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293"/>
                    <a:gd name="T34" fmla="*/ 0 h 732"/>
                    <a:gd name="T35" fmla="*/ 293 w 293"/>
                    <a:gd name="T36" fmla="*/ 732 h 732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293" h="732">
                      <a:moveTo>
                        <a:pt x="149" y="40"/>
                      </a:moveTo>
                      <a:lnTo>
                        <a:pt x="149" y="356"/>
                      </a:lnTo>
                      <a:lnTo>
                        <a:pt x="49" y="414"/>
                      </a:lnTo>
                      <a:lnTo>
                        <a:pt x="49" y="532"/>
                      </a:lnTo>
                      <a:lnTo>
                        <a:pt x="0" y="560"/>
                      </a:lnTo>
                      <a:lnTo>
                        <a:pt x="0" y="732"/>
                      </a:lnTo>
                      <a:lnTo>
                        <a:pt x="293" y="563"/>
                      </a:lnTo>
                      <a:lnTo>
                        <a:pt x="293" y="56"/>
                      </a:lnTo>
                      <a:lnTo>
                        <a:pt x="237" y="88"/>
                      </a:lnTo>
                      <a:lnTo>
                        <a:pt x="237" y="0"/>
                      </a:lnTo>
                      <a:lnTo>
                        <a:pt x="149" y="40"/>
                      </a:lnTo>
                      <a:close/>
                    </a:path>
                  </a:pathLst>
                </a:custGeom>
                <a:solidFill>
                  <a:srgbClr val="FF99FF"/>
                </a:solidFill>
                <a:ln w="28575">
                  <a:solidFill>
                    <a:srgbClr val="000000"/>
                  </a:solidFill>
                  <a:round/>
                  <a:headEnd type="none" w="sm" len="lg"/>
                  <a:tailEnd type="none" w="sm" len="lg"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71" name="Freeform 155">
                  <a:extLst>
                    <a:ext uri="{FF2B5EF4-FFF2-40B4-BE49-F238E27FC236}">
                      <a16:creationId xmlns:a16="http://schemas.microsoft.com/office/drawing/2014/main" id="{354D6D5B-910C-6B71-7E51-14379F2EC46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23" y="2146"/>
                  <a:ext cx="295" cy="511"/>
                </a:xfrm>
                <a:custGeom>
                  <a:avLst/>
                  <a:gdLst>
                    <a:gd name="T0" fmla="*/ 0 w 885"/>
                    <a:gd name="T1" fmla="*/ 6 h 1531"/>
                    <a:gd name="T2" fmla="*/ 4 w 885"/>
                    <a:gd name="T3" fmla="*/ 0 h 1531"/>
                    <a:gd name="T4" fmla="*/ 4 w 885"/>
                    <a:gd name="T5" fmla="*/ 0 h 1531"/>
                    <a:gd name="T6" fmla="*/ 0 60000 65536"/>
                    <a:gd name="T7" fmla="*/ 0 60000 65536"/>
                    <a:gd name="T8" fmla="*/ 0 60000 65536"/>
                    <a:gd name="T9" fmla="*/ 0 w 885"/>
                    <a:gd name="T10" fmla="*/ 0 h 1531"/>
                    <a:gd name="T11" fmla="*/ 885 w 885"/>
                    <a:gd name="T12" fmla="*/ 1531 h 153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885" h="1531">
                      <a:moveTo>
                        <a:pt x="0" y="1531"/>
                      </a:moveTo>
                      <a:lnTo>
                        <a:pt x="884" y="0"/>
                      </a:lnTo>
                      <a:lnTo>
                        <a:pt x="885" y="0"/>
                      </a:lnTo>
                    </a:path>
                  </a:pathLst>
                </a:custGeom>
                <a:solidFill>
                  <a:srgbClr val="FF99FF"/>
                </a:solidFill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72" name="Freeform 156">
                  <a:extLst>
                    <a:ext uri="{FF2B5EF4-FFF2-40B4-BE49-F238E27FC236}">
                      <a16:creationId xmlns:a16="http://schemas.microsoft.com/office/drawing/2014/main" id="{B5DD4923-3326-A963-D312-85388A9A932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34" y="2274"/>
                  <a:ext cx="184" cy="319"/>
                </a:xfrm>
                <a:custGeom>
                  <a:avLst/>
                  <a:gdLst>
                    <a:gd name="T0" fmla="*/ 0 w 552"/>
                    <a:gd name="T1" fmla="*/ 4 h 957"/>
                    <a:gd name="T2" fmla="*/ 2 w 552"/>
                    <a:gd name="T3" fmla="*/ 0 h 957"/>
                    <a:gd name="T4" fmla="*/ 2 w 552"/>
                    <a:gd name="T5" fmla="*/ 0 h 957"/>
                    <a:gd name="T6" fmla="*/ 0 60000 65536"/>
                    <a:gd name="T7" fmla="*/ 0 60000 65536"/>
                    <a:gd name="T8" fmla="*/ 0 60000 65536"/>
                    <a:gd name="T9" fmla="*/ 0 w 552"/>
                    <a:gd name="T10" fmla="*/ 0 h 957"/>
                    <a:gd name="T11" fmla="*/ 552 w 552"/>
                    <a:gd name="T12" fmla="*/ 957 h 95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552" h="957">
                      <a:moveTo>
                        <a:pt x="0" y="957"/>
                      </a:moveTo>
                      <a:lnTo>
                        <a:pt x="551" y="0"/>
                      </a:lnTo>
                      <a:lnTo>
                        <a:pt x="552" y="0"/>
                      </a:lnTo>
                    </a:path>
                  </a:pathLst>
                </a:custGeom>
                <a:solidFill>
                  <a:srgbClr val="FF99FF"/>
                </a:solidFill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73" name="Freeform 157">
                  <a:extLst>
                    <a:ext uri="{FF2B5EF4-FFF2-40B4-BE49-F238E27FC236}">
                      <a16:creationId xmlns:a16="http://schemas.microsoft.com/office/drawing/2014/main" id="{DE36DA48-7B28-81CB-0B33-C813FB5E3FF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44" y="2402"/>
                  <a:ext cx="74" cy="127"/>
                </a:xfrm>
                <a:custGeom>
                  <a:avLst/>
                  <a:gdLst>
                    <a:gd name="T0" fmla="*/ 0 w 221"/>
                    <a:gd name="T1" fmla="*/ 2 h 380"/>
                    <a:gd name="T2" fmla="*/ 1 w 221"/>
                    <a:gd name="T3" fmla="*/ 0 h 380"/>
                    <a:gd name="T4" fmla="*/ 1 w 221"/>
                    <a:gd name="T5" fmla="*/ 0 h 380"/>
                    <a:gd name="T6" fmla="*/ 0 60000 65536"/>
                    <a:gd name="T7" fmla="*/ 0 60000 65536"/>
                    <a:gd name="T8" fmla="*/ 0 60000 65536"/>
                    <a:gd name="T9" fmla="*/ 0 w 221"/>
                    <a:gd name="T10" fmla="*/ 0 h 380"/>
                    <a:gd name="T11" fmla="*/ 221 w 221"/>
                    <a:gd name="T12" fmla="*/ 380 h 38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21" h="380">
                      <a:moveTo>
                        <a:pt x="0" y="380"/>
                      </a:moveTo>
                      <a:lnTo>
                        <a:pt x="220" y="0"/>
                      </a:lnTo>
                      <a:lnTo>
                        <a:pt x="221" y="0"/>
                      </a:lnTo>
                    </a:path>
                  </a:pathLst>
                </a:custGeom>
                <a:solidFill>
                  <a:srgbClr val="FF99FF"/>
                </a:solidFill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74" name="Freeform 158">
                  <a:extLst>
                    <a:ext uri="{FF2B5EF4-FFF2-40B4-BE49-F238E27FC236}">
                      <a16:creationId xmlns:a16="http://schemas.microsoft.com/office/drawing/2014/main" id="{D6AEA520-86C7-5791-4C24-63FC74C5BB2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23" y="2461"/>
                  <a:ext cx="40" cy="68"/>
                </a:xfrm>
                <a:custGeom>
                  <a:avLst/>
                  <a:gdLst>
                    <a:gd name="T0" fmla="*/ 0 w 120"/>
                    <a:gd name="T1" fmla="*/ 1 h 205"/>
                    <a:gd name="T2" fmla="*/ 0 w 120"/>
                    <a:gd name="T3" fmla="*/ 0 h 205"/>
                    <a:gd name="T4" fmla="*/ 0 w 120"/>
                    <a:gd name="T5" fmla="*/ 0 h 205"/>
                    <a:gd name="T6" fmla="*/ 0 60000 65536"/>
                    <a:gd name="T7" fmla="*/ 0 60000 65536"/>
                    <a:gd name="T8" fmla="*/ 0 60000 65536"/>
                    <a:gd name="T9" fmla="*/ 0 w 120"/>
                    <a:gd name="T10" fmla="*/ 0 h 205"/>
                    <a:gd name="T11" fmla="*/ 120 w 120"/>
                    <a:gd name="T12" fmla="*/ 205 h 20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20" h="205">
                      <a:moveTo>
                        <a:pt x="0" y="205"/>
                      </a:moveTo>
                      <a:lnTo>
                        <a:pt x="119" y="0"/>
                      </a:lnTo>
                      <a:lnTo>
                        <a:pt x="120" y="0"/>
                      </a:lnTo>
                    </a:path>
                  </a:pathLst>
                </a:custGeom>
                <a:solidFill>
                  <a:srgbClr val="FF99FF"/>
                </a:solidFill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75" name="Freeform 159">
                  <a:extLst>
                    <a:ext uri="{FF2B5EF4-FFF2-40B4-BE49-F238E27FC236}">
                      <a16:creationId xmlns:a16="http://schemas.microsoft.com/office/drawing/2014/main" id="{79CD0448-DC4C-D80F-4492-21692B1E4ED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79" y="1979"/>
                  <a:ext cx="88" cy="151"/>
                </a:xfrm>
                <a:custGeom>
                  <a:avLst/>
                  <a:gdLst>
                    <a:gd name="T0" fmla="*/ 0 w 264"/>
                    <a:gd name="T1" fmla="*/ 2 h 455"/>
                    <a:gd name="T2" fmla="*/ 1 w 264"/>
                    <a:gd name="T3" fmla="*/ 0 h 455"/>
                    <a:gd name="T4" fmla="*/ 1 w 264"/>
                    <a:gd name="T5" fmla="*/ 0 h 455"/>
                    <a:gd name="T6" fmla="*/ 0 60000 65536"/>
                    <a:gd name="T7" fmla="*/ 0 60000 65536"/>
                    <a:gd name="T8" fmla="*/ 0 60000 65536"/>
                    <a:gd name="T9" fmla="*/ 0 w 264"/>
                    <a:gd name="T10" fmla="*/ 0 h 455"/>
                    <a:gd name="T11" fmla="*/ 264 w 264"/>
                    <a:gd name="T12" fmla="*/ 455 h 45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64" h="455">
                      <a:moveTo>
                        <a:pt x="0" y="455"/>
                      </a:moveTo>
                      <a:lnTo>
                        <a:pt x="263" y="0"/>
                      </a:lnTo>
                      <a:lnTo>
                        <a:pt x="264" y="0"/>
                      </a:lnTo>
                    </a:path>
                  </a:pathLst>
                </a:custGeom>
                <a:solidFill>
                  <a:srgbClr val="FF99FF"/>
                </a:solidFill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76" name="Freeform 160">
                  <a:extLst>
                    <a:ext uri="{FF2B5EF4-FFF2-40B4-BE49-F238E27FC236}">
                      <a16:creationId xmlns:a16="http://schemas.microsoft.com/office/drawing/2014/main" id="{16FB6728-C7CF-DA4F-55E0-DAE130E4DE6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79" y="1952"/>
                  <a:ext cx="30" cy="50"/>
                </a:xfrm>
                <a:custGeom>
                  <a:avLst/>
                  <a:gdLst>
                    <a:gd name="T0" fmla="*/ 0 w 89"/>
                    <a:gd name="T1" fmla="*/ 1 h 151"/>
                    <a:gd name="T2" fmla="*/ 0 w 89"/>
                    <a:gd name="T3" fmla="*/ 0 h 151"/>
                    <a:gd name="T4" fmla="*/ 0 w 89"/>
                    <a:gd name="T5" fmla="*/ 0 h 151"/>
                    <a:gd name="T6" fmla="*/ 0 60000 65536"/>
                    <a:gd name="T7" fmla="*/ 0 60000 65536"/>
                    <a:gd name="T8" fmla="*/ 0 60000 65536"/>
                    <a:gd name="T9" fmla="*/ 0 w 89"/>
                    <a:gd name="T10" fmla="*/ 0 h 151"/>
                    <a:gd name="T11" fmla="*/ 89 w 89"/>
                    <a:gd name="T12" fmla="*/ 151 h 15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89" h="151">
                      <a:moveTo>
                        <a:pt x="0" y="151"/>
                      </a:moveTo>
                      <a:lnTo>
                        <a:pt x="88" y="0"/>
                      </a:lnTo>
                      <a:lnTo>
                        <a:pt x="89" y="0"/>
                      </a:lnTo>
                    </a:path>
                  </a:pathLst>
                </a:custGeom>
                <a:solidFill>
                  <a:srgbClr val="FF99FF"/>
                </a:solidFill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77" name="Freeform 161">
                  <a:extLst>
                    <a:ext uri="{FF2B5EF4-FFF2-40B4-BE49-F238E27FC236}">
                      <a16:creationId xmlns:a16="http://schemas.microsoft.com/office/drawing/2014/main" id="{687F3EDA-03B4-BD88-3865-9CFC0A1C360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79" y="2018"/>
                  <a:ext cx="139" cy="240"/>
                </a:xfrm>
                <a:custGeom>
                  <a:avLst/>
                  <a:gdLst>
                    <a:gd name="T0" fmla="*/ 0 w 416"/>
                    <a:gd name="T1" fmla="*/ 3 h 719"/>
                    <a:gd name="T2" fmla="*/ 2 w 416"/>
                    <a:gd name="T3" fmla="*/ 0 h 719"/>
                    <a:gd name="T4" fmla="*/ 2 w 416"/>
                    <a:gd name="T5" fmla="*/ 0 h 719"/>
                    <a:gd name="T6" fmla="*/ 0 60000 65536"/>
                    <a:gd name="T7" fmla="*/ 0 60000 65536"/>
                    <a:gd name="T8" fmla="*/ 0 60000 65536"/>
                    <a:gd name="T9" fmla="*/ 0 w 416"/>
                    <a:gd name="T10" fmla="*/ 0 h 719"/>
                    <a:gd name="T11" fmla="*/ 416 w 416"/>
                    <a:gd name="T12" fmla="*/ 719 h 71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16" h="719">
                      <a:moveTo>
                        <a:pt x="0" y="719"/>
                      </a:moveTo>
                      <a:lnTo>
                        <a:pt x="415" y="0"/>
                      </a:lnTo>
                      <a:lnTo>
                        <a:pt x="416" y="0"/>
                      </a:lnTo>
                    </a:path>
                  </a:pathLst>
                </a:custGeom>
                <a:solidFill>
                  <a:srgbClr val="FF99FF"/>
                </a:solidFill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78" name="Freeform 162">
                  <a:extLst>
                    <a:ext uri="{FF2B5EF4-FFF2-40B4-BE49-F238E27FC236}">
                      <a16:creationId xmlns:a16="http://schemas.microsoft.com/office/drawing/2014/main" id="{E72B32F4-AFF1-1106-A464-19549BD767B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74" y="2290"/>
                  <a:ext cx="87" cy="151"/>
                </a:xfrm>
                <a:custGeom>
                  <a:avLst/>
                  <a:gdLst>
                    <a:gd name="T0" fmla="*/ 0 w 263"/>
                    <a:gd name="T1" fmla="*/ 2 h 454"/>
                    <a:gd name="T2" fmla="*/ 1 w 263"/>
                    <a:gd name="T3" fmla="*/ 0 h 454"/>
                    <a:gd name="T4" fmla="*/ 1 w 263"/>
                    <a:gd name="T5" fmla="*/ 0 h 454"/>
                    <a:gd name="T6" fmla="*/ 0 60000 65536"/>
                    <a:gd name="T7" fmla="*/ 0 60000 65536"/>
                    <a:gd name="T8" fmla="*/ 0 60000 65536"/>
                    <a:gd name="T9" fmla="*/ 0 w 263"/>
                    <a:gd name="T10" fmla="*/ 0 h 454"/>
                    <a:gd name="T11" fmla="*/ 263 w 263"/>
                    <a:gd name="T12" fmla="*/ 454 h 45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63" h="454">
                      <a:moveTo>
                        <a:pt x="0" y="454"/>
                      </a:moveTo>
                      <a:lnTo>
                        <a:pt x="262" y="0"/>
                      </a:lnTo>
                      <a:lnTo>
                        <a:pt x="263" y="0"/>
                      </a:lnTo>
                    </a:path>
                  </a:pathLst>
                </a:custGeom>
                <a:solidFill>
                  <a:srgbClr val="FF99FF"/>
                </a:solidFill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79" name="Freeform 163">
                  <a:extLst>
                    <a:ext uri="{FF2B5EF4-FFF2-40B4-BE49-F238E27FC236}">
                      <a16:creationId xmlns:a16="http://schemas.microsoft.com/office/drawing/2014/main" id="{E35C6C6D-76B4-B21B-B86B-EE6C4FCA7F5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83" y="1765"/>
                  <a:ext cx="102" cy="178"/>
                </a:xfrm>
                <a:custGeom>
                  <a:avLst/>
                  <a:gdLst>
                    <a:gd name="T0" fmla="*/ 0 w 308"/>
                    <a:gd name="T1" fmla="*/ 2 h 534"/>
                    <a:gd name="T2" fmla="*/ 1 w 308"/>
                    <a:gd name="T3" fmla="*/ 0 h 534"/>
                    <a:gd name="T4" fmla="*/ 1 w 308"/>
                    <a:gd name="T5" fmla="*/ 0 h 534"/>
                    <a:gd name="T6" fmla="*/ 0 60000 65536"/>
                    <a:gd name="T7" fmla="*/ 0 60000 65536"/>
                    <a:gd name="T8" fmla="*/ 0 60000 65536"/>
                    <a:gd name="T9" fmla="*/ 0 w 308"/>
                    <a:gd name="T10" fmla="*/ 0 h 534"/>
                    <a:gd name="T11" fmla="*/ 308 w 308"/>
                    <a:gd name="T12" fmla="*/ 534 h 53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08" h="534">
                      <a:moveTo>
                        <a:pt x="0" y="534"/>
                      </a:moveTo>
                      <a:lnTo>
                        <a:pt x="307" y="0"/>
                      </a:lnTo>
                      <a:lnTo>
                        <a:pt x="308" y="0"/>
                      </a:lnTo>
                    </a:path>
                  </a:pathLst>
                </a:custGeom>
                <a:solidFill>
                  <a:srgbClr val="FF99FF"/>
                </a:solidFill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80" name="Freeform 164">
                  <a:extLst>
                    <a:ext uri="{FF2B5EF4-FFF2-40B4-BE49-F238E27FC236}">
                      <a16:creationId xmlns:a16="http://schemas.microsoft.com/office/drawing/2014/main" id="{408A5A5E-F4D8-3F17-9EBF-197BA41F55B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83" y="1892"/>
                  <a:ext cx="102" cy="179"/>
                </a:xfrm>
                <a:custGeom>
                  <a:avLst/>
                  <a:gdLst>
                    <a:gd name="T0" fmla="*/ 0 w 308"/>
                    <a:gd name="T1" fmla="*/ 2 h 535"/>
                    <a:gd name="T2" fmla="*/ 1 w 308"/>
                    <a:gd name="T3" fmla="*/ 0 h 535"/>
                    <a:gd name="T4" fmla="*/ 1 w 308"/>
                    <a:gd name="T5" fmla="*/ 0 h 535"/>
                    <a:gd name="T6" fmla="*/ 0 60000 65536"/>
                    <a:gd name="T7" fmla="*/ 0 60000 65536"/>
                    <a:gd name="T8" fmla="*/ 0 60000 65536"/>
                    <a:gd name="T9" fmla="*/ 0 w 308"/>
                    <a:gd name="T10" fmla="*/ 0 h 535"/>
                    <a:gd name="T11" fmla="*/ 308 w 308"/>
                    <a:gd name="T12" fmla="*/ 535 h 53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08" h="535">
                      <a:moveTo>
                        <a:pt x="0" y="535"/>
                      </a:moveTo>
                      <a:lnTo>
                        <a:pt x="307" y="0"/>
                      </a:lnTo>
                      <a:lnTo>
                        <a:pt x="308" y="0"/>
                      </a:lnTo>
                    </a:path>
                  </a:pathLst>
                </a:custGeom>
                <a:solidFill>
                  <a:srgbClr val="FF99FF"/>
                </a:solidFill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81" name="Freeform 165">
                  <a:extLst>
                    <a:ext uri="{FF2B5EF4-FFF2-40B4-BE49-F238E27FC236}">
                      <a16:creationId xmlns:a16="http://schemas.microsoft.com/office/drawing/2014/main" id="{63A4191D-A5CD-B1A1-24AE-98636BD1E0B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83" y="2021"/>
                  <a:ext cx="102" cy="177"/>
                </a:xfrm>
                <a:custGeom>
                  <a:avLst/>
                  <a:gdLst>
                    <a:gd name="T0" fmla="*/ 0 w 308"/>
                    <a:gd name="T1" fmla="*/ 2 h 533"/>
                    <a:gd name="T2" fmla="*/ 1 w 308"/>
                    <a:gd name="T3" fmla="*/ 0 h 533"/>
                    <a:gd name="T4" fmla="*/ 1 w 308"/>
                    <a:gd name="T5" fmla="*/ 0 h 533"/>
                    <a:gd name="T6" fmla="*/ 0 60000 65536"/>
                    <a:gd name="T7" fmla="*/ 0 60000 65536"/>
                    <a:gd name="T8" fmla="*/ 0 60000 65536"/>
                    <a:gd name="T9" fmla="*/ 0 w 308"/>
                    <a:gd name="T10" fmla="*/ 0 h 533"/>
                    <a:gd name="T11" fmla="*/ 308 w 308"/>
                    <a:gd name="T12" fmla="*/ 533 h 533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08" h="533">
                      <a:moveTo>
                        <a:pt x="0" y="533"/>
                      </a:moveTo>
                      <a:lnTo>
                        <a:pt x="307" y="0"/>
                      </a:lnTo>
                      <a:lnTo>
                        <a:pt x="308" y="0"/>
                      </a:lnTo>
                    </a:path>
                  </a:pathLst>
                </a:custGeom>
                <a:solidFill>
                  <a:srgbClr val="FF99FF"/>
                </a:solidFill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82" name="Freeform 166">
                  <a:extLst>
                    <a:ext uri="{FF2B5EF4-FFF2-40B4-BE49-F238E27FC236}">
                      <a16:creationId xmlns:a16="http://schemas.microsoft.com/office/drawing/2014/main" id="{B7BA38A0-7DF4-1823-EF49-167A0BE1478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83" y="2148"/>
                  <a:ext cx="102" cy="178"/>
                </a:xfrm>
                <a:custGeom>
                  <a:avLst/>
                  <a:gdLst>
                    <a:gd name="T0" fmla="*/ 0 w 308"/>
                    <a:gd name="T1" fmla="*/ 2 h 533"/>
                    <a:gd name="T2" fmla="*/ 1 w 308"/>
                    <a:gd name="T3" fmla="*/ 0 h 533"/>
                    <a:gd name="T4" fmla="*/ 1 w 308"/>
                    <a:gd name="T5" fmla="*/ 0 h 533"/>
                    <a:gd name="T6" fmla="*/ 0 60000 65536"/>
                    <a:gd name="T7" fmla="*/ 0 60000 65536"/>
                    <a:gd name="T8" fmla="*/ 0 60000 65536"/>
                    <a:gd name="T9" fmla="*/ 0 w 308"/>
                    <a:gd name="T10" fmla="*/ 0 h 533"/>
                    <a:gd name="T11" fmla="*/ 308 w 308"/>
                    <a:gd name="T12" fmla="*/ 533 h 533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08" h="533">
                      <a:moveTo>
                        <a:pt x="0" y="533"/>
                      </a:moveTo>
                      <a:lnTo>
                        <a:pt x="307" y="0"/>
                      </a:lnTo>
                      <a:lnTo>
                        <a:pt x="308" y="0"/>
                      </a:lnTo>
                    </a:path>
                  </a:pathLst>
                </a:custGeom>
                <a:solidFill>
                  <a:srgbClr val="FF99FF"/>
                </a:solidFill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83" name="Freeform 167">
                  <a:extLst>
                    <a:ext uri="{FF2B5EF4-FFF2-40B4-BE49-F238E27FC236}">
                      <a16:creationId xmlns:a16="http://schemas.microsoft.com/office/drawing/2014/main" id="{3199823A-C67B-6731-D0F4-38B5EDFB402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309" y="1697"/>
                  <a:ext cx="42" cy="71"/>
                </a:xfrm>
                <a:custGeom>
                  <a:avLst/>
                  <a:gdLst>
                    <a:gd name="T0" fmla="*/ 0 w 125"/>
                    <a:gd name="T1" fmla="*/ 1 h 215"/>
                    <a:gd name="T2" fmla="*/ 1 w 125"/>
                    <a:gd name="T3" fmla="*/ 0 h 215"/>
                    <a:gd name="T4" fmla="*/ 1 w 125"/>
                    <a:gd name="T5" fmla="*/ 0 h 215"/>
                    <a:gd name="T6" fmla="*/ 0 60000 65536"/>
                    <a:gd name="T7" fmla="*/ 0 60000 65536"/>
                    <a:gd name="T8" fmla="*/ 0 60000 65536"/>
                    <a:gd name="T9" fmla="*/ 0 w 125"/>
                    <a:gd name="T10" fmla="*/ 0 h 215"/>
                    <a:gd name="T11" fmla="*/ 125 w 125"/>
                    <a:gd name="T12" fmla="*/ 215 h 21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25" h="215">
                      <a:moveTo>
                        <a:pt x="0" y="215"/>
                      </a:moveTo>
                      <a:lnTo>
                        <a:pt x="124" y="0"/>
                      </a:lnTo>
                      <a:lnTo>
                        <a:pt x="125" y="0"/>
                      </a:lnTo>
                    </a:path>
                  </a:pathLst>
                </a:custGeom>
                <a:solidFill>
                  <a:srgbClr val="FF99FF"/>
                </a:solidFill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84" name="Freeform 168">
                  <a:extLst>
                    <a:ext uri="{FF2B5EF4-FFF2-40B4-BE49-F238E27FC236}">
                      <a16:creationId xmlns:a16="http://schemas.microsoft.com/office/drawing/2014/main" id="{FD4D1543-1C86-6A32-A677-ABCE103070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97" y="2571"/>
                  <a:ext cx="125" cy="217"/>
                </a:xfrm>
                <a:custGeom>
                  <a:avLst/>
                  <a:gdLst>
                    <a:gd name="T0" fmla="*/ 0 w 376"/>
                    <a:gd name="T1" fmla="*/ 3 h 650"/>
                    <a:gd name="T2" fmla="*/ 2 w 376"/>
                    <a:gd name="T3" fmla="*/ 0 h 650"/>
                    <a:gd name="T4" fmla="*/ 2 w 376"/>
                    <a:gd name="T5" fmla="*/ 0 h 650"/>
                    <a:gd name="T6" fmla="*/ 0 60000 65536"/>
                    <a:gd name="T7" fmla="*/ 0 60000 65536"/>
                    <a:gd name="T8" fmla="*/ 0 60000 65536"/>
                    <a:gd name="T9" fmla="*/ 0 w 376"/>
                    <a:gd name="T10" fmla="*/ 0 h 650"/>
                    <a:gd name="T11" fmla="*/ 376 w 376"/>
                    <a:gd name="T12" fmla="*/ 650 h 65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76" h="650">
                      <a:moveTo>
                        <a:pt x="0" y="650"/>
                      </a:moveTo>
                      <a:lnTo>
                        <a:pt x="375" y="0"/>
                      </a:lnTo>
                      <a:lnTo>
                        <a:pt x="376" y="0"/>
                      </a:lnTo>
                    </a:path>
                  </a:pathLst>
                </a:custGeom>
                <a:solidFill>
                  <a:srgbClr val="FF99FF"/>
                </a:solidFill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85" name="Freeform 169">
                  <a:extLst>
                    <a:ext uri="{FF2B5EF4-FFF2-40B4-BE49-F238E27FC236}">
                      <a16:creationId xmlns:a16="http://schemas.microsoft.com/office/drawing/2014/main" id="{9102F52C-6F22-86C1-D524-DF6DBC90EA8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85" y="2531"/>
                  <a:ext cx="87" cy="149"/>
                </a:xfrm>
                <a:custGeom>
                  <a:avLst/>
                  <a:gdLst>
                    <a:gd name="T0" fmla="*/ 0 w 259"/>
                    <a:gd name="T1" fmla="*/ 2 h 448"/>
                    <a:gd name="T2" fmla="*/ 1 w 259"/>
                    <a:gd name="T3" fmla="*/ 0 h 448"/>
                    <a:gd name="T4" fmla="*/ 1 w 259"/>
                    <a:gd name="T5" fmla="*/ 0 h 448"/>
                    <a:gd name="T6" fmla="*/ 0 60000 65536"/>
                    <a:gd name="T7" fmla="*/ 0 60000 65536"/>
                    <a:gd name="T8" fmla="*/ 0 60000 65536"/>
                    <a:gd name="T9" fmla="*/ 0 w 259"/>
                    <a:gd name="T10" fmla="*/ 0 h 448"/>
                    <a:gd name="T11" fmla="*/ 259 w 259"/>
                    <a:gd name="T12" fmla="*/ 448 h 44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59" h="448">
                      <a:moveTo>
                        <a:pt x="0" y="448"/>
                      </a:moveTo>
                      <a:lnTo>
                        <a:pt x="258" y="0"/>
                      </a:lnTo>
                      <a:lnTo>
                        <a:pt x="259" y="0"/>
                      </a:lnTo>
                    </a:path>
                  </a:pathLst>
                </a:custGeom>
                <a:solidFill>
                  <a:srgbClr val="FF99FF"/>
                </a:solidFill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86" name="Freeform 170">
                  <a:extLst>
                    <a:ext uri="{FF2B5EF4-FFF2-40B4-BE49-F238E27FC236}">
                      <a16:creationId xmlns:a16="http://schemas.microsoft.com/office/drawing/2014/main" id="{6048F76C-8A6C-9FA0-0DDE-B4F02B28B46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85" y="2485"/>
                  <a:ext cx="39" cy="67"/>
                </a:xfrm>
                <a:custGeom>
                  <a:avLst/>
                  <a:gdLst>
                    <a:gd name="T0" fmla="*/ 0 w 117"/>
                    <a:gd name="T1" fmla="*/ 1 h 202"/>
                    <a:gd name="T2" fmla="*/ 0 w 117"/>
                    <a:gd name="T3" fmla="*/ 0 h 202"/>
                    <a:gd name="T4" fmla="*/ 0 w 117"/>
                    <a:gd name="T5" fmla="*/ 0 h 202"/>
                    <a:gd name="T6" fmla="*/ 0 60000 65536"/>
                    <a:gd name="T7" fmla="*/ 0 60000 65536"/>
                    <a:gd name="T8" fmla="*/ 0 60000 65536"/>
                    <a:gd name="T9" fmla="*/ 0 w 117"/>
                    <a:gd name="T10" fmla="*/ 0 h 202"/>
                    <a:gd name="T11" fmla="*/ 117 w 117"/>
                    <a:gd name="T12" fmla="*/ 202 h 202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17" h="202">
                      <a:moveTo>
                        <a:pt x="0" y="202"/>
                      </a:moveTo>
                      <a:lnTo>
                        <a:pt x="116" y="0"/>
                      </a:lnTo>
                      <a:lnTo>
                        <a:pt x="117" y="0"/>
                      </a:lnTo>
                    </a:path>
                  </a:pathLst>
                </a:custGeom>
                <a:solidFill>
                  <a:srgbClr val="FF99FF"/>
                </a:solidFill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29" name="Group 171">
                <a:extLst>
                  <a:ext uri="{FF2B5EF4-FFF2-40B4-BE49-F238E27FC236}">
                    <a16:creationId xmlns:a16="http://schemas.microsoft.com/office/drawing/2014/main" id="{17B40FDC-4960-A974-E589-4D542386A88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15" y="2554"/>
                <a:ext cx="1472" cy="854"/>
                <a:chOff x="1822" y="2376"/>
                <a:chExt cx="1472" cy="854"/>
              </a:xfrm>
            </p:grpSpPr>
            <p:sp>
              <p:nvSpPr>
                <p:cNvPr id="130" name="Oval 172">
                  <a:extLst>
                    <a:ext uri="{FF2B5EF4-FFF2-40B4-BE49-F238E27FC236}">
                      <a16:creationId xmlns:a16="http://schemas.microsoft.com/office/drawing/2014/main" id="{42F777FE-64C6-F790-F743-2BF1DD0CCCA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2" y="2796"/>
                  <a:ext cx="216" cy="131"/>
                </a:xfrm>
                <a:prstGeom prst="ellips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 type="none" w="sm" len="lg"/>
                  <a:tailEnd type="none" w="sm" len="lg"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31" name="Freeform 173">
                  <a:extLst>
                    <a:ext uri="{FF2B5EF4-FFF2-40B4-BE49-F238E27FC236}">
                      <a16:creationId xmlns:a16="http://schemas.microsoft.com/office/drawing/2014/main" id="{4DF32B7A-D762-0BFD-663F-87357660886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02" y="2947"/>
                  <a:ext cx="171" cy="23"/>
                </a:xfrm>
                <a:custGeom>
                  <a:avLst/>
                  <a:gdLst>
                    <a:gd name="T0" fmla="*/ 2 w 513"/>
                    <a:gd name="T1" fmla="*/ 0 h 67"/>
                    <a:gd name="T2" fmla="*/ 1 w 513"/>
                    <a:gd name="T3" fmla="*/ 0 h 67"/>
                    <a:gd name="T4" fmla="*/ 0 w 513"/>
                    <a:gd name="T5" fmla="*/ 0 h 67"/>
                    <a:gd name="T6" fmla="*/ 0 w 513"/>
                    <a:gd name="T7" fmla="*/ 0 h 6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13"/>
                    <a:gd name="T13" fmla="*/ 0 h 67"/>
                    <a:gd name="T14" fmla="*/ 513 w 513"/>
                    <a:gd name="T15" fmla="*/ 67 h 6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13" h="67">
                      <a:moveTo>
                        <a:pt x="513" y="67"/>
                      </a:moveTo>
                      <a:lnTo>
                        <a:pt x="256" y="0"/>
                      </a:lnTo>
                      <a:lnTo>
                        <a:pt x="0" y="67"/>
                      </a:lnTo>
                      <a:lnTo>
                        <a:pt x="1" y="67"/>
                      </a:lnTo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32" name="Oval 174">
                  <a:extLst>
                    <a:ext uri="{FF2B5EF4-FFF2-40B4-BE49-F238E27FC236}">
                      <a16:creationId xmlns:a16="http://schemas.microsoft.com/office/drawing/2014/main" id="{D51D756A-E69D-2DF2-B9B4-EE878D026C8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06" y="2838"/>
                  <a:ext cx="108" cy="47"/>
                </a:xfrm>
                <a:prstGeom prst="ellips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 type="none" w="sm" len="lg"/>
                  <a:tailEnd type="none" w="sm" len="lg"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33" name="Line 175">
                  <a:extLst>
                    <a:ext uri="{FF2B5EF4-FFF2-40B4-BE49-F238E27FC236}">
                      <a16:creationId xmlns:a16="http://schemas.microsoft.com/office/drawing/2014/main" id="{075943C1-F3A3-CF9E-D151-FE0280A37B3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004" y="2381"/>
                  <a:ext cx="1290" cy="745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prstDash val="lgDashDot"/>
                  <a:round/>
                  <a:headEnd type="none" w="sm" len="lg"/>
                  <a:tailEnd type="none" w="sm" len="lg"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34" name="Freeform 176">
                  <a:extLst>
                    <a:ext uri="{FF2B5EF4-FFF2-40B4-BE49-F238E27FC236}">
                      <a16:creationId xmlns:a16="http://schemas.microsoft.com/office/drawing/2014/main" id="{F62A2CDC-3036-B607-366C-565CCEFA295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74" y="2490"/>
                  <a:ext cx="322" cy="190"/>
                </a:xfrm>
                <a:custGeom>
                  <a:avLst/>
                  <a:gdLst>
                    <a:gd name="T0" fmla="*/ 232 w 322"/>
                    <a:gd name="T1" fmla="*/ 12 h 190"/>
                    <a:gd name="T2" fmla="*/ 154 w 322"/>
                    <a:gd name="T3" fmla="*/ 0 h 190"/>
                    <a:gd name="T4" fmla="*/ 88 w 322"/>
                    <a:gd name="T5" fmla="*/ 9 h 190"/>
                    <a:gd name="T6" fmla="*/ 40 w 322"/>
                    <a:gd name="T7" fmla="*/ 30 h 190"/>
                    <a:gd name="T8" fmla="*/ 13 w 322"/>
                    <a:gd name="T9" fmla="*/ 57 h 190"/>
                    <a:gd name="T10" fmla="*/ 1 w 322"/>
                    <a:gd name="T11" fmla="*/ 99 h 190"/>
                    <a:gd name="T12" fmla="*/ 19 w 322"/>
                    <a:gd name="T13" fmla="*/ 141 h 190"/>
                    <a:gd name="T14" fmla="*/ 46 w 322"/>
                    <a:gd name="T15" fmla="*/ 168 h 190"/>
                    <a:gd name="T16" fmla="*/ 112 w 322"/>
                    <a:gd name="T17" fmla="*/ 186 h 190"/>
                    <a:gd name="T18" fmla="*/ 163 w 322"/>
                    <a:gd name="T19" fmla="*/ 189 h 190"/>
                    <a:gd name="T20" fmla="*/ 226 w 322"/>
                    <a:gd name="T21" fmla="*/ 180 h 190"/>
                    <a:gd name="T22" fmla="*/ 280 w 322"/>
                    <a:gd name="T23" fmla="*/ 162 h 190"/>
                    <a:gd name="T24" fmla="*/ 310 w 322"/>
                    <a:gd name="T25" fmla="*/ 135 h 190"/>
                    <a:gd name="T26" fmla="*/ 322 w 322"/>
                    <a:gd name="T27" fmla="*/ 99 h 190"/>
                    <a:gd name="T28" fmla="*/ 310 w 322"/>
                    <a:gd name="T29" fmla="*/ 54 h 190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322"/>
                    <a:gd name="T46" fmla="*/ 0 h 190"/>
                    <a:gd name="T47" fmla="*/ 322 w 322"/>
                    <a:gd name="T48" fmla="*/ 190 h 190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322" h="190">
                      <a:moveTo>
                        <a:pt x="232" y="12"/>
                      </a:moveTo>
                      <a:cubicBezTo>
                        <a:pt x="219" y="10"/>
                        <a:pt x="178" y="0"/>
                        <a:pt x="154" y="0"/>
                      </a:cubicBezTo>
                      <a:cubicBezTo>
                        <a:pt x="130" y="0"/>
                        <a:pt x="107" y="4"/>
                        <a:pt x="88" y="9"/>
                      </a:cubicBezTo>
                      <a:cubicBezTo>
                        <a:pt x="69" y="14"/>
                        <a:pt x="52" y="22"/>
                        <a:pt x="40" y="30"/>
                      </a:cubicBezTo>
                      <a:cubicBezTo>
                        <a:pt x="28" y="38"/>
                        <a:pt x="19" y="46"/>
                        <a:pt x="13" y="57"/>
                      </a:cubicBezTo>
                      <a:cubicBezTo>
                        <a:pt x="7" y="68"/>
                        <a:pt x="0" y="85"/>
                        <a:pt x="1" y="99"/>
                      </a:cubicBezTo>
                      <a:cubicBezTo>
                        <a:pt x="2" y="113"/>
                        <a:pt x="12" y="130"/>
                        <a:pt x="19" y="141"/>
                      </a:cubicBezTo>
                      <a:cubicBezTo>
                        <a:pt x="26" y="152"/>
                        <a:pt x="30" y="160"/>
                        <a:pt x="46" y="168"/>
                      </a:cubicBezTo>
                      <a:cubicBezTo>
                        <a:pt x="62" y="176"/>
                        <a:pt x="93" y="183"/>
                        <a:pt x="112" y="186"/>
                      </a:cubicBezTo>
                      <a:cubicBezTo>
                        <a:pt x="131" y="189"/>
                        <a:pt x="144" y="190"/>
                        <a:pt x="163" y="189"/>
                      </a:cubicBezTo>
                      <a:cubicBezTo>
                        <a:pt x="182" y="188"/>
                        <a:pt x="207" y="184"/>
                        <a:pt x="226" y="180"/>
                      </a:cubicBezTo>
                      <a:cubicBezTo>
                        <a:pt x="245" y="176"/>
                        <a:pt x="266" y="170"/>
                        <a:pt x="280" y="162"/>
                      </a:cubicBezTo>
                      <a:cubicBezTo>
                        <a:pt x="294" y="154"/>
                        <a:pt x="303" y="145"/>
                        <a:pt x="310" y="135"/>
                      </a:cubicBezTo>
                      <a:cubicBezTo>
                        <a:pt x="317" y="125"/>
                        <a:pt x="322" y="112"/>
                        <a:pt x="322" y="99"/>
                      </a:cubicBezTo>
                      <a:cubicBezTo>
                        <a:pt x="322" y="86"/>
                        <a:pt x="312" y="63"/>
                        <a:pt x="310" y="54"/>
                      </a:cubicBezTo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round/>
                  <a:headEnd type="none" w="sm" len="lg"/>
                  <a:tailEnd type="none" w="sm" len="lg"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35" name="Oval 177">
                  <a:extLst>
                    <a:ext uri="{FF2B5EF4-FFF2-40B4-BE49-F238E27FC236}">
                      <a16:creationId xmlns:a16="http://schemas.microsoft.com/office/drawing/2014/main" id="{E5F7CE9F-B0C2-47FB-DFE9-FC117075358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00" y="2437"/>
                  <a:ext cx="468" cy="299"/>
                </a:xfrm>
                <a:prstGeom prst="ellips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 type="none" w="sm" len="lg"/>
                  <a:tailEnd type="none" w="sm" len="lg"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36" name="Oval 178">
                  <a:extLst>
                    <a:ext uri="{FF2B5EF4-FFF2-40B4-BE49-F238E27FC236}">
                      <a16:creationId xmlns:a16="http://schemas.microsoft.com/office/drawing/2014/main" id="{B561CFFF-26D8-4576-1871-50439F1AFD5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98" y="2376"/>
                  <a:ext cx="678" cy="419"/>
                </a:xfrm>
                <a:prstGeom prst="ellips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 type="none" w="sm" len="lg"/>
                  <a:tailEnd type="none" w="sm" len="lg"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37" name="Freeform 179">
                  <a:extLst>
                    <a:ext uri="{FF2B5EF4-FFF2-40B4-BE49-F238E27FC236}">
                      <a16:creationId xmlns:a16="http://schemas.microsoft.com/office/drawing/2014/main" id="{8D1E97BD-E792-87CC-657D-93F13BADD38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22" y="2938"/>
                  <a:ext cx="169" cy="96"/>
                </a:xfrm>
                <a:custGeom>
                  <a:avLst/>
                  <a:gdLst>
                    <a:gd name="T0" fmla="*/ 0 w 505"/>
                    <a:gd name="T1" fmla="*/ 0 h 289"/>
                    <a:gd name="T2" fmla="*/ 2 w 505"/>
                    <a:gd name="T3" fmla="*/ 1 h 289"/>
                    <a:gd name="T4" fmla="*/ 2 w 505"/>
                    <a:gd name="T5" fmla="*/ 1 h 289"/>
                    <a:gd name="T6" fmla="*/ 0 60000 65536"/>
                    <a:gd name="T7" fmla="*/ 0 60000 65536"/>
                    <a:gd name="T8" fmla="*/ 0 60000 65536"/>
                    <a:gd name="T9" fmla="*/ 0 w 505"/>
                    <a:gd name="T10" fmla="*/ 0 h 289"/>
                    <a:gd name="T11" fmla="*/ 505 w 505"/>
                    <a:gd name="T12" fmla="*/ 289 h 28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505" h="289">
                      <a:moveTo>
                        <a:pt x="0" y="0"/>
                      </a:moveTo>
                      <a:lnTo>
                        <a:pt x="504" y="289"/>
                      </a:lnTo>
                      <a:lnTo>
                        <a:pt x="505" y="289"/>
                      </a:lnTo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38" name="Freeform 180">
                  <a:extLst>
                    <a:ext uri="{FF2B5EF4-FFF2-40B4-BE49-F238E27FC236}">
                      <a16:creationId xmlns:a16="http://schemas.microsoft.com/office/drawing/2014/main" id="{A42472A3-F02F-F8F4-FFE4-636E692E43A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22" y="2441"/>
                  <a:ext cx="860" cy="497"/>
                </a:xfrm>
                <a:custGeom>
                  <a:avLst/>
                  <a:gdLst>
                    <a:gd name="T0" fmla="*/ 11 w 2580"/>
                    <a:gd name="T1" fmla="*/ 0 h 1491"/>
                    <a:gd name="T2" fmla="*/ 0 w 2580"/>
                    <a:gd name="T3" fmla="*/ 6 h 1491"/>
                    <a:gd name="T4" fmla="*/ 0 w 2580"/>
                    <a:gd name="T5" fmla="*/ 6 h 1491"/>
                    <a:gd name="T6" fmla="*/ 0 60000 65536"/>
                    <a:gd name="T7" fmla="*/ 0 60000 65536"/>
                    <a:gd name="T8" fmla="*/ 0 60000 65536"/>
                    <a:gd name="T9" fmla="*/ 0 w 2580"/>
                    <a:gd name="T10" fmla="*/ 0 h 1491"/>
                    <a:gd name="T11" fmla="*/ 2580 w 2580"/>
                    <a:gd name="T12" fmla="*/ 1491 h 149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580" h="1491">
                      <a:moveTo>
                        <a:pt x="2580" y="0"/>
                      </a:moveTo>
                      <a:lnTo>
                        <a:pt x="0" y="1491"/>
                      </a:lnTo>
                      <a:lnTo>
                        <a:pt x="1" y="1491"/>
                      </a:lnTo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39" name="Freeform 181">
                  <a:extLst>
                    <a:ext uri="{FF2B5EF4-FFF2-40B4-BE49-F238E27FC236}">
                      <a16:creationId xmlns:a16="http://schemas.microsoft.com/office/drawing/2014/main" id="{CB749B5B-5625-22A9-5BE1-0417A151758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328" y="2733"/>
                  <a:ext cx="860" cy="497"/>
                </a:xfrm>
                <a:custGeom>
                  <a:avLst/>
                  <a:gdLst>
                    <a:gd name="T0" fmla="*/ 11 w 2579"/>
                    <a:gd name="T1" fmla="*/ 0 h 1491"/>
                    <a:gd name="T2" fmla="*/ 0 w 2579"/>
                    <a:gd name="T3" fmla="*/ 6 h 1491"/>
                    <a:gd name="T4" fmla="*/ 0 w 2579"/>
                    <a:gd name="T5" fmla="*/ 6 h 1491"/>
                    <a:gd name="T6" fmla="*/ 0 60000 65536"/>
                    <a:gd name="T7" fmla="*/ 0 60000 65536"/>
                    <a:gd name="T8" fmla="*/ 0 60000 65536"/>
                    <a:gd name="T9" fmla="*/ 0 w 2579"/>
                    <a:gd name="T10" fmla="*/ 0 h 1491"/>
                    <a:gd name="T11" fmla="*/ 2579 w 2579"/>
                    <a:gd name="T12" fmla="*/ 1491 h 149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579" h="1491">
                      <a:moveTo>
                        <a:pt x="2579" y="0"/>
                      </a:moveTo>
                      <a:lnTo>
                        <a:pt x="0" y="1491"/>
                      </a:lnTo>
                      <a:lnTo>
                        <a:pt x="1" y="1491"/>
                      </a:lnTo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40" name="Freeform 182">
                  <a:extLst>
                    <a:ext uri="{FF2B5EF4-FFF2-40B4-BE49-F238E27FC236}">
                      <a16:creationId xmlns:a16="http://schemas.microsoft.com/office/drawing/2014/main" id="{58BB9436-C030-C419-4A36-BA413D429C5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05" y="2481"/>
                  <a:ext cx="40" cy="23"/>
                </a:xfrm>
                <a:custGeom>
                  <a:avLst/>
                  <a:gdLst>
                    <a:gd name="T0" fmla="*/ 0 w 120"/>
                    <a:gd name="T1" fmla="*/ 0 h 70"/>
                    <a:gd name="T2" fmla="*/ 0 w 120"/>
                    <a:gd name="T3" fmla="*/ 0 h 70"/>
                    <a:gd name="T4" fmla="*/ 0 w 120"/>
                    <a:gd name="T5" fmla="*/ 0 h 70"/>
                    <a:gd name="T6" fmla="*/ 0 60000 65536"/>
                    <a:gd name="T7" fmla="*/ 0 60000 65536"/>
                    <a:gd name="T8" fmla="*/ 0 60000 65536"/>
                    <a:gd name="T9" fmla="*/ 0 w 120"/>
                    <a:gd name="T10" fmla="*/ 0 h 70"/>
                    <a:gd name="T11" fmla="*/ 120 w 120"/>
                    <a:gd name="T12" fmla="*/ 70 h 7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20" h="70">
                      <a:moveTo>
                        <a:pt x="120" y="0"/>
                      </a:moveTo>
                      <a:lnTo>
                        <a:pt x="0" y="70"/>
                      </a:lnTo>
                      <a:lnTo>
                        <a:pt x="1" y="70"/>
                      </a:lnTo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41" name="Freeform 183">
                  <a:extLst>
                    <a:ext uri="{FF2B5EF4-FFF2-40B4-BE49-F238E27FC236}">
                      <a16:creationId xmlns:a16="http://schemas.microsoft.com/office/drawing/2014/main" id="{B5FE0C77-924A-BAC3-DA32-7B0007E3376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75" y="2525"/>
                  <a:ext cx="46" cy="26"/>
                </a:xfrm>
                <a:custGeom>
                  <a:avLst/>
                  <a:gdLst>
                    <a:gd name="T0" fmla="*/ 1 w 137"/>
                    <a:gd name="T1" fmla="*/ 0 h 79"/>
                    <a:gd name="T2" fmla="*/ 0 w 137"/>
                    <a:gd name="T3" fmla="*/ 0 h 79"/>
                    <a:gd name="T4" fmla="*/ 0 w 137"/>
                    <a:gd name="T5" fmla="*/ 0 h 79"/>
                    <a:gd name="T6" fmla="*/ 0 60000 65536"/>
                    <a:gd name="T7" fmla="*/ 0 60000 65536"/>
                    <a:gd name="T8" fmla="*/ 0 60000 65536"/>
                    <a:gd name="T9" fmla="*/ 0 w 137"/>
                    <a:gd name="T10" fmla="*/ 0 h 79"/>
                    <a:gd name="T11" fmla="*/ 137 w 137"/>
                    <a:gd name="T12" fmla="*/ 79 h 7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37" h="79">
                      <a:moveTo>
                        <a:pt x="137" y="0"/>
                      </a:moveTo>
                      <a:lnTo>
                        <a:pt x="0" y="79"/>
                      </a:lnTo>
                      <a:lnTo>
                        <a:pt x="1" y="79"/>
                      </a:lnTo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42" name="Freeform 184">
                  <a:extLst>
                    <a:ext uri="{FF2B5EF4-FFF2-40B4-BE49-F238E27FC236}">
                      <a16:creationId xmlns:a16="http://schemas.microsoft.com/office/drawing/2014/main" id="{2575727F-A526-E247-037F-9A9D5EDF572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39" y="2481"/>
                  <a:ext cx="76" cy="44"/>
                </a:xfrm>
                <a:custGeom>
                  <a:avLst/>
                  <a:gdLst>
                    <a:gd name="T0" fmla="*/ 0 w 229"/>
                    <a:gd name="T1" fmla="*/ 0 h 132"/>
                    <a:gd name="T2" fmla="*/ 1 w 229"/>
                    <a:gd name="T3" fmla="*/ 1 h 132"/>
                    <a:gd name="T4" fmla="*/ 1 w 229"/>
                    <a:gd name="T5" fmla="*/ 1 h 132"/>
                    <a:gd name="T6" fmla="*/ 0 60000 65536"/>
                    <a:gd name="T7" fmla="*/ 0 60000 65536"/>
                    <a:gd name="T8" fmla="*/ 0 60000 65536"/>
                    <a:gd name="T9" fmla="*/ 0 w 229"/>
                    <a:gd name="T10" fmla="*/ 0 h 132"/>
                    <a:gd name="T11" fmla="*/ 229 w 229"/>
                    <a:gd name="T12" fmla="*/ 132 h 132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29" h="132">
                      <a:moveTo>
                        <a:pt x="0" y="0"/>
                      </a:moveTo>
                      <a:lnTo>
                        <a:pt x="228" y="132"/>
                      </a:lnTo>
                      <a:lnTo>
                        <a:pt x="229" y="132"/>
                      </a:lnTo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43" name="Freeform 185">
                  <a:extLst>
                    <a:ext uri="{FF2B5EF4-FFF2-40B4-BE49-F238E27FC236}">
                      <a16:creationId xmlns:a16="http://schemas.microsoft.com/office/drawing/2014/main" id="{D0169E6C-2F3F-B3B2-7FBE-7CFA29BBCA9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90" y="2970"/>
                  <a:ext cx="112" cy="64"/>
                </a:xfrm>
                <a:custGeom>
                  <a:avLst/>
                  <a:gdLst>
                    <a:gd name="T0" fmla="*/ 1 w 334"/>
                    <a:gd name="T1" fmla="*/ 0 h 194"/>
                    <a:gd name="T2" fmla="*/ 0 w 334"/>
                    <a:gd name="T3" fmla="*/ 1 h 194"/>
                    <a:gd name="T4" fmla="*/ 0 w 334"/>
                    <a:gd name="T5" fmla="*/ 1 h 194"/>
                    <a:gd name="T6" fmla="*/ 0 60000 65536"/>
                    <a:gd name="T7" fmla="*/ 0 60000 65536"/>
                    <a:gd name="T8" fmla="*/ 0 60000 65536"/>
                    <a:gd name="T9" fmla="*/ 0 w 334"/>
                    <a:gd name="T10" fmla="*/ 0 h 194"/>
                    <a:gd name="T11" fmla="*/ 334 w 334"/>
                    <a:gd name="T12" fmla="*/ 194 h 19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34" h="194">
                      <a:moveTo>
                        <a:pt x="334" y="0"/>
                      </a:moveTo>
                      <a:lnTo>
                        <a:pt x="0" y="194"/>
                      </a:lnTo>
                      <a:lnTo>
                        <a:pt x="1" y="194"/>
                      </a:lnTo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44" name="Freeform 186">
                  <a:extLst>
                    <a:ext uri="{FF2B5EF4-FFF2-40B4-BE49-F238E27FC236}">
                      <a16:creationId xmlns:a16="http://schemas.microsoft.com/office/drawing/2014/main" id="{C0567620-0814-9EBA-0084-11D6C184A0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61" y="3069"/>
                  <a:ext cx="112" cy="64"/>
                </a:xfrm>
                <a:custGeom>
                  <a:avLst/>
                  <a:gdLst>
                    <a:gd name="T0" fmla="*/ 1 w 336"/>
                    <a:gd name="T1" fmla="*/ 0 h 194"/>
                    <a:gd name="T2" fmla="*/ 0 w 336"/>
                    <a:gd name="T3" fmla="*/ 1 h 194"/>
                    <a:gd name="T4" fmla="*/ 0 w 336"/>
                    <a:gd name="T5" fmla="*/ 1 h 194"/>
                    <a:gd name="T6" fmla="*/ 0 60000 65536"/>
                    <a:gd name="T7" fmla="*/ 0 60000 65536"/>
                    <a:gd name="T8" fmla="*/ 0 60000 65536"/>
                    <a:gd name="T9" fmla="*/ 0 w 336"/>
                    <a:gd name="T10" fmla="*/ 0 h 194"/>
                    <a:gd name="T11" fmla="*/ 336 w 336"/>
                    <a:gd name="T12" fmla="*/ 194 h 19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36" h="194">
                      <a:moveTo>
                        <a:pt x="336" y="0"/>
                      </a:moveTo>
                      <a:lnTo>
                        <a:pt x="0" y="194"/>
                      </a:lnTo>
                      <a:lnTo>
                        <a:pt x="1" y="194"/>
                      </a:lnTo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45" name="Freeform 187">
                  <a:extLst>
                    <a:ext uri="{FF2B5EF4-FFF2-40B4-BE49-F238E27FC236}">
                      <a16:creationId xmlns:a16="http://schemas.microsoft.com/office/drawing/2014/main" id="{C05C74D3-3093-14DD-D9A9-5CB24BCE8B3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73" y="2970"/>
                  <a:ext cx="25" cy="99"/>
                </a:xfrm>
                <a:custGeom>
                  <a:avLst/>
                  <a:gdLst>
                    <a:gd name="T0" fmla="*/ 0 w 75"/>
                    <a:gd name="T1" fmla="*/ 1 h 297"/>
                    <a:gd name="T2" fmla="*/ 0 w 75"/>
                    <a:gd name="T3" fmla="*/ 1 h 297"/>
                    <a:gd name="T4" fmla="*/ 0 w 75"/>
                    <a:gd name="T5" fmla="*/ 0 h 297"/>
                    <a:gd name="T6" fmla="*/ 0 w 75"/>
                    <a:gd name="T7" fmla="*/ 0 h 297"/>
                    <a:gd name="T8" fmla="*/ 0 w 75"/>
                    <a:gd name="T9" fmla="*/ 0 h 29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"/>
                    <a:gd name="T16" fmla="*/ 0 h 297"/>
                    <a:gd name="T17" fmla="*/ 75 w 75"/>
                    <a:gd name="T18" fmla="*/ 297 h 29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" h="297">
                      <a:moveTo>
                        <a:pt x="0" y="297"/>
                      </a:moveTo>
                      <a:lnTo>
                        <a:pt x="75" y="208"/>
                      </a:lnTo>
                      <a:lnTo>
                        <a:pt x="75" y="90"/>
                      </a:lnTo>
                      <a:lnTo>
                        <a:pt x="0" y="0"/>
                      </a:lnTo>
                      <a:lnTo>
                        <a:pt x="1" y="0"/>
                      </a:lnTo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46" name="Freeform 188">
                  <a:extLst>
                    <a:ext uri="{FF2B5EF4-FFF2-40B4-BE49-F238E27FC236}">
                      <a16:creationId xmlns:a16="http://schemas.microsoft.com/office/drawing/2014/main" id="{26D8A3FF-F31C-FC21-0C3D-909ACFDD483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61" y="3133"/>
                  <a:ext cx="168" cy="97"/>
                </a:xfrm>
                <a:custGeom>
                  <a:avLst/>
                  <a:gdLst>
                    <a:gd name="T0" fmla="*/ 0 w 504"/>
                    <a:gd name="T1" fmla="*/ 0 h 290"/>
                    <a:gd name="T2" fmla="*/ 2 w 504"/>
                    <a:gd name="T3" fmla="*/ 1 h 290"/>
                    <a:gd name="T4" fmla="*/ 2 w 504"/>
                    <a:gd name="T5" fmla="*/ 1 h 290"/>
                    <a:gd name="T6" fmla="*/ 0 60000 65536"/>
                    <a:gd name="T7" fmla="*/ 0 60000 65536"/>
                    <a:gd name="T8" fmla="*/ 0 60000 65536"/>
                    <a:gd name="T9" fmla="*/ 0 w 504"/>
                    <a:gd name="T10" fmla="*/ 0 h 290"/>
                    <a:gd name="T11" fmla="*/ 504 w 504"/>
                    <a:gd name="T12" fmla="*/ 290 h 29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504" h="290">
                      <a:moveTo>
                        <a:pt x="0" y="0"/>
                      </a:moveTo>
                      <a:lnTo>
                        <a:pt x="503" y="290"/>
                      </a:lnTo>
                      <a:lnTo>
                        <a:pt x="504" y="290"/>
                      </a:lnTo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47" name="Freeform 189">
                  <a:extLst>
                    <a:ext uri="{FF2B5EF4-FFF2-40B4-BE49-F238E27FC236}">
                      <a16:creationId xmlns:a16="http://schemas.microsoft.com/office/drawing/2014/main" id="{72449320-79F5-046B-F0BA-EDA8EB73EDD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336" y="2790"/>
                  <a:ext cx="243" cy="141"/>
                </a:xfrm>
                <a:custGeom>
                  <a:avLst/>
                  <a:gdLst>
                    <a:gd name="T0" fmla="*/ 0 w 730"/>
                    <a:gd name="T1" fmla="*/ 0 h 421"/>
                    <a:gd name="T2" fmla="*/ 3 w 730"/>
                    <a:gd name="T3" fmla="*/ 2 h 421"/>
                    <a:gd name="T4" fmla="*/ 3 w 730"/>
                    <a:gd name="T5" fmla="*/ 2 h 421"/>
                    <a:gd name="T6" fmla="*/ 0 60000 65536"/>
                    <a:gd name="T7" fmla="*/ 0 60000 65536"/>
                    <a:gd name="T8" fmla="*/ 0 60000 65536"/>
                    <a:gd name="T9" fmla="*/ 0 w 730"/>
                    <a:gd name="T10" fmla="*/ 0 h 421"/>
                    <a:gd name="T11" fmla="*/ 730 w 730"/>
                    <a:gd name="T12" fmla="*/ 421 h 42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730" h="421">
                      <a:moveTo>
                        <a:pt x="0" y="0"/>
                      </a:moveTo>
                      <a:lnTo>
                        <a:pt x="729" y="421"/>
                      </a:lnTo>
                      <a:lnTo>
                        <a:pt x="730" y="421"/>
                      </a:lnTo>
                    </a:path>
                  </a:pathLst>
                </a:cu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48" name="Freeform 190">
                  <a:extLst>
                    <a:ext uri="{FF2B5EF4-FFF2-40B4-BE49-F238E27FC236}">
                      <a16:creationId xmlns:a16="http://schemas.microsoft.com/office/drawing/2014/main" id="{88B644FB-72C6-C71B-B11A-3E09936F832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66" y="2949"/>
                  <a:ext cx="259" cy="150"/>
                </a:xfrm>
                <a:custGeom>
                  <a:avLst/>
                  <a:gdLst>
                    <a:gd name="T0" fmla="*/ 0 w 777"/>
                    <a:gd name="T1" fmla="*/ 0 h 449"/>
                    <a:gd name="T2" fmla="*/ 3 w 777"/>
                    <a:gd name="T3" fmla="*/ 2 h 449"/>
                    <a:gd name="T4" fmla="*/ 3 w 777"/>
                    <a:gd name="T5" fmla="*/ 2 h 449"/>
                    <a:gd name="T6" fmla="*/ 0 60000 65536"/>
                    <a:gd name="T7" fmla="*/ 0 60000 65536"/>
                    <a:gd name="T8" fmla="*/ 0 60000 65536"/>
                    <a:gd name="T9" fmla="*/ 0 w 777"/>
                    <a:gd name="T10" fmla="*/ 0 h 449"/>
                    <a:gd name="T11" fmla="*/ 777 w 777"/>
                    <a:gd name="T12" fmla="*/ 449 h 44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777" h="449">
                      <a:moveTo>
                        <a:pt x="0" y="0"/>
                      </a:moveTo>
                      <a:lnTo>
                        <a:pt x="776" y="449"/>
                      </a:lnTo>
                      <a:lnTo>
                        <a:pt x="777" y="449"/>
                      </a:lnTo>
                    </a:path>
                  </a:pathLst>
                </a:cu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149" name="Group 191">
                  <a:extLst>
                    <a:ext uri="{FF2B5EF4-FFF2-40B4-BE49-F238E27FC236}">
                      <a16:creationId xmlns:a16="http://schemas.microsoft.com/office/drawing/2014/main" id="{9C77520C-EF7E-AF2E-A19B-0FBAFCC23B3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654" y="2424"/>
                  <a:ext cx="601" cy="348"/>
                  <a:chOff x="2654" y="2424"/>
                  <a:chExt cx="601" cy="348"/>
                </a:xfrm>
              </p:grpSpPr>
              <p:sp>
                <p:nvSpPr>
                  <p:cNvPr id="150" name="Freeform 192">
                    <a:extLst>
                      <a:ext uri="{FF2B5EF4-FFF2-40B4-BE49-F238E27FC236}">
                        <a16:creationId xmlns:a16="http://schemas.microsoft.com/office/drawing/2014/main" id="{AF1C91A3-B934-08DF-9893-AB1E3002041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654" y="2424"/>
                    <a:ext cx="199" cy="116"/>
                  </a:xfrm>
                  <a:custGeom>
                    <a:avLst/>
                    <a:gdLst>
                      <a:gd name="T0" fmla="*/ 0 w 599"/>
                      <a:gd name="T1" fmla="*/ 0 h 347"/>
                      <a:gd name="T2" fmla="*/ 2 w 599"/>
                      <a:gd name="T3" fmla="*/ 1 h 347"/>
                      <a:gd name="T4" fmla="*/ 2 w 599"/>
                      <a:gd name="T5" fmla="*/ 1 h 347"/>
                      <a:gd name="T6" fmla="*/ 0 60000 65536"/>
                      <a:gd name="T7" fmla="*/ 0 60000 65536"/>
                      <a:gd name="T8" fmla="*/ 0 60000 65536"/>
                      <a:gd name="T9" fmla="*/ 0 w 599"/>
                      <a:gd name="T10" fmla="*/ 0 h 347"/>
                      <a:gd name="T11" fmla="*/ 599 w 599"/>
                      <a:gd name="T12" fmla="*/ 347 h 347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599" h="347">
                        <a:moveTo>
                          <a:pt x="0" y="0"/>
                        </a:moveTo>
                        <a:lnTo>
                          <a:pt x="598" y="347"/>
                        </a:lnTo>
                        <a:lnTo>
                          <a:pt x="599" y="347"/>
                        </a:lnTo>
                      </a:path>
                    </a:pathLst>
                  </a:custGeom>
                  <a:noFill/>
                  <a:ln w="1905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zh-CN" altLang="en-US" kern="0">
                      <a:solidFill>
                        <a:sysClr val="windowText" lastClr="000000"/>
                      </a:solidFill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51" name="Freeform 193">
                    <a:extLst>
                      <a:ext uri="{FF2B5EF4-FFF2-40B4-BE49-F238E27FC236}">
                        <a16:creationId xmlns:a16="http://schemas.microsoft.com/office/drawing/2014/main" id="{7145E5BB-AA1B-074E-9D8C-4B625B3AFE2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876" y="2552"/>
                    <a:ext cx="5" cy="4"/>
                  </a:xfrm>
                  <a:custGeom>
                    <a:avLst/>
                    <a:gdLst>
                      <a:gd name="T0" fmla="*/ 0 w 16"/>
                      <a:gd name="T1" fmla="*/ 0 h 10"/>
                      <a:gd name="T2" fmla="*/ 0 w 16"/>
                      <a:gd name="T3" fmla="*/ 0 h 10"/>
                      <a:gd name="T4" fmla="*/ 0 w 16"/>
                      <a:gd name="T5" fmla="*/ 0 h 10"/>
                      <a:gd name="T6" fmla="*/ 0 60000 65536"/>
                      <a:gd name="T7" fmla="*/ 0 60000 65536"/>
                      <a:gd name="T8" fmla="*/ 0 60000 65536"/>
                      <a:gd name="T9" fmla="*/ 0 w 16"/>
                      <a:gd name="T10" fmla="*/ 0 h 10"/>
                      <a:gd name="T11" fmla="*/ 16 w 16"/>
                      <a:gd name="T12" fmla="*/ 10 h 1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16" h="10">
                        <a:moveTo>
                          <a:pt x="0" y="0"/>
                        </a:moveTo>
                        <a:lnTo>
                          <a:pt x="15" y="10"/>
                        </a:lnTo>
                        <a:lnTo>
                          <a:pt x="16" y="10"/>
                        </a:lnTo>
                      </a:path>
                    </a:pathLst>
                  </a:custGeom>
                  <a:noFill/>
                  <a:ln w="1905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zh-CN" altLang="en-US" kern="0">
                      <a:solidFill>
                        <a:sysClr val="windowText" lastClr="000000"/>
                      </a:solidFill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52" name="Freeform 194">
                    <a:extLst>
                      <a:ext uri="{FF2B5EF4-FFF2-40B4-BE49-F238E27FC236}">
                        <a16:creationId xmlns:a16="http://schemas.microsoft.com/office/drawing/2014/main" id="{09DF85EE-F6F9-9652-C8DE-19A762162EC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899" y="2566"/>
                    <a:ext cx="356" cy="206"/>
                  </a:xfrm>
                  <a:custGeom>
                    <a:avLst/>
                    <a:gdLst>
                      <a:gd name="T0" fmla="*/ 0 w 1069"/>
                      <a:gd name="T1" fmla="*/ 0 h 618"/>
                      <a:gd name="T2" fmla="*/ 4 w 1069"/>
                      <a:gd name="T3" fmla="*/ 3 h 618"/>
                      <a:gd name="T4" fmla="*/ 4 w 1069"/>
                      <a:gd name="T5" fmla="*/ 3 h 618"/>
                      <a:gd name="T6" fmla="*/ 0 60000 65536"/>
                      <a:gd name="T7" fmla="*/ 0 60000 65536"/>
                      <a:gd name="T8" fmla="*/ 0 60000 65536"/>
                      <a:gd name="T9" fmla="*/ 0 w 1069"/>
                      <a:gd name="T10" fmla="*/ 0 h 618"/>
                      <a:gd name="T11" fmla="*/ 1069 w 1069"/>
                      <a:gd name="T12" fmla="*/ 618 h 618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1069" h="618">
                        <a:moveTo>
                          <a:pt x="0" y="0"/>
                        </a:moveTo>
                        <a:lnTo>
                          <a:pt x="1068" y="618"/>
                        </a:lnTo>
                        <a:lnTo>
                          <a:pt x="1069" y="618"/>
                        </a:lnTo>
                      </a:path>
                    </a:pathLst>
                  </a:custGeom>
                  <a:noFill/>
                  <a:ln w="1905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zh-CN" altLang="en-US" kern="0">
                      <a:solidFill>
                        <a:sysClr val="windowText" lastClr="000000"/>
                      </a:solidFill>
                      <a:ea typeface="宋体" panose="02010600030101010101" pitchFamily="2" charset="-122"/>
                    </a:endParaRPr>
                  </a:p>
                </p:txBody>
              </p:sp>
            </p:grpSp>
          </p:grpSp>
        </p:grpSp>
      </p:grpSp>
      <p:grpSp>
        <p:nvGrpSpPr>
          <p:cNvPr id="197" name="Group 195">
            <a:extLst>
              <a:ext uri="{FF2B5EF4-FFF2-40B4-BE49-F238E27FC236}">
                <a16:creationId xmlns:a16="http://schemas.microsoft.com/office/drawing/2014/main" id="{82FA864D-515D-F9ED-301C-3840F350AACA}"/>
              </a:ext>
            </a:extLst>
          </p:cNvPr>
          <p:cNvGrpSpPr>
            <a:grpSpLocks/>
          </p:cNvGrpSpPr>
          <p:nvPr/>
        </p:nvGrpSpPr>
        <p:grpSpPr bwMode="auto">
          <a:xfrm>
            <a:off x="6404546" y="1846039"/>
            <a:ext cx="2901950" cy="2362200"/>
            <a:chOff x="561" y="1016"/>
            <a:chExt cx="1828" cy="1488"/>
          </a:xfrm>
        </p:grpSpPr>
        <p:sp>
          <p:nvSpPr>
            <p:cNvPr id="198" name="Line 196">
              <a:extLst>
                <a:ext uri="{FF2B5EF4-FFF2-40B4-BE49-F238E27FC236}">
                  <a16:creationId xmlns:a16="http://schemas.microsoft.com/office/drawing/2014/main" id="{7145E628-314C-8720-3D84-4B1B48AE69D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79" y="1940"/>
              <a:ext cx="443" cy="288"/>
            </a:xfrm>
            <a:prstGeom prst="line">
              <a:avLst/>
            </a:prstGeom>
            <a:noFill/>
            <a:ln w="12700">
              <a:solidFill>
                <a:srgbClr val="3333CC"/>
              </a:solidFill>
              <a:round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99" name="Line 197">
              <a:extLst>
                <a:ext uri="{FF2B5EF4-FFF2-40B4-BE49-F238E27FC236}">
                  <a16:creationId xmlns:a16="http://schemas.microsoft.com/office/drawing/2014/main" id="{7DF87D9A-6367-0EDB-D6AC-32808C93D46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61" y="2236"/>
              <a:ext cx="456" cy="268"/>
            </a:xfrm>
            <a:prstGeom prst="line">
              <a:avLst/>
            </a:prstGeom>
            <a:noFill/>
            <a:ln w="12700">
              <a:solidFill>
                <a:srgbClr val="3333CC"/>
              </a:solidFill>
              <a:round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00" name="Line 198">
              <a:extLst>
                <a:ext uri="{FF2B5EF4-FFF2-40B4-BE49-F238E27FC236}">
                  <a16:creationId xmlns:a16="http://schemas.microsoft.com/office/drawing/2014/main" id="{0550B253-3230-E71A-33C6-797C0404355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185" y="1311"/>
              <a:ext cx="693" cy="400"/>
            </a:xfrm>
            <a:prstGeom prst="line">
              <a:avLst/>
            </a:prstGeom>
            <a:noFill/>
            <a:ln w="12700">
              <a:solidFill>
                <a:srgbClr val="3333CC"/>
              </a:solidFill>
              <a:round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01" name="Line 199">
              <a:extLst>
                <a:ext uri="{FF2B5EF4-FFF2-40B4-BE49-F238E27FC236}">
                  <a16:creationId xmlns:a16="http://schemas.microsoft.com/office/drawing/2014/main" id="{05CFD5E0-AC1D-2686-D6AD-9DB43DDAE31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690" y="1016"/>
              <a:ext cx="699" cy="384"/>
            </a:xfrm>
            <a:prstGeom prst="line">
              <a:avLst/>
            </a:prstGeom>
            <a:noFill/>
            <a:ln w="12700">
              <a:solidFill>
                <a:srgbClr val="3333CC"/>
              </a:solidFill>
              <a:round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</p:grpSp>
      <p:grpSp>
        <p:nvGrpSpPr>
          <p:cNvPr id="202" name="Group 200">
            <a:extLst>
              <a:ext uri="{FF2B5EF4-FFF2-40B4-BE49-F238E27FC236}">
                <a16:creationId xmlns:a16="http://schemas.microsoft.com/office/drawing/2014/main" id="{86A1FEA1-472C-D9D8-DA40-D06F9B731CF0}"/>
              </a:ext>
            </a:extLst>
          </p:cNvPr>
          <p:cNvGrpSpPr>
            <a:grpSpLocks/>
          </p:cNvGrpSpPr>
          <p:nvPr/>
        </p:nvGrpSpPr>
        <p:grpSpPr bwMode="auto">
          <a:xfrm>
            <a:off x="6761733" y="1890489"/>
            <a:ext cx="1454150" cy="1679575"/>
            <a:chOff x="774" y="1311"/>
            <a:chExt cx="916" cy="1058"/>
          </a:xfrm>
        </p:grpSpPr>
        <p:sp>
          <p:nvSpPr>
            <p:cNvPr id="203" name="Freeform 201">
              <a:extLst>
                <a:ext uri="{FF2B5EF4-FFF2-40B4-BE49-F238E27FC236}">
                  <a16:creationId xmlns:a16="http://schemas.microsoft.com/office/drawing/2014/main" id="{22C82137-E158-ED23-2999-BEAE2DD93B9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8" y="1734"/>
              <a:ext cx="294" cy="510"/>
            </a:xfrm>
            <a:custGeom>
              <a:avLst/>
              <a:gdLst>
                <a:gd name="T0" fmla="*/ 0 w 884"/>
                <a:gd name="T1" fmla="*/ 6 h 1531"/>
                <a:gd name="T2" fmla="*/ 4 w 884"/>
                <a:gd name="T3" fmla="*/ 0 h 1531"/>
                <a:gd name="T4" fmla="*/ 4 w 884"/>
                <a:gd name="T5" fmla="*/ 0 h 1531"/>
                <a:gd name="T6" fmla="*/ 0 60000 65536"/>
                <a:gd name="T7" fmla="*/ 0 60000 65536"/>
                <a:gd name="T8" fmla="*/ 0 60000 65536"/>
                <a:gd name="T9" fmla="*/ 0 w 884"/>
                <a:gd name="T10" fmla="*/ 0 h 1531"/>
                <a:gd name="T11" fmla="*/ 884 w 884"/>
                <a:gd name="T12" fmla="*/ 1531 h 153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84" h="1531">
                  <a:moveTo>
                    <a:pt x="0" y="1531"/>
                  </a:moveTo>
                  <a:lnTo>
                    <a:pt x="883" y="0"/>
                  </a:lnTo>
                  <a:lnTo>
                    <a:pt x="884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04" name="Freeform 202">
              <a:extLst>
                <a:ext uri="{FF2B5EF4-FFF2-40B4-BE49-F238E27FC236}">
                  <a16:creationId xmlns:a16="http://schemas.microsoft.com/office/drawing/2014/main" id="{8D7529EF-485B-4805-D422-01FD87EB2BC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9" y="1989"/>
              <a:ext cx="73" cy="127"/>
            </a:xfrm>
            <a:custGeom>
              <a:avLst/>
              <a:gdLst>
                <a:gd name="T0" fmla="*/ 0 w 221"/>
                <a:gd name="T1" fmla="*/ 2 h 382"/>
                <a:gd name="T2" fmla="*/ 1 w 221"/>
                <a:gd name="T3" fmla="*/ 0 h 382"/>
                <a:gd name="T4" fmla="*/ 1 w 221"/>
                <a:gd name="T5" fmla="*/ 0 h 382"/>
                <a:gd name="T6" fmla="*/ 0 60000 65536"/>
                <a:gd name="T7" fmla="*/ 0 60000 65536"/>
                <a:gd name="T8" fmla="*/ 0 60000 65536"/>
                <a:gd name="T9" fmla="*/ 0 w 221"/>
                <a:gd name="T10" fmla="*/ 0 h 382"/>
                <a:gd name="T11" fmla="*/ 221 w 221"/>
                <a:gd name="T12" fmla="*/ 382 h 3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1" h="382">
                  <a:moveTo>
                    <a:pt x="0" y="382"/>
                  </a:moveTo>
                  <a:lnTo>
                    <a:pt x="220" y="0"/>
                  </a:lnTo>
                  <a:lnTo>
                    <a:pt x="221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05" name="Freeform 203">
              <a:extLst>
                <a:ext uri="{FF2B5EF4-FFF2-40B4-BE49-F238E27FC236}">
                  <a16:creationId xmlns:a16="http://schemas.microsoft.com/office/drawing/2014/main" id="{4F5BBA3D-F879-3158-8765-20C0D251E3C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4" y="1606"/>
              <a:ext cx="138" cy="239"/>
            </a:xfrm>
            <a:custGeom>
              <a:avLst/>
              <a:gdLst>
                <a:gd name="T0" fmla="*/ 0 w 415"/>
                <a:gd name="T1" fmla="*/ 3 h 719"/>
                <a:gd name="T2" fmla="*/ 2 w 415"/>
                <a:gd name="T3" fmla="*/ 0 h 719"/>
                <a:gd name="T4" fmla="*/ 2 w 415"/>
                <a:gd name="T5" fmla="*/ 0 h 719"/>
                <a:gd name="T6" fmla="*/ 0 60000 65536"/>
                <a:gd name="T7" fmla="*/ 0 60000 65536"/>
                <a:gd name="T8" fmla="*/ 0 60000 65536"/>
                <a:gd name="T9" fmla="*/ 0 w 415"/>
                <a:gd name="T10" fmla="*/ 0 h 719"/>
                <a:gd name="T11" fmla="*/ 415 w 415"/>
                <a:gd name="T12" fmla="*/ 719 h 71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15" h="719">
                  <a:moveTo>
                    <a:pt x="0" y="719"/>
                  </a:moveTo>
                  <a:lnTo>
                    <a:pt x="414" y="0"/>
                  </a:lnTo>
                  <a:lnTo>
                    <a:pt x="415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06" name="Freeform 204">
              <a:extLst>
                <a:ext uri="{FF2B5EF4-FFF2-40B4-BE49-F238E27FC236}">
                  <a16:creationId xmlns:a16="http://schemas.microsoft.com/office/drawing/2014/main" id="{BDAC86BA-3CA3-518A-1741-FD62F7D5EF9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4" y="1877"/>
              <a:ext cx="152" cy="263"/>
            </a:xfrm>
            <a:custGeom>
              <a:avLst/>
              <a:gdLst>
                <a:gd name="T0" fmla="*/ 0 w 456"/>
                <a:gd name="T1" fmla="*/ 3 h 788"/>
                <a:gd name="T2" fmla="*/ 2 w 456"/>
                <a:gd name="T3" fmla="*/ 0 h 788"/>
                <a:gd name="T4" fmla="*/ 2 w 456"/>
                <a:gd name="T5" fmla="*/ 0 h 788"/>
                <a:gd name="T6" fmla="*/ 0 60000 65536"/>
                <a:gd name="T7" fmla="*/ 0 60000 65536"/>
                <a:gd name="T8" fmla="*/ 0 60000 65536"/>
                <a:gd name="T9" fmla="*/ 0 w 456"/>
                <a:gd name="T10" fmla="*/ 0 h 788"/>
                <a:gd name="T11" fmla="*/ 456 w 456"/>
                <a:gd name="T12" fmla="*/ 788 h 7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56" h="788">
                  <a:moveTo>
                    <a:pt x="0" y="788"/>
                  </a:moveTo>
                  <a:lnTo>
                    <a:pt x="455" y="0"/>
                  </a:lnTo>
                  <a:lnTo>
                    <a:pt x="456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07" name="Freeform 205">
              <a:extLst>
                <a:ext uri="{FF2B5EF4-FFF2-40B4-BE49-F238E27FC236}">
                  <a16:creationId xmlns:a16="http://schemas.microsoft.com/office/drawing/2014/main" id="{75EF871D-14CD-0F51-506C-D69183DC250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4" y="1586"/>
              <a:ext cx="76" cy="132"/>
            </a:xfrm>
            <a:custGeom>
              <a:avLst/>
              <a:gdLst>
                <a:gd name="T0" fmla="*/ 0 w 228"/>
                <a:gd name="T1" fmla="*/ 2 h 395"/>
                <a:gd name="T2" fmla="*/ 1 w 228"/>
                <a:gd name="T3" fmla="*/ 0 h 395"/>
                <a:gd name="T4" fmla="*/ 1 w 228"/>
                <a:gd name="T5" fmla="*/ 0 h 395"/>
                <a:gd name="T6" fmla="*/ 0 60000 65536"/>
                <a:gd name="T7" fmla="*/ 0 60000 65536"/>
                <a:gd name="T8" fmla="*/ 0 60000 65536"/>
                <a:gd name="T9" fmla="*/ 0 w 228"/>
                <a:gd name="T10" fmla="*/ 0 h 395"/>
                <a:gd name="T11" fmla="*/ 228 w 228"/>
                <a:gd name="T12" fmla="*/ 395 h 39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8" h="395">
                  <a:moveTo>
                    <a:pt x="0" y="395"/>
                  </a:moveTo>
                  <a:lnTo>
                    <a:pt x="227" y="0"/>
                  </a:lnTo>
                  <a:lnTo>
                    <a:pt x="228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08" name="Freeform 206">
              <a:extLst>
                <a:ext uri="{FF2B5EF4-FFF2-40B4-BE49-F238E27FC236}">
                  <a16:creationId xmlns:a16="http://schemas.microsoft.com/office/drawing/2014/main" id="{F793A5FD-23DA-F14A-C56F-17DFBD99A5EF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7" y="1736"/>
              <a:ext cx="103" cy="177"/>
            </a:xfrm>
            <a:custGeom>
              <a:avLst/>
              <a:gdLst>
                <a:gd name="T0" fmla="*/ 0 w 309"/>
                <a:gd name="T1" fmla="*/ 2 h 533"/>
                <a:gd name="T2" fmla="*/ 1 w 309"/>
                <a:gd name="T3" fmla="*/ 0 h 533"/>
                <a:gd name="T4" fmla="*/ 1 w 309"/>
                <a:gd name="T5" fmla="*/ 0 h 533"/>
                <a:gd name="T6" fmla="*/ 0 60000 65536"/>
                <a:gd name="T7" fmla="*/ 0 60000 65536"/>
                <a:gd name="T8" fmla="*/ 0 60000 65536"/>
                <a:gd name="T9" fmla="*/ 0 w 309"/>
                <a:gd name="T10" fmla="*/ 0 h 533"/>
                <a:gd name="T11" fmla="*/ 309 w 309"/>
                <a:gd name="T12" fmla="*/ 533 h 53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09" h="533">
                  <a:moveTo>
                    <a:pt x="0" y="533"/>
                  </a:moveTo>
                  <a:lnTo>
                    <a:pt x="308" y="0"/>
                  </a:lnTo>
                  <a:lnTo>
                    <a:pt x="309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09" name="Freeform 207">
              <a:extLst>
                <a:ext uri="{FF2B5EF4-FFF2-40B4-BE49-F238E27FC236}">
                  <a16:creationId xmlns:a16="http://schemas.microsoft.com/office/drawing/2014/main" id="{5EEA088B-1151-E54F-9584-CA16EBA05DC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7" y="1607"/>
              <a:ext cx="103" cy="179"/>
            </a:xfrm>
            <a:custGeom>
              <a:avLst/>
              <a:gdLst>
                <a:gd name="T0" fmla="*/ 0 w 309"/>
                <a:gd name="T1" fmla="*/ 2 h 535"/>
                <a:gd name="T2" fmla="*/ 1 w 309"/>
                <a:gd name="T3" fmla="*/ 0 h 535"/>
                <a:gd name="T4" fmla="*/ 1 w 309"/>
                <a:gd name="T5" fmla="*/ 0 h 535"/>
                <a:gd name="T6" fmla="*/ 0 60000 65536"/>
                <a:gd name="T7" fmla="*/ 0 60000 65536"/>
                <a:gd name="T8" fmla="*/ 0 60000 65536"/>
                <a:gd name="T9" fmla="*/ 0 w 309"/>
                <a:gd name="T10" fmla="*/ 0 h 535"/>
                <a:gd name="T11" fmla="*/ 309 w 309"/>
                <a:gd name="T12" fmla="*/ 535 h 53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09" h="535">
                  <a:moveTo>
                    <a:pt x="0" y="535"/>
                  </a:moveTo>
                  <a:lnTo>
                    <a:pt x="308" y="0"/>
                  </a:lnTo>
                  <a:lnTo>
                    <a:pt x="309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10" name="Freeform 208">
              <a:extLst>
                <a:ext uri="{FF2B5EF4-FFF2-40B4-BE49-F238E27FC236}">
                  <a16:creationId xmlns:a16="http://schemas.microsoft.com/office/drawing/2014/main" id="{C57DDB65-EA52-97BC-8041-E102065AA5A9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7" y="1480"/>
              <a:ext cx="103" cy="177"/>
            </a:xfrm>
            <a:custGeom>
              <a:avLst/>
              <a:gdLst>
                <a:gd name="T0" fmla="*/ 0 w 309"/>
                <a:gd name="T1" fmla="*/ 2 h 533"/>
                <a:gd name="T2" fmla="*/ 1 w 309"/>
                <a:gd name="T3" fmla="*/ 0 h 533"/>
                <a:gd name="T4" fmla="*/ 1 w 309"/>
                <a:gd name="T5" fmla="*/ 0 h 533"/>
                <a:gd name="T6" fmla="*/ 0 60000 65536"/>
                <a:gd name="T7" fmla="*/ 0 60000 65536"/>
                <a:gd name="T8" fmla="*/ 0 60000 65536"/>
                <a:gd name="T9" fmla="*/ 0 w 309"/>
                <a:gd name="T10" fmla="*/ 0 h 533"/>
                <a:gd name="T11" fmla="*/ 309 w 309"/>
                <a:gd name="T12" fmla="*/ 533 h 53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09" h="533">
                  <a:moveTo>
                    <a:pt x="0" y="533"/>
                  </a:moveTo>
                  <a:lnTo>
                    <a:pt x="308" y="0"/>
                  </a:lnTo>
                  <a:lnTo>
                    <a:pt x="309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11" name="Freeform 209">
              <a:extLst>
                <a:ext uri="{FF2B5EF4-FFF2-40B4-BE49-F238E27FC236}">
                  <a16:creationId xmlns:a16="http://schemas.microsoft.com/office/drawing/2014/main" id="{4DDCCB05-D753-4E0A-EA07-673E61436DA8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7" y="1352"/>
              <a:ext cx="103" cy="178"/>
            </a:xfrm>
            <a:custGeom>
              <a:avLst/>
              <a:gdLst>
                <a:gd name="T0" fmla="*/ 0 w 309"/>
                <a:gd name="T1" fmla="*/ 2 h 533"/>
                <a:gd name="T2" fmla="*/ 1 w 309"/>
                <a:gd name="T3" fmla="*/ 0 h 533"/>
                <a:gd name="T4" fmla="*/ 1 w 309"/>
                <a:gd name="T5" fmla="*/ 0 h 533"/>
                <a:gd name="T6" fmla="*/ 0 60000 65536"/>
                <a:gd name="T7" fmla="*/ 0 60000 65536"/>
                <a:gd name="T8" fmla="*/ 0 60000 65536"/>
                <a:gd name="T9" fmla="*/ 0 w 309"/>
                <a:gd name="T10" fmla="*/ 0 h 533"/>
                <a:gd name="T11" fmla="*/ 309 w 309"/>
                <a:gd name="T12" fmla="*/ 533 h 53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09" h="533">
                  <a:moveTo>
                    <a:pt x="0" y="533"/>
                  </a:moveTo>
                  <a:lnTo>
                    <a:pt x="308" y="0"/>
                  </a:lnTo>
                  <a:lnTo>
                    <a:pt x="309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12" name="Freeform 210">
              <a:extLst>
                <a:ext uri="{FF2B5EF4-FFF2-40B4-BE49-F238E27FC236}">
                  <a16:creationId xmlns:a16="http://schemas.microsoft.com/office/drawing/2014/main" id="{07EF40A2-243D-9418-E083-0C51A69A592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4" y="1311"/>
              <a:ext cx="26" cy="45"/>
            </a:xfrm>
            <a:custGeom>
              <a:avLst/>
              <a:gdLst>
                <a:gd name="T0" fmla="*/ 0 w 78"/>
                <a:gd name="T1" fmla="*/ 1 h 134"/>
                <a:gd name="T2" fmla="*/ 0 w 78"/>
                <a:gd name="T3" fmla="*/ 0 h 134"/>
                <a:gd name="T4" fmla="*/ 0 w 78"/>
                <a:gd name="T5" fmla="*/ 0 h 134"/>
                <a:gd name="T6" fmla="*/ 0 60000 65536"/>
                <a:gd name="T7" fmla="*/ 0 60000 65536"/>
                <a:gd name="T8" fmla="*/ 0 60000 65536"/>
                <a:gd name="T9" fmla="*/ 0 w 78"/>
                <a:gd name="T10" fmla="*/ 0 h 134"/>
                <a:gd name="T11" fmla="*/ 78 w 78"/>
                <a:gd name="T12" fmla="*/ 134 h 13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8" h="134">
                  <a:moveTo>
                    <a:pt x="0" y="134"/>
                  </a:moveTo>
                  <a:lnTo>
                    <a:pt x="77" y="0"/>
                  </a:lnTo>
                  <a:lnTo>
                    <a:pt x="78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13" name="Freeform 211">
              <a:extLst>
                <a:ext uri="{FF2B5EF4-FFF2-40B4-BE49-F238E27FC236}">
                  <a16:creationId xmlns:a16="http://schemas.microsoft.com/office/drawing/2014/main" id="{DD1A0F0B-C710-68AA-BBC3-4C92CA0B09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12" y="2201"/>
              <a:ext cx="97" cy="168"/>
            </a:xfrm>
            <a:custGeom>
              <a:avLst/>
              <a:gdLst>
                <a:gd name="T0" fmla="*/ 0 w 292"/>
                <a:gd name="T1" fmla="*/ 2 h 502"/>
                <a:gd name="T2" fmla="*/ 1 w 292"/>
                <a:gd name="T3" fmla="*/ 0 h 502"/>
                <a:gd name="T4" fmla="*/ 1 w 292"/>
                <a:gd name="T5" fmla="*/ 0 h 502"/>
                <a:gd name="T6" fmla="*/ 0 60000 65536"/>
                <a:gd name="T7" fmla="*/ 0 60000 65536"/>
                <a:gd name="T8" fmla="*/ 0 60000 65536"/>
                <a:gd name="T9" fmla="*/ 0 w 292"/>
                <a:gd name="T10" fmla="*/ 0 h 502"/>
                <a:gd name="T11" fmla="*/ 292 w 292"/>
                <a:gd name="T12" fmla="*/ 502 h 50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92" h="502">
                  <a:moveTo>
                    <a:pt x="0" y="502"/>
                  </a:moveTo>
                  <a:lnTo>
                    <a:pt x="291" y="0"/>
                  </a:lnTo>
                  <a:lnTo>
                    <a:pt x="292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14" name="Freeform 212">
              <a:extLst>
                <a:ext uri="{FF2B5EF4-FFF2-40B4-BE49-F238E27FC236}">
                  <a16:creationId xmlns:a16="http://schemas.microsoft.com/office/drawing/2014/main" id="{DBCDD424-4CE7-BCF7-58AF-023FC280432A}"/>
                </a:ext>
              </a:extLst>
            </p:cNvPr>
            <p:cNvSpPr>
              <a:spLocks/>
            </p:cNvSpPr>
            <p:nvPr/>
          </p:nvSpPr>
          <p:spPr bwMode="auto">
            <a:xfrm>
              <a:off x="774" y="2158"/>
              <a:ext cx="86" cy="149"/>
            </a:xfrm>
            <a:custGeom>
              <a:avLst/>
              <a:gdLst>
                <a:gd name="T0" fmla="*/ 0 w 260"/>
                <a:gd name="T1" fmla="*/ 2 h 447"/>
                <a:gd name="T2" fmla="*/ 1 w 260"/>
                <a:gd name="T3" fmla="*/ 0 h 447"/>
                <a:gd name="T4" fmla="*/ 1 w 260"/>
                <a:gd name="T5" fmla="*/ 0 h 447"/>
                <a:gd name="T6" fmla="*/ 0 60000 65536"/>
                <a:gd name="T7" fmla="*/ 0 60000 65536"/>
                <a:gd name="T8" fmla="*/ 0 60000 65536"/>
                <a:gd name="T9" fmla="*/ 0 w 260"/>
                <a:gd name="T10" fmla="*/ 0 h 447"/>
                <a:gd name="T11" fmla="*/ 260 w 260"/>
                <a:gd name="T12" fmla="*/ 447 h 44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60" h="447">
                  <a:moveTo>
                    <a:pt x="0" y="447"/>
                  </a:moveTo>
                  <a:lnTo>
                    <a:pt x="259" y="0"/>
                  </a:lnTo>
                  <a:lnTo>
                    <a:pt x="260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15" name="Freeform 213">
              <a:extLst>
                <a:ext uri="{FF2B5EF4-FFF2-40B4-BE49-F238E27FC236}">
                  <a16:creationId xmlns:a16="http://schemas.microsoft.com/office/drawing/2014/main" id="{36A01023-3BBC-8031-19B1-04E0740E2BB6}"/>
                </a:ext>
              </a:extLst>
            </p:cNvPr>
            <p:cNvSpPr>
              <a:spLocks/>
            </p:cNvSpPr>
            <p:nvPr/>
          </p:nvSpPr>
          <p:spPr bwMode="auto">
            <a:xfrm>
              <a:off x="774" y="2066"/>
              <a:ext cx="65" cy="113"/>
            </a:xfrm>
            <a:custGeom>
              <a:avLst/>
              <a:gdLst>
                <a:gd name="T0" fmla="*/ 0 w 197"/>
                <a:gd name="T1" fmla="*/ 1 h 338"/>
                <a:gd name="T2" fmla="*/ 1 w 197"/>
                <a:gd name="T3" fmla="*/ 0 h 338"/>
                <a:gd name="T4" fmla="*/ 1 w 197"/>
                <a:gd name="T5" fmla="*/ 0 h 338"/>
                <a:gd name="T6" fmla="*/ 0 60000 65536"/>
                <a:gd name="T7" fmla="*/ 0 60000 65536"/>
                <a:gd name="T8" fmla="*/ 0 60000 65536"/>
                <a:gd name="T9" fmla="*/ 0 w 197"/>
                <a:gd name="T10" fmla="*/ 0 h 338"/>
                <a:gd name="T11" fmla="*/ 197 w 197"/>
                <a:gd name="T12" fmla="*/ 338 h 33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7" h="338">
                  <a:moveTo>
                    <a:pt x="0" y="338"/>
                  </a:moveTo>
                  <a:lnTo>
                    <a:pt x="196" y="0"/>
                  </a:lnTo>
                  <a:lnTo>
                    <a:pt x="197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16" name="Freeform 214">
              <a:extLst>
                <a:ext uri="{FF2B5EF4-FFF2-40B4-BE49-F238E27FC236}">
                  <a16:creationId xmlns:a16="http://schemas.microsoft.com/office/drawing/2014/main" id="{846D7B34-0ABB-9894-A63F-CEA8BB588A9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8" y="1861"/>
              <a:ext cx="184" cy="319"/>
            </a:xfrm>
            <a:custGeom>
              <a:avLst/>
              <a:gdLst>
                <a:gd name="T0" fmla="*/ 0 w 553"/>
                <a:gd name="T1" fmla="*/ 4 h 956"/>
                <a:gd name="T2" fmla="*/ 2 w 553"/>
                <a:gd name="T3" fmla="*/ 0 h 956"/>
                <a:gd name="T4" fmla="*/ 2 w 553"/>
                <a:gd name="T5" fmla="*/ 0 h 956"/>
                <a:gd name="T6" fmla="*/ 0 60000 65536"/>
                <a:gd name="T7" fmla="*/ 0 60000 65536"/>
                <a:gd name="T8" fmla="*/ 0 60000 65536"/>
                <a:gd name="T9" fmla="*/ 0 w 553"/>
                <a:gd name="T10" fmla="*/ 0 h 956"/>
                <a:gd name="T11" fmla="*/ 553 w 553"/>
                <a:gd name="T12" fmla="*/ 956 h 95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53" h="956">
                  <a:moveTo>
                    <a:pt x="0" y="956"/>
                  </a:moveTo>
                  <a:lnTo>
                    <a:pt x="552" y="0"/>
                  </a:lnTo>
                  <a:lnTo>
                    <a:pt x="553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</p:grpSp>
      <p:grpSp>
        <p:nvGrpSpPr>
          <p:cNvPr id="217" name="Group 215">
            <a:extLst>
              <a:ext uri="{FF2B5EF4-FFF2-40B4-BE49-F238E27FC236}">
                <a16:creationId xmlns:a16="http://schemas.microsoft.com/office/drawing/2014/main" id="{1B4331D4-80E5-B839-E1C5-7C457FB1D5AF}"/>
              </a:ext>
            </a:extLst>
          </p:cNvPr>
          <p:cNvGrpSpPr>
            <a:grpSpLocks/>
          </p:cNvGrpSpPr>
          <p:nvPr/>
        </p:nvGrpSpPr>
        <p:grpSpPr bwMode="auto">
          <a:xfrm>
            <a:off x="6439471" y="1844452"/>
            <a:ext cx="1778000" cy="1958975"/>
            <a:chOff x="571" y="1282"/>
            <a:chExt cx="1120" cy="1234"/>
          </a:xfrm>
        </p:grpSpPr>
        <p:sp>
          <p:nvSpPr>
            <p:cNvPr id="218" name="Freeform 216">
              <a:extLst>
                <a:ext uri="{FF2B5EF4-FFF2-40B4-BE49-F238E27FC236}">
                  <a16:creationId xmlns:a16="http://schemas.microsoft.com/office/drawing/2014/main" id="{3A6FCA82-B94A-1C33-551B-514E0ACB7566}"/>
                </a:ext>
              </a:extLst>
            </p:cNvPr>
            <p:cNvSpPr>
              <a:spLocks/>
            </p:cNvSpPr>
            <p:nvPr/>
          </p:nvSpPr>
          <p:spPr bwMode="auto">
            <a:xfrm>
              <a:off x="774" y="2103"/>
              <a:ext cx="1" cy="288"/>
            </a:xfrm>
            <a:custGeom>
              <a:avLst/>
              <a:gdLst>
                <a:gd name="T0" fmla="*/ 0 w 1"/>
                <a:gd name="T1" fmla="*/ 0 h 862"/>
                <a:gd name="T2" fmla="*/ 0 w 1"/>
                <a:gd name="T3" fmla="*/ 4 h 862"/>
                <a:gd name="T4" fmla="*/ 1 w 1"/>
                <a:gd name="T5" fmla="*/ 4 h 862"/>
                <a:gd name="T6" fmla="*/ 0 60000 65536"/>
                <a:gd name="T7" fmla="*/ 0 60000 65536"/>
                <a:gd name="T8" fmla="*/ 0 60000 65536"/>
                <a:gd name="T9" fmla="*/ 0 w 1"/>
                <a:gd name="T10" fmla="*/ 0 h 862"/>
                <a:gd name="T11" fmla="*/ 1 w 1"/>
                <a:gd name="T12" fmla="*/ 862 h 86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862">
                  <a:moveTo>
                    <a:pt x="0" y="0"/>
                  </a:moveTo>
                  <a:lnTo>
                    <a:pt x="0" y="862"/>
                  </a:lnTo>
                  <a:lnTo>
                    <a:pt x="1" y="862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19" name="Freeform 217">
              <a:extLst>
                <a:ext uri="{FF2B5EF4-FFF2-40B4-BE49-F238E27FC236}">
                  <a16:creationId xmlns:a16="http://schemas.microsoft.com/office/drawing/2014/main" id="{32C78C4A-ED11-8BEF-4657-2502CB87102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4" y="2081"/>
              <a:ext cx="1" cy="171"/>
            </a:xfrm>
            <a:custGeom>
              <a:avLst/>
              <a:gdLst>
                <a:gd name="T0" fmla="*/ 0 w 1"/>
                <a:gd name="T1" fmla="*/ 0 h 513"/>
                <a:gd name="T2" fmla="*/ 0 w 1"/>
                <a:gd name="T3" fmla="*/ 2 h 513"/>
                <a:gd name="T4" fmla="*/ 1 w 1"/>
                <a:gd name="T5" fmla="*/ 2 h 513"/>
                <a:gd name="T6" fmla="*/ 0 60000 65536"/>
                <a:gd name="T7" fmla="*/ 0 60000 65536"/>
                <a:gd name="T8" fmla="*/ 0 60000 65536"/>
                <a:gd name="T9" fmla="*/ 0 w 1"/>
                <a:gd name="T10" fmla="*/ 0 h 513"/>
                <a:gd name="T11" fmla="*/ 1 w 1"/>
                <a:gd name="T12" fmla="*/ 513 h 51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513">
                  <a:moveTo>
                    <a:pt x="0" y="0"/>
                  </a:moveTo>
                  <a:lnTo>
                    <a:pt x="0" y="513"/>
                  </a:lnTo>
                  <a:lnTo>
                    <a:pt x="1" y="513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20" name="Line 218">
              <a:extLst>
                <a:ext uri="{FF2B5EF4-FFF2-40B4-BE49-F238E27FC236}">
                  <a16:creationId xmlns:a16="http://schemas.microsoft.com/office/drawing/2014/main" id="{B34AFB88-AB45-7976-0AC0-9107C273FD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09" y="1322"/>
              <a:ext cx="0" cy="11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21" name="Line 219">
              <a:extLst>
                <a:ext uri="{FF2B5EF4-FFF2-40B4-BE49-F238E27FC236}">
                  <a16:creationId xmlns:a16="http://schemas.microsoft.com/office/drawing/2014/main" id="{019C458C-9E71-99F0-7A8B-BD94CC22BB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61" y="1526"/>
              <a:ext cx="0" cy="10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22" name="Freeform 220">
              <a:extLst>
                <a:ext uri="{FF2B5EF4-FFF2-40B4-BE49-F238E27FC236}">
                  <a16:creationId xmlns:a16="http://schemas.microsoft.com/office/drawing/2014/main" id="{77C95356-76E9-8828-5BD2-E1296288B4F7}"/>
                </a:ext>
              </a:extLst>
            </p:cNvPr>
            <p:cNvSpPr>
              <a:spLocks/>
            </p:cNvSpPr>
            <p:nvPr/>
          </p:nvSpPr>
          <p:spPr bwMode="auto">
            <a:xfrm>
              <a:off x="572" y="1861"/>
              <a:ext cx="1118" cy="647"/>
            </a:xfrm>
            <a:custGeom>
              <a:avLst/>
              <a:gdLst>
                <a:gd name="T0" fmla="*/ 14 w 3354"/>
                <a:gd name="T1" fmla="*/ 0 h 1939"/>
                <a:gd name="T2" fmla="*/ 0 w 3354"/>
                <a:gd name="T3" fmla="*/ 8 h 1939"/>
                <a:gd name="T4" fmla="*/ 0 w 3354"/>
                <a:gd name="T5" fmla="*/ 8 h 1939"/>
                <a:gd name="T6" fmla="*/ 0 60000 65536"/>
                <a:gd name="T7" fmla="*/ 0 60000 65536"/>
                <a:gd name="T8" fmla="*/ 0 60000 65536"/>
                <a:gd name="T9" fmla="*/ 0 w 3354"/>
                <a:gd name="T10" fmla="*/ 0 h 1939"/>
                <a:gd name="T11" fmla="*/ 3354 w 3354"/>
                <a:gd name="T12" fmla="*/ 1939 h 193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354" h="1939">
                  <a:moveTo>
                    <a:pt x="3354" y="0"/>
                  </a:moveTo>
                  <a:lnTo>
                    <a:pt x="0" y="1939"/>
                  </a:lnTo>
                  <a:lnTo>
                    <a:pt x="1" y="1939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23" name="Freeform 221">
              <a:extLst>
                <a:ext uri="{FF2B5EF4-FFF2-40B4-BE49-F238E27FC236}">
                  <a16:creationId xmlns:a16="http://schemas.microsoft.com/office/drawing/2014/main" id="{834A09D3-15DB-ACBF-B4CB-181AA97FD549}"/>
                </a:ext>
              </a:extLst>
            </p:cNvPr>
            <p:cNvSpPr>
              <a:spLocks/>
            </p:cNvSpPr>
            <p:nvPr/>
          </p:nvSpPr>
          <p:spPr bwMode="auto">
            <a:xfrm>
              <a:off x="572" y="1867"/>
              <a:ext cx="612" cy="353"/>
            </a:xfrm>
            <a:custGeom>
              <a:avLst/>
              <a:gdLst>
                <a:gd name="T0" fmla="*/ 8 w 1837"/>
                <a:gd name="T1" fmla="*/ 0 h 1061"/>
                <a:gd name="T2" fmla="*/ 0 w 1837"/>
                <a:gd name="T3" fmla="*/ 4 h 1061"/>
                <a:gd name="T4" fmla="*/ 0 w 1837"/>
                <a:gd name="T5" fmla="*/ 4 h 1061"/>
                <a:gd name="T6" fmla="*/ 0 60000 65536"/>
                <a:gd name="T7" fmla="*/ 0 60000 65536"/>
                <a:gd name="T8" fmla="*/ 0 60000 65536"/>
                <a:gd name="T9" fmla="*/ 0 w 1837"/>
                <a:gd name="T10" fmla="*/ 0 h 1061"/>
                <a:gd name="T11" fmla="*/ 1837 w 1837"/>
                <a:gd name="T12" fmla="*/ 1061 h 10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837" h="1061">
                  <a:moveTo>
                    <a:pt x="1837" y="0"/>
                  </a:moveTo>
                  <a:lnTo>
                    <a:pt x="0" y="1061"/>
                  </a:lnTo>
                  <a:lnTo>
                    <a:pt x="1" y="1061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24" name="Freeform 222">
              <a:extLst>
                <a:ext uri="{FF2B5EF4-FFF2-40B4-BE49-F238E27FC236}">
                  <a16:creationId xmlns:a16="http://schemas.microsoft.com/office/drawing/2014/main" id="{96D8AA78-E914-0D50-6CFC-9386B7D4F09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4" y="1282"/>
              <a:ext cx="506" cy="292"/>
            </a:xfrm>
            <a:custGeom>
              <a:avLst/>
              <a:gdLst>
                <a:gd name="T0" fmla="*/ 6 w 1517"/>
                <a:gd name="T1" fmla="*/ 0 h 877"/>
                <a:gd name="T2" fmla="*/ 0 w 1517"/>
                <a:gd name="T3" fmla="*/ 4 h 877"/>
                <a:gd name="T4" fmla="*/ 0 w 1517"/>
                <a:gd name="T5" fmla="*/ 4 h 877"/>
                <a:gd name="T6" fmla="*/ 0 60000 65536"/>
                <a:gd name="T7" fmla="*/ 0 60000 65536"/>
                <a:gd name="T8" fmla="*/ 0 60000 65536"/>
                <a:gd name="T9" fmla="*/ 0 w 1517"/>
                <a:gd name="T10" fmla="*/ 0 h 877"/>
                <a:gd name="T11" fmla="*/ 1517 w 1517"/>
                <a:gd name="T12" fmla="*/ 877 h 87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17" h="877">
                  <a:moveTo>
                    <a:pt x="1517" y="0"/>
                  </a:moveTo>
                  <a:lnTo>
                    <a:pt x="0" y="877"/>
                  </a:lnTo>
                  <a:lnTo>
                    <a:pt x="1" y="877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25" name="Freeform 223">
              <a:extLst>
                <a:ext uri="{FF2B5EF4-FFF2-40B4-BE49-F238E27FC236}">
                  <a16:creationId xmlns:a16="http://schemas.microsoft.com/office/drawing/2014/main" id="{3AC015ED-99A6-8F5D-DEC2-17820281C4F2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0" y="1282"/>
              <a:ext cx="1" cy="579"/>
            </a:xfrm>
            <a:custGeom>
              <a:avLst/>
              <a:gdLst>
                <a:gd name="T0" fmla="*/ 0 w 1"/>
                <a:gd name="T1" fmla="*/ 7 h 1738"/>
                <a:gd name="T2" fmla="*/ 0 w 1"/>
                <a:gd name="T3" fmla="*/ 0 h 1738"/>
                <a:gd name="T4" fmla="*/ 1 w 1"/>
                <a:gd name="T5" fmla="*/ 0 h 1738"/>
                <a:gd name="T6" fmla="*/ 0 60000 65536"/>
                <a:gd name="T7" fmla="*/ 0 60000 65536"/>
                <a:gd name="T8" fmla="*/ 0 60000 65536"/>
                <a:gd name="T9" fmla="*/ 0 w 1"/>
                <a:gd name="T10" fmla="*/ 0 h 1738"/>
                <a:gd name="T11" fmla="*/ 1 w 1"/>
                <a:gd name="T12" fmla="*/ 1738 h 173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738">
                  <a:moveTo>
                    <a:pt x="0" y="1738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26" name="Freeform 224">
              <a:extLst>
                <a:ext uri="{FF2B5EF4-FFF2-40B4-BE49-F238E27FC236}">
                  <a16:creationId xmlns:a16="http://schemas.microsoft.com/office/drawing/2014/main" id="{0D66AD23-88DE-0C57-E805-5583A46E888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2" y="1937"/>
              <a:ext cx="1" cy="117"/>
            </a:xfrm>
            <a:custGeom>
              <a:avLst/>
              <a:gdLst>
                <a:gd name="T0" fmla="*/ 0 w 1"/>
                <a:gd name="T1" fmla="*/ 0 h 350"/>
                <a:gd name="T2" fmla="*/ 0 w 1"/>
                <a:gd name="T3" fmla="*/ 1 h 350"/>
                <a:gd name="T4" fmla="*/ 1 w 1"/>
                <a:gd name="T5" fmla="*/ 1 h 350"/>
                <a:gd name="T6" fmla="*/ 0 60000 65536"/>
                <a:gd name="T7" fmla="*/ 0 60000 65536"/>
                <a:gd name="T8" fmla="*/ 0 60000 65536"/>
                <a:gd name="T9" fmla="*/ 0 w 1"/>
                <a:gd name="T10" fmla="*/ 0 h 350"/>
                <a:gd name="T11" fmla="*/ 1 w 1"/>
                <a:gd name="T12" fmla="*/ 350 h 35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350">
                  <a:moveTo>
                    <a:pt x="0" y="0"/>
                  </a:moveTo>
                  <a:lnTo>
                    <a:pt x="0" y="350"/>
                  </a:lnTo>
                  <a:lnTo>
                    <a:pt x="1" y="35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27" name="Freeform 225">
              <a:extLst>
                <a:ext uri="{FF2B5EF4-FFF2-40B4-BE49-F238E27FC236}">
                  <a16:creationId xmlns:a16="http://schemas.microsoft.com/office/drawing/2014/main" id="{166B3CAB-7524-ED77-80B4-EA232591D465}"/>
                </a:ext>
              </a:extLst>
            </p:cNvPr>
            <p:cNvSpPr>
              <a:spLocks/>
            </p:cNvSpPr>
            <p:nvPr/>
          </p:nvSpPr>
          <p:spPr bwMode="auto">
            <a:xfrm>
              <a:off x="961" y="1954"/>
              <a:ext cx="1" cy="412"/>
            </a:xfrm>
            <a:custGeom>
              <a:avLst/>
              <a:gdLst>
                <a:gd name="T0" fmla="*/ 0 w 1"/>
                <a:gd name="T1" fmla="*/ 0 h 1238"/>
                <a:gd name="T2" fmla="*/ 0 w 1"/>
                <a:gd name="T3" fmla="*/ 5 h 1238"/>
                <a:gd name="T4" fmla="*/ 1 w 1"/>
                <a:gd name="T5" fmla="*/ 5 h 1238"/>
                <a:gd name="T6" fmla="*/ 0 60000 65536"/>
                <a:gd name="T7" fmla="*/ 0 60000 65536"/>
                <a:gd name="T8" fmla="*/ 0 60000 65536"/>
                <a:gd name="T9" fmla="*/ 0 w 1"/>
                <a:gd name="T10" fmla="*/ 0 h 1238"/>
                <a:gd name="T11" fmla="*/ 1 w 1"/>
                <a:gd name="T12" fmla="*/ 1238 h 123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238">
                  <a:moveTo>
                    <a:pt x="0" y="0"/>
                  </a:moveTo>
                  <a:lnTo>
                    <a:pt x="0" y="1238"/>
                  </a:lnTo>
                  <a:lnTo>
                    <a:pt x="1" y="1238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prstDash val="lgDashDot"/>
              <a:round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28" name="Freeform 226">
              <a:extLst>
                <a:ext uri="{FF2B5EF4-FFF2-40B4-BE49-F238E27FC236}">
                  <a16:creationId xmlns:a16="http://schemas.microsoft.com/office/drawing/2014/main" id="{3EDD6B51-6002-ADDA-229C-F21D7AECC2E4}"/>
                </a:ext>
              </a:extLst>
            </p:cNvPr>
            <p:cNvSpPr>
              <a:spLocks/>
            </p:cNvSpPr>
            <p:nvPr/>
          </p:nvSpPr>
          <p:spPr bwMode="auto">
            <a:xfrm>
              <a:off x="860" y="2054"/>
              <a:ext cx="1" cy="114"/>
            </a:xfrm>
            <a:custGeom>
              <a:avLst/>
              <a:gdLst>
                <a:gd name="T0" fmla="*/ 0 w 1"/>
                <a:gd name="T1" fmla="*/ 0 h 342"/>
                <a:gd name="T2" fmla="*/ 0 w 1"/>
                <a:gd name="T3" fmla="*/ 1 h 342"/>
                <a:gd name="T4" fmla="*/ 1 w 1"/>
                <a:gd name="T5" fmla="*/ 1 h 342"/>
                <a:gd name="T6" fmla="*/ 0 60000 65536"/>
                <a:gd name="T7" fmla="*/ 0 60000 65536"/>
                <a:gd name="T8" fmla="*/ 0 60000 65536"/>
                <a:gd name="T9" fmla="*/ 0 w 1"/>
                <a:gd name="T10" fmla="*/ 0 h 342"/>
                <a:gd name="T11" fmla="*/ 1 w 1"/>
                <a:gd name="T12" fmla="*/ 342 h 34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342">
                  <a:moveTo>
                    <a:pt x="0" y="0"/>
                  </a:moveTo>
                  <a:lnTo>
                    <a:pt x="0" y="342"/>
                  </a:lnTo>
                  <a:lnTo>
                    <a:pt x="1" y="342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29" name="Freeform 227">
              <a:extLst>
                <a:ext uri="{FF2B5EF4-FFF2-40B4-BE49-F238E27FC236}">
                  <a16:creationId xmlns:a16="http://schemas.microsoft.com/office/drawing/2014/main" id="{AB803852-C1CC-AA6B-A9D5-7C53091A5E5B}"/>
                </a:ext>
              </a:extLst>
            </p:cNvPr>
            <p:cNvSpPr>
              <a:spLocks/>
            </p:cNvSpPr>
            <p:nvPr/>
          </p:nvSpPr>
          <p:spPr bwMode="auto">
            <a:xfrm>
              <a:off x="860" y="2054"/>
              <a:ext cx="203" cy="114"/>
            </a:xfrm>
            <a:custGeom>
              <a:avLst/>
              <a:gdLst>
                <a:gd name="T0" fmla="*/ 0 w 608"/>
                <a:gd name="T1" fmla="*/ 1 h 342"/>
                <a:gd name="T2" fmla="*/ 3 w 608"/>
                <a:gd name="T3" fmla="*/ 0 h 342"/>
                <a:gd name="T4" fmla="*/ 3 w 608"/>
                <a:gd name="T5" fmla="*/ 0 h 342"/>
                <a:gd name="T6" fmla="*/ 0 60000 65536"/>
                <a:gd name="T7" fmla="*/ 0 60000 65536"/>
                <a:gd name="T8" fmla="*/ 0 60000 65536"/>
                <a:gd name="T9" fmla="*/ 0 w 608"/>
                <a:gd name="T10" fmla="*/ 0 h 342"/>
                <a:gd name="T11" fmla="*/ 608 w 608"/>
                <a:gd name="T12" fmla="*/ 342 h 34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08" h="342">
                  <a:moveTo>
                    <a:pt x="0" y="342"/>
                  </a:moveTo>
                  <a:lnTo>
                    <a:pt x="607" y="0"/>
                  </a:lnTo>
                  <a:lnTo>
                    <a:pt x="608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30" name="Freeform 228">
              <a:extLst>
                <a:ext uri="{FF2B5EF4-FFF2-40B4-BE49-F238E27FC236}">
                  <a16:creationId xmlns:a16="http://schemas.microsoft.com/office/drawing/2014/main" id="{C8F81C70-C9B2-2621-1BE1-CEDCB2338888}"/>
                </a:ext>
              </a:extLst>
            </p:cNvPr>
            <p:cNvSpPr>
              <a:spLocks/>
            </p:cNvSpPr>
            <p:nvPr/>
          </p:nvSpPr>
          <p:spPr bwMode="auto">
            <a:xfrm>
              <a:off x="909" y="2140"/>
              <a:ext cx="1" cy="173"/>
            </a:xfrm>
            <a:custGeom>
              <a:avLst/>
              <a:gdLst>
                <a:gd name="T0" fmla="*/ 0 w 1"/>
                <a:gd name="T1" fmla="*/ 0 h 517"/>
                <a:gd name="T2" fmla="*/ 0 w 1"/>
                <a:gd name="T3" fmla="*/ 2 h 517"/>
                <a:gd name="T4" fmla="*/ 1 w 1"/>
                <a:gd name="T5" fmla="*/ 2 h 517"/>
                <a:gd name="T6" fmla="*/ 0 60000 65536"/>
                <a:gd name="T7" fmla="*/ 0 60000 65536"/>
                <a:gd name="T8" fmla="*/ 0 60000 65536"/>
                <a:gd name="T9" fmla="*/ 0 w 1"/>
                <a:gd name="T10" fmla="*/ 0 h 517"/>
                <a:gd name="T11" fmla="*/ 1 w 1"/>
                <a:gd name="T12" fmla="*/ 517 h 51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517">
                  <a:moveTo>
                    <a:pt x="0" y="0"/>
                  </a:moveTo>
                  <a:lnTo>
                    <a:pt x="0" y="517"/>
                  </a:lnTo>
                  <a:lnTo>
                    <a:pt x="1" y="517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31" name="Freeform 229">
              <a:extLst>
                <a:ext uri="{FF2B5EF4-FFF2-40B4-BE49-F238E27FC236}">
                  <a16:creationId xmlns:a16="http://schemas.microsoft.com/office/drawing/2014/main" id="{EFEBC8E6-29A3-4A28-2FF0-3CC138D6E37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4" y="1574"/>
              <a:ext cx="1" cy="293"/>
            </a:xfrm>
            <a:custGeom>
              <a:avLst/>
              <a:gdLst>
                <a:gd name="T0" fmla="*/ 0 w 1"/>
                <a:gd name="T1" fmla="*/ 0 h 877"/>
                <a:gd name="T2" fmla="*/ 0 w 1"/>
                <a:gd name="T3" fmla="*/ 4 h 877"/>
                <a:gd name="T4" fmla="*/ 1 w 1"/>
                <a:gd name="T5" fmla="*/ 4 h 877"/>
                <a:gd name="T6" fmla="*/ 0 60000 65536"/>
                <a:gd name="T7" fmla="*/ 0 60000 65536"/>
                <a:gd name="T8" fmla="*/ 0 60000 65536"/>
                <a:gd name="T9" fmla="*/ 0 w 1"/>
                <a:gd name="T10" fmla="*/ 0 h 877"/>
                <a:gd name="T11" fmla="*/ 1 w 1"/>
                <a:gd name="T12" fmla="*/ 877 h 87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877">
                  <a:moveTo>
                    <a:pt x="0" y="0"/>
                  </a:moveTo>
                  <a:lnTo>
                    <a:pt x="0" y="877"/>
                  </a:lnTo>
                  <a:lnTo>
                    <a:pt x="1" y="877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32" name="Freeform 230">
              <a:extLst>
                <a:ext uri="{FF2B5EF4-FFF2-40B4-BE49-F238E27FC236}">
                  <a16:creationId xmlns:a16="http://schemas.microsoft.com/office/drawing/2014/main" id="{9C6AC1C8-C510-FD34-B432-65B37AD1755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0" y="1428"/>
              <a:ext cx="354" cy="204"/>
            </a:xfrm>
            <a:custGeom>
              <a:avLst/>
              <a:gdLst>
                <a:gd name="T0" fmla="*/ 4 w 1062"/>
                <a:gd name="T1" fmla="*/ 0 h 613"/>
                <a:gd name="T2" fmla="*/ 0 w 1062"/>
                <a:gd name="T3" fmla="*/ 3 h 613"/>
                <a:gd name="T4" fmla="*/ 0 w 1062"/>
                <a:gd name="T5" fmla="*/ 3 h 613"/>
                <a:gd name="T6" fmla="*/ 0 60000 65536"/>
                <a:gd name="T7" fmla="*/ 0 60000 65536"/>
                <a:gd name="T8" fmla="*/ 0 60000 65536"/>
                <a:gd name="T9" fmla="*/ 0 w 1062"/>
                <a:gd name="T10" fmla="*/ 0 h 613"/>
                <a:gd name="T11" fmla="*/ 1062 w 1062"/>
                <a:gd name="T12" fmla="*/ 613 h 61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62" h="613">
                  <a:moveTo>
                    <a:pt x="1062" y="0"/>
                  </a:moveTo>
                  <a:lnTo>
                    <a:pt x="0" y="613"/>
                  </a:lnTo>
                  <a:lnTo>
                    <a:pt x="1" y="613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33" name="Freeform 231">
              <a:extLst>
                <a:ext uri="{FF2B5EF4-FFF2-40B4-BE49-F238E27FC236}">
                  <a16:creationId xmlns:a16="http://schemas.microsoft.com/office/drawing/2014/main" id="{FF5B36F8-EC22-6FE1-A51B-6CB43188A43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4" y="1567"/>
              <a:ext cx="13" cy="22"/>
            </a:xfrm>
            <a:custGeom>
              <a:avLst/>
              <a:gdLst>
                <a:gd name="T0" fmla="*/ 0 w 39"/>
                <a:gd name="T1" fmla="*/ 0 h 68"/>
                <a:gd name="T2" fmla="*/ 0 w 39"/>
                <a:gd name="T3" fmla="*/ 0 h 68"/>
                <a:gd name="T4" fmla="*/ 0 w 39"/>
                <a:gd name="T5" fmla="*/ 0 h 68"/>
                <a:gd name="T6" fmla="*/ 0 60000 65536"/>
                <a:gd name="T7" fmla="*/ 0 60000 65536"/>
                <a:gd name="T8" fmla="*/ 0 60000 65536"/>
                <a:gd name="T9" fmla="*/ 0 w 39"/>
                <a:gd name="T10" fmla="*/ 0 h 68"/>
                <a:gd name="T11" fmla="*/ 39 w 39"/>
                <a:gd name="T12" fmla="*/ 68 h 6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9" h="68">
                  <a:moveTo>
                    <a:pt x="0" y="68"/>
                  </a:moveTo>
                  <a:lnTo>
                    <a:pt x="38" y="0"/>
                  </a:lnTo>
                  <a:lnTo>
                    <a:pt x="39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grpSp>
          <p:nvGrpSpPr>
            <p:cNvPr id="234" name="Group 232">
              <a:extLst>
                <a:ext uri="{FF2B5EF4-FFF2-40B4-BE49-F238E27FC236}">
                  <a16:creationId xmlns:a16="http://schemas.microsoft.com/office/drawing/2014/main" id="{8A27978F-A481-0FEB-559F-B3DC9C1016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89" y="2109"/>
              <a:ext cx="1" cy="402"/>
              <a:chOff x="1498" y="1927"/>
              <a:chExt cx="1" cy="402"/>
            </a:xfrm>
          </p:grpSpPr>
          <p:sp>
            <p:nvSpPr>
              <p:cNvPr id="243" name="Freeform 233">
                <a:extLst>
                  <a:ext uri="{FF2B5EF4-FFF2-40B4-BE49-F238E27FC236}">
                    <a16:creationId xmlns:a16="http://schemas.microsoft.com/office/drawing/2014/main" id="{BC15B80C-BDD8-CCB3-F95F-B170A3C16A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98" y="1927"/>
                <a:ext cx="1" cy="158"/>
              </a:xfrm>
              <a:custGeom>
                <a:avLst/>
                <a:gdLst>
                  <a:gd name="T0" fmla="*/ 0 w 1"/>
                  <a:gd name="T1" fmla="*/ 0 h 475"/>
                  <a:gd name="T2" fmla="*/ 0 w 1"/>
                  <a:gd name="T3" fmla="*/ 2 h 475"/>
                  <a:gd name="T4" fmla="*/ 1 w 1"/>
                  <a:gd name="T5" fmla="*/ 2 h 475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475"/>
                  <a:gd name="T11" fmla="*/ 1 w 1"/>
                  <a:gd name="T12" fmla="*/ 475 h 47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475">
                    <a:moveTo>
                      <a:pt x="0" y="0"/>
                    </a:moveTo>
                    <a:lnTo>
                      <a:pt x="0" y="475"/>
                    </a:lnTo>
                    <a:lnTo>
                      <a:pt x="1" y="475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44" name="Freeform 234">
                <a:extLst>
                  <a:ext uri="{FF2B5EF4-FFF2-40B4-BE49-F238E27FC236}">
                    <a16:creationId xmlns:a16="http://schemas.microsoft.com/office/drawing/2014/main" id="{F2E97728-D0C1-9321-807A-BAA6AA65AA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98" y="2176"/>
                <a:ext cx="1" cy="153"/>
              </a:xfrm>
              <a:custGeom>
                <a:avLst/>
                <a:gdLst>
                  <a:gd name="T0" fmla="*/ 0 w 1"/>
                  <a:gd name="T1" fmla="*/ 0 h 459"/>
                  <a:gd name="T2" fmla="*/ 0 w 1"/>
                  <a:gd name="T3" fmla="*/ 2 h 459"/>
                  <a:gd name="T4" fmla="*/ 1 w 1"/>
                  <a:gd name="T5" fmla="*/ 2 h 459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459"/>
                  <a:gd name="T11" fmla="*/ 1 w 1"/>
                  <a:gd name="T12" fmla="*/ 459 h 45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459">
                    <a:moveTo>
                      <a:pt x="0" y="0"/>
                    </a:moveTo>
                    <a:lnTo>
                      <a:pt x="0" y="459"/>
                    </a:lnTo>
                    <a:lnTo>
                      <a:pt x="1" y="459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45" name="Freeform 235">
                <a:extLst>
                  <a:ext uri="{FF2B5EF4-FFF2-40B4-BE49-F238E27FC236}">
                    <a16:creationId xmlns:a16="http://schemas.microsoft.com/office/drawing/2014/main" id="{196FA09D-C344-52F2-A4A4-C91DE61652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98" y="2123"/>
                <a:ext cx="1" cy="15"/>
              </a:xfrm>
              <a:custGeom>
                <a:avLst/>
                <a:gdLst>
                  <a:gd name="T0" fmla="*/ 0 w 1"/>
                  <a:gd name="T1" fmla="*/ 0 h 43"/>
                  <a:gd name="T2" fmla="*/ 0 w 1"/>
                  <a:gd name="T3" fmla="*/ 0 h 43"/>
                  <a:gd name="T4" fmla="*/ 1 w 1"/>
                  <a:gd name="T5" fmla="*/ 0 h 43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43"/>
                  <a:gd name="T11" fmla="*/ 1 w 1"/>
                  <a:gd name="T12" fmla="*/ 43 h 4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43">
                    <a:moveTo>
                      <a:pt x="0" y="0"/>
                    </a:moveTo>
                    <a:lnTo>
                      <a:pt x="0" y="43"/>
                    </a:lnTo>
                    <a:lnTo>
                      <a:pt x="1" y="43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35" name="Group 236">
              <a:extLst>
                <a:ext uri="{FF2B5EF4-FFF2-40B4-BE49-F238E27FC236}">
                  <a16:creationId xmlns:a16="http://schemas.microsoft.com/office/drawing/2014/main" id="{D6684A53-08BD-7AA7-0FF3-A9CA494CF2E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37" y="1381"/>
              <a:ext cx="1" cy="694"/>
              <a:chOff x="2246" y="1199"/>
              <a:chExt cx="1" cy="694"/>
            </a:xfrm>
          </p:grpSpPr>
          <p:sp>
            <p:nvSpPr>
              <p:cNvPr id="240" name="Freeform 237">
                <a:extLst>
                  <a:ext uri="{FF2B5EF4-FFF2-40B4-BE49-F238E27FC236}">
                    <a16:creationId xmlns:a16="http://schemas.microsoft.com/office/drawing/2014/main" id="{A465D0D0-91EB-693A-F847-6513B5E151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46" y="1627"/>
                <a:ext cx="1" cy="266"/>
              </a:xfrm>
              <a:custGeom>
                <a:avLst/>
                <a:gdLst>
                  <a:gd name="T0" fmla="*/ 0 w 1"/>
                  <a:gd name="T1" fmla="*/ 3 h 799"/>
                  <a:gd name="T2" fmla="*/ 0 w 1"/>
                  <a:gd name="T3" fmla="*/ 0 h 799"/>
                  <a:gd name="T4" fmla="*/ 1 w 1"/>
                  <a:gd name="T5" fmla="*/ 0 h 799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799"/>
                  <a:gd name="T11" fmla="*/ 1 w 1"/>
                  <a:gd name="T12" fmla="*/ 799 h 79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799">
                    <a:moveTo>
                      <a:pt x="0" y="799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41" name="Freeform 238">
                <a:extLst>
                  <a:ext uri="{FF2B5EF4-FFF2-40B4-BE49-F238E27FC236}">
                    <a16:creationId xmlns:a16="http://schemas.microsoft.com/office/drawing/2014/main" id="{982DD932-AE00-68D5-58B8-3D818E952D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46" y="1565"/>
                <a:ext cx="1" cy="19"/>
              </a:xfrm>
              <a:custGeom>
                <a:avLst/>
                <a:gdLst>
                  <a:gd name="T0" fmla="*/ 0 w 1"/>
                  <a:gd name="T1" fmla="*/ 0 h 57"/>
                  <a:gd name="T2" fmla="*/ 0 w 1"/>
                  <a:gd name="T3" fmla="*/ 0 h 57"/>
                  <a:gd name="T4" fmla="*/ 1 w 1"/>
                  <a:gd name="T5" fmla="*/ 0 h 57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57"/>
                  <a:gd name="T11" fmla="*/ 1 w 1"/>
                  <a:gd name="T12" fmla="*/ 57 h 5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57">
                    <a:moveTo>
                      <a:pt x="0" y="57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42" name="Freeform 239">
                <a:extLst>
                  <a:ext uri="{FF2B5EF4-FFF2-40B4-BE49-F238E27FC236}">
                    <a16:creationId xmlns:a16="http://schemas.microsoft.com/office/drawing/2014/main" id="{9282B1E9-EEAB-46EA-F596-6DA241C317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46" y="1199"/>
                <a:ext cx="1" cy="332"/>
              </a:xfrm>
              <a:custGeom>
                <a:avLst/>
                <a:gdLst>
                  <a:gd name="T0" fmla="*/ 0 w 1"/>
                  <a:gd name="T1" fmla="*/ 4 h 997"/>
                  <a:gd name="T2" fmla="*/ 0 w 1"/>
                  <a:gd name="T3" fmla="*/ 0 h 997"/>
                  <a:gd name="T4" fmla="*/ 1 w 1"/>
                  <a:gd name="T5" fmla="*/ 0 h 997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997"/>
                  <a:gd name="T11" fmla="*/ 1 w 1"/>
                  <a:gd name="T12" fmla="*/ 997 h 99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997">
                    <a:moveTo>
                      <a:pt x="0" y="997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236" name="Line 240">
              <a:extLst>
                <a:ext uri="{FF2B5EF4-FFF2-40B4-BE49-F238E27FC236}">
                  <a16:creationId xmlns:a16="http://schemas.microsoft.com/office/drawing/2014/main" id="{10417A7D-3C6A-9067-2346-C54F08D509E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21" y="1598"/>
              <a:ext cx="0" cy="47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37" name="Line 241">
              <a:extLst>
                <a:ext uri="{FF2B5EF4-FFF2-40B4-BE49-F238E27FC236}">
                  <a16:creationId xmlns:a16="http://schemas.microsoft.com/office/drawing/2014/main" id="{C792F02B-465E-3301-365C-3B4AA386C9F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49" y="1460"/>
              <a:ext cx="0" cy="48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38" name="Line 242">
              <a:extLst>
                <a:ext uri="{FF2B5EF4-FFF2-40B4-BE49-F238E27FC236}">
                  <a16:creationId xmlns:a16="http://schemas.microsoft.com/office/drawing/2014/main" id="{9FFB182E-2B69-E646-6FCA-49A697EFC2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5" y="1442"/>
              <a:ext cx="0" cy="47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39" name="Line 243">
              <a:extLst>
                <a:ext uri="{FF2B5EF4-FFF2-40B4-BE49-F238E27FC236}">
                  <a16:creationId xmlns:a16="http://schemas.microsoft.com/office/drawing/2014/main" id="{33333718-A647-0A64-7E6C-9FFE03E0CA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1" y="2216"/>
              <a:ext cx="0" cy="30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45879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8F650-D2FC-9920-48DC-81AE3A44A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>
            <a:extLst>
              <a:ext uri="{FF2B5EF4-FFF2-40B4-BE49-F238E27FC236}">
                <a16:creationId xmlns:a16="http://schemas.microsoft.com/office/drawing/2014/main" id="{6A2EDF8B-8855-FC2E-4CA4-D3FFC9DB58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19" y="412176"/>
            <a:ext cx="2358338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10.2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剖视图</a:t>
            </a:r>
          </a:p>
        </p:txBody>
      </p:sp>
      <p:sp>
        <p:nvSpPr>
          <p:cNvPr id="16" name="灯片编号占位符 3">
            <a:extLst>
              <a:ext uri="{FF2B5EF4-FFF2-40B4-BE49-F238E27FC236}">
                <a16:creationId xmlns:a16="http://schemas.microsoft.com/office/drawing/2014/main" id="{555FE0DF-3E47-6F8D-E37C-B456523B15C6}"/>
              </a:ext>
            </a:extLst>
          </p:cNvPr>
          <p:cNvSpPr txBox="1">
            <a:spLocks/>
          </p:cNvSpPr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  <a:pPr/>
              <a:t>35</a:t>
            </a:fld>
            <a:endParaRPr lang="en-US" altLang="zh-CN" dirty="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578209E7-73A3-1779-18CE-88613D5F2568}"/>
              </a:ext>
            </a:extLst>
          </p:cNvPr>
          <p:cNvGrpSpPr/>
          <p:nvPr/>
        </p:nvGrpSpPr>
        <p:grpSpPr>
          <a:xfrm>
            <a:off x="5375920" y="1949450"/>
            <a:ext cx="2976563" cy="1479550"/>
            <a:chOff x="3903737" y="1466849"/>
            <a:chExt cx="2976563" cy="147955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80E1159D-A036-24A5-EC60-601596A02D5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03737" y="1596577"/>
              <a:ext cx="2976563" cy="1233488"/>
              <a:chOff x="767" y="726"/>
              <a:chExt cx="1875" cy="777"/>
            </a:xfrm>
          </p:grpSpPr>
          <p:sp>
            <p:nvSpPr>
              <p:cNvPr id="7" name="Line 3">
                <a:extLst>
                  <a:ext uri="{FF2B5EF4-FFF2-40B4-BE49-F238E27FC236}">
                    <a16:creationId xmlns:a16="http://schemas.microsoft.com/office/drawing/2014/main" id="{375F391F-675B-5CAD-0785-86CD9450CD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09" y="726"/>
                <a:ext cx="0" cy="14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8" name="Freeform 4">
                <a:extLst>
                  <a:ext uri="{FF2B5EF4-FFF2-40B4-BE49-F238E27FC236}">
                    <a16:creationId xmlns:a16="http://schemas.microsoft.com/office/drawing/2014/main" id="{BC360E27-2C8E-95BB-9571-ABE0EDF47E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46" y="871"/>
                <a:ext cx="1" cy="631"/>
              </a:xfrm>
              <a:custGeom>
                <a:avLst/>
                <a:gdLst>
                  <a:gd name="T0" fmla="*/ 0 w 2"/>
                  <a:gd name="T1" fmla="*/ 9 h 1818"/>
                  <a:gd name="T2" fmla="*/ 0 w 2"/>
                  <a:gd name="T3" fmla="*/ 0 h 1818"/>
                  <a:gd name="T4" fmla="*/ 1 w 2"/>
                  <a:gd name="T5" fmla="*/ 0 h 1818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1818"/>
                  <a:gd name="T11" fmla="*/ 2 w 2"/>
                  <a:gd name="T12" fmla="*/ 1818 h 181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1818">
                    <a:moveTo>
                      <a:pt x="0" y="1818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9" name="Freeform 5">
                <a:extLst>
                  <a:ext uri="{FF2B5EF4-FFF2-40B4-BE49-F238E27FC236}">
                    <a16:creationId xmlns:a16="http://schemas.microsoft.com/office/drawing/2014/main" id="{C8A8F535-C345-91C0-2AC7-7FF992551B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0" y="727"/>
                <a:ext cx="1" cy="528"/>
              </a:xfrm>
              <a:custGeom>
                <a:avLst/>
                <a:gdLst>
                  <a:gd name="T0" fmla="*/ 0 w 1"/>
                  <a:gd name="T1" fmla="*/ 8 h 1523"/>
                  <a:gd name="T2" fmla="*/ 0 w 1"/>
                  <a:gd name="T3" fmla="*/ 0 h 1523"/>
                  <a:gd name="T4" fmla="*/ 1 w 1"/>
                  <a:gd name="T5" fmla="*/ 0 h 1523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1523"/>
                  <a:gd name="T11" fmla="*/ 1 w 1"/>
                  <a:gd name="T12" fmla="*/ 1523 h 152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1523">
                    <a:moveTo>
                      <a:pt x="0" y="1523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" name="Freeform 6">
                <a:extLst>
                  <a:ext uri="{FF2B5EF4-FFF2-40B4-BE49-F238E27FC236}">
                    <a16:creationId xmlns:a16="http://schemas.microsoft.com/office/drawing/2014/main" id="{76F52CBA-81C9-BC0C-7DC5-2A428884AB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41" y="727"/>
                <a:ext cx="1" cy="775"/>
              </a:xfrm>
              <a:custGeom>
                <a:avLst/>
                <a:gdLst>
                  <a:gd name="T0" fmla="*/ 0 w 2"/>
                  <a:gd name="T1" fmla="*/ 11 h 2235"/>
                  <a:gd name="T2" fmla="*/ 0 w 2"/>
                  <a:gd name="T3" fmla="*/ 0 h 2235"/>
                  <a:gd name="T4" fmla="*/ 1 w 2"/>
                  <a:gd name="T5" fmla="*/ 0 h 2235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2235"/>
                  <a:gd name="T11" fmla="*/ 2 w 2"/>
                  <a:gd name="T12" fmla="*/ 2235 h 223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2235">
                    <a:moveTo>
                      <a:pt x="0" y="2235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1" name="Freeform 7">
                <a:extLst>
                  <a:ext uri="{FF2B5EF4-FFF2-40B4-BE49-F238E27FC236}">
                    <a16:creationId xmlns:a16="http://schemas.microsoft.com/office/drawing/2014/main" id="{54576ECF-E70E-6061-7585-E44583F8C5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22" y="727"/>
                <a:ext cx="1" cy="144"/>
              </a:xfrm>
              <a:custGeom>
                <a:avLst/>
                <a:gdLst>
                  <a:gd name="T0" fmla="*/ 0 w 2"/>
                  <a:gd name="T1" fmla="*/ 2 h 417"/>
                  <a:gd name="T2" fmla="*/ 0 w 2"/>
                  <a:gd name="T3" fmla="*/ 0 h 417"/>
                  <a:gd name="T4" fmla="*/ 1 w 2"/>
                  <a:gd name="T5" fmla="*/ 0 h 417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417"/>
                  <a:gd name="T11" fmla="*/ 2 w 2"/>
                  <a:gd name="T12" fmla="*/ 417 h 41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417">
                    <a:moveTo>
                      <a:pt x="0" y="417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2" name="Freeform 8">
                <a:extLst>
                  <a:ext uri="{FF2B5EF4-FFF2-40B4-BE49-F238E27FC236}">
                    <a16:creationId xmlns:a16="http://schemas.microsoft.com/office/drawing/2014/main" id="{B5B3E3E5-C1C5-AF5A-BEC4-2A3DBB31A0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60" y="871"/>
                <a:ext cx="1" cy="631"/>
              </a:xfrm>
              <a:custGeom>
                <a:avLst/>
                <a:gdLst>
                  <a:gd name="T0" fmla="*/ 0 w 1"/>
                  <a:gd name="T1" fmla="*/ 9 h 1818"/>
                  <a:gd name="T2" fmla="*/ 0 w 1"/>
                  <a:gd name="T3" fmla="*/ 0 h 1818"/>
                  <a:gd name="T4" fmla="*/ 1 w 1"/>
                  <a:gd name="T5" fmla="*/ 0 h 1818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1818"/>
                  <a:gd name="T11" fmla="*/ 1 w 1"/>
                  <a:gd name="T12" fmla="*/ 1818 h 181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1818">
                    <a:moveTo>
                      <a:pt x="0" y="1818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3" name="Freeform 9">
                <a:extLst>
                  <a:ext uri="{FF2B5EF4-FFF2-40B4-BE49-F238E27FC236}">
                    <a16:creationId xmlns:a16="http://schemas.microsoft.com/office/drawing/2014/main" id="{7999DBF7-1493-2C48-9000-1401F4F759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53" y="871"/>
                <a:ext cx="1" cy="631"/>
              </a:xfrm>
              <a:custGeom>
                <a:avLst/>
                <a:gdLst>
                  <a:gd name="T0" fmla="*/ 0 w 1"/>
                  <a:gd name="T1" fmla="*/ 9 h 1818"/>
                  <a:gd name="T2" fmla="*/ 0 w 1"/>
                  <a:gd name="T3" fmla="*/ 0 h 1818"/>
                  <a:gd name="T4" fmla="*/ 1 w 1"/>
                  <a:gd name="T5" fmla="*/ 0 h 1818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1818"/>
                  <a:gd name="T11" fmla="*/ 1 w 1"/>
                  <a:gd name="T12" fmla="*/ 1818 h 181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1818">
                    <a:moveTo>
                      <a:pt x="0" y="1818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4" name="Freeform 10">
                <a:extLst>
                  <a:ext uri="{FF2B5EF4-FFF2-40B4-BE49-F238E27FC236}">
                    <a16:creationId xmlns:a16="http://schemas.microsoft.com/office/drawing/2014/main" id="{D793797B-DDC4-D4EE-F40C-D11D7F8532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7" y="1502"/>
                <a:ext cx="1875" cy="1"/>
              </a:xfrm>
              <a:custGeom>
                <a:avLst/>
                <a:gdLst>
                  <a:gd name="T0" fmla="*/ 0 w 5406"/>
                  <a:gd name="T1" fmla="*/ 0 h 1"/>
                  <a:gd name="T2" fmla="*/ 27 w 5406"/>
                  <a:gd name="T3" fmla="*/ 0 h 1"/>
                  <a:gd name="T4" fmla="*/ 27 w 5406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5406"/>
                  <a:gd name="T10" fmla="*/ 0 h 1"/>
                  <a:gd name="T11" fmla="*/ 5406 w 5406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406" h="1">
                    <a:moveTo>
                      <a:pt x="0" y="0"/>
                    </a:moveTo>
                    <a:lnTo>
                      <a:pt x="5404" y="0"/>
                    </a:lnTo>
                    <a:lnTo>
                      <a:pt x="5406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5" name="Freeform 11">
                <a:extLst>
                  <a:ext uri="{FF2B5EF4-FFF2-40B4-BE49-F238E27FC236}">
                    <a16:creationId xmlns:a16="http://schemas.microsoft.com/office/drawing/2014/main" id="{63C2F2B5-065C-9FC3-3A5D-27AC0E34BF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7" y="1255"/>
                <a:ext cx="1023" cy="1"/>
              </a:xfrm>
              <a:custGeom>
                <a:avLst/>
                <a:gdLst>
                  <a:gd name="T0" fmla="*/ 0 w 2949"/>
                  <a:gd name="T1" fmla="*/ 0 h 1"/>
                  <a:gd name="T2" fmla="*/ 15 w 2949"/>
                  <a:gd name="T3" fmla="*/ 0 h 1"/>
                  <a:gd name="T4" fmla="*/ 15 w 2949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2949"/>
                  <a:gd name="T10" fmla="*/ 0 h 1"/>
                  <a:gd name="T11" fmla="*/ 2949 w 2949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949" h="1">
                    <a:moveTo>
                      <a:pt x="0" y="0"/>
                    </a:moveTo>
                    <a:lnTo>
                      <a:pt x="2948" y="0"/>
                    </a:lnTo>
                    <a:lnTo>
                      <a:pt x="2949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7" name="Freeform 12">
                <a:extLst>
                  <a:ext uri="{FF2B5EF4-FFF2-40B4-BE49-F238E27FC236}">
                    <a16:creationId xmlns:a16="http://schemas.microsoft.com/office/drawing/2014/main" id="{32B0DF38-88CC-71E0-D239-C4D3A39D8E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92" y="1255"/>
                <a:ext cx="1" cy="247"/>
              </a:xfrm>
              <a:custGeom>
                <a:avLst/>
                <a:gdLst>
                  <a:gd name="T0" fmla="*/ 0 w 2"/>
                  <a:gd name="T1" fmla="*/ 3 h 712"/>
                  <a:gd name="T2" fmla="*/ 0 w 2"/>
                  <a:gd name="T3" fmla="*/ 0 h 712"/>
                  <a:gd name="T4" fmla="*/ 1 w 2"/>
                  <a:gd name="T5" fmla="*/ 0 h 712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712"/>
                  <a:gd name="T11" fmla="*/ 2 w 2"/>
                  <a:gd name="T12" fmla="*/ 712 h 71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712">
                    <a:moveTo>
                      <a:pt x="0" y="712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8" name="Freeform 13">
                <a:extLst>
                  <a:ext uri="{FF2B5EF4-FFF2-40B4-BE49-F238E27FC236}">
                    <a16:creationId xmlns:a16="http://schemas.microsoft.com/office/drawing/2014/main" id="{BF394B84-2842-EAE3-5304-88AB99C49D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7" y="1255"/>
                <a:ext cx="1" cy="247"/>
              </a:xfrm>
              <a:custGeom>
                <a:avLst/>
                <a:gdLst>
                  <a:gd name="T0" fmla="*/ 0 w 2"/>
                  <a:gd name="T1" fmla="*/ 3 h 712"/>
                  <a:gd name="T2" fmla="*/ 0 w 2"/>
                  <a:gd name="T3" fmla="*/ 0 h 712"/>
                  <a:gd name="T4" fmla="*/ 1 w 2"/>
                  <a:gd name="T5" fmla="*/ 0 h 712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712"/>
                  <a:gd name="T11" fmla="*/ 2 w 2"/>
                  <a:gd name="T12" fmla="*/ 712 h 71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712">
                    <a:moveTo>
                      <a:pt x="0" y="712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2121C983-4C0B-7170-22FD-1C4F1CAFCE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55" y="1255"/>
                <a:ext cx="1" cy="111"/>
              </a:xfrm>
              <a:custGeom>
                <a:avLst/>
                <a:gdLst>
                  <a:gd name="T0" fmla="*/ 0 w 2"/>
                  <a:gd name="T1" fmla="*/ 2 h 319"/>
                  <a:gd name="T2" fmla="*/ 0 w 2"/>
                  <a:gd name="T3" fmla="*/ 0 h 319"/>
                  <a:gd name="T4" fmla="*/ 1 w 2"/>
                  <a:gd name="T5" fmla="*/ 0 h 319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319"/>
                  <a:gd name="T11" fmla="*/ 2 w 2"/>
                  <a:gd name="T12" fmla="*/ 319 h 31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319">
                    <a:moveTo>
                      <a:pt x="0" y="319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0" name="Freeform 20">
                <a:extLst>
                  <a:ext uri="{FF2B5EF4-FFF2-40B4-BE49-F238E27FC236}">
                    <a16:creationId xmlns:a16="http://schemas.microsoft.com/office/drawing/2014/main" id="{D0B55431-20F6-4865-E92D-CCB5338A85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55" y="1366"/>
                <a:ext cx="323" cy="1"/>
              </a:xfrm>
              <a:custGeom>
                <a:avLst/>
                <a:gdLst>
                  <a:gd name="T0" fmla="*/ 0 w 935"/>
                  <a:gd name="T1" fmla="*/ 0 h 1"/>
                  <a:gd name="T2" fmla="*/ 4 w 935"/>
                  <a:gd name="T3" fmla="*/ 0 h 1"/>
                  <a:gd name="T4" fmla="*/ 4 w 935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935"/>
                  <a:gd name="T10" fmla="*/ 0 h 1"/>
                  <a:gd name="T11" fmla="*/ 935 w 935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35" h="1">
                    <a:moveTo>
                      <a:pt x="0" y="0"/>
                    </a:moveTo>
                    <a:lnTo>
                      <a:pt x="933" y="0"/>
                    </a:lnTo>
                    <a:lnTo>
                      <a:pt x="935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1" name="Freeform 21">
                <a:extLst>
                  <a:ext uri="{FF2B5EF4-FFF2-40B4-BE49-F238E27FC236}">
                    <a16:creationId xmlns:a16="http://schemas.microsoft.com/office/drawing/2014/main" id="{4A708D56-BF6E-E40B-AA73-62E244C74B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02" y="1366"/>
                <a:ext cx="1" cy="136"/>
              </a:xfrm>
              <a:custGeom>
                <a:avLst/>
                <a:gdLst>
                  <a:gd name="T0" fmla="*/ 0 w 1"/>
                  <a:gd name="T1" fmla="*/ 2 h 393"/>
                  <a:gd name="T2" fmla="*/ 0 w 1"/>
                  <a:gd name="T3" fmla="*/ 0 h 393"/>
                  <a:gd name="T4" fmla="*/ 1 w 1"/>
                  <a:gd name="T5" fmla="*/ 0 h 393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393"/>
                  <a:gd name="T11" fmla="*/ 1 w 1"/>
                  <a:gd name="T12" fmla="*/ 393 h 39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393">
                    <a:moveTo>
                      <a:pt x="0" y="393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2" name="Freeform 26">
                <a:extLst>
                  <a:ext uri="{FF2B5EF4-FFF2-40B4-BE49-F238E27FC236}">
                    <a16:creationId xmlns:a16="http://schemas.microsoft.com/office/drawing/2014/main" id="{416C032B-EBD2-60D6-CFD9-505B2C0B93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0" y="727"/>
                <a:ext cx="851" cy="1"/>
              </a:xfrm>
              <a:custGeom>
                <a:avLst/>
                <a:gdLst>
                  <a:gd name="T0" fmla="*/ 12 w 2456"/>
                  <a:gd name="T1" fmla="*/ 0 h 1"/>
                  <a:gd name="T2" fmla="*/ 0 w 2456"/>
                  <a:gd name="T3" fmla="*/ 0 h 1"/>
                  <a:gd name="T4" fmla="*/ 0 w 2456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2456"/>
                  <a:gd name="T10" fmla="*/ 0 h 1"/>
                  <a:gd name="T11" fmla="*/ 2456 w 2456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456" h="1">
                    <a:moveTo>
                      <a:pt x="2456" y="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3" name="Freeform 27">
                <a:extLst>
                  <a:ext uri="{FF2B5EF4-FFF2-40B4-BE49-F238E27FC236}">
                    <a16:creationId xmlns:a16="http://schemas.microsoft.com/office/drawing/2014/main" id="{2E779750-1C47-B133-C858-8E237F7572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09" y="871"/>
                <a:ext cx="614" cy="1"/>
              </a:xfrm>
              <a:custGeom>
                <a:avLst/>
                <a:gdLst>
                  <a:gd name="T0" fmla="*/ 0 w 1769"/>
                  <a:gd name="T1" fmla="*/ 0 h 1"/>
                  <a:gd name="T2" fmla="*/ 9 w 1769"/>
                  <a:gd name="T3" fmla="*/ 0 h 1"/>
                  <a:gd name="T4" fmla="*/ 9 w 1769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1769"/>
                  <a:gd name="T10" fmla="*/ 0 h 1"/>
                  <a:gd name="T11" fmla="*/ 1769 w 1769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769" h="1">
                    <a:moveTo>
                      <a:pt x="0" y="0"/>
                    </a:moveTo>
                    <a:lnTo>
                      <a:pt x="1767" y="0"/>
                    </a:lnTo>
                    <a:lnTo>
                      <a:pt x="1769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4" name="Line 28">
                <a:extLst>
                  <a:ext uri="{FF2B5EF4-FFF2-40B4-BE49-F238E27FC236}">
                    <a16:creationId xmlns:a16="http://schemas.microsoft.com/office/drawing/2014/main" id="{B4A89FB0-E96C-FE8C-1FDD-F93E069928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75" y="1256"/>
                <a:ext cx="0" cy="113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5" name="Line 29">
                <a:extLst>
                  <a:ext uri="{FF2B5EF4-FFF2-40B4-BE49-F238E27FC236}">
                    <a16:creationId xmlns:a16="http://schemas.microsoft.com/office/drawing/2014/main" id="{B4162832-ABA8-4819-5476-85573E2D9E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31" y="1369"/>
                <a:ext cx="0" cy="13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</p:grpSp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7B3715B5-C74E-645E-1B63-477DE198102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526" t="40838" r="40723" b="8455"/>
            <a:stretch/>
          </p:blipFill>
          <p:spPr>
            <a:xfrm rot="16200000">
              <a:off x="5499101" y="2120897"/>
              <a:ext cx="1479550" cy="171453"/>
            </a:xfrm>
            <a:prstGeom prst="rect">
              <a:avLst/>
            </a:prstGeom>
          </p:spPr>
        </p:pic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F94DAC46-CFD4-B31C-771B-CDFD76D0845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4242" t="39502" r="46140" b="30449"/>
            <a:stretch/>
          </p:blipFill>
          <p:spPr>
            <a:xfrm rot="16200000">
              <a:off x="4780454" y="2570651"/>
              <a:ext cx="599095" cy="101603"/>
            </a:xfrm>
            <a:prstGeom prst="rect">
              <a:avLst/>
            </a:prstGeom>
          </p:spPr>
        </p:pic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A5F9DB35-AC86-CB57-5265-85049013D4A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2591" t="35386" r="47587" b="30449"/>
            <a:stretch/>
          </p:blipFill>
          <p:spPr>
            <a:xfrm rot="16200000">
              <a:off x="4006363" y="2570042"/>
              <a:ext cx="611795" cy="115521"/>
            </a:xfrm>
            <a:prstGeom prst="rect">
              <a:avLst/>
            </a:prstGeom>
          </p:spPr>
        </p:pic>
      </p:grpSp>
      <p:grpSp>
        <p:nvGrpSpPr>
          <p:cNvPr id="26" name="Group 30">
            <a:extLst>
              <a:ext uri="{FF2B5EF4-FFF2-40B4-BE49-F238E27FC236}">
                <a16:creationId xmlns:a16="http://schemas.microsoft.com/office/drawing/2014/main" id="{3E5E94CF-C8B6-5E78-F23F-4AFDA008533E}"/>
              </a:ext>
            </a:extLst>
          </p:cNvPr>
          <p:cNvGrpSpPr>
            <a:grpSpLocks/>
          </p:cNvGrpSpPr>
          <p:nvPr/>
        </p:nvGrpSpPr>
        <p:grpSpPr bwMode="auto">
          <a:xfrm>
            <a:off x="6052195" y="2920553"/>
            <a:ext cx="377825" cy="392113"/>
            <a:chOff x="2641" y="1810"/>
            <a:chExt cx="238" cy="247"/>
          </a:xfrm>
        </p:grpSpPr>
        <p:sp>
          <p:nvSpPr>
            <p:cNvPr id="27" name="Line 31">
              <a:extLst>
                <a:ext uri="{FF2B5EF4-FFF2-40B4-BE49-F238E27FC236}">
                  <a16:creationId xmlns:a16="http://schemas.microsoft.com/office/drawing/2014/main" id="{4526ABED-7707-2FAC-E932-F1B1181A86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1" y="1810"/>
              <a:ext cx="0" cy="246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8" name="Line 32">
              <a:extLst>
                <a:ext uri="{FF2B5EF4-FFF2-40B4-BE49-F238E27FC236}">
                  <a16:creationId xmlns:a16="http://schemas.microsoft.com/office/drawing/2014/main" id="{907EAC5A-AB3B-9CAF-1DAE-E146D93EDD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1" y="1810"/>
              <a:ext cx="162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9" name="Line 33">
              <a:extLst>
                <a:ext uri="{FF2B5EF4-FFF2-40B4-BE49-F238E27FC236}">
                  <a16:creationId xmlns:a16="http://schemas.microsoft.com/office/drawing/2014/main" id="{47EDCA04-D59B-3B60-7FA9-A769F40961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01" y="1810"/>
              <a:ext cx="0" cy="11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0" name="Line 34">
              <a:extLst>
                <a:ext uri="{FF2B5EF4-FFF2-40B4-BE49-F238E27FC236}">
                  <a16:creationId xmlns:a16="http://schemas.microsoft.com/office/drawing/2014/main" id="{271164F4-733A-BDF9-E6DF-C56A00AFB49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79" y="1923"/>
              <a:ext cx="0" cy="133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1" name="Line 35">
              <a:extLst>
                <a:ext uri="{FF2B5EF4-FFF2-40B4-BE49-F238E27FC236}">
                  <a16:creationId xmlns:a16="http://schemas.microsoft.com/office/drawing/2014/main" id="{171A1C24-2859-E3EA-2ACA-EB45200D0B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1" y="2057"/>
              <a:ext cx="229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2" name="Line 36">
              <a:extLst>
                <a:ext uri="{FF2B5EF4-FFF2-40B4-BE49-F238E27FC236}">
                  <a16:creationId xmlns:a16="http://schemas.microsoft.com/office/drawing/2014/main" id="{C02CED7D-7F4B-5D72-16FF-E2D67D40FB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01" y="1923"/>
              <a:ext cx="78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</p:grpSp>
      <p:grpSp>
        <p:nvGrpSpPr>
          <p:cNvPr id="33" name="Group 37">
            <a:extLst>
              <a:ext uri="{FF2B5EF4-FFF2-40B4-BE49-F238E27FC236}">
                <a16:creationId xmlns:a16="http://schemas.microsoft.com/office/drawing/2014/main" id="{76ACB294-7249-4877-F5D8-4E048AAA278D}"/>
              </a:ext>
            </a:extLst>
          </p:cNvPr>
          <p:cNvGrpSpPr>
            <a:grpSpLocks/>
          </p:cNvGrpSpPr>
          <p:nvPr/>
        </p:nvGrpSpPr>
        <p:grpSpPr bwMode="auto">
          <a:xfrm>
            <a:off x="6695133" y="2079178"/>
            <a:ext cx="722312" cy="1233488"/>
            <a:chOff x="1598" y="726"/>
            <a:chExt cx="455" cy="777"/>
          </a:xfrm>
        </p:grpSpPr>
        <p:sp>
          <p:nvSpPr>
            <p:cNvPr id="34" name="Line 38">
              <a:extLst>
                <a:ext uri="{FF2B5EF4-FFF2-40B4-BE49-F238E27FC236}">
                  <a16:creationId xmlns:a16="http://schemas.microsoft.com/office/drawing/2014/main" id="{EC2CEFC8-10CD-AC2C-8EC1-305DD9A34D2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10" y="726"/>
              <a:ext cx="0" cy="146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5" name="Line 39">
              <a:extLst>
                <a:ext uri="{FF2B5EF4-FFF2-40B4-BE49-F238E27FC236}">
                  <a16:creationId xmlns:a16="http://schemas.microsoft.com/office/drawing/2014/main" id="{60907676-BE84-1B8D-AC2F-B421232339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90" y="727"/>
              <a:ext cx="0" cy="529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6" name="Line 40">
              <a:extLst>
                <a:ext uri="{FF2B5EF4-FFF2-40B4-BE49-F238E27FC236}">
                  <a16:creationId xmlns:a16="http://schemas.microsoft.com/office/drawing/2014/main" id="{E882172E-0DC1-F6FA-82C9-9BD738971B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75" y="1256"/>
              <a:ext cx="115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8" name="Line 41">
              <a:extLst>
                <a:ext uri="{FF2B5EF4-FFF2-40B4-BE49-F238E27FC236}">
                  <a16:creationId xmlns:a16="http://schemas.microsoft.com/office/drawing/2014/main" id="{FC492F14-CE00-B71A-6A66-A4AA55447C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98" y="1369"/>
              <a:ext cx="77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9" name="Line 42">
              <a:extLst>
                <a:ext uri="{FF2B5EF4-FFF2-40B4-BE49-F238E27FC236}">
                  <a16:creationId xmlns:a16="http://schemas.microsoft.com/office/drawing/2014/main" id="{540F895A-2ACE-59B5-51FC-F20B19EAD60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03" y="1375"/>
              <a:ext cx="0" cy="127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0" name="Line 43">
              <a:extLst>
                <a:ext uri="{FF2B5EF4-FFF2-40B4-BE49-F238E27FC236}">
                  <a16:creationId xmlns:a16="http://schemas.microsoft.com/office/drawing/2014/main" id="{BC8B56FE-FECF-5D6F-A56B-5F23F9220A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98" y="1503"/>
              <a:ext cx="455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1" name="Line 44">
              <a:extLst>
                <a:ext uri="{FF2B5EF4-FFF2-40B4-BE49-F238E27FC236}">
                  <a16:creationId xmlns:a16="http://schemas.microsoft.com/office/drawing/2014/main" id="{30FC1092-896B-1EF9-7F10-AB15363BB22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53" y="871"/>
              <a:ext cx="0" cy="632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2" name="Line 45">
              <a:extLst>
                <a:ext uri="{FF2B5EF4-FFF2-40B4-BE49-F238E27FC236}">
                  <a16:creationId xmlns:a16="http://schemas.microsoft.com/office/drawing/2014/main" id="{D3263C03-D565-68C6-4B37-A28A96C41D3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09" y="871"/>
              <a:ext cx="144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3" name="Line 46">
              <a:extLst>
                <a:ext uri="{FF2B5EF4-FFF2-40B4-BE49-F238E27FC236}">
                  <a16:creationId xmlns:a16="http://schemas.microsoft.com/office/drawing/2014/main" id="{D814BBB2-8543-38EA-8EC1-4F57E46B99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90" y="727"/>
              <a:ext cx="119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4" name="Line 47">
              <a:extLst>
                <a:ext uri="{FF2B5EF4-FFF2-40B4-BE49-F238E27FC236}">
                  <a16:creationId xmlns:a16="http://schemas.microsoft.com/office/drawing/2014/main" id="{F43FFD0C-CCF3-393D-0A6A-643CC2E6DB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75" y="1255"/>
              <a:ext cx="0" cy="112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</p:grpSp>
      <p:grpSp>
        <p:nvGrpSpPr>
          <p:cNvPr id="45" name="Group 48">
            <a:extLst>
              <a:ext uri="{FF2B5EF4-FFF2-40B4-BE49-F238E27FC236}">
                <a16:creationId xmlns:a16="http://schemas.microsoft.com/office/drawing/2014/main" id="{A4CC0B65-113F-624C-1F6A-FBE154896BD1}"/>
              </a:ext>
            </a:extLst>
          </p:cNvPr>
          <p:cNvGrpSpPr>
            <a:grpSpLocks/>
          </p:cNvGrpSpPr>
          <p:nvPr/>
        </p:nvGrpSpPr>
        <p:grpSpPr bwMode="auto">
          <a:xfrm>
            <a:off x="8042920" y="2079178"/>
            <a:ext cx="311150" cy="1231900"/>
            <a:chOff x="3447" y="922"/>
            <a:chExt cx="196" cy="776"/>
          </a:xfrm>
        </p:grpSpPr>
        <p:sp>
          <p:nvSpPr>
            <p:cNvPr id="46" name="Line 49">
              <a:extLst>
                <a:ext uri="{FF2B5EF4-FFF2-40B4-BE49-F238E27FC236}">
                  <a16:creationId xmlns:a16="http://schemas.microsoft.com/office/drawing/2014/main" id="{EF5AB6CB-28BD-A4B5-9237-A7EAED5721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47" y="1067"/>
              <a:ext cx="0" cy="63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7" name="Line 50">
              <a:extLst>
                <a:ext uri="{FF2B5EF4-FFF2-40B4-BE49-F238E27FC236}">
                  <a16:creationId xmlns:a16="http://schemas.microsoft.com/office/drawing/2014/main" id="{33E9C60D-1413-9A96-4D4A-FCA6F972BF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3" y="922"/>
              <a:ext cx="0" cy="145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8" name="Line 51">
              <a:extLst>
                <a:ext uri="{FF2B5EF4-FFF2-40B4-BE49-F238E27FC236}">
                  <a16:creationId xmlns:a16="http://schemas.microsoft.com/office/drawing/2014/main" id="{D92B2C0F-CC07-AFC5-428E-4E76EB55FF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47" y="1067"/>
              <a:ext cx="76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9" name="Line 52">
              <a:extLst>
                <a:ext uri="{FF2B5EF4-FFF2-40B4-BE49-F238E27FC236}">
                  <a16:creationId xmlns:a16="http://schemas.microsoft.com/office/drawing/2014/main" id="{A6634CD7-C449-15A8-3B68-A8CE108ED0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48" y="1697"/>
              <a:ext cx="195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50" name="Line 53">
              <a:extLst>
                <a:ext uri="{FF2B5EF4-FFF2-40B4-BE49-F238E27FC236}">
                  <a16:creationId xmlns:a16="http://schemas.microsoft.com/office/drawing/2014/main" id="{31E63A46-655F-C0BA-8810-AB6F677713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3" y="923"/>
              <a:ext cx="0" cy="775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51" name="Line 54">
              <a:extLst>
                <a:ext uri="{FF2B5EF4-FFF2-40B4-BE49-F238E27FC236}">
                  <a16:creationId xmlns:a16="http://schemas.microsoft.com/office/drawing/2014/main" id="{B219D179-3FB8-DBA1-C672-D3042B01A4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4" y="922"/>
              <a:ext cx="118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52" name="Rectangle 55">
            <a:extLst>
              <a:ext uri="{FF2B5EF4-FFF2-40B4-BE49-F238E27FC236}">
                <a16:creationId xmlns:a16="http://schemas.microsoft.com/office/drawing/2014/main" id="{F6A564CB-33A3-72C8-04EE-498A896ECA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8723" y="1875601"/>
            <a:ext cx="3124573" cy="461665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/>
          <a:p>
            <a:r>
              <a:rPr kumimoji="1" lang="en-US" altLang="zh-CN" sz="2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(2) </a:t>
            </a:r>
            <a:r>
              <a:rPr kumimoji="1" lang="zh-CN" altLang="en-US" sz="2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剖视图的画图步骤</a:t>
            </a:r>
          </a:p>
        </p:txBody>
      </p:sp>
      <p:grpSp>
        <p:nvGrpSpPr>
          <p:cNvPr id="53" name="Group 56">
            <a:extLst>
              <a:ext uri="{FF2B5EF4-FFF2-40B4-BE49-F238E27FC236}">
                <a16:creationId xmlns:a16="http://schemas.microsoft.com/office/drawing/2014/main" id="{38C280C5-0B02-3A12-54A2-6F543E7DDFBC}"/>
              </a:ext>
            </a:extLst>
          </p:cNvPr>
          <p:cNvGrpSpPr>
            <a:grpSpLocks/>
          </p:cNvGrpSpPr>
          <p:nvPr/>
        </p:nvGrpSpPr>
        <p:grpSpPr bwMode="auto">
          <a:xfrm>
            <a:off x="8989971" y="2459040"/>
            <a:ext cx="2181225" cy="1987550"/>
            <a:chOff x="3380" y="1366"/>
            <a:chExt cx="1374" cy="1252"/>
          </a:xfrm>
        </p:grpSpPr>
        <p:sp>
          <p:nvSpPr>
            <p:cNvPr id="54" name="Freeform 57">
              <a:extLst>
                <a:ext uri="{FF2B5EF4-FFF2-40B4-BE49-F238E27FC236}">
                  <a16:creationId xmlns:a16="http://schemas.microsoft.com/office/drawing/2014/main" id="{7660DC82-B255-DAFC-5B13-4CE0284FC0E8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0" y="1790"/>
              <a:ext cx="858" cy="618"/>
            </a:xfrm>
            <a:custGeom>
              <a:avLst/>
              <a:gdLst>
                <a:gd name="T0" fmla="*/ 0 w 858"/>
                <a:gd name="T1" fmla="*/ 459 h 618"/>
                <a:gd name="T2" fmla="*/ 801 w 858"/>
                <a:gd name="T3" fmla="*/ 0 h 618"/>
                <a:gd name="T4" fmla="*/ 858 w 858"/>
                <a:gd name="T5" fmla="*/ 261 h 618"/>
                <a:gd name="T6" fmla="*/ 228 w 858"/>
                <a:gd name="T7" fmla="*/ 618 h 618"/>
                <a:gd name="T8" fmla="*/ 0 w 858"/>
                <a:gd name="T9" fmla="*/ 459 h 6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58"/>
                <a:gd name="T16" fmla="*/ 0 h 618"/>
                <a:gd name="T17" fmla="*/ 858 w 858"/>
                <a:gd name="T18" fmla="*/ 618 h 61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58" h="618">
                  <a:moveTo>
                    <a:pt x="0" y="459"/>
                  </a:moveTo>
                  <a:lnTo>
                    <a:pt x="801" y="0"/>
                  </a:lnTo>
                  <a:lnTo>
                    <a:pt x="858" y="261"/>
                  </a:lnTo>
                  <a:lnTo>
                    <a:pt x="228" y="618"/>
                  </a:lnTo>
                  <a:lnTo>
                    <a:pt x="0" y="459"/>
                  </a:lnTo>
                  <a:close/>
                </a:path>
              </a:pathLst>
            </a:custGeom>
            <a:gradFill rotWithShape="0">
              <a:gsLst>
                <a:gs pos="0">
                  <a:srgbClr val="762F00"/>
                </a:gs>
                <a:gs pos="100000">
                  <a:srgbClr val="FF6600"/>
                </a:gs>
              </a:gsLst>
              <a:lin ang="5400000" scaled="1"/>
            </a:gradFill>
            <a:ln>
              <a:noFill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55" name="Freeform 58">
              <a:extLst>
                <a:ext uri="{FF2B5EF4-FFF2-40B4-BE49-F238E27FC236}">
                  <a16:creationId xmlns:a16="http://schemas.microsoft.com/office/drawing/2014/main" id="{EA27F60A-FA29-7BA6-BA21-EE69714850F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3" y="2238"/>
              <a:ext cx="107" cy="204"/>
            </a:xfrm>
            <a:custGeom>
              <a:avLst/>
              <a:gdLst>
                <a:gd name="T0" fmla="*/ 107 w 107"/>
                <a:gd name="T1" fmla="*/ 184 h 204"/>
                <a:gd name="T2" fmla="*/ 59 w 107"/>
                <a:gd name="T3" fmla="*/ 180 h 204"/>
                <a:gd name="T4" fmla="*/ 35 w 107"/>
                <a:gd name="T5" fmla="*/ 184 h 204"/>
                <a:gd name="T6" fmla="*/ 3 w 107"/>
                <a:gd name="T7" fmla="*/ 204 h 204"/>
                <a:gd name="T8" fmla="*/ 3 w 107"/>
                <a:gd name="T9" fmla="*/ 60 h 204"/>
                <a:gd name="T10" fmla="*/ 0 w 107"/>
                <a:gd name="T11" fmla="*/ 32 h 204"/>
                <a:gd name="T12" fmla="*/ 15 w 107"/>
                <a:gd name="T13" fmla="*/ 12 h 204"/>
                <a:gd name="T14" fmla="*/ 47 w 107"/>
                <a:gd name="T15" fmla="*/ 0 h 204"/>
                <a:gd name="T16" fmla="*/ 107 w 107"/>
                <a:gd name="T17" fmla="*/ 8 h 204"/>
                <a:gd name="T18" fmla="*/ 107 w 107"/>
                <a:gd name="T19" fmla="*/ 184 h 20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07"/>
                <a:gd name="T31" fmla="*/ 0 h 204"/>
                <a:gd name="T32" fmla="*/ 107 w 107"/>
                <a:gd name="T33" fmla="*/ 204 h 204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07" h="204">
                  <a:moveTo>
                    <a:pt x="107" y="184"/>
                  </a:moveTo>
                  <a:lnTo>
                    <a:pt x="59" y="180"/>
                  </a:lnTo>
                  <a:lnTo>
                    <a:pt x="35" y="184"/>
                  </a:lnTo>
                  <a:lnTo>
                    <a:pt x="3" y="204"/>
                  </a:lnTo>
                  <a:lnTo>
                    <a:pt x="3" y="60"/>
                  </a:lnTo>
                  <a:lnTo>
                    <a:pt x="0" y="32"/>
                  </a:lnTo>
                  <a:lnTo>
                    <a:pt x="15" y="12"/>
                  </a:lnTo>
                  <a:lnTo>
                    <a:pt x="47" y="0"/>
                  </a:lnTo>
                  <a:lnTo>
                    <a:pt x="107" y="8"/>
                  </a:lnTo>
                  <a:lnTo>
                    <a:pt x="107" y="184"/>
                  </a:lnTo>
                  <a:close/>
                </a:path>
              </a:pathLst>
            </a:custGeom>
            <a:gradFill rotWithShape="0">
              <a:gsLst>
                <a:gs pos="0">
                  <a:srgbClr val="FFCC00"/>
                </a:gs>
                <a:gs pos="100000">
                  <a:srgbClr val="A28200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56" name="Freeform 59">
              <a:extLst>
                <a:ext uri="{FF2B5EF4-FFF2-40B4-BE49-F238E27FC236}">
                  <a16:creationId xmlns:a16="http://schemas.microsoft.com/office/drawing/2014/main" id="{A7109FF8-607D-F237-CCD1-AE7C03B23B09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3" y="1547"/>
              <a:ext cx="79" cy="499"/>
            </a:xfrm>
            <a:custGeom>
              <a:avLst/>
              <a:gdLst>
                <a:gd name="T0" fmla="*/ 0 w 79"/>
                <a:gd name="T1" fmla="*/ 0 h 499"/>
                <a:gd name="T2" fmla="*/ 0 w 79"/>
                <a:gd name="T3" fmla="*/ 390 h 499"/>
                <a:gd name="T4" fmla="*/ 9 w 79"/>
                <a:gd name="T5" fmla="*/ 432 h 499"/>
                <a:gd name="T6" fmla="*/ 35 w 79"/>
                <a:gd name="T7" fmla="*/ 463 h 499"/>
                <a:gd name="T8" fmla="*/ 54 w 79"/>
                <a:gd name="T9" fmla="*/ 486 h 499"/>
                <a:gd name="T10" fmla="*/ 79 w 79"/>
                <a:gd name="T11" fmla="*/ 499 h 499"/>
                <a:gd name="T12" fmla="*/ 79 w 79"/>
                <a:gd name="T13" fmla="*/ 191 h 499"/>
                <a:gd name="T14" fmla="*/ 0 w 79"/>
                <a:gd name="T15" fmla="*/ 0 h 49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79"/>
                <a:gd name="T25" fmla="*/ 0 h 499"/>
                <a:gd name="T26" fmla="*/ 79 w 79"/>
                <a:gd name="T27" fmla="*/ 499 h 4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79" h="499">
                  <a:moveTo>
                    <a:pt x="0" y="0"/>
                  </a:moveTo>
                  <a:lnTo>
                    <a:pt x="0" y="390"/>
                  </a:lnTo>
                  <a:lnTo>
                    <a:pt x="9" y="432"/>
                  </a:lnTo>
                  <a:lnTo>
                    <a:pt x="35" y="463"/>
                  </a:lnTo>
                  <a:lnTo>
                    <a:pt x="54" y="486"/>
                  </a:lnTo>
                  <a:lnTo>
                    <a:pt x="79" y="499"/>
                  </a:lnTo>
                  <a:lnTo>
                    <a:pt x="79" y="191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5E0000"/>
                </a:gs>
                <a:gs pos="100000">
                  <a:srgbClr val="CC0000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57" name="Freeform 60">
              <a:extLst>
                <a:ext uri="{FF2B5EF4-FFF2-40B4-BE49-F238E27FC236}">
                  <a16:creationId xmlns:a16="http://schemas.microsoft.com/office/drawing/2014/main" id="{3E41435F-BC58-EAEE-8B8D-4C1B9EBAE453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2" y="2078"/>
              <a:ext cx="234" cy="150"/>
            </a:xfrm>
            <a:custGeom>
              <a:avLst/>
              <a:gdLst>
                <a:gd name="T0" fmla="*/ 234 w 234"/>
                <a:gd name="T1" fmla="*/ 24 h 150"/>
                <a:gd name="T2" fmla="*/ 204 w 234"/>
                <a:gd name="T3" fmla="*/ 15 h 150"/>
                <a:gd name="T4" fmla="*/ 165 w 234"/>
                <a:gd name="T5" fmla="*/ 3 h 150"/>
                <a:gd name="T6" fmla="*/ 132 w 234"/>
                <a:gd name="T7" fmla="*/ 0 h 150"/>
                <a:gd name="T8" fmla="*/ 78 w 234"/>
                <a:gd name="T9" fmla="*/ 9 h 150"/>
                <a:gd name="T10" fmla="*/ 36 w 234"/>
                <a:gd name="T11" fmla="*/ 24 h 150"/>
                <a:gd name="T12" fmla="*/ 21 w 234"/>
                <a:gd name="T13" fmla="*/ 42 h 150"/>
                <a:gd name="T14" fmla="*/ 6 w 234"/>
                <a:gd name="T15" fmla="*/ 63 h 150"/>
                <a:gd name="T16" fmla="*/ 0 w 234"/>
                <a:gd name="T17" fmla="*/ 90 h 150"/>
                <a:gd name="T18" fmla="*/ 12 w 234"/>
                <a:gd name="T19" fmla="*/ 114 h 150"/>
                <a:gd name="T20" fmla="*/ 48 w 234"/>
                <a:gd name="T21" fmla="*/ 150 h 150"/>
                <a:gd name="T22" fmla="*/ 231 w 234"/>
                <a:gd name="T23" fmla="*/ 135 h 150"/>
                <a:gd name="T24" fmla="*/ 234 w 234"/>
                <a:gd name="T25" fmla="*/ 24 h 15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34"/>
                <a:gd name="T40" fmla="*/ 0 h 150"/>
                <a:gd name="T41" fmla="*/ 234 w 234"/>
                <a:gd name="T42" fmla="*/ 150 h 150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34" h="150">
                  <a:moveTo>
                    <a:pt x="234" y="24"/>
                  </a:moveTo>
                  <a:lnTo>
                    <a:pt x="204" y="15"/>
                  </a:lnTo>
                  <a:lnTo>
                    <a:pt x="165" y="3"/>
                  </a:lnTo>
                  <a:lnTo>
                    <a:pt x="132" y="0"/>
                  </a:lnTo>
                  <a:lnTo>
                    <a:pt x="78" y="9"/>
                  </a:lnTo>
                  <a:lnTo>
                    <a:pt x="36" y="24"/>
                  </a:lnTo>
                  <a:lnTo>
                    <a:pt x="21" y="42"/>
                  </a:lnTo>
                  <a:lnTo>
                    <a:pt x="6" y="63"/>
                  </a:lnTo>
                  <a:lnTo>
                    <a:pt x="0" y="90"/>
                  </a:lnTo>
                  <a:lnTo>
                    <a:pt x="12" y="114"/>
                  </a:lnTo>
                  <a:lnTo>
                    <a:pt x="48" y="150"/>
                  </a:lnTo>
                  <a:lnTo>
                    <a:pt x="231" y="135"/>
                  </a:lnTo>
                  <a:lnTo>
                    <a:pt x="234" y="24"/>
                  </a:lnTo>
                  <a:close/>
                </a:path>
              </a:pathLst>
            </a:custGeom>
            <a:gradFill rotWithShape="0">
              <a:gsLst>
                <a:gs pos="0">
                  <a:srgbClr val="FFCC00"/>
                </a:gs>
                <a:gs pos="100000">
                  <a:srgbClr val="765E00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58" name="Freeform 61">
              <a:extLst>
                <a:ext uri="{FF2B5EF4-FFF2-40B4-BE49-F238E27FC236}">
                  <a16:creationId xmlns:a16="http://schemas.microsoft.com/office/drawing/2014/main" id="{0B504BCC-9BA0-BCBD-50EF-17430388FC6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8" y="2190"/>
              <a:ext cx="200" cy="136"/>
            </a:xfrm>
            <a:custGeom>
              <a:avLst/>
              <a:gdLst>
                <a:gd name="T0" fmla="*/ 52 w 200"/>
                <a:gd name="T1" fmla="*/ 116 h 136"/>
                <a:gd name="T2" fmla="*/ 48 w 200"/>
                <a:gd name="T3" fmla="*/ 80 h 136"/>
                <a:gd name="T4" fmla="*/ 60 w 200"/>
                <a:gd name="T5" fmla="*/ 59 h 136"/>
                <a:gd name="T6" fmla="*/ 99 w 200"/>
                <a:gd name="T7" fmla="*/ 56 h 136"/>
                <a:gd name="T8" fmla="*/ 153 w 200"/>
                <a:gd name="T9" fmla="*/ 62 h 136"/>
                <a:gd name="T10" fmla="*/ 200 w 200"/>
                <a:gd name="T11" fmla="*/ 24 h 136"/>
                <a:gd name="T12" fmla="*/ 174 w 200"/>
                <a:gd name="T13" fmla="*/ 8 h 136"/>
                <a:gd name="T14" fmla="*/ 140 w 200"/>
                <a:gd name="T15" fmla="*/ 0 h 136"/>
                <a:gd name="T16" fmla="*/ 96 w 200"/>
                <a:gd name="T17" fmla="*/ 0 h 136"/>
                <a:gd name="T18" fmla="*/ 48 w 200"/>
                <a:gd name="T19" fmla="*/ 8 h 136"/>
                <a:gd name="T20" fmla="*/ 0 w 200"/>
                <a:gd name="T21" fmla="*/ 41 h 136"/>
                <a:gd name="T22" fmla="*/ 4 w 200"/>
                <a:gd name="T23" fmla="*/ 136 h 136"/>
                <a:gd name="T24" fmla="*/ 52 w 200"/>
                <a:gd name="T25" fmla="*/ 116 h 1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00"/>
                <a:gd name="T40" fmla="*/ 0 h 136"/>
                <a:gd name="T41" fmla="*/ 200 w 200"/>
                <a:gd name="T42" fmla="*/ 136 h 1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00" h="136">
                  <a:moveTo>
                    <a:pt x="52" y="116"/>
                  </a:moveTo>
                  <a:lnTo>
                    <a:pt x="48" y="80"/>
                  </a:lnTo>
                  <a:lnTo>
                    <a:pt x="60" y="59"/>
                  </a:lnTo>
                  <a:lnTo>
                    <a:pt x="99" y="56"/>
                  </a:lnTo>
                  <a:lnTo>
                    <a:pt x="153" y="62"/>
                  </a:lnTo>
                  <a:lnTo>
                    <a:pt x="200" y="24"/>
                  </a:lnTo>
                  <a:lnTo>
                    <a:pt x="174" y="8"/>
                  </a:lnTo>
                  <a:lnTo>
                    <a:pt x="140" y="0"/>
                  </a:lnTo>
                  <a:lnTo>
                    <a:pt x="96" y="0"/>
                  </a:lnTo>
                  <a:lnTo>
                    <a:pt x="48" y="8"/>
                  </a:lnTo>
                  <a:lnTo>
                    <a:pt x="0" y="41"/>
                  </a:lnTo>
                  <a:lnTo>
                    <a:pt x="4" y="136"/>
                  </a:lnTo>
                  <a:lnTo>
                    <a:pt x="52" y="116"/>
                  </a:lnTo>
                  <a:close/>
                </a:path>
              </a:pathLst>
            </a:custGeom>
            <a:solidFill>
              <a:srgbClr val="FFCCFF"/>
            </a:solidFill>
            <a:ln>
              <a:noFill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59" name="Freeform 62">
              <a:extLst>
                <a:ext uri="{FF2B5EF4-FFF2-40B4-BE49-F238E27FC236}">
                  <a16:creationId xmlns:a16="http://schemas.microsoft.com/office/drawing/2014/main" id="{C8B0CEAA-F574-2985-5E3D-67AA852A2D08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2" y="1434"/>
              <a:ext cx="424" cy="196"/>
            </a:xfrm>
            <a:custGeom>
              <a:avLst/>
              <a:gdLst>
                <a:gd name="T0" fmla="*/ 0 w 424"/>
                <a:gd name="T1" fmla="*/ 116 h 196"/>
                <a:gd name="T2" fmla="*/ 40 w 424"/>
                <a:gd name="T3" fmla="*/ 48 h 196"/>
                <a:gd name="T4" fmla="*/ 92 w 424"/>
                <a:gd name="T5" fmla="*/ 28 h 196"/>
                <a:gd name="T6" fmla="*/ 124 w 424"/>
                <a:gd name="T7" fmla="*/ 16 h 196"/>
                <a:gd name="T8" fmla="*/ 180 w 424"/>
                <a:gd name="T9" fmla="*/ 4 h 196"/>
                <a:gd name="T10" fmla="*/ 244 w 424"/>
                <a:gd name="T11" fmla="*/ 0 h 196"/>
                <a:gd name="T12" fmla="*/ 320 w 424"/>
                <a:gd name="T13" fmla="*/ 8 h 196"/>
                <a:gd name="T14" fmla="*/ 380 w 424"/>
                <a:gd name="T15" fmla="*/ 20 h 196"/>
                <a:gd name="T16" fmla="*/ 424 w 424"/>
                <a:gd name="T17" fmla="*/ 36 h 196"/>
                <a:gd name="T18" fmla="*/ 424 w 424"/>
                <a:gd name="T19" fmla="*/ 144 h 196"/>
                <a:gd name="T20" fmla="*/ 32 w 424"/>
                <a:gd name="T21" fmla="*/ 196 h 196"/>
                <a:gd name="T22" fmla="*/ 0 w 424"/>
                <a:gd name="T23" fmla="*/ 116 h 19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424"/>
                <a:gd name="T37" fmla="*/ 0 h 196"/>
                <a:gd name="T38" fmla="*/ 424 w 424"/>
                <a:gd name="T39" fmla="*/ 196 h 19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424" h="196">
                  <a:moveTo>
                    <a:pt x="0" y="116"/>
                  </a:moveTo>
                  <a:lnTo>
                    <a:pt x="40" y="48"/>
                  </a:lnTo>
                  <a:lnTo>
                    <a:pt x="92" y="28"/>
                  </a:lnTo>
                  <a:lnTo>
                    <a:pt x="124" y="16"/>
                  </a:lnTo>
                  <a:lnTo>
                    <a:pt x="180" y="4"/>
                  </a:lnTo>
                  <a:lnTo>
                    <a:pt x="244" y="0"/>
                  </a:lnTo>
                  <a:lnTo>
                    <a:pt x="320" y="8"/>
                  </a:lnTo>
                  <a:lnTo>
                    <a:pt x="380" y="20"/>
                  </a:lnTo>
                  <a:lnTo>
                    <a:pt x="424" y="36"/>
                  </a:lnTo>
                  <a:lnTo>
                    <a:pt x="424" y="144"/>
                  </a:lnTo>
                  <a:lnTo>
                    <a:pt x="32" y="196"/>
                  </a:lnTo>
                  <a:lnTo>
                    <a:pt x="0" y="116"/>
                  </a:lnTo>
                  <a:close/>
                </a:path>
              </a:pathLst>
            </a:custGeom>
            <a:gradFill rotWithShape="0">
              <a:gsLst>
                <a:gs pos="0">
                  <a:srgbClr val="76762F"/>
                </a:gs>
                <a:gs pos="100000">
                  <a:srgbClr val="FFFF66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0" name="Freeform 63">
              <a:extLst>
                <a:ext uri="{FF2B5EF4-FFF2-40B4-BE49-F238E27FC236}">
                  <a16:creationId xmlns:a16="http://schemas.microsoft.com/office/drawing/2014/main" id="{D2590E00-CF5B-4965-39EA-8ECAE5398488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4" y="1518"/>
              <a:ext cx="400" cy="260"/>
            </a:xfrm>
            <a:custGeom>
              <a:avLst/>
              <a:gdLst>
                <a:gd name="T0" fmla="*/ 296 w 400"/>
                <a:gd name="T1" fmla="*/ 80 h 260"/>
                <a:gd name="T2" fmla="*/ 332 w 400"/>
                <a:gd name="T3" fmla="*/ 59 h 260"/>
                <a:gd name="T4" fmla="*/ 369 w 400"/>
                <a:gd name="T5" fmla="*/ 80 h 260"/>
                <a:gd name="T6" fmla="*/ 400 w 400"/>
                <a:gd name="T7" fmla="*/ 62 h 260"/>
                <a:gd name="T8" fmla="*/ 332 w 400"/>
                <a:gd name="T9" fmla="*/ 24 h 260"/>
                <a:gd name="T10" fmla="*/ 288 w 400"/>
                <a:gd name="T11" fmla="*/ 12 h 260"/>
                <a:gd name="T12" fmla="*/ 216 w 400"/>
                <a:gd name="T13" fmla="*/ 0 h 260"/>
                <a:gd name="T14" fmla="*/ 152 w 400"/>
                <a:gd name="T15" fmla="*/ 8 h 260"/>
                <a:gd name="T16" fmla="*/ 96 w 400"/>
                <a:gd name="T17" fmla="*/ 28 h 260"/>
                <a:gd name="T18" fmla="*/ 52 w 400"/>
                <a:gd name="T19" fmla="*/ 48 h 260"/>
                <a:gd name="T20" fmla="*/ 8 w 400"/>
                <a:gd name="T21" fmla="*/ 88 h 260"/>
                <a:gd name="T22" fmla="*/ 0 w 400"/>
                <a:gd name="T23" fmla="*/ 120 h 260"/>
                <a:gd name="T24" fmla="*/ 20 w 400"/>
                <a:gd name="T25" fmla="*/ 140 h 260"/>
                <a:gd name="T26" fmla="*/ 52 w 400"/>
                <a:gd name="T27" fmla="*/ 156 h 260"/>
                <a:gd name="T28" fmla="*/ 52 w 400"/>
                <a:gd name="T29" fmla="*/ 260 h 260"/>
                <a:gd name="T30" fmla="*/ 100 w 400"/>
                <a:gd name="T31" fmla="*/ 232 h 260"/>
                <a:gd name="T32" fmla="*/ 296 w 400"/>
                <a:gd name="T33" fmla="*/ 80 h 26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400"/>
                <a:gd name="T52" fmla="*/ 0 h 260"/>
                <a:gd name="T53" fmla="*/ 400 w 400"/>
                <a:gd name="T54" fmla="*/ 260 h 260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400" h="260">
                  <a:moveTo>
                    <a:pt x="296" y="80"/>
                  </a:moveTo>
                  <a:lnTo>
                    <a:pt x="332" y="59"/>
                  </a:lnTo>
                  <a:lnTo>
                    <a:pt x="369" y="80"/>
                  </a:lnTo>
                  <a:lnTo>
                    <a:pt x="400" y="62"/>
                  </a:lnTo>
                  <a:lnTo>
                    <a:pt x="332" y="24"/>
                  </a:lnTo>
                  <a:lnTo>
                    <a:pt x="288" y="12"/>
                  </a:lnTo>
                  <a:lnTo>
                    <a:pt x="216" y="0"/>
                  </a:lnTo>
                  <a:lnTo>
                    <a:pt x="152" y="8"/>
                  </a:lnTo>
                  <a:lnTo>
                    <a:pt x="96" y="28"/>
                  </a:lnTo>
                  <a:lnTo>
                    <a:pt x="52" y="48"/>
                  </a:lnTo>
                  <a:lnTo>
                    <a:pt x="8" y="88"/>
                  </a:lnTo>
                  <a:lnTo>
                    <a:pt x="0" y="120"/>
                  </a:lnTo>
                  <a:lnTo>
                    <a:pt x="20" y="140"/>
                  </a:lnTo>
                  <a:lnTo>
                    <a:pt x="52" y="156"/>
                  </a:lnTo>
                  <a:lnTo>
                    <a:pt x="52" y="260"/>
                  </a:lnTo>
                  <a:lnTo>
                    <a:pt x="100" y="232"/>
                  </a:lnTo>
                  <a:lnTo>
                    <a:pt x="296" y="80"/>
                  </a:lnTo>
                  <a:close/>
                </a:path>
              </a:pathLst>
            </a:custGeom>
            <a:solidFill>
              <a:srgbClr val="FFCCFF"/>
            </a:solidFill>
            <a:ln>
              <a:noFill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1" name="Freeform 64">
              <a:extLst>
                <a:ext uri="{FF2B5EF4-FFF2-40B4-BE49-F238E27FC236}">
                  <a16:creationId xmlns:a16="http://schemas.microsoft.com/office/drawing/2014/main" id="{03579514-E117-9B52-5BBC-C9140B974581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0" y="1570"/>
              <a:ext cx="34" cy="536"/>
            </a:xfrm>
            <a:custGeom>
              <a:avLst/>
              <a:gdLst>
                <a:gd name="T0" fmla="*/ 0 w 34"/>
                <a:gd name="T1" fmla="*/ 0 h 536"/>
                <a:gd name="T2" fmla="*/ 0 w 34"/>
                <a:gd name="T3" fmla="*/ 516 h 536"/>
                <a:gd name="T4" fmla="*/ 28 w 34"/>
                <a:gd name="T5" fmla="*/ 536 h 536"/>
                <a:gd name="T6" fmla="*/ 34 w 34"/>
                <a:gd name="T7" fmla="*/ 20 h 536"/>
                <a:gd name="T8" fmla="*/ 0 w 34"/>
                <a:gd name="T9" fmla="*/ 0 h 5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4"/>
                <a:gd name="T16" fmla="*/ 0 h 536"/>
                <a:gd name="T17" fmla="*/ 34 w 34"/>
                <a:gd name="T18" fmla="*/ 536 h 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4" h="536">
                  <a:moveTo>
                    <a:pt x="0" y="0"/>
                  </a:moveTo>
                  <a:lnTo>
                    <a:pt x="0" y="516"/>
                  </a:lnTo>
                  <a:lnTo>
                    <a:pt x="28" y="536"/>
                  </a:lnTo>
                  <a:lnTo>
                    <a:pt x="34" y="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CC"/>
            </a:solidFill>
            <a:ln>
              <a:noFill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2" name="Freeform 65">
              <a:extLst>
                <a:ext uri="{FF2B5EF4-FFF2-40B4-BE49-F238E27FC236}">
                  <a16:creationId xmlns:a16="http://schemas.microsoft.com/office/drawing/2014/main" id="{62233177-C7DC-FC04-2D3B-185DF46904C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0" y="1574"/>
              <a:ext cx="44" cy="524"/>
            </a:xfrm>
            <a:custGeom>
              <a:avLst/>
              <a:gdLst>
                <a:gd name="T0" fmla="*/ 0 w 44"/>
                <a:gd name="T1" fmla="*/ 20 h 524"/>
                <a:gd name="T2" fmla="*/ 0 w 44"/>
                <a:gd name="T3" fmla="*/ 524 h 524"/>
                <a:gd name="T4" fmla="*/ 44 w 44"/>
                <a:gd name="T5" fmla="*/ 508 h 524"/>
                <a:gd name="T6" fmla="*/ 44 w 44"/>
                <a:gd name="T7" fmla="*/ 0 h 524"/>
                <a:gd name="T8" fmla="*/ 0 w 44"/>
                <a:gd name="T9" fmla="*/ 20 h 5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4"/>
                <a:gd name="T16" fmla="*/ 0 h 524"/>
                <a:gd name="T17" fmla="*/ 44 w 44"/>
                <a:gd name="T18" fmla="*/ 524 h 5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4" h="524">
                  <a:moveTo>
                    <a:pt x="0" y="20"/>
                  </a:moveTo>
                  <a:lnTo>
                    <a:pt x="0" y="524"/>
                  </a:lnTo>
                  <a:lnTo>
                    <a:pt x="44" y="508"/>
                  </a:lnTo>
                  <a:lnTo>
                    <a:pt x="44" y="0"/>
                  </a:lnTo>
                  <a:lnTo>
                    <a:pt x="0" y="20"/>
                  </a:lnTo>
                  <a:close/>
                </a:path>
              </a:pathLst>
            </a:custGeom>
            <a:solidFill>
              <a:srgbClr val="0099FF"/>
            </a:solidFill>
            <a:ln>
              <a:noFill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3" name="Freeform 66">
              <a:extLst>
                <a:ext uri="{FF2B5EF4-FFF2-40B4-BE49-F238E27FC236}">
                  <a16:creationId xmlns:a16="http://schemas.microsoft.com/office/drawing/2014/main" id="{93ED913A-94A1-C238-6BB3-5E1D4EB37E8D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8" y="1574"/>
              <a:ext cx="236" cy="548"/>
            </a:xfrm>
            <a:custGeom>
              <a:avLst/>
              <a:gdLst>
                <a:gd name="T0" fmla="*/ 44 w 236"/>
                <a:gd name="T1" fmla="*/ 176 h 548"/>
                <a:gd name="T2" fmla="*/ 44 w 236"/>
                <a:gd name="T3" fmla="*/ 548 h 548"/>
                <a:gd name="T4" fmla="*/ 84 w 236"/>
                <a:gd name="T5" fmla="*/ 532 h 548"/>
                <a:gd name="T6" fmla="*/ 128 w 236"/>
                <a:gd name="T7" fmla="*/ 524 h 548"/>
                <a:gd name="T8" fmla="*/ 176 w 236"/>
                <a:gd name="T9" fmla="*/ 520 h 548"/>
                <a:gd name="T10" fmla="*/ 236 w 236"/>
                <a:gd name="T11" fmla="*/ 528 h 548"/>
                <a:gd name="T12" fmla="*/ 236 w 236"/>
                <a:gd name="T13" fmla="*/ 20 h 548"/>
                <a:gd name="T14" fmla="*/ 188 w 236"/>
                <a:gd name="T15" fmla="*/ 8 h 548"/>
                <a:gd name="T16" fmla="*/ 136 w 236"/>
                <a:gd name="T17" fmla="*/ 0 h 548"/>
                <a:gd name="T18" fmla="*/ 72 w 236"/>
                <a:gd name="T19" fmla="*/ 8 h 548"/>
                <a:gd name="T20" fmla="*/ 28 w 236"/>
                <a:gd name="T21" fmla="*/ 36 h 548"/>
                <a:gd name="T22" fmla="*/ 4 w 236"/>
                <a:gd name="T23" fmla="*/ 64 h 548"/>
                <a:gd name="T24" fmla="*/ 0 w 236"/>
                <a:gd name="T25" fmla="*/ 100 h 548"/>
                <a:gd name="T26" fmla="*/ 8 w 236"/>
                <a:gd name="T27" fmla="*/ 128 h 548"/>
                <a:gd name="T28" fmla="*/ 16 w 236"/>
                <a:gd name="T29" fmla="*/ 148 h 548"/>
                <a:gd name="T30" fmla="*/ 44 w 236"/>
                <a:gd name="T31" fmla="*/ 176 h 54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236"/>
                <a:gd name="T49" fmla="*/ 0 h 548"/>
                <a:gd name="T50" fmla="*/ 236 w 236"/>
                <a:gd name="T51" fmla="*/ 548 h 548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236" h="548">
                  <a:moveTo>
                    <a:pt x="44" y="176"/>
                  </a:moveTo>
                  <a:lnTo>
                    <a:pt x="44" y="548"/>
                  </a:lnTo>
                  <a:lnTo>
                    <a:pt x="84" y="532"/>
                  </a:lnTo>
                  <a:lnTo>
                    <a:pt x="128" y="524"/>
                  </a:lnTo>
                  <a:lnTo>
                    <a:pt x="176" y="520"/>
                  </a:lnTo>
                  <a:lnTo>
                    <a:pt x="236" y="528"/>
                  </a:lnTo>
                  <a:lnTo>
                    <a:pt x="236" y="20"/>
                  </a:lnTo>
                  <a:lnTo>
                    <a:pt x="188" y="8"/>
                  </a:lnTo>
                  <a:lnTo>
                    <a:pt x="136" y="0"/>
                  </a:lnTo>
                  <a:lnTo>
                    <a:pt x="72" y="8"/>
                  </a:lnTo>
                  <a:lnTo>
                    <a:pt x="28" y="36"/>
                  </a:lnTo>
                  <a:lnTo>
                    <a:pt x="4" y="64"/>
                  </a:lnTo>
                  <a:lnTo>
                    <a:pt x="0" y="100"/>
                  </a:lnTo>
                  <a:lnTo>
                    <a:pt x="8" y="128"/>
                  </a:lnTo>
                  <a:lnTo>
                    <a:pt x="16" y="148"/>
                  </a:lnTo>
                  <a:lnTo>
                    <a:pt x="44" y="176"/>
                  </a:lnTo>
                  <a:close/>
                </a:path>
              </a:pathLst>
            </a:custGeom>
            <a:gradFill rotWithShape="0">
              <a:gsLst>
                <a:gs pos="0">
                  <a:srgbClr val="765E00"/>
                </a:gs>
                <a:gs pos="100000">
                  <a:srgbClr val="FFCC00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4" name="Freeform 67">
              <a:extLst>
                <a:ext uri="{FF2B5EF4-FFF2-40B4-BE49-F238E27FC236}">
                  <a16:creationId xmlns:a16="http://schemas.microsoft.com/office/drawing/2014/main" id="{91165592-4069-7E4E-7A64-BD98B8B60106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6" y="1366"/>
              <a:ext cx="588" cy="376"/>
            </a:xfrm>
            <a:custGeom>
              <a:avLst/>
              <a:gdLst>
                <a:gd name="T0" fmla="*/ 588 w 588"/>
                <a:gd name="T1" fmla="*/ 72 h 376"/>
                <a:gd name="T2" fmla="*/ 520 w 588"/>
                <a:gd name="T3" fmla="*/ 36 h 376"/>
                <a:gd name="T4" fmla="*/ 468 w 588"/>
                <a:gd name="T5" fmla="*/ 20 h 376"/>
                <a:gd name="T6" fmla="*/ 412 w 588"/>
                <a:gd name="T7" fmla="*/ 8 h 376"/>
                <a:gd name="T8" fmla="*/ 336 w 588"/>
                <a:gd name="T9" fmla="*/ 0 h 376"/>
                <a:gd name="T10" fmla="*/ 244 w 588"/>
                <a:gd name="T11" fmla="*/ 8 h 376"/>
                <a:gd name="T12" fmla="*/ 148 w 588"/>
                <a:gd name="T13" fmla="*/ 36 h 376"/>
                <a:gd name="T14" fmla="*/ 88 w 588"/>
                <a:gd name="T15" fmla="*/ 64 h 376"/>
                <a:gd name="T16" fmla="*/ 48 w 588"/>
                <a:gd name="T17" fmla="*/ 96 h 376"/>
                <a:gd name="T18" fmla="*/ 24 w 588"/>
                <a:gd name="T19" fmla="*/ 124 h 376"/>
                <a:gd name="T20" fmla="*/ 4 w 588"/>
                <a:gd name="T21" fmla="*/ 168 h 376"/>
                <a:gd name="T22" fmla="*/ 0 w 588"/>
                <a:gd name="T23" fmla="*/ 214 h 376"/>
                <a:gd name="T24" fmla="*/ 8 w 588"/>
                <a:gd name="T25" fmla="*/ 268 h 376"/>
                <a:gd name="T26" fmla="*/ 24 w 588"/>
                <a:gd name="T27" fmla="*/ 304 h 376"/>
                <a:gd name="T28" fmla="*/ 40 w 588"/>
                <a:gd name="T29" fmla="*/ 332 h 376"/>
                <a:gd name="T30" fmla="*/ 76 w 588"/>
                <a:gd name="T31" fmla="*/ 376 h 376"/>
                <a:gd name="T32" fmla="*/ 168 w 588"/>
                <a:gd name="T33" fmla="*/ 323 h 376"/>
                <a:gd name="T34" fmla="*/ 136 w 588"/>
                <a:gd name="T35" fmla="*/ 296 h 376"/>
                <a:gd name="T36" fmla="*/ 112 w 588"/>
                <a:gd name="T37" fmla="*/ 280 h 376"/>
                <a:gd name="T38" fmla="*/ 96 w 588"/>
                <a:gd name="T39" fmla="*/ 236 h 376"/>
                <a:gd name="T40" fmla="*/ 100 w 588"/>
                <a:gd name="T41" fmla="*/ 180 h 376"/>
                <a:gd name="T42" fmla="*/ 132 w 588"/>
                <a:gd name="T43" fmla="*/ 128 h 376"/>
                <a:gd name="T44" fmla="*/ 188 w 588"/>
                <a:gd name="T45" fmla="*/ 92 h 376"/>
                <a:gd name="T46" fmla="*/ 240 w 588"/>
                <a:gd name="T47" fmla="*/ 76 h 376"/>
                <a:gd name="T48" fmla="*/ 308 w 588"/>
                <a:gd name="T49" fmla="*/ 68 h 376"/>
                <a:gd name="T50" fmla="*/ 376 w 588"/>
                <a:gd name="T51" fmla="*/ 76 h 376"/>
                <a:gd name="T52" fmla="*/ 432 w 588"/>
                <a:gd name="T53" fmla="*/ 88 h 376"/>
                <a:gd name="T54" fmla="*/ 508 w 588"/>
                <a:gd name="T55" fmla="*/ 112 h 376"/>
                <a:gd name="T56" fmla="*/ 588 w 588"/>
                <a:gd name="T57" fmla="*/ 72 h 37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588"/>
                <a:gd name="T88" fmla="*/ 0 h 376"/>
                <a:gd name="T89" fmla="*/ 588 w 588"/>
                <a:gd name="T90" fmla="*/ 376 h 37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588" h="376">
                  <a:moveTo>
                    <a:pt x="588" y="72"/>
                  </a:moveTo>
                  <a:lnTo>
                    <a:pt x="520" y="36"/>
                  </a:lnTo>
                  <a:lnTo>
                    <a:pt x="468" y="20"/>
                  </a:lnTo>
                  <a:lnTo>
                    <a:pt x="412" y="8"/>
                  </a:lnTo>
                  <a:lnTo>
                    <a:pt x="336" y="0"/>
                  </a:lnTo>
                  <a:lnTo>
                    <a:pt x="244" y="8"/>
                  </a:lnTo>
                  <a:lnTo>
                    <a:pt x="148" y="36"/>
                  </a:lnTo>
                  <a:lnTo>
                    <a:pt x="88" y="64"/>
                  </a:lnTo>
                  <a:lnTo>
                    <a:pt x="48" y="96"/>
                  </a:lnTo>
                  <a:lnTo>
                    <a:pt x="24" y="124"/>
                  </a:lnTo>
                  <a:lnTo>
                    <a:pt x="4" y="168"/>
                  </a:lnTo>
                  <a:lnTo>
                    <a:pt x="0" y="214"/>
                  </a:lnTo>
                  <a:lnTo>
                    <a:pt x="8" y="268"/>
                  </a:lnTo>
                  <a:lnTo>
                    <a:pt x="24" y="304"/>
                  </a:lnTo>
                  <a:lnTo>
                    <a:pt x="40" y="332"/>
                  </a:lnTo>
                  <a:lnTo>
                    <a:pt x="76" y="376"/>
                  </a:lnTo>
                  <a:lnTo>
                    <a:pt x="168" y="323"/>
                  </a:lnTo>
                  <a:lnTo>
                    <a:pt x="136" y="296"/>
                  </a:lnTo>
                  <a:lnTo>
                    <a:pt x="112" y="280"/>
                  </a:lnTo>
                  <a:lnTo>
                    <a:pt x="96" y="236"/>
                  </a:lnTo>
                  <a:lnTo>
                    <a:pt x="100" y="180"/>
                  </a:lnTo>
                  <a:lnTo>
                    <a:pt x="132" y="128"/>
                  </a:lnTo>
                  <a:lnTo>
                    <a:pt x="188" y="92"/>
                  </a:lnTo>
                  <a:lnTo>
                    <a:pt x="240" y="76"/>
                  </a:lnTo>
                  <a:lnTo>
                    <a:pt x="308" y="68"/>
                  </a:lnTo>
                  <a:lnTo>
                    <a:pt x="376" y="76"/>
                  </a:lnTo>
                  <a:lnTo>
                    <a:pt x="432" y="88"/>
                  </a:lnTo>
                  <a:lnTo>
                    <a:pt x="508" y="112"/>
                  </a:lnTo>
                  <a:lnTo>
                    <a:pt x="588" y="72"/>
                  </a:lnTo>
                  <a:close/>
                </a:path>
              </a:pathLst>
            </a:custGeom>
            <a:solidFill>
              <a:srgbClr val="FF3300"/>
            </a:solidFill>
            <a:ln w="12700">
              <a:solidFill>
                <a:srgbClr val="FF3300"/>
              </a:solidFill>
              <a:round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5" name="Freeform 68">
              <a:extLst>
                <a:ext uri="{FF2B5EF4-FFF2-40B4-BE49-F238E27FC236}">
                  <a16:creationId xmlns:a16="http://schemas.microsoft.com/office/drawing/2014/main" id="{258A6D54-59E2-CB29-7145-2D74882517CA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3" y="2250"/>
              <a:ext cx="321" cy="368"/>
            </a:xfrm>
            <a:custGeom>
              <a:avLst/>
              <a:gdLst>
                <a:gd name="T0" fmla="*/ 5 w 321"/>
                <a:gd name="T1" fmla="*/ 84 h 368"/>
                <a:gd name="T2" fmla="*/ 0 w 321"/>
                <a:gd name="T3" fmla="*/ 368 h 368"/>
                <a:gd name="T4" fmla="*/ 89 w 321"/>
                <a:gd name="T5" fmla="*/ 324 h 368"/>
                <a:gd name="T6" fmla="*/ 133 w 321"/>
                <a:gd name="T7" fmla="*/ 304 h 368"/>
                <a:gd name="T8" fmla="*/ 181 w 321"/>
                <a:gd name="T9" fmla="*/ 284 h 368"/>
                <a:gd name="T10" fmla="*/ 221 w 321"/>
                <a:gd name="T11" fmla="*/ 280 h 368"/>
                <a:gd name="T12" fmla="*/ 261 w 321"/>
                <a:gd name="T13" fmla="*/ 288 h 368"/>
                <a:gd name="T14" fmla="*/ 285 w 321"/>
                <a:gd name="T15" fmla="*/ 296 h 368"/>
                <a:gd name="T16" fmla="*/ 321 w 321"/>
                <a:gd name="T17" fmla="*/ 320 h 368"/>
                <a:gd name="T18" fmla="*/ 321 w 321"/>
                <a:gd name="T19" fmla="*/ 20 h 368"/>
                <a:gd name="T20" fmla="*/ 281 w 321"/>
                <a:gd name="T21" fmla="*/ 8 h 368"/>
                <a:gd name="T22" fmla="*/ 225 w 321"/>
                <a:gd name="T23" fmla="*/ 0 h 368"/>
                <a:gd name="T24" fmla="*/ 173 w 321"/>
                <a:gd name="T25" fmla="*/ 4 h 368"/>
                <a:gd name="T26" fmla="*/ 109 w 321"/>
                <a:gd name="T27" fmla="*/ 24 h 368"/>
                <a:gd name="T28" fmla="*/ 5 w 321"/>
                <a:gd name="T29" fmla="*/ 84 h 368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321"/>
                <a:gd name="T46" fmla="*/ 0 h 368"/>
                <a:gd name="T47" fmla="*/ 321 w 321"/>
                <a:gd name="T48" fmla="*/ 368 h 368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321" h="368">
                  <a:moveTo>
                    <a:pt x="5" y="84"/>
                  </a:moveTo>
                  <a:lnTo>
                    <a:pt x="0" y="368"/>
                  </a:lnTo>
                  <a:lnTo>
                    <a:pt x="89" y="324"/>
                  </a:lnTo>
                  <a:lnTo>
                    <a:pt x="133" y="304"/>
                  </a:lnTo>
                  <a:lnTo>
                    <a:pt x="181" y="284"/>
                  </a:lnTo>
                  <a:lnTo>
                    <a:pt x="221" y="280"/>
                  </a:lnTo>
                  <a:lnTo>
                    <a:pt x="261" y="288"/>
                  </a:lnTo>
                  <a:lnTo>
                    <a:pt x="285" y="296"/>
                  </a:lnTo>
                  <a:lnTo>
                    <a:pt x="321" y="320"/>
                  </a:lnTo>
                  <a:lnTo>
                    <a:pt x="321" y="20"/>
                  </a:lnTo>
                  <a:lnTo>
                    <a:pt x="281" y="8"/>
                  </a:lnTo>
                  <a:lnTo>
                    <a:pt x="225" y="0"/>
                  </a:lnTo>
                  <a:lnTo>
                    <a:pt x="173" y="4"/>
                  </a:lnTo>
                  <a:lnTo>
                    <a:pt x="109" y="24"/>
                  </a:lnTo>
                  <a:lnTo>
                    <a:pt x="5" y="84"/>
                  </a:lnTo>
                  <a:close/>
                </a:path>
              </a:pathLst>
            </a:custGeom>
            <a:gradFill rotWithShape="0">
              <a:gsLst>
                <a:gs pos="0">
                  <a:srgbClr val="FFCC00"/>
                </a:gs>
                <a:gs pos="100000">
                  <a:srgbClr val="A88600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6" name="Freeform 69">
              <a:extLst>
                <a:ext uri="{FF2B5EF4-FFF2-40B4-BE49-F238E27FC236}">
                  <a16:creationId xmlns:a16="http://schemas.microsoft.com/office/drawing/2014/main" id="{FDC0BD80-4A49-B010-C9FE-47CAEECAEA80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2" y="1438"/>
              <a:ext cx="112" cy="660"/>
            </a:xfrm>
            <a:custGeom>
              <a:avLst/>
              <a:gdLst>
                <a:gd name="T0" fmla="*/ 32 w 112"/>
                <a:gd name="T1" fmla="*/ 36 h 660"/>
                <a:gd name="T2" fmla="*/ 32 w 112"/>
                <a:gd name="T3" fmla="*/ 136 h 660"/>
                <a:gd name="T4" fmla="*/ 0 w 112"/>
                <a:gd name="T5" fmla="*/ 156 h 660"/>
                <a:gd name="T6" fmla="*/ 0 w 112"/>
                <a:gd name="T7" fmla="*/ 660 h 660"/>
                <a:gd name="T8" fmla="*/ 112 w 112"/>
                <a:gd name="T9" fmla="*/ 608 h 660"/>
                <a:gd name="T10" fmla="*/ 112 w 112"/>
                <a:gd name="T11" fmla="*/ 0 h 660"/>
                <a:gd name="T12" fmla="*/ 32 w 112"/>
                <a:gd name="T13" fmla="*/ 36 h 66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12"/>
                <a:gd name="T22" fmla="*/ 0 h 660"/>
                <a:gd name="T23" fmla="*/ 112 w 112"/>
                <a:gd name="T24" fmla="*/ 660 h 66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12" h="660">
                  <a:moveTo>
                    <a:pt x="32" y="36"/>
                  </a:moveTo>
                  <a:lnTo>
                    <a:pt x="32" y="136"/>
                  </a:lnTo>
                  <a:lnTo>
                    <a:pt x="0" y="156"/>
                  </a:lnTo>
                  <a:lnTo>
                    <a:pt x="0" y="660"/>
                  </a:lnTo>
                  <a:lnTo>
                    <a:pt x="112" y="608"/>
                  </a:lnTo>
                  <a:lnTo>
                    <a:pt x="112" y="0"/>
                  </a:lnTo>
                  <a:lnTo>
                    <a:pt x="32" y="36"/>
                  </a:lnTo>
                  <a:close/>
                </a:path>
              </a:pathLst>
            </a:custGeom>
            <a:solidFill>
              <a:srgbClr val="FF66FF"/>
            </a:solidFill>
            <a:ln w="28575">
              <a:solidFill>
                <a:srgbClr val="000000"/>
              </a:solidFill>
              <a:round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7" name="Freeform 70">
              <a:extLst>
                <a:ext uri="{FF2B5EF4-FFF2-40B4-BE49-F238E27FC236}">
                  <a16:creationId xmlns:a16="http://schemas.microsoft.com/office/drawing/2014/main" id="{7923686C-0F0A-26CE-816C-C77BA4F74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6" y="2246"/>
              <a:ext cx="153" cy="372"/>
            </a:xfrm>
            <a:custGeom>
              <a:avLst/>
              <a:gdLst>
                <a:gd name="T0" fmla="*/ 0 w 153"/>
                <a:gd name="T1" fmla="*/ 0 h 372"/>
                <a:gd name="T2" fmla="*/ 152 w 153"/>
                <a:gd name="T3" fmla="*/ 88 h 372"/>
                <a:gd name="T4" fmla="*/ 153 w 153"/>
                <a:gd name="T5" fmla="*/ 372 h 372"/>
                <a:gd name="T6" fmla="*/ 0 w 153"/>
                <a:gd name="T7" fmla="*/ 296 h 372"/>
                <a:gd name="T8" fmla="*/ 0 w 153"/>
                <a:gd name="T9" fmla="*/ 0 h 37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"/>
                <a:gd name="T16" fmla="*/ 0 h 372"/>
                <a:gd name="T17" fmla="*/ 153 w 153"/>
                <a:gd name="T18" fmla="*/ 372 h 37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" h="372">
                  <a:moveTo>
                    <a:pt x="0" y="0"/>
                  </a:moveTo>
                  <a:lnTo>
                    <a:pt x="152" y="88"/>
                  </a:lnTo>
                  <a:lnTo>
                    <a:pt x="153" y="372"/>
                  </a:lnTo>
                  <a:lnTo>
                    <a:pt x="0" y="2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3399"/>
            </a:solidFill>
            <a:ln>
              <a:noFill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8" name="Freeform 71">
              <a:extLst>
                <a:ext uri="{FF2B5EF4-FFF2-40B4-BE49-F238E27FC236}">
                  <a16:creationId xmlns:a16="http://schemas.microsoft.com/office/drawing/2014/main" id="{85502210-ADE5-FA07-2111-C29CCD06025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0" y="2222"/>
              <a:ext cx="136" cy="336"/>
            </a:xfrm>
            <a:custGeom>
              <a:avLst/>
              <a:gdLst>
                <a:gd name="T0" fmla="*/ 0 w 136"/>
                <a:gd name="T1" fmla="*/ 48 h 336"/>
                <a:gd name="T2" fmla="*/ 88 w 136"/>
                <a:gd name="T3" fmla="*/ 0 h 336"/>
                <a:gd name="T4" fmla="*/ 88 w 136"/>
                <a:gd name="T5" fmla="*/ 108 h 336"/>
                <a:gd name="T6" fmla="*/ 136 w 136"/>
                <a:gd name="T7" fmla="*/ 84 h 336"/>
                <a:gd name="T8" fmla="*/ 136 w 136"/>
                <a:gd name="T9" fmla="*/ 256 h 336"/>
                <a:gd name="T10" fmla="*/ 0 w 136"/>
                <a:gd name="T11" fmla="*/ 336 h 336"/>
                <a:gd name="T12" fmla="*/ 0 w 136"/>
                <a:gd name="T13" fmla="*/ 48 h 3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36"/>
                <a:gd name="T22" fmla="*/ 0 h 336"/>
                <a:gd name="T23" fmla="*/ 136 w 136"/>
                <a:gd name="T24" fmla="*/ 336 h 3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36" h="336">
                  <a:moveTo>
                    <a:pt x="0" y="48"/>
                  </a:moveTo>
                  <a:lnTo>
                    <a:pt x="88" y="0"/>
                  </a:lnTo>
                  <a:lnTo>
                    <a:pt x="88" y="108"/>
                  </a:lnTo>
                  <a:lnTo>
                    <a:pt x="136" y="84"/>
                  </a:lnTo>
                  <a:lnTo>
                    <a:pt x="136" y="256"/>
                  </a:lnTo>
                  <a:lnTo>
                    <a:pt x="0" y="336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rgbClr val="FF99FF"/>
            </a:solidFill>
            <a:ln w="28575">
              <a:solidFill>
                <a:srgbClr val="000000"/>
              </a:solidFill>
              <a:round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9" name="Freeform 72">
              <a:extLst>
                <a:ext uri="{FF2B5EF4-FFF2-40B4-BE49-F238E27FC236}">
                  <a16:creationId xmlns:a16="http://schemas.microsoft.com/office/drawing/2014/main" id="{33E272E2-4234-D29A-57C9-89A7FFCB7600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9" y="1690"/>
              <a:ext cx="293" cy="732"/>
            </a:xfrm>
            <a:custGeom>
              <a:avLst/>
              <a:gdLst>
                <a:gd name="T0" fmla="*/ 149 w 293"/>
                <a:gd name="T1" fmla="*/ 40 h 732"/>
                <a:gd name="T2" fmla="*/ 149 w 293"/>
                <a:gd name="T3" fmla="*/ 356 h 732"/>
                <a:gd name="T4" fmla="*/ 49 w 293"/>
                <a:gd name="T5" fmla="*/ 414 h 732"/>
                <a:gd name="T6" fmla="*/ 49 w 293"/>
                <a:gd name="T7" fmla="*/ 532 h 732"/>
                <a:gd name="T8" fmla="*/ 0 w 293"/>
                <a:gd name="T9" fmla="*/ 560 h 732"/>
                <a:gd name="T10" fmla="*/ 0 w 293"/>
                <a:gd name="T11" fmla="*/ 732 h 732"/>
                <a:gd name="T12" fmla="*/ 293 w 293"/>
                <a:gd name="T13" fmla="*/ 563 h 732"/>
                <a:gd name="T14" fmla="*/ 293 w 293"/>
                <a:gd name="T15" fmla="*/ 56 h 732"/>
                <a:gd name="T16" fmla="*/ 237 w 293"/>
                <a:gd name="T17" fmla="*/ 88 h 732"/>
                <a:gd name="T18" fmla="*/ 237 w 293"/>
                <a:gd name="T19" fmla="*/ 0 h 732"/>
                <a:gd name="T20" fmla="*/ 149 w 293"/>
                <a:gd name="T21" fmla="*/ 40 h 73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93"/>
                <a:gd name="T34" fmla="*/ 0 h 732"/>
                <a:gd name="T35" fmla="*/ 293 w 293"/>
                <a:gd name="T36" fmla="*/ 732 h 732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93" h="732">
                  <a:moveTo>
                    <a:pt x="149" y="40"/>
                  </a:moveTo>
                  <a:lnTo>
                    <a:pt x="149" y="356"/>
                  </a:lnTo>
                  <a:lnTo>
                    <a:pt x="49" y="414"/>
                  </a:lnTo>
                  <a:lnTo>
                    <a:pt x="49" y="532"/>
                  </a:lnTo>
                  <a:lnTo>
                    <a:pt x="0" y="560"/>
                  </a:lnTo>
                  <a:lnTo>
                    <a:pt x="0" y="732"/>
                  </a:lnTo>
                  <a:lnTo>
                    <a:pt x="293" y="563"/>
                  </a:lnTo>
                  <a:lnTo>
                    <a:pt x="293" y="56"/>
                  </a:lnTo>
                  <a:lnTo>
                    <a:pt x="237" y="88"/>
                  </a:lnTo>
                  <a:lnTo>
                    <a:pt x="237" y="0"/>
                  </a:lnTo>
                  <a:lnTo>
                    <a:pt x="149" y="40"/>
                  </a:lnTo>
                  <a:close/>
                </a:path>
              </a:pathLst>
            </a:custGeom>
            <a:solidFill>
              <a:srgbClr val="FF99FF"/>
            </a:solidFill>
            <a:ln w="28575">
              <a:solidFill>
                <a:srgbClr val="000000"/>
              </a:solidFill>
              <a:round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0" name="Freeform 73">
              <a:extLst>
                <a:ext uri="{FF2B5EF4-FFF2-40B4-BE49-F238E27FC236}">
                  <a16:creationId xmlns:a16="http://schemas.microsoft.com/office/drawing/2014/main" id="{F352B2D9-920C-E2D1-FB4C-68220A6A68F0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9" y="1910"/>
              <a:ext cx="295" cy="511"/>
            </a:xfrm>
            <a:custGeom>
              <a:avLst/>
              <a:gdLst>
                <a:gd name="T0" fmla="*/ 0 w 885"/>
                <a:gd name="T1" fmla="*/ 6 h 1531"/>
                <a:gd name="T2" fmla="*/ 4 w 885"/>
                <a:gd name="T3" fmla="*/ 0 h 1531"/>
                <a:gd name="T4" fmla="*/ 4 w 885"/>
                <a:gd name="T5" fmla="*/ 0 h 1531"/>
                <a:gd name="T6" fmla="*/ 0 60000 65536"/>
                <a:gd name="T7" fmla="*/ 0 60000 65536"/>
                <a:gd name="T8" fmla="*/ 0 60000 65536"/>
                <a:gd name="T9" fmla="*/ 0 w 885"/>
                <a:gd name="T10" fmla="*/ 0 h 1531"/>
                <a:gd name="T11" fmla="*/ 885 w 885"/>
                <a:gd name="T12" fmla="*/ 1531 h 153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85" h="1531">
                  <a:moveTo>
                    <a:pt x="0" y="1531"/>
                  </a:moveTo>
                  <a:lnTo>
                    <a:pt x="884" y="0"/>
                  </a:lnTo>
                  <a:lnTo>
                    <a:pt x="885" y="0"/>
                  </a:lnTo>
                </a:path>
              </a:pathLst>
            </a:custGeom>
            <a:solidFill>
              <a:srgbClr val="FF99FF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1" name="Freeform 74">
              <a:extLst>
                <a:ext uri="{FF2B5EF4-FFF2-40B4-BE49-F238E27FC236}">
                  <a16:creationId xmlns:a16="http://schemas.microsoft.com/office/drawing/2014/main" id="{8D58B6CC-D2FD-E59D-F8A5-A45FC29D5034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0" y="2038"/>
              <a:ext cx="184" cy="319"/>
            </a:xfrm>
            <a:custGeom>
              <a:avLst/>
              <a:gdLst>
                <a:gd name="T0" fmla="*/ 0 w 552"/>
                <a:gd name="T1" fmla="*/ 4 h 957"/>
                <a:gd name="T2" fmla="*/ 2 w 552"/>
                <a:gd name="T3" fmla="*/ 0 h 957"/>
                <a:gd name="T4" fmla="*/ 2 w 552"/>
                <a:gd name="T5" fmla="*/ 0 h 957"/>
                <a:gd name="T6" fmla="*/ 0 60000 65536"/>
                <a:gd name="T7" fmla="*/ 0 60000 65536"/>
                <a:gd name="T8" fmla="*/ 0 60000 65536"/>
                <a:gd name="T9" fmla="*/ 0 w 552"/>
                <a:gd name="T10" fmla="*/ 0 h 957"/>
                <a:gd name="T11" fmla="*/ 552 w 552"/>
                <a:gd name="T12" fmla="*/ 957 h 95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52" h="957">
                  <a:moveTo>
                    <a:pt x="0" y="957"/>
                  </a:moveTo>
                  <a:lnTo>
                    <a:pt x="551" y="0"/>
                  </a:lnTo>
                  <a:lnTo>
                    <a:pt x="552" y="0"/>
                  </a:lnTo>
                </a:path>
              </a:pathLst>
            </a:custGeom>
            <a:solidFill>
              <a:srgbClr val="FF99FF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2" name="Freeform 75">
              <a:extLst>
                <a:ext uri="{FF2B5EF4-FFF2-40B4-BE49-F238E27FC236}">
                  <a16:creationId xmlns:a16="http://schemas.microsoft.com/office/drawing/2014/main" id="{F6DD123F-C4AC-5566-6C23-7538D8CC06A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0" y="2166"/>
              <a:ext cx="74" cy="127"/>
            </a:xfrm>
            <a:custGeom>
              <a:avLst/>
              <a:gdLst>
                <a:gd name="T0" fmla="*/ 0 w 221"/>
                <a:gd name="T1" fmla="*/ 2 h 380"/>
                <a:gd name="T2" fmla="*/ 1 w 221"/>
                <a:gd name="T3" fmla="*/ 0 h 380"/>
                <a:gd name="T4" fmla="*/ 1 w 221"/>
                <a:gd name="T5" fmla="*/ 0 h 380"/>
                <a:gd name="T6" fmla="*/ 0 60000 65536"/>
                <a:gd name="T7" fmla="*/ 0 60000 65536"/>
                <a:gd name="T8" fmla="*/ 0 60000 65536"/>
                <a:gd name="T9" fmla="*/ 0 w 221"/>
                <a:gd name="T10" fmla="*/ 0 h 380"/>
                <a:gd name="T11" fmla="*/ 221 w 221"/>
                <a:gd name="T12" fmla="*/ 380 h 38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1" h="380">
                  <a:moveTo>
                    <a:pt x="0" y="380"/>
                  </a:moveTo>
                  <a:lnTo>
                    <a:pt x="220" y="0"/>
                  </a:lnTo>
                  <a:lnTo>
                    <a:pt x="221" y="0"/>
                  </a:lnTo>
                </a:path>
              </a:pathLst>
            </a:custGeom>
            <a:solidFill>
              <a:srgbClr val="FF99FF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3" name="Freeform 76">
              <a:extLst>
                <a:ext uri="{FF2B5EF4-FFF2-40B4-BE49-F238E27FC236}">
                  <a16:creationId xmlns:a16="http://schemas.microsoft.com/office/drawing/2014/main" id="{687E19C9-201C-B40D-705F-F3FCF71DB67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9" y="2225"/>
              <a:ext cx="40" cy="68"/>
            </a:xfrm>
            <a:custGeom>
              <a:avLst/>
              <a:gdLst>
                <a:gd name="T0" fmla="*/ 0 w 120"/>
                <a:gd name="T1" fmla="*/ 1 h 205"/>
                <a:gd name="T2" fmla="*/ 0 w 120"/>
                <a:gd name="T3" fmla="*/ 0 h 205"/>
                <a:gd name="T4" fmla="*/ 0 w 120"/>
                <a:gd name="T5" fmla="*/ 0 h 205"/>
                <a:gd name="T6" fmla="*/ 0 60000 65536"/>
                <a:gd name="T7" fmla="*/ 0 60000 65536"/>
                <a:gd name="T8" fmla="*/ 0 60000 65536"/>
                <a:gd name="T9" fmla="*/ 0 w 120"/>
                <a:gd name="T10" fmla="*/ 0 h 205"/>
                <a:gd name="T11" fmla="*/ 120 w 120"/>
                <a:gd name="T12" fmla="*/ 205 h 20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0" h="205">
                  <a:moveTo>
                    <a:pt x="0" y="205"/>
                  </a:moveTo>
                  <a:lnTo>
                    <a:pt x="119" y="0"/>
                  </a:lnTo>
                  <a:lnTo>
                    <a:pt x="120" y="0"/>
                  </a:lnTo>
                </a:path>
              </a:pathLst>
            </a:custGeom>
            <a:solidFill>
              <a:srgbClr val="FF99FF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4" name="Freeform 77">
              <a:extLst>
                <a:ext uri="{FF2B5EF4-FFF2-40B4-BE49-F238E27FC236}">
                  <a16:creationId xmlns:a16="http://schemas.microsoft.com/office/drawing/2014/main" id="{E2D6F129-6796-F0F7-93F0-104EA597C6B5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5" y="1743"/>
              <a:ext cx="88" cy="151"/>
            </a:xfrm>
            <a:custGeom>
              <a:avLst/>
              <a:gdLst>
                <a:gd name="T0" fmla="*/ 0 w 264"/>
                <a:gd name="T1" fmla="*/ 2 h 455"/>
                <a:gd name="T2" fmla="*/ 1 w 264"/>
                <a:gd name="T3" fmla="*/ 0 h 455"/>
                <a:gd name="T4" fmla="*/ 1 w 264"/>
                <a:gd name="T5" fmla="*/ 0 h 455"/>
                <a:gd name="T6" fmla="*/ 0 60000 65536"/>
                <a:gd name="T7" fmla="*/ 0 60000 65536"/>
                <a:gd name="T8" fmla="*/ 0 60000 65536"/>
                <a:gd name="T9" fmla="*/ 0 w 264"/>
                <a:gd name="T10" fmla="*/ 0 h 455"/>
                <a:gd name="T11" fmla="*/ 264 w 264"/>
                <a:gd name="T12" fmla="*/ 455 h 4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64" h="455">
                  <a:moveTo>
                    <a:pt x="0" y="455"/>
                  </a:moveTo>
                  <a:lnTo>
                    <a:pt x="263" y="0"/>
                  </a:lnTo>
                  <a:lnTo>
                    <a:pt x="264" y="0"/>
                  </a:lnTo>
                </a:path>
              </a:pathLst>
            </a:custGeom>
            <a:solidFill>
              <a:srgbClr val="FF99FF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" name="Freeform 78">
              <a:extLst>
                <a:ext uri="{FF2B5EF4-FFF2-40B4-BE49-F238E27FC236}">
                  <a16:creationId xmlns:a16="http://schemas.microsoft.com/office/drawing/2014/main" id="{EA1AB39D-5851-8ED7-091B-03D6993E492E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5" y="1716"/>
              <a:ext cx="30" cy="50"/>
            </a:xfrm>
            <a:custGeom>
              <a:avLst/>
              <a:gdLst>
                <a:gd name="T0" fmla="*/ 0 w 89"/>
                <a:gd name="T1" fmla="*/ 1 h 151"/>
                <a:gd name="T2" fmla="*/ 0 w 89"/>
                <a:gd name="T3" fmla="*/ 0 h 151"/>
                <a:gd name="T4" fmla="*/ 0 w 89"/>
                <a:gd name="T5" fmla="*/ 0 h 151"/>
                <a:gd name="T6" fmla="*/ 0 60000 65536"/>
                <a:gd name="T7" fmla="*/ 0 60000 65536"/>
                <a:gd name="T8" fmla="*/ 0 60000 65536"/>
                <a:gd name="T9" fmla="*/ 0 w 89"/>
                <a:gd name="T10" fmla="*/ 0 h 151"/>
                <a:gd name="T11" fmla="*/ 89 w 89"/>
                <a:gd name="T12" fmla="*/ 151 h 1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9" h="151">
                  <a:moveTo>
                    <a:pt x="0" y="151"/>
                  </a:moveTo>
                  <a:lnTo>
                    <a:pt x="88" y="0"/>
                  </a:lnTo>
                  <a:lnTo>
                    <a:pt x="89" y="0"/>
                  </a:lnTo>
                </a:path>
              </a:pathLst>
            </a:custGeom>
            <a:solidFill>
              <a:srgbClr val="FF99FF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6" name="Freeform 79">
              <a:extLst>
                <a:ext uri="{FF2B5EF4-FFF2-40B4-BE49-F238E27FC236}">
                  <a16:creationId xmlns:a16="http://schemas.microsoft.com/office/drawing/2014/main" id="{43788E02-5137-6BAC-D398-4E503B0B09C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5" y="1782"/>
              <a:ext cx="139" cy="240"/>
            </a:xfrm>
            <a:custGeom>
              <a:avLst/>
              <a:gdLst>
                <a:gd name="T0" fmla="*/ 0 w 416"/>
                <a:gd name="T1" fmla="*/ 3 h 719"/>
                <a:gd name="T2" fmla="*/ 2 w 416"/>
                <a:gd name="T3" fmla="*/ 0 h 719"/>
                <a:gd name="T4" fmla="*/ 2 w 416"/>
                <a:gd name="T5" fmla="*/ 0 h 719"/>
                <a:gd name="T6" fmla="*/ 0 60000 65536"/>
                <a:gd name="T7" fmla="*/ 0 60000 65536"/>
                <a:gd name="T8" fmla="*/ 0 60000 65536"/>
                <a:gd name="T9" fmla="*/ 0 w 416"/>
                <a:gd name="T10" fmla="*/ 0 h 719"/>
                <a:gd name="T11" fmla="*/ 416 w 416"/>
                <a:gd name="T12" fmla="*/ 719 h 71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16" h="719">
                  <a:moveTo>
                    <a:pt x="0" y="719"/>
                  </a:moveTo>
                  <a:lnTo>
                    <a:pt x="415" y="0"/>
                  </a:lnTo>
                  <a:lnTo>
                    <a:pt x="416" y="0"/>
                  </a:lnTo>
                </a:path>
              </a:pathLst>
            </a:custGeom>
            <a:solidFill>
              <a:srgbClr val="FF99FF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7" name="Freeform 80">
              <a:extLst>
                <a:ext uri="{FF2B5EF4-FFF2-40B4-BE49-F238E27FC236}">
                  <a16:creationId xmlns:a16="http://schemas.microsoft.com/office/drawing/2014/main" id="{588FB457-3DFE-40CC-2AE3-ED529ECD96DD}"/>
                </a:ext>
              </a:extLst>
            </p:cNvPr>
            <p:cNvSpPr>
              <a:spLocks/>
            </p:cNvSpPr>
            <p:nvPr/>
          </p:nvSpPr>
          <p:spPr bwMode="auto">
            <a:xfrm>
              <a:off x="4140" y="2054"/>
              <a:ext cx="87" cy="151"/>
            </a:xfrm>
            <a:custGeom>
              <a:avLst/>
              <a:gdLst>
                <a:gd name="T0" fmla="*/ 0 w 263"/>
                <a:gd name="T1" fmla="*/ 2 h 454"/>
                <a:gd name="T2" fmla="*/ 1 w 263"/>
                <a:gd name="T3" fmla="*/ 0 h 454"/>
                <a:gd name="T4" fmla="*/ 1 w 263"/>
                <a:gd name="T5" fmla="*/ 0 h 454"/>
                <a:gd name="T6" fmla="*/ 0 60000 65536"/>
                <a:gd name="T7" fmla="*/ 0 60000 65536"/>
                <a:gd name="T8" fmla="*/ 0 60000 65536"/>
                <a:gd name="T9" fmla="*/ 0 w 263"/>
                <a:gd name="T10" fmla="*/ 0 h 454"/>
                <a:gd name="T11" fmla="*/ 263 w 263"/>
                <a:gd name="T12" fmla="*/ 454 h 45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63" h="454">
                  <a:moveTo>
                    <a:pt x="0" y="454"/>
                  </a:moveTo>
                  <a:lnTo>
                    <a:pt x="262" y="0"/>
                  </a:lnTo>
                  <a:lnTo>
                    <a:pt x="263" y="0"/>
                  </a:lnTo>
                </a:path>
              </a:pathLst>
            </a:custGeom>
            <a:solidFill>
              <a:srgbClr val="FF99FF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8" name="Freeform 81">
              <a:extLst>
                <a:ext uri="{FF2B5EF4-FFF2-40B4-BE49-F238E27FC236}">
                  <a16:creationId xmlns:a16="http://schemas.microsoft.com/office/drawing/2014/main" id="{573D3651-3D8C-E834-6654-C96788C8AA35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9" y="1529"/>
              <a:ext cx="102" cy="178"/>
            </a:xfrm>
            <a:custGeom>
              <a:avLst/>
              <a:gdLst>
                <a:gd name="T0" fmla="*/ 0 w 308"/>
                <a:gd name="T1" fmla="*/ 2 h 534"/>
                <a:gd name="T2" fmla="*/ 1 w 308"/>
                <a:gd name="T3" fmla="*/ 0 h 534"/>
                <a:gd name="T4" fmla="*/ 1 w 308"/>
                <a:gd name="T5" fmla="*/ 0 h 534"/>
                <a:gd name="T6" fmla="*/ 0 60000 65536"/>
                <a:gd name="T7" fmla="*/ 0 60000 65536"/>
                <a:gd name="T8" fmla="*/ 0 60000 65536"/>
                <a:gd name="T9" fmla="*/ 0 w 308"/>
                <a:gd name="T10" fmla="*/ 0 h 534"/>
                <a:gd name="T11" fmla="*/ 308 w 308"/>
                <a:gd name="T12" fmla="*/ 534 h 53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08" h="534">
                  <a:moveTo>
                    <a:pt x="0" y="534"/>
                  </a:moveTo>
                  <a:lnTo>
                    <a:pt x="307" y="0"/>
                  </a:lnTo>
                  <a:lnTo>
                    <a:pt x="308" y="0"/>
                  </a:lnTo>
                </a:path>
              </a:pathLst>
            </a:custGeom>
            <a:solidFill>
              <a:srgbClr val="FF99FF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9" name="Freeform 82">
              <a:extLst>
                <a:ext uri="{FF2B5EF4-FFF2-40B4-BE49-F238E27FC236}">
                  <a16:creationId xmlns:a16="http://schemas.microsoft.com/office/drawing/2014/main" id="{A0259EAD-93A3-02F8-F04E-0541AF87A7B3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9" y="1656"/>
              <a:ext cx="102" cy="179"/>
            </a:xfrm>
            <a:custGeom>
              <a:avLst/>
              <a:gdLst>
                <a:gd name="T0" fmla="*/ 0 w 308"/>
                <a:gd name="T1" fmla="*/ 2 h 535"/>
                <a:gd name="T2" fmla="*/ 1 w 308"/>
                <a:gd name="T3" fmla="*/ 0 h 535"/>
                <a:gd name="T4" fmla="*/ 1 w 308"/>
                <a:gd name="T5" fmla="*/ 0 h 535"/>
                <a:gd name="T6" fmla="*/ 0 60000 65536"/>
                <a:gd name="T7" fmla="*/ 0 60000 65536"/>
                <a:gd name="T8" fmla="*/ 0 60000 65536"/>
                <a:gd name="T9" fmla="*/ 0 w 308"/>
                <a:gd name="T10" fmla="*/ 0 h 535"/>
                <a:gd name="T11" fmla="*/ 308 w 308"/>
                <a:gd name="T12" fmla="*/ 535 h 53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08" h="535">
                  <a:moveTo>
                    <a:pt x="0" y="535"/>
                  </a:moveTo>
                  <a:lnTo>
                    <a:pt x="307" y="0"/>
                  </a:lnTo>
                  <a:lnTo>
                    <a:pt x="308" y="0"/>
                  </a:lnTo>
                </a:path>
              </a:pathLst>
            </a:custGeom>
            <a:solidFill>
              <a:srgbClr val="FF99FF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0" name="Freeform 83">
              <a:extLst>
                <a:ext uri="{FF2B5EF4-FFF2-40B4-BE49-F238E27FC236}">
                  <a16:creationId xmlns:a16="http://schemas.microsoft.com/office/drawing/2014/main" id="{5A31ADAC-ADD3-8B79-6CAE-D403C7EC693B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9" y="1785"/>
              <a:ext cx="102" cy="177"/>
            </a:xfrm>
            <a:custGeom>
              <a:avLst/>
              <a:gdLst>
                <a:gd name="T0" fmla="*/ 0 w 308"/>
                <a:gd name="T1" fmla="*/ 2 h 533"/>
                <a:gd name="T2" fmla="*/ 1 w 308"/>
                <a:gd name="T3" fmla="*/ 0 h 533"/>
                <a:gd name="T4" fmla="*/ 1 w 308"/>
                <a:gd name="T5" fmla="*/ 0 h 533"/>
                <a:gd name="T6" fmla="*/ 0 60000 65536"/>
                <a:gd name="T7" fmla="*/ 0 60000 65536"/>
                <a:gd name="T8" fmla="*/ 0 60000 65536"/>
                <a:gd name="T9" fmla="*/ 0 w 308"/>
                <a:gd name="T10" fmla="*/ 0 h 533"/>
                <a:gd name="T11" fmla="*/ 308 w 308"/>
                <a:gd name="T12" fmla="*/ 533 h 53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08" h="533">
                  <a:moveTo>
                    <a:pt x="0" y="533"/>
                  </a:moveTo>
                  <a:lnTo>
                    <a:pt x="307" y="0"/>
                  </a:lnTo>
                  <a:lnTo>
                    <a:pt x="308" y="0"/>
                  </a:lnTo>
                </a:path>
              </a:pathLst>
            </a:custGeom>
            <a:solidFill>
              <a:srgbClr val="FF99FF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1" name="Freeform 84">
              <a:extLst>
                <a:ext uri="{FF2B5EF4-FFF2-40B4-BE49-F238E27FC236}">
                  <a16:creationId xmlns:a16="http://schemas.microsoft.com/office/drawing/2014/main" id="{39972A38-C455-256F-9B1C-1576C74B9DDA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9" y="1912"/>
              <a:ext cx="102" cy="178"/>
            </a:xfrm>
            <a:custGeom>
              <a:avLst/>
              <a:gdLst>
                <a:gd name="T0" fmla="*/ 0 w 308"/>
                <a:gd name="T1" fmla="*/ 2 h 533"/>
                <a:gd name="T2" fmla="*/ 1 w 308"/>
                <a:gd name="T3" fmla="*/ 0 h 533"/>
                <a:gd name="T4" fmla="*/ 1 w 308"/>
                <a:gd name="T5" fmla="*/ 0 h 533"/>
                <a:gd name="T6" fmla="*/ 0 60000 65536"/>
                <a:gd name="T7" fmla="*/ 0 60000 65536"/>
                <a:gd name="T8" fmla="*/ 0 60000 65536"/>
                <a:gd name="T9" fmla="*/ 0 w 308"/>
                <a:gd name="T10" fmla="*/ 0 h 533"/>
                <a:gd name="T11" fmla="*/ 308 w 308"/>
                <a:gd name="T12" fmla="*/ 533 h 53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08" h="533">
                  <a:moveTo>
                    <a:pt x="0" y="533"/>
                  </a:moveTo>
                  <a:lnTo>
                    <a:pt x="307" y="0"/>
                  </a:lnTo>
                  <a:lnTo>
                    <a:pt x="308" y="0"/>
                  </a:lnTo>
                </a:path>
              </a:pathLst>
            </a:custGeom>
            <a:solidFill>
              <a:srgbClr val="FF99FF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2" name="Freeform 85">
              <a:extLst>
                <a:ext uri="{FF2B5EF4-FFF2-40B4-BE49-F238E27FC236}">
                  <a16:creationId xmlns:a16="http://schemas.microsoft.com/office/drawing/2014/main" id="{4222296E-476A-6183-F52E-8EA625ED8A27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5" y="1461"/>
              <a:ext cx="42" cy="71"/>
            </a:xfrm>
            <a:custGeom>
              <a:avLst/>
              <a:gdLst>
                <a:gd name="T0" fmla="*/ 0 w 125"/>
                <a:gd name="T1" fmla="*/ 1 h 215"/>
                <a:gd name="T2" fmla="*/ 1 w 125"/>
                <a:gd name="T3" fmla="*/ 0 h 215"/>
                <a:gd name="T4" fmla="*/ 1 w 125"/>
                <a:gd name="T5" fmla="*/ 0 h 215"/>
                <a:gd name="T6" fmla="*/ 0 60000 65536"/>
                <a:gd name="T7" fmla="*/ 0 60000 65536"/>
                <a:gd name="T8" fmla="*/ 0 60000 65536"/>
                <a:gd name="T9" fmla="*/ 0 w 125"/>
                <a:gd name="T10" fmla="*/ 0 h 215"/>
                <a:gd name="T11" fmla="*/ 125 w 125"/>
                <a:gd name="T12" fmla="*/ 215 h 21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5" h="215">
                  <a:moveTo>
                    <a:pt x="0" y="215"/>
                  </a:moveTo>
                  <a:lnTo>
                    <a:pt x="124" y="0"/>
                  </a:lnTo>
                  <a:lnTo>
                    <a:pt x="125" y="0"/>
                  </a:lnTo>
                </a:path>
              </a:pathLst>
            </a:custGeom>
            <a:solidFill>
              <a:srgbClr val="FF99FF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3" name="Freeform 86">
              <a:extLst>
                <a:ext uri="{FF2B5EF4-FFF2-40B4-BE49-F238E27FC236}">
                  <a16:creationId xmlns:a16="http://schemas.microsoft.com/office/drawing/2014/main" id="{730A18C3-2BBD-1009-A962-9AA12C20E97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3" y="2335"/>
              <a:ext cx="125" cy="217"/>
            </a:xfrm>
            <a:custGeom>
              <a:avLst/>
              <a:gdLst>
                <a:gd name="T0" fmla="*/ 0 w 376"/>
                <a:gd name="T1" fmla="*/ 3 h 650"/>
                <a:gd name="T2" fmla="*/ 2 w 376"/>
                <a:gd name="T3" fmla="*/ 0 h 650"/>
                <a:gd name="T4" fmla="*/ 2 w 376"/>
                <a:gd name="T5" fmla="*/ 0 h 650"/>
                <a:gd name="T6" fmla="*/ 0 60000 65536"/>
                <a:gd name="T7" fmla="*/ 0 60000 65536"/>
                <a:gd name="T8" fmla="*/ 0 60000 65536"/>
                <a:gd name="T9" fmla="*/ 0 w 376"/>
                <a:gd name="T10" fmla="*/ 0 h 650"/>
                <a:gd name="T11" fmla="*/ 376 w 376"/>
                <a:gd name="T12" fmla="*/ 650 h 65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76" h="650">
                  <a:moveTo>
                    <a:pt x="0" y="650"/>
                  </a:moveTo>
                  <a:lnTo>
                    <a:pt x="375" y="0"/>
                  </a:lnTo>
                  <a:lnTo>
                    <a:pt x="376" y="0"/>
                  </a:lnTo>
                </a:path>
              </a:pathLst>
            </a:custGeom>
            <a:solidFill>
              <a:srgbClr val="FF99FF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4" name="Freeform 87">
              <a:extLst>
                <a:ext uri="{FF2B5EF4-FFF2-40B4-BE49-F238E27FC236}">
                  <a16:creationId xmlns:a16="http://schemas.microsoft.com/office/drawing/2014/main" id="{F780D359-6007-81E1-34F6-B1A0310E9FE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1" y="2295"/>
              <a:ext cx="87" cy="149"/>
            </a:xfrm>
            <a:custGeom>
              <a:avLst/>
              <a:gdLst>
                <a:gd name="T0" fmla="*/ 0 w 259"/>
                <a:gd name="T1" fmla="*/ 2 h 448"/>
                <a:gd name="T2" fmla="*/ 1 w 259"/>
                <a:gd name="T3" fmla="*/ 0 h 448"/>
                <a:gd name="T4" fmla="*/ 1 w 259"/>
                <a:gd name="T5" fmla="*/ 0 h 448"/>
                <a:gd name="T6" fmla="*/ 0 60000 65536"/>
                <a:gd name="T7" fmla="*/ 0 60000 65536"/>
                <a:gd name="T8" fmla="*/ 0 60000 65536"/>
                <a:gd name="T9" fmla="*/ 0 w 259"/>
                <a:gd name="T10" fmla="*/ 0 h 448"/>
                <a:gd name="T11" fmla="*/ 259 w 259"/>
                <a:gd name="T12" fmla="*/ 448 h 4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59" h="448">
                  <a:moveTo>
                    <a:pt x="0" y="448"/>
                  </a:moveTo>
                  <a:lnTo>
                    <a:pt x="258" y="0"/>
                  </a:lnTo>
                  <a:lnTo>
                    <a:pt x="259" y="0"/>
                  </a:lnTo>
                </a:path>
              </a:pathLst>
            </a:custGeom>
            <a:solidFill>
              <a:srgbClr val="FF99FF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5" name="Freeform 88">
              <a:extLst>
                <a:ext uri="{FF2B5EF4-FFF2-40B4-BE49-F238E27FC236}">
                  <a16:creationId xmlns:a16="http://schemas.microsoft.com/office/drawing/2014/main" id="{7DDF32DE-C337-5B0C-D636-C55590741FCD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1" y="2249"/>
              <a:ext cx="39" cy="67"/>
            </a:xfrm>
            <a:custGeom>
              <a:avLst/>
              <a:gdLst>
                <a:gd name="T0" fmla="*/ 0 w 117"/>
                <a:gd name="T1" fmla="*/ 1 h 202"/>
                <a:gd name="T2" fmla="*/ 0 w 117"/>
                <a:gd name="T3" fmla="*/ 0 h 202"/>
                <a:gd name="T4" fmla="*/ 0 w 117"/>
                <a:gd name="T5" fmla="*/ 0 h 202"/>
                <a:gd name="T6" fmla="*/ 0 60000 65536"/>
                <a:gd name="T7" fmla="*/ 0 60000 65536"/>
                <a:gd name="T8" fmla="*/ 0 60000 65536"/>
                <a:gd name="T9" fmla="*/ 0 w 117"/>
                <a:gd name="T10" fmla="*/ 0 h 202"/>
                <a:gd name="T11" fmla="*/ 117 w 117"/>
                <a:gd name="T12" fmla="*/ 202 h 20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7" h="202">
                  <a:moveTo>
                    <a:pt x="0" y="202"/>
                  </a:moveTo>
                  <a:lnTo>
                    <a:pt x="116" y="0"/>
                  </a:lnTo>
                  <a:lnTo>
                    <a:pt x="117" y="0"/>
                  </a:lnTo>
                </a:path>
              </a:pathLst>
            </a:custGeom>
            <a:solidFill>
              <a:srgbClr val="FF99FF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86" name="Text Box 89">
            <a:extLst>
              <a:ext uri="{FF2B5EF4-FFF2-40B4-BE49-F238E27FC236}">
                <a16:creationId xmlns:a16="http://schemas.microsoft.com/office/drawing/2014/main" id="{77AF079A-2D35-057E-2077-B8D5A63549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9341" y="2497214"/>
            <a:ext cx="299312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342900" indent="-3429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/>
            </a:pPr>
            <a:r>
              <a:rPr kumimoji="1" lang="zh-CN" altLang="en-US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确定剖切面的位置</a:t>
            </a:r>
          </a:p>
        </p:txBody>
      </p:sp>
      <p:sp>
        <p:nvSpPr>
          <p:cNvPr id="87" name="Text Box 90">
            <a:extLst>
              <a:ext uri="{FF2B5EF4-FFF2-40B4-BE49-F238E27FC236}">
                <a16:creationId xmlns:a16="http://schemas.microsoft.com/office/drawing/2014/main" id="{70FBDA97-0491-135D-0E1C-4AF4D4E9B3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9341" y="3130441"/>
            <a:ext cx="375288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342900" indent="-3429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kumimoji="1" lang="zh-CN" altLang="en-US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想象哪部分移走了？</a:t>
            </a:r>
            <a:br>
              <a:rPr kumimoji="1" lang="en-US" altLang="zh-CN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kumimoji="1" lang="zh-CN" altLang="en-US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剖面区域的形状？</a:t>
            </a:r>
            <a:br>
              <a:rPr kumimoji="1" lang="en-US" altLang="zh-CN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kumimoji="1" lang="zh-CN" altLang="en-US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哪些部分投射时可看到？</a:t>
            </a:r>
          </a:p>
        </p:txBody>
      </p:sp>
      <p:sp>
        <p:nvSpPr>
          <p:cNvPr id="88" name="Text Box 91">
            <a:extLst>
              <a:ext uri="{FF2B5EF4-FFF2-40B4-BE49-F238E27FC236}">
                <a16:creationId xmlns:a16="http://schemas.microsoft.com/office/drawing/2014/main" id="{205034A8-3173-06A1-C2C5-C230DF4A0F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6169" y="4502333"/>
            <a:ext cx="3404451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kumimoji="1" lang="zh-CN" altLang="en-US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剖面区域内画上剖面符号：</a:t>
            </a:r>
            <a:r>
              <a:rPr kumimoji="1" lang="en-US" altLang="zh-CN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45°</a:t>
            </a:r>
            <a:r>
              <a:rPr kumimoji="1"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间隔均匀的细 实线（金属材料）</a:t>
            </a:r>
            <a:endParaRPr kumimoji="1" lang="zh-CN" altLang="en-US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9" name="Group 92">
            <a:extLst>
              <a:ext uri="{FF2B5EF4-FFF2-40B4-BE49-F238E27FC236}">
                <a16:creationId xmlns:a16="http://schemas.microsoft.com/office/drawing/2014/main" id="{015E24A0-86DA-067F-FD9E-143548A594B7}"/>
              </a:ext>
            </a:extLst>
          </p:cNvPr>
          <p:cNvGrpSpPr>
            <a:grpSpLocks/>
          </p:cNvGrpSpPr>
          <p:nvPr/>
        </p:nvGrpSpPr>
        <p:grpSpPr bwMode="auto">
          <a:xfrm>
            <a:off x="6050608" y="2080766"/>
            <a:ext cx="2301875" cy="1230312"/>
            <a:chOff x="2640" y="1281"/>
            <a:chExt cx="1450" cy="775"/>
          </a:xfrm>
        </p:grpSpPr>
        <p:sp>
          <p:nvSpPr>
            <p:cNvPr id="90" name="Freeform 93">
              <a:extLst>
                <a:ext uri="{FF2B5EF4-FFF2-40B4-BE49-F238E27FC236}">
                  <a16:creationId xmlns:a16="http://schemas.microsoft.com/office/drawing/2014/main" id="{ADDF4106-0F16-0571-774E-3A38CAF5BC39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8" y="1281"/>
              <a:ext cx="52" cy="51"/>
            </a:xfrm>
            <a:custGeom>
              <a:avLst/>
              <a:gdLst>
                <a:gd name="T0" fmla="*/ 0 w 150"/>
                <a:gd name="T1" fmla="*/ 1 h 149"/>
                <a:gd name="T2" fmla="*/ 1 w 150"/>
                <a:gd name="T3" fmla="*/ 0 h 149"/>
                <a:gd name="T4" fmla="*/ 1 w 150"/>
                <a:gd name="T5" fmla="*/ 0 h 149"/>
                <a:gd name="T6" fmla="*/ 0 60000 65536"/>
                <a:gd name="T7" fmla="*/ 0 60000 65536"/>
                <a:gd name="T8" fmla="*/ 0 60000 65536"/>
                <a:gd name="T9" fmla="*/ 0 w 150"/>
                <a:gd name="T10" fmla="*/ 0 h 149"/>
                <a:gd name="T11" fmla="*/ 150 w 150"/>
                <a:gd name="T12" fmla="*/ 149 h 14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0" h="149">
                  <a:moveTo>
                    <a:pt x="0" y="149"/>
                  </a:moveTo>
                  <a:lnTo>
                    <a:pt x="149" y="0"/>
                  </a:lnTo>
                  <a:lnTo>
                    <a:pt x="150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91" name="Freeform 94">
              <a:extLst>
                <a:ext uri="{FF2B5EF4-FFF2-40B4-BE49-F238E27FC236}">
                  <a16:creationId xmlns:a16="http://schemas.microsoft.com/office/drawing/2014/main" id="{BE73135A-F1A7-262B-AB9E-042CEAFAC2E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" y="1809"/>
              <a:ext cx="121" cy="120"/>
            </a:xfrm>
            <a:custGeom>
              <a:avLst/>
              <a:gdLst>
                <a:gd name="T0" fmla="*/ 0 w 349"/>
                <a:gd name="T1" fmla="*/ 2 h 347"/>
                <a:gd name="T2" fmla="*/ 2 w 349"/>
                <a:gd name="T3" fmla="*/ 0 h 347"/>
                <a:gd name="T4" fmla="*/ 2 w 349"/>
                <a:gd name="T5" fmla="*/ 0 h 347"/>
                <a:gd name="T6" fmla="*/ 0 60000 65536"/>
                <a:gd name="T7" fmla="*/ 0 60000 65536"/>
                <a:gd name="T8" fmla="*/ 0 60000 65536"/>
                <a:gd name="T9" fmla="*/ 0 w 349"/>
                <a:gd name="T10" fmla="*/ 0 h 347"/>
                <a:gd name="T11" fmla="*/ 349 w 349"/>
                <a:gd name="T12" fmla="*/ 347 h 34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49" h="347">
                  <a:moveTo>
                    <a:pt x="0" y="347"/>
                  </a:moveTo>
                  <a:lnTo>
                    <a:pt x="348" y="0"/>
                  </a:lnTo>
                  <a:lnTo>
                    <a:pt x="349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92" name="Freeform 95">
              <a:extLst>
                <a:ext uri="{FF2B5EF4-FFF2-40B4-BE49-F238E27FC236}">
                  <a16:creationId xmlns:a16="http://schemas.microsoft.com/office/drawing/2014/main" id="{2FDA50F1-D829-5A2B-3434-6BEEF9528DC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3" y="1920"/>
              <a:ext cx="137" cy="136"/>
            </a:xfrm>
            <a:custGeom>
              <a:avLst/>
              <a:gdLst>
                <a:gd name="T0" fmla="*/ 0 w 395"/>
                <a:gd name="T1" fmla="*/ 2 h 393"/>
                <a:gd name="T2" fmla="*/ 2 w 395"/>
                <a:gd name="T3" fmla="*/ 0 h 393"/>
                <a:gd name="T4" fmla="*/ 2 w 395"/>
                <a:gd name="T5" fmla="*/ 0 h 393"/>
                <a:gd name="T6" fmla="*/ 0 60000 65536"/>
                <a:gd name="T7" fmla="*/ 0 60000 65536"/>
                <a:gd name="T8" fmla="*/ 0 60000 65536"/>
                <a:gd name="T9" fmla="*/ 0 w 395"/>
                <a:gd name="T10" fmla="*/ 0 h 393"/>
                <a:gd name="T11" fmla="*/ 395 w 395"/>
                <a:gd name="T12" fmla="*/ 393 h 39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95" h="393">
                  <a:moveTo>
                    <a:pt x="0" y="393"/>
                  </a:moveTo>
                  <a:lnTo>
                    <a:pt x="393" y="0"/>
                  </a:lnTo>
                  <a:lnTo>
                    <a:pt x="395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93" name="Freeform 96">
              <a:extLst>
                <a:ext uri="{FF2B5EF4-FFF2-40B4-BE49-F238E27FC236}">
                  <a16:creationId xmlns:a16="http://schemas.microsoft.com/office/drawing/2014/main" id="{2EBB083A-ED91-8C47-9BF9-454D27D5E044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8" y="1425"/>
              <a:ext cx="126" cy="126"/>
            </a:xfrm>
            <a:custGeom>
              <a:avLst/>
              <a:gdLst>
                <a:gd name="T0" fmla="*/ 0 w 365"/>
                <a:gd name="T1" fmla="*/ 2 h 365"/>
                <a:gd name="T2" fmla="*/ 2 w 365"/>
                <a:gd name="T3" fmla="*/ 0 h 365"/>
                <a:gd name="T4" fmla="*/ 2 w 365"/>
                <a:gd name="T5" fmla="*/ 0 h 365"/>
                <a:gd name="T6" fmla="*/ 0 60000 65536"/>
                <a:gd name="T7" fmla="*/ 0 60000 65536"/>
                <a:gd name="T8" fmla="*/ 0 60000 65536"/>
                <a:gd name="T9" fmla="*/ 0 w 365"/>
                <a:gd name="T10" fmla="*/ 0 h 365"/>
                <a:gd name="T11" fmla="*/ 365 w 365"/>
                <a:gd name="T12" fmla="*/ 365 h 36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65" h="365">
                  <a:moveTo>
                    <a:pt x="0" y="365"/>
                  </a:moveTo>
                  <a:lnTo>
                    <a:pt x="364" y="0"/>
                  </a:lnTo>
                  <a:lnTo>
                    <a:pt x="365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94" name="Freeform 97">
              <a:extLst>
                <a:ext uri="{FF2B5EF4-FFF2-40B4-BE49-F238E27FC236}">
                  <a16:creationId xmlns:a16="http://schemas.microsoft.com/office/drawing/2014/main" id="{75B06BC5-3584-AF4F-83B8-BAC05AE63D3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0" y="1920"/>
              <a:ext cx="40" cy="39"/>
            </a:xfrm>
            <a:custGeom>
              <a:avLst/>
              <a:gdLst>
                <a:gd name="T0" fmla="*/ 0 w 114"/>
                <a:gd name="T1" fmla="*/ 0 h 113"/>
                <a:gd name="T2" fmla="*/ 1 w 114"/>
                <a:gd name="T3" fmla="*/ 0 h 113"/>
                <a:gd name="T4" fmla="*/ 1 w 114"/>
                <a:gd name="T5" fmla="*/ 0 h 113"/>
                <a:gd name="T6" fmla="*/ 0 60000 65536"/>
                <a:gd name="T7" fmla="*/ 0 60000 65536"/>
                <a:gd name="T8" fmla="*/ 0 60000 65536"/>
                <a:gd name="T9" fmla="*/ 0 w 114"/>
                <a:gd name="T10" fmla="*/ 0 h 113"/>
                <a:gd name="T11" fmla="*/ 114 w 114"/>
                <a:gd name="T12" fmla="*/ 113 h 11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4" h="113">
                  <a:moveTo>
                    <a:pt x="0" y="113"/>
                  </a:moveTo>
                  <a:lnTo>
                    <a:pt x="113" y="0"/>
                  </a:lnTo>
                  <a:lnTo>
                    <a:pt x="114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95" name="Freeform 98">
              <a:extLst>
                <a:ext uri="{FF2B5EF4-FFF2-40B4-BE49-F238E27FC236}">
                  <a16:creationId xmlns:a16="http://schemas.microsoft.com/office/drawing/2014/main" id="{844B85B1-C132-1CB8-8283-CA5EE26B4839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8" y="1507"/>
              <a:ext cx="264" cy="264"/>
            </a:xfrm>
            <a:custGeom>
              <a:avLst/>
              <a:gdLst>
                <a:gd name="T0" fmla="*/ 0 w 762"/>
                <a:gd name="T1" fmla="*/ 4 h 764"/>
                <a:gd name="T2" fmla="*/ 4 w 762"/>
                <a:gd name="T3" fmla="*/ 0 h 764"/>
                <a:gd name="T4" fmla="*/ 4 w 762"/>
                <a:gd name="T5" fmla="*/ 0 h 764"/>
                <a:gd name="T6" fmla="*/ 0 60000 65536"/>
                <a:gd name="T7" fmla="*/ 0 60000 65536"/>
                <a:gd name="T8" fmla="*/ 0 60000 65536"/>
                <a:gd name="T9" fmla="*/ 0 w 762"/>
                <a:gd name="T10" fmla="*/ 0 h 764"/>
                <a:gd name="T11" fmla="*/ 762 w 762"/>
                <a:gd name="T12" fmla="*/ 764 h 76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62" h="764">
                  <a:moveTo>
                    <a:pt x="0" y="764"/>
                  </a:moveTo>
                  <a:lnTo>
                    <a:pt x="761" y="0"/>
                  </a:lnTo>
                  <a:lnTo>
                    <a:pt x="762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96" name="Freeform 99">
              <a:extLst>
                <a:ext uri="{FF2B5EF4-FFF2-40B4-BE49-F238E27FC236}">
                  <a16:creationId xmlns:a16="http://schemas.microsoft.com/office/drawing/2014/main" id="{242EAD89-93D2-597F-3BE3-24E6867E5117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6" y="1809"/>
              <a:ext cx="74" cy="73"/>
            </a:xfrm>
            <a:custGeom>
              <a:avLst/>
              <a:gdLst>
                <a:gd name="T0" fmla="*/ 0 w 214"/>
                <a:gd name="T1" fmla="*/ 1 h 211"/>
                <a:gd name="T2" fmla="*/ 1 w 214"/>
                <a:gd name="T3" fmla="*/ 0 h 211"/>
                <a:gd name="T4" fmla="*/ 1 w 214"/>
                <a:gd name="T5" fmla="*/ 0 h 211"/>
                <a:gd name="T6" fmla="*/ 0 60000 65536"/>
                <a:gd name="T7" fmla="*/ 0 60000 65536"/>
                <a:gd name="T8" fmla="*/ 0 60000 65536"/>
                <a:gd name="T9" fmla="*/ 0 w 214"/>
                <a:gd name="T10" fmla="*/ 0 h 211"/>
                <a:gd name="T11" fmla="*/ 214 w 214"/>
                <a:gd name="T12" fmla="*/ 211 h 21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4" h="211">
                  <a:moveTo>
                    <a:pt x="0" y="211"/>
                  </a:moveTo>
                  <a:lnTo>
                    <a:pt x="213" y="0"/>
                  </a:lnTo>
                  <a:lnTo>
                    <a:pt x="214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97" name="Freeform 100">
              <a:extLst>
                <a:ext uri="{FF2B5EF4-FFF2-40B4-BE49-F238E27FC236}">
                  <a16:creationId xmlns:a16="http://schemas.microsoft.com/office/drawing/2014/main" id="{043331EB-4238-15C7-11FB-6DBBE3B815F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2" y="1726"/>
              <a:ext cx="330" cy="330"/>
            </a:xfrm>
            <a:custGeom>
              <a:avLst/>
              <a:gdLst>
                <a:gd name="T0" fmla="*/ 0 w 951"/>
                <a:gd name="T1" fmla="*/ 5 h 950"/>
                <a:gd name="T2" fmla="*/ 5 w 951"/>
                <a:gd name="T3" fmla="*/ 0 h 950"/>
                <a:gd name="T4" fmla="*/ 5 w 951"/>
                <a:gd name="T5" fmla="*/ 0 h 950"/>
                <a:gd name="T6" fmla="*/ 0 60000 65536"/>
                <a:gd name="T7" fmla="*/ 0 60000 65536"/>
                <a:gd name="T8" fmla="*/ 0 60000 65536"/>
                <a:gd name="T9" fmla="*/ 0 w 951"/>
                <a:gd name="T10" fmla="*/ 0 h 950"/>
                <a:gd name="T11" fmla="*/ 951 w 951"/>
                <a:gd name="T12" fmla="*/ 950 h 95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51" h="950">
                  <a:moveTo>
                    <a:pt x="0" y="950"/>
                  </a:moveTo>
                  <a:lnTo>
                    <a:pt x="950" y="0"/>
                  </a:lnTo>
                  <a:lnTo>
                    <a:pt x="951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98" name="Freeform 101">
              <a:extLst>
                <a:ext uri="{FF2B5EF4-FFF2-40B4-BE49-F238E27FC236}">
                  <a16:creationId xmlns:a16="http://schemas.microsoft.com/office/drawing/2014/main" id="{022DE2E1-1A35-1671-F859-DC0B7ED1F8DC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1" y="1946"/>
              <a:ext cx="111" cy="110"/>
            </a:xfrm>
            <a:custGeom>
              <a:avLst/>
              <a:gdLst>
                <a:gd name="T0" fmla="*/ 0 w 319"/>
                <a:gd name="T1" fmla="*/ 1 h 318"/>
                <a:gd name="T2" fmla="*/ 2 w 319"/>
                <a:gd name="T3" fmla="*/ 0 h 318"/>
                <a:gd name="T4" fmla="*/ 2 w 319"/>
                <a:gd name="T5" fmla="*/ 0 h 318"/>
                <a:gd name="T6" fmla="*/ 0 60000 65536"/>
                <a:gd name="T7" fmla="*/ 0 60000 65536"/>
                <a:gd name="T8" fmla="*/ 0 60000 65536"/>
                <a:gd name="T9" fmla="*/ 0 w 319"/>
                <a:gd name="T10" fmla="*/ 0 h 318"/>
                <a:gd name="T11" fmla="*/ 319 w 319"/>
                <a:gd name="T12" fmla="*/ 318 h 31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19" h="318">
                  <a:moveTo>
                    <a:pt x="0" y="318"/>
                  </a:moveTo>
                  <a:lnTo>
                    <a:pt x="318" y="0"/>
                  </a:lnTo>
                  <a:lnTo>
                    <a:pt x="319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99" name="Freeform 102">
              <a:extLst>
                <a:ext uri="{FF2B5EF4-FFF2-40B4-BE49-F238E27FC236}">
                  <a16:creationId xmlns:a16="http://schemas.microsoft.com/office/drawing/2014/main" id="{66A07CF4-C866-D21E-A124-4713B8FA4ED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4" y="1357"/>
              <a:ext cx="196" cy="196"/>
            </a:xfrm>
            <a:custGeom>
              <a:avLst/>
              <a:gdLst>
                <a:gd name="T0" fmla="*/ 0 w 568"/>
                <a:gd name="T1" fmla="*/ 3 h 566"/>
                <a:gd name="T2" fmla="*/ 3 w 568"/>
                <a:gd name="T3" fmla="*/ 0 h 566"/>
                <a:gd name="T4" fmla="*/ 3 w 568"/>
                <a:gd name="T5" fmla="*/ 0 h 566"/>
                <a:gd name="T6" fmla="*/ 0 60000 65536"/>
                <a:gd name="T7" fmla="*/ 0 60000 65536"/>
                <a:gd name="T8" fmla="*/ 0 60000 65536"/>
                <a:gd name="T9" fmla="*/ 0 w 568"/>
                <a:gd name="T10" fmla="*/ 0 h 566"/>
                <a:gd name="T11" fmla="*/ 568 w 568"/>
                <a:gd name="T12" fmla="*/ 566 h 56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68" h="566">
                  <a:moveTo>
                    <a:pt x="0" y="566"/>
                  </a:moveTo>
                  <a:lnTo>
                    <a:pt x="566" y="0"/>
                  </a:lnTo>
                  <a:lnTo>
                    <a:pt x="568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00" name="Freeform 103">
              <a:extLst>
                <a:ext uri="{FF2B5EF4-FFF2-40B4-BE49-F238E27FC236}">
                  <a16:creationId xmlns:a16="http://schemas.microsoft.com/office/drawing/2014/main" id="{BB4EB723-1BD4-360C-B00A-63ACBC748EC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4" y="1576"/>
              <a:ext cx="196" cy="197"/>
            </a:xfrm>
            <a:custGeom>
              <a:avLst/>
              <a:gdLst>
                <a:gd name="T0" fmla="*/ 0 w 568"/>
                <a:gd name="T1" fmla="*/ 3 h 566"/>
                <a:gd name="T2" fmla="*/ 3 w 568"/>
                <a:gd name="T3" fmla="*/ 0 h 566"/>
                <a:gd name="T4" fmla="*/ 3 w 568"/>
                <a:gd name="T5" fmla="*/ 0 h 566"/>
                <a:gd name="T6" fmla="*/ 0 60000 65536"/>
                <a:gd name="T7" fmla="*/ 0 60000 65536"/>
                <a:gd name="T8" fmla="*/ 0 60000 65536"/>
                <a:gd name="T9" fmla="*/ 0 w 568"/>
                <a:gd name="T10" fmla="*/ 0 h 566"/>
                <a:gd name="T11" fmla="*/ 568 w 568"/>
                <a:gd name="T12" fmla="*/ 566 h 56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68" h="566">
                  <a:moveTo>
                    <a:pt x="0" y="566"/>
                  </a:moveTo>
                  <a:lnTo>
                    <a:pt x="566" y="0"/>
                  </a:lnTo>
                  <a:lnTo>
                    <a:pt x="568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01" name="Freeform 104">
              <a:extLst>
                <a:ext uri="{FF2B5EF4-FFF2-40B4-BE49-F238E27FC236}">
                  <a16:creationId xmlns:a16="http://schemas.microsoft.com/office/drawing/2014/main" id="{FDB46866-149D-A873-6432-C7944BA9B46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4" y="1796"/>
              <a:ext cx="196" cy="196"/>
            </a:xfrm>
            <a:custGeom>
              <a:avLst/>
              <a:gdLst>
                <a:gd name="T0" fmla="*/ 0 w 568"/>
                <a:gd name="T1" fmla="*/ 3 h 566"/>
                <a:gd name="T2" fmla="*/ 3 w 568"/>
                <a:gd name="T3" fmla="*/ 0 h 566"/>
                <a:gd name="T4" fmla="*/ 3 w 568"/>
                <a:gd name="T5" fmla="*/ 0 h 566"/>
                <a:gd name="T6" fmla="*/ 0 60000 65536"/>
                <a:gd name="T7" fmla="*/ 0 60000 65536"/>
                <a:gd name="T8" fmla="*/ 0 60000 65536"/>
                <a:gd name="T9" fmla="*/ 0 w 568"/>
                <a:gd name="T10" fmla="*/ 0 h 566"/>
                <a:gd name="T11" fmla="*/ 568 w 568"/>
                <a:gd name="T12" fmla="*/ 566 h 56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68" h="566">
                  <a:moveTo>
                    <a:pt x="0" y="566"/>
                  </a:moveTo>
                  <a:lnTo>
                    <a:pt x="566" y="0"/>
                  </a:lnTo>
                  <a:lnTo>
                    <a:pt x="568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02" name="Freeform 105">
              <a:extLst>
                <a:ext uri="{FF2B5EF4-FFF2-40B4-BE49-F238E27FC236}">
                  <a16:creationId xmlns:a16="http://schemas.microsoft.com/office/drawing/2014/main" id="{3A31DFFC-19AB-A897-5E70-A11733B1CA01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9" y="2016"/>
              <a:ext cx="41" cy="40"/>
            </a:xfrm>
            <a:custGeom>
              <a:avLst/>
              <a:gdLst>
                <a:gd name="T0" fmla="*/ 0 w 119"/>
                <a:gd name="T1" fmla="*/ 1 h 116"/>
                <a:gd name="T2" fmla="*/ 1 w 119"/>
                <a:gd name="T3" fmla="*/ 0 h 116"/>
                <a:gd name="T4" fmla="*/ 1 w 119"/>
                <a:gd name="T5" fmla="*/ 0 h 116"/>
                <a:gd name="T6" fmla="*/ 0 60000 65536"/>
                <a:gd name="T7" fmla="*/ 0 60000 65536"/>
                <a:gd name="T8" fmla="*/ 0 60000 65536"/>
                <a:gd name="T9" fmla="*/ 0 w 119"/>
                <a:gd name="T10" fmla="*/ 0 h 116"/>
                <a:gd name="T11" fmla="*/ 119 w 119"/>
                <a:gd name="T12" fmla="*/ 116 h 11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9" h="116">
                  <a:moveTo>
                    <a:pt x="0" y="116"/>
                  </a:moveTo>
                  <a:lnTo>
                    <a:pt x="117" y="0"/>
                  </a:lnTo>
                  <a:lnTo>
                    <a:pt x="119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</p:grpSp>
      <p:grpSp>
        <p:nvGrpSpPr>
          <p:cNvPr id="103" name="Group 106">
            <a:extLst>
              <a:ext uri="{FF2B5EF4-FFF2-40B4-BE49-F238E27FC236}">
                <a16:creationId xmlns:a16="http://schemas.microsoft.com/office/drawing/2014/main" id="{E221D0FA-207F-4351-A3C1-2972CBC92607}"/>
              </a:ext>
            </a:extLst>
          </p:cNvPr>
          <p:cNvGrpSpPr>
            <a:grpSpLocks/>
          </p:cNvGrpSpPr>
          <p:nvPr/>
        </p:nvGrpSpPr>
        <p:grpSpPr bwMode="auto">
          <a:xfrm>
            <a:off x="5375920" y="3827016"/>
            <a:ext cx="2976563" cy="1354138"/>
            <a:chOff x="954" y="1827"/>
            <a:chExt cx="1875" cy="853"/>
          </a:xfrm>
        </p:grpSpPr>
        <p:sp>
          <p:nvSpPr>
            <p:cNvPr id="104" name="Arc 107">
              <a:extLst>
                <a:ext uri="{FF2B5EF4-FFF2-40B4-BE49-F238E27FC236}">
                  <a16:creationId xmlns:a16="http://schemas.microsoft.com/office/drawing/2014/main" id="{8E9CD666-0AAB-56C5-9F3F-300A92693834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2241" y="2092"/>
              <a:ext cx="306" cy="324"/>
            </a:xfrm>
            <a:custGeom>
              <a:avLst/>
              <a:gdLst>
                <a:gd name="T0" fmla="*/ 0 w 40741"/>
                <a:gd name="T1" fmla="*/ 0 h 43200"/>
                <a:gd name="T2" fmla="*/ 0 w 40741"/>
                <a:gd name="T3" fmla="*/ 0 h 43200"/>
                <a:gd name="T4" fmla="*/ 0 w 40741"/>
                <a:gd name="T5" fmla="*/ 0 h 43200"/>
                <a:gd name="T6" fmla="*/ 0 60000 65536"/>
                <a:gd name="T7" fmla="*/ 0 60000 65536"/>
                <a:gd name="T8" fmla="*/ 0 60000 65536"/>
                <a:gd name="T9" fmla="*/ 0 w 40741"/>
                <a:gd name="T10" fmla="*/ 0 h 43200"/>
                <a:gd name="T11" fmla="*/ 40741 w 40741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0741" h="43200" fill="none" extrusionOk="0">
                  <a:moveTo>
                    <a:pt x="250" y="11124"/>
                  </a:moveTo>
                  <a:cubicBezTo>
                    <a:pt x="4058" y="4259"/>
                    <a:pt x="11290" y="-1"/>
                    <a:pt x="19141" y="0"/>
                  </a:cubicBezTo>
                  <a:cubicBezTo>
                    <a:pt x="31070" y="0"/>
                    <a:pt x="40741" y="9670"/>
                    <a:pt x="40741" y="21600"/>
                  </a:cubicBezTo>
                  <a:cubicBezTo>
                    <a:pt x="40741" y="33529"/>
                    <a:pt x="31070" y="43200"/>
                    <a:pt x="19141" y="43200"/>
                  </a:cubicBezTo>
                  <a:cubicBezTo>
                    <a:pt x="11100" y="43200"/>
                    <a:pt x="3725" y="38734"/>
                    <a:pt x="-1" y="31609"/>
                  </a:cubicBezTo>
                </a:path>
                <a:path w="40741" h="43200" stroke="0" extrusionOk="0">
                  <a:moveTo>
                    <a:pt x="250" y="11124"/>
                  </a:moveTo>
                  <a:cubicBezTo>
                    <a:pt x="4058" y="4259"/>
                    <a:pt x="11290" y="-1"/>
                    <a:pt x="19141" y="0"/>
                  </a:cubicBezTo>
                  <a:cubicBezTo>
                    <a:pt x="31070" y="0"/>
                    <a:pt x="40741" y="9670"/>
                    <a:pt x="40741" y="21600"/>
                  </a:cubicBezTo>
                  <a:cubicBezTo>
                    <a:pt x="40741" y="33529"/>
                    <a:pt x="31070" y="43200"/>
                    <a:pt x="19141" y="43200"/>
                  </a:cubicBezTo>
                  <a:cubicBezTo>
                    <a:pt x="11100" y="43200"/>
                    <a:pt x="3725" y="38734"/>
                    <a:pt x="-1" y="31609"/>
                  </a:cubicBezTo>
                  <a:lnTo>
                    <a:pt x="19141" y="21600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05" name="Arc 108">
              <a:extLst>
                <a:ext uri="{FF2B5EF4-FFF2-40B4-BE49-F238E27FC236}">
                  <a16:creationId xmlns:a16="http://schemas.microsoft.com/office/drawing/2014/main" id="{A6F95C7E-CBC6-B2DE-0B0D-5F89B590FAC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3" y="2092"/>
              <a:ext cx="166" cy="320"/>
            </a:xfrm>
            <a:custGeom>
              <a:avLst/>
              <a:gdLst>
                <a:gd name="T0" fmla="*/ 0 w 22199"/>
                <a:gd name="T1" fmla="*/ 0 h 43200"/>
                <a:gd name="T2" fmla="*/ 0 w 22199"/>
                <a:gd name="T3" fmla="*/ 0 h 43200"/>
                <a:gd name="T4" fmla="*/ 0 w 22199"/>
                <a:gd name="T5" fmla="*/ 0 h 43200"/>
                <a:gd name="T6" fmla="*/ 0 60000 65536"/>
                <a:gd name="T7" fmla="*/ 0 60000 65536"/>
                <a:gd name="T8" fmla="*/ 0 60000 65536"/>
                <a:gd name="T9" fmla="*/ 0 w 22199"/>
                <a:gd name="T10" fmla="*/ 0 h 43200"/>
                <a:gd name="T11" fmla="*/ 22199 w 22199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199" h="43200" fill="none" extrusionOk="0">
                  <a:moveTo>
                    <a:pt x="598" y="0"/>
                  </a:moveTo>
                  <a:cubicBezTo>
                    <a:pt x="12528" y="0"/>
                    <a:pt x="22199" y="9670"/>
                    <a:pt x="22199" y="21600"/>
                  </a:cubicBezTo>
                  <a:cubicBezTo>
                    <a:pt x="22199" y="33529"/>
                    <a:pt x="12528" y="43200"/>
                    <a:pt x="599" y="43200"/>
                  </a:cubicBezTo>
                  <a:cubicBezTo>
                    <a:pt x="399" y="43200"/>
                    <a:pt x="199" y="43197"/>
                    <a:pt x="0" y="43191"/>
                  </a:cubicBezTo>
                </a:path>
                <a:path w="22199" h="43200" stroke="0" extrusionOk="0">
                  <a:moveTo>
                    <a:pt x="598" y="0"/>
                  </a:moveTo>
                  <a:cubicBezTo>
                    <a:pt x="12528" y="0"/>
                    <a:pt x="22199" y="9670"/>
                    <a:pt x="22199" y="21600"/>
                  </a:cubicBezTo>
                  <a:cubicBezTo>
                    <a:pt x="22199" y="33529"/>
                    <a:pt x="12528" y="43200"/>
                    <a:pt x="599" y="43200"/>
                  </a:cubicBezTo>
                  <a:cubicBezTo>
                    <a:pt x="399" y="43200"/>
                    <a:pt x="199" y="43197"/>
                    <a:pt x="0" y="43191"/>
                  </a:cubicBezTo>
                  <a:lnTo>
                    <a:pt x="599" y="21600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06" name="Oval 109">
              <a:extLst>
                <a:ext uri="{FF2B5EF4-FFF2-40B4-BE49-F238E27FC236}">
                  <a16:creationId xmlns:a16="http://schemas.microsoft.com/office/drawing/2014/main" id="{9B0F77C4-FAD3-0917-DDC8-9375DA2F85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7" y="1827"/>
              <a:ext cx="852" cy="852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07" name="Oval 110">
              <a:extLst>
                <a:ext uri="{FF2B5EF4-FFF2-40B4-BE49-F238E27FC236}">
                  <a16:creationId xmlns:a16="http://schemas.microsoft.com/office/drawing/2014/main" id="{FAE71DD6-4A97-0CFF-A91D-C6F2C7EAA1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97" y="1964"/>
              <a:ext cx="612" cy="572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08" name="Oval 111">
              <a:extLst>
                <a:ext uri="{FF2B5EF4-FFF2-40B4-BE49-F238E27FC236}">
                  <a16:creationId xmlns:a16="http://schemas.microsoft.com/office/drawing/2014/main" id="{AD6DC464-F140-4052-173D-B3593B9145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18" y="2168"/>
              <a:ext cx="167" cy="167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09" name="Oval 112">
              <a:extLst>
                <a:ext uri="{FF2B5EF4-FFF2-40B4-BE49-F238E27FC236}">
                  <a16:creationId xmlns:a16="http://schemas.microsoft.com/office/drawing/2014/main" id="{DAC2F073-1211-1564-BC9A-879267DF01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1" y="2102"/>
              <a:ext cx="311" cy="300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10" name="Freeform 115">
              <a:extLst>
                <a:ext uri="{FF2B5EF4-FFF2-40B4-BE49-F238E27FC236}">
                  <a16:creationId xmlns:a16="http://schemas.microsoft.com/office/drawing/2014/main" id="{69D56D72-BF28-F3CC-FB67-E70B3248A789}"/>
                </a:ext>
              </a:extLst>
            </p:cNvPr>
            <p:cNvSpPr>
              <a:spLocks/>
            </p:cNvSpPr>
            <p:nvPr/>
          </p:nvSpPr>
          <p:spPr bwMode="auto">
            <a:xfrm>
              <a:off x="954" y="2679"/>
              <a:ext cx="1449" cy="1"/>
            </a:xfrm>
            <a:custGeom>
              <a:avLst/>
              <a:gdLst>
                <a:gd name="T0" fmla="*/ 21 w 4176"/>
                <a:gd name="T1" fmla="*/ 0 h 1"/>
                <a:gd name="T2" fmla="*/ 0 w 4176"/>
                <a:gd name="T3" fmla="*/ 0 h 1"/>
                <a:gd name="T4" fmla="*/ 0 w 4176"/>
                <a:gd name="T5" fmla="*/ 0 h 1"/>
                <a:gd name="T6" fmla="*/ 0 60000 65536"/>
                <a:gd name="T7" fmla="*/ 0 60000 65536"/>
                <a:gd name="T8" fmla="*/ 0 60000 65536"/>
                <a:gd name="T9" fmla="*/ 0 w 4176"/>
                <a:gd name="T10" fmla="*/ 0 h 1"/>
                <a:gd name="T11" fmla="*/ 4176 w 4176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176" h="1">
                  <a:moveTo>
                    <a:pt x="4176" y="0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11" name="Freeform 116">
              <a:extLst>
                <a:ext uri="{FF2B5EF4-FFF2-40B4-BE49-F238E27FC236}">
                  <a16:creationId xmlns:a16="http://schemas.microsoft.com/office/drawing/2014/main" id="{60808AA6-1C6B-7D66-CF16-75FF70AB4258}"/>
                </a:ext>
              </a:extLst>
            </p:cNvPr>
            <p:cNvSpPr>
              <a:spLocks/>
            </p:cNvSpPr>
            <p:nvPr/>
          </p:nvSpPr>
          <p:spPr bwMode="auto">
            <a:xfrm>
              <a:off x="954" y="2415"/>
              <a:ext cx="1" cy="264"/>
            </a:xfrm>
            <a:custGeom>
              <a:avLst/>
              <a:gdLst>
                <a:gd name="T0" fmla="*/ 0 w 2"/>
                <a:gd name="T1" fmla="*/ 4 h 762"/>
                <a:gd name="T2" fmla="*/ 0 w 2"/>
                <a:gd name="T3" fmla="*/ 0 h 762"/>
                <a:gd name="T4" fmla="*/ 1 w 2"/>
                <a:gd name="T5" fmla="*/ 0 h 762"/>
                <a:gd name="T6" fmla="*/ 0 60000 65536"/>
                <a:gd name="T7" fmla="*/ 0 60000 65536"/>
                <a:gd name="T8" fmla="*/ 0 60000 65536"/>
                <a:gd name="T9" fmla="*/ 0 w 2"/>
                <a:gd name="T10" fmla="*/ 0 h 762"/>
                <a:gd name="T11" fmla="*/ 2 w 2"/>
                <a:gd name="T12" fmla="*/ 762 h 76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" h="762">
                  <a:moveTo>
                    <a:pt x="0" y="762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12" name="Freeform 117">
              <a:extLst>
                <a:ext uri="{FF2B5EF4-FFF2-40B4-BE49-F238E27FC236}">
                  <a16:creationId xmlns:a16="http://schemas.microsoft.com/office/drawing/2014/main" id="{A0F14581-1E84-5FC4-8C43-CD7948E289F8}"/>
                </a:ext>
              </a:extLst>
            </p:cNvPr>
            <p:cNvSpPr>
              <a:spLocks/>
            </p:cNvSpPr>
            <p:nvPr/>
          </p:nvSpPr>
          <p:spPr bwMode="auto">
            <a:xfrm>
              <a:off x="954" y="2415"/>
              <a:ext cx="264" cy="1"/>
            </a:xfrm>
            <a:custGeom>
              <a:avLst/>
              <a:gdLst>
                <a:gd name="T0" fmla="*/ 4 w 761"/>
                <a:gd name="T1" fmla="*/ 0 h 1"/>
                <a:gd name="T2" fmla="*/ 0 w 761"/>
                <a:gd name="T3" fmla="*/ 0 h 1"/>
                <a:gd name="T4" fmla="*/ 0 w 761"/>
                <a:gd name="T5" fmla="*/ 0 h 1"/>
                <a:gd name="T6" fmla="*/ 0 60000 65536"/>
                <a:gd name="T7" fmla="*/ 0 60000 65536"/>
                <a:gd name="T8" fmla="*/ 0 60000 65536"/>
                <a:gd name="T9" fmla="*/ 0 w 761"/>
                <a:gd name="T10" fmla="*/ 0 h 1"/>
                <a:gd name="T11" fmla="*/ 761 w 761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61" h="1">
                  <a:moveTo>
                    <a:pt x="761" y="0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13" name="Freeform 118">
              <a:extLst>
                <a:ext uri="{FF2B5EF4-FFF2-40B4-BE49-F238E27FC236}">
                  <a16:creationId xmlns:a16="http://schemas.microsoft.com/office/drawing/2014/main" id="{EE81AD3A-B5D6-A204-CD5F-710C76767CC5}"/>
                </a:ext>
              </a:extLst>
            </p:cNvPr>
            <p:cNvSpPr>
              <a:spLocks/>
            </p:cNvSpPr>
            <p:nvPr/>
          </p:nvSpPr>
          <p:spPr bwMode="auto">
            <a:xfrm>
              <a:off x="954" y="1827"/>
              <a:ext cx="1449" cy="1"/>
            </a:xfrm>
            <a:custGeom>
              <a:avLst/>
              <a:gdLst>
                <a:gd name="T0" fmla="*/ 21 w 4176"/>
                <a:gd name="T1" fmla="*/ 0 h 1"/>
                <a:gd name="T2" fmla="*/ 0 w 4176"/>
                <a:gd name="T3" fmla="*/ 0 h 1"/>
                <a:gd name="T4" fmla="*/ 0 w 4176"/>
                <a:gd name="T5" fmla="*/ 0 h 1"/>
                <a:gd name="T6" fmla="*/ 0 60000 65536"/>
                <a:gd name="T7" fmla="*/ 0 60000 65536"/>
                <a:gd name="T8" fmla="*/ 0 60000 65536"/>
                <a:gd name="T9" fmla="*/ 0 w 4176"/>
                <a:gd name="T10" fmla="*/ 0 h 1"/>
                <a:gd name="T11" fmla="*/ 4176 w 4176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176" h="1">
                  <a:moveTo>
                    <a:pt x="4176" y="0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14" name="Freeform 119">
              <a:extLst>
                <a:ext uri="{FF2B5EF4-FFF2-40B4-BE49-F238E27FC236}">
                  <a16:creationId xmlns:a16="http://schemas.microsoft.com/office/drawing/2014/main" id="{B1637DF1-B21D-85E1-AA27-A0C6E26951DA}"/>
                </a:ext>
              </a:extLst>
            </p:cNvPr>
            <p:cNvSpPr>
              <a:spLocks/>
            </p:cNvSpPr>
            <p:nvPr/>
          </p:nvSpPr>
          <p:spPr bwMode="auto">
            <a:xfrm>
              <a:off x="954" y="1827"/>
              <a:ext cx="1" cy="264"/>
            </a:xfrm>
            <a:custGeom>
              <a:avLst/>
              <a:gdLst>
                <a:gd name="T0" fmla="*/ 0 w 2"/>
                <a:gd name="T1" fmla="*/ 0 h 763"/>
                <a:gd name="T2" fmla="*/ 0 w 2"/>
                <a:gd name="T3" fmla="*/ 4 h 763"/>
                <a:gd name="T4" fmla="*/ 1 w 2"/>
                <a:gd name="T5" fmla="*/ 4 h 763"/>
                <a:gd name="T6" fmla="*/ 0 60000 65536"/>
                <a:gd name="T7" fmla="*/ 0 60000 65536"/>
                <a:gd name="T8" fmla="*/ 0 60000 65536"/>
                <a:gd name="T9" fmla="*/ 0 w 2"/>
                <a:gd name="T10" fmla="*/ 0 h 763"/>
                <a:gd name="T11" fmla="*/ 2 w 2"/>
                <a:gd name="T12" fmla="*/ 763 h 76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" h="763">
                  <a:moveTo>
                    <a:pt x="0" y="0"/>
                  </a:moveTo>
                  <a:lnTo>
                    <a:pt x="0" y="763"/>
                  </a:lnTo>
                  <a:lnTo>
                    <a:pt x="2" y="763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15" name="Freeform 120">
              <a:extLst>
                <a:ext uri="{FF2B5EF4-FFF2-40B4-BE49-F238E27FC236}">
                  <a16:creationId xmlns:a16="http://schemas.microsoft.com/office/drawing/2014/main" id="{821AB75D-719C-39E8-5465-EBE0CD55D6DC}"/>
                </a:ext>
              </a:extLst>
            </p:cNvPr>
            <p:cNvSpPr>
              <a:spLocks/>
            </p:cNvSpPr>
            <p:nvPr/>
          </p:nvSpPr>
          <p:spPr bwMode="auto">
            <a:xfrm>
              <a:off x="954" y="2091"/>
              <a:ext cx="264" cy="1"/>
            </a:xfrm>
            <a:custGeom>
              <a:avLst/>
              <a:gdLst>
                <a:gd name="T0" fmla="*/ 4 w 761"/>
                <a:gd name="T1" fmla="*/ 0 h 1"/>
                <a:gd name="T2" fmla="*/ 0 w 761"/>
                <a:gd name="T3" fmla="*/ 0 h 1"/>
                <a:gd name="T4" fmla="*/ 0 w 761"/>
                <a:gd name="T5" fmla="*/ 0 h 1"/>
                <a:gd name="T6" fmla="*/ 0 60000 65536"/>
                <a:gd name="T7" fmla="*/ 0 60000 65536"/>
                <a:gd name="T8" fmla="*/ 0 60000 65536"/>
                <a:gd name="T9" fmla="*/ 0 w 761"/>
                <a:gd name="T10" fmla="*/ 0 h 1"/>
                <a:gd name="T11" fmla="*/ 761 w 761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61" h="1">
                  <a:moveTo>
                    <a:pt x="761" y="0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16" name="Freeform 121">
              <a:extLst>
                <a:ext uri="{FF2B5EF4-FFF2-40B4-BE49-F238E27FC236}">
                  <a16:creationId xmlns:a16="http://schemas.microsoft.com/office/drawing/2014/main" id="{18EC70A3-5EFE-F83F-E9EA-7C8552001AC4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3" y="2182"/>
              <a:ext cx="1" cy="143"/>
            </a:xfrm>
            <a:custGeom>
              <a:avLst/>
              <a:gdLst>
                <a:gd name="T0" fmla="*/ 0 w 2"/>
                <a:gd name="T1" fmla="*/ 0 h 414"/>
                <a:gd name="T2" fmla="*/ 0 w 2"/>
                <a:gd name="T3" fmla="*/ 2 h 414"/>
                <a:gd name="T4" fmla="*/ 1 w 2"/>
                <a:gd name="T5" fmla="*/ 2 h 414"/>
                <a:gd name="T6" fmla="*/ 0 60000 65536"/>
                <a:gd name="T7" fmla="*/ 0 60000 65536"/>
                <a:gd name="T8" fmla="*/ 0 60000 65536"/>
                <a:gd name="T9" fmla="*/ 0 w 2"/>
                <a:gd name="T10" fmla="*/ 0 h 414"/>
                <a:gd name="T11" fmla="*/ 2 w 2"/>
                <a:gd name="T12" fmla="*/ 414 h 41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" h="414">
                  <a:moveTo>
                    <a:pt x="0" y="0"/>
                  </a:moveTo>
                  <a:lnTo>
                    <a:pt x="0" y="414"/>
                  </a:lnTo>
                  <a:lnTo>
                    <a:pt x="2" y="414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17" name="Freeform 132">
              <a:extLst>
                <a:ext uri="{FF2B5EF4-FFF2-40B4-BE49-F238E27FC236}">
                  <a16:creationId xmlns:a16="http://schemas.microsoft.com/office/drawing/2014/main" id="{089FA42F-3D61-081E-CB2B-D873E3172CF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7" y="2325"/>
              <a:ext cx="86" cy="1"/>
            </a:xfrm>
            <a:custGeom>
              <a:avLst/>
              <a:gdLst>
                <a:gd name="T0" fmla="*/ 0 w 246"/>
                <a:gd name="T1" fmla="*/ 0 h 1"/>
                <a:gd name="T2" fmla="*/ 1 w 246"/>
                <a:gd name="T3" fmla="*/ 0 h 1"/>
                <a:gd name="T4" fmla="*/ 1 w 246"/>
                <a:gd name="T5" fmla="*/ 0 h 1"/>
                <a:gd name="T6" fmla="*/ 0 60000 65536"/>
                <a:gd name="T7" fmla="*/ 0 60000 65536"/>
                <a:gd name="T8" fmla="*/ 0 60000 65536"/>
                <a:gd name="T9" fmla="*/ 0 w 246"/>
                <a:gd name="T10" fmla="*/ 0 h 1"/>
                <a:gd name="T11" fmla="*/ 246 w 246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46" h="1">
                  <a:moveTo>
                    <a:pt x="0" y="0"/>
                  </a:moveTo>
                  <a:lnTo>
                    <a:pt x="244" y="0"/>
                  </a:lnTo>
                  <a:lnTo>
                    <a:pt x="246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18" name="Freeform 133">
              <a:extLst>
                <a:ext uri="{FF2B5EF4-FFF2-40B4-BE49-F238E27FC236}">
                  <a16:creationId xmlns:a16="http://schemas.microsoft.com/office/drawing/2014/main" id="{1DE5071E-6D24-2D29-D529-98B885BAE6A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7" y="2182"/>
              <a:ext cx="86" cy="1"/>
            </a:xfrm>
            <a:custGeom>
              <a:avLst/>
              <a:gdLst>
                <a:gd name="T0" fmla="*/ 0 w 246"/>
                <a:gd name="T1" fmla="*/ 0 h 1"/>
                <a:gd name="T2" fmla="*/ 1 w 246"/>
                <a:gd name="T3" fmla="*/ 0 h 1"/>
                <a:gd name="T4" fmla="*/ 1 w 246"/>
                <a:gd name="T5" fmla="*/ 0 h 1"/>
                <a:gd name="T6" fmla="*/ 0 60000 65536"/>
                <a:gd name="T7" fmla="*/ 0 60000 65536"/>
                <a:gd name="T8" fmla="*/ 0 60000 65536"/>
                <a:gd name="T9" fmla="*/ 0 w 246"/>
                <a:gd name="T10" fmla="*/ 0 h 1"/>
                <a:gd name="T11" fmla="*/ 246 w 246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46" h="1">
                  <a:moveTo>
                    <a:pt x="0" y="0"/>
                  </a:moveTo>
                  <a:lnTo>
                    <a:pt x="244" y="0"/>
                  </a:lnTo>
                  <a:lnTo>
                    <a:pt x="246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119" name="Line 134">
            <a:extLst>
              <a:ext uri="{FF2B5EF4-FFF2-40B4-BE49-F238E27FC236}">
                <a16:creationId xmlns:a16="http://schemas.microsoft.com/office/drawing/2014/main" id="{83128F85-44CB-D787-3B27-15BB5A670599}"/>
              </a:ext>
            </a:extLst>
          </p:cNvPr>
          <p:cNvSpPr>
            <a:spLocks noChangeShapeType="1"/>
          </p:cNvSpPr>
          <p:nvPr/>
        </p:nvSpPr>
        <p:spPr bwMode="auto">
          <a:xfrm>
            <a:off x="7417445" y="2310953"/>
            <a:ext cx="627063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panose="02010600030101010101" pitchFamily="2" charset="-122"/>
            </a:endParaRPr>
          </a:p>
        </p:txBody>
      </p:sp>
      <p:sp>
        <p:nvSpPr>
          <p:cNvPr id="120" name="Line 135">
            <a:extLst>
              <a:ext uri="{FF2B5EF4-FFF2-40B4-BE49-F238E27FC236}">
                <a16:creationId xmlns:a16="http://schemas.microsoft.com/office/drawing/2014/main" id="{B21E1E38-9D65-ADBF-B5A9-92DDCE80A489}"/>
              </a:ext>
            </a:extLst>
          </p:cNvPr>
          <p:cNvSpPr>
            <a:spLocks noChangeShapeType="1"/>
          </p:cNvSpPr>
          <p:nvPr/>
        </p:nvSpPr>
        <p:spPr bwMode="auto">
          <a:xfrm>
            <a:off x="7904808" y="2309366"/>
            <a:ext cx="0" cy="10033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panose="02010600030101010101" pitchFamily="2" charset="-122"/>
            </a:endParaRPr>
          </a:p>
        </p:txBody>
      </p:sp>
      <p:sp>
        <p:nvSpPr>
          <p:cNvPr id="121" name="Line 136">
            <a:extLst>
              <a:ext uri="{FF2B5EF4-FFF2-40B4-BE49-F238E27FC236}">
                <a16:creationId xmlns:a16="http://schemas.microsoft.com/office/drawing/2014/main" id="{874529F8-517E-4812-5296-6123DD40306A}"/>
              </a:ext>
            </a:extLst>
          </p:cNvPr>
          <p:cNvSpPr>
            <a:spLocks noChangeShapeType="1"/>
          </p:cNvSpPr>
          <p:nvPr/>
        </p:nvSpPr>
        <p:spPr bwMode="auto">
          <a:xfrm>
            <a:off x="6430020" y="3099941"/>
            <a:ext cx="27305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panose="02010600030101010101" pitchFamily="2" charset="-122"/>
            </a:endParaRPr>
          </a:p>
        </p:txBody>
      </p:sp>
      <p:pic>
        <p:nvPicPr>
          <p:cNvPr id="122" name="图片 121">
            <a:extLst>
              <a:ext uri="{FF2B5EF4-FFF2-40B4-BE49-F238E27FC236}">
                <a16:creationId xmlns:a16="http://schemas.microsoft.com/office/drawing/2014/main" id="{8739886E-46BF-AF83-8DD5-36D745C52DB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199" t="38794" r="22692" b="19139"/>
          <a:stretch/>
        </p:blipFill>
        <p:spPr>
          <a:xfrm>
            <a:off x="5226302" y="4450081"/>
            <a:ext cx="3246121" cy="142240"/>
          </a:xfrm>
          <a:prstGeom prst="rect">
            <a:avLst/>
          </a:prstGeom>
        </p:spPr>
      </p:pic>
      <p:pic>
        <p:nvPicPr>
          <p:cNvPr id="123" name="图片 122">
            <a:extLst>
              <a:ext uri="{FF2B5EF4-FFF2-40B4-BE49-F238E27FC236}">
                <a16:creationId xmlns:a16="http://schemas.microsoft.com/office/drawing/2014/main" id="{DB262582-9C6C-DAC2-E17B-B09948074A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650" t="40463" r="38314" b="24981"/>
          <a:stretch/>
        </p:blipFill>
        <p:spPr>
          <a:xfrm rot="16200000">
            <a:off x="6902706" y="4450080"/>
            <a:ext cx="1559561" cy="116841"/>
          </a:xfrm>
          <a:prstGeom prst="rect">
            <a:avLst/>
          </a:prstGeom>
        </p:spPr>
      </p:pic>
      <p:pic>
        <p:nvPicPr>
          <p:cNvPr id="124" name="图片 123">
            <a:extLst>
              <a:ext uri="{FF2B5EF4-FFF2-40B4-BE49-F238E27FC236}">
                <a16:creationId xmlns:a16="http://schemas.microsoft.com/office/drawing/2014/main" id="{F6FB9009-B2F4-09D8-0A77-B7B25F89283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056" t="40463" r="47771" b="30449"/>
          <a:stretch/>
        </p:blipFill>
        <p:spPr>
          <a:xfrm rot="16200000">
            <a:off x="6205829" y="4449163"/>
            <a:ext cx="695960" cy="98354"/>
          </a:xfrm>
          <a:prstGeom prst="rect">
            <a:avLst/>
          </a:prstGeom>
        </p:spPr>
      </p:pic>
      <p:pic>
        <p:nvPicPr>
          <p:cNvPr id="125" name="图片 124">
            <a:extLst>
              <a:ext uri="{FF2B5EF4-FFF2-40B4-BE49-F238E27FC236}">
                <a16:creationId xmlns:a16="http://schemas.microsoft.com/office/drawing/2014/main" id="{D3EEAC7C-831A-F1D5-FE94-BAD999AF888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322" t="40463" r="48505" b="30449"/>
          <a:stretch/>
        </p:blipFill>
        <p:spPr>
          <a:xfrm rot="16200000">
            <a:off x="5445047" y="4449163"/>
            <a:ext cx="695960" cy="98354"/>
          </a:xfrm>
          <a:prstGeom prst="rect">
            <a:avLst/>
          </a:prstGeom>
        </p:spPr>
      </p:pic>
      <p:sp>
        <p:nvSpPr>
          <p:cNvPr id="126" name="Text Box 87">
            <a:extLst>
              <a:ext uri="{FF2B5EF4-FFF2-40B4-BE49-F238E27FC236}">
                <a16:creationId xmlns:a16="http://schemas.microsoft.com/office/drawing/2014/main" id="{3EF93786-231B-8C1F-58B3-4F1B04D632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376" y="1268089"/>
            <a:ext cx="351891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fontAlgn="base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剖视图的基本概念</a:t>
            </a:r>
          </a:p>
        </p:txBody>
      </p:sp>
    </p:spTree>
    <p:extLst>
      <p:ext uri="{BB962C8B-B14F-4D97-AF65-F5344CB8AC3E}">
        <p14:creationId xmlns:p14="http://schemas.microsoft.com/office/powerpoint/2010/main" val="3408103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" grpId="0"/>
      <p:bldP spid="87" grpId="0"/>
      <p:bldP spid="88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66021F-C13C-9022-E5E9-60CEA5A06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>
            <a:extLst>
              <a:ext uri="{FF2B5EF4-FFF2-40B4-BE49-F238E27FC236}">
                <a16:creationId xmlns:a16="http://schemas.microsoft.com/office/drawing/2014/main" id="{29BE957F-3B2B-FD48-1925-70E67FD597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19" y="412176"/>
            <a:ext cx="2358338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10.2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剖视图</a:t>
            </a:r>
          </a:p>
        </p:txBody>
      </p:sp>
      <p:sp>
        <p:nvSpPr>
          <p:cNvPr id="16" name="灯片编号占位符 3">
            <a:extLst>
              <a:ext uri="{FF2B5EF4-FFF2-40B4-BE49-F238E27FC236}">
                <a16:creationId xmlns:a16="http://schemas.microsoft.com/office/drawing/2014/main" id="{BA8285F1-DBA9-24BE-56B2-5C63A46B8C4A}"/>
              </a:ext>
            </a:extLst>
          </p:cNvPr>
          <p:cNvSpPr txBox="1">
            <a:spLocks/>
          </p:cNvSpPr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  <a:pPr/>
              <a:t>36</a:t>
            </a:fld>
            <a:endParaRPr lang="en-US" altLang="zh-CN" dirty="0"/>
          </a:p>
        </p:txBody>
      </p:sp>
      <p:sp>
        <p:nvSpPr>
          <p:cNvPr id="3" name="Line 4">
            <a:extLst>
              <a:ext uri="{FF2B5EF4-FFF2-40B4-BE49-F238E27FC236}">
                <a16:creationId xmlns:a16="http://schemas.microsoft.com/office/drawing/2014/main" id="{1B279AFC-1114-D16B-B9C6-895BE2E2B27D}"/>
              </a:ext>
            </a:extLst>
          </p:cNvPr>
          <p:cNvSpPr>
            <a:spLocks noChangeShapeType="1"/>
          </p:cNvSpPr>
          <p:nvPr/>
        </p:nvSpPr>
        <p:spPr bwMode="auto">
          <a:xfrm>
            <a:off x="8082698" y="4947805"/>
            <a:ext cx="79375" cy="676275"/>
          </a:xfrm>
          <a:prstGeom prst="line">
            <a:avLst/>
          </a:prstGeom>
          <a:noFill/>
          <a:ln w="19050">
            <a:solidFill>
              <a:srgbClr val="006600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 Box 5" descr="绿色大理石">
            <a:extLst>
              <a:ext uri="{FF2B5EF4-FFF2-40B4-BE49-F238E27FC236}">
                <a16:creationId xmlns:a16="http://schemas.microsoft.com/office/drawing/2014/main" id="{BA598BFD-BC88-7BA9-B75C-61EF586D7A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09611" y="5566930"/>
            <a:ext cx="1420812" cy="46196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noFill/>
            <a:miter lim="800000"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剖</a:t>
            </a:r>
            <a:r>
              <a:rPr kumimoji="1" lang="zh-CN" altLang="en-US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Monotype Sorts" pitchFamily="2" charset="2"/>
              </a:rPr>
              <a:t>切符号</a:t>
            </a:r>
          </a:p>
        </p:txBody>
      </p:sp>
      <p:sp>
        <p:nvSpPr>
          <p:cNvPr id="5" name="Text Box 7">
            <a:extLst>
              <a:ext uri="{FF2B5EF4-FFF2-40B4-BE49-F238E27FC236}">
                <a16:creationId xmlns:a16="http://schemas.microsoft.com/office/drawing/2014/main" id="{27FF674D-B4B0-0A34-4CAA-87BECDE34D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7093" y="2994847"/>
            <a:ext cx="5694001" cy="83099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1) </a:t>
            </a:r>
            <a:r>
              <a:rPr lang="zh-CN" altLang="en-US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</a:t>
            </a:r>
            <a:r>
              <a:rPr lang="zh-CN" altLang="en-US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onotype Sorts" pitchFamily="2" charset="2"/>
              </a:rPr>
              <a:t>剖切位置的</a:t>
            </a:r>
            <a:r>
              <a:rPr lang="zh-CN" altLang="en-US" b="1" kern="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粗实线</a:t>
            </a:r>
            <a:r>
              <a:rPr lang="en-US" altLang="zh-CN" b="1" kern="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, </a:t>
            </a:r>
            <a:r>
              <a:rPr lang="zh-CN" altLang="en-US" b="1" kern="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线宽</a:t>
            </a:r>
            <a:r>
              <a:rPr lang="en-US" altLang="zh-CN" b="1" kern="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1-1.5d, </a:t>
            </a:r>
            <a:r>
              <a:rPr lang="zh-CN" altLang="en-US" b="1" kern="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线长 </a:t>
            </a:r>
            <a:r>
              <a:rPr lang="en-US" altLang="zh-CN" b="1" kern="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6 -7 mm,</a:t>
            </a:r>
            <a:r>
              <a:rPr lang="zh-CN" altLang="en-US" b="1" kern="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尽量不与图形轮廓线相交</a:t>
            </a:r>
          </a:p>
        </p:txBody>
      </p:sp>
      <p:sp>
        <p:nvSpPr>
          <p:cNvPr id="6" name="Line 8">
            <a:extLst>
              <a:ext uri="{FF2B5EF4-FFF2-40B4-BE49-F238E27FC236}">
                <a16:creationId xmlns:a16="http://schemas.microsoft.com/office/drawing/2014/main" id="{9F8A6B09-B4C7-4EC3-050E-E5F2EB6CEDF7}"/>
              </a:ext>
            </a:extLst>
          </p:cNvPr>
          <p:cNvSpPr>
            <a:spLocks noChangeShapeType="1"/>
          </p:cNvSpPr>
          <p:nvPr/>
        </p:nvSpPr>
        <p:spPr bwMode="auto">
          <a:xfrm>
            <a:off x="7405305" y="4539987"/>
            <a:ext cx="420220" cy="80794"/>
          </a:xfrm>
          <a:prstGeom prst="line">
            <a:avLst/>
          </a:prstGeom>
          <a:noFill/>
          <a:ln w="19050">
            <a:solidFill>
              <a:srgbClr val="006600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 Box 10">
            <a:extLst>
              <a:ext uri="{FF2B5EF4-FFF2-40B4-BE49-F238E27FC236}">
                <a16:creationId xmlns:a16="http://schemas.microsoft.com/office/drawing/2014/main" id="{9EBD4ACE-066D-CB8A-AAA6-4630D4FBC0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92951" y="3957877"/>
            <a:ext cx="3355406" cy="46166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b="1" kern="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2) </a:t>
            </a:r>
            <a:r>
              <a:rPr lang="zh-CN" altLang="en-US" b="1" kern="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箭头</a:t>
            </a:r>
            <a:r>
              <a:rPr lang="zh-CN" altLang="en-US" b="1" kern="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画在剖切线外端</a:t>
            </a:r>
            <a:endParaRPr lang="zh-CN" altLang="en-US" b="1" kern="0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 Box 11" descr="绿色大理石">
            <a:extLst>
              <a:ext uri="{FF2B5EF4-FFF2-40B4-BE49-F238E27FC236}">
                <a16:creationId xmlns:a16="http://schemas.microsoft.com/office/drawing/2014/main" id="{F01BADD9-B2C5-736B-B975-1FDB074D49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4554" y="4332940"/>
            <a:ext cx="920750" cy="46166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noFill/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箭头</a:t>
            </a:r>
          </a:p>
        </p:txBody>
      </p:sp>
      <p:sp>
        <p:nvSpPr>
          <p:cNvPr id="9" name="Rectangle 12" descr="画布">
            <a:extLst>
              <a:ext uri="{FF2B5EF4-FFF2-40B4-BE49-F238E27FC236}">
                <a16:creationId xmlns:a16="http://schemas.microsoft.com/office/drawing/2014/main" id="{A25A2C2C-6D86-0BBC-4B09-6348465CFC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115" y="2397618"/>
            <a:ext cx="227658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457200" indent="-457200" algn="ctr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Monotype Sorts" pitchFamily="2" charset="2"/>
              </a:rPr>
              <a:t>剖视图名称 </a:t>
            </a:r>
          </a:p>
        </p:txBody>
      </p:sp>
      <p:sp>
        <p:nvSpPr>
          <p:cNvPr id="10" name="Text Box 13">
            <a:extLst>
              <a:ext uri="{FF2B5EF4-FFF2-40B4-BE49-F238E27FC236}">
                <a16:creationId xmlns:a16="http://schemas.microsoft.com/office/drawing/2014/main" id="{FB13B589-9A3B-2B64-C6A0-1075BC060D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6205" y="5574677"/>
            <a:ext cx="4092787" cy="46166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b="1" kern="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字母“</a:t>
            </a:r>
            <a:r>
              <a:rPr lang="en-US" altLang="zh-CN" b="1" kern="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X”</a:t>
            </a:r>
            <a:r>
              <a:rPr lang="zh-CN" altLang="en-US" b="1" kern="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注在剖切符号外侧</a:t>
            </a:r>
          </a:p>
        </p:txBody>
      </p:sp>
      <p:sp>
        <p:nvSpPr>
          <p:cNvPr id="11" name="Rectangle 14">
            <a:extLst>
              <a:ext uri="{FF2B5EF4-FFF2-40B4-BE49-F238E27FC236}">
                <a16:creationId xmlns:a16="http://schemas.microsoft.com/office/drawing/2014/main" id="{A8FC7E2A-7645-255E-DF9E-B6FEE8940F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1217" y="2418475"/>
            <a:ext cx="4947188" cy="46166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400" b="1" kern="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“X</a:t>
            </a:r>
            <a:r>
              <a:rPr lang="zh-CN" altLang="en-US" sz="2400" b="1" kern="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－</a:t>
            </a:r>
            <a:r>
              <a:rPr lang="en-US" altLang="zh-CN" sz="2400" b="1" kern="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X” (</a:t>
            </a:r>
            <a:r>
              <a:rPr lang="zh-CN" altLang="zh-CN" sz="2400" b="1" kern="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拉丁字母或阿拉伯数字)</a:t>
            </a:r>
            <a:endParaRPr lang="en-US" altLang="zh-CN" sz="2400" b="1" kern="0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Monotype Sorts" pitchFamily="2" charset="2"/>
            </a:endParaRPr>
          </a:p>
        </p:txBody>
      </p:sp>
      <p:sp>
        <p:nvSpPr>
          <p:cNvPr id="12" name="Text Box 15" descr="绿色大理石">
            <a:extLst>
              <a:ext uri="{FF2B5EF4-FFF2-40B4-BE49-F238E27FC236}">
                <a16:creationId xmlns:a16="http://schemas.microsoft.com/office/drawing/2014/main" id="{DC8EF673-36D0-0B68-5C26-88C18C2DE0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36961" y="5565342"/>
            <a:ext cx="803425" cy="46166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noFill/>
            <a:miter lim="800000"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字母</a:t>
            </a:r>
          </a:p>
        </p:txBody>
      </p:sp>
      <p:sp>
        <p:nvSpPr>
          <p:cNvPr id="13" name="Line 16">
            <a:extLst>
              <a:ext uri="{FF2B5EF4-FFF2-40B4-BE49-F238E27FC236}">
                <a16:creationId xmlns:a16="http://schemas.microsoft.com/office/drawing/2014/main" id="{E54258B0-885F-E6ED-A178-4AFF4FDBA83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548211" y="5039880"/>
            <a:ext cx="247650" cy="512762"/>
          </a:xfrm>
          <a:prstGeom prst="line">
            <a:avLst/>
          </a:prstGeom>
          <a:noFill/>
          <a:ln w="19050">
            <a:solidFill>
              <a:srgbClr val="006600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 Box 17" descr="绿色大理石">
            <a:extLst>
              <a:ext uri="{FF2B5EF4-FFF2-40B4-BE49-F238E27FC236}">
                <a16:creationId xmlns:a16="http://schemas.microsoft.com/office/drawing/2014/main" id="{EE1B4B66-2B0A-C0F5-B566-5E8D78AD14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03473" y="1463242"/>
            <a:ext cx="2090738" cy="46166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noFill/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剖视图名称</a:t>
            </a:r>
          </a:p>
        </p:txBody>
      </p:sp>
      <p:sp>
        <p:nvSpPr>
          <p:cNvPr id="15" name="Line 18">
            <a:extLst>
              <a:ext uri="{FF2B5EF4-FFF2-40B4-BE49-F238E27FC236}">
                <a16:creationId xmlns:a16="http://schemas.microsoft.com/office/drawing/2014/main" id="{3F2CA8FE-4596-472B-80B9-61C433335495}"/>
              </a:ext>
            </a:extLst>
          </p:cNvPr>
          <p:cNvSpPr>
            <a:spLocks noChangeShapeType="1"/>
          </p:cNvSpPr>
          <p:nvPr/>
        </p:nvSpPr>
        <p:spPr bwMode="auto">
          <a:xfrm>
            <a:off x="9986111" y="1914092"/>
            <a:ext cx="231775" cy="347663"/>
          </a:xfrm>
          <a:prstGeom prst="line">
            <a:avLst/>
          </a:prstGeom>
          <a:noFill/>
          <a:ln w="19050">
            <a:solidFill>
              <a:srgbClr val="006600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Rectangle 21" descr="画布">
            <a:extLst>
              <a:ext uri="{FF2B5EF4-FFF2-40B4-BE49-F238E27FC236}">
                <a16:creationId xmlns:a16="http://schemas.microsoft.com/office/drawing/2014/main" id="{BDBCE8CF-4E81-8725-9160-0A2C439C9D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845" y="5574677"/>
            <a:ext cx="218521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457200" indent="-457200" algn="ctr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剖切面名称</a:t>
            </a:r>
          </a:p>
        </p:txBody>
      </p:sp>
      <p:sp>
        <p:nvSpPr>
          <p:cNvPr id="18" name="Rectangle 22" descr="画布">
            <a:extLst>
              <a:ext uri="{FF2B5EF4-FFF2-40B4-BE49-F238E27FC236}">
                <a16:creationId xmlns:a16="http://schemas.microsoft.com/office/drawing/2014/main" id="{F4498C41-539A-BFA1-8B0E-D1CE09652B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197" y="2993876"/>
            <a:ext cx="187743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457200" indent="-457200" algn="ctr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Monotype Sorts" pitchFamily="2" charset="2"/>
              </a:rPr>
              <a:t>剖切符号</a:t>
            </a:r>
          </a:p>
        </p:txBody>
      </p:sp>
      <p:sp>
        <p:nvSpPr>
          <p:cNvPr id="19" name="Text Box 96">
            <a:extLst>
              <a:ext uri="{FF2B5EF4-FFF2-40B4-BE49-F238E27FC236}">
                <a16:creationId xmlns:a16="http://schemas.microsoft.com/office/drawing/2014/main" id="{1045ADF1-076D-145D-85A7-B7EB300C99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4197" y="4831877"/>
            <a:ext cx="187743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>
            <a:defPPr>
              <a:defRPr lang="zh-CN"/>
            </a:defPPr>
            <a:lvl1pPr algn="ctr" fontAlgn="base">
              <a:spcBef>
                <a:spcPct val="0"/>
              </a:spcBef>
              <a:spcAft>
                <a:spcPct val="0"/>
              </a:spcAft>
              <a:defRPr kumimoji="1" sz="2800">
                <a:latin typeface="黑体" pitchFamily="2" charset="-122"/>
              </a:defRPr>
            </a:lvl1pPr>
          </a:lstStyle>
          <a:p>
            <a:pPr marL="457200" indent="-457200"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箭头画法</a:t>
            </a:r>
          </a:p>
        </p:txBody>
      </p:sp>
      <p:grpSp>
        <p:nvGrpSpPr>
          <p:cNvPr id="20" name="Group 97">
            <a:extLst>
              <a:ext uri="{FF2B5EF4-FFF2-40B4-BE49-F238E27FC236}">
                <a16:creationId xmlns:a16="http://schemas.microsoft.com/office/drawing/2014/main" id="{42C737CC-ABDA-6E81-2A5C-D1052E250467}"/>
              </a:ext>
            </a:extLst>
          </p:cNvPr>
          <p:cNvGrpSpPr>
            <a:grpSpLocks/>
          </p:cNvGrpSpPr>
          <p:nvPr/>
        </p:nvGrpSpPr>
        <p:grpSpPr bwMode="auto">
          <a:xfrm>
            <a:off x="2639312" y="5039880"/>
            <a:ext cx="1103313" cy="76200"/>
            <a:chOff x="1510" y="3894"/>
            <a:chExt cx="695" cy="48"/>
          </a:xfrm>
        </p:grpSpPr>
        <p:sp>
          <p:nvSpPr>
            <p:cNvPr id="21" name="Line 98">
              <a:extLst>
                <a:ext uri="{FF2B5EF4-FFF2-40B4-BE49-F238E27FC236}">
                  <a16:creationId xmlns:a16="http://schemas.microsoft.com/office/drawing/2014/main" id="{B8BBBC80-3E7C-33DF-21B2-F9CBF92990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10" y="3917"/>
              <a:ext cx="689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Freeform 99">
              <a:extLst>
                <a:ext uri="{FF2B5EF4-FFF2-40B4-BE49-F238E27FC236}">
                  <a16:creationId xmlns:a16="http://schemas.microsoft.com/office/drawing/2014/main" id="{8D6C7D96-1A67-0CB0-124E-965FE12A27A9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7" y="3894"/>
              <a:ext cx="318" cy="48"/>
            </a:xfrm>
            <a:custGeom>
              <a:avLst/>
              <a:gdLst>
                <a:gd name="T0" fmla="*/ 318 w 318"/>
                <a:gd name="T1" fmla="*/ 24 h 48"/>
                <a:gd name="T2" fmla="*/ 0 w 318"/>
                <a:gd name="T3" fmla="*/ 0 h 48"/>
                <a:gd name="T4" fmla="*/ 0 w 318"/>
                <a:gd name="T5" fmla="*/ 48 h 48"/>
                <a:gd name="T6" fmla="*/ 318 w 318"/>
                <a:gd name="T7" fmla="*/ 24 h 4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18"/>
                <a:gd name="T13" fmla="*/ 0 h 48"/>
                <a:gd name="T14" fmla="*/ 318 w 318"/>
                <a:gd name="T15" fmla="*/ 48 h 4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18" h="48">
                  <a:moveTo>
                    <a:pt x="318" y="24"/>
                  </a:moveTo>
                  <a:lnTo>
                    <a:pt x="0" y="0"/>
                  </a:lnTo>
                  <a:lnTo>
                    <a:pt x="0" y="48"/>
                  </a:lnTo>
                  <a:lnTo>
                    <a:pt x="318" y="24"/>
                  </a:lnTo>
                  <a:close/>
                </a:path>
              </a:pathLst>
            </a:custGeom>
            <a:solidFill>
              <a:srgbClr val="000066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3" name="Group 100">
            <a:extLst>
              <a:ext uri="{FF2B5EF4-FFF2-40B4-BE49-F238E27FC236}">
                <a16:creationId xmlns:a16="http://schemas.microsoft.com/office/drawing/2014/main" id="{043896F3-4115-ED89-0342-77A43C370D91}"/>
              </a:ext>
            </a:extLst>
          </p:cNvPr>
          <p:cNvGrpSpPr>
            <a:grpSpLocks/>
          </p:cNvGrpSpPr>
          <p:nvPr/>
        </p:nvGrpSpPr>
        <p:grpSpPr bwMode="auto">
          <a:xfrm>
            <a:off x="2620262" y="4787464"/>
            <a:ext cx="608013" cy="647699"/>
            <a:chOff x="1498" y="3735"/>
            <a:chExt cx="383" cy="408"/>
          </a:xfrm>
        </p:grpSpPr>
        <p:sp>
          <p:nvSpPr>
            <p:cNvPr id="24" name="Line 101">
              <a:extLst>
                <a:ext uri="{FF2B5EF4-FFF2-40B4-BE49-F238E27FC236}">
                  <a16:creationId xmlns:a16="http://schemas.microsoft.com/office/drawing/2014/main" id="{8988B572-6B7C-48DB-3F4B-55D1DAEA7D5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34" y="3894"/>
              <a:ext cx="144" cy="0"/>
            </a:xfrm>
            <a:prstGeom prst="line">
              <a:avLst/>
            </a:prstGeom>
            <a:noFill/>
            <a:ln w="9525">
              <a:solidFill>
                <a:srgbClr val="A5002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Line 102">
              <a:extLst>
                <a:ext uri="{FF2B5EF4-FFF2-40B4-BE49-F238E27FC236}">
                  <a16:creationId xmlns:a16="http://schemas.microsoft.com/office/drawing/2014/main" id="{D0ACD588-97CB-50AE-15AD-9BB1B4D6CED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31" y="3942"/>
              <a:ext cx="150" cy="0"/>
            </a:xfrm>
            <a:prstGeom prst="line">
              <a:avLst/>
            </a:prstGeom>
            <a:noFill/>
            <a:ln w="9525">
              <a:solidFill>
                <a:srgbClr val="A5002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Line 103">
              <a:extLst>
                <a:ext uri="{FF2B5EF4-FFF2-40B4-BE49-F238E27FC236}">
                  <a16:creationId xmlns:a16="http://schemas.microsoft.com/office/drawing/2014/main" id="{57AA007E-C853-CD3F-FDE6-7FBF9FA68E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4" y="3735"/>
              <a:ext cx="0" cy="162"/>
            </a:xfrm>
            <a:prstGeom prst="line">
              <a:avLst/>
            </a:prstGeom>
            <a:noFill/>
            <a:ln w="9525">
              <a:solidFill>
                <a:srgbClr val="A50021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Line 104">
              <a:extLst>
                <a:ext uri="{FF2B5EF4-FFF2-40B4-BE49-F238E27FC236}">
                  <a16:creationId xmlns:a16="http://schemas.microsoft.com/office/drawing/2014/main" id="{F60AFC5D-23AC-D366-0243-ACB024B1E4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4" y="3894"/>
              <a:ext cx="0" cy="54"/>
            </a:xfrm>
            <a:prstGeom prst="line">
              <a:avLst/>
            </a:prstGeom>
            <a:noFill/>
            <a:ln w="9525">
              <a:solidFill>
                <a:srgbClr val="A5002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Line 105">
              <a:extLst>
                <a:ext uri="{FF2B5EF4-FFF2-40B4-BE49-F238E27FC236}">
                  <a16:creationId xmlns:a16="http://schemas.microsoft.com/office/drawing/2014/main" id="{3005C1EC-6734-81E0-F209-DE1B4654742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64" y="3942"/>
              <a:ext cx="0" cy="129"/>
            </a:xfrm>
            <a:prstGeom prst="line">
              <a:avLst/>
            </a:prstGeom>
            <a:noFill/>
            <a:ln w="9525">
              <a:solidFill>
                <a:srgbClr val="A50021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Text Box 106">
              <a:extLst>
                <a:ext uri="{FF2B5EF4-FFF2-40B4-BE49-F238E27FC236}">
                  <a16:creationId xmlns:a16="http://schemas.microsoft.com/office/drawing/2014/main" id="{B753E938-1CFF-E1A6-B0AB-7073F42474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1521" y="3874"/>
              <a:ext cx="246" cy="29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99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d</a:t>
              </a:r>
            </a:p>
          </p:txBody>
        </p:sp>
      </p:grpSp>
      <p:grpSp>
        <p:nvGrpSpPr>
          <p:cNvPr id="30" name="Group 107">
            <a:extLst>
              <a:ext uri="{FF2B5EF4-FFF2-40B4-BE49-F238E27FC236}">
                <a16:creationId xmlns:a16="http://schemas.microsoft.com/office/drawing/2014/main" id="{BAEF99F7-4FB7-C08D-0E28-4830CC075322}"/>
              </a:ext>
            </a:extLst>
          </p:cNvPr>
          <p:cNvGrpSpPr>
            <a:grpSpLocks/>
          </p:cNvGrpSpPr>
          <p:nvPr/>
        </p:nvGrpSpPr>
        <p:grpSpPr bwMode="auto">
          <a:xfrm>
            <a:off x="3180649" y="4500130"/>
            <a:ext cx="579438" cy="573088"/>
            <a:chOff x="1851" y="3554"/>
            <a:chExt cx="365" cy="361"/>
          </a:xfrm>
        </p:grpSpPr>
        <p:sp>
          <p:nvSpPr>
            <p:cNvPr id="31" name="Line 108">
              <a:extLst>
                <a:ext uri="{FF2B5EF4-FFF2-40B4-BE49-F238E27FC236}">
                  <a16:creationId xmlns:a16="http://schemas.microsoft.com/office/drawing/2014/main" id="{BD501868-4204-AE54-0B81-37776E5435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87" y="3762"/>
              <a:ext cx="0" cy="135"/>
            </a:xfrm>
            <a:prstGeom prst="line">
              <a:avLst/>
            </a:prstGeom>
            <a:noFill/>
            <a:ln w="9525">
              <a:solidFill>
                <a:srgbClr val="A5002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Line 109">
              <a:extLst>
                <a:ext uri="{FF2B5EF4-FFF2-40B4-BE49-F238E27FC236}">
                  <a16:creationId xmlns:a16="http://schemas.microsoft.com/office/drawing/2014/main" id="{9F7ED304-CDD3-64E4-5798-372E6D73F7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8" y="3759"/>
              <a:ext cx="0" cy="156"/>
            </a:xfrm>
            <a:prstGeom prst="line">
              <a:avLst/>
            </a:prstGeom>
            <a:noFill/>
            <a:ln w="9525">
              <a:solidFill>
                <a:srgbClr val="A5002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Line 110">
              <a:extLst>
                <a:ext uri="{FF2B5EF4-FFF2-40B4-BE49-F238E27FC236}">
                  <a16:creationId xmlns:a16="http://schemas.microsoft.com/office/drawing/2014/main" id="{ED83138E-0BE5-CD30-2F8E-1F169E8FFE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84" y="3798"/>
              <a:ext cx="327" cy="0"/>
            </a:xfrm>
            <a:prstGeom prst="line">
              <a:avLst/>
            </a:prstGeom>
            <a:noFill/>
            <a:ln w="9525">
              <a:solidFill>
                <a:srgbClr val="A50021"/>
              </a:solidFill>
              <a:round/>
              <a:headEnd type="triangle" w="sm" len="lg"/>
              <a:tailEnd type="triangle" w="sm" len="lg"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Text Box 111">
              <a:extLst>
                <a:ext uri="{FF2B5EF4-FFF2-40B4-BE49-F238E27FC236}">
                  <a16:creationId xmlns:a16="http://schemas.microsoft.com/office/drawing/2014/main" id="{512EA0E0-4A2E-1E16-09F3-76468D8809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51" y="3554"/>
              <a:ext cx="365" cy="29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99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4d</a:t>
              </a:r>
            </a:p>
          </p:txBody>
        </p:sp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ABF51308-A623-5FB4-58B3-21474DFE588B}"/>
              </a:ext>
            </a:extLst>
          </p:cNvPr>
          <p:cNvGrpSpPr/>
          <p:nvPr/>
        </p:nvGrpSpPr>
        <p:grpSpPr>
          <a:xfrm>
            <a:off x="7549298" y="2045855"/>
            <a:ext cx="4497388" cy="3749673"/>
            <a:chOff x="7082023" y="1608874"/>
            <a:chExt cx="4497388" cy="3749673"/>
          </a:xfrm>
        </p:grpSpPr>
        <p:grpSp>
          <p:nvGrpSpPr>
            <p:cNvPr id="36" name="Group 23">
              <a:extLst>
                <a:ext uri="{FF2B5EF4-FFF2-40B4-BE49-F238E27FC236}">
                  <a16:creationId xmlns:a16="http://schemas.microsoft.com/office/drawing/2014/main" id="{504BA72C-016B-4AF8-2BC4-070ACCAD0B5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082023" y="1608874"/>
              <a:ext cx="4497388" cy="3641725"/>
              <a:chOff x="-176" y="688"/>
              <a:chExt cx="2833" cy="2294"/>
            </a:xfrm>
          </p:grpSpPr>
          <p:grpSp>
            <p:nvGrpSpPr>
              <p:cNvPr id="43" name="Group 24">
                <a:extLst>
                  <a:ext uri="{FF2B5EF4-FFF2-40B4-BE49-F238E27FC236}">
                    <a16:creationId xmlns:a16="http://schemas.microsoft.com/office/drawing/2014/main" id="{9A0B3D05-1304-287D-3EFB-018050C7A7C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7" y="1026"/>
                <a:ext cx="1772" cy="1956"/>
                <a:chOff x="935" y="891"/>
                <a:chExt cx="1772" cy="1956"/>
              </a:xfrm>
            </p:grpSpPr>
            <p:grpSp>
              <p:nvGrpSpPr>
                <p:cNvPr id="78" name="Group 25">
                  <a:extLst>
                    <a:ext uri="{FF2B5EF4-FFF2-40B4-BE49-F238E27FC236}">
                      <a16:creationId xmlns:a16="http://schemas.microsoft.com/office/drawing/2014/main" id="{DF5C99AB-58EA-94AD-0EC5-93542E77B57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43" y="1938"/>
                  <a:ext cx="1750" cy="909"/>
                  <a:chOff x="943" y="1938"/>
                  <a:chExt cx="1750" cy="909"/>
                </a:xfrm>
              </p:grpSpPr>
              <p:sp>
                <p:nvSpPr>
                  <p:cNvPr id="98" name="Oval 26">
                    <a:extLst>
                      <a:ext uri="{FF2B5EF4-FFF2-40B4-BE49-F238E27FC236}">
                        <a16:creationId xmlns:a16="http://schemas.microsoft.com/office/drawing/2014/main" id="{E2A3F7B5-2D2B-2380-DCF7-0F3D3D09793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784" y="1938"/>
                    <a:ext cx="909" cy="909"/>
                  </a:xfrm>
                  <a:prstGeom prst="ellipse">
                    <a:avLst/>
                  </a:prstGeom>
                  <a:solidFill>
                    <a:srgbClr val="FFFFFF"/>
                  </a:solidFill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99" name="Oval 27">
                    <a:extLst>
                      <a:ext uri="{FF2B5EF4-FFF2-40B4-BE49-F238E27FC236}">
                        <a16:creationId xmlns:a16="http://schemas.microsoft.com/office/drawing/2014/main" id="{CB29E6CE-0022-C020-BF5A-A059247CD2D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896" y="2040"/>
                    <a:ext cx="689" cy="699"/>
                  </a:xfrm>
                  <a:prstGeom prst="ellipse">
                    <a:avLst/>
                  </a:prstGeom>
                  <a:solidFill>
                    <a:srgbClr val="FFFFFF"/>
                  </a:solidFill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00" name="Oval 28">
                    <a:extLst>
                      <a:ext uri="{FF2B5EF4-FFF2-40B4-BE49-F238E27FC236}">
                        <a16:creationId xmlns:a16="http://schemas.microsoft.com/office/drawing/2014/main" id="{5AB3CF29-94B5-DF74-5F0D-5C84B023189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004" y="2149"/>
                    <a:ext cx="480" cy="480"/>
                  </a:xfrm>
                  <a:prstGeom prst="ellipse">
                    <a:avLst/>
                  </a:prstGeom>
                  <a:solidFill>
                    <a:srgbClr val="FFFFFF"/>
                  </a:solidFill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01" name="Oval 29">
                    <a:extLst>
                      <a:ext uri="{FF2B5EF4-FFF2-40B4-BE49-F238E27FC236}">
                        <a16:creationId xmlns:a16="http://schemas.microsoft.com/office/drawing/2014/main" id="{FD414B7C-3B96-5577-3C9F-134216FDFEF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035" y="2254"/>
                    <a:ext cx="278" cy="278"/>
                  </a:xfrm>
                  <a:prstGeom prst="ellipse">
                    <a:avLst/>
                  </a:prstGeom>
                  <a:solidFill>
                    <a:srgbClr val="FFFFFF"/>
                  </a:solidFill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02" name="Oval 30">
                    <a:extLst>
                      <a:ext uri="{FF2B5EF4-FFF2-40B4-BE49-F238E27FC236}">
                        <a16:creationId xmlns:a16="http://schemas.microsoft.com/office/drawing/2014/main" id="{5B5DF0A8-00EE-4E3C-3E16-0B6666DCE51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090" y="2308"/>
                    <a:ext cx="163" cy="164"/>
                  </a:xfrm>
                  <a:prstGeom prst="ellipse">
                    <a:avLst/>
                  </a:prstGeom>
                  <a:solidFill>
                    <a:srgbClr val="FFFFFF"/>
                  </a:solidFill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03" name="Arc 33">
                    <a:extLst>
                      <a:ext uri="{FF2B5EF4-FFF2-40B4-BE49-F238E27FC236}">
                        <a16:creationId xmlns:a16="http://schemas.microsoft.com/office/drawing/2014/main" id="{9CB00867-19AC-2868-BB71-4DA6419FFE3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H="1" flipV="1">
                    <a:off x="943" y="2173"/>
                    <a:ext cx="223" cy="438"/>
                  </a:xfrm>
                  <a:custGeom>
                    <a:avLst/>
                    <a:gdLst>
                      <a:gd name="T0" fmla="*/ 0 w 21600"/>
                      <a:gd name="T1" fmla="*/ 0 h 42256"/>
                      <a:gd name="T2" fmla="*/ 0 w 21600"/>
                      <a:gd name="T3" fmla="*/ 0 h 42256"/>
                      <a:gd name="T4" fmla="*/ 0 w 21600"/>
                      <a:gd name="T5" fmla="*/ 0 h 42256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42256"/>
                      <a:gd name="T11" fmla="*/ 21600 w 21600"/>
                      <a:gd name="T12" fmla="*/ 42256 h 4225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42256" fill="none" extrusionOk="0">
                        <a:moveTo>
                          <a:pt x="4945" y="-1"/>
                        </a:moveTo>
                        <a:cubicBezTo>
                          <a:pt x="14703" y="2294"/>
                          <a:pt x="21600" y="11001"/>
                          <a:pt x="21600" y="21026"/>
                        </a:cubicBezTo>
                        <a:cubicBezTo>
                          <a:pt x="21600" y="31420"/>
                          <a:pt x="14196" y="40341"/>
                          <a:pt x="3979" y="42256"/>
                        </a:cubicBezTo>
                      </a:path>
                      <a:path w="21600" h="42256" stroke="0" extrusionOk="0">
                        <a:moveTo>
                          <a:pt x="4945" y="-1"/>
                        </a:moveTo>
                        <a:cubicBezTo>
                          <a:pt x="14703" y="2294"/>
                          <a:pt x="21600" y="11001"/>
                          <a:pt x="21600" y="21026"/>
                        </a:cubicBezTo>
                        <a:cubicBezTo>
                          <a:pt x="21600" y="31420"/>
                          <a:pt x="14196" y="40341"/>
                          <a:pt x="3979" y="42256"/>
                        </a:cubicBezTo>
                        <a:lnTo>
                          <a:pt x="0" y="21026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04" name="Line 34">
                    <a:extLst>
                      <a:ext uri="{FF2B5EF4-FFF2-40B4-BE49-F238E27FC236}">
                        <a16:creationId xmlns:a16="http://schemas.microsoft.com/office/drawing/2014/main" id="{E3524A81-2D9D-3177-A463-94A1AFB96F8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093" y="2608"/>
                    <a:ext cx="1055" cy="234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05" name="Line 35">
                    <a:extLst>
                      <a:ext uri="{FF2B5EF4-FFF2-40B4-BE49-F238E27FC236}">
                        <a16:creationId xmlns:a16="http://schemas.microsoft.com/office/drawing/2014/main" id="{8E08A3EC-079E-419F-56A4-9AE4D17A431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125" y="1945"/>
                    <a:ext cx="1030" cy="228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06" name="Rectangle 36">
                    <a:extLst>
                      <a:ext uri="{FF2B5EF4-FFF2-40B4-BE49-F238E27FC236}">
                        <a16:creationId xmlns:a16="http://schemas.microsoft.com/office/drawing/2014/main" id="{C8DF02B6-37AD-6B7D-91E8-1489788BD41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450" y="2333"/>
                    <a:ext cx="77" cy="111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07" name="Line 38">
                    <a:extLst>
                      <a:ext uri="{FF2B5EF4-FFF2-40B4-BE49-F238E27FC236}">
                        <a16:creationId xmlns:a16="http://schemas.microsoft.com/office/drawing/2014/main" id="{CA774736-6A93-8149-E3FD-FEF7404695E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468" y="2330"/>
                    <a:ext cx="58" cy="0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08" name="Line 39">
                    <a:extLst>
                      <a:ext uri="{FF2B5EF4-FFF2-40B4-BE49-F238E27FC236}">
                        <a16:creationId xmlns:a16="http://schemas.microsoft.com/office/drawing/2014/main" id="{ECF7D0E3-35DC-E435-830D-4AFFE9C67EC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526" y="2320"/>
                    <a:ext cx="0" cy="142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09" name="Line 40">
                    <a:extLst>
                      <a:ext uri="{FF2B5EF4-FFF2-40B4-BE49-F238E27FC236}">
                        <a16:creationId xmlns:a16="http://schemas.microsoft.com/office/drawing/2014/main" id="{0318333B-2EAA-B51F-9794-5B41A15BE79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473" y="2449"/>
                    <a:ext cx="58" cy="0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79" name="Group 41">
                  <a:extLst>
                    <a:ext uri="{FF2B5EF4-FFF2-40B4-BE49-F238E27FC236}">
                      <a16:creationId xmlns:a16="http://schemas.microsoft.com/office/drawing/2014/main" id="{0BB422FC-15CD-A9A9-1D7E-803DB99BCAC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35" y="891"/>
                  <a:ext cx="1772" cy="745"/>
                  <a:chOff x="935" y="891"/>
                  <a:chExt cx="1772" cy="745"/>
                </a:xfrm>
              </p:grpSpPr>
              <p:sp>
                <p:nvSpPr>
                  <p:cNvPr id="80" name="Line 42">
                    <a:extLst>
                      <a:ext uri="{FF2B5EF4-FFF2-40B4-BE49-F238E27FC236}">
                        <a16:creationId xmlns:a16="http://schemas.microsoft.com/office/drawing/2014/main" id="{9F949C2B-44AB-1346-9583-7E1810CD8C9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935" y="1623"/>
                    <a:ext cx="1772" cy="0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81" name="Line 43">
                    <a:extLst>
                      <a:ext uri="{FF2B5EF4-FFF2-40B4-BE49-F238E27FC236}">
                        <a16:creationId xmlns:a16="http://schemas.microsoft.com/office/drawing/2014/main" id="{8C14F7BF-7C17-1707-9C97-A6C18E0CF2B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955" y="1405"/>
                    <a:ext cx="1205" cy="0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82" name="Line 45">
                    <a:extLst>
                      <a:ext uri="{FF2B5EF4-FFF2-40B4-BE49-F238E27FC236}">
                        <a16:creationId xmlns:a16="http://schemas.microsoft.com/office/drawing/2014/main" id="{BF0008E9-E450-E3BF-24D3-D053813EE61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800" y="896"/>
                    <a:ext cx="888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83" name="Line 47">
                    <a:extLst>
                      <a:ext uri="{FF2B5EF4-FFF2-40B4-BE49-F238E27FC236}">
                        <a16:creationId xmlns:a16="http://schemas.microsoft.com/office/drawing/2014/main" id="{DFEEF7F1-560C-75B5-BD5C-ACF703229A5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781" y="896"/>
                    <a:ext cx="912" cy="0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84" name="Line 48">
                    <a:extLst>
                      <a:ext uri="{FF2B5EF4-FFF2-40B4-BE49-F238E27FC236}">
                        <a16:creationId xmlns:a16="http://schemas.microsoft.com/office/drawing/2014/main" id="{9D58E0A8-F7AD-3E9D-F5B7-FA0C7837C8F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692" y="892"/>
                    <a:ext cx="0" cy="725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85" name="Line 49">
                    <a:extLst>
                      <a:ext uri="{FF2B5EF4-FFF2-40B4-BE49-F238E27FC236}">
                        <a16:creationId xmlns:a16="http://schemas.microsoft.com/office/drawing/2014/main" id="{44D0B95A-FEEB-FCD9-DF9D-A25D335587E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776" y="891"/>
                    <a:ext cx="0" cy="514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86" name="Line 50">
                    <a:extLst>
                      <a:ext uri="{FF2B5EF4-FFF2-40B4-BE49-F238E27FC236}">
                        <a16:creationId xmlns:a16="http://schemas.microsoft.com/office/drawing/2014/main" id="{CC1055BE-56B5-2438-F468-B37FB8A267F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032" y="1304"/>
                    <a:ext cx="0" cy="91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87" name="Line 51">
                    <a:extLst>
                      <a:ext uri="{FF2B5EF4-FFF2-40B4-BE49-F238E27FC236}">
                        <a16:creationId xmlns:a16="http://schemas.microsoft.com/office/drawing/2014/main" id="{C0FAED7C-B0BD-0BF0-333A-297BBB16123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032" y="1314"/>
                    <a:ext cx="274" cy="0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88" name="Line 52">
                    <a:extLst>
                      <a:ext uri="{FF2B5EF4-FFF2-40B4-BE49-F238E27FC236}">
                        <a16:creationId xmlns:a16="http://schemas.microsoft.com/office/drawing/2014/main" id="{34ED63FA-429A-691F-B85D-6513EFA2E73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311" y="1311"/>
                    <a:ext cx="0" cy="102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89" name="Line 53">
                    <a:extLst>
                      <a:ext uri="{FF2B5EF4-FFF2-40B4-BE49-F238E27FC236}">
                        <a16:creationId xmlns:a16="http://schemas.microsoft.com/office/drawing/2014/main" id="{7B4E3CB4-C838-5752-0248-08CFFD56BB9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252" y="1319"/>
                    <a:ext cx="0" cy="302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prstDash val="lgDash"/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90" name="Line 54">
                    <a:extLst>
                      <a:ext uri="{FF2B5EF4-FFF2-40B4-BE49-F238E27FC236}">
                        <a16:creationId xmlns:a16="http://schemas.microsoft.com/office/drawing/2014/main" id="{45676153-2B25-FAD9-4285-D4E7BAA6269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089" y="1328"/>
                    <a:ext cx="0" cy="302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prstDash val="lgDash"/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91" name="Line 55">
                    <a:extLst>
                      <a:ext uri="{FF2B5EF4-FFF2-40B4-BE49-F238E27FC236}">
                        <a16:creationId xmlns:a16="http://schemas.microsoft.com/office/drawing/2014/main" id="{3065F7C7-7151-C4FC-EA57-3C8081446C3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892" y="896"/>
                    <a:ext cx="0" cy="231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prstDash val="lgDash"/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92" name="Line 56">
                    <a:extLst>
                      <a:ext uri="{FF2B5EF4-FFF2-40B4-BE49-F238E27FC236}">
                        <a16:creationId xmlns:a16="http://schemas.microsoft.com/office/drawing/2014/main" id="{57E2E65C-6F72-F4BE-C92F-A5650A672B7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892" y="1127"/>
                    <a:ext cx="695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prstDash val="lgDash"/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93" name="Line 57">
                    <a:extLst>
                      <a:ext uri="{FF2B5EF4-FFF2-40B4-BE49-F238E27FC236}">
                        <a16:creationId xmlns:a16="http://schemas.microsoft.com/office/drawing/2014/main" id="{275EAE3A-FA17-0A26-7CE9-52CECEC861C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579" y="901"/>
                    <a:ext cx="0" cy="231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prstDash val="lgDash"/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94" name="Line 58">
                    <a:extLst>
                      <a:ext uri="{FF2B5EF4-FFF2-40B4-BE49-F238E27FC236}">
                        <a16:creationId xmlns:a16="http://schemas.microsoft.com/office/drawing/2014/main" id="{BC44236A-7F61-7C77-0C82-036DF5DC9ED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525" y="1127"/>
                    <a:ext cx="0" cy="499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prstDash val="lgDash"/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95" name="Line 59">
                    <a:extLst>
                      <a:ext uri="{FF2B5EF4-FFF2-40B4-BE49-F238E27FC236}">
                        <a16:creationId xmlns:a16="http://schemas.microsoft.com/office/drawing/2014/main" id="{4896A0C7-F1B0-1C3C-39C7-33E8D6012F5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477" y="1127"/>
                    <a:ext cx="0" cy="499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prstDash val="lgDash"/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96" name="Line 60">
                    <a:extLst>
                      <a:ext uri="{FF2B5EF4-FFF2-40B4-BE49-F238E27FC236}">
                        <a16:creationId xmlns:a16="http://schemas.microsoft.com/office/drawing/2014/main" id="{1B99DBF0-A166-540D-476C-8B9C8688E4A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007" y="1136"/>
                    <a:ext cx="0" cy="499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prstDash val="lgDash"/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97" name="Line 61">
                    <a:extLst>
                      <a:ext uri="{FF2B5EF4-FFF2-40B4-BE49-F238E27FC236}">
                        <a16:creationId xmlns:a16="http://schemas.microsoft.com/office/drawing/2014/main" id="{4EAB034A-ED34-F2CB-6360-D967F7224B2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944" y="1396"/>
                    <a:ext cx="0" cy="240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</p:grpSp>
          <p:sp>
            <p:nvSpPr>
              <p:cNvPr id="44" name="Line 62">
                <a:extLst>
                  <a:ext uri="{FF2B5EF4-FFF2-40B4-BE49-F238E27FC236}">
                    <a16:creationId xmlns:a16="http://schemas.microsoft.com/office/drawing/2014/main" id="{DA9DA83F-50FE-228B-C952-E18CA98A9A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" y="2525"/>
                <a:ext cx="176" cy="0"/>
              </a:xfrm>
              <a:prstGeom prst="line">
                <a:avLst/>
              </a:prstGeom>
              <a:noFill/>
              <a:ln w="38100">
                <a:solidFill>
                  <a:srgbClr val="A5002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5" name="Line 63">
                <a:extLst>
                  <a:ext uri="{FF2B5EF4-FFF2-40B4-BE49-F238E27FC236}">
                    <a16:creationId xmlns:a16="http://schemas.microsoft.com/office/drawing/2014/main" id="{D9C6DC7E-9C11-266E-CEFB-80BD16DB77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97" y="2525"/>
                <a:ext cx="188" cy="0"/>
              </a:xfrm>
              <a:prstGeom prst="line">
                <a:avLst/>
              </a:prstGeom>
              <a:noFill/>
              <a:ln w="38100">
                <a:solidFill>
                  <a:srgbClr val="A5002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6" name="Line 64">
                <a:extLst>
                  <a:ext uri="{FF2B5EF4-FFF2-40B4-BE49-F238E27FC236}">
                    <a16:creationId xmlns:a16="http://schemas.microsoft.com/office/drawing/2014/main" id="{A4AA26A9-15EA-E3FD-B52A-88C6AEED6D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4" y="2312"/>
                <a:ext cx="0" cy="224"/>
              </a:xfrm>
              <a:prstGeom prst="line">
                <a:avLst/>
              </a:prstGeom>
              <a:noFill/>
              <a:ln w="9525">
                <a:solidFill>
                  <a:srgbClr val="A50021"/>
                </a:solidFill>
                <a:round/>
                <a:headEnd/>
                <a:tailEnd type="triangle" w="sm" len="lg"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7" name="Line 65">
                <a:extLst>
                  <a:ext uri="{FF2B5EF4-FFF2-40B4-BE49-F238E27FC236}">
                    <a16:creationId xmlns:a16="http://schemas.microsoft.com/office/drawing/2014/main" id="{B2CC2538-045F-84C8-FF08-36902E44D9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386" y="2310"/>
                <a:ext cx="0" cy="224"/>
              </a:xfrm>
              <a:prstGeom prst="line">
                <a:avLst/>
              </a:prstGeom>
              <a:noFill/>
              <a:ln w="9525">
                <a:solidFill>
                  <a:srgbClr val="A50021"/>
                </a:solidFill>
                <a:round/>
                <a:headEnd/>
                <a:tailEnd type="triangle" w="sm" len="lg"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8" name="Text Box 66">
                <a:extLst>
                  <a:ext uri="{FF2B5EF4-FFF2-40B4-BE49-F238E27FC236}">
                    <a16:creationId xmlns:a16="http://schemas.microsoft.com/office/drawing/2014/main" id="{35ACF6EF-ADC7-3956-859F-2FCB273DCE6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176" y="2292"/>
                <a:ext cx="286" cy="3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A5002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</a:t>
                </a:r>
              </a:p>
            </p:txBody>
          </p:sp>
          <p:sp>
            <p:nvSpPr>
              <p:cNvPr id="49" name="Text Box 67">
                <a:extLst>
                  <a:ext uri="{FF2B5EF4-FFF2-40B4-BE49-F238E27FC236}">
                    <a16:creationId xmlns:a16="http://schemas.microsoft.com/office/drawing/2014/main" id="{2A0C6440-A4DD-0C7C-2A56-F6BC1B90A2D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71" y="2293"/>
                <a:ext cx="286" cy="3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A5002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</a:t>
                </a:r>
              </a:p>
            </p:txBody>
          </p:sp>
          <p:sp>
            <p:nvSpPr>
              <p:cNvPr id="50" name="Line 68">
                <a:extLst>
                  <a:ext uri="{FF2B5EF4-FFF2-40B4-BE49-F238E27FC236}">
                    <a16:creationId xmlns:a16="http://schemas.microsoft.com/office/drawing/2014/main" id="{6F65E444-B60A-BF4A-1449-D385529853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2" y="1543"/>
                <a:ext cx="258" cy="0"/>
              </a:xfrm>
              <a:prstGeom prst="line">
                <a:avLst/>
              </a:prstGeom>
              <a:noFill/>
              <a:ln w="76200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1" name="Line 69">
                <a:extLst>
                  <a:ext uri="{FF2B5EF4-FFF2-40B4-BE49-F238E27FC236}">
                    <a16:creationId xmlns:a16="http://schemas.microsoft.com/office/drawing/2014/main" id="{868E67EB-A2E5-79BD-3918-539D1DC9A3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89" y="1540"/>
                <a:ext cx="384" cy="0"/>
              </a:xfrm>
              <a:prstGeom prst="line">
                <a:avLst/>
              </a:prstGeom>
              <a:noFill/>
              <a:ln w="57150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2" name="Line 70">
                <a:extLst>
                  <a:ext uri="{FF2B5EF4-FFF2-40B4-BE49-F238E27FC236}">
                    <a16:creationId xmlns:a16="http://schemas.microsoft.com/office/drawing/2014/main" id="{E4988856-AFE0-289F-12DC-F9D863D7AB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45" y="1487"/>
                <a:ext cx="140" cy="136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3" name="Line 71">
                <a:extLst>
                  <a:ext uri="{FF2B5EF4-FFF2-40B4-BE49-F238E27FC236}">
                    <a16:creationId xmlns:a16="http://schemas.microsoft.com/office/drawing/2014/main" id="{F30D1596-57A1-1E01-48A6-EBDAD6EE10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4" y="1609"/>
                <a:ext cx="134" cy="142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4" name="Line 72">
                <a:extLst>
                  <a:ext uri="{FF2B5EF4-FFF2-40B4-BE49-F238E27FC236}">
                    <a16:creationId xmlns:a16="http://schemas.microsoft.com/office/drawing/2014/main" id="{2B84A4C9-A96A-1D84-9C3B-F77CE6C27E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38" y="1450"/>
                <a:ext cx="57" cy="57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5" name="Line 73">
                <a:extLst>
                  <a:ext uri="{FF2B5EF4-FFF2-40B4-BE49-F238E27FC236}">
                    <a16:creationId xmlns:a16="http://schemas.microsoft.com/office/drawing/2014/main" id="{5BF90F41-BD01-2472-2F49-E85AC91864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175" y="1042"/>
                <a:ext cx="98" cy="106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6" name="Line 74">
                <a:extLst>
                  <a:ext uri="{FF2B5EF4-FFF2-40B4-BE49-F238E27FC236}">
                    <a16:creationId xmlns:a16="http://schemas.microsoft.com/office/drawing/2014/main" id="{1031C8BE-346D-9E93-DEAE-BDAF5FC417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44" y="1536"/>
                <a:ext cx="134" cy="143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7" name="Line 75">
                <a:extLst>
                  <a:ext uri="{FF2B5EF4-FFF2-40B4-BE49-F238E27FC236}">
                    <a16:creationId xmlns:a16="http://schemas.microsoft.com/office/drawing/2014/main" id="{A655A94C-A8C5-DB9A-200D-C5CDC0FCB7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15" y="1545"/>
                <a:ext cx="211" cy="211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8" name="Line 76">
                <a:extLst>
                  <a:ext uri="{FF2B5EF4-FFF2-40B4-BE49-F238E27FC236}">
                    <a16:creationId xmlns:a16="http://schemas.microsoft.com/office/drawing/2014/main" id="{96F3ADC1-C43C-51D0-5AC2-817F2D6500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177" y="1162"/>
                <a:ext cx="113" cy="120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9" name="Line 77">
                <a:extLst>
                  <a:ext uri="{FF2B5EF4-FFF2-40B4-BE49-F238E27FC236}">
                    <a16:creationId xmlns:a16="http://schemas.microsoft.com/office/drawing/2014/main" id="{2650B018-08C6-2E7B-2474-1608758B24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66" y="1545"/>
                <a:ext cx="206" cy="206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0" name="Line 78">
                <a:extLst>
                  <a:ext uri="{FF2B5EF4-FFF2-40B4-BE49-F238E27FC236}">
                    <a16:creationId xmlns:a16="http://schemas.microsoft.com/office/drawing/2014/main" id="{307D080E-B79E-0A2C-D3D5-37FC85C99A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168" y="1258"/>
                <a:ext cx="198" cy="196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1" name="Line 79">
                <a:extLst>
                  <a:ext uri="{FF2B5EF4-FFF2-40B4-BE49-F238E27FC236}">
                    <a16:creationId xmlns:a16="http://schemas.microsoft.com/office/drawing/2014/main" id="{0CB344D8-CFE0-C7DC-11E7-37EB2E293B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24" y="1363"/>
                <a:ext cx="387" cy="388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2" name="Line 80">
                <a:extLst>
                  <a:ext uri="{FF2B5EF4-FFF2-40B4-BE49-F238E27FC236}">
                    <a16:creationId xmlns:a16="http://schemas.microsoft.com/office/drawing/2014/main" id="{4B51AF98-E4F5-724E-D8B2-C6F4D2A4B2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175" y="1514"/>
                <a:ext cx="234" cy="241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3" name="Line 81">
                <a:extLst>
                  <a:ext uri="{FF2B5EF4-FFF2-40B4-BE49-F238E27FC236}">
                    <a16:creationId xmlns:a16="http://schemas.microsoft.com/office/drawing/2014/main" id="{8FB3376C-0085-5963-ACBA-A369D61E85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332" y="1666"/>
                <a:ext cx="77" cy="85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4" name="Line 82">
                <a:extLst>
                  <a:ext uri="{FF2B5EF4-FFF2-40B4-BE49-F238E27FC236}">
                    <a16:creationId xmlns:a16="http://schemas.microsoft.com/office/drawing/2014/main" id="{92145689-7A2D-FB25-38B4-2445F5A603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76" y="1034"/>
                <a:ext cx="68" cy="68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5" name="Line 83">
                <a:extLst>
                  <a:ext uri="{FF2B5EF4-FFF2-40B4-BE49-F238E27FC236}">
                    <a16:creationId xmlns:a16="http://schemas.microsoft.com/office/drawing/2014/main" id="{576B750D-4EA0-8C5A-C69D-F4226EC676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31" y="1146"/>
                <a:ext cx="153" cy="155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6" name="Line 84">
                <a:extLst>
                  <a:ext uri="{FF2B5EF4-FFF2-40B4-BE49-F238E27FC236}">
                    <a16:creationId xmlns:a16="http://schemas.microsoft.com/office/drawing/2014/main" id="{029DDAE8-25D2-5986-A421-6E69554877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24" y="1287"/>
                <a:ext cx="174" cy="175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7" name="Line 85">
                <a:extLst>
                  <a:ext uri="{FF2B5EF4-FFF2-40B4-BE49-F238E27FC236}">
                    <a16:creationId xmlns:a16="http://schemas.microsoft.com/office/drawing/2014/main" id="{2C4CD3B0-8BD9-EC26-3F4B-C3471AE009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31" y="1452"/>
                <a:ext cx="165" cy="157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8" name="Line 86">
                <a:extLst>
                  <a:ext uri="{FF2B5EF4-FFF2-40B4-BE49-F238E27FC236}">
                    <a16:creationId xmlns:a16="http://schemas.microsoft.com/office/drawing/2014/main" id="{BEEA9080-CBC5-A22B-A284-D34DD59669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56" y="1611"/>
                <a:ext cx="132" cy="132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9" name="Text Box 87">
                <a:extLst>
                  <a:ext uri="{FF2B5EF4-FFF2-40B4-BE49-F238E27FC236}">
                    <a16:creationId xmlns:a16="http://schemas.microsoft.com/office/drawing/2014/main" id="{4911DF4D-7923-F255-76A4-F8021D2EA92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22" y="688"/>
                <a:ext cx="835" cy="3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800" b="1" i="0" u="none" strike="noStrike" kern="0" cap="none" spc="0" normalizeH="0" baseline="0" noProof="0">
                    <a:ln>
                      <a:noFill/>
                    </a:ln>
                    <a:solidFill>
                      <a:srgbClr val="A5002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 — A</a:t>
                </a:r>
              </a:p>
            </p:txBody>
          </p:sp>
          <p:sp>
            <p:nvSpPr>
              <p:cNvPr id="70" name="Line 88">
                <a:extLst>
                  <a:ext uri="{FF2B5EF4-FFF2-40B4-BE49-F238E27FC236}">
                    <a16:creationId xmlns:a16="http://schemas.microsoft.com/office/drawing/2014/main" id="{9CE9E1E6-9599-62DF-292A-C3448AC177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0" y="1447"/>
                <a:ext cx="0" cy="312"/>
              </a:xfrm>
              <a:prstGeom prst="line">
                <a:avLst/>
              </a:prstGeom>
              <a:noFill/>
              <a:ln w="38100">
                <a:solidFill>
                  <a:srgbClr val="A5002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1" name="Line 89">
                <a:extLst>
                  <a:ext uri="{FF2B5EF4-FFF2-40B4-BE49-F238E27FC236}">
                    <a16:creationId xmlns:a16="http://schemas.microsoft.com/office/drawing/2014/main" id="{48E871EF-00D8-AB9A-69D3-2D1CDE5922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3" y="1453"/>
                <a:ext cx="0" cy="312"/>
              </a:xfrm>
              <a:prstGeom prst="line">
                <a:avLst/>
              </a:prstGeom>
              <a:noFill/>
              <a:ln w="38100">
                <a:solidFill>
                  <a:srgbClr val="A5002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2" name="Line 90">
                <a:extLst>
                  <a:ext uri="{FF2B5EF4-FFF2-40B4-BE49-F238E27FC236}">
                    <a16:creationId xmlns:a16="http://schemas.microsoft.com/office/drawing/2014/main" id="{7AAF3CF7-2823-90DE-87A5-0459F14E3DF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91" y="1036"/>
                <a:ext cx="0" cy="227"/>
              </a:xfrm>
              <a:prstGeom prst="line">
                <a:avLst/>
              </a:prstGeom>
              <a:noFill/>
              <a:ln w="38100">
                <a:solidFill>
                  <a:srgbClr val="A5002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3" name="Line 91">
                <a:extLst>
                  <a:ext uri="{FF2B5EF4-FFF2-40B4-BE49-F238E27FC236}">
                    <a16:creationId xmlns:a16="http://schemas.microsoft.com/office/drawing/2014/main" id="{CFBDCA59-E661-B9D4-D413-B6076D5961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82" y="1036"/>
                <a:ext cx="0" cy="227"/>
              </a:xfrm>
              <a:prstGeom prst="line">
                <a:avLst/>
              </a:prstGeom>
              <a:noFill/>
              <a:ln w="38100">
                <a:solidFill>
                  <a:srgbClr val="A5002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4" name="Line 92">
                <a:extLst>
                  <a:ext uri="{FF2B5EF4-FFF2-40B4-BE49-F238E27FC236}">
                    <a16:creationId xmlns:a16="http://schemas.microsoft.com/office/drawing/2014/main" id="{631B05E2-4F7C-A3D1-53B9-ED28C18A18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82" y="1260"/>
                <a:ext cx="715" cy="0"/>
              </a:xfrm>
              <a:prstGeom prst="line">
                <a:avLst/>
              </a:prstGeom>
              <a:noFill/>
              <a:ln w="38100">
                <a:solidFill>
                  <a:srgbClr val="A5002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5" name="Line 93">
                <a:extLst>
                  <a:ext uri="{FF2B5EF4-FFF2-40B4-BE49-F238E27FC236}">
                    <a16:creationId xmlns:a16="http://schemas.microsoft.com/office/drawing/2014/main" id="{85F0A60F-4586-A6A6-F70C-87EBD2045E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26" y="1265"/>
                <a:ext cx="0" cy="499"/>
              </a:xfrm>
              <a:prstGeom prst="line">
                <a:avLst/>
              </a:prstGeom>
              <a:noFill/>
              <a:ln w="38100">
                <a:solidFill>
                  <a:srgbClr val="A5002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6" name="Line 94">
                <a:extLst>
                  <a:ext uri="{FF2B5EF4-FFF2-40B4-BE49-F238E27FC236}">
                    <a16:creationId xmlns:a16="http://schemas.microsoft.com/office/drawing/2014/main" id="{44D6B0D9-B331-49FC-E2D8-00A2982CB83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78" y="1275"/>
                <a:ext cx="0" cy="499"/>
              </a:xfrm>
              <a:prstGeom prst="line">
                <a:avLst/>
              </a:prstGeom>
              <a:noFill/>
              <a:ln w="38100">
                <a:solidFill>
                  <a:srgbClr val="CC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7" name="Line 95">
                <a:extLst>
                  <a:ext uri="{FF2B5EF4-FFF2-40B4-BE49-F238E27FC236}">
                    <a16:creationId xmlns:a16="http://schemas.microsoft.com/office/drawing/2014/main" id="{2C3E760D-D14D-4C38-2338-8610DFD4F4A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10" y="1259"/>
                <a:ext cx="0" cy="499"/>
              </a:xfrm>
              <a:prstGeom prst="line">
                <a:avLst/>
              </a:prstGeom>
              <a:noFill/>
              <a:ln w="38100">
                <a:solidFill>
                  <a:srgbClr val="A5002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38" name="图片 37">
              <a:extLst>
                <a:ext uri="{FF2B5EF4-FFF2-40B4-BE49-F238E27FC236}">
                  <a16:creationId xmlns:a16="http://schemas.microsoft.com/office/drawing/2014/main" id="{AE6FD7C2-A92A-EE9C-1EA7-910D9A5B13C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63" t="18172" r="48190" b="10141"/>
            <a:stretch/>
          </p:blipFill>
          <p:spPr>
            <a:xfrm rot="5400000">
              <a:off x="9331418" y="2602958"/>
              <a:ext cx="1303020" cy="242384"/>
            </a:xfrm>
            <a:prstGeom prst="rect">
              <a:avLst/>
            </a:prstGeom>
          </p:spPr>
        </p:pic>
        <p:pic>
          <p:nvPicPr>
            <p:cNvPr id="39" name="图片 38">
              <a:extLst>
                <a:ext uri="{FF2B5EF4-FFF2-40B4-BE49-F238E27FC236}">
                  <a16:creationId xmlns:a16="http://schemas.microsoft.com/office/drawing/2014/main" id="{47D36D5D-B5E2-9874-3E09-2C28836234B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686" t="1591" r="53995" b="10141"/>
            <a:stretch/>
          </p:blipFill>
          <p:spPr>
            <a:xfrm rot="5400000">
              <a:off x="9163237" y="4361599"/>
              <a:ext cx="1695447" cy="298449"/>
            </a:xfrm>
            <a:prstGeom prst="rect">
              <a:avLst/>
            </a:prstGeom>
          </p:spPr>
        </p:pic>
        <p:pic>
          <p:nvPicPr>
            <p:cNvPr id="40" name="图片 39">
              <a:extLst>
                <a:ext uri="{FF2B5EF4-FFF2-40B4-BE49-F238E27FC236}">
                  <a16:creationId xmlns:a16="http://schemas.microsoft.com/office/drawing/2014/main" id="{B5759A24-6A80-D8E5-C1B6-A245FED16CE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216" t="1593" r="32012" b="11658"/>
            <a:stretch/>
          </p:blipFill>
          <p:spPr>
            <a:xfrm rot="10800000">
              <a:off x="7703819" y="4411979"/>
              <a:ext cx="3139439" cy="293309"/>
            </a:xfrm>
            <a:prstGeom prst="rect">
              <a:avLst/>
            </a:prstGeom>
          </p:spPr>
        </p:pic>
        <p:pic>
          <p:nvPicPr>
            <p:cNvPr id="41" name="图片 40">
              <a:extLst>
                <a:ext uri="{FF2B5EF4-FFF2-40B4-BE49-F238E27FC236}">
                  <a16:creationId xmlns:a16="http://schemas.microsoft.com/office/drawing/2014/main" id="{381CA905-4596-7928-57A5-81C317CD7C6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914" t="20342" r="56532" b="10139"/>
            <a:stretch/>
          </p:blipFill>
          <p:spPr>
            <a:xfrm rot="5400000">
              <a:off x="7948245" y="2934286"/>
              <a:ext cx="662938" cy="235052"/>
            </a:xfrm>
            <a:prstGeom prst="rect">
              <a:avLst/>
            </a:prstGeom>
          </p:spPr>
        </p:pic>
        <p:pic>
          <p:nvPicPr>
            <p:cNvPr id="42" name="图片 41">
              <a:extLst>
                <a:ext uri="{FF2B5EF4-FFF2-40B4-BE49-F238E27FC236}">
                  <a16:creationId xmlns:a16="http://schemas.microsoft.com/office/drawing/2014/main" id="{F9D9F1AD-4019-1F4D-6A89-54227A250DF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0077" t="18088" r="52977" b="10139"/>
            <a:stretch/>
          </p:blipFill>
          <p:spPr>
            <a:xfrm rot="5400000">
              <a:off x="7978723" y="4420187"/>
              <a:ext cx="609602" cy="242672"/>
            </a:xfrm>
            <a:prstGeom prst="rect">
              <a:avLst/>
            </a:prstGeom>
          </p:spPr>
        </p:pic>
      </p:grpSp>
      <p:sp>
        <p:nvSpPr>
          <p:cNvPr id="110" name="Text Box 87">
            <a:extLst>
              <a:ext uri="{FF2B5EF4-FFF2-40B4-BE49-F238E27FC236}">
                <a16:creationId xmlns:a16="http://schemas.microsoft.com/office/drawing/2014/main" id="{A80F0AE2-D240-2861-4A6B-42E6C2898F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376" y="1268089"/>
            <a:ext cx="351891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fontAlgn="base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剖视图的基本概念</a:t>
            </a:r>
          </a:p>
        </p:txBody>
      </p:sp>
      <p:sp>
        <p:nvSpPr>
          <p:cNvPr id="111" name="Rectangle 55">
            <a:extLst>
              <a:ext uri="{FF2B5EF4-FFF2-40B4-BE49-F238E27FC236}">
                <a16:creationId xmlns:a16="http://schemas.microsoft.com/office/drawing/2014/main" id="{D3B37CBE-4868-CDCC-B4E1-5E914D442B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845" y="1875601"/>
            <a:ext cx="2509020" cy="461665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/>
          <a:p>
            <a:r>
              <a:rPr kumimoji="1" lang="en-US" altLang="zh-CN" sz="2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(3) </a:t>
            </a:r>
            <a:r>
              <a:rPr kumimoji="1" lang="zh-CN" altLang="en-US" sz="2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剖视图的标注</a:t>
            </a:r>
          </a:p>
        </p:txBody>
      </p:sp>
    </p:spTree>
    <p:extLst>
      <p:ext uri="{BB962C8B-B14F-4D97-AF65-F5344CB8AC3E}">
        <p14:creationId xmlns:p14="http://schemas.microsoft.com/office/powerpoint/2010/main" val="3589083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500"/>
                            </p:stCondLst>
                            <p:childTnLst>
                              <p:par>
                                <p:cTn id="99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 autoUpdateAnimBg="0"/>
      <p:bldP spid="5" grpId="0"/>
      <p:bldP spid="7" grpId="0"/>
      <p:bldP spid="8" grpId="0" animBg="1" autoUpdateAnimBg="0"/>
      <p:bldP spid="9" grpId="0"/>
      <p:bldP spid="10" grpId="0"/>
      <p:bldP spid="11" grpId="0"/>
      <p:bldP spid="12" grpId="0" animBg="1" autoUpdateAnimBg="0"/>
      <p:bldP spid="14" grpId="0" animBg="1" autoUpdateAnimBg="0"/>
      <p:bldP spid="17" grpId="0"/>
      <p:bldP spid="18" grpId="0"/>
      <p:bldP spid="19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6C2E83-D238-86CD-FCA1-F7D2F6535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>
            <a:extLst>
              <a:ext uri="{FF2B5EF4-FFF2-40B4-BE49-F238E27FC236}">
                <a16:creationId xmlns:a16="http://schemas.microsoft.com/office/drawing/2014/main" id="{54A24DD5-7CD6-E3A0-704B-4F3AE1281E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19" y="412176"/>
            <a:ext cx="2358338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10.2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剖视图</a:t>
            </a:r>
          </a:p>
        </p:txBody>
      </p:sp>
      <p:sp>
        <p:nvSpPr>
          <p:cNvPr id="16" name="灯片编号占位符 3">
            <a:extLst>
              <a:ext uri="{FF2B5EF4-FFF2-40B4-BE49-F238E27FC236}">
                <a16:creationId xmlns:a16="http://schemas.microsoft.com/office/drawing/2014/main" id="{A802888F-BFFD-1C14-2CA6-206E9B9E7DD6}"/>
              </a:ext>
            </a:extLst>
          </p:cNvPr>
          <p:cNvSpPr txBox="1">
            <a:spLocks/>
          </p:cNvSpPr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  <a:pPr/>
              <a:t>37</a:t>
            </a:fld>
            <a:endParaRPr lang="en-US" altLang="zh-CN" dirty="0"/>
          </a:p>
        </p:txBody>
      </p:sp>
      <p:sp>
        <p:nvSpPr>
          <p:cNvPr id="2" name="Text Box 83">
            <a:extLst>
              <a:ext uri="{FF2B5EF4-FFF2-40B4-BE49-F238E27FC236}">
                <a16:creationId xmlns:a16="http://schemas.microsoft.com/office/drawing/2014/main" id="{95B265B2-DE3A-B96E-CB58-6CFC2E3A56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6807" y="2358601"/>
            <a:ext cx="4817987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kumimoji="1" lang="zh-CN" altLang="en-US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剖视图按基本视图关系配置时，可省略箭头。</a:t>
            </a:r>
            <a:endParaRPr kumimoji="1" lang="en-US" altLang="zh-CN" sz="2400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kumimoji="1" lang="zh-CN" altLang="en-US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当单一剖切面通过机件的对称或基本对称平面，且剖视图按基本视图关系配置时，可不标注。</a:t>
            </a:r>
          </a:p>
        </p:txBody>
      </p:sp>
      <p:sp>
        <p:nvSpPr>
          <p:cNvPr id="3" name="Text Box 85">
            <a:extLst>
              <a:ext uri="{FF2B5EF4-FFF2-40B4-BE49-F238E27FC236}">
                <a16:creationId xmlns:a16="http://schemas.microsoft.com/office/drawing/2014/main" id="{85C44C57-43E6-A582-7B01-071416D3C1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28048" y="1700808"/>
            <a:ext cx="3775393" cy="5232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800" b="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下列情况可省略标注：</a:t>
            </a:r>
          </a:p>
        </p:txBody>
      </p:sp>
      <p:sp>
        <p:nvSpPr>
          <p:cNvPr id="4" name="Line 62">
            <a:extLst>
              <a:ext uri="{FF2B5EF4-FFF2-40B4-BE49-F238E27FC236}">
                <a16:creationId xmlns:a16="http://schemas.microsoft.com/office/drawing/2014/main" id="{2B242546-A0C1-E379-BD02-B5CFB87658B8}"/>
              </a:ext>
            </a:extLst>
          </p:cNvPr>
          <p:cNvSpPr>
            <a:spLocks noChangeShapeType="1"/>
          </p:cNvSpPr>
          <p:nvPr/>
        </p:nvSpPr>
        <p:spPr bwMode="auto">
          <a:xfrm>
            <a:off x="1703512" y="5066692"/>
            <a:ext cx="279400" cy="0"/>
          </a:xfrm>
          <a:prstGeom prst="line">
            <a:avLst/>
          </a:prstGeom>
          <a:noFill/>
          <a:ln w="38100">
            <a:solidFill>
              <a:srgbClr val="A5002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panose="02010600030101010101" pitchFamily="2" charset="-122"/>
            </a:endParaRPr>
          </a:p>
        </p:txBody>
      </p:sp>
      <p:sp>
        <p:nvSpPr>
          <p:cNvPr id="5" name="Line 63">
            <a:extLst>
              <a:ext uri="{FF2B5EF4-FFF2-40B4-BE49-F238E27FC236}">
                <a16:creationId xmlns:a16="http://schemas.microsoft.com/office/drawing/2014/main" id="{8AB24A31-4571-122D-A581-4A03A39DBA62}"/>
              </a:ext>
            </a:extLst>
          </p:cNvPr>
          <p:cNvSpPr>
            <a:spLocks noChangeShapeType="1"/>
          </p:cNvSpPr>
          <p:nvPr/>
        </p:nvSpPr>
        <p:spPr bwMode="auto">
          <a:xfrm>
            <a:off x="5089192" y="5066692"/>
            <a:ext cx="298450" cy="0"/>
          </a:xfrm>
          <a:prstGeom prst="line">
            <a:avLst/>
          </a:prstGeom>
          <a:noFill/>
          <a:ln w="38100">
            <a:solidFill>
              <a:srgbClr val="A5002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panose="02010600030101010101" pitchFamily="2" charset="-122"/>
            </a:endParaRPr>
          </a:p>
        </p:txBody>
      </p:sp>
      <p:sp>
        <p:nvSpPr>
          <p:cNvPr id="6" name="Line 64">
            <a:extLst>
              <a:ext uri="{FF2B5EF4-FFF2-40B4-BE49-F238E27FC236}">
                <a16:creationId xmlns:a16="http://schemas.microsoft.com/office/drawing/2014/main" id="{0164F0BA-2DB0-FF2A-3BB4-7757F955541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700337" y="4728555"/>
            <a:ext cx="0" cy="355600"/>
          </a:xfrm>
          <a:prstGeom prst="line">
            <a:avLst/>
          </a:prstGeom>
          <a:noFill/>
          <a:ln w="9525">
            <a:solidFill>
              <a:srgbClr val="A50021"/>
            </a:solidFill>
            <a:round/>
            <a:headEnd/>
            <a:tailEnd type="triangle" w="sm" len="lg"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panose="02010600030101010101" pitchFamily="2" charset="-122"/>
            </a:endParaRPr>
          </a:p>
        </p:txBody>
      </p:sp>
      <p:sp>
        <p:nvSpPr>
          <p:cNvPr id="7" name="Line 65">
            <a:extLst>
              <a:ext uri="{FF2B5EF4-FFF2-40B4-BE49-F238E27FC236}">
                <a16:creationId xmlns:a16="http://schemas.microsoft.com/office/drawing/2014/main" id="{E9B85165-165A-6EB8-1CC1-E0A1300A6E5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87642" y="4723792"/>
            <a:ext cx="0" cy="355600"/>
          </a:xfrm>
          <a:prstGeom prst="line">
            <a:avLst/>
          </a:prstGeom>
          <a:noFill/>
          <a:ln w="9525">
            <a:solidFill>
              <a:srgbClr val="A50021"/>
            </a:solidFill>
            <a:round/>
            <a:headEnd/>
            <a:tailEnd type="triangle" w="sm" len="lg"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ea typeface="宋体" panose="02010600030101010101" pitchFamily="2" charset="-122"/>
            </a:endParaRPr>
          </a:p>
        </p:txBody>
      </p:sp>
      <p:sp>
        <p:nvSpPr>
          <p:cNvPr id="8" name="Text Box 66">
            <a:extLst>
              <a:ext uri="{FF2B5EF4-FFF2-40B4-BE49-F238E27FC236}">
                <a16:creationId xmlns:a16="http://schemas.microsoft.com/office/drawing/2014/main" id="{0C7711B7-80AB-E4B2-B6AE-1B6895DA9A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3462" y="4698392"/>
            <a:ext cx="441325" cy="51911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A</a:t>
            </a:r>
          </a:p>
        </p:txBody>
      </p:sp>
      <p:sp>
        <p:nvSpPr>
          <p:cNvPr id="9" name="Text Box 67">
            <a:extLst>
              <a:ext uri="{FF2B5EF4-FFF2-40B4-BE49-F238E27FC236}">
                <a16:creationId xmlns:a16="http://schemas.microsoft.com/office/drawing/2014/main" id="{A09086F0-45D3-0508-F197-4BE5DBF3CB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5892" y="4679342"/>
            <a:ext cx="441325" cy="51911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A</a:t>
            </a:r>
          </a:p>
        </p:txBody>
      </p:sp>
      <p:sp>
        <p:nvSpPr>
          <p:cNvPr id="10" name="Text Box 87">
            <a:extLst>
              <a:ext uri="{FF2B5EF4-FFF2-40B4-BE49-F238E27FC236}">
                <a16:creationId xmlns:a16="http://schemas.microsoft.com/office/drawing/2014/main" id="{7A62592A-DAF1-65E6-22CE-C28E9A490E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2162" y="2150455"/>
            <a:ext cx="1231900" cy="51911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A — A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2F53CCBB-DBA0-1014-9A7A-9BD5AC929417}"/>
              </a:ext>
            </a:extLst>
          </p:cNvPr>
          <p:cNvGrpSpPr/>
          <p:nvPr/>
        </p:nvGrpSpPr>
        <p:grpSpPr>
          <a:xfrm>
            <a:off x="1952404" y="2612620"/>
            <a:ext cx="3139439" cy="3285907"/>
            <a:chOff x="7703819" y="2072640"/>
            <a:chExt cx="3139439" cy="3285907"/>
          </a:xfrm>
        </p:grpSpPr>
        <p:grpSp>
          <p:nvGrpSpPr>
            <p:cNvPr id="12" name="Group 23">
              <a:extLst>
                <a:ext uri="{FF2B5EF4-FFF2-40B4-BE49-F238E27FC236}">
                  <a16:creationId xmlns:a16="http://schemas.microsoft.com/office/drawing/2014/main" id="{CFFEFF65-B0FF-5DD3-ED98-0162524D64E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410" y="2145449"/>
              <a:ext cx="2813050" cy="3105150"/>
              <a:chOff x="337" y="1026"/>
              <a:chExt cx="1772" cy="1956"/>
            </a:xfrm>
          </p:grpSpPr>
          <p:grpSp>
            <p:nvGrpSpPr>
              <p:cNvPr id="19" name="Group 24">
                <a:extLst>
                  <a:ext uri="{FF2B5EF4-FFF2-40B4-BE49-F238E27FC236}">
                    <a16:creationId xmlns:a16="http://schemas.microsoft.com/office/drawing/2014/main" id="{9C6430E9-76F9-477F-E26D-5CAE3E3DFFF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7" y="1026"/>
                <a:ext cx="1772" cy="1956"/>
                <a:chOff x="935" y="891"/>
                <a:chExt cx="1772" cy="1956"/>
              </a:xfrm>
            </p:grpSpPr>
            <p:grpSp>
              <p:nvGrpSpPr>
                <p:cNvPr id="48" name="Group 25">
                  <a:extLst>
                    <a:ext uri="{FF2B5EF4-FFF2-40B4-BE49-F238E27FC236}">
                      <a16:creationId xmlns:a16="http://schemas.microsoft.com/office/drawing/2014/main" id="{0E245972-BEA3-1865-D4BD-EC9ABFF7872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43" y="1938"/>
                  <a:ext cx="1750" cy="909"/>
                  <a:chOff x="943" y="1938"/>
                  <a:chExt cx="1750" cy="909"/>
                </a:xfrm>
              </p:grpSpPr>
              <p:sp>
                <p:nvSpPr>
                  <p:cNvPr id="68" name="Oval 26">
                    <a:extLst>
                      <a:ext uri="{FF2B5EF4-FFF2-40B4-BE49-F238E27FC236}">
                        <a16:creationId xmlns:a16="http://schemas.microsoft.com/office/drawing/2014/main" id="{3CC327E8-1361-BADB-B4D8-8122A964A78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784" y="1938"/>
                    <a:ext cx="909" cy="909"/>
                  </a:xfrm>
                  <a:prstGeom prst="ellipse">
                    <a:avLst/>
                  </a:prstGeom>
                  <a:solidFill>
                    <a:srgbClr val="FFFFFF"/>
                  </a:solidFill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69" name="Oval 27">
                    <a:extLst>
                      <a:ext uri="{FF2B5EF4-FFF2-40B4-BE49-F238E27FC236}">
                        <a16:creationId xmlns:a16="http://schemas.microsoft.com/office/drawing/2014/main" id="{CBB9C2A0-B38F-C398-F687-F1D0DE05399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896" y="2040"/>
                    <a:ext cx="689" cy="699"/>
                  </a:xfrm>
                  <a:prstGeom prst="ellipse">
                    <a:avLst/>
                  </a:prstGeom>
                  <a:solidFill>
                    <a:srgbClr val="FFFFFF"/>
                  </a:solidFill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70" name="Oval 28">
                    <a:extLst>
                      <a:ext uri="{FF2B5EF4-FFF2-40B4-BE49-F238E27FC236}">
                        <a16:creationId xmlns:a16="http://schemas.microsoft.com/office/drawing/2014/main" id="{A1EB60DF-91C6-2973-15E9-6DA56A5C108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004" y="2149"/>
                    <a:ext cx="480" cy="480"/>
                  </a:xfrm>
                  <a:prstGeom prst="ellipse">
                    <a:avLst/>
                  </a:prstGeom>
                  <a:solidFill>
                    <a:srgbClr val="FFFFFF"/>
                  </a:solidFill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71" name="Oval 29">
                    <a:extLst>
                      <a:ext uri="{FF2B5EF4-FFF2-40B4-BE49-F238E27FC236}">
                        <a16:creationId xmlns:a16="http://schemas.microsoft.com/office/drawing/2014/main" id="{D5374ACC-B098-86C1-FFCC-E4360D25013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035" y="2254"/>
                    <a:ext cx="278" cy="278"/>
                  </a:xfrm>
                  <a:prstGeom prst="ellipse">
                    <a:avLst/>
                  </a:prstGeom>
                  <a:solidFill>
                    <a:srgbClr val="FFFFFF"/>
                  </a:solidFill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72" name="Oval 30">
                    <a:extLst>
                      <a:ext uri="{FF2B5EF4-FFF2-40B4-BE49-F238E27FC236}">
                        <a16:creationId xmlns:a16="http://schemas.microsoft.com/office/drawing/2014/main" id="{37A2B76F-58A3-24EF-E96D-E4188985640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090" y="2308"/>
                    <a:ext cx="163" cy="164"/>
                  </a:xfrm>
                  <a:prstGeom prst="ellipse">
                    <a:avLst/>
                  </a:prstGeom>
                  <a:solidFill>
                    <a:srgbClr val="FFFFFF"/>
                  </a:solidFill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73" name="Arc 33">
                    <a:extLst>
                      <a:ext uri="{FF2B5EF4-FFF2-40B4-BE49-F238E27FC236}">
                        <a16:creationId xmlns:a16="http://schemas.microsoft.com/office/drawing/2014/main" id="{AFFBE052-FD11-1CE1-A70D-B10C1C05F1F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H="1" flipV="1">
                    <a:off x="943" y="2173"/>
                    <a:ext cx="223" cy="438"/>
                  </a:xfrm>
                  <a:custGeom>
                    <a:avLst/>
                    <a:gdLst>
                      <a:gd name="T0" fmla="*/ 0 w 21600"/>
                      <a:gd name="T1" fmla="*/ 0 h 42256"/>
                      <a:gd name="T2" fmla="*/ 0 w 21600"/>
                      <a:gd name="T3" fmla="*/ 0 h 42256"/>
                      <a:gd name="T4" fmla="*/ 0 w 21600"/>
                      <a:gd name="T5" fmla="*/ 0 h 42256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42256"/>
                      <a:gd name="T11" fmla="*/ 21600 w 21600"/>
                      <a:gd name="T12" fmla="*/ 42256 h 4225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42256" fill="none" extrusionOk="0">
                        <a:moveTo>
                          <a:pt x="4945" y="-1"/>
                        </a:moveTo>
                        <a:cubicBezTo>
                          <a:pt x="14703" y="2294"/>
                          <a:pt x="21600" y="11001"/>
                          <a:pt x="21600" y="21026"/>
                        </a:cubicBezTo>
                        <a:cubicBezTo>
                          <a:pt x="21600" y="31420"/>
                          <a:pt x="14196" y="40341"/>
                          <a:pt x="3979" y="42256"/>
                        </a:cubicBezTo>
                      </a:path>
                      <a:path w="21600" h="42256" stroke="0" extrusionOk="0">
                        <a:moveTo>
                          <a:pt x="4945" y="-1"/>
                        </a:moveTo>
                        <a:cubicBezTo>
                          <a:pt x="14703" y="2294"/>
                          <a:pt x="21600" y="11001"/>
                          <a:pt x="21600" y="21026"/>
                        </a:cubicBezTo>
                        <a:cubicBezTo>
                          <a:pt x="21600" y="31420"/>
                          <a:pt x="14196" y="40341"/>
                          <a:pt x="3979" y="42256"/>
                        </a:cubicBezTo>
                        <a:lnTo>
                          <a:pt x="0" y="21026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74" name="Line 34">
                    <a:extLst>
                      <a:ext uri="{FF2B5EF4-FFF2-40B4-BE49-F238E27FC236}">
                        <a16:creationId xmlns:a16="http://schemas.microsoft.com/office/drawing/2014/main" id="{F6FB83BC-9352-BC35-20C8-E51B4C9A0A5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093" y="2608"/>
                    <a:ext cx="1055" cy="234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75" name="Line 35">
                    <a:extLst>
                      <a:ext uri="{FF2B5EF4-FFF2-40B4-BE49-F238E27FC236}">
                        <a16:creationId xmlns:a16="http://schemas.microsoft.com/office/drawing/2014/main" id="{840F6C47-695A-B0A9-A484-187B3D8DFA0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125" y="1945"/>
                    <a:ext cx="1030" cy="228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76" name="Rectangle 36">
                    <a:extLst>
                      <a:ext uri="{FF2B5EF4-FFF2-40B4-BE49-F238E27FC236}">
                        <a16:creationId xmlns:a16="http://schemas.microsoft.com/office/drawing/2014/main" id="{42D593EE-681A-E253-34D4-9C79282F9DF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450" y="2333"/>
                    <a:ext cx="77" cy="111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77" name="Line 38">
                    <a:extLst>
                      <a:ext uri="{FF2B5EF4-FFF2-40B4-BE49-F238E27FC236}">
                        <a16:creationId xmlns:a16="http://schemas.microsoft.com/office/drawing/2014/main" id="{90304F79-E995-6B9C-891E-B5B88C0E62C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468" y="2330"/>
                    <a:ext cx="58" cy="0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78" name="Line 39">
                    <a:extLst>
                      <a:ext uri="{FF2B5EF4-FFF2-40B4-BE49-F238E27FC236}">
                        <a16:creationId xmlns:a16="http://schemas.microsoft.com/office/drawing/2014/main" id="{D658D709-95DE-C08C-8AD2-87E70A4DE9B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526" y="2320"/>
                    <a:ext cx="0" cy="142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79" name="Line 40">
                    <a:extLst>
                      <a:ext uri="{FF2B5EF4-FFF2-40B4-BE49-F238E27FC236}">
                        <a16:creationId xmlns:a16="http://schemas.microsoft.com/office/drawing/2014/main" id="{E93E74A7-2D26-1302-132C-B5CB05C2873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473" y="2449"/>
                    <a:ext cx="58" cy="0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ea typeface="宋体" panose="02010600030101010101" pitchFamily="2" charset="-122"/>
                    </a:endParaRPr>
                  </a:p>
                </p:txBody>
              </p:sp>
            </p:grpSp>
            <p:grpSp>
              <p:nvGrpSpPr>
                <p:cNvPr id="49" name="Group 41">
                  <a:extLst>
                    <a:ext uri="{FF2B5EF4-FFF2-40B4-BE49-F238E27FC236}">
                      <a16:creationId xmlns:a16="http://schemas.microsoft.com/office/drawing/2014/main" id="{93D9FB02-C1EA-D5EE-6FAD-6DB9F528A9B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35" y="891"/>
                  <a:ext cx="1772" cy="745"/>
                  <a:chOff x="935" y="891"/>
                  <a:chExt cx="1772" cy="745"/>
                </a:xfrm>
              </p:grpSpPr>
              <p:sp>
                <p:nvSpPr>
                  <p:cNvPr id="50" name="Line 42">
                    <a:extLst>
                      <a:ext uri="{FF2B5EF4-FFF2-40B4-BE49-F238E27FC236}">
                        <a16:creationId xmlns:a16="http://schemas.microsoft.com/office/drawing/2014/main" id="{921CA5B3-7C03-D26C-A24F-9FF6E97B5DA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935" y="1623"/>
                    <a:ext cx="1772" cy="0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51" name="Line 43">
                    <a:extLst>
                      <a:ext uri="{FF2B5EF4-FFF2-40B4-BE49-F238E27FC236}">
                        <a16:creationId xmlns:a16="http://schemas.microsoft.com/office/drawing/2014/main" id="{FE22A0C6-1496-78CB-5B42-7E66256206C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955" y="1405"/>
                    <a:ext cx="1205" cy="0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52" name="Line 45">
                    <a:extLst>
                      <a:ext uri="{FF2B5EF4-FFF2-40B4-BE49-F238E27FC236}">
                        <a16:creationId xmlns:a16="http://schemas.microsoft.com/office/drawing/2014/main" id="{A5B29118-6B85-DCF7-8B10-E7309E7FAE7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800" y="896"/>
                    <a:ext cx="888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53" name="Line 47">
                    <a:extLst>
                      <a:ext uri="{FF2B5EF4-FFF2-40B4-BE49-F238E27FC236}">
                        <a16:creationId xmlns:a16="http://schemas.microsoft.com/office/drawing/2014/main" id="{683CA47E-F308-E68B-50D6-4AABBDE4E65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781" y="896"/>
                    <a:ext cx="912" cy="0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54" name="Line 48">
                    <a:extLst>
                      <a:ext uri="{FF2B5EF4-FFF2-40B4-BE49-F238E27FC236}">
                        <a16:creationId xmlns:a16="http://schemas.microsoft.com/office/drawing/2014/main" id="{2F51202C-1581-FB4D-3BDD-351B4BF2F1D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692" y="892"/>
                    <a:ext cx="0" cy="725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55" name="Line 49">
                    <a:extLst>
                      <a:ext uri="{FF2B5EF4-FFF2-40B4-BE49-F238E27FC236}">
                        <a16:creationId xmlns:a16="http://schemas.microsoft.com/office/drawing/2014/main" id="{40510B9A-E970-4416-F208-7BF5C8E35EE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776" y="891"/>
                    <a:ext cx="0" cy="514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56" name="Line 50">
                    <a:extLst>
                      <a:ext uri="{FF2B5EF4-FFF2-40B4-BE49-F238E27FC236}">
                        <a16:creationId xmlns:a16="http://schemas.microsoft.com/office/drawing/2014/main" id="{DD31B28D-FF3C-811F-5B83-53F79B0130A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032" y="1304"/>
                    <a:ext cx="0" cy="91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57" name="Line 51">
                    <a:extLst>
                      <a:ext uri="{FF2B5EF4-FFF2-40B4-BE49-F238E27FC236}">
                        <a16:creationId xmlns:a16="http://schemas.microsoft.com/office/drawing/2014/main" id="{AEC94ACF-F5A1-E2FD-D6FB-11A06BF3E06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032" y="1314"/>
                    <a:ext cx="274" cy="0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58" name="Line 52">
                    <a:extLst>
                      <a:ext uri="{FF2B5EF4-FFF2-40B4-BE49-F238E27FC236}">
                        <a16:creationId xmlns:a16="http://schemas.microsoft.com/office/drawing/2014/main" id="{528087C9-8777-4DAD-BBCD-D0AD252F7AF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311" y="1311"/>
                    <a:ext cx="0" cy="102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59" name="Line 53">
                    <a:extLst>
                      <a:ext uri="{FF2B5EF4-FFF2-40B4-BE49-F238E27FC236}">
                        <a16:creationId xmlns:a16="http://schemas.microsoft.com/office/drawing/2014/main" id="{AE92FC5B-4A95-1376-7A14-4B88D1F2A60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252" y="1319"/>
                    <a:ext cx="0" cy="302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prstDash val="lgDash"/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60" name="Line 54">
                    <a:extLst>
                      <a:ext uri="{FF2B5EF4-FFF2-40B4-BE49-F238E27FC236}">
                        <a16:creationId xmlns:a16="http://schemas.microsoft.com/office/drawing/2014/main" id="{C93853A7-4B90-B895-0888-2B7CB61187F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089" y="1328"/>
                    <a:ext cx="0" cy="302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prstDash val="lgDash"/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61" name="Line 55">
                    <a:extLst>
                      <a:ext uri="{FF2B5EF4-FFF2-40B4-BE49-F238E27FC236}">
                        <a16:creationId xmlns:a16="http://schemas.microsoft.com/office/drawing/2014/main" id="{44EDCE19-78E8-4AB7-BF34-D225C75950A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892" y="896"/>
                    <a:ext cx="0" cy="231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prstDash val="lgDash"/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62" name="Line 56">
                    <a:extLst>
                      <a:ext uri="{FF2B5EF4-FFF2-40B4-BE49-F238E27FC236}">
                        <a16:creationId xmlns:a16="http://schemas.microsoft.com/office/drawing/2014/main" id="{2989C70D-1415-8634-C5D4-DA06E4477DA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892" y="1127"/>
                    <a:ext cx="695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prstDash val="lgDash"/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63" name="Line 57">
                    <a:extLst>
                      <a:ext uri="{FF2B5EF4-FFF2-40B4-BE49-F238E27FC236}">
                        <a16:creationId xmlns:a16="http://schemas.microsoft.com/office/drawing/2014/main" id="{C02BF449-03C2-D966-2320-A07600486AB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579" y="901"/>
                    <a:ext cx="0" cy="231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prstDash val="lgDash"/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64" name="Line 58">
                    <a:extLst>
                      <a:ext uri="{FF2B5EF4-FFF2-40B4-BE49-F238E27FC236}">
                        <a16:creationId xmlns:a16="http://schemas.microsoft.com/office/drawing/2014/main" id="{E452E775-F769-DAE2-CD80-FEC330486E9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525" y="1127"/>
                    <a:ext cx="0" cy="499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prstDash val="lgDash"/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65" name="Line 59">
                    <a:extLst>
                      <a:ext uri="{FF2B5EF4-FFF2-40B4-BE49-F238E27FC236}">
                        <a16:creationId xmlns:a16="http://schemas.microsoft.com/office/drawing/2014/main" id="{C8B1DCCE-9B75-12E2-97B7-F89F1C3B4DE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477" y="1127"/>
                    <a:ext cx="0" cy="499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prstDash val="lgDash"/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66" name="Line 60">
                    <a:extLst>
                      <a:ext uri="{FF2B5EF4-FFF2-40B4-BE49-F238E27FC236}">
                        <a16:creationId xmlns:a16="http://schemas.microsoft.com/office/drawing/2014/main" id="{3C7C175E-8271-FF87-A834-4A9FADB9E50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007" y="1136"/>
                    <a:ext cx="0" cy="499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prstDash val="lgDash"/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67" name="Line 61">
                    <a:extLst>
                      <a:ext uri="{FF2B5EF4-FFF2-40B4-BE49-F238E27FC236}">
                        <a16:creationId xmlns:a16="http://schemas.microsoft.com/office/drawing/2014/main" id="{3F71AAEC-75E8-74C1-FBDA-679464B1F19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944" y="1396"/>
                    <a:ext cx="0" cy="240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ea typeface="宋体" panose="02010600030101010101" pitchFamily="2" charset="-122"/>
                    </a:endParaRPr>
                  </a:p>
                </p:txBody>
              </p:sp>
            </p:grpSp>
          </p:grpSp>
          <p:sp>
            <p:nvSpPr>
              <p:cNvPr id="20" name="Line 68">
                <a:extLst>
                  <a:ext uri="{FF2B5EF4-FFF2-40B4-BE49-F238E27FC236}">
                    <a16:creationId xmlns:a16="http://schemas.microsoft.com/office/drawing/2014/main" id="{19ED1613-128B-18B8-F898-C8290EAC9E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2" y="1543"/>
                <a:ext cx="258" cy="0"/>
              </a:xfrm>
              <a:prstGeom prst="line">
                <a:avLst/>
              </a:prstGeom>
              <a:noFill/>
              <a:ln w="76200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21" name="Line 69">
                <a:extLst>
                  <a:ext uri="{FF2B5EF4-FFF2-40B4-BE49-F238E27FC236}">
                    <a16:creationId xmlns:a16="http://schemas.microsoft.com/office/drawing/2014/main" id="{68C525D0-34F7-04AC-F47F-BA0AC0CC0F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89" y="1540"/>
                <a:ext cx="384" cy="0"/>
              </a:xfrm>
              <a:prstGeom prst="line">
                <a:avLst/>
              </a:prstGeom>
              <a:noFill/>
              <a:ln w="57150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22" name="Line 70">
                <a:extLst>
                  <a:ext uri="{FF2B5EF4-FFF2-40B4-BE49-F238E27FC236}">
                    <a16:creationId xmlns:a16="http://schemas.microsoft.com/office/drawing/2014/main" id="{2999D619-7FD5-4583-1B40-31688509E4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45" y="1487"/>
                <a:ext cx="140" cy="136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23" name="Line 71">
                <a:extLst>
                  <a:ext uri="{FF2B5EF4-FFF2-40B4-BE49-F238E27FC236}">
                    <a16:creationId xmlns:a16="http://schemas.microsoft.com/office/drawing/2014/main" id="{9D211498-F690-711A-28AC-87B3AEFFDE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4" y="1609"/>
                <a:ext cx="134" cy="142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24" name="Line 72">
                <a:extLst>
                  <a:ext uri="{FF2B5EF4-FFF2-40B4-BE49-F238E27FC236}">
                    <a16:creationId xmlns:a16="http://schemas.microsoft.com/office/drawing/2014/main" id="{460549A4-A230-A508-FC59-306ACDB2FB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38" y="1450"/>
                <a:ext cx="57" cy="57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25" name="Line 73">
                <a:extLst>
                  <a:ext uri="{FF2B5EF4-FFF2-40B4-BE49-F238E27FC236}">
                    <a16:creationId xmlns:a16="http://schemas.microsoft.com/office/drawing/2014/main" id="{AA4F940F-B262-9B8A-4D4E-6AFB2E438BC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175" y="1042"/>
                <a:ext cx="98" cy="106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26" name="Line 74">
                <a:extLst>
                  <a:ext uri="{FF2B5EF4-FFF2-40B4-BE49-F238E27FC236}">
                    <a16:creationId xmlns:a16="http://schemas.microsoft.com/office/drawing/2014/main" id="{C57AEBE0-CC3B-7620-CB97-B6E6086209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44" y="1536"/>
                <a:ext cx="134" cy="143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27" name="Line 75">
                <a:extLst>
                  <a:ext uri="{FF2B5EF4-FFF2-40B4-BE49-F238E27FC236}">
                    <a16:creationId xmlns:a16="http://schemas.microsoft.com/office/drawing/2014/main" id="{E3982E27-3370-CE0F-0536-ED97784FC8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15" y="1545"/>
                <a:ext cx="211" cy="211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28" name="Line 76">
                <a:extLst>
                  <a:ext uri="{FF2B5EF4-FFF2-40B4-BE49-F238E27FC236}">
                    <a16:creationId xmlns:a16="http://schemas.microsoft.com/office/drawing/2014/main" id="{909040D8-CDBB-2524-EECD-32FC918F64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177" y="1162"/>
                <a:ext cx="113" cy="120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29" name="Line 77">
                <a:extLst>
                  <a:ext uri="{FF2B5EF4-FFF2-40B4-BE49-F238E27FC236}">
                    <a16:creationId xmlns:a16="http://schemas.microsoft.com/office/drawing/2014/main" id="{5EF7AE09-6D58-B1AB-178A-E92214456B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66" y="1545"/>
                <a:ext cx="206" cy="206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30" name="Line 78">
                <a:extLst>
                  <a:ext uri="{FF2B5EF4-FFF2-40B4-BE49-F238E27FC236}">
                    <a16:creationId xmlns:a16="http://schemas.microsoft.com/office/drawing/2014/main" id="{2202A0AB-CA37-7A41-8ED3-EE038DB706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168" y="1258"/>
                <a:ext cx="198" cy="196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31" name="Line 79">
                <a:extLst>
                  <a:ext uri="{FF2B5EF4-FFF2-40B4-BE49-F238E27FC236}">
                    <a16:creationId xmlns:a16="http://schemas.microsoft.com/office/drawing/2014/main" id="{AC7E7BDC-65D1-19BA-0912-7024BD5B8B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24" y="1363"/>
                <a:ext cx="387" cy="388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32" name="Line 80">
                <a:extLst>
                  <a:ext uri="{FF2B5EF4-FFF2-40B4-BE49-F238E27FC236}">
                    <a16:creationId xmlns:a16="http://schemas.microsoft.com/office/drawing/2014/main" id="{2FF7A0CA-22C9-67BB-75F4-76424EC975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175" y="1514"/>
                <a:ext cx="234" cy="241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33" name="Line 81">
                <a:extLst>
                  <a:ext uri="{FF2B5EF4-FFF2-40B4-BE49-F238E27FC236}">
                    <a16:creationId xmlns:a16="http://schemas.microsoft.com/office/drawing/2014/main" id="{896A00B8-00F2-4D39-544A-7B5D2AFE7C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332" y="1666"/>
                <a:ext cx="77" cy="85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34" name="Line 82">
                <a:extLst>
                  <a:ext uri="{FF2B5EF4-FFF2-40B4-BE49-F238E27FC236}">
                    <a16:creationId xmlns:a16="http://schemas.microsoft.com/office/drawing/2014/main" id="{A388AC12-1A15-3039-49B4-DCFB69B960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76" y="1034"/>
                <a:ext cx="68" cy="68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35" name="Line 83">
                <a:extLst>
                  <a:ext uri="{FF2B5EF4-FFF2-40B4-BE49-F238E27FC236}">
                    <a16:creationId xmlns:a16="http://schemas.microsoft.com/office/drawing/2014/main" id="{F690808D-B006-4DC0-78C6-36FEA0954A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31" y="1146"/>
                <a:ext cx="153" cy="155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36" name="Line 84">
                <a:extLst>
                  <a:ext uri="{FF2B5EF4-FFF2-40B4-BE49-F238E27FC236}">
                    <a16:creationId xmlns:a16="http://schemas.microsoft.com/office/drawing/2014/main" id="{F693FC63-279A-C486-2D25-5E7F2BE79D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24" y="1287"/>
                <a:ext cx="174" cy="175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38" name="Line 85">
                <a:extLst>
                  <a:ext uri="{FF2B5EF4-FFF2-40B4-BE49-F238E27FC236}">
                    <a16:creationId xmlns:a16="http://schemas.microsoft.com/office/drawing/2014/main" id="{AC10006E-27F1-EDD9-83B3-8436E31CF9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31" y="1452"/>
                <a:ext cx="165" cy="157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39" name="Line 86">
                <a:extLst>
                  <a:ext uri="{FF2B5EF4-FFF2-40B4-BE49-F238E27FC236}">
                    <a16:creationId xmlns:a16="http://schemas.microsoft.com/office/drawing/2014/main" id="{8ACADD2E-0678-81FB-AA8D-20DD8ED6B3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56" y="1611"/>
                <a:ext cx="132" cy="132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40" name="Line 88">
                <a:extLst>
                  <a:ext uri="{FF2B5EF4-FFF2-40B4-BE49-F238E27FC236}">
                    <a16:creationId xmlns:a16="http://schemas.microsoft.com/office/drawing/2014/main" id="{F7ECF173-6315-F6F7-22BA-44C9A69783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0" y="1447"/>
                <a:ext cx="0" cy="312"/>
              </a:xfrm>
              <a:prstGeom prst="line">
                <a:avLst/>
              </a:prstGeom>
              <a:noFill/>
              <a:ln w="38100">
                <a:solidFill>
                  <a:srgbClr val="A5002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41" name="Line 89">
                <a:extLst>
                  <a:ext uri="{FF2B5EF4-FFF2-40B4-BE49-F238E27FC236}">
                    <a16:creationId xmlns:a16="http://schemas.microsoft.com/office/drawing/2014/main" id="{2567CF01-ECCF-F339-9E45-32B6307A84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3" y="1453"/>
                <a:ext cx="0" cy="312"/>
              </a:xfrm>
              <a:prstGeom prst="line">
                <a:avLst/>
              </a:prstGeom>
              <a:noFill/>
              <a:ln w="38100">
                <a:solidFill>
                  <a:srgbClr val="A5002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42" name="Line 90">
                <a:extLst>
                  <a:ext uri="{FF2B5EF4-FFF2-40B4-BE49-F238E27FC236}">
                    <a16:creationId xmlns:a16="http://schemas.microsoft.com/office/drawing/2014/main" id="{4D24F5EF-928F-94E1-A2A1-EDEC460E32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91" y="1036"/>
                <a:ext cx="0" cy="227"/>
              </a:xfrm>
              <a:prstGeom prst="line">
                <a:avLst/>
              </a:prstGeom>
              <a:noFill/>
              <a:ln w="38100">
                <a:solidFill>
                  <a:srgbClr val="A5002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43" name="Line 91">
                <a:extLst>
                  <a:ext uri="{FF2B5EF4-FFF2-40B4-BE49-F238E27FC236}">
                    <a16:creationId xmlns:a16="http://schemas.microsoft.com/office/drawing/2014/main" id="{CEE32EB2-64AB-F821-4942-2A87F6034A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82" y="1036"/>
                <a:ext cx="0" cy="227"/>
              </a:xfrm>
              <a:prstGeom prst="line">
                <a:avLst/>
              </a:prstGeom>
              <a:noFill/>
              <a:ln w="38100">
                <a:solidFill>
                  <a:srgbClr val="A5002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44" name="Line 92">
                <a:extLst>
                  <a:ext uri="{FF2B5EF4-FFF2-40B4-BE49-F238E27FC236}">
                    <a16:creationId xmlns:a16="http://schemas.microsoft.com/office/drawing/2014/main" id="{C8212043-23CA-6575-7459-95EA629BE4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82" y="1260"/>
                <a:ext cx="715" cy="0"/>
              </a:xfrm>
              <a:prstGeom prst="line">
                <a:avLst/>
              </a:prstGeom>
              <a:noFill/>
              <a:ln w="38100">
                <a:solidFill>
                  <a:srgbClr val="A5002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45" name="Line 93">
                <a:extLst>
                  <a:ext uri="{FF2B5EF4-FFF2-40B4-BE49-F238E27FC236}">
                    <a16:creationId xmlns:a16="http://schemas.microsoft.com/office/drawing/2014/main" id="{D4CDA6AC-E58A-B53A-0741-669F7B8984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26" y="1265"/>
                <a:ext cx="0" cy="499"/>
              </a:xfrm>
              <a:prstGeom prst="line">
                <a:avLst/>
              </a:prstGeom>
              <a:noFill/>
              <a:ln w="38100">
                <a:solidFill>
                  <a:srgbClr val="A5002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46" name="Line 94">
                <a:extLst>
                  <a:ext uri="{FF2B5EF4-FFF2-40B4-BE49-F238E27FC236}">
                    <a16:creationId xmlns:a16="http://schemas.microsoft.com/office/drawing/2014/main" id="{9FE4FB59-7048-4230-D453-7BBC1902C3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78" y="1275"/>
                <a:ext cx="0" cy="499"/>
              </a:xfrm>
              <a:prstGeom prst="line">
                <a:avLst/>
              </a:prstGeom>
              <a:noFill/>
              <a:ln w="38100">
                <a:solidFill>
                  <a:srgbClr val="CC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47" name="Line 95">
                <a:extLst>
                  <a:ext uri="{FF2B5EF4-FFF2-40B4-BE49-F238E27FC236}">
                    <a16:creationId xmlns:a16="http://schemas.microsoft.com/office/drawing/2014/main" id="{CB62AA78-BCA8-AAF5-3658-5857B29E12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10" y="1259"/>
                <a:ext cx="0" cy="499"/>
              </a:xfrm>
              <a:prstGeom prst="line">
                <a:avLst/>
              </a:prstGeom>
              <a:noFill/>
              <a:ln w="38100">
                <a:solidFill>
                  <a:srgbClr val="A5002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</p:grpSp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DECE7D63-620A-74F8-8329-EB84134D918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63" t="18172" r="48190" b="10141"/>
            <a:stretch/>
          </p:blipFill>
          <p:spPr>
            <a:xfrm rot="5400000">
              <a:off x="9331418" y="2602958"/>
              <a:ext cx="1303020" cy="242384"/>
            </a:xfrm>
            <a:prstGeom prst="rect">
              <a:avLst/>
            </a:prstGeom>
          </p:spPr>
        </p:pic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D8E0DF68-6EFA-B772-18F5-FB355EA0617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686" t="1591" r="53995" b="10141"/>
            <a:stretch/>
          </p:blipFill>
          <p:spPr>
            <a:xfrm rot="5400000">
              <a:off x="9163237" y="4361599"/>
              <a:ext cx="1695447" cy="298449"/>
            </a:xfrm>
            <a:prstGeom prst="rect">
              <a:avLst/>
            </a:prstGeom>
          </p:spPr>
        </p:pic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D3F37D7C-1F04-0414-750C-E3FEDFDCD72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216" t="1593" r="32012" b="11658"/>
            <a:stretch/>
          </p:blipFill>
          <p:spPr>
            <a:xfrm rot="10800000">
              <a:off x="7703819" y="4411979"/>
              <a:ext cx="3139439" cy="293309"/>
            </a:xfrm>
            <a:prstGeom prst="rect">
              <a:avLst/>
            </a:prstGeom>
          </p:spPr>
        </p:pic>
        <p:pic>
          <p:nvPicPr>
            <p:cNvPr id="17" name="图片 16">
              <a:extLst>
                <a:ext uri="{FF2B5EF4-FFF2-40B4-BE49-F238E27FC236}">
                  <a16:creationId xmlns:a16="http://schemas.microsoft.com/office/drawing/2014/main" id="{9F284C82-E932-E79E-6D66-E748BA2CDC0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914" t="20342" r="56532" b="10139"/>
            <a:stretch/>
          </p:blipFill>
          <p:spPr>
            <a:xfrm rot="5400000">
              <a:off x="7948245" y="2934286"/>
              <a:ext cx="662938" cy="235052"/>
            </a:xfrm>
            <a:prstGeom prst="rect">
              <a:avLst/>
            </a:prstGeom>
          </p:spPr>
        </p:pic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0DCDE238-27DE-3D36-A9C7-E01748FE856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0077" t="18088" r="52977" b="10139"/>
            <a:stretch/>
          </p:blipFill>
          <p:spPr>
            <a:xfrm rot="5400000">
              <a:off x="7978723" y="4420187"/>
              <a:ext cx="609602" cy="242672"/>
            </a:xfrm>
            <a:prstGeom prst="rect">
              <a:avLst/>
            </a:prstGeom>
          </p:spPr>
        </p:pic>
      </p:grpSp>
      <p:sp>
        <p:nvSpPr>
          <p:cNvPr id="80" name="Text Box 87">
            <a:extLst>
              <a:ext uri="{FF2B5EF4-FFF2-40B4-BE49-F238E27FC236}">
                <a16:creationId xmlns:a16="http://schemas.microsoft.com/office/drawing/2014/main" id="{B307E8F6-663A-8754-164C-23DA5319A0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376" y="1268089"/>
            <a:ext cx="351891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fontAlgn="base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剖视图的基本概念</a:t>
            </a:r>
          </a:p>
        </p:txBody>
      </p:sp>
      <p:sp>
        <p:nvSpPr>
          <p:cNvPr id="81" name="Rectangle 55">
            <a:extLst>
              <a:ext uri="{FF2B5EF4-FFF2-40B4-BE49-F238E27FC236}">
                <a16:creationId xmlns:a16="http://schemas.microsoft.com/office/drawing/2014/main" id="{F8EF3761-6A5A-6064-165F-0055E7E582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845" y="1875601"/>
            <a:ext cx="2509020" cy="461665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/>
          <a:p>
            <a:r>
              <a:rPr kumimoji="1" lang="en-US" altLang="zh-CN" sz="2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(3) </a:t>
            </a:r>
            <a:r>
              <a:rPr kumimoji="1" lang="zh-CN" altLang="en-US" sz="2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剖视图的标注</a:t>
            </a:r>
          </a:p>
        </p:txBody>
      </p:sp>
    </p:spTree>
    <p:extLst>
      <p:ext uri="{BB962C8B-B14F-4D97-AF65-F5344CB8AC3E}">
        <p14:creationId xmlns:p14="http://schemas.microsoft.com/office/powerpoint/2010/main" val="392188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8" grpId="0"/>
      <p:bldP spid="9" grpId="0"/>
      <p:bldP spid="10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C90EA-0AA3-945E-3413-5B8C6ACD9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>
            <a:extLst>
              <a:ext uri="{FF2B5EF4-FFF2-40B4-BE49-F238E27FC236}">
                <a16:creationId xmlns:a16="http://schemas.microsoft.com/office/drawing/2014/main" id="{F89BC90E-4D47-36D1-41C6-A225F55664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19" y="412176"/>
            <a:ext cx="2358338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10.2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剖视图</a:t>
            </a:r>
          </a:p>
        </p:txBody>
      </p:sp>
      <p:sp>
        <p:nvSpPr>
          <p:cNvPr id="16" name="灯片编号占位符 3">
            <a:extLst>
              <a:ext uri="{FF2B5EF4-FFF2-40B4-BE49-F238E27FC236}">
                <a16:creationId xmlns:a16="http://schemas.microsoft.com/office/drawing/2014/main" id="{D627836F-D93C-2723-C0B3-28C15719A4A8}"/>
              </a:ext>
            </a:extLst>
          </p:cNvPr>
          <p:cNvSpPr txBox="1">
            <a:spLocks/>
          </p:cNvSpPr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  <a:pPr/>
              <a:t>38</a:t>
            </a:fld>
            <a:endParaRPr lang="en-US" altLang="zh-CN" dirty="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478F2913-DD86-79EA-7D36-CAF8E68562FF}"/>
              </a:ext>
            </a:extLst>
          </p:cNvPr>
          <p:cNvGrpSpPr/>
          <p:nvPr/>
        </p:nvGrpSpPr>
        <p:grpSpPr>
          <a:xfrm>
            <a:off x="695400" y="2276872"/>
            <a:ext cx="4497388" cy="3749673"/>
            <a:chOff x="7082023" y="1608874"/>
            <a:chExt cx="4497388" cy="3749673"/>
          </a:xfrm>
        </p:grpSpPr>
        <p:grpSp>
          <p:nvGrpSpPr>
            <p:cNvPr id="3" name="Group 23">
              <a:extLst>
                <a:ext uri="{FF2B5EF4-FFF2-40B4-BE49-F238E27FC236}">
                  <a16:creationId xmlns:a16="http://schemas.microsoft.com/office/drawing/2014/main" id="{0E358641-5C93-39BD-B8DD-5570E9FFCEB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082023" y="1608874"/>
              <a:ext cx="4497388" cy="3641725"/>
              <a:chOff x="-176" y="688"/>
              <a:chExt cx="2833" cy="2294"/>
            </a:xfrm>
          </p:grpSpPr>
          <p:grpSp>
            <p:nvGrpSpPr>
              <p:cNvPr id="9" name="Group 24">
                <a:extLst>
                  <a:ext uri="{FF2B5EF4-FFF2-40B4-BE49-F238E27FC236}">
                    <a16:creationId xmlns:a16="http://schemas.microsoft.com/office/drawing/2014/main" id="{A4C7CA4E-1658-F7B9-7730-D62519637DA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7" y="1026"/>
                <a:ext cx="1772" cy="1956"/>
                <a:chOff x="935" y="891"/>
                <a:chExt cx="1772" cy="1956"/>
              </a:xfrm>
            </p:grpSpPr>
            <p:grpSp>
              <p:nvGrpSpPr>
                <p:cNvPr id="46" name="Group 25">
                  <a:extLst>
                    <a:ext uri="{FF2B5EF4-FFF2-40B4-BE49-F238E27FC236}">
                      <a16:creationId xmlns:a16="http://schemas.microsoft.com/office/drawing/2014/main" id="{AF9E37FF-15EA-1596-77E6-EAD6B9EDC16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43" y="1938"/>
                  <a:ext cx="1750" cy="909"/>
                  <a:chOff x="943" y="1938"/>
                  <a:chExt cx="1750" cy="909"/>
                </a:xfrm>
              </p:grpSpPr>
              <p:sp>
                <p:nvSpPr>
                  <p:cNvPr id="66" name="Oval 26">
                    <a:extLst>
                      <a:ext uri="{FF2B5EF4-FFF2-40B4-BE49-F238E27FC236}">
                        <a16:creationId xmlns:a16="http://schemas.microsoft.com/office/drawing/2014/main" id="{55683F38-1C28-B01A-E783-994D13EB0EF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784" y="1938"/>
                    <a:ext cx="909" cy="909"/>
                  </a:xfrm>
                  <a:prstGeom prst="ellipse">
                    <a:avLst/>
                  </a:prstGeom>
                  <a:solidFill>
                    <a:srgbClr val="FFFFFF"/>
                  </a:solidFill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67" name="Oval 27">
                    <a:extLst>
                      <a:ext uri="{FF2B5EF4-FFF2-40B4-BE49-F238E27FC236}">
                        <a16:creationId xmlns:a16="http://schemas.microsoft.com/office/drawing/2014/main" id="{11D132CF-2C66-AEA8-A3CD-3A109E05CFF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896" y="2040"/>
                    <a:ext cx="689" cy="699"/>
                  </a:xfrm>
                  <a:prstGeom prst="ellipse">
                    <a:avLst/>
                  </a:prstGeom>
                  <a:solidFill>
                    <a:srgbClr val="FFFFFF"/>
                  </a:solidFill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68" name="Oval 28">
                    <a:extLst>
                      <a:ext uri="{FF2B5EF4-FFF2-40B4-BE49-F238E27FC236}">
                        <a16:creationId xmlns:a16="http://schemas.microsoft.com/office/drawing/2014/main" id="{B9DA94C0-D305-C1D6-75F7-D842025FE2A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004" y="2149"/>
                    <a:ext cx="480" cy="480"/>
                  </a:xfrm>
                  <a:prstGeom prst="ellipse">
                    <a:avLst/>
                  </a:prstGeom>
                  <a:solidFill>
                    <a:srgbClr val="FFFFFF"/>
                  </a:solidFill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69" name="Oval 29">
                    <a:extLst>
                      <a:ext uri="{FF2B5EF4-FFF2-40B4-BE49-F238E27FC236}">
                        <a16:creationId xmlns:a16="http://schemas.microsoft.com/office/drawing/2014/main" id="{15793231-A24E-447D-900F-9C293EBF784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035" y="2254"/>
                    <a:ext cx="278" cy="278"/>
                  </a:xfrm>
                  <a:prstGeom prst="ellipse">
                    <a:avLst/>
                  </a:prstGeom>
                  <a:solidFill>
                    <a:srgbClr val="FFFFFF"/>
                  </a:solidFill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70" name="Oval 30">
                    <a:extLst>
                      <a:ext uri="{FF2B5EF4-FFF2-40B4-BE49-F238E27FC236}">
                        <a16:creationId xmlns:a16="http://schemas.microsoft.com/office/drawing/2014/main" id="{82A5370E-BDB1-258E-461C-6DE10CB8D0C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090" y="2308"/>
                    <a:ext cx="163" cy="164"/>
                  </a:xfrm>
                  <a:prstGeom prst="ellipse">
                    <a:avLst/>
                  </a:prstGeom>
                  <a:solidFill>
                    <a:srgbClr val="FFFFFF"/>
                  </a:solidFill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71" name="Arc 33">
                    <a:extLst>
                      <a:ext uri="{FF2B5EF4-FFF2-40B4-BE49-F238E27FC236}">
                        <a16:creationId xmlns:a16="http://schemas.microsoft.com/office/drawing/2014/main" id="{39457733-7BC8-BBC7-91F0-B9CB36ED518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H="1" flipV="1">
                    <a:off x="943" y="2173"/>
                    <a:ext cx="223" cy="438"/>
                  </a:xfrm>
                  <a:custGeom>
                    <a:avLst/>
                    <a:gdLst>
                      <a:gd name="T0" fmla="*/ 0 w 21600"/>
                      <a:gd name="T1" fmla="*/ 0 h 42256"/>
                      <a:gd name="T2" fmla="*/ 0 w 21600"/>
                      <a:gd name="T3" fmla="*/ 0 h 42256"/>
                      <a:gd name="T4" fmla="*/ 0 w 21600"/>
                      <a:gd name="T5" fmla="*/ 0 h 42256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42256"/>
                      <a:gd name="T11" fmla="*/ 21600 w 21600"/>
                      <a:gd name="T12" fmla="*/ 42256 h 4225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42256" fill="none" extrusionOk="0">
                        <a:moveTo>
                          <a:pt x="4945" y="-1"/>
                        </a:moveTo>
                        <a:cubicBezTo>
                          <a:pt x="14703" y="2294"/>
                          <a:pt x="21600" y="11001"/>
                          <a:pt x="21600" y="21026"/>
                        </a:cubicBezTo>
                        <a:cubicBezTo>
                          <a:pt x="21600" y="31420"/>
                          <a:pt x="14196" y="40341"/>
                          <a:pt x="3979" y="42256"/>
                        </a:cubicBezTo>
                      </a:path>
                      <a:path w="21600" h="42256" stroke="0" extrusionOk="0">
                        <a:moveTo>
                          <a:pt x="4945" y="-1"/>
                        </a:moveTo>
                        <a:cubicBezTo>
                          <a:pt x="14703" y="2294"/>
                          <a:pt x="21600" y="11001"/>
                          <a:pt x="21600" y="21026"/>
                        </a:cubicBezTo>
                        <a:cubicBezTo>
                          <a:pt x="21600" y="31420"/>
                          <a:pt x="14196" y="40341"/>
                          <a:pt x="3979" y="42256"/>
                        </a:cubicBezTo>
                        <a:lnTo>
                          <a:pt x="0" y="21026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72" name="Line 34">
                    <a:extLst>
                      <a:ext uri="{FF2B5EF4-FFF2-40B4-BE49-F238E27FC236}">
                        <a16:creationId xmlns:a16="http://schemas.microsoft.com/office/drawing/2014/main" id="{8AB87614-A245-8713-C04B-0787B1358CF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093" y="2608"/>
                    <a:ext cx="1055" cy="234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73" name="Line 35">
                    <a:extLst>
                      <a:ext uri="{FF2B5EF4-FFF2-40B4-BE49-F238E27FC236}">
                        <a16:creationId xmlns:a16="http://schemas.microsoft.com/office/drawing/2014/main" id="{FC82E6F1-9349-FC15-D4E4-B9196F39D93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125" y="1945"/>
                    <a:ext cx="1030" cy="228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74" name="Rectangle 36">
                    <a:extLst>
                      <a:ext uri="{FF2B5EF4-FFF2-40B4-BE49-F238E27FC236}">
                        <a16:creationId xmlns:a16="http://schemas.microsoft.com/office/drawing/2014/main" id="{51D79D9C-7344-D6C7-E6CB-6927146F01B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450" y="2333"/>
                    <a:ext cx="77" cy="111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75" name="Line 38">
                    <a:extLst>
                      <a:ext uri="{FF2B5EF4-FFF2-40B4-BE49-F238E27FC236}">
                        <a16:creationId xmlns:a16="http://schemas.microsoft.com/office/drawing/2014/main" id="{90CF28BF-8046-EAA2-2FB1-AB51922A41D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468" y="2330"/>
                    <a:ext cx="58" cy="0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76" name="Line 39">
                    <a:extLst>
                      <a:ext uri="{FF2B5EF4-FFF2-40B4-BE49-F238E27FC236}">
                        <a16:creationId xmlns:a16="http://schemas.microsoft.com/office/drawing/2014/main" id="{84B6213D-FDD4-869A-7601-6DCAA26FB01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526" y="2320"/>
                    <a:ext cx="0" cy="142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77" name="Line 40">
                    <a:extLst>
                      <a:ext uri="{FF2B5EF4-FFF2-40B4-BE49-F238E27FC236}">
                        <a16:creationId xmlns:a16="http://schemas.microsoft.com/office/drawing/2014/main" id="{7B36ED3E-C62E-6BD8-A8A2-562E43FB605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473" y="2449"/>
                    <a:ext cx="58" cy="0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47" name="Group 41">
                  <a:extLst>
                    <a:ext uri="{FF2B5EF4-FFF2-40B4-BE49-F238E27FC236}">
                      <a16:creationId xmlns:a16="http://schemas.microsoft.com/office/drawing/2014/main" id="{227AB4C1-690B-0255-3F0A-012EE1C6EAC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35" y="891"/>
                  <a:ext cx="1772" cy="745"/>
                  <a:chOff x="935" y="891"/>
                  <a:chExt cx="1772" cy="745"/>
                </a:xfrm>
              </p:grpSpPr>
              <p:sp>
                <p:nvSpPr>
                  <p:cNvPr id="48" name="Line 42">
                    <a:extLst>
                      <a:ext uri="{FF2B5EF4-FFF2-40B4-BE49-F238E27FC236}">
                        <a16:creationId xmlns:a16="http://schemas.microsoft.com/office/drawing/2014/main" id="{4A3911F1-58D7-C060-5E71-7A88C09D562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935" y="1623"/>
                    <a:ext cx="1772" cy="0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9" name="Line 43">
                    <a:extLst>
                      <a:ext uri="{FF2B5EF4-FFF2-40B4-BE49-F238E27FC236}">
                        <a16:creationId xmlns:a16="http://schemas.microsoft.com/office/drawing/2014/main" id="{CE021F6B-AD52-3DD7-9559-D6C6DC6ABE2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955" y="1405"/>
                    <a:ext cx="1205" cy="0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50" name="Line 45">
                    <a:extLst>
                      <a:ext uri="{FF2B5EF4-FFF2-40B4-BE49-F238E27FC236}">
                        <a16:creationId xmlns:a16="http://schemas.microsoft.com/office/drawing/2014/main" id="{D4B0BE4E-7963-8E75-EA69-83FF92E5377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800" y="896"/>
                    <a:ext cx="888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51" name="Line 47">
                    <a:extLst>
                      <a:ext uri="{FF2B5EF4-FFF2-40B4-BE49-F238E27FC236}">
                        <a16:creationId xmlns:a16="http://schemas.microsoft.com/office/drawing/2014/main" id="{99C9E1EC-CDA3-2CC6-4AED-992DF0346A3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781" y="896"/>
                    <a:ext cx="912" cy="0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52" name="Line 48">
                    <a:extLst>
                      <a:ext uri="{FF2B5EF4-FFF2-40B4-BE49-F238E27FC236}">
                        <a16:creationId xmlns:a16="http://schemas.microsoft.com/office/drawing/2014/main" id="{B479C05E-97D9-232C-6842-C95338D8568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692" y="892"/>
                    <a:ext cx="0" cy="725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53" name="Line 49">
                    <a:extLst>
                      <a:ext uri="{FF2B5EF4-FFF2-40B4-BE49-F238E27FC236}">
                        <a16:creationId xmlns:a16="http://schemas.microsoft.com/office/drawing/2014/main" id="{188A7EB5-CB8E-1B96-85CA-1D7647C0456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776" y="891"/>
                    <a:ext cx="0" cy="514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54" name="Line 50">
                    <a:extLst>
                      <a:ext uri="{FF2B5EF4-FFF2-40B4-BE49-F238E27FC236}">
                        <a16:creationId xmlns:a16="http://schemas.microsoft.com/office/drawing/2014/main" id="{3F791DBC-E427-8FA5-B981-4753C610EDF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032" y="1304"/>
                    <a:ext cx="0" cy="91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55" name="Line 51">
                    <a:extLst>
                      <a:ext uri="{FF2B5EF4-FFF2-40B4-BE49-F238E27FC236}">
                        <a16:creationId xmlns:a16="http://schemas.microsoft.com/office/drawing/2014/main" id="{04D8AF1F-4B50-AF63-E937-7C11C737D20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032" y="1314"/>
                    <a:ext cx="274" cy="0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56" name="Line 52">
                    <a:extLst>
                      <a:ext uri="{FF2B5EF4-FFF2-40B4-BE49-F238E27FC236}">
                        <a16:creationId xmlns:a16="http://schemas.microsoft.com/office/drawing/2014/main" id="{1B8E9769-60AA-2A55-4F41-6AE322E10CD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311" y="1311"/>
                    <a:ext cx="0" cy="102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57" name="Line 53">
                    <a:extLst>
                      <a:ext uri="{FF2B5EF4-FFF2-40B4-BE49-F238E27FC236}">
                        <a16:creationId xmlns:a16="http://schemas.microsoft.com/office/drawing/2014/main" id="{26FDEE39-322A-0B78-7489-253471F6E89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252" y="1319"/>
                    <a:ext cx="0" cy="302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prstDash val="lgDash"/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58" name="Line 54">
                    <a:extLst>
                      <a:ext uri="{FF2B5EF4-FFF2-40B4-BE49-F238E27FC236}">
                        <a16:creationId xmlns:a16="http://schemas.microsoft.com/office/drawing/2014/main" id="{9410161B-780D-6566-E8D9-A121F950CEE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089" y="1328"/>
                    <a:ext cx="0" cy="302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prstDash val="lgDash"/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59" name="Line 55">
                    <a:extLst>
                      <a:ext uri="{FF2B5EF4-FFF2-40B4-BE49-F238E27FC236}">
                        <a16:creationId xmlns:a16="http://schemas.microsoft.com/office/drawing/2014/main" id="{F3C5F555-C236-87F9-6F7D-C62E2BCF6FB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892" y="896"/>
                    <a:ext cx="0" cy="231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prstDash val="lgDash"/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60" name="Line 56">
                    <a:extLst>
                      <a:ext uri="{FF2B5EF4-FFF2-40B4-BE49-F238E27FC236}">
                        <a16:creationId xmlns:a16="http://schemas.microsoft.com/office/drawing/2014/main" id="{9FF08631-7963-F75A-A861-B0A55494D10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892" y="1127"/>
                    <a:ext cx="695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prstDash val="lgDash"/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61" name="Line 57">
                    <a:extLst>
                      <a:ext uri="{FF2B5EF4-FFF2-40B4-BE49-F238E27FC236}">
                        <a16:creationId xmlns:a16="http://schemas.microsoft.com/office/drawing/2014/main" id="{63881AE0-EC18-E581-2D56-CA3818FB01B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579" y="901"/>
                    <a:ext cx="0" cy="231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prstDash val="lgDash"/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62" name="Line 58">
                    <a:extLst>
                      <a:ext uri="{FF2B5EF4-FFF2-40B4-BE49-F238E27FC236}">
                        <a16:creationId xmlns:a16="http://schemas.microsoft.com/office/drawing/2014/main" id="{A9A4E7F9-923F-0363-B13E-FC07F75857E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525" y="1127"/>
                    <a:ext cx="0" cy="499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prstDash val="lgDash"/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63" name="Line 59">
                    <a:extLst>
                      <a:ext uri="{FF2B5EF4-FFF2-40B4-BE49-F238E27FC236}">
                        <a16:creationId xmlns:a16="http://schemas.microsoft.com/office/drawing/2014/main" id="{941CD75A-D32B-8368-C97B-EEBA98C73A5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477" y="1127"/>
                    <a:ext cx="0" cy="499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prstDash val="lgDash"/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64" name="Line 60">
                    <a:extLst>
                      <a:ext uri="{FF2B5EF4-FFF2-40B4-BE49-F238E27FC236}">
                        <a16:creationId xmlns:a16="http://schemas.microsoft.com/office/drawing/2014/main" id="{476C8106-5E55-25F8-771D-0C92A963FE3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007" y="1136"/>
                    <a:ext cx="0" cy="499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prstDash val="lgDash"/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65" name="Line 61">
                    <a:extLst>
                      <a:ext uri="{FF2B5EF4-FFF2-40B4-BE49-F238E27FC236}">
                        <a16:creationId xmlns:a16="http://schemas.microsoft.com/office/drawing/2014/main" id="{E9F5AB01-2E3F-E660-33D9-2A9BF21323E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944" y="1396"/>
                    <a:ext cx="0" cy="240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</p:grpSp>
          <p:sp>
            <p:nvSpPr>
              <p:cNvPr id="10" name="Line 62">
                <a:extLst>
                  <a:ext uri="{FF2B5EF4-FFF2-40B4-BE49-F238E27FC236}">
                    <a16:creationId xmlns:a16="http://schemas.microsoft.com/office/drawing/2014/main" id="{75A67921-1D22-22D5-490A-C7CD53F1F9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" y="2525"/>
                <a:ext cx="176" cy="0"/>
              </a:xfrm>
              <a:prstGeom prst="line">
                <a:avLst/>
              </a:prstGeom>
              <a:noFill/>
              <a:ln w="38100">
                <a:solidFill>
                  <a:srgbClr val="A5002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" name="Line 63">
                <a:extLst>
                  <a:ext uri="{FF2B5EF4-FFF2-40B4-BE49-F238E27FC236}">
                    <a16:creationId xmlns:a16="http://schemas.microsoft.com/office/drawing/2014/main" id="{7C1D05EF-B6B3-7ADE-D0E3-CCB9971890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97" y="2525"/>
                <a:ext cx="188" cy="0"/>
              </a:xfrm>
              <a:prstGeom prst="line">
                <a:avLst/>
              </a:prstGeom>
              <a:noFill/>
              <a:ln w="38100">
                <a:solidFill>
                  <a:srgbClr val="A5002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" name="Line 64">
                <a:extLst>
                  <a:ext uri="{FF2B5EF4-FFF2-40B4-BE49-F238E27FC236}">
                    <a16:creationId xmlns:a16="http://schemas.microsoft.com/office/drawing/2014/main" id="{F061FCD0-A09A-1F24-4F19-C771FC1FC7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4" y="2312"/>
                <a:ext cx="0" cy="224"/>
              </a:xfrm>
              <a:prstGeom prst="line">
                <a:avLst/>
              </a:prstGeom>
              <a:noFill/>
              <a:ln w="9525">
                <a:solidFill>
                  <a:srgbClr val="A50021"/>
                </a:solidFill>
                <a:round/>
                <a:headEnd/>
                <a:tailEnd type="triangle" w="sm" len="lg"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" name="Line 65">
                <a:extLst>
                  <a:ext uri="{FF2B5EF4-FFF2-40B4-BE49-F238E27FC236}">
                    <a16:creationId xmlns:a16="http://schemas.microsoft.com/office/drawing/2014/main" id="{C5196460-C4EB-B68C-9932-973F434BB5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386" y="2310"/>
                <a:ext cx="0" cy="224"/>
              </a:xfrm>
              <a:prstGeom prst="line">
                <a:avLst/>
              </a:prstGeom>
              <a:noFill/>
              <a:ln w="9525">
                <a:solidFill>
                  <a:srgbClr val="A50021"/>
                </a:solidFill>
                <a:round/>
                <a:headEnd/>
                <a:tailEnd type="triangle" w="sm" len="lg"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" name="Text Box 66">
                <a:extLst>
                  <a:ext uri="{FF2B5EF4-FFF2-40B4-BE49-F238E27FC236}">
                    <a16:creationId xmlns:a16="http://schemas.microsoft.com/office/drawing/2014/main" id="{39CE7339-1584-D37C-1A11-1B4131FF08E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176" y="2292"/>
                <a:ext cx="286" cy="3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A5002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</a:t>
                </a:r>
              </a:p>
            </p:txBody>
          </p:sp>
          <p:sp>
            <p:nvSpPr>
              <p:cNvPr id="15" name="Text Box 67">
                <a:extLst>
                  <a:ext uri="{FF2B5EF4-FFF2-40B4-BE49-F238E27FC236}">
                    <a16:creationId xmlns:a16="http://schemas.microsoft.com/office/drawing/2014/main" id="{6113853C-5F32-2655-3F0B-CD7A5BEC84F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71" y="2293"/>
                <a:ext cx="286" cy="3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A5002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</a:t>
                </a:r>
              </a:p>
            </p:txBody>
          </p:sp>
          <p:sp>
            <p:nvSpPr>
              <p:cNvPr id="17" name="Line 68">
                <a:extLst>
                  <a:ext uri="{FF2B5EF4-FFF2-40B4-BE49-F238E27FC236}">
                    <a16:creationId xmlns:a16="http://schemas.microsoft.com/office/drawing/2014/main" id="{0E8B4BDF-DA90-4842-97EB-84F4CDCD45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2" y="1543"/>
                <a:ext cx="258" cy="0"/>
              </a:xfrm>
              <a:prstGeom prst="line">
                <a:avLst/>
              </a:prstGeom>
              <a:noFill/>
              <a:ln w="76200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" name="Line 69">
                <a:extLst>
                  <a:ext uri="{FF2B5EF4-FFF2-40B4-BE49-F238E27FC236}">
                    <a16:creationId xmlns:a16="http://schemas.microsoft.com/office/drawing/2014/main" id="{9861FE84-36E7-341E-092A-4AE2CB4D88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89" y="1540"/>
                <a:ext cx="384" cy="0"/>
              </a:xfrm>
              <a:prstGeom prst="line">
                <a:avLst/>
              </a:prstGeom>
              <a:noFill/>
              <a:ln w="57150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" name="Line 70">
                <a:extLst>
                  <a:ext uri="{FF2B5EF4-FFF2-40B4-BE49-F238E27FC236}">
                    <a16:creationId xmlns:a16="http://schemas.microsoft.com/office/drawing/2014/main" id="{137D521D-008D-ACD1-A18C-3AA3686C11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45" y="1487"/>
                <a:ext cx="140" cy="136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" name="Line 71">
                <a:extLst>
                  <a:ext uri="{FF2B5EF4-FFF2-40B4-BE49-F238E27FC236}">
                    <a16:creationId xmlns:a16="http://schemas.microsoft.com/office/drawing/2014/main" id="{B200F2FB-9242-4903-4962-057CBDC3B7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4" y="1609"/>
                <a:ext cx="134" cy="142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" name="Line 72">
                <a:extLst>
                  <a:ext uri="{FF2B5EF4-FFF2-40B4-BE49-F238E27FC236}">
                    <a16:creationId xmlns:a16="http://schemas.microsoft.com/office/drawing/2014/main" id="{9DFE99A4-B4E5-A4E9-CE27-D5B0F13A95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38" y="1450"/>
                <a:ext cx="57" cy="57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" name="Line 73">
                <a:extLst>
                  <a:ext uri="{FF2B5EF4-FFF2-40B4-BE49-F238E27FC236}">
                    <a16:creationId xmlns:a16="http://schemas.microsoft.com/office/drawing/2014/main" id="{049C482F-57FF-942D-E77C-5BCA1AAAE2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175" y="1042"/>
                <a:ext cx="98" cy="106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3" name="Line 74">
                <a:extLst>
                  <a:ext uri="{FF2B5EF4-FFF2-40B4-BE49-F238E27FC236}">
                    <a16:creationId xmlns:a16="http://schemas.microsoft.com/office/drawing/2014/main" id="{CF77870A-74F0-EA59-E00F-3A49B385C2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44" y="1536"/>
                <a:ext cx="134" cy="143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4" name="Line 75">
                <a:extLst>
                  <a:ext uri="{FF2B5EF4-FFF2-40B4-BE49-F238E27FC236}">
                    <a16:creationId xmlns:a16="http://schemas.microsoft.com/office/drawing/2014/main" id="{F135599A-D724-7351-4894-EF57BBE8E3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15" y="1545"/>
                <a:ext cx="211" cy="211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" name="Line 76">
                <a:extLst>
                  <a:ext uri="{FF2B5EF4-FFF2-40B4-BE49-F238E27FC236}">
                    <a16:creationId xmlns:a16="http://schemas.microsoft.com/office/drawing/2014/main" id="{669ED934-E034-0A68-BABC-75C352A650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177" y="1162"/>
                <a:ext cx="113" cy="120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" name="Line 77">
                <a:extLst>
                  <a:ext uri="{FF2B5EF4-FFF2-40B4-BE49-F238E27FC236}">
                    <a16:creationId xmlns:a16="http://schemas.microsoft.com/office/drawing/2014/main" id="{3116AC58-15E6-86E6-03F2-A2A0AB035E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66" y="1545"/>
                <a:ext cx="206" cy="206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7" name="Line 78">
                <a:extLst>
                  <a:ext uri="{FF2B5EF4-FFF2-40B4-BE49-F238E27FC236}">
                    <a16:creationId xmlns:a16="http://schemas.microsoft.com/office/drawing/2014/main" id="{ECC77700-10E5-9400-9979-F4CBB06BCB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168" y="1258"/>
                <a:ext cx="198" cy="196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8" name="Line 79">
                <a:extLst>
                  <a:ext uri="{FF2B5EF4-FFF2-40B4-BE49-F238E27FC236}">
                    <a16:creationId xmlns:a16="http://schemas.microsoft.com/office/drawing/2014/main" id="{A89D45B7-E67A-9DDF-3788-D8AF85C6D2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24" y="1363"/>
                <a:ext cx="387" cy="388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9" name="Line 80">
                <a:extLst>
                  <a:ext uri="{FF2B5EF4-FFF2-40B4-BE49-F238E27FC236}">
                    <a16:creationId xmlns:a16="http://schemas.microsoft.com/office/drawing/2014/main" id="{880EC85E-5A58-07EF-8F61-63B8E5C7EA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175" y="1514"/>
                <a:ext cx="234" cy="241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0" name="Line 81">
                <a:extLst>
                  <a:ext uri="{FF2B5EF4-FFF2-40B4-BE49-F238E27FC236}">
                    <a16:creationId xmlns:a16="http://schemas.microsoft.com/office/drawing/2014/main" id="{28A61A20-00BD-EE0F-0E51-60046A7C23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332" y="1666"/>
                <a:ext cx="77" cy="85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" name="Line 82">
                <a:extLst>
                  <a:ext uri="{FF2B5EF4-FFF2-40B4-BE49-F238E27FC236}">
                    <a16:creationId xmlns:a16="http://schemas.microsoft.com/office/drawing/2014/main" id="{905B9404-C8F9-79E0-31FE-D45063B647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76" y="1034"/>
                <a:ext cx="68" cy="68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2" name="Line 83">
                <a:extLst>
                  <a:ext uri="{FF2B5EF4-FFF2-40B4-BE49-F238E27FC236}">
                    <a16:creationId xmlns:a16="http://schemas.microsoft.com/office/drawing/2014/main" id="{3D98B4BF-9E77-2BC0-4A7C-75CC8EE5EA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31" y="1146"/>
                <a:ext cx="153" cy="155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" name="Line 84">
                <a:extLst>
                  <a:ext uri="{FF2B5EF4-FFF2-40B4-BE49-F238E27FC236}">
                    <a16:creationId xmlns:a16="http://schemas.microsoft.com/office/drawing/2014/main" id="{EAE009A9-C4DC-0AE0-01DC-7C318DB07E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24" y="1287"/>
                <a:ext cx="174" cy="175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4" name="Line 85">
                <a:extLst>
                  <a:ext uri="{FF2B5EF4-FFF2-40B4-BE49-F238E27FC236}">
                    <a16:creationId xmlns:a16="http://schemas.microsoft.com/office/drawing/2014/main" id="{1E805701-8D4E-9ABF-23E1-D33BEE1EA84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31" y="1452"/>
                <a:ext cx="165" cy="157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5" name="Line 86">
                <a:extLst>
                  <a:ext uri="{FF2B5EF4-FFF2-40B4-BE49-F238E27FC236}">
                    <a16:creationId xmlns:a16="http://schemas.microsoft.com/office/drawing/2014/main" id="{C1586CA2-AA00-ADB9-2A5F-02867D3693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56" y="1611"/>
                <a:ext cx="132" cy="132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6" name="Text Box 87">
                <a:extLst>
                  <a:ext uri="{FF2B5EF4-FFF2-40B4-BE49-F238E27FC236}">
                    <a16:creationId xmlns:a16="http://schemas.microsoft.com/office/drawing/2014/main" id="{2A71DC08-99DE-7C3E-B55E-CD5C0F88944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22" y="688"/>
                <a:ext cx="835" cy="3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800" b="1" i="0" u="none" strike="noStrike" kern="0" cap="none" spc="0" normalizeH="0" baseline="0" noProof="0">
                    <a:ln>
                      <a:noFill/>
                    </a:ln>
                    <a:solidFill>
                      <a:srgbClr val="A5002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 — A</a:t>
                </a:r>
              </a:p>
            </p:txBody>
          </p:sp>
          <p:sp>
            <p:nvSpPr>
              <p:cNvPr id="38" name="Line 88">
                <a:extLst>
                  <a:ext uri="{FF2B5EF4-FFF2-40B4-BE49-F238E27FC236}">
                    <a16:creationId xmlns:a16="http://schemas.microsoft.com/office/drawing/2014/main" id="{5C425990-4B9A-1FB8-3B16-B23B65CED3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0" y="1447"/>
                <a:ext cx="0" cy="312"/>
              </a:xfrm>
              <a:prstGeom prst="line">
                <a:avLst/>
              </a:prstGeom>
              <a:noFill/>
              <a:ln w="38100">
                <a:solidFill>
                  <a:srgbClr val="A5002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9" name="Line 89">
                <a:extLst>
                  <a:ext uri="{FF2B5EF4-FFF2-40B4-BE49-F238E27FC236}">
                    <a16:creationId xmlns:a16="http://schemas.microsoft.com/office/drawing/2014/main" id="{95DF8E74-19C4-F571-1246-910F7CA2EF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3" y="1453"/>
                <a:ext cx="0" cy="312"/>
              </a:xfrm>
              <a:prstGeom prst="line">
                <a:avLst/>
              </a:prstGeom>
              <a:noFill/>
              <a:ln w="38100">
                <a:solidFill>
                  <a:srgbClr val="A5002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0" name="Line 90">
                <a:extLst>
                  <a:ext uri="{FF2B5EF4-FFF2-40B4-BE49-F238E27FC236}">
                    <a16:creationId xmlns:a16="http://schemas.microsoft.com/office/drawing/2014/main" id="{6082EE65-86BC-F7C6-B49A-1F0F08448D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91" y="1036"/>
                <a:ext cx="0" cy="227"/>
              </a:xfrm>
              <a:prstGeom prst="line">
                <a:avLst/>
              </a:prstGeom>
              <a:noFill/>
              <a:ln w="38100">
                <a:solidFill>
                  <a:srgbClr val="A5002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1" name="Line 91">
                <a:extLst>
                  <a:ext uri="{FF2B5EF4-FFF2-40B4-BE49-F238E27FC236}">
                    <a16:creationId xmlns:a16="http://schemas.microsoft.com/office/drawing/2014/main" id="{D24545FF-089F-DAFA-7137-DC0E799BA8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82" y="1036"/>
                <a:ext cx="0" cy="227"/>
              </a:xfrm>
              <a:prstGeom prst="line">
                <a:avLst/>
              </a:prstGeom>
              <a:noFill/>
              <a:ln w="38100">
                <a:solidFill>
                  <a:srgbClr val="A5002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2" name="Line 92">
                <a:extLst>
                  <a:ext uri="{FF2B5EF4-FFF2-40B4-BE49-F238E27FC236}">
                    <a16:creationId xmlns:a16="http://schemas.microsoft.com/office/drawing/2014/main" id="{922E4943-7F20-151E-DA76-A0C1A2296D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82" y="1260"/>
                <a:ext cx="715" cy="0"/>
              </a:xfrm>
              <a:prstGeom prst="line">
                <a:avLst/>
              </a:prstGeom>
              <a:noFill/>
              <a:ln w="38100">
                <a:solidFill>
                  <a:srgbClr val="A5002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3" name="Line 93">
                <a:extLst>
                  <a:ext uri="{FF2B5EF4-FFF2-40B4-BE49-F238E27FC236}">
                    <a16:creationId xmlns:a16="http://schemas.microsoft.com/office/drawing/2014/main" id="{47FCBA01-78E4-C8F7-0A87-B55A43F9C4A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26" y="1265"/>
                <a:ext cx="0" cy="499"/>
              </a:xfrm>
              <a:prstGeom prst="line">
                <a:avLst/>
              </a:prstGeom>
              <a:noFill/>
              <a:ln w="38100">
                <a:solidFill>
                  <a:srgbClr val="A5002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4" name="Line 94">
                <a:extLst>
                  <a:ext uri="{FF2B5EF4-FFF2-40B4-BE49-F238E27FC236}">
                    <a16:creationId xmlns:a16="http://schemas.microsoft.com/office/drawing/2014/main" id="{4FC9A420-86BB-730E-8DD1-18D3EC93BE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78" y="1275"/>
                <a:ext cx="0" cy="499"/>
              </a:xfrm>
              <a:prstGeom prst="line">
                <a:avLst/>
              </a:prstGeom>
              <a:noFill/>
              <a:ln w="38100">
                <a:solidFill>
                  <a:srgbClr val="CC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5" name="Line 95">
                <a:extLst>
                  <a:ext uri="{FF2B5EF4-FFF2-40B4-BE49-F238E27FC236}">
                    <a16:creationId xmlns:a16="http://schemas.microsoft.com/office/drawing/2014/main" id="{887FDBC8-3DB3-C9F3-7F6E-9E52C403FC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10" y="1259"/>
                <a:ext cx="0" cy="499"/>
              </a:xfrm>
              <a:prstGeom prst="line">
                <a:avLst/>
              </a:prstGeom>
              <a:noFill/>
              <a:ln w="38100">
                <a:solidFill>
                  <a:srgbClr val="A5002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7DA12BE5-9D71-68D2-8C24-252ADBF164B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63" t="18172" r="48190" b="10141"/>
            <a:stretch/>
          </p:blipFill>
          <p:spPr>
            <a:xfrm rot="5400000">
              <a:off x="9331418" y="2602958"/>
              <a:ext cx="1303020" cy="242384"/>
            </a:xfrm>
            <a:prstGeom prst="rect">
              <a:avLst/>
            </a:prstGeom>
          </p:spPr>
        </p:pic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416D80D7-44BD-3490-5FE2-8CBC8DBBAFE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686" t="1591" r="53995" b="10141"/>
            <a:stretch/>
          </p:blipFill>
          <p:spPr>
            <a:xfrm rot="5400000">
              <a:off x="9163237" y="4361599"/>
              <a:ext cx="1695447" cy="298449"/>
            </a:xfrm>
            <a:prstGeom prst="rect">
              <a:avLst/>
            </a:prstGeom>
          </p:spPr>
        </p:pic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2EB19837-8820-E89F-E60F-6C178A5BDA3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216" t="1593" r="32012" b="11658"/>
            <a:stretch/>
          </p:blipFill>
          <p:spPr>
            <a:xfrm rot="10800000">
              <a:off x="7703819" y="4411979"/>
              <a:ext cx="3139439" cy="293309"/>
            </a:xfrm>
            <a:prstGeom prst="rect">
              <a:avLst/>
            </a:prstGeom>
          </p:spPr>
        </p:pic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40C94D26-9CA5-D5E3-F50C-ACB94B66FA6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914" t="20342" r="56532" b="10139"/>
            <a:stretch/>
          </p:blipFill>
          <p:spPr>
            <a:xfrm rot="5400000">
              <a:off x="7948245" y="2934286"/>
              <a:ext cx="662938" cy="235052"/>
            </a:xfrm>
            <a:prstGeom prst="rect">
              <a:avLst/>
            </a:prstGeom>
          </p:spPr>
        </p:pic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393D5CD0-537E-ECCB-B0A4-11CC4F56813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0077" t="18088" r="52977" b="10139"/>
            <a:stretch/>
          </p:blipFill>
          <p:spPr>
            <a:xfrm rot="5400000">
              <a:off x="7978723" y="4420187"/>
              <a:ext cx="609602" cy="242672"/>
            </a:xfrm>
            <a:prstGeom prst="rect">
              <a:avLst/>
            </a:prstGeom>
          </p:spPr>
        </p:pic>
      </p:grpSp>
      <p:sp>
        <p:nvSpPr>
          <p:cNvPr id="79" name="Text Box 87">
            <a:extLst>
              <a:ext uri="{FF2B5EF4-FFF2-40B4-BE49-F238E27FC236}">
                <a16:creationId xmlns:a16="http://schemas.microsoft.com/office/drawing/2014/main" id="{2DDCF050-7C6C-E70F-B7D3-7B49E9B809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25564" y="5733604"/>
            <a:ext cx="6022378" cy="400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342900" indent="-342900" eaLnBrk="1" hangingPunct="1">
              <a:buFont typeface="Wingdings" panose="05000000000000000000" pitchFamily="2" charset="2"/>
              <a:buChar char="l"/>
              <a:defRPr/>
            </a:pPr>
            <a:r>
              <a:rPr lang="zh-CN" altLang="en-US" sz="2000" b="1" kern="0" dirty="0"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金属及不指明材料</a:t>
            </a:r>
            <a:r>
              <a:rPr lang="zh-CN" altLang="en-US" sz="20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剖面符号</a:t>
            </a:r>
            <a:r>
              <a:rPr lang="zh-CN" altLang="en-US" sz="2000" b="1" kern="0" dirty="0"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为 </a:t>
            </a:r>
            <a:r>
              <a:rPr lang="en-US" altLang="zh-CN" sz="2000" b="1" kern="0" dirty="0"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45°</a:t>
            </a:r>
            <a:r>
              <a:rPr lang="zh-CN" altLang="en-US" sz="2000" b="1" kern="0" dirty="0"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斜线。</a:t>
            </a:r>
          </a:p>
        </p:txBody>
      </p:sp>
      <p:sp>
        <p:nvSpPr>
          <p:cNvPr id="80" name="Text Box 74">
            <a:extLst>
              <a:ext uri="{FF2B5EF4-FFF2-40B4-BE49-F238E27FC236}">
                <a16:creationId xmlns:a16="http://schemas.microsoft.com/office/drawing/2014/main" id="{0F07C6B2-2583-C065-C167-A8D5D07B1D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25564" y="1382525"/>
            <a:ext cx="5615052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/>
            </a:pPr>
            <a:r>
              <a:rPr kumimoji="1" lang="en-US" altLang="zh-CN" sz="20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“</a:t>
            </a:r>
            <a:r>
              <a:rPr kumimoji="1" lang="zh-CN" altLang="en-US" sz="20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假想</a:t>
            </a:r>
            <a:r>
              <a:rPr kumimoji="1" lang="zh-CN" altLang="en-US" sz="20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”剖开，取剖视后其它视图不受影响，仍为完整图形。</a:t>
            </a:r>
          </a:p>
        </p:txBody>
      </p:sp>
      <p:sp>
        <p:nvSpPr>
          <p:cNvPr id="81" name="Text Box 75">
            <a:extLst>
              <a:ext uri="{FF2B5EF4-FFF2-40B4-BE49-F238E27FC236}">
                <a16:creationId xmlns:a16="http://schemas.microsoft.com/office/drawing/2014/main" id="{B56B4318-EE71-E06A-D7EF-079138259D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25565" y="2159070"/>
            <a:ext cx="5530140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/>
            </a:pPr>
            <a:r>
              <a:rPr kumimoji="1" lang="zh-CN" altLang="en-US" sz="20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剖切面一般</a:t>
            </a:r>
            <a:r>
              <a:rPr kumimoji="1" lang="zh-CN" altLang="en-US" sz="20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</a:t>
            </a:r>
            <a:r>
              <a:rPr kumimoji="1" lang="zh-CN" altLang="en-US" sz="20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物体的</a:t>
            </a:r>
            <a:r>
              <a:rPr kumimoji="1" lang="zh-CN" altLang="en-US" sz="20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对称平面</a:t>
            </a:r>
            <a:r>
              <a:rPr kumimoji="1" lang="zh-CN" altLang="en-US" sz="20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或基本对称平面</a:t>
            </a:r>
            <a:r>
              <a:rPr kumimoji="1" lang="zh-CN" altLang="en-US" sz="200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（以保证图形内不出现不完整的要素）</a:t>
            </a:r>
            <a:r>
              <a:rPr kumimoji="1" lang="en-US" altLang="zh-CN" sz="200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, </a:t>
            </a:r>
            <a:r>
              <a:rPr kumimoji="1" lang="zh-CN" altLang="en-US" sz="20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并平行或垂直某一投影面。</a:t>
            </a:r>
          </a:p>
        </p:txBody>
      </p:sp>
      <p:sp>
        <p:nvSpPr>
          <p:cNvPr id="82" name="Text Box 76">
            <a:extLst>
              <a:ext uri="{FF2B5EF4-FFF2-40B4-BE49-F238E27FC236}">
                <a16:creationId xmlns:a16="http://schemas.microsoft.com/office/drawing/2014/main" id="{F047D1B5-3A34-3FA1-EB9F-E839B48BDA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25564" y="3243253"/>
            <a:ext cx="5530140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/>
            </a:pPr>
            <a:r>
              <a:rPr kumimoji="1" lang="zh-CN" altLang="en-US" sz="20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将</a:t>
            </a:r>
            <a:r>
              <a:rPr kumimoji="1" lang="zh-CN" altLang="en-US" sz="20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其余部分投影后，</a:t>
            </a:r>
            <a:r>
              <a:rPr kumimoji="1" lang="zh-CN" altLang="en-US" sz="20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所有</a:t>
            </a:r>
            <a:r>
              <a:rPr kumimoji="1"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可见的线均画出，不能遗漏</a:t>
            </a:r>
            <a:r>
              <a:rPr kumimoji="1" lang="zh-CN" altLang="en-US" sz="20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83" name="AutoShape 77" descr="蓝色砂纸">
            <a:extLst>
              <a:ext uri="{FF2B5EF4-FFF2-40B4-BE49-F238E27FC236}">
                <a16:creationId xmlns:a16="http://schemas.microsoft.com/office/drawing/2014/main" id="{24CD2291-DAC3-5576-5781-DEA49675E2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6054" y="2290018"/>
            <a:ext cx="1019175" cy="441325"/>
          </a:xfrm>
          <a:prstGeom prst="wedgeRoundRectCallout">
            <a:avLst>
              <a:gd name="adj1" fmla="val 127716"/>
              <a:gd name="adj2" fmla="val 155646"/>
              <a:gd name="adj3" fmla="val 16667"/>
            </a:avLst>
          </a:prstGeom>
          <a:solidFill>
            <a:schemeClr val="accent5">
              <a:lumMod val="40000"/>
              <a:lumOff val="60000"/>
            </a:schemeClr>
          </a:solidFill>
          <a:ln w="2857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zh-CN" altLang="en-US" sz="2800" b="1" kern="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易漏</a:t>
            </a:r>
            <a:endParaRPr lang="zh-CN" altLang="zh-CN" sz="2800" b="1" kern="0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4" name="AutoShape 79" descr="蓝色砂纸">
            <a:extLst>
              <a:ext uri="{FF2B5EF4-FFF2-40B4-BE49-F238E27FC236}">
                <a16:creationId xmlns:a16="http://schemas.microsoft.com/office/drawing/2014/main" id="{617A5969-8BC8-2C5D-167B-43172905D8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3848" y="4151709"/>
            <a:ext cx="1000125" cy="477837"/>
          </a:xfrm>
          <a:prstGeom prst="wedgeRoundRectCallout">
            <a:avLst>
              <a:gd name="adj1" fmla="val -93976"/>
              <a:gd name="adj2" fmla="val -195588"/>
              <a:gd name="adj3" fmla="val 16667"/>
            </a:avLst>
          </a:prstGeom>
          <a:solidFill>
            <a:schemeClr val="accent5">
              <a:lumMod val="40000"/>
              <a:lumOff val="60000"/>
            </a:schemeClr>
          </a:solidFill>
          <a:ln w="2857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易漏</a:t>
            </a:r>
            <a:endParaRPr kumimoji="0" lang="zh-CN" altLang="zh-CN" sz="28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5" name="Line 81">
            <a:extLst>
              <a:ext uri="{FF2B5EF4-FFF2-40B4-BE49-F238E27FC236}">
                <a16:creationId xmlns:a16="http://schemas.microsoft.com/office/drawing/2014/main" id="{445EB758-9B26-B110-C336-B2FA8E1EFDA4}"/>
              </a:ext>
            </a:extLst>
          </p:cNvPr>
          <p:cNvSpPr>
            <a:spLocks noChangeShapeType="1"/>
          </p:cNvSpPr>
          <p:nvPr/>
        </p:nvSpPr>
        <p:spPr bwMode="auto">
          <a:xfrm>
            <a:off x="3219260" y="3196034"/>
            <a:ext cx="801688" cy="0"/>
          </a:xfrm>
          <a:prstGeom prst="line">
            <a:avLst/>
          </a:prstGeom>
          <a:noFill/>
          <a:ln w="76200">
            <a:solidFill>
              <a:srgbClr val="3333CC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6" name="Line 82">
            <a:extLst>
              <a:ext uri="{FF2B5EF4-FFF2-40B4-BE49-F238E27FC236}">
                <a16:creationId xmlns:a16="http://schemas.microsoft.com/office/drawing/2014/main" id="{0C62A755-9EBA-D250-F332-361A164AF7C0}"/>
              </a:ext>
            </a:extLst>
          </p:cNvPr>
          <p:cNvSpPr>
            <a:spLocks noChangeShapeType="1"/>
          </p:cNvSpPr>
          <p:nvPr/>
        </p:nvSpPr>
        <p:spPr bwMode="auto">
          <a:xfrm>
            <a:off x="3959035" y="3211909"/>
            <a:ext cx="0" cy="763587"/>
          </a:xfrm>
          <a:prstGeom prst="line">
            <a:avLst/>
          </a:prstGeom>
          <a:noFill/>
          <a:ln w="76200">
            <a:solidFill>
              <a:srgbClr val="3333CC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7" name="Text Box 83">
            <a:extLst>
              <a:ext uri="{FF2B5EF4-FFF2-40B4-BE49-F238E27FC236}">
                <a16:creationId xmlns:a16="http://schemas.microsoft.com/office/drawing/2014/main" id="{EA5DC8AB-F502-EF5E-401E-4CE30406BD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25564" y="4019798"/>
            <a:ext cx="5530140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/>
            </a:pPr>
            <a:r>
              <a:rPr kumimoji="1" lang="zh-CN" altLang="en-US" sz="20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剖视图与其它视图配合，结构形状已表达清楚时</a:t>
            </a:r>
            <a:r>
              <a:rPr kumimoji="1"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虚线不画</a:t>
            </a:r>
            <a:r>
              <a:rPr kumimoji="1" lang="zh-CN" altLang="en-US" sz="20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88" name="Line 84">
            <a:extLst>
              <a:ext uri="{FF2B5EF4-FFF2-40B4-BE49-F238E27FC236}">
                <a16:creationId xmlns:a16="http://schemas.microsoft.com/office/drawing/2014/main" id="{90289B9A-D67F-04A3-AFAD-ED9A159F8E72}"/>
              </a:ext>
            </a:extLst>
          </p:cNvPr>
          <p:cNvSpPr>
            <a:spLocks noChangeShapeType="1"/>
          </p:cNvSpPr>
          <p:nvPr/>
        </p:nvSpPr>
        <p:spPr bwMode="auto">
          <a:xfrm>
            <a:off x="1634935" y="3631009"/>
            <a:ext cx="1844675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lgDash"/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Text Box 85">
            <a:extLst>
              <a:ext uri="{FF2B5EF4-FFF2-40B4-BE49-F238E27FC236}">
                <a16:creationId xmlns:a16="http://schemas.microsoft.com/office/drawing/2014/main" id="{9E538AD9-D9E0-95A1-FE1D-2CC9705239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25564" y="4796343"/>
            <a:ext cx="602237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/>
            </a:pPr>
            <a:r>
              <a:rPr kumimoji="1" lang="zh-CN" altLang="en-US" sz="20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与剖切面接触的部分必须画</a:t>
            </a:r>
            <a:r>
              <a:rPr kumimoji="1"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剖面符号</a:t>
            </a:r>
            <a:r>
              <a:rPr kumimoji="1" lang="zh-CN" altLang="en-US" sz="20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90" name="Text Box 86">
            <a:extLst>
              <a:ext uri="{FF2B5EF4-FFF2-40B4-BE49-F238E27FC236}">
                <a16:creationId xmlns:a16="http://schemas.microsoft.com/office/drawing/2014/main" id="{0AA5E3FF-666C-2E98-0FEA-6F84BF32F5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25564" y="5264973"/>
            <a:ext cx="6022378" cy="400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342900" indent="-342900" eaLnBrk="1" hangingPunct="1">
              <a:buFont typeface="Wingdings" panose="05000000000000000000" pitchFamily="2" charset="2"/>
              <a:buChar char="l"/>
              <a:defRPr/>
            </a:pPr>
            <a:r>
              <a:rPr lang="zh-CN" altLang="en-US" sz="2000" b="1" kern="0" dirty="0"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同一物体的各视图</a:t>
            </a:r>
            <a:r>
              <a:rPr lang="zh-CN" altLang="en-US" sz="20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剖面符号一致（方向和间隔）。</a:t>
            </a:r>
          </a:p>
        </p:txBody>
      </p:sp>
      <p:sp>
        <p:nvSpPr>
          <p:cNvPr id="91" name="Text Box 87">
            <a:extLst>
              <a:ext uri="{FF2B5EF4-FFF2-40B4-BE49-F238E27FC236}">
                <a16:creationId xmlns:a16="http://schemas.microsoft.com/office/drawing/2014/main" id="{13423F14-6A23-7F76-38B5-36440C2A91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376" y="1268089"/>
            <a:ext cx="423705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fontAlgn="base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画剖视图应注意的问题</a:t>
            </a:r>
          </a:p>
        </p:txBody>
      </p:sp>
    </p:spTree>
    <p:extLst>
      <p:ext uri="{BB962C8B-B14F-4D97-AF65-F5344CB8AC3E}">
        <p14:creationId xmlns:p14="http://schemas.microsoft.com/office/powerpoint/2010/main" val="2521829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56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/>
      <p:bldP spid="80" grpId="0"/>
      <p:bldP spid="81" grpId="0"/>
      <p:bldP spid="82" grpId="0"/>
      <p:bldP spid="83" grpId="0" animBg="1" autoUpdateAnimBg="0"/>
      <p:bldP spid="84" grpId="0" animBg="1" autoUpdateAnimBg="0"/>
      <p:bldP spid="87" grpId="0"/>
      <p:bldP spid="89" grpId="0"/>
      <p:bldP spid="90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225375-1D2B-1F04-897C-43C6A788F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矩形 160">
            <a:extLst>
              <a:ext uri="{FF2B5EF4-FFF2-40B4-BE49-F238E27FC236}">
                <a16:creationId xmlns:a16="http://schemas.microsoft.com/office/drawing/2014/main" id="{D34A8E1C-88CF-8EEB-678B-C6C4C956466D}"/>
              </a:ext>
            </a:extLst>
          </p:cNvPr>
          <p:cNvSpPr/>
          <p:nvPr/>
        </p:nvSpPr>
        <p:spPr>
          <a:xfrm>
            <a:off x="6093886" y="0"/>
            <a:ext cx="6098113" cy="69573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Text Box 18">
            <a:extLst>
              <a:ext uri="{FF2B5EF4-FFF2-40B4-BE49-F238E27FC236}">
                <a16:creationId xmlns:a16="http://schemas.microsoft.com/office/drawing/2014/main" id="{AFD775DF-D2E3-204F-33FC-BB51C5CFB9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19" y="412176"/>
            <a:ext cx="2358338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10.2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剖视图</a:t>
            </a:r>
          </a:p>
        </p:txBody>
      </p:sp>
      <p:sp>
        <p:nvSpPr>
          <p:cNvPr id="16" name="灯片编号占位符 3">
            <a:extLst>
              <a:ext uri="{FF2B5EF4-FFF2-40B4-BE49-F238E27FC236}">
                <a16:creationId xmlns:a16="http://schemas.microsoft.com/office/drawing/2014/main" id="{893C0010-CF91-B32D-C503-265D36246B93}"/>
              </a:ext>
            </a:extLst>
          </p:cNvPr>
          <p:cNvSpPr txBox="1">
            <a:spLocks/>
          </p:cNvSpPr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  <a:pPr/>
              <a:t>39</a:t>
            </a:fld>
            <a:endParaRPr lang="en-US" altLang="zh-CN" dirty="0"/>
          </a:p>
        </p:txBody>
      </p:sp>
      <p:sp>
        <p:nvSpPr>
          <p:cNvPr id="2" name="Text Box 87">
            <a:extLst>
              <a:ext uri="{FF2B5EF4-FFF2-40B4-BE49-F238E27FC236}">
                <a16:creationId xmlns:a16="http://schemas.microsoft.com/office/drawing/2014/main" id="{D54B81E6-4610-4FE1-2788-33CB87921E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376" y="1268089"/>
            <a:ext cx="244169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fontAlgn="base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剖视图种类</a:t>
            </a:r>
          </a:p>
        </p:txBody>
      </p:sp>
      <p:sp>
        <p:nvSpPr>
          <p:cNvPr id="4" name="AutoShape 3">
            <a:extLst>
              <a:ext uri="{FF2B5EF4-FFF2-40B4-BE49-F238E27FC236}">
                <a16:creationId xmlns:a16="http://schemas.microsoft.com/office/drawing/2014/main" id="{E8DCF8E0-5884-50C1-F9CF-A7BD8E1884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8024" y="5152434"/>
            <a:ext cx="1401763" cy="609600"/>
          </a:xfrm>
          <a:prstGeom prst="wedgeRectCallout">
            <a:avLst>
              <a:gd name="adj1" fmla="val -9116"/>
              <a:gd name="adj2" fmla="val -132551"/>
            </a:avLst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kumimoji="1" lang="zh-CN" altLang="en-US" sz="2000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剖切位置</a:t>
            </a:r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BDB5270E-1819-66BD-C3EA-BC95243F0E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9299" y="3041059"/>
            <a:ext cx="1401763" cy="609600"/>
          </a:xfrm>
          <a:prstGeom prst="wedgeRectCallout">
            <a:avLst>
              <a:gd name="adj1" fmla="val 33125"/>
              <a:gd name="adj2" fmla="val 155731"/>
            </a:avLst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kumimoji="1" lang="zh-CN" altLang="en-US" sz="2000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投影方向</a:t>
            </a:r>
          </a:p>
        </p:txBody>
      </p:sp>
      <p:sp>
        <p:nvSpPr>
          <p:cNvPr id="6" name="AutoShape 5">
            <a:extLst>
              <a:ext uri="{FF2B5EF4-FFF2-40B4-BE49-F238E27FC236}">
                <a16:creationId xmlns:a16="http://schemas.microsoft.com/office/drawing/2014/main" id="{2EB50380-8F03-58F4-3F21-AD646FDAC3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6737" y="2328272"/>
            <a:ext cx="1401762" cy="609600"/>
          </a:xfrm>
          <a:prstGeom prst="wedgeRectCallout">
            <a:avLst>
              <a:gd name="adj1" fmla="val 47963"/>
              <a:gd name="adj2" fmla="val 123958"/>
            </a:avLst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kumimoji="1" lang="zh-CN" altLang="en-US" sz="2000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剖面符号</a:t>
            </a:r>
          </a:p>
        </p:txBody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1170C458-5F7A-54AC-B274-4DBE3F4910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6649" y="5004797"/>
            <a:ext cx="1401763" cy="609600"/>
          </a:xfrm>
          <a:prstGeom prst="wedgeRectCallout">
            <a:avLst>
              <a:gd name="adj1" fmla="val -9458"/>
              <a:gd name="adj2" fmla="val -101824"/>
            </a:avLst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kumimoji="1" lang="zh-CN" altLang="en-US" sz="2000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剖面名称</a:t>
            </a:r>
          </a:p>
        </p:txBody>
      </p:sp>
      <p:sp>
        <p:nvSpPr>
          <p:cNvPr id="8" name="AutoShape 7">
            <a:extLst>
              <a:ext uri="{FF2B5EF4-FFF2-40B4-BE49-F238E27FC236}">
                <a16:creationId xmlns:a16="http://schemas.microsoft.com/office/drawing/2014/main" id="{3F55413B-CC2E-A400-D339-94C4A30DEA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78237" y="615359"/>
            <a:ext cx="1479550" cy="609600"/>
          </a:xfrm>
          <a:prstGeom prst="wedgeRectCallout">
            <a:avLst>
              <a:gd name="adj1" fmla="val 44528"/>
              <a:gd name="adj2" fmla="val 184634"/>
            </a:avLst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kumimoji="1" lang="zh-CN" altLang="en-US" sz="2000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剖视图名称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3AECA57-C239-B4BD-6F19-3F24A219D6F1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093887" y="437560"/>
            <a:ext cx="5414962" cy="5764982"/>
          </a:xfrm>
          <a:prstGeom prst="rect">
            <a:avLst/>
          </a:prstGeom>
          <a:solidFill>
            <a:sysClr val="window" lastClr="FFFFFF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Line 9">
            <a:extLst>
              <a:ext uri="{FF2B5EF4-FFF2-40B4-BE49-F238E27FC236}">
                <a16:creationId xmlns:a16="http://schemas.microsoft.com/office/drawing/2014/main" id="{C9254A9C-DA09-62F1-35E3-B085765BA1F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095849" y="2555284"/>
            <a:ext cx="88900" cy="88900"/>
          </a:xfrm>
          <a:prstGeom prst="line">
            <a:avLst/>
          </a:prstGeom>
          <a:noFill/>
          <a:ln w="3175">
            <a:solidFill>
              <a:srgbClr val="000000"/>
            </a:solidFill>
            <a:round/>
            <a:headEnd/>
            <a:tailEnd type="none" w="sm" len="lg"/>
          </a:ln>
        </p:spPr>
        <p:txBody>
          <a:bodyPr wrap="none" anchor="ctr"/>
          <a:lstStyle/>
          <a:p>
            <a:pPr>
              <a:defRPr/>
            </a:pPr>
            <a:endParaRPr kumimoji="1" lang="zh-CN" altLang="en-US" sz="2400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AAACE8E-FE84-D760-BDD3-98910C7D4AC5}"/>
              </a:ext>
            </a:extLst>
          </p:cNvPr>
          <p:cNvGrpSpPr>
            <a:grpSpLocks/>
          </p:cNvGrpSpPr>
          <p:nvPr/>
        </p:nvGrpSpPr>
        <p:grpSpPr bwMode="auto">
          <a:xfrm>
            <a:off x="9295874" y="2548934"/>
            <a:ext cx="819150" cy="1109663"/>
            <a:chOff x="4330" y="1612"/>
            <a:chExt cx="516" cy="699"/>
          </a:xfrm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1815BCD-86FF-4C54-5DBE-34996117E9E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0" y="1612"/>
              <a:ext cx="516" cy="171"/>
            </a:xfrm>
            <a:custGeom>
              <a:avLst/>
              <a:gdLst>
                <a:gd name="T0" fmla="*/ 0 w 516"/>
                <a:gd name="T1" fmla="*/ 0 h 171"/>
                <a:gd name="T2" fmla="*/ 0 w 516"/>
                <a:gd name="T3" fmla="*/ 171 h 171"/>
                <a:gd name="T4" fmla="*/ 516 w 516"/>
                <a:gd name="T5" fmla="*/ 171 h 171"/>
                <a:gd name="T6" fmla="*/ 516 w 516"/>
                <a:gd name="T7" fmla="*/ 0 h 17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16"/>
                <a:gd name="T13" fmla="*/ 0 h 171"/>
                <a:gd name="T14" fmla="*/ 516 w 516"/>
                <a:gd name="T15" fmla="*/ 171 h 17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16" h="171">
                  <a:moveTo>
                    <a:pt x="0" y="0"/>
                  </a:moveTo>
                  <a:lnTo>
                    <a:pt x="0" y="171"/>
                  </a:lnTo>
                  <a:lnTo>
                    <a:pt x="516" y="171"/>
                  </a:lnTo>
                  <a:lnTo>
                    <a:pt x="516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lgDash"/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kumimoji="1" lang="zh-CN" altLang="en-US" sz="2400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Line 12">
              <a:extLst>
                <a:ext uri="{FF2B5EF4-FFF2-40B4-BE49-F238E27FC236}">
                  <a16:creationId xmlns:a16="http://schemas.microsoft.com/office/drawing/2014/main" id="{65F5834A-A8D4-9EF2-73AE-B3EC4D3D5F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23" y="1783"/>
              <a:ext cx="0" cy="52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Line 13">
              <a:extLst>
                <a:ext uri="{FF2B5EF4-FFF2-40B4-BE49-F238E27FC236}">
                  <a16:creationId xmlns:a16="http://schemas.microsoft.com/office/drawing/2014/main" id="{2F2A2C49-1183-B83A-DB37-22B73C7269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47" y="1789"/>
              <a:ext cx="0" cy="52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Line 14">
              <a:extLst>
                <a:ext uri="{FF2B5EF4-FFF2-40B4-BE49-F238E27FC236}">
                  <a16:creationId xmlns:a16="http://schemas.microsoft.com/office/drawing/2014/main" id="{C247BAB9-9A23-F2E2-C2B4-F68B6CE10D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95" y="1783"/>
              <a:ext cx="0" cy="52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7" name="Rectangle 15">
            <a:extLst>
              <a:ext uri="{FF2B5EF4-FFF2-40B4-BE49-F238E27FC236}">
                <a16:creationId xmlns:a16="http://schemas.microsoft.com/office/drawing/2014/main" id="{354D96DA-651B-CB32-B743-6904033B48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84749" y="2390184"/>
            <a:ext cx="1295400" cy="1352550"/>
          </a:xfrm>
          <a:prstGeom prst="rect">
            <a:avLst/>
          </a:prstGeom>
          <a:solidFill>
            <a:sysClr val="window" lastClr="FFFFFF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Line 16">
            <a:extLst>
              <a:ext uri="{FF2B5EF4-FFF2-40B4-BE49-F238E27FC236}">
                <a16:creationId xmlns:a16="http://schemas.microsoft.com/office/drawing/2014/main" id="{B1198B68-F6FF-497F-40EB-979EE55D7A6B}"/>
              </a:ext>
            </a:extLst>
          </p:cNvPr>
          <p:cNvSpPr>
            <a:spLocks noChangeShapeType="1"/>
          </p:cNvSpPr>
          <p:nvPr/>
        </p:nvSpPr>
        <p:spPr bwMode="auto">
          <a:xfrm>
            <a:off x="7857599" y="3269659"/>
            <a:ext cx="3810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kumimoji="1" lang="zh-CN" altLang="en-US" sz="2400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9" name="Group 17">
            <a:extLst>
              <a:ext uri="{FF2B5EF4-FFF2-40B4-BE49-F238E27FC236}">
                <a16:creationId xmlns:a16="http://schemas.microsoft.com/office/drawing/2014/main" id="{6F08762D-A832-BBD0-F2A5-E0961534EAA2}"/>
              </a:ext>
            </a:extLst>
          </p:cNvPr>
          <p:cNvGrpSpPr>
            <a:grpSpLocks/>
          </p:cNvGrpSpPr>
          <p:nvPr/>
        </p:nvGrpSpPr>
        <p:grpSpPr bwMode="auto">
          <a:xfrm>
            <a:off x="7959199" y="3145834"/>
            <a:ext cx="190500" cy="501650"/>
            <a:chOff x="3478" y="1984"/>
            <a:chExt cx="120" cy="336"/>
          </a:xfrm>
        </p:grpSpPr>
        <p:sp>
          <p:nvSpPr>
            <p:cNvPr id="20" name="Line 18">
              <a:extLst>
                <a:ext uri="{FF2B5EF4-FFF2-40B4-BE49-F238E27FC236}">
                  <a16:creationId xmlns:a16="http://schemas.microsoft.com/office/drawing/2014/main" id="{27BAB21B-22D0-10C2-46AD-03724AC5D4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78" y="1984"/>
              <a:ext cx="0" cy="32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Line 19">
              <a:extLst>
                <a:ext uri="{FF2B5EF4-FFF2-40B4-BE49-F238E27FC236}">
                  <a16:creationId xmlns:a16="http://schemas.microsoft.com/office/drawing/2014/main" id="{E9390E44-DCFC-96F1-255C-17AEFA38E9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98" y="1996"/>
              <a:ext cx="0" cy="32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2" name="Rectangle 20">
            <a:extLst>
              <a:ext uri="{FF2B5EF4-FFF2-40B4-BE49-F238E27FC236}">
                <a16:creationId xmlns:a16="http://schemas.microsoft.com/office/drawing/2014/main" id="{BD5BF55A-FA0B-D4C9-D194-25D76E2DB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84574" y="3075984"/>
            <a:ext cx="476250" cy="704850"/>
          </a:xfrm>
          <a:prstGeom prst="rect">
            <a:avLst/>
          </a:prstGeom>
          <a:solidFill>
            <a:sysClr val="window" lastClr="FFFFFF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Line 21">
            <a:extLst>
              <a:ext uri="{FF2B5EF4-FFF2-40B4-BE49-F238E27FC236}">
                <a16:creationId xmlns:a16="http://schemas.microsoft.com/office/drawing/2014/main" id="{58128861-B502-ED1A-39D4-58865E8D5899}"/>
              </a:ext>
            </a:extLst>
          </p:cNvPr>
          <p:cNvSpPr>
            <a:spLocks noChangeShapeType="1"/>
          </p:cNvSpPr>
          <p:nvPr/>
        </p:nvSpPr>
        <p:spPr bwMode="auto">
          <a:xfrm>
            <a:off x="9110137" y="3264897"/>
            <a:ext cx="47625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Rectangle 22">
            <a:extLst>
              <a:ext uri="{FF2B5EF4-FFF2-40B4-BE49-F238E27FC236}">
                <a16:creationId xmlns:a16="http://schemas.microsoft.com/office/drawing/2014/main" id="{4CF1B5EA-CFEB-EE42-1B5D-CC3B6B3DB3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16474" y="3187109"/>
            <a:ext cx="768350" cy="279400"/>
          </a:xfrm>
          <a:prstGeom prst="rect">
            <a:avLst/>
          </a:prstGeom>
          <a:solidFill>
            <a:sysClr val="window" lastClr="FFFFFF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972EAFF-C614-2AD4-6DBF-FB2A308309E8}"/>
              </a:ext>
            </a:extLst>
          </p:cNvPr>
          <p:cNvGrpSpPr>
            <a:grpSpLocks/>
          </p:cNvGrpSpPr>
          <p:nvPr/>
        </p:nvGrpSpPr>
        <p:grpSpPr bwMode="auto">
          <a:xfrm>
            <a:off x="7400399" y="4644434"/>
            <a:ext cx="3238500" cy="0"/>
            <a:chOff x="3136" y="2928"/>
            <a:chExt cx="2040" cy="0"/>
          </a:xfrm>
        </p:grpSpPr>
        <p:sp>
          <p:nvSpPr>
            <p:cNvPr id="26" name="Line 25">
              <a:extLst>
                <a:ext uri="{FF2B5EF4-FFF2-40B4-BE49-F238E27FC236}">
                  <a16:creationId xmlns:a16="http://schemas.microsoft.com/office/drawing/2014/main" id="{576493A1-350F-BB35-392E-941098F713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36" y="2928"/>
              <a:ext cx="136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Line 26">
              <a:extLst>
                <a:ext uri="{FF2B5EF4-FFF2-40B4-BE49-F238E27FC236}">
                  <a16:creationId xmlns:a16="http://schemas.microsoft.com/office/drawing/2014/main" id="{00385055-C857-F606-5F5D-FFBF430A9B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40" y="2928"/>
              <a:ext cx="136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8" name="Text Box 28">
            <a:extLst>
              <a:ext uri="{FF2B5EF4-FFF2-40B4-BE49-F238E27FC236}">
                <a16:creationId xmlns:a16="http://schemas.microsoft.com/office/drawing/2014/main" id="{D1F52295-55B7-41CC-D6EE-50A7AB9804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54324" y="4379322"/>
            <a:ext cx="36580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i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29" name="Text Box 29">
            <a:extLst>
              <a:ext uri="{FF2B5EF4-FFF2-40B4-BE49-F238E27FC236}">
                <a16:creationId xmlns:a16="http://schemas.microsoft.com/office/drawing/2014/main" id="{B46D82BA-2BA4-E5B2-FC53-08732E1FDE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26199" y="4357097"/>
            <a:ext cx="36580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i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30" name="Text Box 30">
            <a:extLst>
              <a:ext uri="{FF2B5EF4-FFF2-40B4-BE49-F238E27FC236}">
                <a16:creationId xmlns:a16="http://schemas.microsoft.com/office/drawing/2014/main" id="{B0C55722-BCB2-5BA8-52F9-60C5E1921E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13299" y="2007597"/>
            <a:ext cx="73289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i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A-A </a:t>
            </a:r>
          </a:p>
        </p:txBody>
      </p:sp>
      <p:sp>
        <p:nvSpPr>
          <p:cNvPr id="31" name="Freeform 31">
            <a:extLst>
              <a:ext uri="{FF2B5EF4-FFF2-40B4-BE49-F238E27FC236}">
                <a16:creationId xmlns:a16="http://schemas.microsoft.com/office/drawing/2014/main" id="{3D833372-38E3-AA28-88E4-2D5BFE907847}"/>
              </a:ext>
            </a:extLst>
          </p:cNvPr>
          <p:cNvSpPr>
            <a:spLocks/>
          </p:cNvSpPr>
          <p:nvPr/>
        </p:nvSpPr>
        <p:spPr bwMode="auto">
          <a:xfrm>
            <a:off x="9295874" y="2555284"/>
            <a:ext cx="819150" cy="271463"/>
          </a:xfrm>
          <a:custGeom>
            <a:avLst/>
            <a:gdLst>
              <a:gd name="T0" fmla="*/ 0 w 516"/>
              <a:gd name="T1" fmla="*/ 0 h 171"/>
              <a:gd name="T2" fmla="*/ 0 w 516"/>
              <a:gd name="T3" fmla="*/ 2147483647 h 171"/>
              <a:gd name="T4" fmla="*/ 2147483647 w 516"/>
              <a:gd name="T5" fmla="*/ 2147483647 h 171"/>
              <a:gd name="T6" fmla="*/ 2147483647 w 516"/>
              <a:gd name="T7" fmla="*/ 0 h 171"/>
              <a:gd name="T8" fmla="*/ 0 60000 65536"/>
              <a:gd name="T9" fmla="*/ 0 60000 65536"/>
              <a:gd name="T10" fmla="*/ 0 60000 65536"/>
              <a:gd name="T11" fmla="*/ 0 60000 65536"/>
              <a:gd name="T12" fmla="*/ 0 w 516"/>
              <a:gd name="T13" fmla="*/ 0 h 171"/>
              <a:gd name="T14" fmla="*/ 516 w 516"/>
              <a:gd name="T15" fmla="*/ 171 h 171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16" h="171">
                <a:moveTo>
                  <a:pt x="0" y="0"/>
                </a:moveTo>
                <a:lnTo>
                  <a:pt x="0" y="171"/>
                </a:lnTo>
                <a:lnTo>
                  <a:pt x="516" y="171"/>
                </a:lnTo>
                <a:lnTo>
                  <a:pt x="516" y="0"/>
                </a:ln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kumimoji="1" lang="zh-CN" altLang="en-US" sz="2400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2" name="Group 32">
            <a:extLst>
              <a:ext uri="{FF2B5EF4-FFF2-40B4-BE49-F238E27FC236}">
                <a16:creationId xmlns:a16="http://schemas.microsoft.com/office/drawing/2014/main" id="{35003396-794E-0B11-8E17-36562F15650A}"/>
              </a:ext>
            </a:extLst>
          </p:cNvPr>
          <p:cNvGrpSpPr>
            <a:grpSpLocks/>
          </p:cNvGrpSpPr>
          <p:nvPr/>
        </p:nvGrpSpPr>
        <p:grpSpPr bwMode="auto">
          <a:xfrm>
            <a:off x="9443512" y="2823572"/>
            <a:ext cx="590550" cy="828675"/>
            <a:chOff x="4423" y="1789"/>
            <a:chExt cx="372" cy="522"/>
          </a:xfrm>
        </p:grpSpPr>
        <p:sp>
          <p:nvSpPr>
            <p:cNvPr id="33" name="Line 33">
              <a:extLst>
                <a:ext uri="{FF2B5EF4-FFF2-40B4-BE49-F238E27FC236}">
                  <a16:creationId xmlns:a16="http://schemas.microsoft.com/office/drawing/2014/main" id="{4423D8CE-3989-CFA1-644E-C3856D4774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23" y="1789"/>
              <a:ext cx="0" cy="522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Line 34">
              <a:extLst>
                <a:ext uri="{FF2B5EF4-FFF2-40B4-BE49-F238E27FC236}">
                  <a16:creationId xmlns:a16="http://schemas.microsoft.com/office/drawing/2014/main" id="{98D73A80-E51D-DA3B-0777-07F44502C3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48" y="1789"/>
              <a:ext cx="0" cy="522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Line 35">
              <a:extLst>
                <a:ext uri="{FF2B5EF4-FFF2-40B4-BE49-F238E27FC236}">
                  <a16:creationId xmlns:a16="http://schemas.microsoft.com/office/drawing/2014/main" id="{DE9E82B4-4A24-48DE-F513-CFCBAEFD7A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95" y="1789"/>
              <a:ext cx="0" cy="522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6" name="Line 36">
            <a:extLst>
              <a:ext uri="{FF2B5EF4-FFF2-40B4-BE49-F238E27FC236}">
                <a16:creationId xmlns:a16="http://schemas.microsoft.com/office/drawing/2014/main" id="{6A80F99D-9365-A483-EC5B-34B88167E5F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741712" y="3191872"/>
            <a:ext cx="195262" cy="1952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kumimoji="1" lang="zh-CN" altLang="en-US" sz="2400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Line 37">
            <a:extLst>
              <a:ext uri="{FF2B5EF4-FFF2-40B4-BE49-F238E27FC236}">
                <a16:creationId xmlns:a16="http://schemas.microsoft.com/office/drawing/2014/main" id="{B2306710-96A1-42CA-F82B-74D650ED998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746474" y="3301409"/>
            <a:ext cx="195263" cy="1952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kumimoji="1" lang="zh-CN" altLang="en-US" sz="2400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Line 38">
            <a:extLst>
              <a:ext uri="{FF2B5EF4-FFF2-40B4-BE49-F238E27FC236}">
                <a16:creationId xmlns:a16="http://schemas.microsoft.com/office/drawing/2014/main" id="{33A453D1-1FF7-705A-DC72-BE0AEC2FD29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741712" y="3420472"/>
            <a:ext cx="195262" cy="1952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kumimoji="1" lang="zh-CN" altLang="en-US" sz="2400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Line 39">
            <a:extLst>
              <a:ext uri="{FF2B5EF4-FFF2-40B4-BE49-F238E27FC236}">
                <a16:creationId xmlns:a16="http://schemas.microsoft.com/office/drawing/2014/main" id="{508BB424-6480-3C26-9219-A54A1AEF85A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827437" y="3520484"/>
            <a:ext cx="123825" cy="1238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kumimoji="1" lang="zh-CN" altLang="en-US" sz="2400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Line 40">
            <a:extLst>
              <a:ext uri="{FF2B5EF4-FFF2-40B4-BE49-F238E27FC236}">
                <a16:creationId xmlns:a16="http://schemas.microsoft.com/office/drawing/2014/main" id="{F1AF376B-61A2-D73C-418D-95A53E880C7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156049" y="3263309"/>
            <a:ext cx="319088" cy="31908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kumimoji="1" lang="zh-CN" altLang="en-US" sz="2400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Line 41">
            <a:extLst>
              <a:ext uri="{FF2B5EF4-FFF2-40B4-BE49-F238E27FC236}">
                <a16:creationId xmlns:a16="http://schemas.microsoft.com/office/drawing/2014/main" id="{DB6C5AAD-1FF5-F2F8-71E3-BAF51288DF9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151287" y="3272834"/>
            <a:ext cx="200025" cy="2000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kumimoji="1" lang="zh-CN" altLang="en-US" sz="2400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Line 42">
            <a:extLst>
              <a:ext uri="{FF2B5EF4-FFF2-40B4-BE49-F238E27FC236}">
                <a16:creationId xmlns:a16="http://schemas.microsoft.com/office/drawing/2014/main" id="{9DF81DDE-C035-D1C1-EE1B-F1FACDB4BB0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151287" y="3263309"/>
            <a:ext cx="90487" cy="9048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kumimoji="1" lang="zh-CN" altLang="en-US" sz="2400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Line 43">
            <a:extLst>
              <a:ext uri="{FF2B5EF4-FFF2-40B4-BE49-F238E27FC236}">
                <a16:creationId xmlns:a16="http://schemas.microsoft.com/office/drawing/2014/main" id="{A37A7260-6F44-4923-EAAB-C540D7D62F9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141762" y="3163297"/>
            <a:ext cx="80962" cy="809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kumimoji="1" lang="zh-CN" altLang="en-US" sz="2400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Line 44">
            <a:extLst>
              <a:ext uri="{FF2B5EF4-FFF2-40B4-BE49-F238E27FC236}">
                <a16:creationId xmlns:a16="http://schemas.microsoft.com/office/drawing/2014/main" id="{602D8CB8-410E-6536-CDCF-2DBB76F184E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198912" y="3272834"/>
            <a:ext cx="381000" cy="381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kumimoji="1" lang="zh-CN" altLang="en-US" sz="2400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Line 45">
            <a:extLst>
              <a:ext uri="{FF2B5EF4-FFF2-40B4-BE49-F238E27FC236}">
                <a16:creationId xmlns:a16="http://schemas.microsoft.com/office/drawing/2014/main" id="{99CD5FF5-23A3-11E2-9BB5-1CF0FE36AFA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322737" y="3263309"/>
            <a:ext cx="381000" cy="381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kumimoji="1" lang="zh-CN" altLang="en-US" sz="2400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Line 46">
            <a:extLst>
              <a:ext uri="{FF2B5EF4-FFF2-40B4-BE49-F238E27FC236}">
                <a16:creationId xmlns:a16="http://schemas.microsoft.com/office/drawing/2014/main" id="{20771C66-B719-55FF-FF09-A42ED6CBC6A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437037" y="3272834"/>
            <a:ext cx="381000" cy="381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kumimoji="1" lang="zh-CN" altLang="en-US" sz="2400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Line 47">
            <a:extLst>
              <a:ext uri="{FF2B5EF4-FFF2-40B4-BE49-F238E27FC236}">
                <a16:creationId xmlns:a16="http://schemas.microsoft.com/office/drawing/2014/main" id="{A47EF8D3-3DB8-7075-140F-72079BB31F8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554512" y="3274422"/>
            <a:ext cx="381000" cy="381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kumimoji="1" lang="zh-CN" altLang="en-US" sz="2400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Line 48">
            <a:extLst>
              <a:ext uri="{FF2B5EF4-FFF2-40B4-BE49-F238E27FC236}">
                <a16:creationId xmlns:a16="http://schemas.microsoft.com/office/drawing/2014/main" id="{8AC295A5-04EA-A241-F3BC-25F40110A5A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675162" y="3268072"/>
            <a:ext cx="381000" cy="381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kumimoji="1" lang="zh-CN" altLang="en-US" sz="2400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Line 49">
            <a:extLst>
              <a:ext uri="{FF2B5EF4-FFF2-40B4-BE49-F238E27FC236}">
                <a16:creationId xmlns:a16="http://schemas.microsoft.com/office/drawing/2014/main" id="{276CFDD1-91C3-8F86-3C1D-D78FA941F13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798987" y="3010897"/>
            <a:ext cx="638175" cy="6381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kumimoji="1" lang="zh-CN" altLang="en-US" sz="2400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Line 50">
            <a:extLst>
              <a:ext uri="{FF2B5EF4-FFF2-40B4-BE49-F238E27FC236}">
                <a16:creationId xmlns:a16="http://schemas.microsoft.com/office/drawing/2014/main" id="{01AD2C8F-02EC-91BB-88AA-7210988C576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100612" y="2890247"/>
            <a:ext cx="338137" cy="3381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kumimoji="1" lang="zh-CN" altLang="en-US" sz="2400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Line 51">
            <a:extLst>
              <a:ext uri="{FF2B5EF4-FFF2-40B4-BE49-F238E27FC236}">
                <a16:creationId xmlns:a16="http://schemas.microsoft.com/office/drawing/2014/main" id="{DC134F88-76F2-02D7-3E33-0EE0A748BA6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099024" y="2825159"/>
            <a:ext cx="285750" cy="28098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kumimoji="1" lang="zh-CN" altLang="en-US" sz="2400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Line 52">
            <a:extLst>
              <a:ext uri="{FF2B5EF4-FFF2-40B4-BE49-F238E27FC236}">
                <a16:creationId xmlns:a16="http://schemas.microsoft.com/office/drawing/2014/main" id="{7BB844E6-6ADC-346C-EC36-87E2BB9907D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108549" y="2666409"/>
            <a:ext cx="180975" cy="1809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kumimoji="1" lang="zh-CN" altLang="en-US" sz="2400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Line 53">
            <a:extLst>
              <a:ext uri="{FF2B5EF4-FFF2-40B4-BE49-F238E27FC236}">
                <a16:creationId xmlns:a16="http://schemas.microsoft.com/office/drawing/2014/main" id="{FA783059-00A7-A6A3-24BF-3886D1C52DA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103787" y="2788647"/>
            <a:ext cx="190500" cy="1905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kumimoji="1" lang="zh-CN" altLang="en-US" sz="2400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Line 54">
            <a:extLst>
              <a:ext uri="{FF2B5EF4-FFF2-40B4-BE49-F238E27FC236}">
                <a16:creationId xmlns:a16="http://schemas.microsoft.com/office/drawing/2014/main" id="{16AEFC2A-73E3-1F1A-5E1D-2A1BA5D9AB9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099024" y="2563222"/>
            <a:ext cx="187325" cy="1873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kumimoji="1" lang="zh-CN" altLang="en-US" sz="2400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Line 55">
            <a:extLst>
              <a:ext uri="{FF2B5EF4-FFF2-40B4-BE49-F238E27FC236}">
                <a16:creationId xmlns:a16="http://schemas.microsoft.com/office/drawing/2014/main" id="{7BB11DE6-46D0-1F81-F97C-252C865FF51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922812" y="3129959"/>
            <a:ext cx="509587" cy="50958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kumimoji="1" lang="zh-CN" altLang="en-US" sz="2400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Line 56">
            <a:extLst>
              <a:ext uri="{FF2B5EF4-FFF2-40B4-BE49-F238E27FC236}">
                <a16:creationId xmlns:a16="http://schemas.microsoft.com/office/drawing/2014/main" id="{7317CB7D-E980-5538-7C52-CC8190B4E88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037112" y="3234734"/>
            <a:ext cx="409575" cy="4095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kumimoji="1" lang="zh-CN" altLang="en-US" sz="2400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Line 57">
            <a:extLst>
              <a:ext uri="{FF2B5EF4-FFF2-40B4-BE49-F238E27FC236}">
                <a16:creationId xmlns:a16="http://schemas.microsoft.com/office/drawing/2014/main" id="{0C7AAB9B-92CA-D057-3989-BD9EDC81FE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170462" y="3382372"/>
            <a:ext cx="261937" cy="2619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kumimoji="1" lang="zh-CN" altLang="en-US" sz="2400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Line 58">
            <a:extLst>
              <a:ext uri="{FF2B5EF4-FFF2-40B4-BE49-F238E27FC236}">
                <a16:creationId xmlns:a16="http://schemas.microsoft.com/office/drawing/2014/main" id="{C9089D70-4218-CE2C-2CB4-EE8E720AA0E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299049" y="3506197"/>
            <a:ext cx="138113" cy="13811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kumimoji="1" lang="zh-CN" altLang="en-US" sz="2400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Line 59">
            <a:extLst>
              <a:ext uri="{FF2B5EF4-FFF2-40B4-BE49-F238E27FC236}">
                <a16:creationId xmlns:a16="http://schemas.microsoft.com/office/drawing/2014/main" id="{5E2D6D14-86A2-649C-F404-9FEE7EB034A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180112" y="3539534"/>
            <a:ext cx="104775" cy="1047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kumimoji="1" lang="zh-CN" altLang="en-US" sz="2400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Line 60">
            <a:extLst>
              <a:ext uri="{FF2B5EF4-FFF2-40B4-BE49-F238E27FC236}">
                <a16:creationId xmlns:a16="http://schemas.microsoft.com/office/drawing/2014/main" id="{65B972C3-3629-E829-24C9-5FE8E5829C2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053112" y="3404597"/>
            <a:ext cx="238125" cy="2381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kumimoji="1" lang="zh-CN" altLang="en-US" sz="2400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Line 61">
            <a:extLst>
              <a:ext uri="{FF2B5EF4-FFF2-40B4-BE49-F238E27FC236}">
                <a16:creationId xmlns:a16="http://schemas.microsoft.com/office/drawing/2014/main" id="{2FFE0FFB-2920-5B52-62CA-856BE0A98AF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041999" y="3277597"/>
            <a:ext cx="242888" cy="2428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kumimoji="1" lang="zh-CN" altLang="en-US" sz="2400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Line 62">
            <a:extLst>
              <a:ext uri="{FF2B5EF4-FFF2-40B4-BE49-F238E27FC236}">
                <a16:creationId xmlns:a16="http://schemas.microsoft.com/office/drawing/2014/main" id="{27D08489-15E6-D372-D99B-36B2CAD5B00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041999" y="3139484"/>
            <a:ext cx="242888" cy="24288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kumimoji="1" lang="zh-CN" altLang="en-US" sz="2400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Line 63">
            <a:extLst>
              <a:ext uri="{FF2B5EF4-FFF2-40B4-BE49-F238E27FC236}">
                <a16:creationId xmlns:a16="http://schemas.microsoft.com/office/drawing/2014/main" id="{85F737D7-4082-6B9D-AC06-32C39FF9660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041999" y="3001372"/>
            <a:ext cx="242888" cy="2428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kumimoji="1" lang="zh-CN" altLang="en-US" sz="2400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Line 64">
            <a:extLst>
              <a:ext uri="{FF2B5EF4-FFF2-40B4-BE49-F238E27FC236}">
                <a16:creationId xmlns:a16="http://schemas.microsoft.com/office/drawing/2014/main" id="{EFAB0335-BE60-BA7B-C306-C0DA2B77E57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041999" y="2863259"/>
            <a:ext cx="242888" cy="24288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kumimoji="1" lang="zh-CN" altLang="en-US" sz="2400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Line 65">
            <a:extLst>
              <a:ext uri="{FF2B5EF4-FFF2-40B4-BE49-F238E27FC236}">
                <a16:creationId xmlns:a16="http://schemas.microsoft.com/office/drawing/2014/main" id="{FC2C567F-9752-5B0B-A486-ED5D50172D7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032474" y="2715622"/>
            <a:ext cx="257175" cy="2571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kumimoji="1" lang="zh-CN" altLang="en-US" sz="2400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Line 66">
            <a:extLst>
              <a:ext uri="{FF2B5EF4-FFF2-40B4-BE49-F238E27FC236}">
                <a16:creationId xmlns:a16="http://schemas.microsoft.com/office/drawing/2014/main" id="{879FB81F-A90D-281C-45C9-F77F905A8B3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113437" y="2577509"/>
            <a:ext cx="180975" cy="1857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kumimoji="1" lang="zh-CN" altLang="en-US" sz="2400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Line 67">
            <a:extLst>
              <a:ext uri="{FF2B5EF4-FFF2-40B4-BE49-F238E27FC236}">
                <a16:creationId xmlns:a16="http://schemas.microsoft.com/office/drawing/2014/main" id="{091D1E57-2B67-9100-8B32-BC8EEB2BC1F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113437" y="2548934"/>
            <a:ext cx="80962" cy="857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kumimoji="1" lang="zh-CN" altLang="en-US" sz="2400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9" name="Group 69">
            <a:extLst>
              <a:ext uri="{FF2B5EF4-FFF2-40B4-BE49-F238E27FC236}">
                <a16:creationId xmlns:a16="http://schemas.microsoft.com/office/drawing/2014/main" id="{4148A3F4-D427-F756-5A5D-EA3DDA2597B7}"/>
              </a:ext>
            </a:extLst>
          </p:cNvPr>
          <p:cNvGrpSpPr>
            <a:grpSpLocks/>
          </p:cNvGrpSpPr>
          <p:nvPr/>
        </p:nvGrpSpPr>
        <p:grpSpPr bwMode="auto">
          <a:xfrm>
            <a:off x="7400399" y="4307884"/>
            <a:ext cx="3232150" cy="349250"/>
            <a:chOff x="3136" y="2716"/>
            <a:chExt cx="2036" cy="220"/>
          </a:xfrm>
        </p:grpSpPr>
        <p:sp>
          <p:nvSpPr>
            <p:cNvPr id="70" name="Line 70">
              <a:extLst>
                <a:ext uri="{FF2B5EF4-FFF2-40B4-BE49-F238E27FC236}">
                  <a16:creationId xmlns:a16="http://schemas.microsoft.com/office/drawing/2014/main" id="{9A7FCA8D-1F7A-BFF6-7084-7ECCD7BA3F4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72" y="2716"/>
              <a:ext cx="0" cy="216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1" name="Line 71">
              <a:extLst>
                <a:ext uri="{FF2B5EF4-FFF2-40B4-BE49-F238E27FC236}">
                  <a16:creationId xmlns:a16="http://schemas.microsoft.com/office/drawing/2014/main" id="{C1FD2D19-1A3B-FFAB-A675-2FA07699093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36" y="2720"/>
              <a:ext cx="0" cy="216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2" name="Group 72">
            <a:extLst>
              <a:ext uri="{FF2B5EF4-FFF2-40B4-BE49-F238E27FC236}">
                <a16:creationId xmlns:a16="http://schemas.microsoft.com/office/drawing/2014/main" id="{DD021128-7C8C-C81D-A171-A0179B617034}"/>
              </a:ext>
            </a:extLst>
          </p:cNvPr>
          <p:cNvGrpSpPr>
            <a:grpSpLocks/>
          </p:cNvGrpSpPr>
          <p:nvPr/>
        </p:nvGrpSpPr>
        <p:grpSpPr bwMode="auto">
          <a:xfrm>
            <a:off x="7956024" y="3145834"/>
            <a:ext cx="196850" cy="514350"/>
            <a:chOff x="3477" y="1980"/>
            <a:chExt cx="124" cy="324"/>
          </a:xfrm>
        </p:grpSpPr>
        <p:sp>
          <p:nvSpPr>
            <p:cNvPr id="73" name="Line 73">
              <a:extLst>
                <a:ext uri="{FF2B5EF4-FFF2-40B4-BE49-F238E27FC236}">
                  <a16:creationId xmlns:a16="http://schemas.microsoft.com/office/drawing/2014/main" id="{3539913D-0EA3-B1AF-FE98-43D3FD9640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77" y="1980"/>
              <a:ext cx="0" cy="32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4" name="Line 74">
              <a:extLst>
                <a:ext uri="{FF2B5EF4-FFF2-40B4-BE49-F238E27FC236}">
                  <a16:creationId xmlns:a16="http://schemas.microsoft.com/office/drawing/2014/main" id="{E9C22613-4523-42C2-CBAE-96D11BA3ED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1" y="1980"/>
              <a:ext cx="0" cy="32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5" name="Text Box 75">
            <a:extLst>
              <a:ext uri="{FF2B5EF4-FFF2-40B4-BE49-F238E27FC236}">
                <a16:creationId xmlns:a16="http://schemas.microsoft.com/office/drawing/2014/main" id="{8DC21187-FD7A-5FFA-7016-84CA44D172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99718" y="5753900"/>
            <a:ext cx="385073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长</a:t>
            </a:r>
            <a:r>
              <a:rPr kumimoji="1"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kumimoji="1"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itchFamily="34" charset="-122"/>
              </a:rPr>
              <a:t>~</a:t>
            </a:r>
            <a:r>
              <a:rPr kumimoji="1"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7,</a:t>
            </a:r>
            <a:r>
              <a:rPr kumimoji="1"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宽</a:t>
            </a:r>
            <a:r>
              <a:rPr kumimoji="1"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itchFamily="34" charset="-122"/>
              </a:rPr>
              <a:t>~</a:t>
            </a:r>
            <a:r>
              <a:rPr kumimoji="1"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1d,</a:t>
            </a:r>
            <a:r>
              <a:rPr kumimoji="1"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距图</a:t>
            </a:r>
            <a:r>
              <a:rPr kumimoji="1"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kumimoji="1"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itchFamily="34" charset="-122"/>
              </a:rPr>
              <a:t>~</a:t>
            </a:r>
            <a:r>
              <a:rPr kumimoji="1"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kumimoji="1"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的粗线段</a:t>
            </a:r>
          </a:p>
        </p:txBody>
      </p:sp>
      <p:sp>
        <p:nvSpPr>
          <p:cNvPr id="76" name="Text Box 76">
            <a:extLst>
              <a:ext uri="{FF2B5EF4-FFF2-40B4-BE49-F238E27FC236}">
                <a16:creationId xmlns:a16="http://schemas.microsoft.com/office/drawing/2014/main" id="{AE0CAC6D-6C40-1837-90D2-BC0453E04D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86183" y="5615414"/>
            <a:ext cx="335915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 </a:t>
            </a:r>
            <a:r>
              <a:rPr kumimoji="1"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kumimoji="1"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开始的大写字符</a:t>
            </a:r>
            <a:r>
              <a:rPr kumimoji="1"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kumimoji="1"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字高 </a:t>
            </a:r>
            <a:r>
              <a:rPr kumimoji="1"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写在粗线段的外侧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Text Box 77">
            <a:extLst>
              <a:ext uri="{FF2B5EF4-FFF2-40B4-BE49-F238E27FC236}">
                <a16:creationId xmlns:a16="http://schemas.microsoft.com/office/drawing/2014/main" id="{ECBDE4EB-DBEA-0B1E-1FC2-3BD90ED0F3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0412" y="2299767"/>
            <a:ext cx="2662908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长</a:t>
            </a:r>
            <a:r>
              <a:rPr kumimoji="1"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itchFamily="34" charset="-122"/>
              </a:rPr>
              <a:t>~</a:t>
            </a:r>
            <a:r>
              <a:rPr kumimoji="1"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kumimoji="1"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的细线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及长</a:t>
            </a:r>
            <a:r>
              <a:rPr kumimoji="1"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itchFamily="34" charset="-122"/>
              </a:rPr>
              <a:t>~</a:t>
            </a:r>
            <a:r>
              <a:rPr kumimoji="1"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kumimoji="1"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、宽</a:t>
            </a:r>
            <a:r>
              <a:rPr kumimoji="1"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itchFamily="34" charset="-122"/>
              </a:rPr>
              <a:t>~</a:t>
            </a:r>
            <a:r>
              <a:rPr kumimoji="1"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kumimoji="1"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的箭头</a:t>
            </a:r>
            <a:endParaRPr kumimoji="1" lang="zh-CN" altLang="en-US" sz="32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Text Box 78">
            <a:extLst>
              <a:ext uri="{FF2B5EF4-FFF2-40B4-BE49-F238E27FC236}">
                <a16:creationId xmlns:a16="http://schemas.microsoft.com/office/drawing/2014/main" id="{E2C9FA24-A5EB-B9B9-23C0-4B273EAB65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78424" y="532363"/>
            <a:ext cx="1763713" cy="1077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A-A </a:t>
            </a:r>
            <a:r>
              <a:rPr kumimoji="1"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写在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剖视图的上方字高 </a:t>
            </a:r>
            <a:r>
              <a:rPr kumimoji="1"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</a:p>
        </p:txBody>
      </p:sp>
      <p:sp>
        <p:nvSpPr>
          <p:cNvPr id="79" name="Text Box 79">
            <a:extLst>
              <a:ext uri="{FF2B5EF4-FFF2-40B4-BE49-F238E27FC236}">
                <a16:creationId xmlns:a16="http://schemas.microsoft.com/office/drawing/2014/main" id="{1E55EFB6-9238-84DD-BAED-AD5575349F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0687" y="1191622"/>
            <a:ext cx="1454150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45°</a:t>
            </a:r>
            <a:r>
              <a:rPr kumimoji="1"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方向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间隔均匀的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平行细线</a:t>
            </a:r>
          </a:p>
        </p:txBody>
      </p:sp>
      <p:sp>
        <p:nvSpPr>
          <p:cNvPr id="80" name="Freeform 84">
            <a:extLst>
              <a:ext uri="{FF2B5EF4-FFF2-40B4-BE49-F238E27FC236}">
                <a16:creationId xmlns:a16="http://schemas.microsoft.com/office/drawing/2014/main" id="{756D0797-C49C-36C4-492C-9FB7E2DEC9E0}"/>
              </a:ext>
            </a:extLst>
          </p:cNvPr>
          <p:cNvSpPr>
            <a:spLocks/>
          </p:cNvSpPr>
          <p:nvPr/>
        </p:nvSpPr>
        <p:spPr bwMode="auto">
          <a:xfrm>
            <a:off x="7741712" y="2553697"/>
            <a:ext cx="2552700" cy="1095375"/>
          </a:xfrm>
          <a:custGeom>
            <a:avLst/>
            <a:gdLst>
              <a:gd name="T0" fmla="*/ 0 w 1608"/>
              <a:gd name="T1" fmla="*/ 2147483647 h 690"/>
              <a:gd name="T2" fmla="*/ 0 w 1608"/>
              <a:gd name="T3" fmla="*/ 2147483647 h 690"/>
              <a:gd name="T4" fmla="*/ 2147483647 w 1608"/>
              <a:gd name="T5" fmla="*/ 2147483647 h 690"/>
              <a:gd name="T6" fmla="*/ 2147483647 w 1608"/>
              <a:gd name="T7" fmla="*/ 2147483647 h 690"/>
              <a:gd name="T8" fmla="*/ 2147483647 w 1608"/>
              <a:gd name="T9" fmla="*/ 2147483647 h 690"/>
              <a:gd name="T10" fmla="*/ 2147483647 w 1608"/>
              <a:gd name="T11" fmla="*/ 2147483647 h 690"/>
              <a:gd name="T12" fmla="*/ 2147483647 w 1608"/>
              <a:gd name="T13" fmla="*/ 2147483647 h 690"/>
              <a:gd name="T14" fmla="*/ 2147483647 w 1608"/>
              <a:gd name="T15" fmla="*/ 0 h 690"/>
              <a:gd name="T16" fmla="*/ 2147483647 w 1608"/>
              <a:gd name="T17" fmla="*/ 0 h 690"/>
              <a:gd name="T18" fmla="*/ 2147483647 w 1608"/>
              <a:gd name="T19" fmla="*/ 2147483647 h 690"/>
              <a:gd name="T20" fmla="*/ 0 w 1608"/>
              <a:gd name="T21" fmla="*/ 2147483647 h 690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1608"/>
              <a:gd name="T34" fmla="*/ 0 h 690"/>
              <a:gd name="T35" fmla="*/ 1608 w 1608"/>
              <a:gd name="T36" fmla="*/ 690 h 690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1608" h="690">
                <a:moveTo>
                  <a:pt x="0" y="690"/>
                </a:moveTo>
                <a:lnTo>
                  <a:pt x="0" y="453"/>
                </a:lnTo>
                <a:lnTo>
                  <a:pt x="81" y="453"/>
                </a:lnTo>
                <a:lnTo>
                  <a:pt x="81" y="372"/>
                </a:lnTo>
                <a:lnTo>
                  <a:pt x="318" y="372"/>
                </a:lnTo>
                <a:lnTo>
                  <a:pt x="318" y="450"/>
                </a:lnTo>
                <a:lnTo>
                  <a:pt x="855" y="450"/>
                </a:lnTo>
                <a:lnTo>
                  <a:pt x="855" y="0"/>
                </a:lnTo>
                <a:lnTo>
                  <a:pt x="1608" y="0"/>
                </a:lnTo>
                <a:lnTo>
                  <a:pt x="1608" y="687"/>
                </a:lnTo>
                <a:lnTo>
                  <a:pt x="0" y="690"/>
                </a:lnTo>
                <a:close/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 type="none" w="sm" len="lg"/>
          </a:ln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1" name="Group 85">
            <a:extLst>
              <a:ext uri="{FF2B5EF4-FFF2-40B4-BE49-F238E27FC236}">
                <a16:creationId xmlns:a16="http://schemas.microsoft.com/office/drawing/2014/main" id="{954EF596-C578-2015-D9D2-B665B0560E6F}"/>
              </a:ext>
            </a:extLst>
          </p:cNvPr>
          <p:cNvGrpSpPr>
            <a:grpSpLocks/>
          </p:cNvGrpSpPr>
          <p:nvPr/>
        </p:nvGrpSpPr>
        <p:grpSpPr bwMode="auto">
          <a:xfrm>
            <a:off x="8054449" y="3060109"/>
            <a:ext cx="1588" cy="650875"/>
            <a:chOff x="3548" y="1720"/>
            <a:chExt cx="1" cy="410"/>
          </a:xfrm>
        </p:grpSpPr>
        <p:sp>
          <p:nvSpPr>
            <p:cNvPr id="82" name="Line 86">
              <a:extLst>
                <a:ext uri="{FF2B5EF4-FFF2-40B4-BE49-F238E27FC236}">
                  <a16:creationId xmlns:a16="http://schemas.microsoft.com/office/drawing/2014/main" id="{0D0D7426-76F3-CAE2-7D68-A2FBD6255F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48" y="1720"/>
              <a:ext cx="0" cy="17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none" w="sm" len="lg"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3" name="Line 87">
              <a:extLst>
                <a:ext uri="{FF2B5EF4-FFF2-40B4-BE49-F238E27FC236}">
                  <a16:creationId xmlns:a16="http://schemas.microsoft.com/office/drawing/2014/main" id="{EDC0270F-4958-9AD4-5C08-2E90C11591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49" y="1917"/>
              <a:ext cx="0" cy="1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none" w="sm" len="lg"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4" name="Line 88">
              <a:extLst>
                <a:ext uri="{FF2B5EF4-FFF2-40B4-BE49-F238E27FC236}">
                  <a16:creationId xmlns:a16="http://schemas.microsoft.com/office/drawing/2014/main" id="{D5126AD8-EF8A-E2AE-3F23-9646E69D70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49" y="1953"/>
              <a:ext cx="0" cy="17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none" w="sm" len="lg"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85" name="Group 89">
            <a:extLst>
              <a:ext uri="{FF2B5EF4-FFF2-40B4-BE49-F238E27FC236}">
                <a16:creationId xmlns:a16="http://schemas.microsoft.com/office/drawing/2014/main" id="{4C4EB55E-969E-E13C-EAD9-4CB1F5F30342}"/>
              </a:ext>
            </a:extLst>
          </p:cNvPr>
          <p:cNvGrpSpPr>
            <a:grpSpLocks/>
          </p:cNvGrpSpPr>
          <p:nvPr/>
        </p:nvGrpSpPr>
        <p:grpSpPr bwMode="auto">
          <a:xfrm>
            <a:off x="7670274" y="3987209"/>
            <a:ext cx="2686050" cy="1298575"/>
            <a:chOff x="3306" y="2304"/>
            <a:chExt cx="1692" cy="818"/>
          </a:xfrm>
        </p:grpSpPr>
        <p:grpSp>
          <p:nvGrpSpPr>
            <p:cNvPr id="86" name="Group 90">
              <a:extLst>
                <a:ext uri="{FF2B5EF4-FFF2-40B4-BE49-F238E27FC236}">
                  <a16:creationId xmlns:a16="http://schemas.microsoft.com/office/drawing/2014/main" id="{46ADEB07-EEC1-F1D6-3A1E-67E807A4067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06" y="2716"/>
              <a:ext cx="1692" cy="5"/>
              <a:chOff x="3306" y="2716"/>
              <a:chExt cx="1692" cy="5"/>
            </a:xfrm>
          </p:grpSpPr>
          <p:sp>
            <p:nvSpPr>
              <p:cNvPr id="104" name="Line 91">
                <a:extLst>
                  <a:ext uri="{FF2B5EF4-FFF2-40B4-BE49-F238E27FC236}">
                    <a16:creationId xmlns:a16="http://schemas.microsoft.com/office/drawing/2014/main" id="{55C7D33B-36CE-0DCF-645A-11AAEE01FBF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710" y="2716"/>
                <a:ext cx="288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 type="none" w="sm" len="lg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5" name="Line 92">
                <a:extLst>
                  <a:ext uri="{FF2B5EF4-FFF2-40B4-BE49-F238E27FC236}">
                    <a16:creationId xmlns:a16="http://schemas.microsoft.com/office/drawing/2014/main" id="{1B7E2F87-AF36-0A2E-770E-F968A618A6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299" y="2719"/>
                <a:ext cx="348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 type="none" w="sm" len="lg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6" name="Line 93">
                <a:extLst>
                  <a:ext uri="{FF2B5EF4-FFF2-40B4-BE49-F238E27FC236}">
                    <a16:creationId xmlns:a16="http://schemas.microsoft.com/office/drawing/2014/main" id="{F3514AEB-5BCD-BA72-1C38-9B1EBAEEE4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54" y="2719"/>
                <a:ext cx="27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 type="none" w="sm" len="lg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7" name="Line 94">
                <a:extLst>
                  <a:ext uri="{FF2B5EF4-FFF2-40B4-BE49-F238E27FC236}">
                    <a16:creationId xmlns:a16="http://schemas.microsoft.com/office/drawing/2014/main" id="{DDAAD52B-3688-3FBB-98D2-485D9D8C40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852" y="2719"/>
                <a:ext cx="384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 type="none" w="sm" len="lg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8" name="Line 95">
                <a:extLst>
                  <a:ext uri="{FF2B5EF4-FFF2-40B4-BE49-F238E27FC236}">
                    <a16:creationId xmlns:a16="http://schemas.microsoft.com/office/drawing/2014/main" id="{80DA5FA9-2B7F-8FB0-259D-3085C6FC4D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810" y="2721"/>
                <a:ext cx="21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 type="none" w="sm" len="lg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9" name="Line 96">
                <a:extLst>
                  <a:ext uri="{FF2B5EF4-FFF2-40B4-BE49-F238E27FC236}">
                    <a16:creationId xmlns:a16="http://schemas.microsoft.com/office/drawing/2014/main" id="{981B72B6-7122-186B-813A-3EB11543C87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06" y="2721"/>
                <a:ext cx="484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 type="none" w="sm" len="lg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0" name="Line 97">
                <a:extLst>
                  <a:ext uri="{FF2B5EF4-FFF2-40B4-BE49-F238E27FC236}">
                    <a16:creationId xmlns:a16="http://schemas.microsoft.com/office/drawing/2014/main" id="{7B438C12-A03D-E667-3407-7E2FD5F490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62" y="2717"/>
                <a:ext cx="27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 type="none" w="sm" len="lg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87" name="Group 98">
              <a:extLst>
                <a:ext uri="{FF2B5EF4-FFF2-40B4-BE49-F238E27FC236}">
                  <a16:creationId xmlns:a16="http://schemas.microsoft.com/office/drawing/2014/main" id="{DE214A5C-6351-3AFB-0E1B-7F284421227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55" y="2304"/>
              <a:ext cx="1599" cy="818"/>
              <a:chOff x="3355" y="2304"/>
              <a:chExt cx="1599" cy="818"/>
            </a:xfrm>
          </p:grpSpPr>
          <p:sp>
            <p:nvSpPr>
              <p:cNvPr id="88" name="Oval 99">
                <a:extLst>
                  <a:ext uri="{FF2B5EF4-FFF2-40B4-BE49-F238E27FC236}">
                    <a16:creationId xmlns:a16="http://schemas.microsoft.com/office/drawing/2014/main" id="{C1F874AB-A194-4A07-09D0-CA64294F2F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2344"/>
                <a:ext cx="744" cy="738"/>
              </a:xfrm>
              <a:prstGeom prst="ellips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9" name="Arc 100">
                <a:extLst>
                  <a:ext uri="{FF2B5EF4-FFF2-40B4-BE49-F238E27FC236}">
                    <a16:creationId xmlns:a16="http://schemas.microsoft.com/office/drawing/2014/main" id="{9C003231-9E96-F467-AA94-9B6BC075CC61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355" y="2539"/>
                <a:ext cx="177" cy="351"/>
              </a:xfrm>
              <a:custGeom>
                <a:avLst/>
                <a:gdLst>
                  <a:gd name="T0" fmla="*/ 0 w 21600"/>
                  <a:gd name="T1" fmla="*/ 0 h 41453"/>
                  <a:gd name="T2" fmla="*/ 0 w 21600"/>
                  <a:gd name="T3" fmla="*/ 0 h 41453"/>
                  <a:gd name="T4" fmla="*/ 0 w 21600"/>
                  <a:gd name="T5" fmla="*/ 0 h 41453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41453"/>
                  <a:gd name="T11" fmla="*/ 21600 w 21600"/>
                  <a:gd name="T12" fmla="*/ 41453 h 4145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41453" fill="none" extrusionOk="0">
                    <a:moveTo>
                      <a:pt x="5698" y="0"/>
                    </a:moveTo>
                    <a:cubicBezTo>
                      <a:pt x="15088" y="2568"/>
                      <a:pt x="21600" y="11100"/>
                      <a:pt x="21600" y="20835"/>
                    </a:cubicBezTo>
                    <a:cubicBezTo>
                      <a:pt x="21600" y="30284"/>
                      <a:pt x="15457" y="38636"/>
                      <a:pt x="6438" y="41453"/>
                    </a:cubicBezTo>
                  </a:path>
                  <a:path w="21600" h="41453" stroke="0" extrusionOk="0">
                    <a:moveTo>
                      <a:pt x="5698" y="0"/>
                    </a:moveTo>
                    <a:cubicBezTo>
                      <a:pt x="15088" y="2568"/>
                      <a:pt x="21600" y="11100"/>
                      <a:pt x="21600" y="20835"/>
                    </a:cubicBezTo>
                    <a:cubicBezTo>
                      <a:pt x="21600" y="30284"/>
                      <a:pt x="15457" y="38636"/>
                      <a:pt x="6438" y="41453"/>
                    </a:cubicBezTo>
                    <a:lnTo>
                      <a:pt x="0" y="20835"/>
                    </a:lnTo>
                    <a:lnTo>
                      <a:pt x="5698" y="0"/>
                    </a:lnTo>
                    <a:close/>
                  </a:path>
                </a:pathLst>
              </a:cu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kumimoji="1" lang="zh-CN" altLang="en-US" sz="2400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0" name="Line 101">
                <a:extLst>
                  <a:ext uri="{FF2B5EF4-FFF2-40B4-BE49-F238E27FC236}">
                    <a16:creationId xmlns:a16="http://schemas.microsoft.com/office/drawing/2014/main" id="{157BE2DA-D21F-FC88-9F48-D7F3935A8B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84" y="2350"/>
                <a:ext cx="1038" cy="189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1" name="Line 102">
                <a:extLst>
                  <a:ext uri="{FF2B5EF4-FFF2-40B4-BE49-F238E27FC236}">
                    <a16:creationId xmlns:a16="http://schemas.microsoft.com/office/drawing/2014/main" id="{2731D1E8-A26E-E72F-12CA-281D965757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75" y="2890"/>
                <a:ext cx="1053" cy="189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2" name="Oval 103">
                <a:extLst>
                  <a:ext uri="{FF2B5EF4-FFF2-40B4-BE49-F238E27FC236}">
                    <a16:creationId xmlns:a16="http://schemas.microsoft.com/office/drawing/2014/main" id="{30B156DF-5A97-80DB-6974-4A765992B5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7" y="2467"/>
                <a:ext cx="516" cy="510"/>
              </a:xfrm>
              <a:prstGeom prst="ellips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3" name="Freeform 104">
                <a:extLst>
                  <a:ext uri="{FF2B5EF4-FFF2-40B4-BE49-F238E27FC236}">
                    <a16:creationId xmlns:a16="http://schemas.microsoft.com/office/drawing/2014/main" id="{29822921-30F1-50B8-1D73-26EB4C1590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47" y="2668"/>
                <a:ext cx="54" cy="96"/>
              </a:xfrm>
              <a:custGeom>
                <a:avLst/>
                <a:gdLst>
                  <a:gd name="T0" fmla="*/ 0 w 54"/>
                  <a:gd name="T1" fmla="*/ 0 h 96"/>
                  <a:gd name="T2" fmla="*/ 54 w 54"/>
                  <a:gd name="T3" fmla="*/ 0 h 96"/>
                  <a:gd name="T4" fmla="*/ 54 w 54"/>
                  <a:gd name="T5" fmla="*/ 96 h 96"/>
                  <a:gd name="T6" fmla="*/ 3 w 54"/>
                  <a:gd name="T7" fmla="*/ 96 h 9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4"/>
                  <a:gd name="T13" fmla="*/ 0 h 96"/>
                  <a:gd name="T14" fmla="*/ 54 w 54"/>
                  <a:gd name="T15" fmla="*/ 96 h 9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4" h="96">
                    <a:moveTo>
                      <a:pt x="0" y="0"/>
                    </a:moveTo>
                    <a:lnTo>
                      <a:pt x="54" y="0"/>
                    </a:lnTo>
                    <a:lnTo>
                      <a:pt x="54" y="96"/>
                    </a:lnTo>
                    <a:lnTo>
                      <a:pt x="3" y="96"/>
                    </a:lnTo>
                  </a:path>
                </a:pathLst>
              </a:cu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kumimoji="1" lang="zh-CN" altLang="en-US" sz="2400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4" name="Oval 105">
                <a:extLst>
                  <a:ext uri="{FF2B5EF4-FFF2-40B4-BE49-F238E27FC236}">
                    <a16:creationId xmlns:a16="http://schemas.microsoft.com/office/drawing/2014/main" id="{7DF5550E-3D2D-EE20-AA16-4312AC0502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7" y="2602"/>
                <a:ext cx="231" cy="234"/>
              </a:xfrm>
              <a:prstGeom prst="ellips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5" name="Oval 106">
                <a:extLst>
                  <a:ext uri="{FF2B5EF4-FFF2-40B4-BE49-F238E27FC236}">
                    <a16:creationId xmlns:a16="http://schemas.microsoft.com/office/drawing/2014/main" id="{35329285-6291-4779-AB5B-B3B4190CDE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78" y="2662"/>
                <a:ext cx="120" cy="120"/>
              </a:xfrm>
              <a:prstGeom prst="ellips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6" name="Arc 107">
                <a:extLst>
                  <a:ext uri="{FF2B5EF4-FFF2-40B4-BE49-F238E27FC236}">
                    <a16:creationId xmlns:a16="http://schemas.microsoft.com/office/drawing/2014/main" id="{294598EF-5679-577D-B8E5-97CE1BF0EB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29" y="2552"/>
                <a:ext cx="322" cy="329"/>
              </a:xfrm>
              <a:custGeom>
                <a:avLst/>
                <a:gdLst>
                  <a:gd name="T0" fmla="*/ 0 w 42389"/>
                  <a:gd name="T1" fmla="*/ 0 h 43200"/>
                  <a:gd name="T2" fmla="*/ 0 w 42389"/>
                  <a:gd name="T3" fmla="*/ 0 h 43200"/>
                  <a:gd name="T4" fmla="*/ 0 w 42389"/>
                  <a:gd name="T5" fmla="*/ 0 h 43200"/>
                  <a:gd name="T6" fmla="*/ 0 60000 65536"/>
                  <a:gd name="T7" fmla="*/ 0 60000 65536"/>
                  <a:gd name="T8" fmla="*/ 0 60000 65536"/>
                  <a:gd name="T9" fmla="*/ 0 w 42389"/>
                  <a:gd name="T10" fmla="*/ 0 h 43200"/>
                  <a:gd name="T11" fmla="*/ 42389 w 42389"/>
                  <a:gd name="T12" fmla="*/ 4320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2389" h="43200" fill="none" extrusionOk="0">
                    <a:moveTo>
                      <a:pt x="42388" y="27463"/>
                    </a:moveTo>
                    <a:cubicBezTo>
                      <a:pt x="39763" y="36771"/>
                      <a:pt x="31270" y="43199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1178" y="-1"/>
                      <a:pt x="39613" y="6308"/>
                      <a:pt x="42319" y="15497"/>
                    </a:cubicBezTo>
                  </a:path>
                  <a:path w="42389" h="43200" stroke="0" extrusionOk="0">
                    <a:moveTo>
                      <a:pt x="42388" y="27463"/>
                    </a:moveTo>
                    <a:cubicBezTo>
                      <a:pt x="39763" y="36771"/>
                      <a:pt x="31270" y="43199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1178" y="-1"/>
                      <a:pt x="39613" y="6308"/>
                      <a:pt x="42319" y="15497"/>
                    </a:cubicBezTo>
                    <a:lnTo>
                      <a:pt x="21600" y="21600"/>
                    </a:lnTo>
                    <a:lnTo>
                      <a:pt x="42388" y="27463"/>
                    </a:lnTo>
                    <a:close/>
                  </a:path>
                </a:pathLst>
              </a:custGeom>
              <a:noFill/>
              <a:ln w="28575">
                <a:solidFill>
                  <a:srgbClr val="000000"/>
                </a:solidFill>
                <a:round/>
                <a:headEnd/>
                <a:tailEnd type="none" w="sm" len="lg"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kumimoji="1" lang="zh-CN" altLang="en-US" sz="2400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7" name="Line 108">
                <a:extLst>
                  <a:ext uri="{FF2B5EF4-FFF2-40B4-BE49-F238E27FC236}">
                    <a16:creationId xmlns:a16="http://schemas.microsoft.com/office/drawing/2014/main" id="{DE9F5E70-E413-A0D1-7DF2-E4CFE2721D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43" y="2484"/>
                <a:ext cx="0" cy="456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 type="none" w="sm" len="lg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98" name="Group 109">
                <a:extLst>
                  <a:ext uri="{FF2B5EF4-FFF2-40B4-BE49-F238E27FC236}">
                    <a16:creationId xmlns:a16="http://schemas.microsoft.com/office/drawing/2014/main" id="{FCB63EDC-80EA-B707-A332-2016694ED0C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94" y="2304"/>
                <a:ext cx="2" cy="818"/>
                <a:chOff x="4594" y="2304"/>
                <a:chExt cx="2" cy="818"/>
              </a:xfrm>
            </p:grpSpPr>
            <p:sp>
              <p:nvSpPr>
                <p:cNvPr id="99" name="Line 110">
                  <a:extLst>
                    <a:ext uri="{FF2B5EF4-FFF2-40B4-BE49-F238E27FC236}">
                      <a16:creationId xmlns:a16="http://schemas.microsoft.com/office/drawing/2014/main" id="{6FA93B54-2B10-40F2-51CB-D6699F2940E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96" y="2304"/>
                  <a:ext cx="0" cy="28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 type="none" w="sm" len="lg"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kumimoji="1" lang="zh-CN" altLang="en-US" sz="2400" kern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00" name="Line 111">
                  <a:extLst>
                    <a:ext uri="{FF2B5EF4-FFF2-40B4-BE49-F238E27FC236}">
                      <a16:creationId xmlns:a16="http://schemas.microsoft.com/office/drawing/2014/main" id="{2E2F14A4-ECD2-61BA-DA0C-C3A495272A0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94" y="2600"/>
                  <a:ext cx="0" cy="18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 type="none" w="sm" len="lg"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kumimoji="1" lang="zh-CN" altLang="en-US" sz="2400" kern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01" name="Line 112">
                  <a:extLst>
                    <a:ext uri="{FF2B5EF4-FFF2-40B4-BE49-F238E27FC236}">
                      <a16:creationId xmlns:a16="http://schemas.microsoft.com/office/drawing/2014/main" id="{9167E0AC-CBE3-2881-F697-DF99821ADB6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94" y="2640"/>
                  <a:ext cx="0" cy="162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 type="none" w="sm" len="lg"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kumimoji="1" lang="zh-CN" altLang="en-US" sz="2400" kern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02" name="Line 113">
                  <a:extLst>
                    <a:ext uri="{FF2B5EF4-FFF2-40B4-BE49-F238E27FC236}">
                      <a16:creationId xmlns:a16="http://schemas.microsoft.com/office/drawing/2014/main" id="{91C7781B-02E7-D9FB-7AD1-8D0CCABBC1D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94" y="2818"/>
                  <a:ext cx="0" cy="16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 type="none" w="sm" len="lg"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kumimoji="1" lang="zh-CN" altLang="en-US" sz="2400" kern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03" name="Line 114">
                  <a:extLst>
                    <a:ext uri="{FF2B5EF4-FFF2-40B4-BE49-F238E27FC236}">
                      <a16:creationId xmlns:a16="http://schemas.microsoft.com/office/drawing/2014/main" id="{1FF1A93F-4052-F4A7-780D-B0DABDB42FC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94" y="2852"/>
                  <a:ext cx="0" cy="27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 type="none" w="sm" len="lg"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kumimoji="1" lang="zh-CN" altLang="en-US" sz="2400" kern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</p:grpSp>
      <p:grpSp>
        <p:nvGrpSpPr>
          <p:cNvPr id="111" name="Group 115">
            <a:extLst>
              <a:ext uri="{FF2B5EF4-FFF2-40B4-BE49-F238E27FC236}">
                <a16:creationId xmlns:a16="http://schemas.microsoft.com/office/drawing/2014/main" id="{024EA639-E4DC-AC73-2166-DF8A21FAF079}"/>
              </a:ext>
            </a:extLst>
          </p:cNvPr>
          <p:cNvGrpSpPr>
            <a:grpSpLocks/>
          </p:cNvGrpSpPr>
          <p:nvPr/>
        </p:nvGrpSpPr>
        <p:grpSpPr bwMode="auto">
          <a:xfrm>
            <a:off x="9727674" y="2482259"/>
            <a:ext cx="1588" cy="1228725"/>
            <a:chOff x="4602" y="1356"/>
            <a:chExt cx="1" cy="774"/>
          </a:xfrm>
        </p:grpSpPr>
        <p:sp>
          <p:nvSpPr>
            <p:cNvPr id="112" name="Line 116">
              <a:extLst>
                <a:ext uri="{FF2B5EF4-FFF2-40B4-BE49-F238E27FC236}">
                  <a16:creationId xmlns:a16="http://schemas.microsoft.com/office/drawing/2014/main" id="{50A010A3-A6EA-92BC-3A7E-30FFF16363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2" y="1356"/>
              <a:ext cx="0" cy="26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none" w="sm" len="lg"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3" name="Line 117">
              <a:extLst>
                <a:ext uri="{FF2B5EF4-FFF2-40B4-BE49-F238E27FC236}">
                  <a16:creationId xmlns:a16="http://schemas.microsoft.com/office/drawing/2014/main" id="{5E90F01A-3CD6-1CB4-841F-08FDE9A92B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2" y="1634"/>
              <a:ext cx="0" cy="1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none" w="sm" len="lg"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4" name="Line 118">
              <a:extLst>
                <a:ext uri="{FF2B5EF4-FFF2-40B4-BE49-F238E27FC236}">
                  <a16:creationId xmlns:a16="http://schemas.microsoft.com/office/drawing/2014/main" id="{6BB884D4-9EF6-3677-A209-BB2CF6DDB8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2" y="1670"/>
              <a:ext cx="0" cy="21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none" w="sm" len="lg"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5" name="Line 119">
              <a:extLst>
                <a:ext uri="{FF2B5EF4-FFF2-40B4-BE49-F238E27FC236}">
                  <a16:creationId xmlns:a16="http://schemas.microsoft.com/office/drawing/2014/main" id="{0B3588EF-1B35-A2B0-5702-F3137454B0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2" y="1900"/>
              <a:ext cx="0" cy="1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none" w="sm" len="lg"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6" name="Line 120">
              <a:extLst>
                <a:ext uri="{FF2B5EF4-FFF2-40B4-BE49-F238E27FC236}">
                  <a16:creationId xmlns:a16="http://schemas.microsoft.com/office/drawing/2014/main" id="{CC35066A-E8B2-3976-AD45-2B1EF8C5FC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3" y="1936"/>
              <a:ext cx="0" cy="19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none" w="sm" len="lg"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17" name="Group 121">
            <a:extLst>
              <a:ext uri="{FF2B5EF4-FFF2-40B4-BE49-F238E27FC236}">
                <a16:creationId xmlns:a16="http://schemas.microsoft.com/office/drawing/2014/main" id="{0C30D7F3-2009-8742-B7A6-BC7D94986139}"/>
              </a:ext>
            </a:extLst>
          </p:cNvPr>
          <p:cNvGrpSpPr>
            <a:grpSpLocks/>
          </p:cNvGrpSpPr>
          <p:nvPr/>
        </p:nvGrpSpPr>
        <p:grpSpPr bwMode="auto">
          <a:xfrm>
            <a:off x="3512611" y="2390184"/>
            <a:ext cx="2719388" cy="2843212"/>
            <a:chOff x="448" y="1559"/>
            <a:chExt cx="1713" cy="1791"/>
          </a:xfrm>
        </p:grpSpPr>
        <p:sp>
          <p:nvSpPr>
            <p:cNvPr id="118" name="Line 122">
              <a:extLst>
                <a:ext uri="{FF2B5EF4-FFF2-40B4-BE49-F238E27FC236}">
                  <a16:creationId xmlns:a16="http://schemas.microsoft.com/office/drawing/2014/main" id="{28F496A9-D2BB-DDA2-9D6C-64E1D2B730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5" y="1990"/>
              <a:ext cx="0" cy="32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" name="Line 123">
              <a:extLst>
                <a:ext uri="{FF2B5EF4-FFF2-40B4-BE49-F238E27FC236}">
                  <a16:creationId xmlns:a16="http://schemas.microsoft.com/office/drawing/2014/main" id="{F1A339C6-F5BC-0225-70EE-BE06B01ADC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5" y="1987"/>
              <a:ext cx="0" cy="32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" name="Line 124">
              <a:extLst>
                <a:ext uri="{FF2B5EF4-FFF2-40B4-BE49-F238E27FC236}">
                  <a16:creationId xmlns:a16="http://schemas.microsoft.com/office/drawing/2014/main" id="{059955BF-8574-713D-D5D3-3BC8585160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0" y="1789"/>
              <a:ext cx="0" cy="52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" name="Line 125">
              <a:extLst>
                <a:ext uri="{FF2B5EF4-FFF2-40B4-BE49-F238E27FC236}">
                  <a16:creationId xmlns:a16="http://schemas.microsoft.com/office/drawing/2014/main" id="{89E4D7F5-8C08-A202-0122-0B7051547B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4" y="1795"/>
              <a:ext cx="0" cy="52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" name="Line 126">
              <a:extLst>
                <a:ext uri="{FF2B5EF4-FFF2-40B4-BE49-F238E27FC236}">
                  <a16:creationId xmlns:a16="http://schemas.microsoft.com/office/drawing/2014/main" id="{95645F68-ABED-9062-D5A5-A96E152B9C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52" y="1789"/>
              <a:ext cx="0" cy="52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" name="Oval 127">
              <a:extLst>
                <a:ext uri="{FF2B5EF4-FFF2-40B4-BE49-F238E27FC236}">
                  <a16:creationId xmlns:a16="http://schemas.microsoft.com/office/drawing/2014/main" id="{A549DF53-CA82-AB51-B1FF-27B404B3FB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67" y="2560"/>
              <a:ext cx="744" cy="738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" name="Arc 128">
              <a:extLst>
                <a:ext uri="{FF2B5EF4-FFF2-40B4-BE49-F238E27FC236}">
                  <a16:creationId xmlns:a16="http://schemas.microsoft.com/office/drawing/2014/main" id="{B2C8F72B-1A6A-EEF2-9CDF-6D8C183FA391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512" y="2755"/>
              <a:ext cx="177" cy="351"/>
            </a:xfrm>
            <a:custGeom>
              <a:avLst/>
              <a:gdLst>
                <a:gd name="T0" fmla="*/ 0 w 21600"/>
                <a:gd name="T1" fmla="*/ 0 h 41453"/>
                <a:gd name="T2" fmla="*/ 0 w 21600"/>
                <a:gd name="T3" fmla="*/ 0 h 41453"/>
                <a:gd name="T4" fmla="*/ 0 w 21600"/>
                <a:gd name="T5" fmla="*/ 0 h 41453"/>
                <a:gd name="T6" fmla="*/ 0 60000 65536"/>
                <a:gd name="T7" fmla="*/ 0 60000 65536"/>
                <a:gd name="T8" fmla="*/ 0 60000 65536"/>
                <a:gd name="T9" fmla="*/ 0 w 21600"/>
                <a:gd name="T10" fmla="*/ 0 h 41453"/>
                <a:gd name="T11" fmla="*/ 21600 w 21600"/>
                <a:gd name="T12" fmla="*/ 41453 h 4145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1453" fill="none" extrusionOk="0">
                  <a:moveTo>
                    <a:pt x="5698" y="0"/>
                  </a:moveTo>
                  <a:cubicBezTo>
                    <a:pt x="15088" y="2568"/>
                    <a:pt x="21600" y="11100"/>
                    <a:pt x="21600" y="20835"/>
                  </a:cubicBezTo>
                  <a:cubicBezTo>
                    <a:pt x="21600" y="30284"/>
                    <a:pt x="15457" y="38636"/>
                    <a:pt x="6438" y="41453"/>
                  </a:cubicBezTo>
                </a:path>
                <a:path w="21600" h="41453" stroke="0" extrusionOk="0">
                  <a:moveTo>
                    <a:pt x="5698" y="0"/>
                  </a:moveTo>
                  <a:cubicBezTo>
                    <a:pt x="15088" y="2568"/>
                    <a:pt x="21600" y="11100"/>
                    <a:pt x="21600" y="20835"/>
                  </a:cubicBezTo>
                  <a:cubicBezTo>
                    <a:pt x="21600" y="30284"/>
                    <a:pt x="15457" y="38636"/>
                    <a:pt x="6438" y="41453"/>
                  </a:cubicBezTo>
                  <a:lnTo>
                    <a:pt x="0" y="20835"/>
                  </a:lnTo>
                  <a:lnTo>
                    <a:pt x="5698" y="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" name="Line 129">
              <a:extLst>
                <a:ext uri="{FF2B5EF4-FFF2-40B4-BE49-F238E27FC236}">
                  <a16:creationId xmlns:a16="http://schemas.microsoft.com/office/drawing/2014/main" id="{F8CBC033-2848-36F3-AB33-EEEC9153C72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41" y="2566"/>
              <a:ext cx="1038" cy="189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6" name="Line 130">
              <a:extLst>
                <a:ext uri="{FF2B5EF4-FFF2-40B4-BE49-F238E27FC236}">
                  <a16:creationId xmlns:a16="http://schemas.microsoft.com/office/drawing/2014/main" id="{B563A5AC-DA94-2B91-2732-6C674EB8A2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3" y="3104"/>
              <a:ext cx="1053" cy="189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7" name="Oval 131">
              <a:extLst>
                <a:ext uri="{FF2B5EF4-FFF2-40B4-BE49-F238E27FC236}">
                  <a16:creationId xmlns:a16="http://schemas.microsoft.com/office/drawing/2014/main" id="{85980EBE-AD11-4468-F84A-0BD6F7DD1C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4" y="2683"/>
              <a:ext cx="516" cy="510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8" name="Freeform 132">
              <a:extLst>
                <a:ext uri="{FF2B5EF4-FFF2-40B4-BE49-F238E27FC236}">
                  <a16:creationId xmlns:a16="http://schemas.microsoft.com/office/drawing/2014/main" id="{EBF8FA4B-4993-6334-9C87-4848F0C8CBF1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4" y="2884"/>
              <a:ext cx="54" cy="96"/>
            </a:xfrm>
            <a:custGeom>
              <a:avLst/>
              <a:gdLst>
                <a:gd name="T0" fmla="*/ 0 w 54"/>
                <a:gd name="T1" fmla="*/ 0 h 96"/>
                <a:gd name="T2" fmla="*/ 54 w 54"/>
                <a:gd name="T3" fmla="*/ 0 h 96"/>
                <a:gd name="T4" fmla="*/ 54 w 54"/>
                <a:gd name="T5" fmla="*/ 96 h 96"/>
                <a:gd name="T6" fmla="*/ 3 w 54"/>
                <a:gd name="T7" fmla="*/ 96 h 9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4"/>
                <a:gd name="T13" fmla="*/ 0 h 96"/>
                <a:gd name="T14" fmla="*/ 54 w 54"/>
                <a:gd name="T15" fmla="*/ 96 h 9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4" h="96">
                  <a:moveTo>
                    <a:pt x="0" y="0"/>
                  </a:moveTo>
                  <a:lnTo>
                    <a:pt x="54" y="0"/>
                  </a:lnTo>
                  <a:lnTo>
                    <a:pt x="54" y="96"/>
                  </a:lnTo>
                  <a:lnTo>
                    <a:pt x="3" y="96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9" name="Oval 133">
              <a:extLst>
                <a:ext uri="{FF2B5EF4-FFF2-40B4-BE49-F238E27FC236}">
                  <a16:creationId xmlns:a16="http://schemas.microsoft.com/office/drawing/2014/main" id="{3C798FD1-201C-8E89-5D7C-712C0AC20B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4" y="2818"/>
              <a:ext cx="231" cy="234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0" name="Oval 134">
              <a:extLst>
                <a:ext uri="{FF2B5EF4-FFF2-40B4-BE49-F238E27FC236}">
                  <a16:creationId xmlns:a16="http://schemas.microsoft.com/office/drawing/2014/main" id="{6148F98B-1565-8015-C038-2BFF695FAD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5" y="2878"/>
              <a:ext cx="120" cy="120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1" name="Arc 135">
              <a:extLst>
                <a:ext uri="{FF2B5EF4-FFF2-40B4-BE49-F238E27FC236}">
                  <a16:creationId xmlns:a16="http://schemas.microsoft.com/office/drawing/2014/main" id="{27CE7A37-B08E-7054-ED15-75A4C22A56C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6" y="2768"/>
              <a:ext cx="322" cy="329"/>
            </a:xfrm>
            <a:custGeom>
              <a:avLst/>
              <a:gdLst>
                <a:gd name="T0" fmla="*/ 0 w 42389"/>
                <a:gd name="T1" fmla="*/ 0 h 43200"/>
                <a:gd name="T2" fmla="*/ 0 w 42389"/>
                <a:gd name="T3" fmla="*/ 0 h 43200"/>
                <a:gd name="T4" fmla="*/ 0 w 42389"/>
                <a:gd name="T5" fmla="*/ 0 h 43200"/>
                <a:gd name="T6" fmla="*/ 0 60000 65536"/>
                <a:gd name="T7" fmla="*/ 0 60000 65536"/>
                <a:gd name="T8" fmla="*/ 0 60000 65536"/>
                <a:gd name="T9" fmla="*/ 0 w 42389"/>
                <a:gd name="T10" fmla="*/ 0 h 43200"/>
                <a:gd name="T11" fmla="*/ 42389 w 42389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2389" h="43200" fill="none" extrusionOk="0">
                  <a:moveTo>
                    <a:pt x="42388" y="27463"/>
                  </a:moveTo>
                  <a:cubicBezTo>
                    <a:pt x="39763" y="36771"/>
                    <a:pt x="31270" y="43199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1178" y="-1"/>
                    <a:pt x="39613" y="6308"/>
                    <a:pt x="42319" y="15497"/>
                  </a:cubicBezTo>
                </a:path>
                <a:path w="42389" h="43200" stroke="0" extrusionOk="0">
                  <a:moveTo>
                    <a:pt x="42388" y="27463"/>
                  </a:moveTo>
                  <a:cubicBezTo>
                    <a:pt x="39763" y="36771"/>
                    <a:pt x="31270" y="43199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1178" y="-1"/>
                    <a:pt x="39613" y="6308"/>
                    <a:pt x="42319" y="15497"/>
                  </a:cubicBezTo>
                  <a:lnTo>
                    <a:pt x="21600" y="21600"/>
                  </a:lnTo>
                  <a:lnTo>
                    <a:pt x="42388" y="27463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32" name="Group 136">
              <a:extLst>
                <a:ext uri="{FF2B5EF4-FFF2-40B4-BE49-F238E27FC236}">
                  <a16:creationId xmlns:a16="http://schemas.microsoft.com/office/drawing/2014/main" id="{3EF764D3-7F75-72A0-8B0F-921F8B9E78B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00" y="1913"/>
              <a:ext cx="0" cy="459"/>
              <a:chOff x="900" y="1713"/>
              <a:chExt cx="0" cy="459"/>
            </a:xfrm>
          </p:grpSpPr>
          <p:sp>
            <p:nvSpPr>
              <p:cNvPr id="157" name="Line 137">
                <a:extLst>
                  <a:ext uri="{FF2B5EF4-FFF2-40B4-BE49-F238E27FC236}">
                    <a16:creationId xmlns:a16="http://schemas.microsoft.com/office/drawing/2014/main" id="{EC912938-D4EE-599A-5E93-5C55FA0316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00" y="1713"/>
                <a:ext cx="0" cy="234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 type="none" w="sm" len="lg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8" name="Line 138">
                <a:extLst>
                  <a:ext uri="{FF2B5EF4-FFF2-40B4-BE49-F238E27FC236}">
                    <a16:creationId xmlns:a16="http://schemas.microsoft.com/office/drawing/2014/main" id="{BCB3225D-6B43-C440-4893-A83697BD25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00" y="1962"/>
                <a:ext cx="0" cy="24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 type="none" w="sm" len="lg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9" name="Line 139">
                <a:extLst>
                  <a:ext uri="{FF2B5EF4-FFF2-40B4-BE49-F238E27FC236}">
                    <a16:creationId xmlns:a16="http://schemas.microsoft.com/office/drawing/2014/main" id="{B1A210C7-7961-8D13-0950-AB86AC7504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00" y="2004"/>
                <a:ext cx="0" cy="168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 type="none" w="sm" len="lg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33" name="Freeform 140">
              <a:extLst>
                <a:ext uri="{FF2B5EF4-FFF2-40B4-BE49-F238E27FC236}">
                  <a16:creationId xmlns:a16="http://schemas.microsoft.com/office/drawing/2014/main" id="{1F7FB5F6-61B2-A908-BABA-707CD730A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1" y="1616"/>
              <a:ext cx="1605" cy="690"/>
            </a:xfrm>
            <a:custGeom>
              <a:avLst/>
              <a:gdLst>
                <a:gd name="T0" fmla="*/ 855 w 1605"/>
                <a:gd name="T1" fmla="*/ 450 h 690"/>
                <a:gd name="T2" fmla="*/ 855 w 1605"/>
                <a:gd name="T3" fmla="*/ 0 h 690"/>
                <a:gd name="T4" fmla="*/ 1605 w 1605"/>
                <a:gd name="T5" fmla="*/ 0 h 690"/>
                <a:gd name="T6" fmla="*/ 1605 w 1605"/>
                <a:gd name="T7" fmla="*/ 690 h 690"/>
                <a:gd name="T8" fmla="*/ 0 w 1605"/>
                <a:gd name="T9" fmla="*/ 690 h 690"/>
                <a:gd name="T10" fmla="*/ 0 w 1605"/>
                <a:gd name="T11" fmla="*/ 450 h 690"/>
                <a:gd name="T12" fmla="*/ 1116 w 1605"/>
                <a:gd name="T13" fmla="*/ 450 h 69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605"/>
                <a:gd name="T22" fmla="*/ 0 h 690"/>
                <a:gd name="T23" fmla="*/ 1605 w 1605"/>
                <a:gd name="T24" fmla="*/ 690 h 69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605" h="690">
                  <a:moveTo>
                    <a:pt x="855" y="450"/>
                  </a:moveTo>
                  <a:lnTo>
                    <a:pt x="855" y="0"/>
                  </a:lnTo>
                  <a:lnTo>
                    <a:pt x="1605" y="0"/>
                  </a:lnTo>
                  <a:lnTo>
                    <a:pt x="1605" y="690"/>
                  </a:lnTo>
                  <a:lnTo>
                    <a:pt x="0" y="690"/>
                  </a:lnTo>
                  <a:lnTo>
                    <a:pt x="0" y="450"/>
                  </a:lnTo>
                  <a:lnTo>
                    <a:pt x="1116" y="45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4" name="Freeform 141">
              <a:extLst>
                <a:ext uri="{FF2B5EF4-FFF2-40B4-BE49-F238E27FC236}">
                  <a16:creationId xmlns:a16="http://schemas.microsoft.com/office/drawing/2014/main" id="{7D5BCA3C-BF32-D934-B672-1B4028CB4594}"/>
                </a:ext>
              </a:extLst>
            </p:cNvPr>
            <p:cNvSpPr>
              <a:spLocks/>
            </p:cNvSpPr>
            <p:nvPr/>
          </p:nvSpPr>
          <p:spPr bwMode="auto">
            <a:xfrm>
              <a:off x="580" y="1988"/>
              <a:ext cx="234" cy="78"/>
            </a:xfrm>
            <a:custGeom>
              <a:avLst/>
              <a:gdLst>
                <a:gd name="T0" fmla="*/ 0 w 234"/>
                <a:gd name="T1" fmla="*/ 78 h 78"/>
                <a:gd name="T2" fmla="*/ 0 w 234"/>
                <a:gd name="T3" fmla="*/ 0 h 78"/>
                <a:gd name="T4" fmla="*/ 234 w 234"/>
                <a:gd name="T5" fmla="*/ 0 h 78"/>
                <a:gd name="T6" fmla="*/ 234 w 234"/>
                <a:gd name="T7" fmla="*/ 78 h 7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34"/>
                <a:gd name="T13" fmla="*/ 0 h 78"/>
                <a:gd name="T14" fmla="*/ 234 w 234"/>
                <a:gd name="T15" fmla="*/ 78 h 7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34" h="78">
                  <a:moveTo>
                    <a:pt x="0" y="78"/>
                  </a:moveTo>
                  <a:lnTo>
                    <a:pt x="0" y="0"/>
                  </a:lnTo>
                  <a:lnTo>
                    <a:pt x="234" y="0"/>
                  </a:lnTo>
                  <a:lnTo>
                    <a:pt x="234" y="78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35" name="Group 142">
              <a:extLst>
                <a:ext uri="{FF2B5EF4-FFF2-40B4-BE49-F238E27FC236}">
                  <a16:creationId xmlns:a16="http://schemas.microsoft.com/office/drawing/2014/main" id="{F74F8C45-826F-31A3-9EC3-6D851A827D4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53" y="1559"/>
              <a:ext cx="0" cy="783"/>
              <a:chOff x="1953" y="1359"/>
              <a:chExt cx="0" cy="783"/>
            </a:xfrm>
          </p:grpSpPr>
          <p:sp>
            <p:nvSpPr>
              <p:cNvPr id="154" name="Line 143">
                <a:extLst>
                  <a:ext uri="{FF2B5EF4-FFF2-40B4-BE49-F238E27FC236}">
                    <a16:creationId xmlns:a16="http://schemas.microsoft.com/office/drawing/2014/main" id="{88D2D825-AE9E-ECFD-36B7-71839C1E68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53" y="1359"/>
                <a:ext cx="0" cy="276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 type="none" w="sm" len="lg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5" name="Line 144">
                <a:extLst>
                  <a:ext uri="{FF2B5EF4-FFF2-40B4-BE49-F238E27FC236}">
                    <a16:creationId xmlns:a16="http://schemas.microsoft.com/office/drawing/2014/main" id="{2A3E248D-8EFA-7BA1-FD6D-AEE8D1C19A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53" y="1659"/>
                <a:ext cx="0" cy="27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 type="none" w="sm" len="lg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6" name="Line 145">
                <a:extLst>
                  <a:ext uri="{FF2B5EF4-FFF2-40B4-BE49-F238E27FC236}">
                    <a16:creationId xmlns:a16="http://schemas.microsoft.com/office/drawing/2014/main" id="{546638FC-DD08-8663-9295-2E252C91B3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53" y="1707"/>
                <a:ext cx="0" cy="435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 type="none" w="sm" len="lg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36" name="Freeform 146">
              <a:extLst>
                <a:ext uri="{FF2B5EF4-FFF2-40B4-BE49-F238E27FC236}">
                  <a16:creationId xmlns:a16="http://schemas.microsoft.com/office/drawing/2014/main" id="{D0B161DE-FCC0-E0E4-3B30-9ADEF7745E8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6" y="1613"/>
              <a:ext cx="519" cy="174"/>
            </a:xfrm>
            <a:custGeom>
              <a:avLst/>
              <a:gdLst>
                <a:gd name="T0" fmla="*/ 0 w 519"/>
                <a:gd name="T1" fmla="*/ 0 h 174"/>
                <a:gd name="T2" fmla="*/ 0 w 519"/>
                <a:gd name="T3" fmla="*/ 174 h 174"/>
                <a:gd name="T4" fmla="*/ 519 w 519"/>
                <a:gd name="T5" fmla="*/ 174 h 174"/>
                <a:gd name="T6" fmla="*/ 519 w 519"/>
                <a:gd name="T7" fmla="*/ 6 h 17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19"/>
                <a:gd name="T13" fmla="*/ 0 h 174"/>
                <a:gd name="T14" fmla="*/ 519 w 519"/>
                <a:gd name="T15" fmla="*/ 174 h 17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19" h="174">
                  <a:moveTo>
                    <a:pt x="0" y="0"/>
                  </a:moveTo>
                  <a:lnTo>
                    <a:pt x="0" y="174"/>
                  </a:lnTo>
                  <a:lnTo>
                    <a:pt x="519" y="174"/>
                  </a:lnTo>
                  <a:lnTo>
                    <a:pt x="519" y="6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lgDash"/>
              <a:round/>
              <a:headEnd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37" name="Group 147">
              <a:extLst>
                <a:ext uri="{FF2B5EF4-FFF2-40B4-BE49-F238E27FC236}">
                  <a16:creationId xmlns:a16="http://schemas.microsoft.com/office/drawing/2014/main" id="{7230E6BD-FF26-ADF4-22FF-7F698AD844C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50" y="2504"/>
              <a:ext cx="3" cy="846"/>
              <a:chOff x="1950" y="2304"/>
              <a:chExt cx="3" cy="846"/>
            </a:xfrm>
          </p:grpSpPr>
          <p:sp>
            <p:nvSpPr>
              <p:cNvPr id="149" name="Line 148">
                <a:extLst>
                  <a:ext uri="{FF2B5EF4-FFF2-40B4-BE49-F238E27FC236}">
                    <a16:creationId xmlns:a16="http://schemas.microsoft.com/office/drawing/2014/main" id="{B686A9E5-EA3A-8087-F3DC-2ACCBEBF41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50" y="2865"/>
                <a:ext cx="0" cy="285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 type="none" w="sm" len="lg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0" name="Line 149">
                <a:extLst>
                  <a:ext uri="{FF2B5EF4-FFF2-40B4-BE49-F238E27FC236}">
                    <a16:creationId xmlns:a16="http://schemas.microsoft.com/office/drawing/2014/main" id="{57BB8CFA-F6E5-A950-3FD4-AD1911448E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50" y="2823"/>
                <a:ext cx="0" cy="24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 type="none" w="sm" len="lg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1" name="Line 150">
                <a:extLst>
                  <a:ext uri="{FF2B5EF4-FFF2-40B4-BE49-F238E27FC236}">
                    <a16:creationId xmlns:a16="http://schemas.microsoft.com/office/drawing/2014/main" id="{6F351192-B3FC-00AE-7350-B3E1B7EBD2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53" y="2544"/>
                <a:ext cx="0" cy="258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 type="none" w="sm" len="lg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2" name="Line 151">
                <a:extLst>
                  <a:ext uri="{FF2B5EF4-FFF2-40B4-BE49-F238E27FC236}">
                    <a16:creationId xmlns:a16="http://schemas.microsoft.com/office/drawing/2014/main" id="{D575E6DB-6CEF-A200-C7E1-92C31031E7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53" y="2514"/>
                <a:ext cx="0" cy="15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 type="none" w="sm" len="lg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3" name="Line 152">
                <a:extLst>
                  <a:ext uri="{FF2B5EF4-FFF2-40B4-BE49-F238E27FC236}">
                    <a16:creationId xmlns:a16="http://schemas.microsoft.com/office/drawing/2014/main" id="{ABBC368E-F7F3-A05D-046B-1A79C54B7D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53" y="2304"/>
                <a:ext cx="0" cy="195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 type="none" w="sm" len="lg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38" name="Line 153">
              <a:extLst>
                <a:ext uri="{FF2B5EF4-FFF2-40B4-BE49-F238E27FC236}">
                  <a16:creationId xmlns:a16="http://schemas.microsoft.com/office/drawing/2014/main" id="{BB5167A1-0FD3-AF37-15CB-CF2DA0B2C4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0" y="2693"/>
              <a:ext cx="0" cy="46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none" w="sm" len="lg"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39" name="Group 154">
              <a:extLst>
                <a:ext uri="{FF2B5EF4-FFF2-40B4-BE49-F238E27FC236}">
                  <a16:creationId xmlns:a16="http://schemas.microsoft.com/office/drawing/2014/main" id="{C239FD3C-2846-7741-E1A2-8649CD8C2B3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8" y="2936"/>
              <a:ext cx="1713" cy="0"/>
              <a:chOff x="648" y="2736"/>
              <a:chExt cx="1713" cy="0"/>
            </a:xfrm>
          </p:grpSpPr>
          <p:sp>
            <p:nvSpPr>
              <p:cNvPr id="142" name="Line 155">
                <a:extLst>
                  <a:ext uri="{FF2B5EF4-FFF2-40B4-BE49-F238E27FC236}">
                    <a16:creationId xmlns:a16="http://schemas.microsoft.com/office/drawing/2014/main" id="{6B2B15EB-47CE-398E-0640-6E396AEFC5B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48" y="2736"/>
                <a:ext cx="417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 type="none" w="sm" len="lg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3" name="Line 156">
                <a:extLst>
                  <a:ext uri="{FF2B5EF4-FFF2-40B4-BE49-F238E27FC236}">
                    <a16:creationId xmlns:a16="http://schemas.microsoft.com/office/drawing/2014/main" id="{AD2BA852-6EAA-B78D-D3EB-D6562A84F0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89" y="2736"/>
                <a:ext cx="24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 type="none" w="sm" len="lg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4" name="Line 157">
                <a:extLst>
                  <a:ext uri="{FF2B5EF4-FFF2-40B4-BE49-F238E27FC236}">
                    <a16:creationId xmlns:a16="http://schemas.microsoft.com/office/drawing/2014/main" id="{91712857-20CF-9668-50E2-10790B13ED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46" y="2736"/>
                <a:ext cx="306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 type="none" w="sm" len="lg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5" name="Line 158">
                <a:extLst>
                  <a:ext uri="{FF2B5EF4-FFF2-40B4-BE49-F238E27FC236}">
                    <a16:creationId xmlns:a16="http://schemas.microsoft.com/office/drawing/2014/main" id="{512B8EC5-BD93-098E-7D38-226BFA624F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73" y="2736"/>
                <a:ext cx="24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 type="none" w="sm" len="lg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6" name="Line 159">
                <a:extLst>
                  <a:ext uri="{FF2B5EF4-FFF2-40B4-BE49-F238E27FC236}">
                    <a16:creationId xmlns:a16="http://schemas.microsoft.com/office/drawing/2014/main" id="{EF4FB10B-AD85-ADCE-A439-44870C166B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27" y="2736"/>
                <a:ext cx="324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 type="none" w="sm" len="lg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7" name="Line 160">
                <a:extLst>
                  <a:ext uri="{FF2B5EF4-FFF2-40B4-BE49-F238E27FC236}">
                    <a16:creationId xmlns:a16="http://schemas.microsoft.com/office/drawing/2014/main" id="{D102D7CF-BF28-46B6-AF33-A0D07E27A5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72" y="2736"/>
                <a:ext cx="27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 type="none" w="sm" len="lg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8" name="Line 161">
                <a:extLst>
                  <a:ext uri="{FF2B5EF4-FFF2-40B4-BE49-F238E27FC236}">
                    <a16:creationId xmlns:a16="http://schemas.microsoft.com/office/drawing/2014/main" id="{960A5B93-F14E-7673-40A6-792481C75D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17" y="2736"/>
                <a:ext cx="444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 type="none" w="sm" len="lg"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40" name="Line 162">
              <a:extLst>
                <a:ext uri="{FF2B5EF4-FFF2-40B4-BE49-F238E27FC236}">
                  <a16:creationId xmlns:a16="http://schemas.microsoft.com/office/drawing/2014/main" id="{561D41C2-EAF1-9DB4-EA56-1F78C7FC6A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6" y="2063"/>
              <a:ext cx="52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none" w="sm" len="lg"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1" name="Line 163">
              <a:extLst>
                <a:ext uri="{FF2B5EF4-FFF2-40B4-BE49-F238E27FC236}">
                  <a16:creationId xmlns:a16="http://schemas.microsoft.com/office/drawing/2014/main" id="{FD47DD32-12DC-1486-632D-E6817AFDFA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5" y="2067"/>
              <a:ext cx="52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none" w="sm" len="lg"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60" name="矩形 159">
            <a:extLst>
              <a:ext uri="{FF2B5EF4-FFF2-40B4-BE49-F238E27FC236}">
                <a16:creationId xmlns:a16="http://schemas.microsoft.com/office/drawing/2014/main" id="{2986028A-51D7-C79A-835F-69F6449CDF63}"/>
              </a:ext>
            </a:extLst>
          </p:cNvPr>
          <p:cNvSpPr/>
          <p:nvPr/>
        </p:nvSpPr>
        <p:spPr>
          <a:xfrm>
            <a:off x="389448" y="5323013"/>
            <a:ext cx="4689927" cy="83099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适用：外形较简单，内形较复杂，而图形不对称（剖切方向）。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 Box 47">
            <a:extLst>
              <a:ext uri="{FF2B5EF4-FFF2-40B4-BE49-F238E27FC236}">
                <a16:creationId xmlns:a16="http://schemas.microsoft.com/office/drawing/2014/main" id="{517A141D-C438-ECC7-9863-3034948C08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376" y="1831614"/>
            <a:ext cx="3995004" cy="461665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(1.1) </a:t>
            </a:r>
            <a:r>
              <a:rPr lang="zh-CN" altLang="en-US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单一剖切面：全剖视图</a:t>
            </a:r>
          </a:p>
        </p:txBody>
      </p:sp>
      <p:sp>
        <p:nvSpPr>
          <p:cNvPr id="162" name="Text Box 2">
            <a:extLst>
              <a:ext uri="{FF2B5EF4-FFF2-40B4-BE49-F238E27FC236}">
                <a16:creationId xmlns:a16="http://schemas.microsoft.com/office/drawing/2014/main" id="{8CE4E909-8D04-F19A-93A4-5B9DE3AC4E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361" y="2501219"/>
            <a:ext cx="2321813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用剖切面完全地剖开形体所得到的剖视图。</a:t>
            </a:r>
            <a:endParaRPr kumimoji="1" lang="zh-CN" altLang="en-US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70192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500"/>
                            </p:stCondLst>
                            <p:childTnLst>
                              <p:par>
                                <p:cTn id="9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000"/>
                            </p:stCondLst>
                            <p:childTnLst>
                              <p:par>
                                <p:cTn id="9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indefinite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>
                      <p:stCondLst>
                        <p:cond delay="indefinite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id="23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>
                      <p:stCondLst>
                        <p:cond delay="indefinite"/>
                      </p:stCondLst>
                      <p:childTnLst>
                        <p:par>
                          <p:cTn id="237" fill="hold">
                            <p:stCondLst>
                              <p:cond delay="0"/>
                            </p:stCondLst>
                            <p:childTnLst>
                              <p:par>
                                <p:cTn id="23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6" fill="hold">
                      <p:stCondLst>
                        <p:cond delay="indefinite"/>
                      </p:stCondLst>
                      <p:childTnLst>
                        <p:par>
                          <p:cTn id="247" fill="hold">
                            <p:stCondLst>
                              <p:cond delay="0"/>
                            </p:stCondLst>
                            <p:childTnLst>
                              <p:par>
                                <p:cTn id="24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0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1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2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 autoUpdateAnimBg="0"/>
      <p:bldP spid="5" grpId="0" animBg="1" autoUpdateAnimBg="0"/>
      <p:bldP spid="6" grpId="0" animBg="1" autoUpdateAnimBg="0"/>
      <p:bldP spid="7" grpId="0" animBg="1" autoUpdateAnimBg="0"/>
      <p:bldP spid="8" grpId="0" animBg="1" autoUpdateAnimBg="0"/>
      <p:bldP spid="9" grpId="0" animBg="1"/>
      <p:bldP spid="10" grpId="0" animBg="1"/>
      <p:bldP spid="17" grpId="0" animBg="1"/>
      <p:bldP spid="18" grpId="0" animBg="1"/>
      <p:bldP spid="22" grpId="0" animBg="1"/>
      <p:bldP spid="23" grpId="0" animBg="1"/>
      <p:bldP spid="24" grpId="0" animBg="1"/>
      <p:bldP spid="28" grpId="0"/>
      <p:bldP spid="28" grpId="1"/>
      <p:bldP spid="29" grpId="0"/>
      <p:bldP spid="29" grpId="1"/>
      <p:bldP spid="30" grpId="0" autoUpdateAnimBg="0"/>
      <p:bldP spid="30" grpId="1"/>
      <p:bldP spid="31" grpId="0" animBg="1"/>
      <p:bldP spid="36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75" grpId="0" autoUpdateAnimBg="0"/>
      <p:bldP spid="76" grpId="0" autoUpdateAnimBg="0"/>
      <p:bldP spid="77" grpId="0" autoUpdateAnimBg="0"/>
      <p:bldP spid="78" grpId="0" autoUpdateAnimBg="0"/>
      <p:bldP spid="79" grpId="0" autoUpdateAnimBg="0"/>
      <p:bldP spid="80" grpId="0" animBg="1"/>
      <p:bldP spid="160" grpId="0" animBg="1"/>
      <p:bldP spid="3" grpId="0"/>
      <p:bldP spid="162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79CE9-88A2-84CF-D214-231A6BE00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矩形 350">
            <a:extLst>
              <a:ext uri="{FF2B5EF4-FFF2-40B4-BE49-F238E27FC236}">
                <a16:creationId xmlns:a16="http://schemas.microsoft.com/office/drawing/2014/main" id="{3BD6FDE0-163A-E168-1211-246BAC9EF411}"/>
              </a:ext>
            </a:extLst>
          </p:cNvPr>
          <p:cNvSpPr/>
          <p:nvPr/>
        </p:nvSpPr>
        <p:spPr>
          <a:xfrm>
            <a:off x="4461142" y="0"/>
            <a:ext cx="7730857" cy="69573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Text Box 18">
            <a:extLst>
              <a:ext uri="{FF2B5EF4-FFF2-40B4-BE49-F238E27FC236}">
                <a16:creationId xmlns:a16="http://schemas.microsoft.com/office/drawing/2014/main" id="{78CA58A2-1EEF-89CD-A22A-6105FDF90F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19" y="412176"/>
            <a:ext cx="2358338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10.2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剖视图</a:t>
            </a:r>
          </a:p>
        </p:txBody>
      </p:sp>
      <p:sp>
        <p:nvSpPr>
          <p:cNvPr id="2" name="Text Box 87">
            <a:extLst>
              <a:ext uri="{FF2B5EF4-FFF2-40B4-BE49-F238E27FC236}">
                <a16:creationId xmlns:a16="http://schemas.microsoft.com/office/drawing/2014/main" id="{CE4732D0-2958-6095-4DAD-42353915D2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376" y="1268089"/>
            <a:ext cx="244169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fontAlgn="base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剖视图种类</a:t>
            </a:r>
          </a:p>
        </p:txBody>
      </p:sp>
      <p:sp>
        <p:nvSpPr>
          <p:cNvPr id="4" name="Line 9">
            <a:extLst>
              <a:ext uri="{FF2B5EF4-FFF2-40B4-BE49-F238E27FC236}">
                <a16:creationId xmlns:a16="http://schemas.microsoft.com/office/drawing/2014/main" id="{CD13BA52-7168-72D9-677D-199E580DE69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119097" y="4728375"/>
            <a:ext cx="1543050" cy="617538"/>
          </a:xfrm>
          <a:prstGeom prst="line">
            <a:avLst/>
          </a:prstGeom>
          <a:noFill/>
          <a:ln w="57150">
            <a:solidFill>
              <a:srgbClr val="00CC99"/>
            </a:solidFill>
            <a:round/>
            <a:headEnd/>
            <a:tailEnd type="triangle" w="sm" len="lg"/>
          </a:ln>
        </p:spPr>
        <p:txBody>
          <a:bodyPr wrap="none" anchor="ctr"/>
          <a:lstStyle/>
          <a:p>
            <a:pPr>
              <a:defRPr/>
            </a:pPr>
            <a:endParaRPr kumimoji="1" lang="zh-CN" altLang="en-US" sz="2400" b="1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" name="Group 10">
            <a:extLst>
              <a:ext uri="{FF2B5EF4-FFF2-40B4-BE49-F238E27FC236}">
                <a16:creationId xmlns:a16="http://schemas.microsoft.com/office/drawing/2014/main" id="{7FB2A615-C26B-60C4-D679-B1F972815D41}"/>
              </a:ext>
            </a:extLst>
          </p:cNvPr>
          <p:cNvGrpSpPr>
            <a:grpSpLocks/>
          </p:cNvGrpSpPr>
          <p:nvPr/>
        </p:nvGrpSpPr>
        <p:grpSpPr bwMode="auto">
          <a:xfrm>
            <a:off x="5786903" y="664848"/>
            <a:ext cx="342900" cy="1541463"/>
            <a:chOff x="875" y="1801"/>
            <a:chExt cx="216" cy="971"/>
          </a:xfrm>
        </p:grpSpPr>
        <p:sp>
          <p:nvSpPr>
            <p:cNvPr id="6" name="Line 11">
              <a:extLst>
                <a:ext uri="{FF2B5EF4-FFF2-40B4-BE49-F238E27FC236}">
                  <a16:creationId xmlns:a16="http://schemas.microsoft.com/office/drawing/2014/main" id="{9BB70D0F-6EC3-9BE2-4654-8645BA6E67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5" y="1974"/>
              <a:ext cx="0" cy="79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Line 12">
              <a:extLst>
                <a:ext uri="{FF2B5EF4-FFF2-40B4-BE49-F238E27FC236}">
                  <a16:creationId xmlns:a16="http://schemas.microsoft.com/office/drawing/2014/main" id="{FAE8E2A7-D9F9-6B11-1380-AC9915920F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9" y="1977"/>
              <a:ext cx="212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Line 13">
              <a:extLst>
                <a:ext uri="{FF2B5EF4-FFF2-40B4-BE49-F238E27FC236}">
                  <a16:creationId xmlns:a16="http://schemas.microsoft.com/office/drawing/2014/main" id="{0C896882-DC7F-4113-D1B2-80D2531D76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7" y="1801"/>
              <a:ext cx="0" cy="17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9" name="Group 14">
            <a:extLst>
              <a:ext uri="{FF2B5EF4-FFF2-40B4-BE49-F238E27FC236}">
                <a16:creationId xmlns:a16="http://schemas.microsoft.com/office/drawing/2014/main" id="{D5C797C9-5701-2FEB-E246-797D352BE0FD}"/>
              </a:ext>
            </a:extLst>
          </p:cNvPr>
          <p:cNvGrpSpPr>
            <a:grpSpLocks/>
          </p:cNvGrpSpPr>
          <p:nvPr/>
        </p:nvGrpSpPr>
        <p:grpSpPr bwMode="auto">
          <a:xfrm>
            <a:off x="4916953" y="1874523"/>
            <a:ext cx="228600" cy="330200"/>
            <a:chOff x="868" y="2428"/>
            <a:chExt cx="144" cy="208"/>
          </a:xfrm>
        </p:grpSpPr>
        <p:sp>
          <p:nvSpPr>
            <p:cNvPr id="10" name="Line 15">
              <a:extLst>
                <a:ext uri="{FF2B5EF4-FFF2-40B4-BE49-F238E27FC236}">
                  <a16:creationId xmlns:a16="http://schemas.microsoft.com/office/drawing/2014/main" id="{22B948EC-E31B-ECE1-C7EA-3881689AA7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8" y="2428"/>
              <a:ext cx="0" cy="20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Line 16">
              <a:extLst>
                <a:ext uri="{FF2B5EF4-FFF2-40B4-BE49-F238E27FC236}">
                  <a16:creationId xmlns:a16="http://schemas.microsoft.com/office/drawing/2014/main" id="{67909857-B989-C59D-ACA7-A089624804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12" y="2428"/>
              <a:ext cx="0" cy="20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2" name="Rectangle 17">
            <a:extLst>
              <a:ext uri="{FF2B5EF4-FFF2-40B4-BE49-F238E27FC236}">
                <a16:creationId xmlns:a16="http://schemas.microsoft.com/office/drawing/2014/main" id="{DCB4236F-160C-C7D9-D149-BA5D75A70C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47485" y="3220250"/>
            <a:ext cx="1471612" cy="1828800"/>
          </a:xfrm>
          <a:prstGeom prst="rect">
            <a:avLst/>
          </a:prstGeom>
          <a:solidFill>
            <a:sysClr val="window" lastClr="FFFFFF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3" name="Group 18">
            <a:extLst>
              <a:ext uri="{FF2B5EF4-FFF2-40B4-BE49-F238E27FC236}">
                <a16:creationId xmlns:a16="http://schemas.microsoft.com/office/drawing/2014/main" id="{79103737-32D8-ABE1-343D-1526E47ABF04}"/>
              </a:ext>
            </a:extLst>
          </p:cNvPr>
          <p:cNvGrpSpPr>
            <a:grpSpLocks/>
          </p:cNvGrpSpPr>
          <p:nvPr/>
        </p:nvGrpSpPr>
        <p:grpSpPr bwMode="auto">
          <a:xfrm>
            <a:off x="5029666" y="1820548"/>
            <a:ext cx="3175" cy="438150"/>
            <a:chOff x="273" y="1044"/>
            <a:chExt cx="2" cy="276"/>
          </a:xfrm>
        </p:grpSpPr>
        <p:sp>
          <p:nvSpPr>
            <p:cNvPr id="14" name="Line 19">
              <a:extLst>
                <a:ext uri="{FF2B5EF4-FFF2-40B4-BE49-F238E27FC236}">
                  <a16:creationId xmlns:a16="http://schemas.microsoft.com/office/drawing/2014/main" id="{F75FB312-9B7D-ADD7-308D-C4398989A4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5" y="1044"/>
              <a:ext cx="0" cy="9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Line 20">
              <a:extLst>
                <a:ext uri="{FF2B5EF4-FFF2-40B4-BE49-F238E27FC236}">
                  <a16:creationId xmlns:a16="http://schemas.microsoft.com/office/drawing/2014/main" id="{8AC0D6DC-5157-9D14-1967-AEBE10321F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5" y="1161"/>
              <a:ext cx="0" cy="2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Line 21">
              <a:extLst>
                <a:ext uri="{FF2B5EF4-FFF2-40B4-BE49-F238E27FC236}">
                  <a16:creationId xmlns:a16="http://schemas.microsoft.com/office/drawing/2014/main" id="{E88CB50D-70B3-0516-806B-96B02228A3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" y="1206"/>
              <a:ext cx="0" cy="11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8" name="Group 22">
            <a:extLst>
              <a:ext uri="{FF2B5EF4-FFF2-40B4-BE49-F238E27FC236}">
                <a16:creationId xmlns:a16="http://schemas.microsoft.com/office/drawing/2014/main" id="{73CA5428-60F0-AD71-3030-4C93E1F0E941}"/>
              </a:ext>
            </a:extLst>
          </p:cNvPr>
          <p:cNvGrpSpPr>
            <a:grpSpLocks/>
          </p:cNvGrpSpPr>
          <p:nvPr/>
        </p:nvGrpSpPr>
        <p:grpSpPr bwMode="auto">
          <a:xfrm>
            <a:off x="7771435" y="5671350"/>
            <a:ext cx="666750" cy="876300"/>
            <a:chOff x="2583" y="3490"/>
            <a:chExt cx="420" cy="552"/>
          </a:xfrm>
        </p:grpSpPr>
        <p:sp>
          <p:nvSpPr>
            <p:cNvPr id="19" name="Oval 23">
              <a:extLst>
                <a:ext uri="{FF2B5EF4-FFF2-40B4-BE49-F238E27FC236}">
                  <a16:creationId xmlns:a16="http://schemas.microsoft.com/office/drawing/2014/main" id="{B855BA73-813D-7E20-9C83-16AEF98984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3" y="3490"/>
              <a:ext cx="420" cy="416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prstDash val="lgDash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Line 24">
              <a:extLst>
                <a:ext uri="{FF2B5EF4-FFF2-40B4-BE49-F238E27FC236}">
                  <a16:creationId xmlns:a16="http://schemas.microsoft.com/office/drawing/2014/main" id="{D243E19E-D439-8BC4-BDEC-69234F1EBDC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19" y="3898"/>
              <a:ext cx="0" cy="14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Line 25">
              <a:extLst>
                <a:ext uri="{FF2B5EF4-FFF2-40B4-BE49-F238E27FC236}">
                  <a16:creationId xmlns:a16="http://schemas.microsoft.com/office/drawing/2014/main" id="{E2C05E42-5847-EB46-7CE0-3C629BA34D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71" y="3894"/>
              <a:ext cx="0" cy="14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2" name="Rectangle 26">
            <a:extLst>
              <a:ext uri="{FF2B5EF4-FFF2-40B4-BE49-F238E27FC236}">
                <a16:creationId xmlns:a16="http://schemas.microsoft.com/office/drawing/2014/main" id="{90CEE93F-779B-09AB-BDFB-3BB7F05B2E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34922" y="5604675"/>
            <a:ext cx="415925" cy="984250"/>
          </a:xfrm>
          <a:prstGeom prst="rect">
            <a:avLst/>
          </a:prstGeom>
          <a:solidFill>
            <a:sysClr val="window" lastClr="FFFFFF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Arc 27">
            <a:extLst>
              <a:ext uri="{FF2B5EF4-FFF2-40B4-BE49-F238E27FC236}">
                <a16:creationId xmlns:a16="http://schemas.microsoft.com/office/drawing/2014/main" id="{104BF219-88DF-2513-FD51-2B3846DC5831}"/>
              </a:ext>
            </a:extLst>
          </p:cNvPr>
          <p:cNvSpPr>
            <a:spLocks/>
          </p:cNvSpPr>
          <p:nvPr/>
        </p:nvSpPr>
        <p:spPr bwMode="auto">
          <a:xfrm>
            <a:off x="8098460" y="5809463"/>
            <a:ext cx="190500" cy="374650"/>
          </a:xfrm>
          <a:custGeom>
            <a:avLst/>
            <a:gdLst>
              <a:gd name="T0" fmla="*/ 2147483647 w 21961"/>
              <a:gd name="T1" fmla="*/ 0 h 43200"/>
              <a:gd name="T2" fmla="*/ 0 w 21961"/>
              <a:gd name="T3" fmla="*/ 2147483647 h 43200"/>
              <a:gd name="T4" fmla="*/ 2147483647 w 21961"/>
              <a:gd name="T5" fmla="*/ 2147483647 h 43200"/>
              <a:gd name="T6" fmla="*/ 0 60000 65536"/>
              <a:gd name="T7" fmla="*/ 0 60000 65536"/>
              <a:gd name="T8" fmla="*/ 0 60000 65536"/>
              <a:gd name="T9" fmla="*/ 0 w 21961"/>
              <a:gd name="T10" fmla="*/ 0 h 43200"/>
              <a:gd name="T11" fmla="*/ 21961 w 21961"/>
              <a:gd name="T12" fmla="*/ 43200 h 43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961" h="43200" fill="none" extrusionOk="0">
                <a:moveTo>
                  <a:pt x="360" y="0"/>
                </a:moveTo>
                <a:cubicBezTo>
                  <a:pt x="12290" y="0"/>
                  <a:pt x="21961" y="9670"/>
                  <a:pt x="21961" y="21600"/>
                </a:cubicBezTo>
                <a:cubicBezTo>
                  <a:pt x="21961" y="33529"/>
                  <a:pt x="12290" y="43200"/>
                  <a:pt x="361" y="43200"/>
                </a:cubicBezTo>
                <a:cubicBezTo>
                  <a:pt x="240" y="43200"/>
                  <a:pt x="120" y="43198"/>
                  <a:pt x="0" y="43196"/>
                </a:cubicBezTo>
              </a:path>
              <a:path w="21961" h="43200" stroke="0" extrusionOk="0">
                <a:moveTo>
                  <a:pt x="360" y="0"/>
                </a:moveTo>
                <a:cubicBezTo>
                  <a:pt x="12290" y="0"/>
                  <a:pt x="21961" y="9670"/>
                  <a:pt x="21961" y="21600"/>
                </a:cubicBezTo>
                <a:cubicBezTo>
                  <a:pt x="21961" y="33529"/>
                  <a:pt x="12290" y="43200"/>
                  <a:pt x="361" y="43200"/>
                </a:cubicBezTo>
                <a:cubicBezTo>
                  <a:pt x="240" y="43200"/>
                  <a:pt x="120" y="43198"/>
                  <a:pt x="0" y="43196"/>
                </a:cubicBezTo>
                <a:lnTo>
                  <a:pt x="361" y="21600"/>
                </a:lnTo>
                <a:lnTo>
                  <a:pt x="360" y="0"/>
                </a:lnTo>
                <a:close/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 type="none" w="sm" len="lg"/>
          </a:ln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Oval 28">
            <a:extLst>
              <a:ext uri="{FF2B5EF4-FFF2-40B4-BE49-F238E27FC236}">
                <a16:creationId xmlns:a16="http://schemas.microsoft.com/office/drawing/2014/main" id="{9E2D1114-0734-7704-713D-0F5A78729E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74622" y="5763425"/>
            <a:ext cx="460375" cy="460375"/>
          </a:xfrm>
          <a:prstGeom prst="ellipse">
            <a:avLst/>
          </a:prstGeom>
          <a:solidFill>
            <a:sysClr val="window" lastClr="FFFFFF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Line 29">
            <a:extLst>
              <a:ext uri="{FF2B5EF4-FFF2-40B4-BE49-F238E27FC236}">
                <a16:creationId xmlns:a16="http://schemas.microsoft.com/office/drawing/2014/main" id="{7B9CBFC5-46D2-1B2F-14BD-4151FBDAB04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119097" y="5360200"/>
            <a:ext cx="1543050" cy="573088"/>
          </a:xfrm>
          <a:prstGeom prst="line">
            <a:avLst/>
          </a:prstGeom>
          <a:noFill/>
          <a:ln w="57150">
            <a:solidFill>
              <a:srgbClr val="00CC99"/>
            </a:solidFill>
            <a:round/>
            <a:headEnd/>
            <a:tailEnd type="triangle" w="sm" len="lg"/>
          </a:ln>
        </p:spPr>
        <p:txBody>
          <a:bodyPr wrap="none" anchor="ctr"/>
          <a:lstStyle/>
          <a:p>
            <a:pPr>
              <a:defRPr/>
            </a:pPr>
            <a:endParaRPr kumimoji="1" lang="zh-CN" altLang="en-US" sz="2400" b="1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Line 30">
            <a:extLst>
              <a:ext uri="{FF2B5EF4-FFF2-40B4-BE49-F238E27FC236}">
                <a16:creationId xmlns:a16="http://schemas.microsoft.com/office/drawing/2014/main" id="{1322C55C-08A8-67BA-9CF4-539B2A64750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230222" y="6301588"/>
            <a:ext cx="0" cy="236537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none" w="sm" len="lg"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7" name="Group 31">
            <a:extLst>
              <a:ext uri="{FF2B5EF4-FFF2-40B4-BE49-F238E27FC236}">
                <a16:creationId xmlns:a16="http://schemas.microsoft.com/office/drawing/2014/main" id="{32BF431A-8A87-DE79-23C0-BAD965B8DF08}"/>
              </a:ext>
            </a:extLst>
          </p:cNvPr>
          <p:cNvGrpSpPr>
            <a:grpSpLocks/>
          </p:cNvGrpSpPr>
          <p:nvPr/>
        </p:nvGrpSpPr>
        <p:grpSpPr bwMode="auto">
          <a:xfrm>
            <a:off x="6661772" y="5388775"/>
            <a:ext cx="2873375" cy="1244600"/>
            <a:chOff x="1886" y="3312"/>
            <a:chExt cx="1810" cy="784"/>
          </a:xfrm>
        </p:grpSpPr>
        <p:sp>
          <p:nvSpPr>
            <p:cNvPr id="28" name="Oval 32">
              <a:extLst>
                <a:ext uri="{FF2B5EF4-FFF2-40B4-BE49-F238E27FC236}">
                  <a16:creationId xmlns:a16="http://schemas.microsoft.com/office/drawing/2014/main" id="{A9A1531D-BE1F-1851-DBFC-2B05BE8B9C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3361"/>
              <a:ext cx="692" cy="687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Line 33">
              <a:extLst>
                <a:ext uri="{FF2B5EF4-FFF2-40B4-BE49-F238E27FC236}">
                  <a16:creationId xmlns:a16="http://schemas.microsoft.com/office/drawing/2014/main" id="{A3F32642-A8FB-161E-A264-E981F23D19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07" y="3492"/>
              <a:ext cx="0" cy="43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Line 34">
              <a:extLst>
                <a:ext uri="{FF2B5EF4-FFF2-40B4-BE49-F238E27FC236}">
                  <a16:creationId xmlns:a16="http://schemas.microsoft.com/office/drawing/2014/main" id="{A92F3A6C-8FFC-4DB1-2C5F-BACE72464A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76" y="3471"/>
              <a:ext cx="0" cy="43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Line 35">
              <a:extLst>
                <a:ext uri="{FF2B5EF4-FFF2-40B4-BE49-F238E27FC236}">
                  <a16:creationId xmlns:a16="http://schemas.microsoft.com/office/drawing/2014/main" id="{027757B0-5223-C92D-B8DC-688F8239CFA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65" y="3370"/>
              <a:ext cx="650" cy="172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Line 36">
              <a:extLst>
                <a:ext uri="{FF2B5EF4-FFF2-40B4-BE49-F238E27FC236}">
                  <a16:creationId xmlns:a16="http://schemas.microsoft.com/office/drawing/2014/main" id="{471D9DFD-9DB9-D5C6-B3C3-3055F3F1E8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3" y="3870"/>
              <a:ext cx="640" cy="17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Line 37">
              <a:extLst>
                <a:ext uri="{FF2B5EF4-FFF2-40B4-BE49-F238E27FC236}">
                  <a16:creationId xmlns:a16="http://schemas.microsoft.com/office/drawing/2014/main" id="{53021DD5-372C-BEB5-3A9E-AFCA3933F8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69" y="3370"/>
              <a:ext cx="648" cy="15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Line 38">
              <a:extLst>
                <a:ext uri="{FF2B5EF4-FFF2-40B4-BE49-F238E27FC236}">
                  <a16:creationId xmlns:a16="http://schemas.microsoft.com/office/drawing/2014/main" id="{244649E4-30D7-1B3C-28A4-103423E0773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73" y="3852"/>
              <a:ext cx="636" cy="18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Oval 39">
              <a:extLst>
                <a:ext uri="{FF2B5EF4-FFF2-40B4-BE49-F238E27FC236}">
                  <a16:creationId xmlns:a16="http://schemas.microsoft.com/office/drawing/2014/main" id="{AFA1FC80-BEA6-D4EE-6F96-3BCC6C2DA2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9" y="3626"/>
              <a:ext cx="144" cy="148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" name="Oval 40">
              <a:extLst>
                <a:ext uri="{FF2B5EF4-FFF2-40B4-BE49-F238E27FC236}">
                  <a16:creationId xmlns:a16="http://schemas.microsoft.com/office/drawing/2014/main" id="{03520CA0-550B-8916-D5B8-E81B018234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3" y="3626"/>
              <a:ext cx="144" cy="148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Arc 41">
              <a:extLst>
                <a:ext uri="{FF2B5EF4-FFF2-40B4-BE49-F238E27FC236}">
                  <a16:creationId xmlns:a16="http://schemas.microsoft.com/office/drawing/2014/main" id="{63C5F899-4F25-00CA-2644-6783B9A3586A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4" y="3541"/>
              <a:ext cx="170" cy="329"/>
            </a:xfrm>
            <a:custGeom>
              <a:avLst/>
              <a:gdLst>
                <a:gd name="T0" fmla="*/ 0 w 21600"/>
                <a:gd name="T1" fmla="*/ 0 h 41864"/>
                <a:gd name="T2" fmla="*/ 0 w 21600"/>
                <a:gd name="T3" fmla="*/ 0 h 41864"/>
                <a:gd name="T4" fmla="*/ 0 w 21600"/>
                <a:gd name="T5" fmla="*/ 0 h 41864"/>
                <a:gd name="T6" fmla="*/ 0 60000 65536"/>
                <a:gd name="T7" fmla="*/ 0 60000 65536"/>
                <a:gd name="T8" fmla="*/ 0 60000 65536"/>
                <a:gd name="T9" fmla="*/ 0 w 21600"/>
                <a:gd name="T10" fmla="*/ 0 h 41864"/>
                <a:gd name="T11" fmla="*/ 21600 w 21600"/>
                <a:gd name="T12" fmla="*/ 41864 h 4186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1864" fill="none" extrusionOk="0">
                  <a:moveTo>
                    <a:pt x="16463" y="41864"/>
                  </a:moveTo>
                  <a:cubicBezTo>
                    <a:pt x="6798" y="39498"/>
                    <a:pt x="0" y="30834"/>
                    <a:pt x="0" y="20884"/>
                  </a:cubicBezTo>
                  <a:cubicBezTo>
                    <a:pt x="-1" y="11079"/>
                    <a:pt x="6604" y="2504"/>
                    <a:pt x="16084" y="0"/>
                  </a:cubicBezTo>
                </a:path>
                <a:path w="21600" h="41864" stroke="0" extrusionOk="0">
                  <a:moveTo>
                    <a:pt x="16463" y="41864"/>
                  </a:moveTo>
                  <a:cubicBezTo>
                    <a:pt x="6798" y="39498"/>
                    <a:pt x="0" y="30834"/>
                    <a:pt x="0" y="20884"/>
                  </a:cubicBezTo>
                  <a:cubicBezTo>
                    <a:pt x="-1" y="11079"/>
                    <a:pt x="6604" y="2504"/>
                    <a:pt x="16084" y="0"/>
                  </a:cubicBezTo>
                  <a:lnTo>
                    <a:pt x="21600" y="20884"/>
                  </a:lnTo>
                  <a:lnTo>
                    <a:pt x="16463" y="41864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 type="none" w="sm" len="lg"/>
            </a:ln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Arc 42">
              <a:extLst>
                <a:ext uri="{FF2B5EF4-FFF2-40B4-BE49-F238E27FC236}">
                  <a16:creationId xmlns:a16="http://schemas.microsoft.com/office/drawing/2014/main" id="{1B8B314C-B252-C9AF-49FE-076FD146FAA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468" y="3523"/>
              <a:ext cx="170" cy="329"/>
            </a:xfrm>
            <a:custGeom>
              <a:avLst/>
              <a:gdLst>
                <a:gd name="T0" fmla="*/ 0 w 21600"/>
                <a:gd name="T1" fmla="*/ 0 h 41864"/>
                <a:gd name="T2" fmla="*/ 0 w 21600"/>
                <a:gd name="T3" fmla="*/ 0 h 41864"/>
                <a:gd name="T4" fmla="*/ 0 w 21600"/>
                <a:gd name="T5" fmla="*/ 0 h 41864"/>
                <a:gd name="T6" fmla="*/ 0 60000 65536"/>
                <a:gd name="T7" fmla="*/ 0 60000 65536"/>
                <a:gd name="T8" fmla="*/ 0 60000 65536"/>
                <a:gd name="T9" fmla="*/ 0 w 21600"/>
                <a:gd name="T10" fmla="*/ 0 h 41864"/>
                <a:gd name="T11" fmla="*/ 21600 w 21600"/>
                <a:gd name="T12" fmla="*/ 41864 h 4186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1864" fill="none" extrusionOk="0">
                  <a:moveTo>
                    <a:pt x="16463" y="41864"/>
                  </a:moveTo>
                  <a:cubicBezTo>
                    <a:pt x="6798" y="39498"/>
                    <a:pt x="0" y="30834"/>
                    <a:pt x="0" y="20884"/>
                  </a:cubicBezTo>
                  <a:cubicBezTo>
                    <a:pt x="-1" y="11079"/>
                    <a:pt x="6604" y="2504"/>
                    <a:pt x="16084" y="0"/>
                  </a:cubicBezTo>
                </a:path>
                <a:path w="21600" h="41864" stroke="0" extrusionOk="0">
                  <a:moveTo>
                    <a:pt x="16463" y="41864"/>
                  </a:moveTo>
                  <a:cubicBezTo>
                    <a:pt x="6798" y="39498"/>
                    <a:pt x="0" y="30834"/>
                    <a:pt x="0" y="20884"/>
                  </a:cubicBezTo>
                  <a:cubicBezTo>
                    <a:pt x="-1" y="11079"/>
                    <a:pt x="6604" y="2504"/>
                    <a:pt x="16084" y="0"/>
                  </a:cubicBezTo>
                  <a:lnTo>
                    <a:pt x="21600" y="20884"/>
                  </a:lnTo>
                  <a:lnTo>
                    <a:pt x="16463" y="41864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 type="none" w="sm" len="lg"/>
            </a:ln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Line 43">
              <a:extLst>
                <a:ext uri="{FF2B5EF4-FFF2-40B4-BE49-F238E27FC236}">
                  <a16:creationId xmlns:a16="http://schemas.microsoft.com/office/drawing/2014/main" id="{C094316E-86B6-4C08-2330-31B1A07EAC3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849" y="3506"/>
              <a:ext cx="0" cy="38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Line 44">
              <a:extLst>
                <a:ext uri="{FF2B5EF4-FFF2-40B4-BE49-F238E27FC236}">
                  <a16:creationId xmlns:a16="http://schemas.microsoft.com/office/drawing/2014/main" id="{93236522-E398-39B3-BB85-6799F51B55F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629" y="3686"/>
              <a:ext cx="0" cy="2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" name="Line 45">
              <a:extLst>
                <a:ext uri="{FF2B5EF4-FFF2-40B4-BE49-F238E27FC236}">
                  <a16:creationId xmlns:a16="http://schemas.microsoft.com/office/drawing/2014/main" id="{C3B02400-66D0-15C0-9C08-6CFF306F75F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437" y="3536"/>
              <a:ext cx="0" cy="32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" name="Line 46">
              <a:extLst>
                <a:ext uri="{FF2B5EF4-FFF2-40B4-BE49-F238E27FC236}">
                  <a16:creationId xmlns:a16="http://schemas.microsoft.com/office/drawing/2014/main" id="{0478094F-4E34-00D8-18B9-F8094E56F76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251" y="3686"/>
              <a:ext cx="0" cy="2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4" name="Line 47">
              <a:extLst>
                <a:ext uri="{FF2B5EF4-FFF2-40B4-BE49-F238E27FC236}">
                  <a16:creationId xmlns:a16="http://schemas.microsoft.com/office/drawing/2014/main" id="{C96951AA-D53F-E4A6-010B-022EBAE34FC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054" y="3529"/>
              <a:ext cx="0" cy="33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5" name="Line 48">
              <a:extLst>
                <a:ext uri="{FF2B5EF4-FFF2-40B4-BE49-F238E27FC236}">
                  <a16:creationId xmlns:a16="http://schemas.microsoft.com/office/drawing/2014/main" id="{84327FDA-2852-ACE3-BCB8-4F780B6E1D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97" y="3312"/>
              <a:ext cx="0" cy="18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6" name="Line 49">
              <a:extLst>
                <a:ext uri="{FF2B5EF4-FFF2-40B4-BE49-F238E27FC236}">
                  <a16:creationId xmlns:a16="http://schemas.microsoft.com/office/drawing/2014/main" id="{B01B2563-551F-5B1B-85B0-8F72113C74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97" y="3518"/>
              <a:ext cx="0" cy="2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7" name="Line 50">
              <a:extLst>
                <a:ext uri="{FF2B5EF4-FFF2-40B4-BE49-F238E27FC236}">
                  <a16:creationId xmlns:a16="http://schemas.microsoft.com/office/drawing/2014/main" id="{5F4EDA07-8123-B61F-4A8A-3A78F8CA1D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97" y="3552"/>
              <a:ext cx="0" cy="28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8" name="Line 51">
              <a:extLst>
                <a:ext uri="{FF2B5EF4-FFF2-40B4-BE49-F238E27FC236}">
                  <a16:creationId xmlns:a16="http://schemas.microsoft.com/office/drawing/2014/main" id="{3C589AA9-E1DE-6380-076C-BE35465C47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97" y="3848"/>
              <a:ext cx="0" cy="2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9" name="Line 52">
              <a:extLst>
                <a:ext uri="{FF2B5EF4-FFF2-40B4-BE49-F238E27FC236}">
                  <a16:creationId xmlns:a16="http://schemas.microsoft.com/office/drawing/2014/main" id="{A5C86E5B-995E-35CC-749C-F418914EF4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97" y="3888"/>
              <a:ext cx="0" cy="20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0" name="Line 53">
              <a:extLst>
                <a:ext uri="{FF2B5EF4-FFF2-40B4-BE49-F238E27FC236}">
                  <a16:creationId xmlns:a16="http://schemas.microsoft.com/office/drawing/2014/main" id="{8B0534E8-8BF4-43CF-2D0E-976F8662825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535" y="3536"/>
              <a:ext cx="0" cy="32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" name="Line 54">
              <a:extLst>
                <a:ext uri="{FF2B5EF4-FFF2-40B4-BE49-F238E27FC236}">
                  <a16:creationId xmlns:a16="http://schemas.microsoft.com/office/drawing/2014/main" id="{DB252816-894A-3354-94D6-DB675E07512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341" y="3686"/>
              <a:ext cx="0" cy="2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" name="Line 55">
              <a:extLst>
                <a:ext uri="{FF2B5EF4-FFF2-40B4-BE49-F238E27FC236}">
                  <a16:creationId xmlns:a16="http://schemas.microsoft.com/office/drawing/2014/main" id="{0EC3D25D-8204-1E20-3BB9-D659045CEB7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205" y="3596"/>
              <a:ext cx="0" cy="20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" name="Line 56">
              <a:extLst>
                <a:ext uri="{FF2B5EF4-FFF2-40B4-BE49-F238E27FC236}">
                  <a16:creationId xmlns:a16="http://schemas.microsoft.com/office/drawing/2014/main" id="{30509630-2D27-EA5D-58E9-EB770E6DBBB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071" y="3686"/>
              <a:ext cx="0" cy="2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4" name="Group 57">
            <a:extLst>
              <a:ext uri="{FF2B5EF4-FFF2-40B4-BE49-F238E27FC236}">
                <a16:creationId xmlns:a16="http://schemas.microsoft.com/office/drawing/2014/main" id="{37FC64CB-5594-7F36-937F-E98DE621A483}"/>
              </a:ext>
            </a:extLst>
          </p:cNvPr>
          <p:cNvGrpSpPr>
            <a:grpSpLocks/>
          </p:cNvGrpSpPr>
          <p:nvPr/>
        </p:nvGrpSpPr>
        <p:grpSpPr bwMode="auto">
          <a:xfrm>
            <a:off x="9068931" y="1786553"/>
            <a:ext cx="227013" cy="438150"/>
            <a:chOff x="3778" y="1122"/>
            <a:chExt cx="143" cy="276"/>
          </a:xfrm>
        </p:grpSpPr>
        <p:grpSp>
          <p:nvGrpSpPr>
            <p:cNvPr id="55" name="Group 58">
              <a:extLst>
                <a:ext uri="{FF2B5EF4-FFF2-40B4-BE49-F238E27FC236}">
                  <a16:creationId xmlns:a16="http://schemas.microsoft.com/office/drawing/2014/main" id="{96D1F550-ADFB-222C-F0E1-760A2DE143F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8" y="1153"/>
              <a:ext cx="143" cy="204"/>
              <a:chOff x="2266" y="2428"/>
              <a:chExt cx="83" cy="204"/>
            </a:xfrm>
          </p:grpSpPr>
          <p:sp>
            <p:nvSpPr>
              <p:cNvPr id="60" name="Line 59">
                <a:extLst>
                  <a:ext uri="{FF2B5EF4-FFF2-40B4-BE49-F238E27FC236}">
                    <a16:creationId xmlns:a16="http://schemas.microsoft.com/office/drawing/2014/main" id="{D80A6C26-B7B9-EBB6-FA3C-D3FC6A0201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66" y="2428"/>
                <a:ext cx="0" cy="204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1" name="Line 60">
                <a:extLst>
                  <a:ext uri="{FF2B5EF4-FFF2-40B4-BE49-F238E27FC236}">
                    <a16:creationId xmlns:a16="http://schemas.microsoft.com/office/drawing/2014/main" id="{372B91A9-DBBA-6E68-B9F6-176D661EDA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49" y="2428"/>
                <a:ext cx="0" cy="203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56" name="Group 61">
              <a:extLst>
                <a:ext uri="{FF2B5EF4-FFF2-40B4-BE49-F238E27FC236}">
                  <a16:creationId xmlns:a16="http://schemas.microsoft.com/office/drawing/2014/main" id="{CB233758-F89F-8E4A-7B9E-B36BC25D773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48" y="1122"/>
              <a:ext cx="1" cy="276"/>
              <a:chOff x="400" y="2529"/>
              <a:chExt cx="1" cy="276"/>
            </a:xfrm>
          </p:grpSpPr>
          <p:sp>
            <p:nvSpPr>
              <p:cNvPr id="57" name="Line 62">
                <a:extLst>
                  <a:ext uri="{FF2B5EF4-FFF2-40B4-BE49-F238E27FC236}">
                    <a16:creationId xmlns:a16="http://schemas.microsoft.com/office/drawing/2014/main" id="{AC2BBFCF-88A8-627B-D78F-A7AE36870F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0" y="2529"/>
                <a:ext cx="0" cy="96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8" name="Line 63">
                <a:extLst>
                  <a:ext uri="{FF2B5EF4-FFF2-40B4-BE49-F238E27FC236}">
                    <a16:creationId xmlns:a16="http://schemas.microsoft.com/office/drawing/2014/main" id="{2F017127-782F-A07C-0128-1258D1EE93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0" y="2646"/>
                <a:ext cx="0" cy="24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9" name="Line 64">
                <a:extLst>
                  <a:ext uri="{FF2B5EF4-FFF2-40B4-BE49-F238E27FC236}">
                    <a16:creationId xmlns:a16="http://schemas.microsoft.com/office/drawing/2014/main" id="{CAF65093-D6A7-D36E-7E09-F3ED959A65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1" y="2691"/>
                <a:ext cx="0" cy="114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62" name="Freeform 65">
            <a:extLst>
              <a:ext uri="{FF2B5EF4-FFF2-40B4-BE49-F238E27FC236}">
                <a16:creationId xmlns:a16="http://schemas.microsoft.com/office/drawing/2014/main" id="{D4B1E963-DDCB-106B-52C7-821B1109628A}"/>
              </a:ext>
            </a:extLst>
          </p:cNvPr>
          <p:cNvSpPr>
            <a:spLocks/>
          </p:cNvSpPr>
          <p:nvPr/>
        </p:nvSpPr>
        <p:spPr bwMode="auto">
          <a:xfrm>
            <a:off x="8937169" y="624503"/>
            <a:ext cx="1338262" cy="1539875"/>
          </a:xfrm>
          <a:custGeom>
            <a:avLst/>
            <a:gdLst>
              <a:gd name="T0" fmla="*/ 2147483647 w 844"/>
              <a:gd name="T1" fmla="*/ 0 h 970"/>
              <a:gd name="T2" fmla="*/ 2147483647 w 844"/>
              <a:gd name="T3" fmla="*/ 0 h 970"/>
              <a:gd name="T4" fmla="*/ 2147483647 w 844"/>
              <a:gd name="T5" fmla="*/ 2147483647 h 970"/>
              <a:gd name="T6" fmla="*/ 0 w 844"/>
              <a:gd name="T7" fmla="*/ 2147483647 h 970"/>
              <a:gd name="T8" fmla="*/ 0 w 844"/>
              <a:gd name="T9" fmla="*/ 2147483647 h 970"/>
              <a:gd name="T10" fmla="*/ 2147483647 w 844"/>
              <a:gd name="T11" fmla="*/ 2147483647 h 97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844"/>
              <a:gd name="T19" fmla="*/ 0 h 970"/>
              <a:gd name="T20" fmla="*/ 844 w 844"/>
              <a:gd name="T21" fmla="*/ 970 h 97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844" h="970">
                <a:moveTo>
                  <a:pt x="840" y="0"/>
                </a:moveTo>
                <a:lnTo>
                  <a:pt x="488" y="0"/>
                </a:lnTo>
                <a:lnTo>
                  <a:pt x="488" y="768"/>
                </a:lnTo>
                <a:lnTo>
                  <a:pt x="0" y="768"/>
                </a:lnTo>
                <a:lnTo>
                  <a:pt x="0" y="970"/>
                </a:lnTo>
                <a:lnTo>
                  <a:pt x="844" y="970"/>
                </a:ln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kumimoji="1" lang="zh-CN" altLang="en-US" sz="2400" b="1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3" name="Group 66">
            <a:extLst>
              <a:ext uri="{FF2B5EF4-FFF2-40B4-BE49-F238E27FC236}">
                <a16:creationId xmlns:a16="http://schemas.microsoft.com/office/drawing/2014/main" id="{1D750095-FF29-957B-85C5-59322FA0FA75}"/>
              </a:ext>
            </a:extLst>
          </p:cNvPr>
          <p:cNvGrpSpPr>
            <a:grpSpLocks/>
          </p:cNvGrpSpPr>
          <p:nvPr/>
        </p:nvGrpSpPr>
        <p:grpSpPr bwMode="auto">
          <a:xfrm>
            <a:off x="8937169" y="626090"/>
            <a:ext cx="1149350" cy="1531938"/>
            <a:chOff x="3882" y="1800"/>
            <a:chExt cx="724" cy="965"/>
          </a:xfrm>
        </p:grpSpPr>
        <p:sp>
          <p:nvSpPr>
            <p:cNvPr id="64" name="Line 67">
              <a:extLst>
                <a:ext uri="{FF2B5EF4-FFF2-40B4-BE49-F238E27FC236}">
                  <a16:creationId xmlns:a16="http://schemas.microsoft.com/office/drawing/2014/main" id="{E52A5584-858F-324F-398A-25830ADEFF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74" y="1800"/>
              <a:ext cx="136" cy="1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5" name="Line 68">
              <a:extLst>
                <a:ext uri="{FF2B5EF4-FFF2-40B4-BE49-F238E27FC236}">
                  <a16:creationId xmlns:a16="http://schemas.microsoft.com/office/drawing/2014/main" id="{EF5C5886-F917-5265-41FC-FE77A90A218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77" y="1836"/>
              <a:ext cx="229" cy="22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6" name="Line 69">
              <a:extLst>
                <a:ext uri="{FF2B5EF4-FFF2-40B4-BE49-F238E27FC236}">
                  <a16:creationId xmlns:a16="http://schemas.microsoft.com/office/drawing/2014/main" id="{C4781C97-68AA-6C16-3C5E-853F47BA71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75" y="2065"/>
              <a:ext cx="136" cy="1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7" name="Line 70">
              <a:extLst>
                <a:ext uri="{FF2B5EF4-FFF2-40B4-BE49-F238E27FC236}">
                  <a16:creationId xmlns:a16="http://schemas.microsoft.com/office/drawing/2014/main" id="{AB8C6F13-3C59-D9C3-C79A-03D38830674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75" y="2193"/>
              <a:ext cx="136" cy="1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8" name="Line 71">
              <a:extLst>
                <a:ext uri="{FF2B5EF4-FFF2-40B4-BE49-F238E27FC236}">
                  <a16:creationId xmlns:a16="http://schemas.microsoft.com/office/drawing/2014/main" id="{6FCC3B69-5B49-8026-140E-1A886534E60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75" y="2313"/>
              <a:ext cx="136" cy="1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9" name="Line 72">
              <a:extLst>
                <a:ext uri="{FF2B5EF4-FFF2-40B4-BE49-F238E27FC236}">
                  <a16:creationId xmlns:a16="http://schemas.microsoft.com/office/drawing/2014/main" id="{3D43F9D4-9749-F195-8939-EC54AB47D8C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12" y="2562"/>
              <a:ext cx="202" cy="2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0" name="Line 73">
              <a:extLst>
                <a:ext uri="{FF2B5EF4-FFF2-40B4-BE49-F238E27FC236}">
                  <a16:creationId xmlns:a16="http://schemas.microsoft.com/office/drawing/2014/main" id="{028D934A-38CF-FB54-74AD-8BD33968AE7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83" y="2437"/>
              <a:ext cx="328" cy="32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1" name="Line 74">
              <a:extLst>
                <a:ext uri="{FF2B5EF4-FFF2-40B4-BE49-F238E27FC236}">
                  <a16:creationId xmlns:a16="http://schemas.microsoft.com/office/drawing/2014/main" id="{04675968-73BE-AC65-DB28-A983A89C93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29" y="2682"/>
              <a:ext cx="82" cy="8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2" name="Line 75">
              <a:extLst>
                <a:ext uri="{FF2B5EF4-FFF2-40B4-BE49-F238E27FC236}">
                  <a16:creationId xmlns:a16="http://schemas.microsoft.com/office/drawing/2014/main" id="{865EF51A-CDB1-C3B7-6442-7F4838FBF91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82" y="2592"/>
              <a:ext cx="79" cy="7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3" name="Line 76">
              <a:extLst>
                <a:ext uri="{FF2B5EF4-FFF2-40B4-BE49-F238E27FC236}">
                  <a16:creationId xmlns:a16="http://schemas.microsoft.com/office/drawing/2014/main" id="{0ABC47E2-24A6-C736-89BB-3E6696232AF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22" y="2722"/>
              <a:ext cx="37" cy="3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4" name="Line 77">
              <a:extLst>
                <a:ext uri="{FF2B5EF4-FFF2-40B4-BE49-F238E27FC236}">
                  <a16:creationId xmlns:a16="http://schemas.microsoft.com/office/drawing/2014/main" id="{707AE440-0EE6-09AF-3AC7-5C550ED9399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05" y="2565"/>
              <a:ext cx="154" cy="15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5" name="Group 78">
            <a:extLst>
              <a:ext uri="{FF2B5EF4-FFF2-40B4-BE49-F238E27FC236}">
                <a16:creationId xmlns:a16="http://schemas.microsoft.com/office/drawing/2014/main" id="{547744D2-51B5-6846-F831-A852CD16C55D}"/>
              </a:ext>
            </a:extLst>
          </p:cNvPr>
          <p:cNvGrpSpPr>
            <a:grpSpLocks/>
          </p:cNvGrpSpPr>
          <p:nvPr/>
        </p:nvGrpSpPr>
        <p:grpSpPr bwMode="auto">
          <a:xfrm>
            <a:off x="9942056" y="630853"/>
            <a:ext cx="342900" cy="1541462"/>
            <a:chOff x="875" y="1801"/>
            <a:chExt cx="216" cy="971"/>
          </a:xfrm>
        </p:grpSpPr>
        <p:sp>
          <p:nvSpPr>
            <p:cNvPr id="76" name="Line 79">
              <a:extLst>
                <a:ext uri="{FF2B5EF4-FFF2-40B4-BE49-F238E27FC236}">
                  <a16:creationId xmlns:a16="http://schemas.microsoft.com/office/drawing/2014/main" id="{E0788450-16CA-ACEE-DA67-F5CBADAD75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5" y="1974"/>
              <a:ext cx="0" cy="79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7" name="Line 80">
              <a:extLst>
                <a:ext uri="{FF2B5EF4-FFF2-40B4-BE49-F238E27FC236}">
                  <a16:creationId xmlns:a16="http://schemas.microsoft.com/office/drawing/2014/main" id="{B98517DE-EF9F-5DAB-16CB-F559DA47C2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9" y="1977"/>
              <a:ext cx="212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8" name="Line 81">
              <a:extLst>
                <a:ext uri="{FF2B5EF4-FFF2-40B4-BE49-F238E27FC236}">
                  <a16:creationId xmlns:a16="http://schemas.microsoft.com/office/drawing/2014/main" id="{CB1DC8F4-ADA8-75CF-0121-F3F85646CF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7" y="1801"/>
              <a:ext cx="0" cy="17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9" name="Rectangle 82">
            <a:extLst>
              <a:ext uri="{FF2B5EF4-FFF2-40B4-BE49-F238E27FC236}">
                <a16:creationId xmlns:a16="http://schemas.microsoft.com/office/drawing/2014/main" id="{E03D6A0A-3F65-A7C2-8D79-7A9844619D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73941" y="323746"/>
            <a:ext cx="1477962" cy="1862137"/>
          </a:xfrm>
          <a:prstGeom prst="rect">
            <a:avLst/>
          </a:prstGeom>
          <a:solidFill>
            <a:sysClr val="window" lastClr="FFFFFF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0" name="Arc 83">
            <a:extLst>
              <a:ext uri="{FF2B5EF4-FFF2-40B4-BE49-F238E27FC236}">
                <a16:creationId xmlns:a16="http://schemas.microsoft.com/office/drawing/2014/main" id="{344C643A-8575-69AD-8237-F8C6DB434B85}"/>
              </a:ext>
            </a:extLst>
          </p:cNvPr>
          <p:cNvSpPr>
            <a:spLocks/>
          </p:cNvSpPr>
          <p:nvPr/>
        </p:nvSpPr>
        <p:spPr bwMode="auto">
          <a:xfrm>
            <a:off x="6125041" y="1225236"/>
            <a:ext cx="128587" cy="257175"/>
          </a:xfrm>
          <a:custGeom>
            <a:avLst/>
            <a:gdLst>
              <a:gd name="T0" fmla="*/ 0 w 21600"/>
              <a:gd name="T1" fmla="*/ 0 h 43186"/>
              <a:gd name="T2" fmla="*/ 2147483647 w 21600"/>
              <a:gd name="T3" fmla="*/ 2147483647 h 43186"/>
              <a:gd name="T4" fmla="*/ 0 w 21600"/>
              <a:gd name="T5" fmla="*/ 2147483647 h 43186"/>
              <a:gd name="T6" fmla="*/ 0 60000 65536"/>
              <a:gd name="T7" fmla="*/ 0 60000 65536"/>
              <a:gd name="T8" fmla="*/ 0 60000 65536"/>
              <a:gd name="T9" fmla="*/ 0 w 21600"/>
              <a:gd name="T10" fmla="*/ 0 h 43186"/>
              <a:gd name="T11" fmla="*/ 21600 w 21600"/>
              <a:gd name="T12" fmla="*/ 43186 h 4318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43186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229"/>
                  <a:pt x="12392" y="42771"/>
                  <a:pt x="771" y="43186"/>
                </a:cubicBezTo>
              </a:path>
              <a:path w="21600" h="43186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229"/>
                  <a:pt x="12392" y="42771"/>
                  <a:pt x="771" y="43186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 type="none" w="sm" len="lg"/>
          </a:ln>
        </p:spPr>
        <p:txBody>
          <a:bodyPr wrap="none" anchor="ctr"/>
          <a:lstStyle/>
          <a:p>
            <a:pPr algn="ctr">
              <a:defRPr/>
            </a:pPr>
            <a:endParaRPr kumimoji="1" lang="zh-CN" altLang="en-US" sz="2400" b="1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1" name="Group 84">
            <a:extLst>
              <a:ext uri="{FF2B5EF4-FFF2-40B4-BE49-F238E27FC236}">
                <a16:creationId xmlns:a16="http://schemas.microsoft.com/office/drawing/2014/main" id="{15D70AD7-C92A-9BA4-846C-D0B856322C26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6125041" y="666436"/>
            <a:ext cx="342900" cy="1517650"/>
            <a:chOff x="1412" y="1664"/>
            <a:chExt cx="216" cy="956"/>
          </a:xfrm>
        </p:grpSpPr>
        <p:sp>
          <p:nvSpPr>
            <p:cNvPr id="82" name="Line 85">
              <a:extLst>
                <a:ext uri="{FF2B5EF4-FFF2-40B4-BE49-F238E27FC236}">
                  <a16:creationId xmlns:a16="http://schemas.microsoft.com/office/drawing/2014/main" id="{6E137839-FFE2-43A9-94B4-B5C5722CC81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12" y="1834"/>
              <a:ext cx="0" cy="78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3" name="Line 86">
              <a:extLst>
                <a:ext uri="{FF2B5EF4-FFF2-40B4-BE49-F238E27FC236}">
                  <a16:creationId xmlns:a16="http://schemas.microsoft.com/office/drawing/2014/main" id="{4394D516-2B5D-7503-20DE-509E7E398E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16" y="1840"/>
              <a:ext cx="212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4" name="Line 87">
              <a:extLst>
                <a:ext uri="{FF2B5EF4-FFF2-40B4-BE49-F238E27FC236}">
                  <a16:creationId xmlns:a16="http://schemas.microsoft.com/office/drawing/2014/main" id="{7400DCA1-F5E4-4F92-AF0A-AE4601B3BC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04" y="1664"/>
              <a:ext cx="0" cy="17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85" name="Group 88">
            <a:extLst>
              <a:ext uri="{FF2B5EF4-FFF2-40B4-BE49-F238E27FC236}">
                <a16:creationId xmlns:a16="http://schemas.microsoft.com/office/drawing/2014/main" id="{2F4D5D52-A176-0BDE-0FB1-1F9E1525A0C8}"/>
              </a:ext>
            </a:extLst>
          </p:cNvPr>
          <p:cNvGrpSpPr>
            <a:grpSpLocks/>
          </p:cNvGrpSpPr>
          <p:nvPr/>
        </p:nvGrpSpPr>
        <p:grpSpPr bwMode="auto">
          <a:xfrm>
            <a:off x="6120278" y="658498"/>
            <a:ext cx="1338263" cy="1539875"/>
            <a:chOff x="1088" y="1797"/>
            <a:chExt cx="843" cy="970"/>
          </a:xfrm>
        </p:grpSpPr>
        <p:sp>
          <p:nvSpPr>
            <p:cNvPr id="86" name="Line 89">
              <a:extLst>
                <a:ext uri="{FF2B5EF4-FFF2-40B4-BE49-F238E27FC236}">
                  <a16:creationId xmlns:a16="http://schemas.microsoft.com/office/drawing/2014/main" id="{B87CFFDD-DE32-1548-B136-1CC61DD5F8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95" y="2566"/>
              <a:ext cx="244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7" name="Freeform 90">
              <a:extLst>
                <a:ext uri="{FF2B5EF4-FFF2-40B4-BE49-F238E27FC236}">
                  <a16:creationId xmlns:a16="http://schemas.microsoft.com/office/drawing/2014/main" id="{7DD9F6FC-FBE6-5100-7580-1CDCD198C10F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1088" y="1797"/>
              <a:ext cx="843" cy="970"/>
            </a:xfrm>
            <a:custGeom>
              <a:avLst/>
              <a:gdLst>
                <a:gd name="T0" fmla="*/ 829 w 844"/>
                <a:gd name="T1" fmla="*/ 0 h 970"/>
                <a:gd name="T2" fmla="*/ 477 w 844"/>
                <a:gd name="T3" fmla="*/ 0 h 970"/>
                <a:gd name="T4" fmla="*/ 477 w 844"/>
                <a:gd name="T5" fmla="*/ 768 h 970"/>
                <a:gd name="T6" fmla="*/ 0 w 844"/>
                <a:gd name="T7" fmla="*/ 768 h 970"/>
                <a:gd name="T8" fmla="*/ 0 w 844"/>
                <a:gd name="T9" fmla="*/ 970 h 970"/>
                <a:gd name="T10" fmla="*/ 833 w 844"/>
                <a:gd name="T11" fmla="*/ 970 h 97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844"/>
                <a:gd name="T19" fmla="*/ 0 h 970"/>
                <a:gd name="T20" fmla="*/ 844 w 844"/>
                <a:gd name="T21" fmla="*/ 970 h 97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844" h="970">
                  <a:moveTo>
                    <a:pt x="840" y="0"/>
                  </a:moveTo>
                  <a:lnTo>
                    <a:pt x="488" y="0"/>
                  </a:lnTo>
                  <a:lnTo>
                    <a:pt x="488" y="768"/>
                  </a:lnTo>
                  <a:lnTo>
                    <a:pt x="0" y="768"/>
                  </a:lnTo>
                  <a:lnTo>
                    <a:pt x="0" y="970"/>
                  </a:lnTo>
                  <a:lnTo>
                    <a:pt x="844" y="97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88" name="Group 91">
            <a:extLst>
              <a:ext uri="{FF2B5EF4-FFF2-40B4-BE49-F238E27FC236}">
                <a16:creationId xmlns:a16="http://schemas.microsoft.com/office/drawing/2014/main" id="{083BF74A-D686-ACEE-AF40-CD25195092CB}"/>
              </a:ext>
            </a:extLst>
          </p:cNvPr>
          <p:cNvGrpSpPr>
            <a:grpSpLocks/>
          </p:cNvGrpSpPr>
          <p:nvPr/>
        </p:nvGrpSpPr>
        <p:grpSpPr bwMode="auto">
          <a:xfrm>
            <a:off x="7091828" y="1822136"/>
            <a:ext cx="228600" cy="441325"/>
            <a:chOff x="1697" y="2530"/>
            <a:chExt cx="144" cy="278"/>
          </a:xfrm>
        </p:grpSpPr>
        <p:grpSp>
          <p:nvGrpSpPr>
            <p:cNvPr id="89" name="Group 92">
              <a:extLst>
                <a:ext uri="{FF2B5EF4-FFF2-40B4-BE49-F238E27FC236}">
                  <a16:creationId xmlns:a16="http://schemas.microsoft.com/office/drawing/2014/main" id="{DDF71123-538F-2FD1-192A-876B872D54E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97" y="2563"/>
              <a:ext cx="144" cy="208"/>
              <a:chOff x="868" y="2428"/>
              <a:chExt cx="144" cy="208"/>
            </a:xfrm>
          </p:grpSpPr>
          <p:sp>
            <p:nvSpPr>
              <p:cNvPr id="94" name="Line 93">
                <a:extLst>
                  <a:ext uri="{FF2B5EF4-FFF2-40B4-BE49-F238E27FC236}">
                    <a16:creationId xmlns:a16="http://schemas.microsoft.com/office/drawing/2014/main" id="{02450FDB-1E6D-94BC-A2BD-73F18B3C20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68" y="2428"/>
                <a:ext cx="0" cy="208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lgDash"/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5" name="Line 94">
                <a:extLst>
                  <a:ext uri="{FF2B5EF4-FFF2-40B4-BE49-F238E27FC236}">
                    <a16:creationId xmlns:a16="http://schemas.microsoft.com/office/drawing/2014/main" id="{89957A73-958C-374A-607E-FB484195D5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12" y="2428"/>
                <a:ext cx="0" cy="208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lgDash"/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90" name="Group 95">
              <a:extLst>
                <a:ext uri="{FF2B5EF4-FFF2-40B4-BE49-F238E27FC236}">
                  <a16:creationId xmlns:a16="http://schemas.microsoft.com/office/drawing/2014/main" id="{B799C41F-7B7F-E115-A9EA-73A3AA03B0D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68" y="2530"/>
              <a:ext cx="0" cy="278"/>
              <a:chOff x="1768" y="2530"/>
              <a:chExt cx="0" cy="278"/>
            </a:xfrm>
          </p:grpSpPr>
          <p:sp>
            <p:nvSpPr>
              <p:cNvPr id="91" name="Line 96">
                <a:extLst>
                  <a:ext uri="{FF2B5EF4-FFF2-40B4-BE49-F238E27FC236}">
                    <a16:creationId xmlns:a16="http://schemas.microsoft.com/office/drawing/2014/main" id="{1B5F62A4-5E36-86B3-5B15-4F58E6065D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68" y="2530"/>
                <a:ext cx="0" cy="10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2" name="Line 97">
                <a:extLst>
                  <a:ext uri="{FF2B5EF4-FFF2-40B4-BE49-F238E27FC236}">
                    <a16:creationId xmlns:a16="http://schemas.microsoft.com/office/drawing/2014/main" id="{9A138F57-7ACC-DF85-D2AB-313D7D03DB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68" y="2650"/>
                <a:ext cx="0" cy="2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3" name="Line 98">
                <a:extLst>
                  <a:ext uri="{FF2B5EF4-FFF2-40B4-BE49-F238E27FC236}">
                    <a16:creationId xmlns:a16="http://schemas.microsoft.com/office/drawing/2014/main" id="{22E2C7A1-537F-2E55-ED93-9225148A4B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68" y="2688"/>
                <a:ext cx="0" cy="12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96" name="Rectangle 99">
            <a:extLst>
              <a:ext uri="{FF2B5EF4-FFF2-40B4-BE49-F238E27FC236}">
                <a16:creationId xmlns:a16="http://schemas.microsoft.com/office/drawing/2014/main" id="{0FCE5FA7-C03A-98FC-49A9-147C1BD156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1215" y="340759"/>
            <a:ext cx="1477963" cy="1941513"/>
          </a:xfrm>
          <a:prstGeom prst="rect">
            <a:avLst/>
          </a:prstGeom>
          <a:solidFill>
            <a:sysClr val="window" lastClr="FFFFFF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7" name="Text Box 101">
            <a:extLst>
              <a:ext uri="{FF2B5EF4-FFF2-40B4-BE49-F238E27FC236}">
                <a16:creationId xmlns:a16="http://schemas.microsoft.com/office/drawing/2014/main" id="{31E5A970-1AA2-174D-6A2B-2D3A74CE1F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6826" y="2762956"/>
            <a:ext cx="3081012" cy="113877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onotype Sorts"/>
              </a:rPr>
              <a:t>   </a:t>
            </a:r>
            <a:r>
              <a:rPr kumimoji="1"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onotype Sorts"/>
              </a:rPr>
              <a:t>当机件具有对称面时</a:t>
            </a:r>
            <a:r>
              <a:rPr kumimoji="1"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onotype Sorts"/>
              </a:rPr>
              <a:t>,</a:t>
            </a:r>
            <a:r>
              <a:rPr kumimoji="1"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onotype Sorts"/>
              </a:rPr>
              <a:t>以对称面为界</a:t>
            </a:r>
            <a:r>
              <a:rPr kumimoji="1"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onotype Sorts"/>
              </a:rPr>
              <a:t>,</a:t>
            </a:r>
            <a:r>
              <a:rPr kumimoji="1"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onotype Sorts"/>
              </a:rPr>
              <a:t>一半画成剖</a:t>
            </a:r>
            <a:r>
              <a:rPr kumimoji="1"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视</a:t>
            </a:r>
            <a:r>
              <a:rPr kumimoji="1"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kumimoji="1"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另一半按视图绘制。</a:t>
            </a:r>
          </a:p>
        </p:txBody>
      </p:sp>
      <p:grpSp>
        <p:nvGrpSpPr>
          <p:cNvPr id="98" name="Group 102">
            <a:extLst>
              <a:ext uri="{FF2B5EF4-FFF2-40B4-BE49-F238E27FC236}">
                <a16:creationId xmlns:a16="http://schemas.microsoft.com/office/drawing/2014/main" id="{8BCE35FC-D955-F8D7-3511-DDD57D85E8B7}"/>
              </a:ext>
            </a:extLst>
          </p:cNvPr>
          <p:cNvGrpSpPr>
            <a:grpSpLocks/>
          </p:cNvGrpSpPr>
          <p:nvPr/>
        </p:nvGrpSpPr>
        <p:grpSpPr bwMode="auto">
          <a:xfrm>
            <a:off x="6479210" y="5995200"/>
            <a:ext cx="3232150" cy="6350"/>
            <a:chOff x="600" y="3100"/>
            <a:chExt cx="2036" cy="4"/>
          </a:xfrm>
        </p:grpSpPr>
        <p:sp>
          <p:nvSpPr>
            <p:cNvPr id="99" name="Line 103">
              <a:extLst>
                <a:ext uri="{FF2B5EF4-FFF2-40B4-BE49-F238E27FC236}">
                  <a16:creationId xmlns:a16="http://schemas.microsoft.com/office/drawing/2014/main" id="{0C19C1AC-AEF1-625F-7444-FB2166255E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0" y="3104"/>
              <a:ext cx="96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0" name="Line 104">
              <a:extLst>
                <a:ext uri="{FF2B5EF4-FFF2-40B4-BE49-F238E27FC236}">
                  <a16:creationId xmlns:a16="http://schemas.microsoft.com/office/drawing/2014/main" id="{2DE22FB6-410D-9B09-CE71-333B9895AA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0" y="3100"/>
              <a:ext cx="96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01" name="Group 105">
            <a:extLst>
              <a:ext uri="{FF2B5EF4-FFF2-40B4-BE49-F238E27FC236}">
                <a16:creationId xmlns:a16="http://schemas.microsoft.com/office/drawing/2014/main" id="{714F19D9-9759-70BB-F6E0-F901B887F074}"/>
              </a:ext>
            </a:extLst>
          </p:cNvPr>
          <p:cNvGrpSpPr>
            <a:grpSpLocks/>
          </p:cNvGrpSpPr>
          <p:nvPr/>
        </p:nvGrpSpPr>
        <p:grpSpPr bwMode="auto">
          <a:xfrm>
            <a:off x="6115672" y="5645950"/>
            <a:ext cx="4003675" cy="419100"/>
            <a:chOff x="386" y="2911"/>
            <a:chExt cx="2437" cy="264"/>
          </a:xfrm>
        </p:grpSpPr>
        <p:sp>
          <p:nvSpPr>
            <p:cNvPr id="102" name="Text Box 106">
              <a:extLst>
                <a:ext uri="{FF2B5EF4-FFF2-40B4-BE49-F238E27FC236}">
                  <a16:creationId xmlns:a16="http://schemas.microsoft.com/office/drawing/2014/main" id="{59C847E9-5113-40F1-6262-A058409E71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6" y="2923"/>
              <a:ext cx="229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</a:p>
          </p:txBody>
        </p:sp>
        <p:sp>
          <p:nvSpPr>
            <p:cNvPr id="103" name="Text Box 107">
              <a:extLst>
                <a:ext uri="{FF2B5EF4-FFF2-40B4-BE49-F238E27FC236}">
                  <a16:creationId xmlns:a16="http://schemas.microsoft.com/office/drawing/2014/main" id="{085BBE8E-F367-B1B3-5AB4-9C6916CA28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7" y="2911"/>
              <a:ext cx="27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A</a:t>
              </a:r>
            </a:p>
          </p:txBody>
        </p:sp>
      </p:grpSp>
      <p:sp>
        <p:nvSpPr>
          <p:cNvPr id="104" name="Text Box 108">
            <a:extLst>
              <a:ext uri="{FF2B5EF4-FFF2-40B4-BE49-F238E27FC236}">
                <a16:creationId xmlns:a16="http://schemas.microsoft.com/office/drawing/2014/main" id="{1A963DD9-0A3E-2D87-7154-47150927E4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07768" y="3012789"/>
            <a:ext cx="84670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b="1" i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A—A</a:t>
            </a:r>
          </a:p>
        </p:txBody>
      </p:sp>
      <p:grpSp>
        <p:nvGrpSpPr>
          <p:cNvPr id="105" name="Group 109">
            <a:extLst>
              <a:ext uri="{FF2B5EF4-FFF2-40B4-BE49-F238E27FC236}">
                <a16:creationId xmlns:a16="http://schemas.microsoft.com/office/drawing/2014/main" id="{75384E3F-FBE1-FBF3-D535-4AE71642ED82}"/>
              </a:ext>
            </a:extLst>
          </p:cNvPr>
          <p:cNvGrpSpPr>
            <a:grpSpLocks/>
          </p:cNvGrpSpPr>
          <p:nvPr/>
        </p:nvGrpSpPr>
        <p:grpSpPr bwMode="auto">
          <a:xfrm>
            <a:off x="11240631" y="1843703"/>
            <a:ext cx="227013" cy="323850"/>
            <a:chOff x="2266" y="2428"/>
            <a:chExt cx="83" cy="204"/>
          </a:xfrm>
        </p:grpSpPr>
        <p:sp>
          <p:nvSpPr>
            <p:cNvPr id="106" name="Line 110">
              <a:extLst>
                <a:ext uri="{FF2B5EF4-FFF2-40B4-BE49-F238E27FC236}">
                  <a16:creationId xmlns:a16="http://schemas.microsoft.com/office/drawing/2014/main" id="{93E07278-41EF-19A7-C9D6-53FE16AC2D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66" y="2428"/>
              <a:ext cx="0" cy="20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7" name="Line 111">
              <a:extLst>
                <a:ext uri="{FF2B5EF4-FFF2-40B4-BE49-F238E27FC236}">
                  <a16:creationId xmlns:a16="http://schemas.microsoft.com/office/drawing/2014/main" id="{BB376DD7-9B26-73D5-75F9-2C0BD69F17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49" y="2428"/>
              <a:ext cx="0" cy="203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08" name="Group 112">
            <a:extLst>
              <a:ext uri="{FF2B5EF4-FFF2-40B4-BE49-F238E27FC236}">
                <a16:creationId xmlns:a16="http://schemas.microsoft.com/office/drawing/2014/main" id="{256F9065-0CB7-423A-5413-B335A0BB00F0}"/>
              </a:ext>
            </a:extLst>
          </p:cNvPr>
          <p:cNvGrpSpPr>
            <a:grpSpLocks/>
          </p:cNvGrpSpPr>
          <p:nvPr/>
        </p:nvGrpSpPr>
        <p:grpSpPr bwMode="auto">
          <a:xfrm>
            <a:off x="10450056" y="622915"/>
            <a:ext cx="1163638" cy="1535113"/>
            <a:chOff x="4835" y="1798"/>
            <a:chExt cx="733" cy="967"/>
          </a:xfrm>
        </p:grpSpPr>
        <p:sp>
          <p:nvSpPr>
            <p:cNvPr id="109" name="Line 113">
              <a:extLst>
                <a:ext uri="{FF2B5EF4-FFF2-40B4-BE49-F238E27FC236}">
                  <a16:creationId xmlns:a16="http://schemas.microsoft.com/office/drawing/2014/main" id="{80AED8A9-5C0A-4662-C77C-B7DAA4CBAD2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35" y="1798"/>
              <a:ext cx="138" cy="13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0" name="Line 114">
              <a:extLst>
                <a:ext uri="{FF2B5EF4-FFF2-40B4-BE49-F238E27FC236}">
                  <a16:creationId xmlns:a16="http://schemas.microsoft.com/office/drawing/2014/main" id="{8D04776A-3D35-323A-2343-C231A04285C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32" y="1839"/>
              <a:ext cx="136" cy="1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1" name="Line 115">
              <a:extLst>
                <a:ext uri="{FF2B5EF4-FFF2-40B4-BE49-F238E27FC236}">
                  <a16:creationId xmlns:a16="http://schemas.microsoft.com/office/drawing/2014/main" id="{CA969AB1-351F-19C5-652A-E597F76C81F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35" y="1968"/>
              <a:ext cx="136" cy="1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2" name="Line 116">
              <a:extLst>
                <a:ext uri="{FF2B5EF4-FFF2-40B4-BE49-F238E27FC236}">
                  <a16:creationId xmlns:a16="http://schemas.microsoft.com/office/drawing/2014/main" id="{0B22F921-1FE8-A7AA-BDA6-11555886A70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33" y="2104"/>
              <a:ext cx="136" cy="1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3" name="Line 117">
              <a:extLst>
                <a:ext uri="{FF2B5EF4-FFF2-40B4-BE49-F238E27FC236}">
                  <a16:creationId xmlns:a16="http://schemas.microsoft.com/office/drawing/2014/main" id="{F158C704-5422-6544-D455-1344D8EB5DB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33" y="2232"/>
              <a:ext cx="136" cy="1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4" name="Line 118">
              <a:extLst>
                <a:ext uri="{FF2B5EF4-FFF2-40B4-BE49-F238E27FC236}">
                  <a16:creationId xmlns:a16="http://schemas.microsoft.com/office/drawing/2014/main" id="{5F6B8D39-3F03-1421-0F59-AB5256A3188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035" y="2570"/>
              <a:ext cx="186" cy="19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5" name="Line 119">
              <a:extLst>
                <a:ext uri="{FF2B5EF4-FFF2-40B4-BE49-F238E27FC236}">
                  <a16:creationId xmlns:a16="http://schemas.microsoft.com/office/drawing/2014/main" id="{7CB01B3C-6F3A-8920-25B5-474204607B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53" y="2588"/>
              <a:ext cx="170" cy="17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6" name="Line 120">
              <a:extLst>
                <a:ext uri="{FF2B5EF4-FFF2-40B4-BE49-F238E27FC236}">
                  <a16:creationId xmlns:a16="http://schemas.microsoft.com/office/drawing/2014/main" id="{5D112016-4E8B-FA54-B8AB-02809CF4872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254" y="2691"/>
              <a:ext cx="74" cy="7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7" name="Line 121">
              <a:extLst>
                <a:ext uri="{FF2B5EF4-FFF2-40B4-BE49-F238E27FC236}">
                  <a16:creationId xmlns:a16="http://schemas.microsoft.com/office/drawing/2014/main" id="{6D4C8C0B-60C4-71F8-7F6A-36D22A832CE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476" y="2567"/>
              <a:ext cx="80" cy="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8" name="Line 122">
              <a:extLst>
                <a:ext uri="{FF2B5EF4-FFF2-40B4-BE49-F238E27FC236}">
                  <a16:creationId xmlns:a16="http://schemas.microsoft.com/office/drawing/2014/main" id="{4EE9501E-A323-ABB9-619B-C9150492888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476" y="2651"/>
              <a:ext cx="92" cy="9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" name="Line 123">
              <a:extLst>
                <a:ext uri="{FF2B5EF4-FFF2-40B4-BE49-F238E27FC236}">
                  <a16:creationId xmlns:a16="http://schemas.microsoft.com/office/drawing/2014/main" id="{02087CF0-BD1C-8D30-8575-CF8FF7D8914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33" y="2352"/>
              <a:ext cx="136" cy="1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" name="Line 124">
              <a:extLst>
                <a:ext uri="{FF2B5EF4-FFF2-40B4-BE49-F238E27FC236}">
                  <a16:creationId xmlns:a16="http://schemas.microsoft.com/office/drawing/2014/main" id="{3FFBE9F4-E007-9BD2-7089-D3BF22F220D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31" y="2564"/>
              <a:ext cx="180" cy="1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" name="Line 125">
              <a:extLst>
                <a:ext uri="{FF2B5EF4-FFF2-40B4-BE49-F238E27FC236}">
                  <a16:creationId xmlns:a16="http://schemas.microsoft.com/office/drawing/2014/main" id="{12A3F76A-F523-B9A8-AD77-B24DC88D178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33" y="2476"/>
              <a:ext cx="136" cy="1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22" name="Group 126">
            <a:extLst>
              <a:ext uri="{FF2B5EF4-FFF2-40B4-BE49-F238E27FC236}">
                <a16:creationId xmlns:a16="http://schemas.microsoft.com/office/drawing/2014/main" id="{575C524A-A4B3-02DD-4636-CBCAECAD0235}"/>
              </a:ext>
            </a:extLst>
          </p:cNvPr>
          <p:cNvGrpSpPr>
            <a:grpSpLocks/>
          </p:cNvGrpSpPr>
          <p:nvPr/>
        </p:nvGrpSpPr>
        <p:grpSpPr bwMode="auto">
          <a:xfrm>
            <a:off x="6125041" y="571186"/>
            <a:ext cx="0" cy="1685925"/>
            <a:chOff x="1088" y="1742"/>
            <a:chExt cx="0" cy="1062"/>
          </a:xfrm>
        </p:grpSpPr>
        <p:sp>
          <p:nvSpPr>
            <p:cNvPr id="123" name="Line 127">
              <a:extLst>
                <a:ext uri="{FF2B5EF4-FFF2-40B4-BE49-F238E27FC236}">
                  <a16:creationId xmlns:a16="http://schemas.microsoft.com/office/drawing/2014/main" id="{B2CAC15A-9ABD-B604-DA07-EA81F5B12E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88" y="1742"/>
              <a:ext cx="0" cy="26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" name="Line 128">
              <a:extLst>
                <a:ext uri="{FF2B5EF4-FFF2-40B4-BE49-F238E27FC236}">
                  <a16:creationId xmlns:a16="http://schemas.microsoft.com/office/drawing/2014/main" id="{7F0E3D50-BF34-A40B-CEE1-C0B5513627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88" y="2028"/>
              <a:ext cx="0" cy="2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" name="Line 129">
              <a:extLst>
                <a:ext uri="{FF2B5EF4-FFF2-40B4-BE49-F238E27FC236}">
                  <a16:creationId xmlns:a16="http://schemas.microsoft.com/office/drawing/2014/main" id="{6632A225-70AE-B174-564B-7EDCDFC841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88" y="2070"/>
              <a:ext cx="0" cy="32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6" name="Line 130">
              <a:extLst>
                <a:ext uri="{FF2B5EF4-FFF2-40B4-BE49-F238E27FC236}">
                  <a16:creationId xmlns:a16="http://schemas.microsoft.com/office/drawing/2014/main" id="{6A6A5079-5501-61E8-0E97-9550D7744C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88" y="2406"/>
              <a:ext cx="0" cy="2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7" name="Line 131">
              <a:extLst>
                <a:ext uri="{FF2B5EF4-FFF2-40B4-BE49-F238E27FC236}">
                  <a16:creationId xmlns:a16="http://schemas.microsoft.com/office/drawing/2014/main" id="{9F9D9D74-2825-62B2-62D5-668D91DD56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88" y="2446"/>
              <a:ext cx="0" cy="35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28" name="Line 132">
            <a:extLst>
              <a:ext uri="{FF2B5EF4-FFF2-40B4-BE49-F238E27FC236}">
                <a16:creationId xmlns:a16="http://schemas.microsoft.com/office/drawing/2014/main" id="{1F916981-3252-EED8-6812-87A5F5D4A4C7}"/>
              </a:ext>
            </a:extLst>
          </p:cNvPr>
          <p:cNvSpPr>
            <a:spLocks noChangeShapeType="1"/>
          </p:cNvSpPr>
          <p:nvPr/>
        </p:nvSpPr>
        <p:spPr bwMode="auto">
          <a:xfrm>
            <a:off x="5944066" y="1358586"/>
            <a:ext cx="36195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kumimoji="1" lang="zh-CN" altLang="en-US" sz="2400" b="1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29" name="Group 133">
            <a:extLst>
              <a:ext uri="{FF2B5EF4-FFF2-40B4-BE49-F238E27FC236}">
                <a16:creationId xmlns:a16="http://schemas.microsoft.com/office/drawing/2014/main" id="{B018062E-686F-94D7-6A1A-207261DB5D5B}"/>
              </a:ext>
            </a:extLst>
          </p:cNvPr>
          <p:cNvGrpSpPr>
            <a:grpSpLocks/>
          </p:cNvGrpSpPr>
          <p:nvPr/>
        </p:nvGrpSpPr>
        <p:grpSpPr bwMode="auto">
          <a:xfrm>
            <a:off x="8109572" y="3337725"/>
            <a:ext cx="0" cy="1685925"/>
            <a:chOff x="1088" y="1742"/>
            <a:chExt cx="0" cy="1062"/>
          </a:xfrm>
        </p:grpSpPr>
        <p:sp>
          <p:nvSpPr>
            <p:cNvPr id="130" name="Line 134">
              <a:extLst>
                <a:ext uri="{FF2B5EF4-FFF2-40B4-BE49-F238E27FC236}">
                  <a16:creationId xmlns:a16="http://schemas.microsoft.com/office/drawing/2014/main" id="{47AFDD0D-AB9A-63F9-1A8E-29B18E04A6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88" y="1742"/>
              <a:ext cx="0" cy="26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1" name="Line 135">
              <a:extLst>
                <a:ext uri="{FF2B5EF4-FFF2-40B4-BE49-F238E27FC236}">
                  <a16:creationId xmlns:a16="http://schemas.microsoft.com/office/drawing/2014/main" id="{B8C06742-1904-7DF7-6807-00F50B9DC8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88" y="2028"/>
              <a:ext cx="0" cy="2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2" name="Line 136">
              <a:extLst>
                <a:ext uri="{FF2B5EF4-FFF2-40B4-BE49-F238E27FC236}">
                  <a16:creationId xmlns:a16="http://schemas.microsoft.com/office/drawing/2014/main" id="{1A96F78C-8B6A-DBAA-5433-6FCEE9C1D2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88" y="2070"/>
              <a:ext cx="0" cy="32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3" name="Line 137">
              <a:extLst>
                <a:ext uri="{FF2B5EF4-FFF2-40B4-BE49-F238E27FC236}">
                  <a16:creationId xmlns:a16="http://schemas.microsoft.com/office/drawing/2014/main" id="{74CA5C48-7662-FA8E-17B7-2E23A1DA8A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88" y="2406"/>
              <a:ext cx="0" cy="2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4" name="Line 138">
              <a:extLst>
                <a:ext uri="{FF2B5EF4-FFF2-40B4-BE49-F238E27FC236}">
                  <a16:creationId xmlns:a16="http://schemas.microsoft.com/office/drawing/2014/main" id="{888BACC3-8D18-977C-1EBA-30F10F5985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88" y="2446"/>
              <a:ext cx="0" cy="35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35" name="Group 139">
            <a:extLst>
              <a:ext uri="{FF2B5EF4-FFF2-40B4-BE49-F238E27FC236}">
                <a16:creationId xmlns:a16="http://schemas.microsoft.com/office/drawing/2014/main" id="{984BDAE4-0108-3134-7210-AC90527FCEC7}"/>
              </a:ext>
            </a:extLst>
          </p:cNvPr>
          <p:cNvGrpSpPr>
            <a:grpSpLocks/>
          </p:cNvGrpSpPr>
          <p:nvPr/>
        </p:nvGrpSpPr>
        <p:grpSpPr bwMode="auto">
          <a:xfrm>
            <a:off x="10270669" y="543540"/>
            <a:ext cx="0" cy="1685925"/>
            <a:chOff x="1088" y="1742"/>
            <a:chExt cx="0" cy="1062"/>
          </a:xfrm>
        </p:grpSpPr>
        <p:sp>
          <p:nvSpPr>
            <p:cNvPr id="136" name="Line 140">
              <a:extLst>
                <a:ext uri="{FF2B5EF4-FFF2-40B4-BE49-F238E27FC236}">
                  <a16:creationId xmlns:a16="http://schemas.microsoft.com/office/drawing/2014/main" id="{F1C1AED9-D370-3A01-CBA0-1862C69E32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88" y="1742"/>
              <a:ext cx="0" cy="26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7" name="Line 141">
              <a:extLst>
                <a:ext uri="{FF2B5EF4-FFF2-40B4-BE49-F238E27FC236}">
                  <a16:creationId xmlns:a16="http://schemas.microsoft.com/office/drawing/2014/main" id="{C26C8730-D36D-C6D3-F168-13E4A852A8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88" y="2028"/>
              <a:ext cx="0" cy="2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8" name="Line 142">
              <a:extLst>
                <a:ext uri="{FF2B5EF4-FFF2-40B4-BE49-F238E27FC236}">
                  <a16:creationId xmlns:a16="http://schemas.microsoft.com/office/drawing/2014/main" id="{E1B78626-B100-B6A5-8482-D3A9D3B0DA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88" y="2070"/>
              <a:ext cx="0" cy="32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9" name="Line 143">
              <a:extLst>
                <a:ext uri="{FF2B5EF4-FFF2-40B4-BE49-F238E27FC236}">
                  <a16:creationId xmlns:a16="http://schemas.microsoft.com/office/drawing/2014/main" id="{A6564F2D-60B7-10C8-21BF-1491E0B77D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88" y="2406"/>
              <a:ext cx="0" cy="2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0" name="Line 144">
              <a:extLst>
                <a:ext uri="{FF2B5EF4-FFF2-40B4-BE49-F238E27FC236}">
                  <a16:creationId xmlns:a16="http://schemas.microsoft.com/office/drawing/2014/main" id="{03642534-9474-CFC2-5818-A8C2AB0605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88" y="2446"/>
              <a:ext cx="0" cy="35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41" name="Group 145">
            <a:extLst>
              <a:ext uri="{FF2B5EF4-FFF2-40B4-BE49-F238E27FC236}">
                <a16:creationId xmlns:a16="http://schemas.microsoft.com/office/drawing/2014/main" id="{BAF84CF9-6E56-7404-76BD-4BDC8DEC1729}"/>
              </a:ext>
            </a:extLst>
          </p:cNvPr>
          <p:cNvGrpSpPr>
            <a:grpSpLocks/>
          </p:cNvGrpSpPr>
          <p:nvPr/>
        </p:nvGrpSpPr>
        <p:grpSpPr bwMode="auto">
          <a:xfrm>
            <a:off x="4789953" y="655323"/>
            <a:ext cx="1338263" cy="1539875"/>
            <a:chOff x="244" y="1797"/>
            <a:chExt cx="843" cy="970"/>
          </a:xfrm>
        </p:grpSpPr>
        <p:sp>
          <p:nvSpPr>
            <p:cNvPr id="142" name="Line 146">
              <a:extLst>
                <a:ext uri="{FF2B5EF4-FFF2-40B4-BE49-F238E27FC236}">
                  <a16:creationId xmlns:a16="http://schemas.microsoft.com/office/drawing/2014/main" id="{4293593A-21BD-9779-AB8A-76021179CA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6" y="2566"/>
              <a:ext cx="244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3" name="Freeform 147">
              <a:extLst>
                <a:ext uri="{FF2B5EF4-FFF2-40B4-BE49-F238E27FC236}">
                  <a16:creationId xmlns:a16="http://schemas.microsoft.com/office/drawing/2014/main" id="{B7858452-EC79-C7A1-42FD-1D258F6C89E6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" y="1797"/>
              <a:ext cx="843" cy="970"/>
            </a:xfrm>
            <a:custGeom>
              <a:avLst/>
              <a:gdLst>
                <a:gd name="T0" fmla="*/ 829 w 844"/>
                <a:gd name="T1" fmla="*/ 0 h 970"/>
                <a:gd name="T2" fmla="*/ 477 w 844"/>
                <a:gd name="T3" fmla="*/ 0 h 970"/>
                <a:gd name="T4" fmla="*/ 477 w 844"/>
                <a:gd name="T5" fmla="*/ 768 h 970"/>
                <a:gd name="T6" fmla="*/ 0 w 844"/>
                <a:gd name="T7" fmla="*/ 768 h 970"/>
                <a:gd name="T8" fmla="*/ 0 w 844"/>
                <a:gd name="T9" fmla="*/ 970 h 970"/>
                <a:gd name="T10" fmla="*/ 833 w 844"/>
                <a:gd name="T11" fmla="*/ 970 h 97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844"/>
                <a:gd name="T19" fmla="*/ 0 h 970"/>
                <a:gd name="T20" fmla="*/ 844 w 844"/>
                <a:gd name="T21" fmla="*/ 970 h 97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844" h="970">
                  <a:moveTo>
                    <a:pt x="840" y="0"/>
                  </a:moveTo>
                  <a:lnTo>
                    <a:pt x="488" y="0"/>
                  </a:lnTo>
                  <a:lnTo>
                    <a:pt x="488" y="768"/>
                  </a:lnTo>
                  <a:lnTo>
                    <a:pt x="0" y="768"/>
                  </a:lnTo>
                  <a:lnTo>
                    <a:pt x="0" y="970"/>
                  </a:lnTo>
                  <a:lnTo>
                    <a:pt x="844" y="97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44" name="Group 148">
            <a:extLst>
              <a:ext uri="{FF2B5EF4-FFF2-40B4-BE49-F238E27FC236}">
                <a16:creationId xmlns:a16="http://schemas.microsoft.com/office/drawing/2014/main" id="{24A52C45-7661-A727-5D85-9F7E6A3EB6CD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10262731" y="632440"/>
            <a:ext cx="342900" cy="1517650"/>
            <a:chOff x="1412" y="1664"/>
            <a:chExt cx="216" cy="956"/>
          </a:xfrm>
        </p:grpSpPr>
        <p:sp>
          <p:nvSpPr>
            <p:cNvPr id="145" name="Line 149">
              <a:extLst>
                <a:ext uri="{FF2B5EF4-FFF2-40B4-BE49-F238E27FC236}">
                  <a16:creationId xmlns:a16="http://schemas.microsoft.com/office/drawing/2014/main" id="{2177C721-1BEB-D8BC-AD17-E6B2CBA50B9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12" y="1834"/>
              <a:ext cx="0" cy="78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6" name="Line 150">
              <a:extLst>
                <a:ext uri="{FF2B5EF4-FFF2-40B4-BE49-F238E27FC236}">
                  <a16:creationId xmlns:a16="http://schemas.microsoft.com/office/drawing/2014/main" id="{2D00574B-DA29-9F6B-DE58-2128F1865E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16" y="1840"/>
              <a:ext cx="212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7" name="Line 151">
              <a:extLst>
                <a:ext uri="{FF2B5EF4-FFF2-40B4-BE49-F238E27FC236}">
                  <a16:creationId xmlns:a16="http://schemas.microsoft.com/office/drawing/2014/main" id="{4C7B9C59-51BD-A09E-9321-D5A75DC4F5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04" y="1664"/>
              <a:ext cx="0" cy="17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48" name="Group 152">
            <a:extLst>
              <a:ext uri="{FF2B5EF4-FFF2-40B4-BE49-F238E27FC236}">
                <a16:creationId xmlns:a16="http://schemas.microsoft.com/office/drawing/2014/main" id="{05D257F9-E6A4-EDA6-55EB-C7499F1D94CB}"/>
              </a:ext>
            </a:extLst>
          </p:cNvPr>
          <p:cNvGrpSpPr>
            <a:grpSpLocks/>
          </p:cNvGrpSpPr>
          <p:nvPr/>
        </p:nvGrpSpPr>
        <p:grpSpPr bwMode="auto">
          <a:xfrm>
            <a:off x="11239044" y="1797665"/>
            <a:ext cx="228600" cy="441325"/>
            <a:chOff x="1697" y="2530"/>
            <a:chExt cx="144" cy="278"/>
          </a:xfrm>
        </p:grpSpPr>
        <p:grpSp>
          <p:nvGrpSpPr>
            <p:cNvPr id="149" name="Group 153">
              <a:extLst>
                <a:ext uri="{FF2B5EF4-FFF2-40B4-BE49-F238E27FC236}">
                  <a16:creationId xmlns:a16="http://schemas.microsoft.com/office/drawing/2014/main" id="{34B660B3-7C12-D70A-7ACC-93159D5433D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97" y="2563"/>
              <a:ext cx="144" cy="208"/>
              <a:chOff x="868" y="2428"/>
              <a:chExt cx="144" cy="208"/>
            </a:xfrm>
          </p:grpSpPr>
          <p:sp>
            <p:nvSpPr>
              <p:cNvPr id="154" name="Line 154">
                <a:extLst>
                  <a:ext uri="{FF2B5EF4-FFF2-40B4-BE49-F238E27FC236}">
                    <a16:creationId xmlns:a16="http://schemas.microsoft.com/office/drawing/2014/main" id="{B9840C8D-F3A6-84D2-CACA-FE734E2463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68" y="2428"/>
                <a:ext cx="0" cy="208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lgDash"/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5" name="Line 155">
                <a:extLst>
                  <a:ext uri="{FF2B5EF4-FFF2-40B4-BE49-F238E27FC236}">
                    <a16:creationId xmlns:a16="http://schemas.microsoft.com/office/drawing/2014/main" id="{76094C01-BB27-55AC-B9D5-96BD50D0A0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12" y="2428"/>
                <a:ext cx="0" cy="208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lgDash"/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50" name="Group 156">
              <a:extLst>
                <a:ext uri="{FF2B5EF4-FFF2-40B4-BE49-F238E27FC236}">
                  <a16:creationId xmlns:a16="http://schemas.microsoft.com/office/drawing/2014/main" id="{3050E64A-C1D3-8056-58FE-D86EBB4D1F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68" y="2530"/>
              <a:ext cx="0" cy="278"/>
              <a:chOff x="1768" y="2530"/>
              <a:chExt cx="0" cy="278"/>
            </a:xfrm>
          </p:grpSpPr>
          <p:sp>
            <p:nvSpPr>
              <p:cNvPr id="151" name="Line 157">
                <a:extLst>
                  <a:ext uri="{FF2B5EF4-FFF2-40B4-BE49-F238E27FC236}">
                    <a16:creationId xmlns:a16="http://schemas.microsoft.com/office/drawing/2014/main" id="{B8AFBAE6-9116-1246-D8AE-4DBA0DCAED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68" y="2530"/>
                <a:ext cx="0" cy="10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2" name="Line 158">
                <a:extLst>
                  <a:ext uri="{FF2B5EF4-FFF2-40B4-BE49-F238E27FC236}">
                    <a16:creationId xmlns:a16="http://schemas.microsoft.com/office/drawing/2014/main" id="{853A25A1-1FB5-CC2C-AA40-500BCA8509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68" y="2650"/>
                <a:ext cx="0" cy="2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3" name="Line 159">
                <a:extLst>
                  <a:ext uri="{FF2B5EF4-FFF2-40B4-BE49-F238E27FC236}">
                    <a16:creationId xmlns:a16="http://schemas.microsoft.com/office/drawing/2014/main" id="{A0B32431-4B49-A043-B8CE-1A89A5B50D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68" y="2688"/>
                <a:ext cx="0" cy="12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156" name="Freeform 160">
            <a:extLst>
              <a:ext uri="{FF2B5EF4-FFF2-40B4-BE49-F238E27FC236}">
                <a16:creationId xmlns:a16="http://schemas.microsoft.com/office/drawing/2014/main" id="{7740C24D-2DFD-5679-7192-F27359AA7EDD}"/>
              </a:ext>
            </a:extLst>
          </p:cNvPr>
          <p:cNvSpPr>
            <a:spLocks/>
          </p:cNvSpPr>
          <p:nvPr/>
        </p:nvSpPr>
        <p:spPr bwMode="auto">
          <a:xfrm flipH="1">
            <a:off x="10267494" y="624503"/>
            <a:ext cx="1338262" cy="1539875"/>
          </a:xfrm>
          <a:custGeom>
            <a:avLst/>
            <a:gdLst>
              <a:gd name="T0" fmla="*/ 2147483647 w 844"/>
              <a:gd name="T1" fmla="*/ 0 h 970"/>
              <a:gd name="T2" fmla="*/ 2147483647 w 844"/>
              <a:gd name="T3" fmla="*/ 0 h 970"/>
              <a:gd name="T4" fmla="*/ 2147483647 w 844"/>
              <a:gd name="T5" fmla="*/ 2147483647 h 970"/>
              <a:gd name="T6" fmla="*/ 0 w 844"/>
              <a:gd name="T7" fmla="*/ 2147483647 h 970"/>
              <a:gd name="T8" fmla="*/ 0 w 844"/>
              <a:gd name="T9" fmla="*/ 2147483647 h 970"/>
              <a:gd name="T10" fmla="*/ 2147483647 w 844"/>
              <a:gd name="T11" fmla="*/ 2147483647 h 97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844"/>
              <a:gd name="T19" fmla="*/ 0 h 970"/>
              <a:gd name="T20" fmla="*/ 844 w 844"/>
              <a:gd name="T21" fmla="*/ 970 h 97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844" h="970">
                <a:moveTo>
                  <a:pt x="840" y="0"/>
                </a:moveTo>
                <a:lnTo>
                  <a:pt x="488" y="0"/>
                </a:lnTo>
                <a:lnTo>
                  <a:pt x="488" y="768"/>
                </a:lnTo>
                <a:lnTo>
                  <a:pt x="0" y="768"/>
                </a:lnTo>
                <a:lnTo>
                  <a:pt x="0" y="970"/>
                </a:lnTo>
                <a:lnTo>
                  <a:pt x="844" y="970"/>
                </a:ln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kumimoji="1" lang="zh-CN" altLang="en-US" sz="2400" b="1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57" name="Group 161">
            <a:extLst>
              <a:ext uri="{FF2B5EF4-FFF2-40B4-BE49-F238E27FC236}">
                <a16:creationId xmlns:a16="http://schemas.microsoft.com/office/drawing/2014/main" id="{23EC5E3C-5422-2485-287E-9CA2EABE06A1}"/>
              </a:ext>
            </a:extLst>
          </p:cNvPr>
          <p:cNvGrpSpPr>
            <a:grpSpLocks/>
          </p:cNvGrpSpPr>
          <p:nvPr/>
        </p:nvGrpSpPr>
        <p:grpSpPr bwMode="auto">
          <a:xfrm>
            <a:off x="8658847" y="2782782"/>
            <a:ext cx="3232150" cy="6350"/>
            <a:chOff x="600" y="3100"/>
            <a:chExt cx="2036" cy="4"/>
          </a:xfrm>
        </p:grpSpPr>
        <p:sp>
          <p:nvSpPr>
            <p:cNvPr id="158" name="Line 162">
              <a:extLst>
                <a:ext uri="{FF2B5EF4-FFF2-40B4-BE49-F238E27FC236}">
                  <a16:creationId xmlns:a16="http://schemas.microsoft.com/office/drawing/2014/main" id="{FED17865-187F-4EA9-07DE-9962CD7EC6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0" y="3104"/>
              <a:ext cx="96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9" name="Line 163">
              <a:extLst>
                <a:ext uri="{FF2B5EF4-FFF2-40B4-BE49-F238E27FC236}">
                  <a16:creationId xmlns:a16="http://schemas.microsoft.com/office/drawing/2014/main" id="{B27F75B5-2D15-D09D-8D66-393045649E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0" y="3100"/>
              <a:ext cx="96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60" name="Group 164">
            <a:extLst>
              <a:ext uri="{FF2B5EF4-FFF2-40B4-BE49-F238E27FC236}">
                <a16:creationId xmlns:a16="http://schemas.microsoft.com/office/drawing/2014/main" id="{7812F779-A967-ED56-3E7A-160C75561DA4}"/>
              </a:ext>
            </a:extLst>
          </p:cNvPr>
          <p:cNvGrpSpPr>
            <a:grpSpLocks/>
          </p:cNvGrpSpPr>
          <p:nvPr/>
        </p:nvGrpSpPr>
        <p:grpSpPr bwMode="auto">
          <a:xfrm>
            <a:off x="8300966" y="2503382"/>
            <a:ext cx="3930650" cy="419100"/>
            <a:chOff x="386" y="2911"/>
            <a:chExt cx="2437" cy="264"/>
          </a:xfrm>
        </p:grpSpPr>
        <p:sp>
          <p:nvSpPr>
            <p:cNvPr id="161" name="Text Box 165">
              <a:extLst>
                <a:ext uri="{FF2B5EF4-FFF2-40B4-BE49-F238E27FC236}">
                  <a16:creationId xmlns:a16="http://schemas.microsoft.com/office/drawing/2014/main" id="{64419EF3-7106-21B2-217A-E03F72C5E8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6" y="2923"/>
              <a:ext cx="234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</a:p>
          </p:txBody>
        </p:sp>
        <p:sp>
          <p:nvSpPr>
            <p:cNvPr id="162" name="Text Box 166">
              <a:extLst>
                <a:ext uri="{FF2B5EF4-FFF2-40B4-BE49-F238E27FC236}">
                  <a16:creationId xmlns:a16="http://schemas.microsoft.com/office/drawing/2014/main" id="{CB4C8868-4D20-ED58-C95F-801AF4547A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11" y="2911"/>
              <a:ext cx="21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</a:p>
          </p:txBody>
        </p:sp>
      </p:grpSp>
      <p:grpSp>
        <p:nvGrpSpPr>
          <p:cNvPr id="163" name="Group 167">
            <a:extLst>
              <a:ext uri="{FF2B5EF4-FFF2-40B4-BE49-F238E27FC236}">
                <a16:creationId xmlns:a16="http://schemas.microsoft.com/office/drawing/2014/main" id="{6E9C4223-AF1D-F7D8-2C74-27C9F6336331}"/>
              </a:ext>
            </a:extLst>
          </p:cNvPr>
          <p:cNvGrpSpPr>
            <a:grpSpLocks/>
          </p:cNvGrpSpPr>
          <p:nvPr/>
        </p:nvGrpSpPr>
        <p:grpSpPr bwMode="auto">
          <a:xfrm>
            <a:off x="8653391" y="2458932"/>
            <a:ext cx="3228975" cy="342900"/>
            <a:chOff x="600" y="2898"/>
            <a:chExt cx="2034" cy="216"/>
          </a:xfrm>
        </p:grpSpPr>
        <p:sp>
          <p:nvSpPr>
            <p:cNvPr id="164" name="Line 168">
              <a:extLst>
                <a:ext uri="{FF2B5EF4-FFF2-40B4-BE49-F238E27FC236}">
                  <a16:creationId xmlns:a16="http://schemas.microsoft.com/office/drawing/2014/main" id="{2AA29C3D-DDEF-BEB1-79F7-8A6E988B568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00" y="2907"/>
              <a:ext cx="0" cy="20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5" name="Line 169">
              <a:extLst>
                <a:ext uri="{FF2B5EF4-FFF2-40B4-BE49-F238E27FC236}">
                  <a16:creationId xmlns:a16="http://schemas.microsoft.com/office/drawing/2014/main" id="{D4D3B061-DD30-1C30-737B-4058B538738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34" y="2898"/>
              <a:ext cx="0" cy="20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66" name="Group 170">
            <a:extLst>
              <a:ext uri="{FF2B5EF4-FFF2-40B4-BE49-F238E27FC236}">
                <a16:creationId xmlns:a16="http://schemas.microsoft.com/office/drawing/2014/main" id="{C929D9D2-68A7-C7FA-C883-89877E116D1B}"/>
              </a:ext>
            </a:extLst>
          </p:cNvPr>
          <p:cNvGrpSpPr>
            <a:grpSpLocks/>
          </p:cNvGrpSpPr>
          <p:nvPr/>
        </p:nvGrpSpPr>
        <p:grpSpPr bwMode="auto">
          <a:xfrm>
            <a:off x="8835954" y="2173182"/>
            <a:ext cx="2873375" cy="1238250"/>
            <a:chOff x="3621" y="1469"/>
            <a:chExt cx="1810" cy="780"/>
          </a:xfrm>
        </p:grpSpPr>
        <p:sp>
          <p:nvSpPr>
            <p:cNvPr id="167" name="Oval 171">
              <a:extLst>
                <a:ext uri="{FF2B5EF4-FFF2-40B4-BE49-F238E27FC236}">
                  <a16:creationId xmlns:a16="http://schemas.microsoft.com/office/drawing/2014/main" id="{371011D2-C0A4-D141-146B-2B6BC3F06A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3" y="1518"/>
              <a:ext cx="692" cy="687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8" name="Line 172">
              <a:extLst>
                <a:ext uri="{FF2B5EF4-FFF2-40B4-BE49-F238E27FC236}">
                  <a16:creationId xmlns:a16="http://schemas.microsoft.com/office/drawing/2014/main" id="{44FA7C18-1008-7958-5EC1-CB1FF92EC3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2" y="1649"/>
              <a:ext cx="0" cy="43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9" name="Line 173">
              <a:extLst>
                <a:ext uri="{FF2B5EF4-FFF2-40B4-BE49-F238E27FC236}">
                  <a16:creationId xmlns:a16="http://schemas.microsoft.com/office/drawing/2014/main" id="{992B1335-5E18-7AAC-BFF5-CAED18BFBD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11" y="1628"/>
              <a:ext cx="0" cy="43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0" name="Line 174">
              <a:extLst>
                <a:ext uri="{FF2B5EF4-FFF2-40B4-BE49-F238E27FC236}">
                  <a16:creationId xmlns:a16="http://schemas.microsoft.com/office/drawing/2014/main" id="{2D15F040-C438-9F14-6558-4BA500058E8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00" y="1527"/>
              <a:ext cx="650" cy="172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1" name="Line 175">
              <a:extLst>
                <a:ext uri="{FF2B5EF4-FFF2-40B4-BE49-F238E27FC236}">
                  <a16:creationId xmlns:a16="http://schemas.microsoft.com/office/drawing/2014/main" id="{C52DEFAE-0D35-14DE-C15C-A7BA7CFBBE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08" y="2027"/>
              <a:ext cx="640" cy="17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2" name="Line 176">
              <a:extLst>
                <a:ext uri="{FF2B5EF4-FFF2-40B4-BE49-F238E27FC236}">
                  <a16:creationId xmlns:a16="http://schemas.microsoft.com/office/drawing/2014/main" id="{C4659C75-EA55-26DE-B818-59F6607FD8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4" y="1527"/>
              <a:ext cx="648" cy="15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3" name="Line 177">
              <a:extLst>
                <a:ext uri="{FF2B5EF4-FFF2-40B4-BE49-F238E27FC236}">
                  <a16:creationId xmlns:a16="http://schemas.microsoft.com/office/drawing/2014/main" id="{96E1A80B-BD06-BA35-FC96-8D7F228A9E9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08" y="2009"/>
              <a:ext cx="636" cy="18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4" name="Oval 178">
              <a:extLst>
                <a:ext uri="{FF2B5EF4-FFF2-40B4-BE49-F238E27FC236}">
                  <a16:creationId xmlns:a16="http://schemas.microsoft.com/office/drawing/2014/main" id="{AD8BF89C-2FB4-1D6B-BD56-A2B0E5E9F4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8" y="1647"/>
              <a:ext cx="420" cy="416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prstDash val="lgDash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5" name="Oval 179">
              <a:extLst>
                <a:ext uri="{FF2B5EF4-FFF2-40B4-BE49-F238E27FC236}">
                  <a16:creationId xmlns:a16="http://schemas.microsoft.com/office/drawing/2014/main" id="{5E61EDF5-3966-F1F4-3823-E03B6EEE74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4" y="1735"/>
              <a:ext cx="236" cy="236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6" name="Oval 180">
              <a:extLst>
                <a:ext uri="{FF2B5EF4-FFF2-40B4-BE49-F238E27FC236}">
                  <a16:creationId xmlns:a16="http://schemas.microsoft.com/office/drawing/2014/main" id="{F6523778-54B3-00A6-C765-4A1DEB9A68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74" y="1783"/>
              <a:ext cx="144" cy="148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7" name="Oval 181">
              <a:extLst>
                <a:ext uri="{FF2B5EF4-FFF2-40B4-BE49-F238E27FC236}">
                  <a16:creationId xmlns:a16="http://schemas.microsoft.com/office/drawing/2014/main" id="{15B6F19C-AA61-F3D6-582C-E2BFE10C20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8" y="1783"/>
              <a:ext cx="144" cy="148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8" name="Line 182">
              <a:extLst>
                <a:ext uri="{FF2B5EF4-FFF2-40B4-BE49-F238E27FC236}">
                  <a16:creationId xmlns:a16="http://schemas.microsoft.com/office/drawing/2014/main" id="{6C63E510-8007-78EB-B682-FD646784ABC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54" y="2055"/>
              <a:ext cx="0" cy="14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9" name="Line 183">
              <a:extLst>
                <a:ext uri="{FF2B5EF4-FFF2-40B4-BE49-F238E27FC236}">
                  <a16:creationId xmlns:a16="http://schemas.microsoft.com/office/drawing/2014/main" id="{E350B73B-3B15-F421-BDE6-B280D10F422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06" y="2051"/>
              <a:ext cx="0" cy="14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0" name="Arc 184">
              <a:extLst>
                <a:ext uri="{FF2B5EF4-FFF2-40B4-BE49-F238E27FC236}">
                  <a16:creationId xmlns:a16="http://schemas.microsoft.com/office/drawing/2014/main" id="{3831863F-AA04-2914-F228-D21F0D04574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9" y="1698"/>
              <a:ext cx="170" cy="329"/>
            </a:xfrm>
            <a:custGeom>
              <a:avLst/>
              <a:gdLst>
                <a:gd name="T0" fmla="*/ 0 w 21600"/>
                <a:gd name="T1" fmla="*/ 0 h 41864"/>
                <a:gd name="T2" fmla="*/ 0 w 21600"/>
                <a:gd name="T3" fmla="*/ 0 h 41864"/>
                <a:gd name="T4" fmla="*/ 0 w 21600"/>
                <a:gd name="T5" fmla="*/ 0 h 41864"/>
                <a:gd name="T6" fmla="*/ 0 60000 65536"/>
                <a:gd name="T7" fmla="*/ 0 60000 65536"/>
                <a:gd name="T8" fmla="*/ 0 60000 65536"/>
                <a:gd name="T9" fmla="*/ 0 w 21600"/>
                <a:gd name="T10" fmla="*/ 0 h 41864"/>
                <a:gd name="T11" fmla="*/ 21600 w 21600"/>
                <a:gd name="T12" fmla="*/ 41864 h 4186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1864" fill="none" extrusionOk="0">
                  <a:moveTo>
                    <a:pt x="16463" y="41864"/>
                  </a:moveTo>
                  <a:cubicBezTo>
                    <a:pt x="6798" y="39498"/>
                    <a:pt x="0" y="30834"/>
                    <a:pt x="0" y="20884"/>
                  </a:cubicBezTo>
                  <a:cubicBezTo>
                    <a:pt x="-1" y="11079"/>
                    <a:pt x="6604" y="2504"/>
                    <a:pt x="16084" y="0"/>
                  </a:cubicBezTo>
                </a:path>
                <a:path w="21600" h="41864" stroke="0" extrusionOk="0">
                  <a:moveTo>
                    <a:pt x="16463" y="41864"/>
                  </a:moveTo>
                  <a:cubicBezTo>
                    <a:pt x="6798" y="39498"/>
                    <a:pt x="0" y="30834"/>
                    <a:pt x="0" y="20884"/>
                  </a:cubicBezTo>
                  <a:cubicBezTo>
                    <a:pt x="-1" y="11079"/>
                    <a:pt x="6604" y="2504"/>
                    <a:pt x="16084" y="0"/>
                  </a:cubicBezTo>
                  <a:lnTo>
                    <a:pt x="21600" y="20884"/>
                  </a:lnTo>
                  <a:lnTo>
                    <a:pt x="16463" y="41864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1" name="Arc 185">
              <a:extLst>
                <a:ext uri="{FF2B5EF4-FFF2-40B4-BE49-F238E27FC236}">
                  <a16:creationId xmlns:a16="http://schemas.microsoft.com/office/drawing/2014/main" id="{3CEDCF1A-645C-0E04-CF23-B4D96B26A353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5203" y="1680"/>
              <a:ext cx="170" cy="329"/>
            </a:xfrm>
            <a:custGeom>
              <a:avLst/>
              <a:gdLst>
                <a:gd name="T0" fmla="*/ 0 w 21600"/>
                <a:gd name="T1" fmla="*/ 0 h 41864"/>
                <a:gd name="T2" fmla="*/ 0 w 21600"/>
                <a:gd name="T3" fmla="*/ 0 h 41864"/>
                <a:gd name="T4" fmla="*/ 0 w 21600"/>
                <a:gd name="T5" fmla="*/ 0 h 41864"/>
                <a:gd name="T6" fmla="*/ 0 60000 65536"/>
                <a:gd name="T7" fmla="*/ 0 60000 65536"/>
                <a:gd name="T8" fmla="*/ 0 60000 65536"/>
                <a:gd name="T9" fmla="*/ 0 w 21600"/>
                <a:gd name="T10" fmla="*/ 0 h 41864"/>
                <a:gd name="T11" fmla="*/ 21600 w 21600"/>
                <a:gd name="T12" fmla="*/ 41864 h 4186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1864" fill="none" extrusionOk="0">
                  <a:moveTo>
                    <a:pt x="16463" y="41864"/>
                  </a:moveTo>
                  <a:cubicBezTo>
                    <a:pt x="6798" y="39498"/>
                    <a:pt x="0" y="30834"/>
                    <a:pt x="0" y="20884"/>
                  </a:cubicBezTo>
                  <a:cubicBezTo>
                    <a:pt x="-1" y="11079"/>
                    <a:pt x="6604" y="2504"/>
                    <a:pt x="16084" y="0"/>
                  </a:cubicBezTo>
                </a:path>
                <a:path w="21600" h="41864" stroke="0" extrusionOk="0">
                  <a:moveTo>
                    <a:pt x="16463" y="41864"/>
                  </a:moveTo>
                  <a:cubicBezTo>
                    <a:pt x="6798" y="39498"/>
                    <a:pt x="0" y="30834"/>
                    <a:pt x="0" y="20884"/>
                  </a:cubicBezTo>
                  <a:cubicBezTo>
                    <a:pt x="-1" y="11079"/>
                    <a:pt x="6604" y="2504"/>
                    <a:pt x="16084" y="0"/>
                  </a:cubicBezTo>
                  <a:lnTo>
                    <a:pt x="21600" y="20884"/>
                  </a:lnTo>
                  <a:lnTo>
                    <a:pt x="16463" y="41864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2" name="Line 186">
              <a:extLst>
                <a:ext uri="{FF2B5EF4-FFF2-40B4-BE49-F238E27FC236}">
                  <a16:creationId xmlns:a16="http://schemas.microsoft.com/office/drawing/2014/main" id="{7A79262E-E84D-4AC7-0632-BCAF17648DC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4584" y="1663"/>
              <a:ext cx="0" cy="38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3" name="Line 187">
              <a:extLst>
                <a:ext uri="{FF2B5EF4-FFF2-40B4-BE49-F238E27FC236}">
                  <a16:creationId xmlns:a16="http://schemas.microsoft.com/office/drawing/2014/main" id="{7E653B85-10AE-2E9C-4848-AA612D5D509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4364" y="1843"/>
              <a:ext cx="0" cy="2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4" name="Line 188">
              <a:extLst>
                <a:ext uri="{FF2B5EF4-FFF2-40B4-BE49-F238E27FC236}">
                  <a16:creationId xmlns:a16="http://schemas.microsoft.com/office/drawing/2014/main" id="{7D0EE592-0DEC-750F-CF6C-C81EC65AD31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4172" y="1693"/>
              <a:ext cx="0" cy="32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5" name="Line 189">
              <a:extLst>
                <a:ext uri="{FF2B5EF4-FFF2-40B4-BE49-F238E27FC236}">
                  <a16:creationId xmlns:a16="http://schemas.microsoft.com/office/drawing/2014/main" id="{744BCAC7-E1D5-E3C3-11A6-7180526CEC1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986" y="1843"/>
              <a:ext cx="0" cy="2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6" name="Line 190">
              <a:extLst>
                <a:ext uri="{FF2B5EF4-FFF2-40B4-BE49-F238E27FC236}">
                  <a16:creationId xmlns:a16="http://schemas.microsoft.com/office/drawing/2014/main" id="{C634A277-8612-1BA5-3DB4-CDC0054A3C7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789" y="1686"/>
              <a:ext cx="0" cy="33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7" name="Line 191">
              <a:extLst>
                <a:ext uri="{FF2B5EF4-FFF2-40B4-BE49-F238E27FC236}">
                  <a16:creationId xmlns:a16="http://schemas.microsoft.com/office/drawing/2014/main" id="{F490D6B5-1B2B-D6FB-242B-C42C13A9C7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32" y="1469"/>
              <a:ext cx="0" cy="18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8" name="Line 192">
              <a:extLst>
                <a:ext uri="{FF2B5EF4-FFF2-40B4-BE49-F238E27FC236}">
                  <a16:creationId xmlns:a16="http://schemas.microsoft.com/office/drawing/2014/main" id="{74025D6C-9461-CA0D-925E-712DAE9F60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32" y="1675"/>
              <a:ext cx="0" cy="2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9" name="Line 193">
              <a:extLst>
                <a:ext uri="{FF2B5EF4-FFF2-40B4-BE49-F238E27FC236}">
                  <a16:creationId xmlns:a16="http://schemas.microsoft.com/office/drawing/2014/main" id="{0FAE06F1-4EC3-8BFB-B675-85C495A029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32" y="1709"/>
              <a:ext cx="0" cy="28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0" name="Line 194">
              <a:extLst>
                <a:ext uri="{FF2B5EF4-FFF2-40B4-BE49-F238E27FC236}">
                  <a16:creationId xmlns:a16="http://schemas.microsoft.com/office/drawing/2014/main" id="{FFF6CD46-F42B-7247-2D5B-DD42C8CED6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32" y="2005"/>
              <a:ext cx="0" cy="2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1" name="Line 195">
              <a:extLst>
                <a:ext uri="{FF2B5EF4-FFF2-40B4-BE49-F238E27FC236}">
                  <a16:creationId xmlns:a16="http://schemas.microsoft.com/office/drawing/2014/main" id="{7E6F33AE-C604-FBD2-366F-8539BBE730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32" y="2041"/>
              <a:ext cx="0" cy="20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2" name="Line 196">
              <a:extLst>
                <a:ext uri="{FF2B5EF4-FFF2-40B4-BE49-F238E27FC236}">
                  <a16:creationId xmlns:a16="http://schemas.microsoft.com/office/drawing/2014/main" id="{6A60D278-49F0-20F6-14C3-63BC80C1F29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5270" y="1693"/>
              <a:ext cx="0" cy="32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3" name="Line 197">
              <a:extLst>
                <a:ext uri="{FF2B5EF4-FFF2-40B4-BE49-F238E27FC236}">
                  <a16:creationId xmlns:a16="http://schemas.microsoft.com/office/drawing/2014/main" id="{12595DB7-0DBA-1C79-B355-E26212F7FAB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5076" y="1843"/>
              <a:ext cx="0" cy="2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" name="Line 198">
              <a:extLst>
                <a:ext uri="{FF2B5EF4-FFF2-40B4-BE49-F238E27FC236}">
                  <a16:creationId xmlns:a16="http://schemas.microsoft.com/office/drawing/2014/main" id="{32B6CDDF-3998-51AE-9A77-5F991B18D8F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4940" y="1753"/>
              <a:ext cx="0" cy="20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5" name="Line 199">
              <a:extLst>
                <a:ext uri="{FF2B5EF4-FFF2-40B4-BE49-F238E27FC236}">
                  <a16:creationId xmlns:a16="http://schemas.microsoft.com/office/drawing/2014/main" id="{18086310-B694-E552-C85F-502FCDD33C1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4806" y="1843"/>
              <a:ext cx="0" cy="2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96" name="Group 200">
            <a:extLst>
              <a:ext uri="{FF2B5EF4-FFF2-40B4-BE49-F238E27FC236}">
                <a16:creationId xmlns:a16="http://schemas.microsoft.com/office/drawing/2014/main" id="{9DCC87CC-D8F3-360A-06A7-61087B8A3BBD}"/>
              </a:ext>
            </a:extLst>
          </p:cNvPr>
          <p:cNvGrpSpPr>
            <a:grpSpLocks/>
          </p:cNvGrpSpPr>
          <p:nvPr/>
        </p:nvGrpSpPr>
        <p:grpSpPr bwMode="auto">
          <a:xfrm>
            <a:off x="4665223" y="2309260"/>
            <a:ext cx="2873375" cy="1166812"/>
            <a:chOff x="53" y="1493"/>
            <a:chExt cx="1810" cy="735"/>
          </a:xfrm>
        </p:grpSpPr>
        <p:sp>
          <p:nvSpPr>
            <p:cNvPr id="197" name="Oval 201">
              <a:extLst>
                <a:ext uri="{FF2B5EF4-FFF2-40B4-BE49-F238E27FC236}">
                  <a16:creationId xmlns:a16="http://schemas.microsoft.com/office/drawing/2014/main" id="{30AF7008-2D43-8E32-4052-5627F8782F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5" y="1493"/>
              <a:ext cx="692" cy="687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8" name="Line 202">
              <a:extLst>
                <a:ext uri="{FF2B5EF4-FFF2-40B4-BE49-F238E27FC236}">
                  <a16:creationId xmlns:a16="http://schemas.microsoft.com/office/drawing/2014/main" id="{68059C01-A2B7-1294-6C9E-81DCF41A7A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4" y="1624"/>
              <a:ext cx="0" cy="43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9" name="Line 203">
              <a:extLst>
                <a:ext uri="{FF2B5EF4-FFF2-40B4-BE49-F238E27FC236}">
                  <a16:creationId xmlns:a16="http://schemas.microsoft.com/office/drawing/2014/main" id="{BE70A3C7-96BC-2D43-90E8-74CCA4A5C4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43" y="1603"/>
              <a:ext cx="0" cy="43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0" name="Line 204">
              <a:extLst>
                <a:ext uri="{FF2B5EF4-FFF2-40B4-BE49-F238E27FC236}">
                  <a16:creationId xmlns:a16="http://schemas.microsoft.com/office/drawing/2014/main" id="{6AED8D12-5A65-C9F2-6779-EF911285C4B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2" y="1502"/>
              <a:ext cx="650" cy="172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1" name="Line 205">
              <a:extLst>
                <a:ext uri="{FF2B5EF4-FFF2-40B4-BE49-F238E27FC236}">
                  <a16:creationId xmlns:a16="http://schemas.microsoft.com/office/drawing/2014/main" id="{9E86DA4F-6818-C0DB-9E31-24A605BA9E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" y="2002"/>
              <a:ext cx="640" cy="17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2" name="Line 206">
              <a:extLst>
                <a:ext uri="{FF2B5EF4-FFF2-40B4-BE49-F238E27FC236}">
                  <a16:creationId xmlns:a16="http://schemas.microsoft.com/office/drawing/2014/main" id="{FDA03762-165E-03FB-BCB6-05269A3457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36" y="1502"/>
              <a:ext cx="648" cy="15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3" name="Line 207">
              <a:extLst>
                <a:ext uri="{FF2B5EF4-FFF2-40B4-BE49-F238E27FC236}">
                  <a16:creationId xmlns:a16="http://schemas.microsoft.com/office/drawing/2014/main" id="{95622E33-B0C1-0CA7-FD46-51430A48E1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40" y="1984"/>
              <a:ext cx="636" cy="18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4" name="Oval 208">
              <a:extLst>
                <a:ext uri="{FF2B5EF4-FFF2-40B4-BE49-F238E27FC236}">
                  <a16:creationId xmlns:a16="http://schemas.microsoft.com/office/drawing/2014/main" id="{A66FF74B-94E5-96C1-11C7-9FFA087123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0" y="1622"/>
              <a:ext cx="420" cy="416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prstDash val="lgDash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5" name="Oval 209">
              <a:extLst>
                <a:ext uri="{FF2B5EF4-FFF2-40B4-BE49-F238E27FC236}">
                  <a16:creationId xmlns:a16="http://schemas.microsoft.com/office/drawing/2014/main" id="{7B214128-DE06-C4D5-3147-D0C29D5262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6" y="1710"/>
              <a:ext cx="236" cy="236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6" name="Oval 210">
              <a:extLst>
                <a:ext uri="{FF2B5EF4-FFF2-40B4-BE49-F238E27FC236}">
                  <a16:creationId xmlns:a16="http://schemas.microsoft.com/office/drawing/2014/main" id="{7CEEE037-9008-C3CC-31F7-3F07944B87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" y="1758"/>
              <a:ext cx="144" cy="148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7" name="Oval 211">
              <a:extLst>
                <a:ext uri="{FF2B5EF4-FFF2-40B4-BE49-F238E27FC236}">
                  <a16:creationId xmlns:a16="http://schemas.microsoft.com/office/drawing/2014/main" id="{4D4E011D-F49A-FEEB-B009-2194209195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0" y="1758"/>
              <a:ext cx="144" cy="148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8" name="Line 212">
              <a:extLst>
                <a:ext uri="{FF2B5EF4-FFF2-40B4-BE49-F238E27FC236}">
                  <a16:creationId xmlns:a16="http://schemas.microsoft.com/office/drawing/2014/main" id="{71D9F94E-7F3E-756A-747F-81DEB5022A8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86" y="2030"/>
              <a:ext cx="0" cy="14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9" name="Line 213">
              <a:extLst>
                <a:ext uri="{FF2B5EF4-FFF2-40B4-BE49-F238E27FC236}">
                  <a16:creationId xmlns:a16="http://schemas.microsoft.com/office/drawing/2014/main" id="{C29C0A91-7369-024E-5142-3A180F16680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38" y="2026"/>
              <a:ext cx="0" cy="14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0" name="Arc 214">
              <a:extLst>
                <a:ext uri="{FF2B5EF4-FFF2-40B4-BE49-F238E27FC236}">
                  <a16:creationId xmlns:a16="http://schemas.microsoft.com/office/drawing/2014/main" id="{B5281DFF-BA4C-4824-B7DA-770A1EC4B78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" y="1673"/>
              <a:ext cx="170" cy="329"/>
            </a:xfrm>
            <a:custGeom>
              <a:avLst/>
              <a:gdLst>
                <a:gd name="T0" fmla="*/ 0 w 21600"/>
                <a:gd name="T1" fmla="*/ 0 h 41864"/>
                <a:gd name="T2" fmla="*/ 0 w 21600"/>
                <a:gd name="T3" fmla="*/ 0 h 41864"/>
                <a:gd name="T4" fmla="*/ 0 w 21600"/>
                <a:gd name="T5" fmla="*/ 0 h 41864"/>
                <a:gd name="T6" fmla="*/ 0 60000 65536"/>
                <a:gd name="T7" fmla="*/ 0 60000 65536"/>
                <a:gd name="T8" fmla="*/ 0 60000 65536"/>
                <a:gd name="T9" fmla="*/ 0 w 21600"/>
                <a:gd name="T10" fmla="*/ 0 h 41864"/>
                <a:gd name="T11" fmla="*/ 21600 w 21600"/>
                <a:gd name="T12" fmla="*/ 41864 h 4186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1864" fill="none" extrusionOk="0">
                  <a:moveTo>
                    <a:pt x="16463" y="41864"/>
                  </a:moveTo>
                  <a:cubicBezTo>
                    <a:pt x="6798" y="39498"/>
                    <a:pt x="0" y="30834"/>
                    <a:pt x="0" y="20884"/>
                  </a:cubicBezTo>
                  <a:cubicBezTo>
                    <a:pt x="-1" y="11079"/>
                    <a:pt x="6604" y="2504"/>
                    <a:pt x="16084" y="0"/>
                  </a:cubicBezTo>
                </a:path>
                <a:path w="21600" h="41864" stroke="0" extrusionOk="0">
                  <a:moveTo>
                    <a:pt x="16463" y="41864"/>
                  </a:moveTo>
                  <a:cubicBezTo>
                    <a:pt x="6798" y="39498"/>
                    <a:pt x="0" y="30834"/>
                    <a:pt x="0" y="20884"/>
                  </a:cubicBezTo>
                  <a:cubicBezTo>
                    <a:pt x="-1" y="11079"/>
                    <a:pt x="6604" y="2504"/>
                    <a:pt x="16084" y="0"/>
                  </a:cubicBezTo>
                  <a:lnTo>
                    <a:pt x="21600" y="20884"/>
                  </a:lnTo>
                  <a:lnTo>
                    <a:pt x="16463" y="41864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1" name="Arc 215">
              <a:extLst>
                <a:ext uri="{FF2B5EF4-FFF2-40B4-BE49-F238E27FC236}">
                  <a16:creationId xmlns:a16="http://schemas.microsoft.com/office/drawing/2014/main" id="{7A14995C-DF44-8213-5ED5-FAE0DC3264A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1635" y="1655"/>
              <a:ext cx="170" cy="329"/>
            </a:xfrm>
            <a:custGeom>
              <a:avLst/>
              <a:gdLst>
                <a:gd name="T0" fmla="*/ 0 w 21600"/>
                <a:gd name="T1" fmla="*/ 0 h 41864"/>
                <a:gd name="T2" fmla="*/ 0 w 21600"/>
                <a:gd name="T3" fmla="*/ 0 h 41864"/>
                <a:gd name="T4" fmla="*/ 0 w 21600"/>
                <a:gd name="T5" fmla="*/ 0 h 41864"/>
                <a:gd name="T6" fmla="*/ 0 60000 65536"/>
                <a:gd name="T7" fmla="*/ 0 60000 65536"/>
                <a:gd name="T8" fmla="*/ 0 60000 65536"/>
                <a:gd name="T9" fmla="*/ 0 w 21600"/>
                <a:gd name="T10" fmla="*/ 0 h 41864"/>
                <a:gd name="T11" fmla="*/ 21600 w 21600"/>
                <a:gd name="T12" fmla="*/ 41864 h 4186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1864" fill="none" extrusionOk="0">
                  <a:moveTo>
                    <a:pt x="16463" y="41864"/>
                  </a:moveTo>
                  <a:cubicBezTo>
                    <a:pt x="6798" y="39498"/>
                    <a:pt x="0" y="30834"/>
                    <a:pt x="0" y="20884"/>
                  </a:cubicBezTo>
                  <a:cubicBezTo>
                    <a:pt x="-1" y="11079"/>
                    <a:pt x="6604" y="2504"/>
                    <a:pt x="16084" y="0"/>
                  </a:cubicBezTo>
                </a:path>
                <a:path w="21600" h="41864" stroke="0" extrusionOk="0">
                  <a:moveTo>
                    <a:pt x="16463" y="41864"/>
                  </a:moveTo>
                  <a:cubicBezTo>
                    <a:pt x="6798" y="39498"/>
                    <a:pt x="0" y="30834"/>
                    <a:pt x="0" y="20884"/>
                  </a:cubicBezTo>
                  <a:cubicBezTo>
                    <a:pt x="-1" y="11079"/>
                    <a:pt x="6604" y="2504"/>
                    <a:pt x="16084" y="0"/>
                  </a:cubicBezTo>
                  <a:lnTo>
                    <a:pt x="21600" y="20884"/>
                  </a:lnTo>
                  <a:lnTo>
                    <a:pt x="16463" y="41864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2" name="Line 216">
              <a:extLst>
                <a:ext uri="{FF2B5EF4-FFF2-40B4-BE49-F238E27FC236}">
                  <a16:creationId xmlns:a16="http://schemas.microsoft.com/office/drawing/2014/main" id="{11D16C6A-578A-1488-B6ED-927AAF3885B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016" y="1638"/>
              <a:ext cx="0" cy="38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3" name="Line 217">
              <a:extLst>
                <a:ext uri="{FF2B5EF4-FFF2-40B4-BE49-F238E27FC236}">
                  <a16:creationId xmlns:a16="http://schemas.microsoft.com/office/drawing/2014/main" id="{9DD33BBF-FCF3-56ED-D007-C3C8CFB5313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796" y="1818"/>
              <a:ext cx="0" cy="2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4" name="Line 218">
              <a:extLst>
                <a:ext uri="{FF2B5EF4-FFF2-40B4-BE49-F238E27FC236}">
                  <a16:creationId xmlns:a16="http://schemas.microsoft.com/office/drawing/2014/main" id="{FC0A4D8D-602A-529B-7FF5-DC9824A3F21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604" y="1668"/>
              <a:ext cx="0" cy="32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5" name="Line 219">
              <a:extLst>
                <a:ext uri="{FF2B5EF4-FFF2-40B4-BE49-F238E27FC236}">
                  <a16:creationId xmlns:a16="http://schemas.microsoft.com/office/drawing/2014/main" id="{272769DF-ED99-78F4-AF00-1AC13F92B78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418" y="1818"/>
              <a:ext cx="0" cy="2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6" name="Line 220">
              <a:extLst>
                <a:ext uri="{FF2B5EF4-FFF2-40B4-BE49-F238E27FC236}">
                  <a16:creationId xmlns:a16="http://schemas.microsoft.com/office/drawing/2014/main" id="{1642EA45-5280-0338-E83D-4EF787F0895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21" y="1661"/>
              <a:ext cx="0" cy="33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7" name="Line 221">
              <a:extLst>
                <a:ext uri="{FF2B5EF4-FFF2-40B4-BE49-F238E27FC236}">
                  <a16:creationId xmlns:a16="http://schemas.microsoft.com/office/drawing/2014/main" id="{CC67A9D0-5A60-DDD3-EBEE-070F0A8053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4" y="1650"/>
              <a:ext cx="0" cy="2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8" name="Line 222">
              <a:extLst>
                <a:ext uri="{FF2B5EF4-FFF2-40B4-BE49-F238E27FC236}">
                  <a16:creationId xmlns:a16="http://schemas.microsoft.com/office/drawing/2014/main" id="{D625F03C-0CF9-19E2-F644-DC19686E61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4" y="1684"/>
              <a:ext cx="0" cy="28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9" name="Line 223">
              <a:extLst>
                <a:ext uri="{FF2B5EF4-FFF2-40B4-BE49-F238E27FC236}">
                  <a16:creationId xmlns:a16="http://schemas.microsoft.com/office/drawing/2014/main" id="{228019D7-17AA-F0E3-8F94-6169FD5334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4" y="1980"/>
              <a:ext cx="0" cy="2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0" name="Line 224">
              <a:extLst>
                <a:ext uri="{FF2B5EF4-FFF2-40B4-BE49-F238E27FC236}">
                  <a16:creationId xmlns:a16="http://schemas.microsoft.com/office/drawing/2014/main" id="{E3A4A388-07DD-7945-7346-2FC64CD012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4" y="2020"/>
              <a:ext cx="0" cy="20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1" name="Line 225">
              <a:extLst>
                <a:ext uri="{FF2B5EF4-FFF2-40B4-BE49-F238E27FC236}">
                  <a16:creationId xmlns:a16="http://schemas.microsoft.com/office/drawing/2014/main" id="{79667430-FA2D-9B37-7358-671EAC3047A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702" y="1668"/>
              <a:ext cx="0" cy="32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2" name="Line 226">
              <a:extLst>
                <a:ext uri="{FF2B5EF4-FFF2-40B4-BE49-F238E27FC236}">
                  <a16:creationId xmlns:a16="http://schemas.microsoft.com/office/drawing/2014/main" id="{04F6C890-DCBF-7D61-F7D7-25C4243F927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508" y="1818"/>
              <a:ext cx="0" cy="2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3" name="Line 227">
              <a:extLst>
                <a:ext uri="{FF2B5EF4-FFF2-40B4-BE49-F238E27FC236}">
                  <a16:creationId xmlns:a16="http://schemas.microsoft.com/office/drawing/2014/main" id="{87FA1B6D-C0B4-0A05-043E-1ED7E3A190B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372" y="1728"/>
              <a:ext cx="0" cy="20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4" name="Line 228">
              <a:extLst>
                <a:ext uri="{FF2B5EF4-FFF2-40B4-BE49-F238E27FC236}">
                  <a16:creationId xmlns:a16="http://schemas.microsoft.com/office/drawing/2014/main" id="{57BCBDD0-7237-7D19-CDC8-66611566EA4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238" y="1818"/>
              <a:ext cx="0" cy="2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25" name="Text Box 229">
            <a:extLst>
              <a:ext uri="{FF2B5EF4-FFF2-40B4-BE49-F238E27FC236}">
                <a16:creationId xmlns:a16="http://schemas.microsoft.com/office/drawing/2014/main" id="{3E40D52E-704E-35F9-04CF-21E9C2C845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97606" y="173653"/>
            <a:ext cx="84670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b="1" i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A—A</a:t>
            </a:r>
          </a:p>
        </p:txBody>
      </p:sp>
      <p:sp>
        <p:nvSpPr>
          <p:cNvPr id="226" name="Arc 230">
            <a:extLst>
              <a:ext uri="{FF2B5EF4-FFF2-40B4-BE49-F238E27FC236}">
                <a16:creationId xmlns:a16="http://schemas.microsoft.com/office/drawing/2014/main" id="{A153E1AC-6B47-AF68-61E9-DE9C6A29B523}"/>
              </a:ext>
            </a:extLst>
          </p:cNvPr>
          <p:cNvSpPr>
            <a:spLocks/>
          </p:cNvSpPr>
          <p:nvPr/>
        </p:nvSpPr>
        <p:spPr bwMode="auto">
          <a:xfrm flipH="1">
            <a:off x="6002803" y="1226823"/>
            <a:ext cx="128588" cy="257175"/>
          </a:xfrm>
          <a:custGeom>
            <a:avLst/>
            <a:gdLst>
              <a:gd name="T0" fmla="*/ 0 w 21600"/>
              <a:gd name="T1" fmla="*/ 0 h 43186"/>
              <a:gd name="T2" fmla="*/ 2147483647 w 21600"/>
              <a:gd name="T3" fmla="*/ 2147483647 h 43186"/>
              <a:gd name="T4" fmla="*/ 0 w 21600"/>
              <a:gd name="T5" fmla="*/ 2147483647 h 43186"/>
              <a:gd name="T6" fmla="*/ 0 60000 65536"/>
              <a:gd name="T7" fmla="*/ 0 60000 65536"/>
              <a:gd name="T8" fmla="*/ 0 60000 65536"/>
              <a:gd name="T9" fmla="*/ 0 w 21600"/>
              <a:gd name="T10" fmla="*/ 0 h 43186"/>
              <a:gd name="T11" fmla="*/ 21600 w 21600"/>
              <a:gd name="T12" fmla="*/ 43186 h 4318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43186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229"/>
                  <a:pt x="12392" y="42771"/>
                  <a:pt x="771" y="43186"/>
                </a:cubicBezTo>
              </a:path>
              <a:path w="21600" h="43186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229"/>
                  <a:pt x="12392" y="42771"/>
                  <a:pt x="771" y="43186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 type="none" w="sm" len="lg"/>
          </a:ln>
        </p:spPr>
        <p:txBody>
          <a:bodyPr wrap="none" anchor="ctr"/>
          <a:lstStyle/>
          <a:p>
            <a:pPr algn="ctr">
              <a:defRPr/>
            </a:pPr>
            <a:endParaRPr kumimoji="1" lang="zh-CN" altLang="en-US" sz="2400" b="1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7" name="AutoShape 231">
            <a:extLst>
              <a:ext uri="{FF2B5EF4-FFF2-40B4-BE49-F238E27FC236}">
                <a16:creationId xmlns:a16="http://schemas.microsoft.com/office/drawing/2014/main" id="{19B17CCB-D9BD-4F8F-1895-11A7B3837CA7}"/>
              </a:ext>
            </a:extLst>
          </p:cNvPr>
          <p:cNvSpPr>
            <a:spLocks noChangeArrowheads="1"/>
          </p:cNvSpPr>
          <p:nvPr/>
        </p:nvSpPr>
        <p:spPr bwMode="auto">
          <a:xfrm rot="3116312">
            <a:off x="5936657" y="2628808"/>
            <a:ext cx="1897736" cy="393700"/>
          </a:xfrm>
          <a:prstGeom prst="rightArrow">
            <a:avLst>
              <a:gd name="adj1" fmla="val 50000"/>
              <a:gd name="adj2" fmla="val 162500"/>
            </a:avLst>
          </a:prstGeom>
          <a:solidFill>
            <a:schemeClr val="accent5">
              <a:lumMod val="40000"/>
              <a:lumOff val="60000"/>
              <a:alpha val="39999"/>
            </a:schemeClr>
          </a:solidFill>
          <a:ln w="12700">
            <a:solidFill>
              <a:srgbClr val="FF0000"/>
            </a:solidFill>
            <a:miter lim="800000"/>
            <a:headEnd/>
            <a:tailEnd type="none" w="sm" len="lg"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8" name="AutoShape 232">
            <a:extLst>
              <a:ext uri="{FF2B5EF4-FFF2-40B4-BE49-F238E27FC236}">
                <a16:creationId xmlns:a16="http://schemas.microsoft.com/office/drawing/2014/main" id="{C868B440-0BB2-DBAD-B4FC-F5382B4E302E}"/>
              </a:ext>
            </a:extLst>
          </p:cNvPr>
          <p:cNvSpPr>
            <a:spLocks noChangeArrowheads="1"/>
          </p:cNvSpPr>
          <p:nvPr/>
        </p:nvSpPr>
        <p:spPr bwMode="auto">
          <a:xfrm rot="18582558" flipH="1">
            <a:off x="8462130" y="2594652"/>
            <a:ext cx="1845526" cy="393700"/>
          </a:xfrm>
          <a:prstGeom prst="rightArrow">
            <a:avLst>
              <a:gd name="adj1" fmla="val 50000"/>
              <a:gd name="adj2" fmla="val 164113"/>
            </a:avLst>
          </a:prstGeom>
          <a:solidFill>
            <a:schemeClr val="accent5">
              <a:lumMod val="40000"/>
              <a:lumOff val="60000"/>
              <a:alpha val="39999"/>
            </a:schemeClr>
          </a:solidFill>
          <a:ln w="12700">
            <a:solidFill>
              <a:srgbClr val="FF0000"/>
            </a:solidFill>
            <a:miter lim="800000"/>
            <a:headEnd/>
            <a:tailEnd type="none" w="sm" len="lg"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29" name="Group 233">
            <a:extLst>
              <a:ext uri="{FF2B5EF4-FFF2-40B4-BE49-F238E27FC236}">
                <a16:creationId xmlns:a16="http://schemas.microsoft.com/office/drawing/2014/main" id="{72489AAA-74D0-0A4D-7CCC-F01B0C724D13}"/>
              </a:ext>
            </a:extLst>
          </p:cNvPr>
          <p:cNvGrpSpPr>
            <a:grpSpLocks/>
          </p:cNvGrpSpPr>
          <p:nvPr/>
        </p:nvGrpSpPr>
        <p:grpSpPr bwMode="auto">
          <a:xfrm>
            <a:off x="7004672" y="4110838"/>
            <a:ext cx="2144713" cy="336550"/>
            <a:chOff x="2102" y="2694"/>
            <a:chExt cx="1351" cy="212"/>
          </a:xfrm>
        </p:grpSpPr>
        <p:sp>
          <p:nvSpPr>
            <p:cNvPr id="230" name="Line 234">
              <a:extLst>
                <a:ext uri="{FF2B5EF4-FFF2-40B4-BE49-F238E27FC236}">
                  <a16:creationId xmlns:a16="http://schemas.microsoft.com/office/drawing/2014/main" id="{79857EA7-6BFE-A488-C908-93E1584A0E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1" y="2699"/>
              <a:ext cx="0" cy="20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1" name="Line 235">
              <a:extLst>
                <a:ext uri="{FF2B5EF4-FFF2-40B4-BE49-F238E27FC236}">
                  <a16:creationId xmlns:a16="http://schemas.microsoft.com/office/drawing/2014/main" id="{477E324C-23B9-91DA-4B72-08C85A0FC6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06" y="2694"/>
              <a:ext cx="0" cy="20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2" name="Line 236">
              <a:extLst>
                <a:ext uri="{FF2B5EF4-FFF2-40B4-BE49-F238E27FC236}">
                  <a16:creationId xmlns:a16="http://schemas.microsoft.com/office/drawing/2014/main" id="{02031FA5-5F0A-D87B-B270-92DBF51584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02" y="2698"/>
              <a:ext cx="96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3" name="Line 237">
              <a:extLst>
                <a:ext uri="{FF2B5EF4-FFF2-40B4-BE49-F238E27FC236}">
                  <a16:creationId xmlns:a16="http://schemas.microsoft.com/office/drawing/2014/main" id="{05D80C08-2A86-B581-BA13-62A7F2686F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57" y="2694"/>
              <a:ext cx="96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34" name="Group 238">
            <a:extLst>
              <a:ext uri="{FF2B5EF4-FFF2-40B4-BE49-F238E27FC236}">
                <a16:creationId xmlns:a16="http://schemas.microsoft.com/office/drawing/2014/main" id="{2B40FAE6-D40F-60B6-AFC9-4E0D05A50605}"/>
              </a:ext>
            </a:extLst>
          </p:cNvPr>
          <p:cNvGrpSpPr>
            <a:grpSpLocks/>
          </p:cNvGrpSpPr>
          <p:nvPr/>
        </p:nvGrpSpPr>
        <p:grpSpPr bwMode="auto">
          <a:xfrm>
            <a:off x="6485560" y="5672938"/>
            <a:ext cx="3221037" cy="336550"/>
            <a:chOff x="1775" y="3491"/>
            <a:chExt cx="2029" cy="212"/>
          </a:xfrm>
        </p:grpSpPr>
        <p:sp>
          <p:nvSpPr>
            <p:cNvPr id="235" name="Line 239">
              <a:extLst>
                <a:ext uri="{FF2B5EF4-FFF2-40B4-BE49-F238E27FC236}">
                  <a16:creationId xmlns:a16="http://schemas.microsoft.com/office/drawing/2014/main" id="{2289220F-D93D-4DF0-E8C5-3AE8EC285C5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04" y="3496"/>
              <a:ext cx="0" cy="20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6" name="Line 240">
              <a:extLst>
                <a:ext uri="{FF2B5EF4-FFF2-40B4-BE49-F238E27FC236}">
                  <a16:creationId xmlns:a16="http://schemas.microsoft.com/office/drawing/2014/main" id="{F43A46D2-2790-17F3-8A4A-67B889B11CB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5" y="3491"/>
              <a:ext cx="0" cy="20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37" name="Group 241">
            <a:extLst>
              <a:ext uri="{FF2B5EF4-FFF2-40B4-BE49-F238E27FC236}">
                <a16:creationId xmlns:a16="http://schemas.microsoft.com/office/drawing/2014/main" id="{B2B7D1AA-6D77-625B-25FF-ED64B7BEF8B6}"/>
              </a:ext>
            </a:extLst>
          </p:cNvPr>
          <p:cNvGrpSpPr>
            <a:grpSpLocks/>
          </p:cNvGrpSpPr>
          <p:nvPr/>
        </p:nvGrpSpPr>
        <p:grpSpPr bwMode="auto">
          <a:xfrm>
            <a:off x="6695110" y="3883825"/>
            <a:ext cx="2720975" cy="419100"/>
            <a:chOff x="1907" y="2551"/>
            <a:chExt cx="1714" cy="264"/>
          </a:xfrm>
        </p:grpSpPr>
        <p:sp>
          <p:nvSpPr>
            <p:cNvPr id="238" name="Text Box 242">
              <a:extLst>
                <a:ext uri="{FF2B5EF4-FFF2-40B4-BE49-F238E27FC236}">
                  <a16:creationId xmlns:a16="http://schemas.microsoft.com/office/drawing/2014/main" id="{0401C510-5FEE-B682-5603-A3382B2211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07" y="2563"/>
              <a:ext cx="226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</a:p>
          </p:txBody>
        </p:sp>
        <p:sp>
          <p:nvSpPr>
            <p:cNvPr id="239" name="Text Box 243">
              <a:extLst>
                <a:ext uri="{FF2B5EF4-FFF2-40B4-BE49-F238E27FC236}">
                  <a16:creationId xmlns:a16="http://schemas.microsoft.com/office/drawing/2014/main" id="{324E18E2-4348-BC0A-A4C3-3F04E0EA86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35" y="2551"/>
              <a:ext cx="28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B</a:t>
              </a:r>
            </a:p>
          </p:txBody>
        </p:sp>
      </p:grpSp>
      <p:sp>
        <p:nvSpPr>
          <p:cNvPr id="240" name="Text Box 244">
            <a:extLst>
              <a:ext uri="{FF2B5EF4-FFF2-40B4-BE49-F238E27FC236}">
                <a16:creationId xmlns:a16="http://schemas.microsoft.com/office/drawing/2014/main" id="{293AB00E-395E-0399-D5F2-82C3CC5258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30160" y="5010950"/>
            <a:ext cx="811441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b="1" i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B—B</a:t>
            </a:r>
          </a:p>
        </p:txBody>
      </p:sp>
      <p:grpSp>
        <p:nvGrpSpPr>
          <p:cNvPr id="241" name="Group 245">
            <a:extLst>
              <a:ext uri="{FF2B5EF4-FFF2-40B4-BE49-F238E27FC236}">
                <a16:creationId xmlns:a16="http://schemas.microsoft.com/office/drawing/2014/main" id="{13AA7188-FAD8-5478-1F05-F13D6C9F28E3}"/>
              </a:ext>
            </a:extLst>
          </p:cNvPr>
          <p:cNvGrpSpPr>
            <a:grpSpLocks/>
          </p:cNvGrpSpPr>
          <p:nvPr/>
        </p:nvGrpSpPr>
        <p:grpSpPr bwMode="auto">
          <a:xfrm>
            <a:off x="8104810" y="5490375"/>
            <a:ext cx="541337" cy="1023938"/>
            <a:chOff x="2795" y="3376"/>
            <a:chExt cx="341" cy="645"/>
          </a:xfrm>
        </p:grpSpPr>
        <p:sp>
          <p:nvSpPr>
            <p:cNvPr id="242" name="Line 246">
              <a:extLst>
                <a:ext uri="{FF2B5EF4-FFF2-40B4-BE49-F238E27FC236}">
                  <a16:creationId xmlns:a16="http://schemas.microsoft.com/office/drawing/2014/main" id="{46205BD1-2A91-4BED-2F08-87DC4895218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84" y="3641"/>
              <a:ext cx="147" cy="14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lg"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3" name="Line 247">
              <a:extLst>
                <a:ext uri="{FF2B5EF4-FFF2-40B4-BE49-F238E27FC236}">
                  <a16:creationId xmlns:a16="http://schemas.microsoft.com/office/drawing/2014/main" id="{DCE81B86-80DC-A630-9D85-E5168E382FC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77" y="3762"/>
              <a:ext cx="259" cy="25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lg"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4" name="Line 248">
              <a:extLst>
                <a:ext uri="{FF2B5EF4-FFF2-40B4-BE49-F238E27FC236}">
                  <a16:creationId xmlns:a16="http://schemas.microsoft.com/office/drawing/2014/main" id="{301B66A6-E52C-272B-1CEE-637DA7D3C2F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95" y="3376"/>
              <a:ext cx="83" cy="8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lg"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5" name="Line 249">
              <a:extLst>
                <a:ext uri="{FF2B5EF4-FFF2-40B4-BE49-F238E27FC236}">
                  <a16:creationId xmlns:a16="http://schemas.microsoft.com/office/drawing/2014/main" id="{18FEDA31-306A-B118-99AD-380063CE289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66" y="3411"/>
              <a:ext cx="93" cy="9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lg"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6" name="Line 250">
              <a:extLst>
                <a:ext uri="{FF2B5EF4-FFF2-40B4-BE49-F238E27FC236}">
                  <a16:creationId xmlns:a16="http://schemas.microsoft.com/office/drawing/2014/main" id="{3C4EB9CA-71CD-A0B8-47EF-9C3C6E6E141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43" y="3462"/>
              <a:ext cx="91" cy="9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lg"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7" name="Line 251">
              <a:extLst>
                <a:ext uri="{FF2B5EF4-FFF2-40B4-BE49-F238E27FC236}">
                  <a16:creationId xmlns:a16="http://schemas.microsoft.com/office/drawing/2014/main" id="{F46BA302-D238-568C-3FD6-16F93E0B6E4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90" y="3535"/>
              <a:ext cx="101" cy="10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lg"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48" name="Arc 252">
            <a:extLst>
              <a:ext uri="{FF2B5EF4-FFF2-40B4-BE49-F238E27FC236}">
                <a16:creationId xmlns:a16="http://schemas.microsoft.com/office/drawing/2014/main" id="{3F2E2D3E-2784-4A60-D1AA-39CB13BEFDEA}"/>
              </a:ext>
            </a:extLst>
          </p:cNvPr>
          <p:cNvSpPr>
            <a:spLocks/>
          </p:cNvSpPr>
          <p:nvPr/>
        </p:nvSpPr>
        <p:spPr bwMode="auto">
          <a:xfrm flipH="1">
            <a:off x="7919072" y="5807875"/>
            <a:ext cx="190500" cy="374650"/>
          </a:xfrm>
          <a:custGeom>
            <a:avLst/>
            <a:gdLst>
              <a:gd name="T0" fmla="*/ 2147483647 w 21961"/>
              <a:gd name="T1" fmla="*/ 0 h 43200"/>
              <a:gd name="T2" fmla="*/ 0 w 21961"/>
              <a:gd name="T3" fmla="*/ 2147483647 h 43200"/>
              <a:gd name="T4" fmla="*/ 2147483647 w 21961"/>
              <a:gd name="T5" fmla="*/ 2147483647 h 43200"/>
              <a:gd name="T6" fmla="*/ 0 60000 65536"/>
              <a:gd name="T7" fmla="*/ 0 60000 65536"/>
              <a:gd name="T8" fmla="*/ 0 60000 65536"/>
              <a:gd name="T9" fmla="*/ 0 w 21961"/>
              <a:gd name="T10" fmla="*/ 0 h 43200"/>
              <a:gd name="T11" fmla="*/ 21961 w 21961"/>
              <a:gd name="T12" fmla="*/ 43200 h 43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961" h="43200" fill="none" extrusionOk="0">
                <a:moveTo>
                  <a:pt x="360" y="0"/>
                </a:moveTo>
                <a:cubicBezTo>
                  <a:pt x="12290" y="0"/>
                  <a:pt x="21961" y="9670"/>
                  <a:pt x="21961" y="21600"/>
                </a:cubicBezTo>
                <a:cubicBezTo>
                  <a:pt x="21961" y="33529"/>
                  <a:pt x="12290" y="43200"/>
                  <a:pt x="361" y="43200"/>
                </a:cubicBezTo>
                <a:cubicBezTo>
                  <a:pt x="240" y="43200"/>
                  <a:pt x="120" y="43198"/>
                  <a:pt x="0" y="43196"/>
                </a:cubicBezTo>
              </a:path>
              <a:path w="21961" h="43200" stroke="0" extrusionOk="0">
                <a:moveTo>
                  <a:pt x="360" y="0"/>
                </a:moveTo>
                <a:cubicBezTo>
                  <a:pt x="12290" y="0"/>
                  <a:pt x="21961" y="9670"/>
                  <a:pt x="21961" y="21600"/>
                </a:cubicBezTo>
                <a:cubicBezTo>
                  <a:pt x="21961" y="33529"/>
                  <a:pt x="12290" y="43200"/>
                  <a:pt x="361" y="43200"/>
                </a:cubicBezTo>
                <a:cubicBezTo>
                  <a:pt x="240" y="43200"/>
                  <a:pt x="120" y="43198"/>
                  <a:pt x="0" y="43196"/>
                </a:cubicBezTo>
                <a:lnTo>
                  <a:pt x="361" y="21600"/>
                </a:lnTo>
                <a:lnTo>
                  <a:pt x="360" y="0"/>
                </a:lnTo>
                <a:close/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 type="none" w="sm" len="lg"/>
          </a:ln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9" name="Arc 253">
            <a:extLst>
              <a:ext uri="{FF2B5EF4-FFF2-40B4-BE49-F238E27FC236}">
                <a16:creationId xmlns:a16="http://schemas.microsoft.com/office/drawing/2014/main" id="{D3F0DE09-A98D-71B9-78C6-EEEDB9798F75}"/>
              </a:ext>
            </a:extLst>
          </p:cNvPr>
          <p:cNvSpPr>
            <a:spLocks/>
          </p:cNvSpPr>
          <p:nvPr/>
        </p:nvSpPr>
        <p:spPr bwMode="auto">
          <a:xfrm>
            <a:off x="8106397" y="5674525"/>
            <a:ext cx="330200" cy="660400"/>
          </a:xfrm>
          <a:custGeom>
            <a:avLst/>
            <a:gdLst>
              <a:gd name="T0" fmla="*/ 0 w 21600"/>
              <a:gd name="T1" fmla="*/ 0 h 43200"/>
              <a:gd name="T2" fmla="*/ 0 w 21600"/>
              <a:gd name="T3" fmla="*/ 2147483647 h 43200"/>
              <a:gd name="T4" fmla="*/ 0 w 21600"/>
              <a:gd name="T5" fmla="*/ 2147483647 h 43200"/>
              <a:gd name="T6" fmla="*/ 0 60000 65536"/>
              <a:gd name="T7" fmla="*/ 0 60000 65536"/>
              <a:gd name="T8" fmla="*/ 0 60000 65536"/>
              <a:gd name="T9" fmla="*/ 0 w 21600"/>
              <a:gd name="T10" fmla="*/ 0 h 43200"/>
              <a:gd name="T11" fmla="*/ 21600 w 21600"/>
              <a:gd name="T12" fmla="*/ 43200 h 43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432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529"/>
                  <a:pt x="11929" y="43199"/>
                  <a:pt x="0" y="43200"/>
                </a:cubicBezTo>
              </a:path>
              <a:path w="21600" h="432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529"/>
                  <a:pt x="11929" y="43199"/>
                  <a:pt x="0" y="432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 type="none" w="sm" len="lg"/>
          </a:ln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0" name="Text Box 255">
            <a:extLst>
              <a:ext uri="{FF2B5EF4-FFF2-40B4-BE49-F238E27FC236}">
                <a16:creationId xmlns:a16="http://schemas.microsoft.com/office/drawing/2014/main" id="{975EB79B-5518-F528-393F-0D6CB257B3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0616" y="666436"/>
            <a:ext cx="427037" cy="590550"/>
          </a:xfrm>
          <a:prstGeom prst="rect">
            <a:avLst/>
          </a:prstGeom>
          <a:noFill/>
          <a:ln w="9525">
            <a:solidFill>
              <a:srgbClr val="FF7C80"/>
            </a:solidFill>
            <a:miter lim="800000"/>
            <a:headEnd/>
            <a:tailEnd type="none" w="sm" len="lg"/>
          </a:ln>
        </p:spPr>
        <p:txBody>
          <a:bodyPr anchor="ctr">
            <a:spAutoFit/>
          </a:bodyPr>
          <a:lstStyle/>
          <a:p>
            <a:pPr algn="ctr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视</a:t>
            </a:r>
          </a:p>
          <a:p>
            <a:pPr algn="ctr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</a:p>
        </p:txBody>
      </p:sp>
      <p:sp>
        <p:nvSpPr>
          <p:cNvPr id="251" name="Text Box 256">
            <a:extLst>
              <a:ext uri="{FF2B5EF4-FFF2-40B4-BE49-F238E27FC236}">
                <a16:creationId xmlns:a16="http://schemas.microsoft.com/office/drawing/2014/main" id="{4A00879D-645D-C7C1-3D43-AA2B2D6AE5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91394" y="619740"/>
            <a:ext cx="493712" cy="1079500"/>
          </a:xfrm>
          <a:prstGeom prst="rect">
            <a:avLst/>
          </a:prstGeom>
          <a:noFill/>
          <a:ln w="9525">
            <a:solidFill>
              <a:srgbClr val="FF7C80"/>
            </a:solidFill>
            <a:miter lim="800000"/>
            <a:headEnd/>
            <a:tailEnd type="none" w="sm" len="lg"/>
          </a:ln>
        </p:spPr>
        <p:txBody>
          <a:bodyPr anchor="ctr">
            <a:spAutoFit/>
          </a:bodyPr>
          <a:lstStyle/>
          <a:p>
            <a:pPr algn="ctr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</a:t>
            </a:r>
          </a:p>
          <a:p>
            <a:pPr algn="ctr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剖</a:t>
            </a:r>
          </a:p>
          <a:p>
            <a:pPr algn="ctr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视</a:t>
            </a:r>
          </a:p>
          <a:p>
            <a:pPr algn="ctr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</a:p>
        </p:txBody>
      </p:sp>
      <p:sp>
        <p:nvSpPr>
          <p:cNvPr id="252" name="Text Box 257">
            <a:extLst>
              <a:ext uri="{FF2B5EF4-FFF2-40B4-BE49-F238E27FC236}">
                <a16:creationId xmlns:a16="http://schemas.microsoft.com/office/drawing/2014/main" id="{A8AF4F45-4C0B-9820-74E6-6729DA366F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64772" y="4125125"/>
            <a:ext cx="1423988" cy="346075"/>
          </a:xfrm>
          <a:prstGeom prst="rect">
            <a:avLst/>
          </a:prstGeom>
          <a:noFill/>
          <a:ln w="9525">
            <a:solidFill>
              <a:srgbClr val="FF7C80"/>
            </a:solidFill>
            <a:miter lim="800000"/>
            <a:headEnd/>
            <a:tailEnd type="none" w="sm" len="lg"/>
          </a:ln>
        </p:spPr>
        <p:txBody>
          <a:bodyPr anchor="ctr">
            <a:spAutoFit/>
          </a:bodyPr>
          <a:lstStyle/>
          <a:p>
            <a:pPr algn="ctr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半剖视图</a:t>
            </a:r>
          </a:p>
        </p:txBody>
      </p:sp>
      <p:grpSp>
        <p:nvGrpSpPr>
          <p:cNvPr id="253" name="Group 258">
            <a:extLst>
              <a:ext uri="{FF2B5EF4-FFF2-40B4-BE49-F238E27FC236}">
                <a16:creationId xmlns:a16="http://schemas.microsoft.com/office/drawing/2014/main" id="{BB779A31-7E0F-A2B5-A400-ECC2EEE371CE}"/>
              </a:ext>
            </a:extLst>
          </p:cNvPr>
          <p:cNvGrpSpPr>
            <a:grpSpLocks/>
          </p:cNvGrpSpPr>
          <p:nvPr/>
        </p:nvGrpSpPr>
        <p:grpSpPr bwMode="auto">
          <a:xfrm>
            <a:off x="4788366" y="653736"/>
            <a:ext cx="1516062" cy="1550987"/>
            <a:chOff x="154" y="330"/>
            <a:chExt cx="955" cy="977"/>
          </a:xfrm>
        </p:grpSpPr>
        <p:grpSp>
          <p:nvGrpSpPr>
            <p:cNvPr id="254" name="Group 259">
              <a:extLst>
                <a:ext uri="{FF2B5EF4-FFF2-40B4-BE49-F238E27FC236}">
                  <a16:creationId xmlns:a16="http://schemas.microsoft.com/office/drawing/2014/main" id="{97F39B3D-2D3C-D6E6-920A-871622C5182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2" y="336"/>
              <a:ext cx="216" cy="971"/>
              <a:chOff x="875" y="1801"/>
              <a:chExt cx="216" cy="971"/>
            </a:xfrm>
          </p:grpSpPr>
          <p:sp>
            <p:nvSpPr>
              <p:cNvPr id="266" name="Line 260">
                <a:extLst>
                  <a:ext uri="{FF2B5EF4-FFF2-40B4-BE49-F238E27FC236}">
                    <a16:creationId xmlns:a16="http://schemas.microsoft.com/office/drawing/2014/main" id="{2D8DFC28-5671-D1E1-4033-5FCA8DDB02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75" y="1974"/>
                <a:ext cx="0" cy="798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lgDash"/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7" name="Line 261">
                <a:extLst>
                  <a:ext uri="{FF2B5EF4-FFF2-40B4-BE49-F238E27FC236}">
                    <a16:creationId xmlns:a16="http://schemas.microsoft.com/office/drawing/2014/main" id="{09541C38-1A62-B5E0-9556-9D3DE3E861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79" y="1977"/>
                <a:ext cx="212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lgDash"/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8" name="Line 262">
                <a:extLst>
                  <a:ext uri="{FF2B5EF4-FFF2-40B4-BE49-F238E27FC236}">
                    <a16:creationId xmlns:a16="http://schemas.microsoft.com/office/drawing/2014/main" id="{C86ABBD9-2A38-E853-31C8-8555C1434C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67" y="1801"/>
                <a:ext cx="0" cy="176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lgDash"/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55" name="Group 263">
              <a:extLst>
                <a:ext uri="{FF2B5EF4-FFF2-40B4-BE49-F238E27FC236}">
                  <a16:creationId xmlns:a16="http://schemas.microsoft.com/office/drawing/2014/main" id="{ABAF6C24-5AB0-F536-7318-C685435A11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4" y="1098"/>
              <a:ext cx="144" cy="208"/>
              <a:chOff x="868" y="2428"/>
              <a:chExt cx="144" cy="208"/>
            </a:xfrm>
          </p:grpSpPr>
          <p:sp>
            <p:nvSpPr>
              <p:cNvPr id="264" name="Line 264">
                <a:extLst>
                  <a:ext uri="{FF2B5EF4-FFF2-40B4-BE49-F238E27FC236}">
                    <a16:creationId xmlns:a16="http://schemas.microsoft.com/office/drawing/2014/main" id="{BDCAD1D6-A80E-3DB1-4310-06EEEC2498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68" y="2428"/>
                <a:ext cx="0" cy="208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lgDash"/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5" name="Line 265">
                <a:extLst>
                  <a:ext uri="{FF2B5EF4-FFF2-40B4-BE49-F238E27FC236}">
                    <a16:creationId xmlns:a16="http://schemas.microsoft.com/office/drawing/2014/main" id="{9B8BBF13-F985-820F-4A16-AF41D26624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12" y="2428"/>
                <a:ext cx="0" cy="208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lgDash"/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56" name="Group 266">
              <a:extLst>
                <a:ext uri="{FF2B5EF4-FFF2-40B4-BE49-F238E27FC236}">
                  <a16:creationId xmlns:a16="http://schemas.microsoft.com/office/drawing/2014/main" id="{C62F19B7-7BA8-85AF-CFD5-13771B98D80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7" y="1064"/>
              <a:ext cx="0" cy="141"/>
              <a:chOff x="275" y="1044"/>
              <a:chExt cx="0" cy="141"/>
            </a:xfrm>
          </p:grpSpPr>
          <p:sp>
            <p:nvSpPr>
              <p:cNvPr id="262" name="Line 267">
                <a:extLst>
                  <a:ext uri="{FF2B5EF4-FFF2-40B4-BE49-F238E27FC236}">
                    <a16:creationId xmlns:a16="http://schemas.microsoft.com/office/drawing/2014/main" id="{098D3B05-EA96-8985-BB65-6F647BD514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5" y="1044"/>
                <a:ext cx="0" cy="96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3" name="Line 268">
                <a:extLst>
                  <a:ext uri="{FF2B5EF4-FFF2-40B4-BE49-F238E27FC236}">
                    <a16:creationId xmlns:a16="http://schemas.microsoft.com/office/drawing/2014/main" id="{98AFD49A-C0CB-C816-3E2A-701AF218D2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5" y="1161"/>
                <a:ext cx="0" cy="24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257" name="Line 270">
              <a:extLst>
                <a:ext uri="{FF2B5EF4-FFF2-40B4-BE49-F238E27FC236}">
                  <a16:creationId xmlns:a16="http://schemas.microsoft.com/office/drawing/2014/main" id="{53C128EC-101B-BFE6-B3A6-C1161464E3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1" y="773"/>
              <a:ext cx="22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58" name="Group 271">
              <a:extLst>
                <a:ext uri="{FF2B5EF4-FFF2-40B4-BE49-F238E27FC236}">
                  <a16:creationId xmlns:a16="http://schemas.microsoft.com/office/drawing/2014/main" id="{30566BD9-0B92-FDF7-3D90-99458D0D322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4" y="330"/>
              <a:ext cx="843" cy="970"/>
              <a:chOff x="244" y="1797"/>
              <a:chExt cx="843" cy="970"/>
            </a:xfrm>
          </p:grpSpPr>
          <p:sp>
            <p:nvSpPr>
              <p:cNvPr id="260" name="Line 272">
                <a:extLst>
                  <a:ext uri="{FF2B5EF4-FFF2-40B4-BE49-F238E27FC236}">
                    <a16:creationId xmlns:a16="http://schemas.microsoft.com/office/drawing/2014/main" id="{4F368752-3ADA-98F1-6EA4-7F39BD6196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36" y="2566"/>
                <a:ext cx="2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1" name="Freeform 273">
                <a:extLst>
                  <a:ext uri="{FF2B5EF4-FFF2-40B4-BE49-F238E27FC236}">
                    <a16:creationId xmlns:a16="http://schemas.microsoft.com/office/drawing/2014/main" id="{B876AB86-ED12-CDAE-B28C-8CFDA573E2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4" y="1797"/>
                <a:ext cx="843" cy="970"/>
              </a:xfrm>
              <a:custGeom>
                <a:avLst/>
                <a:gdLst>
                  <a:gd name="T0" fmla="*/ 829 w 844"/>
                  <a:gd name="T1" fmla="*/ 0 h 970"/>
                  <a:gd name="T2" fmla="*/ 477 w 844"/>
                  <a:gd name="T3" fmla="*/ 0 h 970"/>
                  <a:gd name="T4" fmla="*/ 477 w 844"/>
                  <a:gd name="T5" fmla="*/ 768 h 970"/>
                  <a:gd name="T6" fmla="*/ 0 w 844"/>
                  <a:gd name="T7" fmla="*/ 768 h 970"/>
                  <a:gd name="T8" fmla="*/ 0 w 844"/>
                  <a:gd name="T9" fmla="*/ 970 h 970"/>
                  <a:gd name="T10" fmla="*/ 833 w 844"/>
                  <a:gd name="T11" fmla="*/ 970 h 97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844"/>
                  <a:gd name="T19" fmla="*/ 0 h 970"/>
                  <a:gd name="T20" fmla="*/ 844 w 844"/>
                  <a:gd name="T21" fmla="*/ 970 h 97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844" h="970">
                    <a:moveTo>
                      <a:pt x="840" y="0"/>
                    </a:moveTo>
                    <a:lnTo>
                      <a:pt x="488" y="0"/>
                    </a:lnTo>
                    <a:lnTo>
                      <a:pt x="488" y="768"/>
                    </a:lnTo>
                    <a:lnTo>
                      <a:pt x="0" y="768"/>
                    </a:lnTo>
                    <a:lnTo>
                      <a:pt x="0" y="970"/>
                    </a:lnTo>
                    <a:lnTo>
                      <a:pt x="844" y="970"/>
                    </a:lnTo>
                  </a:path>
                </a:pathLst>
              </a:cu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259" name="Arc 274">
              <a:extLst>
                <a:ext uri="{FF2B5EF4-FFF2-40B4-BE49-F238E27FC236}">
                  <a16:creationId xmlns:a16="http://schemas.microsoft.com/office/drawing/2014/main" id="{D783B3BC-C23A-2378-0C4B-87AE85778E70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918" y="690"/>
              <a:ext cx="81" cy="162"/>
            </a:xfrm>
            <a:custGeom>
              <a:avLst/>
              <a:gdLst>
                <a:gd name="T0" fmla="*/ 0 w 21600"/>
                <a:gd name="T1" fmla="*/ 0 h 43186"/>
                <a:gd name="T2" fmla="*/ 0 w 21600"/>
                <a:gd name="T3" fmla="*/ 0 h 43186"/>
                <a:gd name="T4" fmla="*/ 0 w 21600"/>
                <a:gd name="T5" fmla="*/ 0 h 43186"/>
                <a:gd name="T6" fmla="*/ 0 60000 65536"/>
                <a:gd name="T7" fmla="*/ 0 60000 65536"/>
                <a:gd name="T8" fmla="*/ 0 60000 65536"/>
                <a:gd name="T9" fmla="*/ 0 w 21600"/>
                <a:gd name="T10" fmla="*/ 0 h 43186"/>
                <a:gd name="T11" fmla="*/ 21600 w 21600"/>
                <a:gd name="T12" fmla="*/ 43186 h 4318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3186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229"/>
                    <a:pt x="12392" y="42771"/>
                    <a:pt x="771" y="43186"/>
                  </a:cubicBezTo>
                </a:path>
                <a:path w="21600" h="43186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229"/>
                    <a:pt x="12392" y="42771"/>
                    <a:pt x="771" y="43186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 type="none" w="sm" len="lg"/>
            </a:ln>
          </p:spPr>
          <p:txBody>
            <a:bodyPr wrap="none" anchor="ctr"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69" name="Group 275">
            <a:extLst>
              <a:ext uri="{FF2B5EF4-FFF2-40B4-BE49-F238E27FC236}">
                <a16:creationId xmlns:a16="http://schemas.microsoft.com/office/drawing/2014/main" id="{2D07BFB5-5F0B-499B-2A79-39D7BE57EFCF}"/>
              </a:ext>
            </a:extLst>
          </p:cNvPr>
          <p:cNvGrpSpPr>
            <a:grpSpLocks/>
          </p:cNvGrpSpPr>
          <p:nvPr/>
        </p:nvGrpSpPr>
        <p:grpSpPr bwMode="auto">
          <a:xfrm>
            <a:off x="10261144" y="621328"/>
            <a:ext cx="1350962" cy="1616075"/>
            <a:chOff x="4633" y="423"/>
            <a:chExt cx="851" cy="1018"/>
          </a:xfrm>
        </p:grpSpPr>
        <p:grpSp>
          <p:nvGrpSpPr>
            <p:cNvPr id="270" name="Group 276">
              <a:extLst>
                <a:ext uri="{FF2B5EF4-FFF2-40B4-BE49-F238E27FC236}">
                  <a16:creationId xmlns:a16="http://schemas.microsoft.com/office/drawing/2014/main" id="{73156DBA-B693-F514-3242-E2A2AEEBEC1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49" y="1192"/>
              <a:ext cx="143" cy="204"/>
              <a:chOff x="2266" y="2428"/>
              <a:chExt cx="83" cy="204"/>
            </a:xfrm>
          </p:grpSpPr>
          <p:sp>
            <p:nvSpPr>
              <p:cNvPr id="298" name="Line 277">
                <a:extLst>
                  <a:ext uri="{FF2B5EF4-FFF2-40B4-BE49-F238E27FC236}">
                    <a16:creationId xmlns:a16="http://schemas.microsoft.com/office/drawing/2014/main" id="{BFCA3951-8E35-BB61-F16B-3D78B18E3B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66" y="2428"/>
                <a:ext cx="0" cy="204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99" name="Line 278">
                <a:extLst>
                  <a:ext uri="{FF2B5EF4-FFF2-40B4-BE49-F238E27FC236}">
                    <a16:creationId xmlns:a16="http://schemas.microsoft.com/office/drawing/2014/main" id="{C4760AB7-321C-2115-1DF0-52FBD5AB9D4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49" y="2428"/>
                <a:ext cx="0" cy="203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71" name="Group 279">
              <a:extLst>
                <a:ext uri="{FF2B5EF4-FFF2-40B4-BE49-F238E27FC236}">
                  <a16:creationId xmlns:a16="http://schemas.microsoft.com/office/drawing/2014/main" id="{A0B95A99-10D3-E8A6-2A77-1B9908200E3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51" y="423"/>
              <a:ext cx="733" cy="967"/>
              <a:chOff x="4835" y="1798"/>
              <a:chExt cx="733" cy="967"/>
            </a:xfrm>
          </p:grpSpPr>
          <p:sp>
            <p:nvSpPr>
              <p:cNvPr id="285" name="Line 280">
                <a:extLst>
                  <a:ext uri="{FF2B5EF4-FFF2-40B4-BE49-F238E27FC236}">
                    <a16:creationId xmlns:a16="http://schemas.microsoft.com/office/drawing/2014/main" id="{D79B8AE3-46F9-84D5-02F4-3229D89AD7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35" y="1798"/>
                <a:ext cx="138" cy="13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86" name="Line 281">
                <a:extLst>
                  <a:ext uri="{FF2B5EF4-FFF2-40B4-BE49-F238E27FC236}">
                    <a16:creationId xmlns:a16="http://schemas.microsoft.com/office/drawing/2014/main" id="{22E475AA-242B-0936-FDC8-A8BB4B7CD4B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932" y="1839"/>
                <a:ext cx="136" cy="13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87" name="Line 282">
                <a:extLst>
                  <a:ext uri="{FF2B5EF4-FFF2-40B4-BE49-F238E27FC236}">
                    <a16:creationId xmlns:a16="http://schemas.microsoft.com/office/drawing/2014/main" id="{FEEAFE09-E62E-E9E3-D5D6-2496723A71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935" y="1968"/>
                <a:ext cx="136" cy="13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88" name="Line 283">
                <a:extLst>
                  <a:ext uri="{FF2B5EF4-FFF2-40B4-BE49-F238E27FC236}">
                    <a16:creationId xmlns:a16="http://schemas.microsoft.com/office/drawing/2014/main" id="{8A3D3D78-CA78-C2E4-35DE-5E6F6ABBDD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933" y="2104"/>
                <a:ext cx="136" cy="13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89" name="Line 284">
                <a:extLst>
                  <a:ext uri="{FF2B5EF4-FFF2-40B4-BE49-F238E27FC236}">
                    <a16:creationId xmlns:a16="http://schemas.microsoft.com/office/drawing/2014/main" id="{131D7622-614F-116F-1EFA-41C8E075DF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933" y="2232"/>
                <a:ext cx="136" cy="13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90" name="Line 285">
                <a:extLst>
                  <a:ext uri="{FF2B5EF4-FFF2-40B4-BE49-F238E27FC236}">
                    <a16:creationId xmlns:a16="http://schemas.microsoft.com/office/drawing/2014/main" id="{D5196422-1739-0078-05D3-D6814079E6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35" y="2570"/>
                <a:ext cx="186" cy="19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91" name="Line 286">
                <a:extLst>
                  <a:ext uri="{FF2B5EF4-FFF2-40B4-BE49-F238E27FC236}">
                    <a16:creationId xmlns:a16="http://schemas.microsoft.com/office/drawing/2014/main" id="{0A0AE0ED-7EAC-7BD4-F0CA-CB1FA82E13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153" y="2588"/>
                <a:ext cx="170" cy="17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92" name="Line 287">
                <a:extLst>
                  <a:ext uri="{FF2B5EF4-FFF2-40B4-BE49-F238E27FC236}">
                    <a16:creationId xmlns:a16="http://schemas.microsoft.com/office/drawing/2014/main" id="{60F05CD2-A8A7-CAE2-CBFF-BF1B0960A6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254" y="2691"/>
                <a:ext cx="74" cy="7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93" name="Line 288">
                <a:extLst>
                  <a:ext uri="{FF2B5EF4-FFF2-40B4-BE49-F238E27FC236}">
                    <a16:creationId xmlns:a16="http://schemas.microsoft.com/office/drawing/2014/main" id="{9C6E1974-6392-0387-1553-9A2AB50065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476" y="2567"/>
                <a:ext cx="80" cy="8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94" name="Line 289">
                <a:extLst>
                  <a:ext uri="{FF2B5EF4-FFF2-40B4-BE49-F238E27FC236}">
                    <a16:creationId xmlns:a16="http://schemas.microsoft.com/office/drawing/2014/main" id="{468FCB26-2F15-17A4-7753-8B29E7C914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476" y="2651"/>
                <a:ext cx="92" cy="9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95" name="Line 290">
                <a:extLst>
                  <a:ext uri="{FF2B5EF4-FFF2-40B4-BE49-F238E27FC236}">
                    <a16:creationId xmlns:a16="http://schemas.microsoft.com/office/drawing/2014/main" id="{4555C512-EFEF-86CF-9AC6-C0F03AB23F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933" y="2352"/>
                <a:ext cx="136" cy="13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96" name="Line 291">
                <a:extLst>
                  <a:ext uri="{FF2B5EF4-FFF2-40B4-BE49-F238E27FC236}">
                    <a16:creationId xmlns:a16="http://schemas.microsoft.com/office/drawing/2014/main" id="{E47D9DFB-14ED-B7A6-45FC-D6CD254B3C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931" y="2564"/>
                <a:ext cx="180" cy="18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97" name="Line 292">
                <a:extLst>
                  <a:ext uri="{FF2B5EF4-FFF2-40B4-BE49-F238E27FC236}">
                    <a16:creationId xmlns:a16="http://schemas.microsoft.com/office/drawing/2014/main" id="{BA3884A5-2F11-A102-8647-D32EB7C018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933" y="2476"/>
                <a:ext cx="136" cy="13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72" name="Group 293">
              <a:extLst>
                <a:ext uri="{FF2B5EF4-FFF2-40B4-BE49-F238E27FC236}">
                  <a16:creationId xmlns:a16="http://schemas.microsoft.com/office/drawing/2014/main" id="{A28062FD-05FB-06B7-51C0-09BC37471B6D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4633" y="429"/>
              <a:ext cx="216" cy="956"/>
              <a:chOff x="1412" y="1664"/>
              <a:chExt cx="216" cy="956"/>
            </a:xfrm>
          </p:grpSpPr>
          <p:sp>
            <p:nvSpPr>
              <p:cNvPr id="282" name="Line 294">
                <a:extLst>
                  <a:ext uri="{FF2B5EF4-FFF2-40B4-BE49-F238E27FC236}">
                    <a16:creationId xmlns:a16="http://schemas.microsoft.com/office/drawing/2014/main" id="{3BFE19E5-5874-9AC3-7EF2-165A36BAE4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12" y="1834"/>
                <a:ext cx="0" cy="78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83" name="Line 295">
                <a:extLst>
                  <a:ext uri="{FF2B5EF4-FFF2-40B4-BE49-F238E27FC236}">
                    <a16:creationId xmlns:a16="http://schemas.microsoft.com/office/drawing/2014/main" id="{A7F4DEBF-F550-B6B9-31CF-3BD5D93D1F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16" y="1840"/>
                <a:ext cx="212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84" name="Line 296">
                <a:extLst>
                  <a:ext uri="{FF2B5EF4-FFF2-40B4-BE49-F238E27FC236}">
                    <a16:creationId xmlns:a16="http://schemas.microsoft.com/office/drawing/2014/main" id="{91B1D5F7-177F-C336-2E8C-DD7DD99712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04" y="1664"/>
                <a:ext cx="0" cy="17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73" name="Group 297">
              <a:extLst>
                <a:ext uri="{FF2B5EF4-FFF2-40B4-BE49-F238E27FC236}">
                  <a16:creationId xmlns:a16="http://schemas.microsoft.com/office/drawing/2014/main" id="{6F345119-E70E-D443-4A5C-6DBC6867C8E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48" y="1163"/>
              <a:ext cx="144" cy="278"/>
              <a:chOff x="1697" y="2530"/>
              <a:chExt cx="144" cy="278"/>
            </a:xfrm>
          </p:grpSpPr>
          <p:grpSp>
            <p:nvGrpSpPr>
              <p:cNvPr id="275" name="Group 298">
                <a:extLst>
                  <a:ext uri="{FF2B5EF4-FFF2-40B4-BE49-F238E27FC236}">
                    <a16:creationId xmlns:a16="http://schemas.microsoft.com/office/drawing/2014/main" id="{3420302B-D5C9-60F9-7113-CA64A4CAB59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97" y="2563"/>
                <a:ext cx="144" cy="208"/>
                <a:chOff x="868" y="2428"/>
                <a:chExt cx="144" cy="208"/>
              </a:xfrm>
            </p:grpSpPr>
            <p:sp>
              <p:nvSpPr>
                <p:cNvPr id="280" name="Line 299">
                  <a:extLst>
                    <a:ext uri="{FF2B5EF4-FFF2-40B4-BE49-F238E27FC236}">
                      <a16:creationId xmlns:a16="http://schemas.microsoft.com/office/drawing/2014/main" id="{F146CC9C-40D4-081A-766A-6DCC86F3505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68" y="2428"/>
                  <a:ext cx="0" cy="208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prstDash val="lgDash"/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kumimoji="1" lang="zh-CN" altLang="en-US" sz="2400" b="1" kern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81" name="Line 300">
                  <a:extLst>
                    <a:ext uri="{FF2B5EF4-FFF2-40B4-BE49-F238E27FC236}">
                      <a16:creationId xmlns:a16="http://schemas.microsoft.com/office/drawing/2014/main" id="{7553E558-0E69-D3D8-15DE-5C36D5CB1CB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012" y="2428"/>
                  <a:ext cx="0" cy="208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prstDash val="lgDash"/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kumimoji="1" lang="zh-CN" altLang="en-US" sz="2400" b="1" kern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276" name="Group 301">
                <a:extLst>
                  <a:ext uri="{FF2B5EF4-FFF2-40B4-BE49-F238E27FC236}">
                    <a16:creationId xmlns:a16="http://schemas.microsoft.com/office/drawing/2014/main" id="{D1B5B596-A7A3-80B7-DB47-5FC2B28EB55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68" y="2530"/>
                <a:ext cx="0" cy="278"/>
                <a:chOff x="1768" y="2530"/>
                <a:chExt cx="0" cy="278"/>
              </a:xfrm>
            </p:grpSpPr>
            <p:sp>
              <p:nvSpPr>
                <p:cNvPr id="277" name="Line 302">
                  <a:extLst>
                    <a:ext uri="{FF2B5EF4-FFF2-40B4-BE49-F238E27FC236}">
                      <a16:creationId xmlns:a16="http://schemas.microsoft.com/office/drawing/2014/main" id="{28A2CE25-EBEF-F68F-F11F-CEDABFC3EDC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68" y="2530"/>
                  <a:ext cx="0" cy="102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kumimoji="1" lang="zh-CN" altLang="en-US" sz="2400" b="1" kern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78" name="Line 303">
                  <a:extLst>
                    <a:ext uri="{FF2B5EF4-FFF2-40B4-BE49-F238E27FC236}">
                      <a16:creationId xmlns:a16="http://schemas.microsoft.com/office/drawing/2014/main" id="{AF5AB2DC-9A78-2CE0-FFC2-257E724D79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68" y="2650"/>
                  <a:ext cx="0" cy="22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kumimoji="1" lang="zh-CN" altLang="en-US" sz="2400" b="1" kern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79" name="Line 304">
                  <a:extLst>
                    <a:ext uri="{FF2B5EF4-FFF2-40B4-BE49-F238E27FC236}">
                      <a16:creationId xmlns:a16="http://schemas.microsoft.com/office/drawing/2014/main" id="{62E95B03-AAE9-4653-5EB4-5C8A8688264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68" y="2688"/>
                  <a:ext cx="0" cy="12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kumimoji="1" lang="zh-CN" altLang="en-US" sz="2400" b="1" kern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sp>
          <p:nvSpPr>
            <p:cNvPr id="274" name="Freeform 305">
              <a:extLst>
                <a:ext uri="{FF2B5EF4-FFF2-40B4-BE49-F238E27FC236}">
                  <a16:creationId xmlns:a16="http://schemas.microsoft.com/office/drawing/2014/main" id="{BCBFEBC1-498F-CA8D-FC65-6613B294117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636" y="424"/>
              <a:ext cx="843" cy="970"/>
            </a:xfrm>
            <a:custGeom>
              <a:avLst/>
              <a:gdLst>
                <a:gd name="T0" fmla="*/ 829 w 844"/>
                <a:gd name="T1" fmla="*/ 0 h 970"/>
                <a:gd name="T2" fmla="*/ 477 w 844"/>
                <a:gd name="T3" fmla="*/ 0 h 970"/>
                <a:gd name="T4" fmla="*/ 477 w 844"/>
                <a:gd name="T5" fmla="*/ 768 h 970"/>
                <a:gd name="T6" fmla="*/ 0 w 844"/>
                <a:gd name="T7" fmla="*/ 768 h 970"/>
                <a:gd name="T8" fmla="*/ 0 w 844"/>
                <a:gd name="T9" fmla="*/ 970 h 970"/>
                <a:gd name="T10" fmla="*/ 833 w 844"/>
                <a:gd name="T11" fmla="*/ 970 h 97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844"/>
                <a:gd name="T19" fmla="*/ 0 h 970"/>
                <a:gd name="T20" fmla="*/ 844 w 844"/>
                <a:gd name="T21" fmla="*/ 970 h 97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844" h="970">
                  <a:moveTo>
                    <a:pt x="840" y="0"/>
                  </a:moveTo>
                  <a:lnTo>
                    <a:pt x="488" y="0"/>
                  </a:lnTo>
                  <a:lnTo>
                    <a:pt x="488" y="768"/>
                  </a:lnTo>
                  <a:lnTo>
                    <a:pt x="0" y="768"/>
                  </a:lnTo>
                  <a:lnTo>
                    <a:pt x="0" y="970"/>
                  </a:lnTo>
                  <a:lnTo>
                    <a:pt x="844" y="97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00" name="Text Box 306">
            <a:extLst>
              <a:ext uri="{FF2B5EF4-FFF2-40B4-BE49-F238E27FC236}">
                <a16:creationId xmlns:a16="http://schemas.microsoft.com/office/drawing/2014/main" id="{016AAB1D-51C5-4D4C-91E2-464E486A1C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66910" y="5186954"/>
            <a:ext cx="2525089" cy="338554"/>
          </a:xfrm>
          <a:prstGeom prst="rect">
            <a:avLst/>
          </a:prstGeom>
          <a:solidFill>
            <a:schemeClr val="accent5">
              <a:lumMod val="40000"/>
              <a:lumOff val="60000"/>
              <a:alpha val="61176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txBody>
          <a:bodyPr wrap="squar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zh-CN" altLang="en-US" sz="20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对称线为界（</a:t>
            </a:r>
            <a:r>
              <a:rPr kumimoji="0" lang="zh-CN" altLang="en-US" sz="20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非实线</a:t>
            </a:r>
            <a:r>
              <a:rPr kumimoji="0" lang="zh-CN" altLang="en-US" sz="20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301" name="Text Box 307">
            <a:extLst>
              <a:ext uri="{FF2B5EF4-FFF2-40B4-BE49-F238E27FC236}">
                <a16:creationId xmlns:a16="http://schemas.microsoft.com/office/drawing/2014/main" id="{5E15D65A-48DB-90BF-10E5-8E80AFD2E6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3960" y="4593438"/>
            <a:ext cx="1538287" cy="336550"/>
          </a:xfrm>
          <a:prstGeom prst="rect">
            <a:avLst/>
          </a:prstGeom>
          <a:solidFill>
            <a:schemeClr val="accent5">
              <a:lumMod val="40000"/>
              <a:lumOff val="60000"/>
              <a:alpha val="61176"/>
            </a:schemeClr>
          </a:solidFill>
          <a:ln w="9525">
            <a:solidFill>
              <a:schemeClr val="accent5">
                <a:lumMod val="40000"/>
                <a:lumOff val="60000"/>
              </a:schemeClr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一半为视图</a:t>
            </a:r>
          </a:p>
        </p:txBody>
      </p:sp>
      <p:sp>
        <p:nvSpPr>
          <p:cNvPr id="302" name="Text Box 308">
            <a:extLst>
              <a:ext uri="{FF2B5EF4-FFF2-40B4-BE49-F238E27FC236}">
                <a16:creationId xmlns:a16="http://schemas.microsoft.com/office/drawing/2014/main" id="{4B7A6C28-CC28-C4BC-32B9-115DDDF2C1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41497" y="4582325"/>
            <a:ext cx="1919288" cy="336550"/>
          </a:xfrm>
          <a:prstGeom prst="rect">
            <a:avLst/>
          </a:prstGeom>
          <a:solidFill>
            <a:schemeClr val="accent5">
              <a:lumMod val="40000"/>
              <a:lumOff val="60000"/>
              <a:alpha val="61176"/>
            </a:schemeClr>
          </a:solidFill>
          <a:ln w="9525">
            <a:solidFill>
              <a:schemeClr val="accent5">
                <a:lumMod val="40000"/>
                <a:lumOff val="60000"/>
              </a:schemeClr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一半为剖视图</a:t>
            </a:r>
          </a:p>
        </p:txBody>
      </p:sp>
      <p:grpSp>
        <p:nvGrpSpPr>
          <p:cNvPr id="303" name="Group 309">
            <a:extLst>
              <a:ext uri="{FF2B5EF4-FFF2-40B4-BE49-F238E27FC236}">
                <a16:creationId xmlns:a16="http://schemas.microsoft.com/office/drawing/2014/main" id="{32FC7B3C-90F9-53EE-FAA6-762A3946AA00}"/>
              </a:ext>
            </a:extLst>
          </p:cNvPr>
          <p:cNvGrpSpPr>
            <a:grpSpLocks/>
          </p:cNvGrpSpPr>
          <p:nvPr/>
        </p:nvGrpSpPr>
        <p:grpSpPr bwMode="auto">
          <a:xfrm>
            <a:off x="7768260" y="3434563"/>
            <a:ext cx="342900" cy="1541462"/>
            <a:chOff x="875" y="1801"/>
            <a:chExt cx="216" cy="971"/>
          </a:xfrm>
        </p:grpSpPr>
        <p:sp>
          <p:nvSpPr>
            <p:cNvPr id="304" name="Line 310">
              <a:extLst>
                <a:ext uri="{FF2B5EF4-FFF2-40B4-BE49-F238E27FC236}">
                  <a16:creationId xmlns:a16="http://schemas.microsoft.com/office/drawing/2014/main" id="{5EDB8A05-48B4-775B-2EA3-FDA076B1AC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5" y="1974"/>
              <a:ext cx="0" cy="79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5" name="Line 311">
              <a:extLst>
                <a:ext uri="{FF2B5EF4-FFF2-40B4-BE49-F238E27FC236}">
                  <a16:creationId xmlns:a16="http://schemas.microsoft.com/office/drawing/2014/main" id="{2399BE79-AF90-4549-AD44-26F60EBFA3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9" y="1977"/>
              <a:ext cx="212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6" name="Line 312">
              <a:extLst>
                <a:ext uri="{FF2B5EF4-FFF2-40B4-BE49-F238E27FC236}">
                  <a16:creationId xmlns:a16="http://schemas.microsoft.com/office/drawing/2014/main" id="{FC0E45F0-81F3-5274-843E-406DD14DD9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7" y="1801"/>
              <a:ext cx="0" cy="17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07" name="Group 313">
            <a:extLst>
              <a:ext uri="{FF2B5EF4-FFF2-40B4-BE49-F238E27FC236}">
                <a16:creationId xmlns:a16="http://schemas.microsoft.com/office/drawing/2014/main" id="{9468B189-3D67-3C2C-805C-C89C00296087}"/>
              </a:ext>
            </a:extLst>
          </p:cNvPr>
          <p:cNvGrpSpPr>
            <a:grpSpLocks/>
          </p:cNvGrpSpPr>
          <p:nvPr/>
        </p:nvGrpSpPr>
        <p:grpSpPr bwMode="auto">
          <a:xfrm>
            <a:off x="6898310" y="4644238"/>
            <a:ext cx="228600" cy="330200"/>
            <a:chOff x="868" y="2428"/>
            <a:chExt cx="144" cy="208"/>
          </a:xfrm>
        </p:grpSpPr>
        <p:sp>
          <p:nvSpPr>
            <p:cNvPr id="308" name="Line 314">
              <a:extLst>
                <a:ext uri="{FF2B5EF4-FFF2-40B4-BE49-F238E27FC236}">
                  <a16:creationId xmlns:a16="http://schemas.microsoft.com/office/drawing/2014/main" id="{2CF0EE38-621B-50EC-8202-EB3BF87E3A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8" y="2428"/>
              <a:ext cx="0" cy="20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9" name="Line 315">
              <a:extLst>
                <a:ext uri="{FF2B5EF4-FFF2-40B4-BE49-F238E27FC236}">
                  <a16:creationId xmlns:a16="http://schemas.microsoft.com/office/drawing/2014/main" id="{B4F23CFE-0600-09B5-1907-FE6962A67E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12" y="2428"/>
              <a:ext cx="0" cy="20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10" name="Group 316">
            <a:extLst>
              <a:ext uri="{FF2B5EF4-FFF2-40B4-BE49-F238E27FC236}">
                <a16:creationId xmlns:a16="http://schemas.microsoft.com/office/drawing/2014/main" id="{48C5E4B6-9A26-6AC1-35FE-1CA88B0934A2}"/>
              </a:ext>
            </a:extLst>
          </p:cNvPr>
          <p:cNvGrpSpPr>
            <a:grpSpLocks/>
          </p:cNvGrpSpPr>
          <p:nvPr/>
        </p:nvGrpSpPr>
        <p:grpSpPr bwMode="auto">
          <a:xfrm>
            <a:off x="7013507" y="4590263"/>
            <a:ext cx="690" cy="438150"/>
            <a:chOff x="432697" y="1044"/>
            <a:chExt cx="690" cy="276"/>
          </a:xfrm>
        </p:grpSpPr>
        <p:sp>
          <p:nvSpPr>
            <p:cNvPr id="311" name="Line 317">
              <a:extLst>
                <a:ext uri="{FF2B5EF4-FFF2-40B4-BE49-F238E27FC236}">
                  <a16:creationId xmlns:a16="http://schemas.microsoft.com/office/drawing/2014/main" id="{6597E920-F1AC-2D17-74ED-40ADB96C14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697" y="1044"/>
              <a:ext cx="0" cy="9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2" name="Line 318">
              <a:extLst>
                <a:ext uri="{FF2B5EF4-FFF2-40B4-BE49-F238E27FC236}">
                  <a16:creationId xmlns:a16="http://schemas.microsoft.com/office/drawing/2014/main" id="{CC7CA690-07E8-9FAB-9905-81B90CA825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697" y="1161"/>
              <a:ext cx="0" cy="2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3" name="Line 319">
              <a:extLst>
                <a:ext uri="{FF2B5EF4-FFF2-40B4-BE49-F238E27FC236}">
                  <a16:creationId xmlns:a16="http://schemas.microsoft.com/office/drawing/2014/main" id="{3D226887-2B23-D490-0BA2-092C24B5EC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3387" y="1206"/>
              <a:ext cx="0" cy="11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14" name="Line 320">
            <a:extLst>
              <a:ext uri="{FF2B5EF4-FFF2-40B4-BE49-F238E27FC236}">
                <a16:creationId xmlns:a16="http://schemas.microsoft.com/office/drawing/2014/main" id="{6A6600AC-EF09-932A-0DC6-A6A25D68DA5C}"/>
              </a:ext>
            </a:extLst>
          </p:cNvPr>
          <p:cNvSpPr>
            <a:spLocks noChangeShapeType="1"/>
          </p:cNvSpPr>
          <p:nvPr/>
        </p:nvSpPr>
        <p:spPr bwMode="auto">
          <a:xfrm>
            <a:off x="7909547" y="4128300"/>
            <a:ext cx="36195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kumimoji="1" lang="zh-CN" altLang="en-US" sz="2400" b="1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15" name="Group 321">
            <a:extLst>
              <a:ext uri="{FF2B5EF4-FFF2-40B4-BE49-F238E27FC236}">
                <a16:creationId xmlns:a16="http://schemas.microsoft.com/office/drawing/2014/main" id="{B6BF07C2-D97A-8E85-D7FD-EED011A9F0EC}"/>
              </a:ext>
            </a:extLst>
          </p:cNvPr>
          <p:cNvGrpSpPr>
            <a:grpSpLocks/>
          </p:cNvGrpSpPr>
          <p:nvPr/>
        </p:nvGrpSpPr>
        <p:grpSpPr bwMode="auto">
          <a:xfrm>
            <a:off x="6771310" y="3425038"/>
            <a:ext cx="1338262" cy="1539875"/>
            <a:chOff x="244" y="1797"/>
            <a:chExt cx="843" cy="970"/>
          </a:xfrm>
        </p:grpSpPr>
        <p:sp>
          <p:nvSpPr>
            <p:cNvPr id="316" name="Line 322">
              <a:extLst>
                <a:ext uri="{FF2B5EF4-FFF2-40B4-BE49-F238E27FC236}">
                  <a16:creationId xmlns:a16="http://schemas.microsoft.com/office/drawing/2014/main" id="{A07159C0-F4BD-2D0B-AB42-B6F091149D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6" y="2566"/>
              <a:ext cx="244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7" name="Freeform 323">
              <a:extLst>
                <a:ext uri="{FF2B5EF4-FFF2-40B4-BE49-F238E27FC236}">
                  <a16:creationId xmlns:a16="http://schemas.microsoft.com/office/drawing/2014/main" id="{93163B7F-0BB7-E534-5528-EFE17DD90222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" y="1797"/>
              <a:ext cx="843" cy="970"/>
            </a:xfrm>
            <a:custGeom>
              <a:avLst/>
              <a:gdLst>
                <a:gd name="T0" fmla="*/ 829 w 844"/>
                <a:gd name="T1" fmla="*/ 0 h 970"/>
                <a:gd name="T2" fmla="*/ 477 w 844"/>
                <a:gd name="T3" fmla="*/ 0 h 970"/>
                <a:gd name="T4" fmla="*/ 477 w 844"/>
                <a:gd name="T5" fmla="*/ 768 h 970"/>
                <a:gd name="T6" fmla="*/ 0 w 844"/>
                <a:gd name="T7" fmla="*/ 768 h 970"/>
                <a:gd name="T8" fmla="*/ 0 w 844"/>
                <a:gd name="T9" fmla="*/ 970 h 970"/>
                <a:gd name="T10" fmla="*/ 833 w 844"/>
                <a:gd name="T11" fmla="*/ 970 h 97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844"/>
                <a:gd name="T19" fmla="*/ 0 h 970"/>
                <a:gd name="T20" fmla="*/ 844 w 844"/>
                <a:gd name="T21" fmla="*/ 970 h 97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844" h="970">
                  <a:moveTo>
                    <a:pt x="840" y="0"/>
                  </a:moveTo>
                  <a:lnTo>
                    <a:pt x="488" y="0"/>
                  </a:lnTo>
                  <a:lnTo>
                    <a:pt x="488" y="768"/>
                  </a:lnTo>
                  <a:lnTo>
                    <a:pt x="0" y="768"/>
                  </a:lnTo>
                  <a:lnTo>
                    <a:pt x="0" y="970"/>
                  </a:lnTo>
                  <a:lnTo>
                    <a:pt x="844" y="97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18" name="Arc 324">
            <a:extLst>
              <a:ext uri="{FF2B5EF4-FFF2-40B4-BE49-F238E27FC236}">
                <a16:creationId xmlns:a16="http://schemas.microsoft.com/office/drawing/2014/main" id="{125435E9-16FD-270B-68CC-61A054393B84}"/>
              </a:ext>
            </a:extLst>
          </p:cNvPr>
          <p:cNvSpPr>
            <a:spLocks/>
          </p:cNvSpPr>
          <p:nvPr/>
        </p:nvSpPr>
        <p:spPr bwMode="auto">
          <a:xfrm flipH="1">
            <a:off x="7977810" y="3996538"/>
            <a:ext cx="128587" cy="257175"/>
          </a:xfrm>
          <a:custGeom>
            <a:avLst/>
            <a:gdLst>
              <a:gd name="T0" fmla="*/ 0 w 21600"/>
              <a:gd name="T1" fmla="*/ 0 h 43186"/>
              <a:gd name="T2" fmla="*/ 2147483647 w 21600"/>
              <a:gd name="T3" fmla="*/ 2147483647 h 43186"/>
              <a:gd name="T4" fmla="*/ 0 w 21600"/>
              <a:gd name="T5" fmla="*/ 2147483647 h 43186"/>
              <a:gd name="T6" fmla="*/ 0 60000 65536"/>
              <a:gd name="T7" fmla="*/ 0 60000 65536"/>
              <a:gd name="T8" fmla="*/ 0 60000 65536"/>
              <a:gd name="T9" fmla="*/ 0 w 21600"/>
              <a:gd name="T10" fmla="*/ 0 h 43186"/>
              <a:gd name="T11" fmla="*/ 21600 w 21600"/>
              <a:gd name="T12" fmla="*/ 43186 h 4318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43186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229"/>
                  <a:pt x="12392" y="42771"/>
                  <a:pt x="771" y="43186"/>
                </a:cubicBezTo>
              </a:path>
              <a:path w="21600" h="43186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229"/>
                  <a:pt x="12392" y="42771"/>
                  <a:pt x="771" y="43186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 type="none" w="sm" len="lg"/>
          </a:ln>
        </p:spPr>
        <p:txBody>
          <a:bodyPr wrap="none" anchor="ctr"/>
          <a:lstStyle/>
          <a:p>
            <a:pPr algn="ctr">
              <a:defRPr/>
            </a:pPr>
            <a:endParaRPr kumimoji="1" lang="zh-CN" altLang="en-US" sz="2400" b="1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19" name="Group 325">
            <a:extLst>
              <a:ext uri="{FF2B5EF4-FFF2-40B4-BE49-F238E27FC236}">
                <a16:creationId xmlns:a16="http://schemas.microsoft.com/office/drawing/2014/main" id="{4BDC2E65-3E0C-FFFB-D344-79133D88EADB}"/>
              </a:ext>
            </a:extLst>
          </p:cNvPr>
          <p:cNvGrpSpPr>
            <a:grpSpLocks/>
          </p:cNvGrpSpPr>
          <p:nvPr/>
        </p:nvGrpSpPr>
        <p:grpSpPr bwMode="auto">
          <a:xfrm>
            <a:off x="8100047" y="3423450"/>
            <a:ext cx="1350963" cy="1616075"/>
            <a:chOff x="4633" y="423"/>
            <a:chExt cx="851" cy="1018"/>
          </a:xfrm>
        </p:grpSpPr>
        <p:grpSp>
          <p:nvGrpSpPr>
            <p:cNvPr id="320" name="Group 326">
              <a:extLst>
                <a:ext uri="{FF2B5EF4-FFF2-40B4-BE49-F238E27FC236}">
                  <a16:creationId xmlns:a16="http://schemas.microsoft.com/office/drawing/2014/main" id="{FE827EFC-55CB-3A2F-1E54-892A4E3483B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49" y="1192"/>
              <a:ext cx="143" cy="204"/>
              <a:chOff x="2266" y="2428"/>
              <a:chExt cx="83" cy="204"/>
            </a:xfrm>
          </p:grpSpPr>
          <p:sp>
            <p:nvSpPr>
              <p:cNvPr id="348" name="Line 327">
                <a:extLst>
                  <a:ext uri="{FF2B5EF4-FFF2-40B4-BE49-F238E27FC236}">
                    <a16:creationId xmlns:a16="http://schemas.microsoft.com/office/drawing/2014/main" id="{1AFBDBFB-CC9D-6760-06E5-F5C679C574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66" y="2428"/>
                <a:ext cx="0" cy="204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49" name="Line 328">
                <a:extLst>
                  <a:ext uri="{FF2B5EF4-FFF2-40B4-BE49-F238E27FC236}">
                    <a16:creationId xmlns:a16="http://schemas.microsoft.com/office/drawing/2014/main" id="{0F33D9AD-36C4-6319-BFC4-8D5661576D7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49" y="2428"/>
                <a:ext cx="0" cy="203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321" name="Group 329">
              <a:extLst>
                <a:ext uri="{FF2B5EF4-FFF2-40B4-BE49-F238E27FC236}">
                  <a16:creationId xmlns:a16="http://schemas.microsoft.com/office/drawing/2014/main" id="{422FED9A-AD0F-5347-CD61-386ED7C981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51" y="423"/>
              <a:ext cx="733" cy="967"/>
              <a:chOff x="4835" y="1798"/>
              <a:chExt cx="733" cy="967"/>
            </a:xfrm>
          </p:grpSpPr>
          <p:sp>
            <p:nvSpPr>
              <p:cNvPr id="335" name="Line 330">
                <a:extLst>
                  <a:ext uri="{FF2B5EF4-FFF2-40B4-BE49-F238E27FC236}">
                    <a16:creationId xmlns:a16="http://schemas.microsoft.com/office/drawing/2014/main" id="{615A2264-8640-C98E-3500-600E52BA18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35" y="1798"/>
                <a:ext cx="138" cy="13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6" name="Line 331">
                <a:extLst>
                  <a:ext uri="{FF2B5EF4-FFF2-40B4-BE49-F238E27FC236}">
                    <a16:creationId xmlns:a16="http://schemas.microsoft.com/office/drawing/2014/main" id="{AA96F86B-D17B-5F18-53B5-355AD7D53C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932" y="1839"/>
                <a:ext cx="136" cy="13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7" name="Line 332">
                <a:extLst>
                  <a:ext uri="{FF2B5EF4-FFF2-40B4-BE49-F238E27FC236}">
                    <a16:creationId xmlns:a16="http://schemas.microsoft.com/office/drawing/2014/main" id="{F59ACFE5-FC24-5249-764F-BC29E40F19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935" y="1968"/>
                <a:ext cx="136" cy="13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8" name="Line 333">
                <a:extLst>
                  <a:ext uri="{FF2B5EF4-FFF2-40B4-BE49-F238E27FC236}">
                    <a16:creationId xmlns:a16="http://schemas.microsoft.com/office/drawing/2014/main" id="{7013C1A9-4A53-CC3D-6F44-D63B256868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933" y="2104"/>
                <a:ext cx="136" cy="13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9" name="Line 334">
                <a:extLst>
                  <a:ext uri="{FF2B5EF4-FFF2-40B4-BE49-F238E27FC236}">
                    <a16:creationId xmlns:a16="http://schemas.microsoft.com/office/drawing/2014/main" id="{2229AC4F-8FCD-B4C0-4337-BC3A4110A7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933" y="2232"/>
                <a:ext cx="136" cy="13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40" name="Line 335">
                <a:extLst>
                  <a:ext uri="{FF2B5EF4-FFF2-40B4-BE49-F238E27FC236}">
                    <a16:creationId xmlns:a16="http://schemas.microsoft.com/office/drawing/2014/main" id="{C9144D99-529F-2F5D-2DF1-88EB479485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35" y="2570"/>
                <a:ext cx="186" cy="19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41" name="Line 336">
                <a:extLst>
                  <a:ext uri="{FF2B5EF4-FFF2-40B4-BE49-F238E27FC236}">
                    <a16:creationId xmlns:a16="http://schemas.microsoft.com/office/drawing/2014/main" id="{7BA566E9-B5E5-F3B8-44E3-B82ECFA078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153" y="2588"/>
                <a:ext cx="170" cy="17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42" name="Line 337">
                <a:extLst>
                  <a:ext uri="{FF2B5EF4-FFF2-40B4-BE49-F238E27FC236}">
                    <a16:creationId xmlns:a16="http://schemas.microsoft.com/office/drawing/2014/main" id="{B7BC2204-810F-6C63-DCB9-21916D056E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254" y="2691"/>
                <a:ext cx="74" cy="7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43" name="Line 338">
                <a:extLst>
                  <a:ext uri="{FF2B5EF4-FFF2-40B4-BE49-F238E27FC236}">
                    <a16:creationId xmlns:a16="http://schemas.microsoft.com/office/drawing/2014/main" id="{D0C79B9A-82CF-5122-135B-935E4484077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476" y="2567"/>
                <a:ext cx="80" cy="8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44" name="Line 339">
                <a:extLst>
                  <a:ext uri="{FF2B5EF4-FFF2-40B4-BE49-F238E27FC236}">
                    <a16:creationId xmlns:a16="http://schemas.microsoft.com/office/drawing/2014/main" id="{4BEF24CA-132D-61BB-DE4A-837EEB77A7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476" y="2651"/>
                <a:ext cx="92" cy="9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45" name="Line 340">
                <a:extLst>
                  <a:ext uri="{FF2B5EF4-FFF2-40B4-BE49-F238E27FC236}">
                    <a16:creationId xmlns:a16="http://schemas.microsoft.com/office/drawing/2014/main" id="{F443BACD-54E4-6036-6BA6-D5DC79EFC5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933" y="2352"/>
                <a:ext cx="136" cy="13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46" name="Line 341">
                <a:extLst>
                  <a:ext uri="{FF2B5EF4-FFF2-40B4-BE49-F238E27FC236}">
                    <a16:creationId xmlns:a16="http://schemas.microsoft.com/office/drawing/2014/main" id="{0A1E16E1-045B-DAC9-9EA5-70DCC8D19A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931" y="2564"/>
                <a:ext cx="180" cy="18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47" name="Line 342">
                <a:extLst>
                  <a:ext uri="{FF2B5EF4-FFF2-40B4-BE49-F238E27FC236}">
                    <a16:creationId xmlns:a16="http://schemas.microsoft.com/office/drawing/2014/main" id="{C65E8B38-77FA-9A4C-FE85-9CD675D9F2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933" y="2476"/>
                <a:ext cx="136" cy="13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322" name="Group 343">
              <a:extLst>
                <a:ext uri="{FF2B5EF4-FFF2-40B4-BE49-F238E27FC236}">
                  <a16:creationId xmlns:a16="http://schemas.microsoft.com/office/drawing/2014/main" id="{69413F14-1E52-8A09-3607-409052593E8C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4633" y="429"/>
              <a:ext cx="216" cy="956"/>
              <a:chOff x="1412" y="1664"/>
              <a:chExt cx="216" cy="956"/>
            </a:xfrm>
          </p:grpSpPr>
          <p:sp>
            <p:nvSpPr>
              <p:cNvPr id="332" name="Line 344">
                <a:extLst>
                  <a:ext uri="{FF2B5EF4-FFF2-40B4-BE49-F238E27FC236}">
                    <a16:creationId xmlns:a16="http://schemas.microsoft.com/office/drawing/2014/main" id="{21A56D61-296F-8A90-F14F-FE39ADAE5E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12" y="1834"/>
                <a:ext cx="0" cy="78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3" name="Line 345">
                <a:extLst>
                  <a:ext uri="{FF2B5EF4-FFF2-40B4-BE49-F238E27FC236}">
                    <a16:creationId xmlns:a16="http://schemas.microsoft.com/office/drawing/2014/main" id="{E159E244-8C8F-1314-04E9-A813C479947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16" y="1840"/>
                <a:ext cx="212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4" name="Line 346">
                <a:extLst>
                  <a:ext uri="{FF2B5EF4-FFF2-40B4-BE49-F238E27FC236}">
                    <a16:creationId xmlns:a16="http://schemas.microsoft.com/office/drawing/2014/main" id="{A4DC4F78-7DD6-7E4C-50F1-6FFC71634E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04" y="1664"/>
                <a:ext cx="0" cy="17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323" name="Group 347">
              <a:extLst>
                <a:ext uri="{FF2B5EF4-FFF2-40B4-BE49-F238E27FC236}">
                  <a16:creationId xmlns:a16="http://schemas.microsoft.com/office/drawing/2014/main" id="{A8D9A012-01FA-0AD6-522B-C859E815A0E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48" y="1163"/>
              <a:ext cx="144" cy="278"/>
              <a:chOff x="1697" y="2530"/>
              <a:chExt cx="144" cy="278"/>
            </a:xfrm>
          </p:grpSpPr>
          <p:grpSp>
            <p:nvGrpSpPr>
              <p:cNvPr id="325" name="Group 348">
                <a:extLst>
                  <a:ext uri="{FF2B5EF4-FFF2-40B4-BE49-F238E27FC236}">
                    <a16:creationId xmlns:a16="http://schemas.microsoft.com/office/drawing/2014/main" id="{03F11365-E58E-5DE0-BE35-4EE15079050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97" y="2563"/>
                <a:ext cx="144" cy="208"/>
                <a:chOff x="868" y="2428"/>
                <a:chExt cx="144" cy="208"/>
              </a:xfrm>
            </p:grpSpPr>
            <p:sp>
              <p:nvSpPr>
                <p:cNvPr id="330" name="Line 349">
                  <a:extLst>
                    <a:ext uri="{FF2B5EF4-FFF2-40B4-BE49-F238E27FC236}">
                      <a16:creationId xmlns:a16="http://schemas.microsoft.com/office/drawing/2014/main" id="{49890A41-0542-6EC4-F8B7-394DE8CAE02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68" y="2428"/>
                  <a:ext cx="0" cy="208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prstDash val="lgDash"/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kumimoji="1" lang="zh-CN" altLang="en-US" sz="2400" b="1" kern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31" name="Line 350">
                  <a:extLst>
                    <a:ext uri="{FF2B5EF4-FFF2-40B4-BE49-F238E27FC236}">
                      <a16:creationId xmlns:a16="http://schemas.microsoft.com/office/drawing/2014/main" id="{A32E94FE-F629-81B9-168D-6C3BB2BEE67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012" y="2428"/>
                  <a:ext cx="0" cy="208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prstDash val="lgDash"/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kumimoji="1" lang="zh-CN" altLang="en-US" sz="2400" b="1" kern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326" name="Group 351">
                <a:extLst>
                  <a:ext uri="{FF2B5EF4-FFF2-40B4-BE49-F238E27FC236}">
                    <a16:creationId xmlns:a16="http://schemas.microsoft.com/office/drawing/2014/main" id="{BF4A4C2A-A61D-B353-FED6-3FDC6305BB0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68" y="2530"/>
                <a:ext cx="0" cy="278"/>
                <a:chOff x="1768" y="2530"/>
                <a:chExt cx="0" cy="278"/>
              </a:xfrm>
            </p:grpSpPr>
            <p:sp>
              <p:nvSpPr>
                <p:cNvPr id="327" name="Line 352">
                  <a:extLst>
                    <a:ext uri="{FF2B5EF4-FFF2-40B4-BE49-F238E27FC236}">
                      <a16:creationId xmlns:a16="http://schemas.microsoft.com/office/drawing/2014/main" id="{8E48F5B2-D8DE-F814-5737-08C3643AA92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68" y="2530"/>
                  <a:ext cx="0" cy="102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kumimoji="1" lang="zh-CN" altLang="en-US" sz="2400" b="1" kern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28" name="Line 353">
                  <a:extLst>
                    <a:ext uri="{FF2B5EF4-FFF2-40B4-BE49-F238E27FC236}">
                      <a16:creationId xmlns:a16="http://schemas.microsoft.com/office/drawing/2014/main" id="{1B895728-5C91-5F3E-94FB-E128CFC303B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68" y="2650"/>
                  <a:ext cx="0" cy="22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kumimoji="1" lang="zh-CN" altLang="en-US" sz="2400" b="1" kern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29" name="Line 354">
                  <a:extLst>
                    <a:ext uri="{FF2B5EF4-FFF2-40B4-BE49-F238E27FC236}">
                      <a16:creationId xmlns:a16="http://schemas.microsoft.com/office/drawing/2014/main" id="{1E076501-E968-4DC6-1DA5-F98C364EE62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68" y="2688"/>
                  <a:ext cx="0" cy="12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kumimoji="1" lang="zh-CN" altLang="en-US" sz="2400" b="1" kern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sp>
          <p:nvSpPr>
            <p:cNvPr id="324" name="Freeform 355">
              <a:extLst>
                <a:ext uri="{FF2B5EF4-FFF2-40B4-BE49-F238E27FC236}">
                  <a16:creationId xmlns:a16="http://schemas.microsoft.com/office/drawing/2014/main" id="{0D48A3FA-A9DF-6437-728F-B6EF11E8F5E0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636" y="424"/>
              <a:ext cx="843" cy="970"/>
            </a:xfrm>
            <a:custGeom>
              <a:avLst/>
              <a:gdLst>
                <a:gd name="T0" fmla="*/ 829 w 844"/>
                <a:gd name="T1" fmla="*/ 0 h 970"/>
                <a:gd name="T2" fmla="*/ 477 w 844"/>
                <a:gd name="T3" fmla="*/ 0 h 970"/>
                <a:gd name="T4" fmla="*/ 477 w 844"/>
                <a:gd name="T5" fmla="*/ 768 h 970"/>
                <a:gd name="T6" fmla="*/ 0 w 844"/>
                <a:gd name="T7" fmla="*/ 768 h 970"/>
                <a:gd name="T8" fmla="*/ 0 w 844"/>
                <a:gd name="T9" fmla="*/ 970 h 970"/>
                <a:gd name="T10" fmla="*/ 833 w 844"/>
                <a:gd name="T11" fmla="*/ 970 h 97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844"/>
                <a:gd name="T19" fmla="*/ 0 h 970"/>
                <a:gd name="T20" fmla="*/ 844 w 844"/>
                <a:gd name="T21" fmla="*/ 970 h 97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844" h="970">
                  <a:moveTo>
                    <a:pt x="840" y="0"/>
                  </a:moveTo>
                  <a:lnTo>
                    <a:pt x="488" y="0"/>
                  </a:lnTo>
                  <a:lnTo>
                    <a:pt x="488" y="768"/>
                  </a:lnTo>
                  <a:lnTo>
                    <a:pt x="0" y="768"/>
                  </a:lnTo>
                  <a:lnTo>
                    <a:pt x="0" y="970"/>
                  </a:lnTo>
                  <a:lnTo>
                    <a:pt x="844" y="97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kumimoji="1" lang="zh-CN" altLang="en-US" sz="24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50" name="矩形 349">
            <a:extLst>
              <a:ext uri="{FF2B5EF4-FFF2-40B4-BE49-F238E27FC236}">
                <a16:creationId xmlns:a16="http://schemas.microsoft.com/office/drawing/2014/main" id="{37B2F125-85F1-0987-D446-E5A281A973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6826" y="4358668"/>
            <a:ext cx="3081408" cy="120032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accent5">
                <a:lumMod val="40000"/>
                <a:lumOff val="60000"/>
              </a:schemeClr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适用：内外形都需要表达，而形状又对称或基本对称时。</a:t>
            </a:r>
          </a:p>
        </p:txBody>
      </p:sp>
      <p:sp>
        <p:nvSpPr>
          <p:cNvPr id="352" name="灯片编号占位符 3">
            <a:extLst>
              <a:ext uri="{FF2B5EF4-FFF2-40B4-BE49-F238E27FC236}">
                <a16:creationId xmlns:a16="http://schemas.microsoft.com/office/drawing/2014/main" id="{59C61AC8-DC23-6229-E270-12E3A92B475E}"/>
              </a:ext>
            </a:extLst>
          </p:cNvPr>
          <p:cNvSpPr txBox="1">
            <a:spLocks/>
          </p:cNvSpPr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  <a:pPr/>
              <a:t>40</a:t>
            </a:fld>
            <a:endParaRPr lang="en-US" altLang="zh-CN" dirty="0"/>
          </a:p>
        </p:txBody>
      </p:sp>
      <p:sp>
        <p:nvSpPr>
          <p:cNvPr id="16" name="Text Box 47">
            <a:extLst>
              <a:ext uri="{FF2B5EF4-FFF2-40B4-BE49-F238E27FC236}">
                <a16:creationId xmlns:a16="http://schemas.microsoft.com/office/drawing/2014/main" id="{EBC75ACB-AC6C-A20F-F106-5005CE801C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376" y="1831614"/>
            <a:ext cx="3995004" cy="461665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(1.2) </a:t>
            </a:r>
            <a:r>
              <a:rPr lang="zh-CN" altLang="en-US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单一剖切面：半剖视图</a:t>
            </a:r>
          </a:p>
        </p:txBody>
      </p:sp>
    </p:spTree>
    <p:extLst>
      <p:ext uri="{BB962C8B-B14F-4D97-AF65-F5344CB8AC3E}">
        <p14:creationId xmlns:p14="http://schemas.microsoft.com/office/powerpoint/2010/main" val="576814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00"/>
                            </p:stCondLst>
                            <p:childTnLst>
                              <p:par>
                                <p:cTn id="2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50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4000"/>
                            </p:stCondLst>
                            <p:childTnLst>
                              <p:par>
                                <p:cTn id="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50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0"/>
                            </p:stCondLst>
                            <p:childTnLst>
                              <p:par>
                                <p:cTn id="4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500"/>
                            </p:stCondLst>
                            <p:childTnLst>
                              <p:par>
                                <p:cTn id="4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6000"/>
                            </p:stCondLst>
                            <p:childTnLst>
                              <p:par>
                                <p:cTn id="4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"/>
                            </p:stCondLst>
                            <p:childTnLst>
                              <p:par>
                                <p:cTn id="6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000"/>
                            </p:stCondLst>
                            <p:childTnLst>
                              <p:par>
                                <p:cTn id="7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500"/>
                            </p:stCondLst>
                            <p:childTnLst>
                              <p:par>
                                <p:cTn id="8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2000"/>
                            </p:stCondLst>
                            <p:childTnLst>
                              <p:par>
                                <p:cTn id="8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2500"/>
                            </p:stCondLst>
                            <p:childTnLst>
                              <p:par>
                                <p:cTn id="8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3000"/>
                            </p:stCondLst>
                            <p:childTnLst>
                              <p:par>
                                <p:cTn id="9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3500"/>
                            </p:stCondLst>
                            <p:childTnLst>
                              <p:par>
                                <p:cTn id="9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4000"/>
                            </p:stCondLst>
                            <p:childTnLst>
                              <p:par>
                                <p:cTn id="10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4500"/>
                            </p:stCondLst>
                            <p:childTnLst>
                              <p:par>
                                <p:cTn id="10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5000"/>
                            </p:stCondLst>
                            <p:childTnLst>
                              <p:par>
                                <p:cTn id="10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1" dur="5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5500"/>
                            </p:stCondLst>
                            <p:childTnLst>
                              <p:par>
                                <p:cTn id="1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5"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500"/>
                            </p:stCondLst>
                            <p:childTnLst>
                              <p:par>
                                <p:cTn id="1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1000"/>
                            </p:stCondLst>
                            <p:childTnLst>
                              <p:par>
                                <p:cTn id="1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1500"/>
                            </p:stCondLst>
                            <p:childTnLst>
                              <p:par>
                                <p:cTn id="13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500"/>
                            </p:stCondLst>
                            <p:childTnLst>
                              <p:par>
                                <p:cTn id="14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4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1000"/>
                            </p:stCondLst>
                            <p:childTnLst>
                              <p:par>
                                <p:cTn id="14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2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500"/>
                            </p:stCondLst>
                            <p:childTnLst>
                              <p:par>
                                <p:cTn id="15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500"/>
                            </p:stCondLst>
                            <p:childTnLst>
                              <p:par>
                                <p:cTn id="16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8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3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" fill="hold">
                            <p:stCondLst>
                              <p:cond delay="500"/>
                            </p:stCondLst>
                            <p:childTnLst>
                              <p:par>
                                <p:cTn id="17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3" dur="5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4" fill="hold">
                            <p:stCondLst>
                              <p:cond delay="500"/>
                            </p:stCondLst>
                            <p:childTnLst>
                              <p:par>
                                <p:cTn id="18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7" dur="5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" fill="hold">
                            <p:stCondLst>
                              <p:cond delay="1000"/>
                            </p:stCondLst>
                            <p:childTnLst>
                              <p:par>
                                <p:cTn id="18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1" dur="5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2" fill="hold">
                            <p:stCondLst>
                              <p:cond delay="1500"/>
                            </p:stCondLst>
                            <p:childTnLst>
                              <p:par>
                                <p:cTn id="19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5" dur="5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6" fill="hold">
                            <p:stCondLst>
                              <p:cond delay="2000"/>
                            </p:stCondLst>
                            <p:childTnLst>
                              <p:par>
                                <p:cTn id="19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9" dur="5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0" fill="hold">
                            <p:stCondLst>
                              <p:cond delay="2500"/>
                            </p:stCondLst>
                            <p:childTnLst>
                              <p:par>
                                <p:cTn id="20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3" dur="5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8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3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4" fill="hold">
                            <p:stCondLst>
                              <p:cond delay="500"/>
                            </p:stCondLst>
                            <p:childTnLst>
                              <p:par>
                                <p:cTn id="2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1" dur="50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" fill="hold">
                      <p:stCondLst>
                        <p:cond delay="indefinite"/>
                      </p:stCondLst>
                      <p:childTnLst>
                        <p:par>
                          <p:cTn id="223" fill="hold">
                            <p:stCondLst>
                              <p:cond delay="0"/>
                            </p:stCondLst>
                            <p:childTnLst>
                              <p:par>
                                <p:cTn id="2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6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7" fill="hold">
                            <p:stCondLst>
                              <p:cond delay="500"/>
                            </p:stCondLst>
                            <p:childTnLst>
                              <p:par>
                                <p:cTn id="2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0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1" fill="hold">
                            <p:stCondLst>
                              <p:cond delay="1000"/>
                            </p:stCondLst>
                            <p:childTnLst>
                              <p:par>
                                <p:cTn id="2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4" fill="hold">
                      <p:stCondLst>
                        <p:cond delay="indefinite"/>
                      </p:stCondLst>
                      <p:childTnLst>
                        <p:par>
                          <p:cTn id="235" fill="hold">
                            <p:stCondLst>
                              <p:cond delay="0"/>
                            </p:stCondLst>
                            <p:childTnLst>
                              <p:par>
                                <p:cTn id="23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>
                      <p:stCondLst>
                        <p:cond delay="indefinite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4" fill="hold">
                            <p:stCondLst>
                              <p:cond delay="500"/>
                            </p:stCondLst>
                            <p:childTnLst>
                              <p:par>
                                <p:cTn id="24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7"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" fill="hold">
                      <p:stCondLst>
                        <p:cond delay="indefinite"/>
                      </p:stCondLst>
                      <p:childTnLst>
                        <p:par>
                          <p:cTn id="249" fill="hold">
                            <p:stCondLst>
                              <p:cond delay="0"/>
                            </p:stCondLst>
                            <p:childTnLst>
                              <p:par>
                                <p:cTn id="2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2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>
                      <p:stCondLst>
                        <p:cond delay="indefinite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8" fill="hold">
                      <p:stCondLst>
                        <p:cond delay="indefinite"/>
                      </p:stCondLst>
                      <p:childTnLst>
                        <p:par>
                          <p:cTn id="259" fill="hold">
                            <p:stCondLst>
                              <p:cond delay="0"/>
                            </p:stCondLst>
                            <p:childTnLst>
                              <p:par>
                                <p:cTn id="2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>
                      <p:stCondLst>
                        <p:cond delay="indefinite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66" dur="5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8" presetID="2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69" dur="5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1" fill="hold">
                            <p:stCondLst>
                              <p:cond delay="500"/>
                            </p:stCondLst>
                            <p:childTnLst>
                              <p:par>
                                <p:cTn id="272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4" fill="hold">
                            <p:stCondLst>
                              <p:cond delay="500"/>
                            </p:stCondLst>
                            <p:childTnLst>
                              <p:par>
                                <p:cTn id="275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7" fill="hold">
                            <p:stCondLst>
                              <p:cond delay="500"/>
                            </p:stCondLst>
                            <p:childTnLst>
                              <p:par>
                                <p:cTn id="278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0" fill="hold">
                            <p:stCondLst>
                              <p:cond delay="500"/>
                            </p:stCondLst>
                            <p:childTnLst>
                              <p:par>
                                <p:cTn id="281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3" fill="hold">
                            <p:stCondLst>
                              <p:cond delay="500"/>
                            </p:stCondLst>
                            <p:childTnLst>
                              <p:par>
                                <p:cTn id="284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6" fill="hold">
                            <p:stCondLst>
                              <p:cond delay="500"/>
                            </p:stCondLst>
                            <p:childTnLst>
                              <p:par>
                                <p:cTn id="287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9" fill="hold">
                            <p:stCondLst>
                              <p:cond delay="500"/>
                            </p:stCondLst>
                            <p:childTnLst>
                              <p:par>
                                <p:cTn id="290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2" fill="hold">
                            <p:stCondLst>
                              <p:cond delay="500"/>
                            </p:stCondLst>
                            <p:childTnLst>
                              <p:par>
                                <p:cTn id="29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5" fill="hold">
                      <p:stCondLst>
                        <p:cond delay="indefinite"/>
                      </p:stCondLst>
                      <p:childTnLst>
                        <p:par>
                          <p:cTn id="296" fill="hold">
                            <p:stCondLst>
                              <p:cond delay="0"/>
                            </p:stCondLst>
                            <p:childTnLst>
                              <p:par>
                                <p:cTn id="2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9" dur="5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22" grpId="0" animBg="1"/>
      <p:bldP spid="23" grpId="0" animBg="1"/>
      <p:bldP spid="24" grpId="0" animBg="1"/>
      <p:bldP spid="25" grpId="0" animBg="1"/>
      <p:bldP spid="25" grpId="1" animBg="1"/>
      <p:bldP spid="26" grpId="0" animBg="1"/>
      <p:bldP spid="62" grpId="0" animBg="1"/>
      <p:bldP spid="79" grpId="0" animBg="1"/>
      <p:bldP spid="80" grpId="0" animBg="1"/>
      <p:bldP spid="96" grpId="0" animBg="1"/>
      <p:bldP spid="97" grpId="0" animBg="1"/>
      <p:bldP spid="104" grpId="0" autoUpdateAnimBg="0"/>
      <p:bldP spid="128" grpId="0" animBg="1"/>
      <p:bldP spid="156" grpId="0" animBg="1"/>
      <p:bldP spid="225" grpId="0" autoUpdateAnimBg="0"/>
      <p:bldP spid="226" grpId="0" animBg="1"/>
      <p:bldP spid="227" grpId="0" animBg="1"/>
      <p:bldP spid="227" grpId="1" animBg="1"/>
      <p:bldP spid="228" grpId="0" animBg="1"/>
      <p:bldP spid="228" grpId="1" animBg="1"/>
      <p:bldP spid="240" grpId="0" autoUpdateAnimBg="0"/>
      <p:bldP spid="248" grpId="0" animBg="1"/>
      <p:bldP spid="249" grpId="0" animBg="1"/>
      <p:bldP spid="250" grpId="0" animBg="1" autoUpdateAnimBg="0"/>
      <p:bldP spid="251" grpId="0" animBg="1" autoUpdateAnimBg="0"/>
      <p:bldP spid="252" grpId="0" animBg="1" autoUpdateAnimBg="0"/>
      <p:bldP spid="300" grpId="0" animBg="1" autoUpdateAnimBg="0"/>
      <p:bldP spid="300" grpId="1" animBg="1"/>
      <p:bldP spid="301" grpId="0" build="allAtOnce" animBg="1"/>
      <p:bldP spid="302" grpId="0" animBg="1" autoUpdateAnimBg="0"/>
      <p:bldP spid="302" grpId="1" animBg="1"/>
      <p:bldP spid="314" grpId="0" animBg="1"/>
      <p:bldP spid="318" grpId="0" animBg="1"/>
      <p:bldP spid="350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BAECC-07DD-F4ED-7FC7-625B78A75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>
            <a:extLst>
              <a:ext uri="{FF2B5EF4-FFF2-40B4-BE49-F238E27FC236}">
                <a16:creationId xmlns:a16="http://schemas.microsoft.com/office/drawing/2014/main" id="{B0A76A22-0E5D-A68A-C0AF-8322937B8D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19" y="412176"/>
            <a:ext cx="2358338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10.2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剖视图</a:t>
            </a:r>
          </a:p>
        </p:txBody>
      </p:sp>
      <p:sp>
        <p:nvSpPr>
          <p:cNvPr id="16" name="灯片编号占位符 3">
            <a:extLst>
              <a:ext uri="{FF2B5EF4-FFF2-40B4-BE49-F238E27FC236}">
                <a16:creationId xmlns:a16="http://schemas.microsoft.com/office/drawing/2014/main" id="{92A5FF5E-061D-83CB-9730-37C11B25FA06}"/>
              </a:ext>
            </a:extLst>
          </p:cNvPr>
          <p:cNvSpPr txBox="1">
            <a:spLocks/>
          </p:cNvSpPr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  <a:pPr/>
              <a:t>41</a:t>
            </a:fld>
            <a:endParaRPr lang="en-US" altLang="zh-CN" dirty="0"/>
          </a:p>
        </p:txBody>
      </p:sp>
      <p:sp>
        <p:nvSpPr>
          <p:cNvPr id="2" name="Text Box 87">
            <a:extLst>
              <a:ext uri="{FF2B5EF4-FFF2-40B4-BE49-F238E27FC236}">
                <a16:creationId xmlns:a16="http://schemas.microsoft.com/office/drawing/2014/main" id="{6ABBF090-4D54-6F7C-6536-ADB6351439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376" y="1268089"/>
            <a:ext cx="244169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fontAlgn="base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剖视图种类</a:t>
            </a:r>
          </a:p>
        </p:txBody>
      </p:sp>
      <p:sp>
        <p:nvSpPr>
          <p:cNvPr id="3" name="Text Box 47">
            <a:extLst>
              <a:ext uri="{FF2B5EF4-FFF2-40B4-BE49-F238E27FC236}">
                <a16:creationId xmlns:a16="http://schemas.microsoft.com/office/drawing/2014/main" id="{C0C6670F-FC28-DBFB-BEED-CCF455F076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376" y="1831614"/>
            <a:ext cx="4302781" cy="461665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(1.3) </a:t>
            </a:r>
            <a:r>
              <a:rPr lang="zh-CN" altLang="en-US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单一剖切面：局部剖视图</a:t>
            </a:r>
          </a:p>
        </p:txBody>
      </p:sp>
      <p:sp>
        <p:nvSpPr>
          <p:cNvPr id="5" name="Line 2">
            <a:extLst>
              <a:ext uri="{FF2B5EF4-FFF2-40B4-BE49-F238E27FC236}">
                <a16:creationId xmlns:a16="http://schemas.microsoft.com/office/drawing/2014/main" id="{44A26093-E8D0-62BF-C72F-130F22BD6388}"/>
              </a:ext>
            </a:extLst>
          </p:cNvPr>
          <p:cNvSpPr>
            <a:spLocks noChangeShapeType="1"/>
          </p:cNvSpPr>
          <p:nvPr/>
        </p:nvSpPr>
        <p:spPr bwMode="auto">
          <a:xfrm>
            <a:off x="7695109" y="5559609"/>
            <a:ext cx="0" cy="120650"/>
          </a:xfrm>
          <a:prstGeom prst="line">
            <a:avLst/>
          </a:prstGeom>
          <a:noFill/>
          <a:ln w="12700">
            <a:solidFill>
              <a:srgbClr val="000000"/>
            </a:solidFill>
            <a:prstDash val="lgDash"/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Line 3">
            <a:extLst>
              <a:ext uri="{FF2B5EF4-FFF2-40B4-BE49-F238E27FC236}">
                <a16:creationId xmlns:a16="http://schemas.microsoft.com/office/drawing/2014/main" id="{AAB9B3D5-48B1-7B2B-ABE4-C44B415E63A8}"/>
              </a:ext>
            </a:extLst>
          </p:cNvPr>
          <p:cNvSpPr>
            <a:spLocks noChangeShapeType="1"/>
          </p:cNvSpPr>
          <p:nvPr/>
        </p:nvSpPr>
        <p:spPr bwMode="auto">
          <a:xfrm>
            <a:off x="7987209" y="5559609"/>
            <a:ext cx="0" cy="120650"/>
          </a:xfrm>
          <a:prstGeom prst="line">
            <a:avLst/>
          </a:prstGeom>
          <a:noFill/>
          <a:ln w="12700">
            <a:solidFill>
              <a:srgbClr val="000000"/>
            </a:solidFill>
            <a:prstDash val="lgDash"/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Arc 4">
            <a:extLst>
              <a:ext uri="{FF2B5EF4-FFF2-40B4-BE49-F238E27FC236}">
                <a16:creationId xmlns:a16="http://schemas.microsoft.com/office/drawing/2014/main" id="{3CBDEF2F-7A85-CEC8-6388-5AE77E50C5D2}"/>
              </a:ext>
            </a:extLst>
          </p:cNvPr>
          <p:cNvSpPr>
            <a:spLocks/>
          </p:cNvSpPr>
          <p:nvPr/>
        </p:nvSpPr>
        <p:spPr bwMode="auto">
          <a:xfrm>
            <a:off x="7461746" y="3130734"/>
            <a:ext cx="74613" cy="390525"/>
          </a:xfrm>
          <a:custGeom>
            <a:avLst/>
            <a:gdLst>
              <a:gd name="T0" fmla="*/ 0 w 21600"/>
              <a:gd name="T1" fmla="*/ 0 h 43164"/>
              <a:gd name="T2" fmla="*/ 2130536 w 21600"/>
              <a:gd name="T3" fmla="*/ 2147483647 h 43164"/>
              <a:gd name="T4" fmla="*/ 0 w 21600"/>
              <a:gd name="T5" fmla="*/ 2147483647 h 43164"/>
              <a:gd name="T6" fmla="*/ 0 60000 65536"/>
              <a:gd name="T7" fmla="*/ 0 60000 65536"/>
              <a:gd name="T8" fmla="*/ 0 60000 65536"/>
              <a:gd name="T9" fmla="*/ 0 w 21600"/>
              <a:gd name="T10" fmla="*/ 0 h 43164"/>
              <a:gd name="T11" fmla="*/ 21600 w 21600"/>
              <a:gd name="T12" fmla="*/ 43164 h 4316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43164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042"/>
                  <a:pt x="12676" y="42499"/>
                  <a:pt x="1253" y="43163"/>
                </a:cubicBezTo>
              </a:path>
              <a:path w="21600" h="43164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042"/>
                  <a:pt x="12676" y="42499"/>
                  <a:pt x="1253" y="43163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DA4D7098-6E65-B690-5EEC-B48913145A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66496" y="3098984"/>
            <a:ext cx="327025" cy="4794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Arc 6">
            <a:extLst>
              <a:ext uri="{FF2B5EF4-FFF2-40B4-BE49-F238E27FC236}">
                <a16:creationId xmlns:a16="http://schemas.microsoft.com/office/drawing/2014/main" id="{B896A01A-BFA1-B17A-370B-9C8E308B9426}"/>
              </a:ext>
            </a:extLst>
          </p:cNvPr>
          <p:cNvSpPr>
            <a:spLocks/>
          </p:cNvSpPr>
          <p:nvPr/>
        </p:nvSpPr>
        <p:spPr bwMode="auto">
          <a:xfrm>
            <a:off x="7742734" y="3665722"/>
            <a:ext cx="233362" cy="265112"/>
          </a:xfrm>
          <a:custGeom>
            <a:avLst/>
            <a:gdLst>
              <a:gd name="T0" fmla="*/ 0 w 35306"/>
              <a:gd name="T1" fmla="*/ 423872333 h 39873"/>
              <a:gd name="T2" fmla="*/ 2103309481 w 35306"/>
              <a:gd name="T3" fmla="*/ 2147483647 h 39873"/>
              <a:gd name="T4" fmla="*/ 1142883339 w 35306"/>
              <a:gd name="T5" fmla="*/ 1866185196 h 39873"/>
              <a:gd name="T6" fmla="*/ 0 60000 65536"/>
              <a:gd name="T7" fmla="*/ 0 60000 65536"/>
              <a:gd name="T8" fmla="*/ 0 60000 65536"/>
              <a:gd name="T9" fmla="*/ 0 w 35306"/>
              <a:gd name="T10" fmla="*/ 0 h 39873"/>
              <a:gd name="T11" fmla="*/ 35306 w 35306"/>
              <a:gd name="T12" fmla="*/ 39873 h 3987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5306" h="39873" fill="none" extrusionOk="0">
                <a:moveTo>
                  <a:pt x="-1" y="4905"/>
                </a:moveTo>
                <a:cubicBezTo>
                  <a:pt x="3863" y="1733"/>
                  <a:pt x="8707" y="-1"/>
                  <a:pt x="13706" y="0"/>
                </a:cubicBezTo>
                <a:cubicBezTo>
                  <a:pt x="25635" y="0"/>
                  <a:pt x="35306" y="9670"/>
                  <a:pt x="35306" y="21600"/>
                </a:cubicBezTo>
                <a:cubicBezTo>
                  <a:pt x="35306" y="29018"/>
                  <a:pt x="31499" y="35917"/>
                  <a:pt x="25223" y="39872"/>
                </a:cubicBezTo>
              </a:path>
              <a:path w="35306" h="39873" stroke="0" extrusionOk="0">
                <a:moveTo>
                  <a:pt x="-1" y="4905"/>
                </a:moveTo>
                <a:cubicBezTo>
                  <a:pt x="3863" y="1733"/>
                  <a:pt x="8707" y="-1"/>
                  <a:pt x="13706" y="0"/>
                </a:cubicBezTo>
                <a:cubicBezTo>
                  <a:pt x="25635" y="0"/>
                  <a:pt x="35306" y="9670"/>
                  <a:pt x="35306" y="21600"/>
                </a:cubicBezTo>
                <a:cubicBezTo>
                  <a:pt x="35306" y="29018"/>
                  <a:pt x="31499" y="35917"/>
                  <a:pt x="25223" y="39872"/>
                </a:cubicBezTo>
                <a:lnTo>
                  <a:pt x="13706" y="21600"/>
                </a:lnTo>
                <a:close/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BECD20D3-4128-C6EF-8D79-ECAE953F74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85571" y="3648259"/>
            <a:ext cx="466725" cy="4381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Freeform 8">
            <a:extLst>
              <a:ext uri="{FF2B5EF4-FFF2-40B4-BE49-F238E27FC236}">
                <a16:creationId xmlns:a16="http://schemas.microsoft.com/office/drawing/2014/main" id="{86A92533-0D6B-1285-962D-82C3386A55C3}"/>
              </a:ext>
            </a:extLst>
          </p:cNvPr>
          <p:cNvSpPr>
            <a:spLocks/>
          </p:cNvSpPr>
          <p:nvPr/>
        </p:nvSpPr>
        <p:spPr bwMode="auto">
          <a:xfrm>
            <a:off x="7734796" y="3711759"/>
            <a:ext cx="174625" cy="225425"/>
          </a:xfrm>
          <a:custGeom>
            <a:avLst/>
            <a:gdLst>
              <a:gd name="T0" fmla="*/ 0 w 96"/>
              <a:gd name="T1" fmla="*/ 0 h 126"/>
              <a:gd name="T2" fmla="*/ 2147483647 w 96"/>
              <a:gd name="T3" fmla="*/ 2147483647 h 126"/>
              <a:gd name="T4" fmla="*/ 2147483647 w 96"/>
              <a:gd name="T5" fmla="*/ 2147483647 h 126"/>
              <a:gd name="T6" fmla="*/ 2147483647 w 96"/>
              <a:gd name="T7" fmla="*/ 2147483647 h 126"/>
              <a:gd name="T8" fmla="*/ 2147483647 w 96"/>
              <a:gd name="T9" fmla="*/ 2147483647 h 126"/>
              <a:gd name="T10" fmla="*/ 2147483647 w 96"/>
              <a:gd name="T11" fmla="*/ 2147483647 h 12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96"/>
              <a:gd name="T19" fmla="*/ 0 h 126"/>
              <a:gd name="T20" fmla="*/ 96 w 96"/>
              <a:gd name="T21" fmla="*/ 126 h 12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96" h="126">
                <a:moveTo>
                  <a:pt x="0" y="0"/>
                </a:moveTo>
                <a:lnTo>
                  <a:pt x="16" y="20"/>
                </a:lnTo>
                <a:lnTo>
                  <a:pt x="44" y="28"/>
                </a:lnTo>
                <a:lnTo>
                  <a:pt x="68" y="82"/>
                </a:lnTo>
                <a:lnTo>
                  <a:pt x="94" y="106"/>
                </a:lnTo>
                <a:lnTo>
                  <a:pt x="96" y="126"/>
                </a:lnTo>
              </a:path>
            </a:pathLst>
          </a:custGeom>
          <a:noFill/>
          <a:ln w="12700">
            <a:solidFill>
              <a:srgbClr val="FF0066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Oval 9">
            <a:extLst>
              <a:ext uri="{FF2B5EF4-FFF2-40B4-BE49-F238E27FC236}">
                <a16:creationId xmlns:a16="http://schemas.microsoft.com/office/drawing/2014/main" id="{EA57FDFC-BB2E-78F2-E445-0A3DE35FD6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6696" y="3664134"/>
            <a:ext cx="279400" cy="285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Freeform 10">
            <a:extLst>
              <a:ext uri="{FF2B5EF4-FFF2-40B4-BE49-F238E27FC236}">
                <a16:creationId xmlns:a16="http://schemas.microsoft.com/office/drawing/2014/main" id="{08B6186B-AAE7-9589-24AA-E28286173162}"/>
              </a:ext>
            </a:extLst>
          </p:cNvPr>
          <p:cNvSpPr>
            <a:spLocks/>
          </p:cNvSpPr>
          <p:nvPr/>
        </p:nvSpPr>
        <p:spPr bwMode="auto">
          <a:xfrm>
            <a:off x="7884021" y="4394384"/>
            <a:ext cx="34925" cy="123825"/>
          </a:xfrm>
          <a:custGeom>
            <a:avLst/>
            <a:gdLst>
              <a:gd name="T0" fmla="*/ 2147483647 w 22"/>
              <a:gd name="T1" fmla="*/ 0 h 78"/>
              <a:gd name="T2" fmla="*/ 0 w 22"/>
              <a:gd name="T3" fmla="*/ 2147483647 h 78"/>
              <a:gd name="T4" fmla="*/ 2147483647 w 22"/>
              <a:gd name="T5" fmla="*/ 2147483647 h 78"/>
              <a:gd name="T6" fmla="*/ 2147483647 w 22"/>
              <a:gd name="T7" fmla="*/ 2147483647 h 78"/>
              <a:gd name="T8" fmla="*/ 2147483647 w 22"/>
              <a:gd name="T9" fmla="*/ 2147483647 h 7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2"/>
              <a:gd name="T16" fmla="*/ 0 h 78"/>
              <a:gd name="T17" fmla="*/ 22 w 22"/>
              <a:gd name="T18" fmla="*/ 78 h 7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2" h="78">
                <a:moveTo>
                  <a:pt x="8" y="0"/>
                </a:moveTo>
                <a:cubicBezTo>
                  <a:pt x="4" y="9"/>
                  <a:pt x="0" y="19"/>
                  <a:pt x="0" y="28"/>
                </a:cubicBezTo>
                <a:cubicBezTo>
                  <a:pt x="0" y="37"/>
                  <a:pt x="5" y="44"/>
                  <a:pt x="8" y="52"/>
                </a:cubicBezTo>
                <a:cubicBezTo>
                  <a:pt x="11" y="60"/>
                  <a:pt x="18" y="74"/>
                  <a:pt x="20" y="76"/>
                </a:cubicBezTo>
                <a:cubicBezTo>
                  <a:pt x="22" y="78"/>
                  <a:pt x="20" y="66"/>
                  <a:pt x="20" y="64"/>
                </a:cubicBezTo>
              </a:path>
            </a:pathLst>
          </a:custGeom>
          <a:noFill/>
          <a:ln w="12700">
            <a:solidFill>
              <a:srgbClr val="FF0066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5DC658CA-B583-4052-90F2-8E7FAB165E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01471" y="4330884"/>
            <a:ext cx="180975" cy="222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Line 12">
            <a:extLst>
              <a:ext uri="{FF2B5EF4-FFF2-40B4-BE49-F238E27FC236}">
                <a16:creationId xmlns:a16="http://schemas.microsoft.com/office/drawing/2014/main" id="{ABE1F787-10AF-2E7D-22F5-9F39D68851C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572871" y="3452997"/>
            <a:ext cx="1588" cy="933450"/>
          </a:xfrm>
          <a:prstGeom prst="line">
            <a:avLst/>
          </a:prstGeom>
          <a:noFill/>
          <a:ln w="12700">
            <a:solidFill>
              <a:srgbClr val="000000"/>
            </a:solidFill>
            <a:prstDash val="lgDash"/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Rectangle 13">
            <a:extLst>
              <a:ext uri="{FF2B5EF4-FFF2-40B4-BE49-F238E27FC236}">
                <a16:creationId xmlns:a16="http://schemas.microsoft.com/office/drawing/2014/main" id="{CDA6D080-9AC2-70D4-F593-991ED8298E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10959" y="3572059"/>
            <a:ext cx="80962" cy="8350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Freeform 14">
            <a:extLst>
              <a:ext uri="{FF2B5EF4-FFF2-40B4-BE49-F238E27FC236}">
                <a16:creationId xmlns:a16="http://schemas.microsoft.com/office/drawing/2014/main" id="{D0047F84-C044-F9F5-6BC3-9BE76F207A45}"/>
              </a:ext>
            </a:extLst>
          </p:cNvPr>
          <p:cNvSpPr>
            <a:spLocks/>
          </p:cNvSpPr>
          <p:nvPr/>
        </p:nvSpPr>
        <p:spPr bwMode="auto">
          <a:xfrm>
            <a:off x="7296646" y="3568884"/>
            <a:ext cx="155575" cy="31750"/>
          </a:xfrm>
          <a:custGeom>
            <a:avLst/>
            <a:gdLst>
              <a:gd name="T0" fmla="*/ 2147483647 w 98"/>
              <a:gd name="T1" fmla="*/ 0 h 20"/>
              <a:gd name="T2" fmla="*/ 2147483647 w 98"/>
              <a:gd name="T3" fmla="*/ 2147483647 h 20"/>
              <a:gd name="T4" fmla="*/ 2147483647 w 98"/>
              <a:gd name="T5" fmla="*/ 2147483647 h 20"/>
              <a:gd name="T6" fmla="*/ 0 w 98"/>
              <a:gd name="T7" fmla="*/ 2147483647 h 20"/>
              <a:gd name="T8" fmla="*/ 0 60000 65536"/>
              <a:gd name="T9" fmla="*/ 0 60000 65536"/>
              <a:gd name="T10" fmla="*/ 0 60000 65536"/>
              <a:gd name="T11" fmla="*/ 0 60000 65536"/>
              <a:gd name="T12" fmla="*/ 0 w 98"/>
              <a:gd name="T13" fmla="*/ 0 h 20"/>
              <a:gd name="T14" fmla="*/ 98 w 98"/>
              <a:gd name="T15" fmla="*/ 20 h 2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98" h="20">
                <a:moveTo>
                  <a:pt x="98" y="0"/>
                </a:moveTo>
                <a:cubicBezTo>
                  <a:pt x="79" y="5"/>
                  <a:pt x="61" y="11"/>
                  <a:pt x="50" y="12"/>
                </a:cubicBezTo>
                <a:cubicBezTo>
                  <a:pt x="39" y="13"/>
                  <a:pt x="40" y="3"/>
                  <a:pt x="32" y="4"/>
                </a:cubicBezTo>
                <a:cubicBezTo>
                  <a:pt x="24" y="5"/>
                  <a:pt x="12" y="12"/>
                  <a:pt x="0" y="20"/>
                </a:cubicBezTo>
              </a:path>
            </a:pathLst>
          </a:custGeom>
          <a:noFill/>
          <a:ln w="12700">
            <a:solidFill>
              <a:srgbClr val="FF0066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Rectangle 15">
            <a:extLst>
              <a:ext uri="{FF2B5EF4-FFF2-40B4-BE49-F238E27FC236}">
                <a16:creationId xmlns:a16="http://schemas.microsoft.com/office/drawing/2014/main" id="{0FF01D64-1C73-AFC6-6BBA-4D9FBFC499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77596" y="3546659"/>
            <a:ext cx="174625" cy="1428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Rectangle 17">
            <a:extLst>
              <a:ext uri="{FF2B5EF4-FFF2-40B4-BE49-F238E27FC236}">
                <a16:creationId xmlns:a16="http://schemas.microsoft.com/office/drawing/2014/main" id="{AB905E03-6E55-3E79-65B6-F722A9DE9A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60146" y="2871972"/>
            <a:ext cx="942975" cy="161925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Rectangle 18">
            <a:extLst>
              <a:ext uri="{FF2B5EF4-FFF2-40B4-BE49-F238E27FC236}">
                <a16:creationId xmlns:a16="http://schemas.microsoft.com/office/drawing/2014/main" id="{CFBB962F-396D-9232-BB66-BB3B397194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80796" y="3002147"/>
            <a:ext cx="695325" cy="76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Rectangle 19">
            <a:extLst>
              <a:ext uri="{FF2B5EF4-FFF2-40B4-BE49-F238E27FC236}">
                <a16:creationId xmlns:a16="http://schemas.microsoft.com/office/drawing/2014/main" id="{BCBEE678-4A03-EBF3-923F-C3D786B2E0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60146" y="4224522"/>
            <a:ext cx="942975" cy="161925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Line 20">
            <a:extLst>
              <a:ext uri="{FF2B5EF4-FFF2-40B4-BE49-F238E27FC236}">
                <a16:creationId xmlns:a16="http://schemas.microsoft.com/office/drawing/2014/main" id="{4EE1EA31-F260-7609-90AC-6E1342198204}"/>
              </a:ext>
            </a:extLst>
          </p:cNvPr>
          <p:cNvSpPr>
            <a:spLocks noChangeShapeType="1"/>
          </p:cNvSpPr>
          <p:nvPr/>
        </p:nvSpPr>
        <p:spPr bwMode="auto">
          <a:xfrm>
            <a:off x="8126909" y="3992747"/>
            <a:ext cx="0" cy="2317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Freeform 21">
            <a:extLst>
              <a:ext uri="{FF2B5EF4-FFF2-40B4-BE49-F238E27FC236}">
                <a16:creationId xmlns:a16="http://schemas.microsoft.com/office/drawing/2014/main" id="{4CA2B055-E12D-6DC1-23EB-B3E5006484D1}"/>
              </a:ext>
            </a:extLst>
          </p:cNvPr>
          <p:cNvSpPr>
            <a:spLocks/>
          </p:cNvSpPr>
          <p:nvPr/>
        </p:nvSpPr>
        <p:spPr bwMode="auto">
          <a:xfrm>
            <a:off x="8128496" y="3872097"/>
            <a:ext cx="61913" cy="123825"/>
          </a:xfrm>
          <a:custGeom>
            <a:avLst/>
            <a:gdLst>
              <a:gd name="T0" fmla="*/ 2147483647 w 39"/>
              <a:gd name="T1" fmla="*/ 0 h 78"/>
              <a:gd name="T2" fmla="*/ 2147483647 w 39"/>
              <a:gd name="T3" fmla="*/ 2147483647 h 78"/>
              <a:gd name="T4" fmla="*/ 2147483647 w 39"/>
              <a:gd name="T5" fmla="*/ 2147483647 h 78"/>
              <a:gd name="T6" fmla="*/ 0 w 39"/>
              <a:gd name="T7" fmla="*/ 2147483647 h 78"/>
              <a:gd name="T8" fmla="*/ 0 60000 65536"/>
              <a:gd name="T9" fmla="*/ 0 60000 65536"/>
              <a:gd name="T10" fmla="*/ 0 60000 65536"/>
              <a:gd name="T11" fmla="*/ 0 60000 65536"/>
              <a:gd name="T12" fmla="*/ 0 w 39"/>
              <a:gd name="T13" fmla="*/ 0 h 78"/>
              <a:gd name="T14" fmla="*/ 39 w 39"/>
              <a:gd name="T15" fmla="*/ 78 h 7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9" h="78">
                <a:moveTo>
                  <a:pt x="39" y="0"/>
                </a:moveTo>
                <a:cubicBezTo>
                  <a:pt x="31" y="6"/>
                  <a:pt x="24" y="13"/>
                  <a:pt x="18" y="21"/>
                </a:cubicBezTo>
                <a:cubicBezTo>
                  <a:pt x="12" y="29"/>
                  <a:pt x="6" y="39"/>
                  <a:pt x="3" y="48"/>
                </a:cubicBezTo>
                <a:cubicBezTo>
                  <a:pt x="0" y="57"/>
                  <a:pt x="0" y="73"/>
                  <a:pt x="0" y="78"/>
                </a:cubicBez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Freeform 22">
            <a:extLst>
              <a:ext uri="{FF2B5EF4-FFF2-40B4-BE49-F238E27FC236}">
                <a16:creationId xmlns:a16="http://schemas.microsoft.com/office/drawing/2014/main" id="{EC6B0CFC-3B68-8841-CB90-F95248F23597}"/>
              </a:ext>
            </a:extLst>
          </p:cNvPr>
          <p:cNvSpPr>
            <a:spLocks/>
          </p:cNvSpPr>
          <p:nvPr/>
        </p:nvSpPr>
        <p:spPr bwMode="auto">
          <a:xfrm>
            <a:off x="7931646" y="3853047"/>
            <a:ext cx="358775" cy="401637"/>
          </a:xfrm>
          <a:custGeom>
            <a:avLst/>
            <a:gdLst>
              <a:gd name="T0" fmla="*/ 0 w 226"/>
              <a:gd name="T1" fmla="*/ 2147483647 h 253"/>
              <a:gd name="T2" fmla="*/ 0 w 226"/>
              <a:gd name="T3" fmla="*/ 2147483647 h 253"/>
              <a:gd name="T4" fmla="*/ 2147483647 w 226"/>
              <a:gd name="T5" fmla="*/ 2147483647 h 253"/>
              <a:gd name="T6" fmla="*/ 2147483647 w 226"/>
              <a:gd name="T7" fmla="*/ 2147483647 h 253"/>
              <a:gd name="T8" fmla="*/ 2147483647 w 226"/>
              <a:gd name="T9" fmla="*/ 2147483647 h 253"/>
              <a:gd name="T10" fmla="*/ 2147483647 w 226"/>
              <a:gd name="T11" fmla="*/ 0 h 253"/>
              <a:gd name="T12" fmla="*/ 2147483647 w 226"/>
              <a:gd name="T13" fmla="*/ 2147483647 h 253"/>
              <a:gd name="T14" fmla="*/ 2147483647 w 226"/>
              <a:gd name="T15" fmla="*/ 2147483647 h 253"/>
              <a:gd name="T16" fmla="*/ 0 w 226"/>
              <a:gd name="T17" fmla="*/ 2147483647 h 253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226"/>
              <a:gd name="T28" fmla="*/ 0 h 253"/>
              <a:gd name="T29" fmla="*/ 226 w 226"/>
              <a:gd name="T30" fmla="*/ 253 h 253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226" h="253">
                <a:moveTo>
                  <a:pt x="0" y="220"/>
                </a:moveTo>
                <a:lnTo>
                  <a:pt x="0" y="253"/>
                </a:lnTo>
                <a:lnTo>
                  <a:pt x="226" y="253"/>
                </a:lnTo>
                <a:lnTo>
                  <a:pt x="225" y="15"/>
                </a:lnTo>
                <a:lnTo>
                  <a:pt x="156" y="15"/>
                </a:lnTo>
                <a:lnTo>
                  <a:pt x="153" y="0"/>
                </a:lnTo>
                <a:lnTo>
                  <a:pt x="55" y="63"/>
                </a:lnTo>
                <a:lnTo>
                  <a:pt x="46" y="169"/>
                </a:lnTo>
                <a:lnTo>
                  <a:pt x="0" y="22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Text Box 24">
            <a:extLst>
              <a:ext uri="{FF2B5EF4-FFF2-40B4-BE49-F238E27FC236}">
                <a16:creationId xmlns:a16="http://schemas.microsoft.com/office/drawing/2014/main" id="{E4E76E92-4CE0-7FB8-492C-12F76209BA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7313" y="2491269"/>
            <a:ext cx="480131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以波浪线为界，局部的剖开机件。</a:t>
            </a:r>
          </a:p>
        </p:txBody>
      </p:sp>
      <p:sp>
        <p:nvSpPr>
          <p:cNvPr id="27" name="Oval 25">
            <a:extLst>
              <a:ext uri="{FF2B5EF4-FFF2-40B4-BE49-F238E27FC236}">
                <a16:creationId xmlns:a16="http://schemas.microsoft.com/office/drawing/2014/main" id="{0EB1359F-2345-8A29-A0CE-445FF1EA42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74446" y="4976997"/>
            <a:ext cx="723900" cy="733425"/>
          </a:xfrm>
          <a:prstGeom prst="ellipse">
            <a:avLst/>
          </a:prstGeom>
          <a:noFill/>
          <a:ln w="12700">
            <a:solidFill>
              <a:srgbClr val="000000"/>
            </a:solidFill>
            <a:prstDash val="lgDash"/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Freeform 26">
            <a:extLst>
              <a:ext uri="{FF2B5EF4-FFF2-40B4-BE49-F238E27FC236}">
                <a16:creationId xmlns:a16="http://schemas.microsoft.com/office/drawing/2014/main" id="{5AE6B700-4CCF-9E96-6E34-3312210C3F40}"/>
              </a:ext>
            </a:extLst>
          </p:cNvPr>
          <p:cNvSpPr>
            <a:spLocks/>
          </p:cNvSpPr>
          <p:nvPr/>
        </p:nvSpPr>
        <p:spPr bwMode="auto">
          <a:xfrm>
            <a:off x="7226796" y="3129147"/>
            <a:ext cx="238125" cy="400050"/>
          </a:xfrm>
          <a:custGeom>
            <a:avLst/>
            <a:gdLst>
              <a:gd name="T0" fmla="*/ 2147483647 w 150"/>
              <a:gd name="T1" fmla="*/ 0 h 252"/>
              <a:gd name="T2" fmla="*/ 0 w 150"/>
              <a:gd name="T3" fmla="*/ 0 h 252"/>
              <a:gd name="T4" fmla="*/ 0 w 150"/>
              <a:gd name="T5" fmla="*/ 2147483647 h 252"/>
              <a:gd name="T6" fmla="*/ 2147483647 w 150"/>
              <a:gd name="T7" fmla="*/ 2147483647 h 252"/>
              <a:gd name="T8" fmla="*/ 0 60000 65536"/>
              <a:gd name="T9" fmla="*/ 0 60000 65536"/>
              <a:gd name="T10" fmla="*/ 0 60000 65536"/>
              <a:gd name="T11" fmla="*/ 0 60000 65536"/>
              <a:gd name="T12" fmla="*/ 0 w 150"/>
              <a:gd name="T13" fmla="*/ 0 h 252"/>
              <a:gd name="T14" fmla="*/ 150 w 150"/>
              <a:gd name="T15" fmla="*/ 252 h 25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50" h="252">
                <a:moveTo>
                  <a:pt x="150" y="0"/>
                </a:moveTo>
                <a:lnTo>
                  <a:pt x="0" y="0"/>
                </a:lnTo>
                <a:lnTo>
                  <a:pt x="0" y="252"/>
                </a:lnTo>
                <a:lnTo>
                  <a:pt x="150" y="252"/>
                </a:ln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Line 27">
            <a:extLst>
              <a:ext uri="{FF2B5EF4-FFF2-40B4-BE49-F238E27FC236}">
                <a16:creationId xmlns:a16="http://schemas.microsoft.com/office/drawing/2014/main" id="{11D607D2-FD26-558F-F1CF-934301E7F06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093571" y="2881497"/>
            <a:ext cx="0" cy="995362"/>
          </a:xfrm>
          <a:prstGeom prst="line">
            <a:avLst/>
          </a:prstGeom>
          <a:noFill/>
          <a:ln w="12700">
            <a:solidFill>
              <a:srgbClr val="000000"/>
            </a:solidFill>
            <a:prstDash val="lgDash"/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Line 28">
            <a:extLst>
              <a:ext uri="{FF2B5EF4-FFF2-40B4-BE49-F238E27FC236}">
                <a16:creationId xmlns:a16="http://schemas.microsoft.com/office/drawing/2014/main" id="{2A653A56-EAAB-F5FA-6B97-D59F682D9A21}"/>
              </a:ext>
            </a:extLst>
          </p:cNvPr>
          <p:cNvSpPr>
            <a:spLocks noChangeShapeType="1"/>
          </p:cNvSpPr>
          <p:nvPr/>
        </p:nvSpPr>
        <p:spPr bwMode="auto">
          <a:xfrm>
            <a:off x="8188821" y="3040247"/>
            <a:ext cx="1588" cy="833437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Line 29">
            <a:extLst>
              <a:ext uri="{FF2B5EF4-FFF2-40B4-BE49-F238E27FC236}">
                <a16:creationId xmlns:a16="http://schemas.microsoft.com/office/drawing/2014/main" id="{7AA194E7-0465-C897-93D3-30944364E8D0}"/>
              </a:ext>
            </a:extLst>
          </p:cNvPr>
          <p:cNvSpPr>
            <a:spLocks noChangeShapeType="1"/>
          </p:cNvSpPr>
          <p:nvPr/>
        </p:nvSpPr>
        <p:spPr bwMode="auto">
          <a:xfrm>
            <a:off x="7464921" y="3516497"/>
            <a:ext cx="0" cy="70802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Line 30">
            <a:extLst>
              <a:ext uri="{FF2B5EF4-FFF2-40B4-BE49-F238E27FC236}">
                <a16:creationId xmlns:a16="http://schemas.microsoft.com/office/drawing/2014/main" id="{85FD2A44-F780-ACD8-B577-4A0D84815D3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464921" y="3033897"/>
            <a:ext cx="0" cy="1047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Line 31">
            <a:extLst>
              <a:ext uri="{FF2B5EF4-FFF2-40B4-BE49-F238E27FC236}">
                <a16:creationId xmlns:a16="http://schemas.microsoft.com/office/drawing/2014/main" id="{EF8E5FAF-833B-9F38-4D18-117B76FB4A13}"/>
              </a:ext>
            </a:extLst>
          </p:cNvPr>
          <p:cNvSpPr>
            <a:spLocks noChangeShapeType="1"/>
          </p:cNvSpPr>
          <p:nvPr/>
        </p:nvSpPr>
        <p:spPr bwMode="auto">
          <a:xfrm>
            <a:off x="7398246" y="5157972"/>
            <a:ext cx="13335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lgDash"/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Line 32">
            <a:extLst>
              <a:ext uri="{FF2B5EF4-FFF2-40B4-BE49-F238E27FC236}">
                <a16:creationId xmlns:a16="http://schemas.microsoft.com/office/drawing/2014/main" id="{A66BE7DD-DD87-BFB4-5CDA-0021F81C2E53}"/>
              </a:ext>
            </a:extLst>
          </p:cNvPr>
          <p:cNvSpPr>
            <a:spLocks noChangeShapeType="1"/>
          </p:cNvSpPr>
          <p:nvPr/>
        </p:nvSpPr>
        <p:spPr bwMode="auto">
          <a:xfrm>
            <a:off x="7398246" y="5558022"/>
            <a:ext cx="13335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lgDash"/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Line 33">
            <a:extLst>
              <a:ext uri="{FF2B5EF4-FFF2-40B4-BE49-F238E27FC236}">
                <a16:creationId xmlns:a16="http://schemas.microsoft.com/office/drawing/2014/main" id="{0D8478ED-C821-A296-7C24-9A51A0F9FD28}"/>
              </a:ext>
            </a:extLst>
          </p:cNvPr>
          <p:cNvSpPr>
            <a:spLocks noChangeShapeType="1"/>
          </p:cNvSpPr>
          <p:nvPr/>
        </p:nvSpPr>
        <p:spPr bwMode="auto">
          <a:xfrm>
            <a:off x="7222034" y="3195822"/>
            <a:ext cx="347662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lgDash"/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Line 34">
            <a:extLst>
              <a:ext uri="{FF2B5EF4-FFF2-40B4-BE49-F238E27FC236}">
                <a16:creationId xmlns:a16="http://schemas.microsoft.com/office/drawing/2014/main" id="{783CE0AC-6686-E001-4708-0E9D1EF1C98A}"/>
              </a:ext>
            </a:extLst>
          </p:cNvPr>
          <p:cNvSpPr>
            <a:spLocks noChangeShapeType="1"/>
          </p:cNvSpPr>
          <p:nvPr/>
        </p:nvSpPr>
        <p:spPr bwMode="auto">
          <a:xfrm>
            <a:off x="7231559" y="3457759"/>
            <a:ext cx="347662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lgDash"/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Line 35">
            <a:extLst>
              <a:ext uri="{FF2B5EF4-FFF2-40B4-BE49-F238E27FC236}">
                <a16:creationId xmlns:a16="http://schemas.microsoft.com/office/drawing/2014/main" id="{F027D1DF-BCE6-DC66-BAAD-401A1E485B22}"/>
              </a:ext>
            </a:extLst>
          </p:cNvPr>
          <p:cNvSpPr>
            <a:spLocks noChangeShapeType="1"/>
          </p:cNvSpPr>
          <p:nvPr/>
        </p:nvSpPr>
        <p:spPr bwMode="auto">
          <a:xfrm>
            <a:off x="7564934" y="2871972"/>
            <a:ext cx="4762" cy="323850"/>
          </a:xfrm>
          <a:prstGeom prst="line">
            <a:avLst/>
          </a:prstGeom>
          <a:noFill/>
          <a:ln w="12700">
            <a:solidFill>
              <a:srgbClr val="000000"/>
            </a:solidFill>
            <a:prstDash val="lgDash"/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Line 36">
            <a:extLst>
              <a:ext uri="{FF2B5EF4-FFF2-40B4-BE49-F238E27FC236}">
                <a16:creationId xmlns:a16="http://schemas.microsoft.com/office/drawing/2014/main" id="{2A6905F2-27BF-DD9A-EB4D-2088F1DFCBC7}"/>
              </a:ext>
            </a:extLst>
          </p:cNvPr>
          <p:cNvSpPr>
            <a:spLocks noChangeShapeType="1"/>
          </p:cNvSpPr>
          <p:nvPr/>
        </p:nvSpPr>
        <p:spPr bwMode="auto">
          <a:xfrm>
            <a:off x="7236321" y="5219884"/>
            <a:ext cx="366713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lgDash"/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Line 37">
            <a:extLst>
              <a:ext uri="{FF2B5EF4-FFF2-40B4-BE49-F238E27FC236}">
                <a16:creationId xmlns:a16="http://schemas.microsoft.com/office/drawing/2014/main" id="{DCA1BD05-52A3-4DB9-8F3E-7140B1B37063}"/>
              </a:ext>
            </a:extLst>
          </p:cNvPr>
          <p:cNvSpPr>
            <a:spLocks noChangeShapeType="1"/>
          </p:cNvSpPr>
          <p:nvPr/>
        </p:nvSpPr>
        <p:spPr bwMode="auto">
          <a:xfrm>
            <a:off x="7245846" y="5481822"/>
            <a:ext cx="37623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lgDash"/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Line 38">
            <a:extLst>
              <a:ext uri="{FF2B5EF4-FFF2-40B4-BE49-F238E27FC236}">
                <a16:creationId xmlns:a16="http://schemas.microsoft.com/office/drawing/2014/main" id="{33C514E6-36FC-BD85-D0D3-C37683B31BC3}"/>
              </a:ext>
            </a:extLst>
          </p:cNvPr>
          <p:cNvSpPr>
            <a:spLocks noChangeShapeType="1"/>
          </p:cNvSpPr>
          <p:nvPr/>
        </p:nvSpPr>
        <p:spPr bwMode="auto">
          <a:xfrm>
            <a:off x="8174534" y="5229409"/>
            <a:ext cx="119062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Line 39">
            <a:extLst>
              <a:ext uri="{FF2B5EF4-FFF2-40B4-BE49-F238E27FC236}">
                <a16:creationId xmlns:a16="http://schemas.microsoft.com/office/drawing/2014/main" id="{36653E6C-9EFC-F352-F158-11ABF432E6DE}"/>
              </a:ext>
            </a:extLst>
          </p:cNvPr>
          <p:cNvSpPr>
            <a:spLocks noChangeShapeType="1"/>
          </p:cNvSpPr>
          <p:nvPr/>
        </p:nvSpPr>
        <p:spPr bwMode="auto">
          <a:xfrm>
            <a:off x="8174534" y="5453247"/>
            <a:ext cx="119062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Line 40">
            <a:extLst>
              <a:ext uri="{FF2B5EF4-FFF2-40B4-BE49-F238E27FC236}">
                <a16:creationId xmlns:a16="http://schemas.microsoft.com/office/drawing/2014/main" id="{5374C5E5-AFB0-791A-98F3-B5B41197E594}"/>
              </a:ext>
            </a:extLst>
          </p:cNvPr>
          <p:cNvSpPr>
            <a:spLocks noChangeShapeType="1"/>
          </p:cNvSpPr>
          <p:nvPr/>
        </p:nvSpPr>
        <p:spPr bwMode="auto">
          <a:xfrm>
            <a:off x="8098334" y="5291322"/>
            <a:ext cx="20955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lgDash"/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Line 41">
            <a:extLst>
              <a:ext uri="{FF2B5EF4-FFF2-40B4-BE49-F238E27FC236}">
                <a16:creationId xmlns:a16="http://schemas.microsoft.com/office/drawing/2014/main" id="{81A2C8D1-D6A1-5A02-FD44-34808DC8A83D}"/>
              </a:ext>
            </a:extLst>
          </p:cNvPr>
          <p:cNvSpPr>
            <a:spLocks noChangeShapeType="1"/>
          </p:cNvSpPr>
          <p:nvPr/>
        </p:nvSpPr>
        <p:spPr bwMode="auto">
          <a:xfrm>
            <a:off x="8098334" y="5396097"/>
            <a:ext cx="20955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lgDash"/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Line 42">
            <a:extLst>
              <a:ext uri="{FF2B5EF4-FFF2-40B4-BE49-F238E27FC236}">
                <a16:creationId xmlns:a16="http://schemas.microsoft.com/office/drawing/2014/main" id="{A7FCA3D2-6351-2712-DBA1-8EDE532C6B30}"/>
              </a:ext>
            </a:extLst>
          </p:cNvPr>
          <p:cNvSpPr>
            <a:spLocks noChangeShapeType="1"/>
          </p:cNvSpPr>
          <p:nvPr/>
        </p:nvSpPr>
        <p:spPr bwMode="auto">
          <a:xfrm>
            <a:off x="8103096" y="3935597"/>
            <a:ext cx="20955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lgDash"/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Line 43">
            <a:extLst>
              <a:ext uri="{FF2B5EF4-FFF2-40B4-BE49-F238E27FC236}">
                <a16:creationId xmlns:a16="http://schemas.microsoft.com/office/drawing/2014/main" id="{5F628998-153A-F1D2-47C8-F4FA875118C5}"/>
              </a:ext>
            </a:extLst>
          </p:cNvPr>
          <p:cNvSpPr>
            <a:spLocks noChangeShapeType="1"/>
          </p:cNvSpPr>
          <p:nvPr/>
        </p:nvSpPr>
        <p:spPr bwMode="auto">
          <a:xfrm>
            <a:off x="8107859" y="4045134"/>
            <a:ext cx="20955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lgDash"/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Line 44">
            <a:extLst>
              <a:ext uri="{FF2B5EF4-FFF2-40B4-BE49-F238E27FC236}">
                <a16:creationId xmlns:a16="http://schemas.microsoft.com/office/drawing/2014/main" id="{64439440-2DD8-11C2-6907-ADB3CB115D1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303121" y="3851459"/>
            <a:ext cx="0" cy="37623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Line 45">
            <a:extLst>
              <a:ext uri="{FF2B5EF4-FFF2-40B4-BE49-F238E27FC236}">
                <a16:creationId xmlns:a16="http://schemas.microsoft.com/office/drawing/2014/main" id="{AEEC286E-7A82-FF0A-E641-3AABA576DC15}"/>
              </a:ext>
            </a:extLst>
          </p:cNvPr>
          <p:cNvSpPr>
            <a:spLocks noChangeShapeType="1"/>
          </p:cNvSpPr>
          <p:nvPr/>
        </p:nvSpPr>
        <p:spPr bwMode="auto">
          <a:xfrm>
            <a:off x="8176121" y="3864159"/>
            <a:ext cx="1270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Line 46">
            <a:extLst>
              <a:ext uri="{FF2B5EF4-FFF2-40B4-BE49-F238E27FC236}">
                <a16:creationId xmlns:a16="http://schemas.microsoft.com/office/drawing/2014/main" id="{9927D551-C895-E800-26A3-31B101DAF0FE}"/>
              </a:ext>
            </a:extLst>
          </p:cNvPr>
          <p:cNvSpPr>
            <a:spLocks noChangeShapeType="1"/>
          </p:cNvSpPr>
          <p:nvPr/>
        </p:nvSpPr>
        <p:spPr bwMode="auto">
          <a:xfrm>
            <a:off x="8093571" y="4045134"/>
            <a:ext cx="0" cy="336550"/>
          </a:xfrm>
          <a:prstGeom prst="line">
            <a:avLst/>
          </a:prstGeom>
          <a:noFill/>
          <a:ln w="12700">
            <a:solidFill>
              <a:srgbClr val="000000"/>
            </a:solidFill>
            <a:prstDash val="lgDash"/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Freeform 47">
            <a:extLst>
              <a:ext uri="{FF2B5EF4-FFF2-40B4-BE49-F238E27FC236}">
                <a16:creationId xmlns:a16="http://schemas.microsoft.com/office/drawing/2014/main" id="{9009041A-E4F1-22B3-CCA5-97F04FF923B8}"/>
              </a:ext>
            </a:extLst>
          </p:cNvPr>
          <p:cNvSpPr>
            <a:spLocks/>
          </p:cNvSpPr>
          <p:nvPr/>
        </p:nvSpPr>
        <p:spPr bwMode="auto">
          <a:xfrm>
            <a:off x="8064996" y="3930834"/>
            <a:ext cx="23813" cy="114300"/>
          </a:xfrm>
          <a:custGeom>
            <a:avLst/>
            <a:gdLst>
              <a:gd name="T0" fmla="*/ 2147483647 w 15"/>
              <a:gd name="T1" fmla="*/ 0 h 72"/>
              <a:gd name="T2" fmla="*/ 0 w 15"/>
              <a:gd name="T3" fmla="*/ 2147483647 h 72"/>
              <a:gd name="T4" fmla="*/ 2147483647 w 15"/>
              <a:gd name="T5" fmla="*/ 2147483647 h 72"/>
              <a:gd name="T6" fmla="*/ 0 60000 65536"/>
              <a:gd name="T7" fmla="*/ 0 60000 65536"/>
              <a:gd name="T8" fmla="*/ 0 60000 65536"/>
              <a:gd name="T9" fmla="*/ 0 w 15"/>
              <a:gd name="T10" fmla="*/ 0 h 72"/>
              <a:gd name="T11" fmla="*/ 15 w 15"/>
              <a:gd name="T12" fmla="*/ 72 h 7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5" h="72">
                <a:moveTo>
                  <a:pt x="15" y="0"/>
                </a:moveTo>
                <a:cubicBezTo>
                  <a:pt x="7" y="15"/>
                  <a:pt x="0" y="30"/>
                  <a:pt x="0" y="42"/>
                </a:cubicBezTo>
                <a:cubicBezTo>
                  <a:pt x="0" y="54"/>
                  <a:pt x="7" y="63"/>
                  <a:pt x="15" y="72"/>
                </a:cubicBezTo>
              </a:path>
            </a:pathLst>
          </a:custGeom>
          <a:noFill/>
          <a:ln w="12700">
            <a:solidFill>
              <a:srgbClr val="000000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Line 48">
            <a:extLst>
              <a:ext uri="{FF2B5EF4-FFF2-40B4-BE49-F238E27FC236}">
                <a16:creationId xmlns:a16="http://schemas.microsoft.com/office/drawing/2014/main" id="{B27AF08C-AF15-2F85-F89B-40FC8BE4F3C4}"/>
              </a:ext>
            </a:extLst>
          </p:cNvPr>
          <p:cNvSpPr>
            <a:spLocks noChangeShapeType="1"/>
          </p:cNvSpPr>
          <p:nvPr/>
        </p:nvSpPr>
        <p:spPr bwMode="auto">
          <a:xfrm>
            <a:off x="7169646" y="3324409"/>
            <a:ext cx="179388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Freeform 49">
            <a:extLst>
              <a:ext uri="{FF2B5EF4-FFF2-40B4-BE49-F238E27FC236}">
                <a16:creationId xmlns:a16="http://schemas.microsoft.com/office/drawing/2014/main" id="{AA61E0E6-CEC8-6D68-A696-6D988DEEACD0}"/>
              </a:ext>
            </a:extLst>
          </p:cNvPr>
          <p:cNvSpPr>
            <a:spLocks/>
          </p:cNvSpPr>
          <p:nvPr/>
        </p:nvSpPr>
        <p:spPr bwMode="auto">
          <a:xfrm>
            <a:off x="7458571" y="3538722"/>
            <a:ext cx="279400" cy="166687"/>
          </a:xfrm>
          <a:custGeom>
            <a:avLst/>
            <a:gdLst>
              <a:gd name="T0" fmla="*/ 0 w 172"/>
              <a:gd name="T1" fmla="*/ 2147483647 h 103"/>
              <a:gd name="T2" fmla="*/ 2147483647 w 172"/>
              <a:gd name="T3" fmla="*/ 2147483647 h 103"/>
              <a:gd name="T4" fmla="*/ 2147483647 w 172"/>
              <a:gd name="T5" fmla="*/ 2147483647 h 103"/>
              <a:gd name="T6" fmla="*/ 2147483647 w 172"/>
              <a:gd name="T7" fmla="*/ 2147483647 h 103"/>
              <a:gd name="T8" fmla="*/ 0 60000 65536"/>
              <a:gd name="T9" fmla="*/ 0 60000 65536"/>
              <a:gd name="T10" fmla="*/ 0 60000 65536"/>
              <a:gd name="T11" fmla="*/ 0 60000 65536"/>
              <a:gd name="T12" fmla="*/ 0 w 172"/>
              <a:gd name="T13" fmla="*/ 0 h 103"/>
              <a:gd name="T14" fmla="*/ 172 w 172"/>
              <a:gd name="T15" fmla="*/ 103 h 10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72" h="103">
                <a:moveTo>
                  <a:pt x="0" y="23"/>
                </a:moveTo>
                <a:cubicBezTo>
                  <a:pt x="31" y="11"/>
                  <a:pt x="63" y="0"/>
                  <a:pt x="84" y="7"/>
                </a:cubicBezTo>
                <a:cubicBezTo>
                  <a:pt x="105" y="14"/>
                  <a:pt x="109" y="47"/>
                  <a:pt x="124" y="63"/>
                </a:cubicBezTo>
                <a:cubicBezTo>
                  <a:pt x="139" y="79"/>
                  <a:pt x="155" y="91"/>
                  <a:pt x="172" y="103"/>
                </a:cubicBez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Freeform 50">
            <a:extLst>
              <a:ext uri="{FF2B5EF4-FFF2-40B4-BE49-F238E27FC236}">
                <a16:creationId xmlns:a16="http://schemas.microsoft.com/office/drawing/2014/main" id="{23FCDDE0-B330-5F79-540B-4A7852AC481C}"/>
              </a:ext>
            </a:extLst>
          </p:cNvPr>
          <p:cNvSpPr>
            <a:spLocks/>
          </p:cNvSpPr>
          <p:nvPr/>
        </p:nvSpPr>
        <p:spPr bwMode="auto">
          <a:xfrm>
            <a:off x="7896721" y="3924484"/>
            <a:ext cx="74613" cy="463550"/>
          </a:xfrm>
          <a:custGeom>
            <a:avLst/>
            <a:gdLst>
              <a:gd name="T0" fmla="*/ 2147483647 w 47"/>
              <a:gd name="T1" fmla="*/ 0 h 292"/>
              <a:gd name="T2" fmla="*/ 2147483647 w 47"/>
              <a:gd name="T3" fmla="*/ 2147483647 h 292"/>
              <a:gd name="T4" fmla="*/ 2147483647 w 47"/>
              <a:gd name="T5" fmla="*/ 2147483647 h 292"/>
              <a:gd name="T6" fmla="*/ 2147483647 w 47"/>
              <a:gd name="T7" fmla="*/ 2147483647 h 292"/>
              <a:gd name="T8" fmla="*/ 0 w 47"/>
              <a:gd name="T9" fmla="*/ 2147483647 h 29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7"/>
              <a:gd name="T16" fmla="*/ 0 h 292"/>
              <a:gd name="T17" fmla="*/ 47 w 47"/>
              <a:gd name="T18" fmla="*/ 292 h 29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7" h="292">
                <a:moveTo>
                  <a:pt x="4" y="0"/>
                </a:moveTo>
                <a:cubicBezTo>
                  <a:pt x="22" y="21"/>
                  <a:pt x="41" y="42"/>
                  <a:pt x="44" y="64"/>
                </a:cubicBezTo>
                <a:cubicBezTo>
                  <a:pt x="47" y="86"/>
                  <a:pt x="25" y="101"/>
                  <a:pt x="20" y="132"/>
                </a:cubicBezTo>
                <a:cubicBezTo>
                  <a:pt x="15" y="163"/>
                  <a:pt x="19" y="225"/>
                  <a:pt x="16" y="252"/>
                </a:cubicBezTo>
                <a:cubicBezTo>
                  <a:pt x="13" y="279"/>
                  <a:pt x="6" y="285"/>
                  <a:pt x="0" y="292"/>
                </a:cubicBez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Freeform 51">
            <a:extLst>
              <a:ext uri="{FF2B5EF4-FFF2-40B4-BE49-F238E27FC236}">
                <a16:creationId xmlns:a16="http://schemas.microsoft.com/office/drawing/2014/main" id="{2C24CBFB-A59F-D8E1-AD87-C02872CF9CB8}"/>
              </a:ext>
            </a:extLst>
          </p:cNvPr>
          <p:cNvSpPr>
            <a:spLocks/>
          </p:cNvSpPr>
          <p:nvPr/>
        </p:nvSpPr>
        <p:spPr bwMode="auto">
          <a:xfrm>
            <a:off x="7571284" y="3195822"/>
            <a:ext cx="44450" cy="261937"/>
          </a:xfrm>
          <a:custGeom>
            <a:avLst/>
            <a:gdLst>
              <a:gd name="T0" fmla="*/ 0 w 28"/>
              <a:gd name="T1" fmla="*/ 0 h 165"/>
              <a:gd name="T2" fmla="*/ 2147483647 w 28"/>
              <a:gd name="T3" fmla="*/ 2147483647 h 165"/>
              <a:gd name="T4" fmla="*/ 0 w 28"/>
              <a:gd name="T5" fmla="*/ 2147483647 h 165"/>
              <a:gd name="T6" fmla="*/ 0 60000 65536"/>
              <a:gd name="T7" fmla="*/ 0 60000 65536"/>
              <a:gd name="T8" fmla="*/ 0 60000 65536"/>
              <a:gd name="T9" fmla="*/ 0 w 28"/>
              <a:gd name="T10" fmla="*/ 0 h 165"/>
              <a:gd name="T11" fmla="*/ 28 w 28"/>
              <a:gd name="T12" fmla="*/ 165 h 16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" h="165">
                <a:moveTo>
                  <a:pt x="0" y="0"/>
                </a:moveTo>
                <a:cubicBezTo>
                  <a:pt x="14" y="27"/>
                  <a:pt x="28" y="54"/>
                  <a:pt x="28" y="81"/>
                </a:cubicBezTo>
                <a:cubicBezTo>
                  <a:pt x="28" y="108"/>
                  <a:pt x="14" y="136"/>
                  <a:pt x="0" y="165"/>
                </a:cubicBezTo>
              </a:path>
            </a:pathLst>
          </a:custGeom>
          <a:noFill/>
          <a:ln w="12700">
            <a:solidFill>
              <a:srgbClr val="000000"/>
            </a:solidFill>
            <a:prstDash val="lgDash"/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Line 52">
            <a:extLst>
              <a:ext uri="{FF2B5EF4-FFF2-40B4-BE49-F238E27FC236}">
                <a16:creationId xmlns:a16="http://schemas.microsoft.com/office/drawing/2014/main" id="{45C16188-1AAE-0497-F2CC-19F2CED700E2}"/>
              </a:ext>
            </a:extLst>
          </p:cNvPr>
          <p:cNvSpPr>
            <a:spLocks noChangeShapeType="1"/>
          </p:cNvSpPr>
          <p:nvPr/>
        </p:nvSpPr>
        <p:spPr bwMode="auto">
          <a:xfrm>
            <a:off x="8095159" y="2873559"/>
            <a:ext cx="0" cy="1065213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Line 53">
            <a:extLst>
              <a:ext uri="{FF2B5EF4-FFF2-40B4-BE49-F238E27FC236}">
                <a16:creationId xmlns:a16="http://schemas.microsoft.com/office/drawing/2014/main" id="{F1EC6527-D5E6-AB9B-A588-C5C7DEE64E4E}"/>
              </a:ext>
            </a:extLst>
          </p:cNvPr>
          <p:cNvSpPr>
            <a:spLocks noChangeShapeType="1"/>
          </p:cNvSpPr>
          <p:nvPr/>
        </p:nvSpPr>
        <p:spPr bwMode="auto">
          <a:xfrm>
            <a:off x="8095159" y="4045134"/>
            <a:ext cx="0" cy="33178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Line 54">
            <a:extLst>
              <a:ext uri="{FF2B5EF4-FFF2-40B4-BE49-F238E27FC236}">
                <a16:creationId xmlns:a16="http://schemas.microsoft.com/office/drawing/2014/main" id="{3A6ACAF7-5E40-5CD8-F802-4E61DDD8A7C5}"/>
              </a:ext>
            </a:extLst>
          </p:cNvPr>
          <p:cNvSpPr>
            <a:spLocks noChangeShapeType="1"/>
          </p:cNvSpPr>
          <p:nvPr/>
        </p:nvSpPr>
        <p:spPr bwMode="auto">
          <a:xfrm>
            <a:off x="8095159" y="3934009"/>
            <a:ext cx="204787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Line 55">
            <a:extLst>
              <a:ext uri="{FF2B5EF4-FFF2-40B4-BE49-F238E27FC236}">
                <a16:creationId xmlns:a16="http://schemas.microsoft.com/office/drawing/2014/main" id="{5EEE5276-7AF5-7A74-6BD6-77072D1E5EEA}"/>
              </a:ext>
            </a:extLst>
          </p:cNvPr>
          <p:cNvSpPr>
            <a:spLocks noChangeShapeType="1"/>
          </p:cNvSpPr>
          <p:nvPr/>
        </p:nvSpPr>
        <p:spPr bwMode="auto">
          <a:xfrm>
            <a:off x="8090396" y="4045134"/>
            <a:ext cx="206375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Freeform 56">
            <a:extLst>
              <a:ext uri="{FF2B5EF4-FFF2-40B4-BE49-F238E27FC236}">
                <a16:creationId xmlns:a16="http://schemas.microsoft.com/office/drawing/2014/main" id="{AD9E64A1-BC8B-B218-5C04-F2134736419D}"/>
              </a:ext>
            </a:extLst>
          </p:cNvPr>
          <p:cNvSpPr>
            <a:spLocks/>
          </p:cNvSpPr>
          <p:nvPr/>
        </p:nvSpPr>
        <p:spPr bwMode="auto">
          <a:xfrm>
            <a:off x="8063409" y="3921309"/>
            <a:ext cx="33337" cy="141288"/>
          </a:xfrm>
          <a:custGeom>
            <a:avLst/>
            <a:gdLst>
              <a:gd name="T0" fmla="*/ 2147483647 w 21"/>
              <a:gd name="T1" fmla="*/ 0 h 89"/>
              <a:gd name="T2" fmla="*/ 0 w 21"/>
              <a:gd name="T3" fmla="*/ 2147483647 h 89"/>
              <a:gd name="T4" fmla="*/ 2147483647 w 21"/>
              <a:gd name="T5" fmla="*/ 2147483647 h 89"/>
              <a:gd name="T6" fmla="*/ 0 60000 65536"/>
              <a:gd name="T7" fmla="*/ 0 60000 65536"/>
              <a:gd name="T8" fmla="*/ 0 60000 65536"/>
              <a:gd name="T9" fmla="*/ 0 w 21"/>
              <a:gd name="T10" fmla="*/ 0 h 89"/>
              <a:gd name="T11" fmla="*/ 21 w 21"/>
              <a:gd name="T12" fmla="*/ 89 h 8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" h="89">
                <a:moveTo>
                  <a:pt x="21" y="0"/>
                </a:moveTo>
                <a:cubicBezTo>
                  <a:pt x="10" y="15"/>
                  <a:pt x="0" y="30"/>
                  <a:pt x="0" y="45"/>
                </a:cubicBezTo>
                <a:cubicBezTo>
                  <a:pt x="0" y="60"/>
                  <a:pt x="10" y="74"/>
                  <a:pt x="21" y="89"/>
                </a:cubicBez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Line 57">
            <a:extLst>
              <a:ext uri="{FF2B5EF4-FFF2-40B4-BE49-F238E27FC236}">
                <a16:creationId xmlns:a16="http://schemas.microsoft.com/office/drawing/2014/main" id="{D741063E-4533-5A87-6A14-A63A5921F6FD}"/>
              </a:ext>
            </a:extLst>
          </p:cNvPr>
          <p:cNvSpPr>
            <a:spLocks noChangeShapeType="1"/>
          </p:cNvSpPr>
          <p:nvPr/>
        </p:nvSpPr>
        <p:spPr bwMode="auto">
          <a:xfrm>
            <a:off x="7566521" y="2876734"/>
            <a:ext cx="3175" cy="328613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Line 58">
            <a:extLst>
              <a:ext uri="{FF2B5EF4-FFF2-40B4-BE49-F238E27FC236}">
                <a16:creationId xmlns:a16="http://schemas.microsoft.com/office/drawing/2014/main" id="{05FC8BAE-8F93-BC38-BE6B-68C7F382937F}"/>
              </a:ext>
            </a:extLst>
          </p:cNvPr>
          <p:cNvSpPr>
            <a:spLocks noChangeShapeType="1"/>
          </p:cNvSpPr>
          <p:nvPr/>
        </p:nvSpPr>
        <p:spPr bwMode="auto">
          <a:xfrm>
            <a:off x="7568109" y="3457759"/>
            <a:ext cx="1587" cy="9048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Line 59">
            <a:extLst>
              <a:ext uri="{FF2B5EF4-FFF2-40B4-BE49-F238E27FC236}">
                <a16:creationId xmlns:a16="http://schemas.microsoft.com/office/drawing/2014/main" id="{A639FC9B-BE63-4969-F295-F45DE3936595}"/>
              </a:ext>
            </a:extLst>
          </p:cNvPr>
          <p:cNvSpPr>
            <a:spLocks noChangeShapeType="1"/>
          </p:cNvSpPr>
          <p:nvPr/>
        </p:nvSpPr>
        <p:spPr bwMode="auto">
          <a:xfrm>
            <a:off x="7234734" y="3197409"/>
            <a:ext cx="331787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Line 60">
            <a:extLst>
              <a:ext uri="{FF2B5EF4-FFF2-40B4-BE49-F238E27FC236}">
                <a16:creationId xmlns:a16="http://schemas.microsoft.com/office/drawing/2014/main" id="{2F77382F-D645-F386-8846-AFDA0C960760}"/>
              </a:ext>
            </a:extLst>
          </p:cNvPr>
          <p:cNvSpPr>
            <a:spLocks noChangeShapeType="1"/>
          </p:cNvSpPr>
          <p:nvPr/>
        </p:nvSpPr>
        <p:spPr bwMode="auto">
          <a:xfrm>
            <a:off x="7233146" y="3457759"/>
            <a:ext cx="338138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Rectangle 61">
            <a:extLst>
              <a:ext uri="{FF2B5EF4-FFF2-40B4-BE49-F238E27FC236}">
                <a16:creationId xmlns:a16="http://schemas.microsoft.com/office/drawing/2014/main" id="{32FB9C80-A0F2-EA7A-7ABA-293BDFD6DE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0746" y="4945247"/>
            <a:ext cx="1266825" cy="10191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Oval 62">
            <a:extLst>
              <a:ext uri="{FF2B5EF4-FFF2-40B4-BE49-F238E27FC236}">
                <a16:creationId xmlns:a16="http://schemas.microsoft.com/office/drawing/2014/main" id="{DD45266B-308E-81B5-9822-2019A55C7C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82396" y="5092884"/>
            <a:ext cx="511175" cy="511175"/>
          </a:xfrm>
          <a:prstGeom prst="ellips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Arc 63">
            <a:extLst>
              <a:ext uri="{FF2B5EF4-FFF2-40B4-BE49-F238E27FC236}">
                <a16:creationId xmlns:a16="http://schemas.microsoft.com/office/drawing/2014/main" id="{0CB171AC-ECA2-57BC-7C40-A580CB5813A9}"/>
              </a:ext>
            </a:extLst>
          </p:cNvPr>
          <p:cNvSpPr>
            <a:spLocks/>
          </p:cNvSpPr>
          <p:nvPr/>
        </p:nvSpPr>
        <p:spPr bwMode="auto">
          <a:xfrm>
            <a:off x="8141196" y="4853172"/>
            <a:ext cx="152400" cy="17145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Arc 64">
            <a:extLst>
              <a:ext uri="{FF2B5EF4-FFF2-40B4-BE49-F238E27FC236}">
                <a16:creationId xmlns:a16="http://schemas.microsoft.com/office/drawing/2014/main" id="{93FE158E-3452-17C5-92FA-31AACC21461E}"/>
              </a:ext>
            </a:extLst>
          </p:cNvPr>
          <p:cNvSpPr>
            <a:spLocks/>
          </p:cNvSpPr>
          <p:nvPr/>
        </p:nvSpPr>
        <p:spPr bwMode="auto">
          <a:xfrm flipV="1">
            <a:off x="8130084" y="5689784"/>
            <a:ext cx="161925" cy="171450"/>
          </a:xfrm>
          <a:custGeom>
            <a:avLst/>
            <a:gdLst>
              <a:gd name="T0" fmla="*/ 0 w 22948"/>
              <a:gd name="T1" fmla="*/ 10491470 h 21600"/>
              <a:gd name="T2" fmla="*/ 2147483647 w 22948"/>
              <a:gd name="T3" fmla="*/ 2147483647 h 21600"/>
              <a:gd name="T4" fmla="*/ 166385290 w 22948"/>
              <a:gd name="T5" fmla="*/ 2147483647 h 21600"/>
              <a:gd name="T6" fmla="*/ 0 60000 65536"/>
              <a:gd name="T7" fmla="*/ 0 60000 65536"/>
              <a:gd name="T8" fmla="*/ 0 60000 65536"/>
              <a:gd name="T9" fmla="*/ 0 w 22948"/>
              <a:gd name="T10" fmla="*/ 0 h 21600"/>
              <a:gd name="T11" fmla="*/ 22948 w 22948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948" h="21600" fill="none" extrusionOk="0">
                <a:moveTo>
                  <a:pt x="0" y="42"/>
                </a:moveTo>
                <a:cubicBezTo>
                  <a:pt x="448" y="14"/>
                  <a:pt x="898" y="-1"/>
                  <a:pt x="1348" y="0"/>
                </a:cubicBezTo>
                <a:cubicBezTo>
                  <a:pt x="13277" y="0"/>
                  <a:pt x="22948" y="9670"/>
                  <a:pt x="22948" y="21600"/>
                </a:cubicBezTo>
              </a:path>
              <a:path w="22948" h="21600" stroke="0" extrusionOk="0">
                <a:moveTo>
                  <a:pt x="0" y="42"/>
                </a:moveTo>
                <a:cubicBezTo>
                  <a:pt x="448" y="14"/>
                  <a:pt x="898" y="-1"/>
                  <a:pt x="1348" y="0"/>
                </a:cubicBezTo>
                <a:cubicBezTo>
                  <a:pt x="13277" y="0"/>
                  <a:pt x="22948" y="9670"/>
                  <a:pt x="22948" y="21600"/>
                </a:cubicBezTo>
                <a:lnTo>
                  <a:pt x="1348" y="21600"/>
                </a:lnTo>
                <a:close/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Arc 65">
            <a:extLst>
              <a:ext uri="{FF2B5EF4-FFF2-40B4-BE49-F238E27FC236}">
                <a16:creationId xmlns:a16="http://schemas.microsoft.com/office/drawing/2014/main" id="{E4F9B037-2931-1ADF-1ECB-418392975060}"/>
              </a:ext>
            </a:extLst>
          </p:cNvPr>
          <p:cNvSpPr>
            <a:spLocks/>
          </p:cNvSpPr>
          <p:nvPr/>
        </p:nvSpPr>
        <p:spPr bwMode="auto">
          <a:xfrm flipH="1">
            <a:off x="7379196" y="4853172"/>
            <a:ext cx="152400" cy="17145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Arc 66">
            <a:extLst>
              <a:ext uri="{FF2B5EF4-FFF2-40B4-BE49-F238E27FC236}">
                <a16:creationId xmlns:a16="http://schemas.microsoft.com/office/drawing/2014/main" id="{07897705-E993-BF61-7590-8AFA12FCB2D2}"/>
              </a:ext>
            </a:extLst>
          </p:cNvPr>
          <p:cNvSpPr>
            <a:spLocks/>
          </p:cNvSpPr>
          <p:nvPr/>
        </p:nvSpPr>
        <p:spPr bwMode="auto">
          <a:xfrm rot="10800000">
            <a:off x="7379196" y="5691372"/>
            <a:ext cx="152400" cy="17145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Line 67">
            <a:extLst>
              <a:ext uri="{FF2B5EF4-FFF2-40B4-BE49-F238E27FC236}">
                <a16:creationId xmlns:a16="http://schemas.microsoft.com/office/drawing/2014/main" id="{E434CD41-CE5A-02CA-0DD0-88889615DB66}"/>
              </a:ext>
            </a:extLst>
          </p:cNvPr>
          <p:cNvSpPr>
            <a:spLocks noChangeShapeType="1"/>
          </p:cNvSpPr>
          <p:nvPr/>
        </p:nvSpPr>
        <p:spPr bwMode="auto">
          <a:xfrm>
            <a:off x="7379196" y="5005572"/>
            <a:ext cx="0" cy="700087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Line 68">
            <a:extLst>
              <a:ext uri="{FF2B5EF4-FFF2-40B4-BE49-F238E27FC236}">
                <a16:creationId xmlns:a16="http://schemas.microsoft.com/office/drawing/2014/main" id="{50C91592-C7B5-7361-F05D-8EFD802752B6}"/>
              </a:ext>
            </a:extLst>
          </p:cNvPr>
          <p:cNvSpPr>
            <a:spLocks noChangeShapeType="1"/>
          </p:cNvSpPr>
          <p:nvPr/>
        </p:nvSpPr>
        <p:spPr bwMode="auto">
          <a:xfrm>
            <a:off x="7531596" y="5862822"/>
            <a:ext cx="6096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Line 69">
            <a:extLst>
              <a:ext uri="{FF2B5EF4-FFF2-40B4-BE49-F238E27FC236}">
                <a16:creationId xmlns:a16="http://schemas.microsoft.com/office/drawing/2014/main" id="{07D8ACF2-8080-7A45-C054-352DDC339D31}"/>
              </a:ext>
            </a:extLst>
          </p:cNvPr>
          <p:cNvSpPr>
            <a:spLocks noChangeShapeType="1"/>
          </p:cNvSpPr>
          <p:nvPr/>
        </p:nvSpPr>
        <p:spPr bwMode="auto">
          <a:xfrm>
            <a:off x="7526834" y="4853172"/>
            <a:ext cx="619125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Line 70">
            <a:extLst>
              <a:ext uri="{FF2B5EF4-FFF2-40B4-BE49-F238E27FC236}">
                <a16:creationId xmlns:a16="http://schemas.microsoft.com/office/drawing/2014/main" id="{EB656607-FDEC-51B5-F1B9-816B43245B17}"/>
              </a:ext>
            </a:extLst>
          </p:cNvPr>
          <p:cNvSpPr>
            <a:spLocks noChangeShapeType="1"/>
          </p:cNvSpPr>
          <p:nvPr/>
        </p:nvSpPr>
        <p:spPr bwMode="auto">
          <a:xfrm>
            <a:off x="8293596" y="5023034"/>
            <a:ext cx="0" cy="690563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Freeform 71">
            <a:extLst>
              <a:ext uri="{FF2B5EF4-FFF2-40B4-BE49-F238E27FC236}">
                <a16:creationId xmlns:a16="http://schemas.microsoft.com/office/drawing/2014/main" id="{B6F81453-3DDD-A0D4-9660-D42E540CBF69}"/>
              </a:ext>
            </a:extLst>
          </p:cNvPr>
          <p:cNvSpPr>
            <a:spLocks/>
          </p:cNvSpPr>
          <p:nvPr/>
        </p:nvSpPr>
        <p:spPr bwMode="auto">
          <a:xfrm>
            <a:off x="7226796" y="5148447"/>
            <a:ext cx="142875" cy="400050"/>
          </a:xfrm>
          <a:custGeom>
            <a:avLst/>
            <a:gdLst>
              <a:gd name="T0" fmla="*/ 2147483647 w 150"/>
              <a:gd name="T1" fmla="*/ 0 h 252"/>
              <a:gd name="T2" fmla="*/ 0 w 150"/>
              <a:gd name="T3" fmla="*/ 0 h 252"/>
              <a:gd name="T4" fmla="*/ 0 w 150"/>
              <a:gd name="T5" fmla="*/ 2147483647 h 252"/>
              <a:gd name="T6" fmla="*/ 2147483647 w 150"/>
              <a:gd name="T7" fmla="*/ 2147483647 h 252"/>
              <a:gd name="T8" fmla="*/ 0 60000 65536"/>
              <a:gd name="T9" fmla="*/ 0 60000 65536"/>
              <a:gd name="T10" fmla="*/ 0 60000 65536"/>
              <a:gd name="T11" fmla="*/ 0 60000 65536"/>
              <a:gd name="T12" fmla="*/ 0 w 150"/>
              <a:gd name="T13" fmla="*/ 0 h 252"/>
              <a:gd name="T14" fmla="*/ 150 w 150"/>
              <a:gd name="T15" fmla="*/ 252 h 25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50" h="252">
                <a:moveTo>
                  <a:pt x="150" y="0"/>
                </a:moveTo>
                <a:lnTo>
                  <a:pt x="0" y="0"/>
                </a:lnTo>
                <a:lnTo>
                  <a:pt x="0" y="252"/>
                </a:lnTo>
                <a:lnTo>
                  <a:pt x="150" y="252"/>
                </a:ln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" name="Line 72">
            <a:extLst>
              <a:ext uri="{FF2B5EF4-FFF2-40B4-BE49-F238E27FC236}">
                <a16:creationId xmlns:a16="http://schemas.microsoft.com/office/drawing/2014/main" id="{5EE0004F-6DD3-1D38-33DC-4E800971FF5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64909" y="2873559"/>
            <a:ext cx="136525" cy="13811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Line 73">
            <a:extLst>
              <a:ext uri="{FF2B5EF4-FFF2-40B4-BE49-F238E27FC236}">
                <a16:creationId xmlns:a16="http://schemas.microsoft.com/office/drawing/2014/main" id="{AA7E7603-1A4A-128B-CBCE-38E5BF26CEB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291884" y="3125972"/>
            <a:ext cx="76200" cy="666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Line 74">
            <a:extLst>
              <a:ext uri="{FF2B5EF4-FFF2-40B4-BE49-F238E27FC236}">
                <a16:creationId xmlns:a16="http://schemas.microsoft.com/office/drawing/2014/main" id="{E415F59C-F4ED-1903-685C-A0BFB84EE6B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455396" y="2921184"/>
            <a:ext cx="117475" cy="1143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Line 75">
            <a:extLst>
              <a:ext uri="{FF2B5EF4-FFF2-40B4-BE49-F238E27FC236}">
                <a16:creationId xmlns:a16="http://schemas.microsoft.com/office/drawing/2014/main" id="{9D2A96F0-F02F-9FAC-C993-CB7AD0B4732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415709" y="3045009"/>
            <a:ext cx="142875" cy="1428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9" name="Line 76">
            <a:extLst>
              <a:ext uri="{FF2B5EF4-FFF2-40B4-BE49-F238E27FC236}">
                <a16:creationId xmlns:a16="http://schemas.microsoft.com/office/drawing/2014/main" id="{189AECF7-8042-4E10-92FE-5F0BE601D80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287121" y="3459347"/>
            <a:ext cx="76200" cy="714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0" name="Line 77">
            <a:extLst>
              <a:ext uri="{FF2B5EF4-FFF2-40B4-BE49-F238E27FC236}">
                <a16:creationId xmlns:a16="http://schemas.microsoft.com/office/drawing/2014/main" id="{CC6D0395-28F6-150F-6F61-A70C06A4BBA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91896" y="3454584"/>
            <a:ext cx="85725" cy="809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1" name="Line 78">
            <a:extLst>
              <a:ext uri="{FF2B5EF4-FFF2-40B4-BE49-F238E27FC236}">
                <a16:creationId xmlns:a16="http://schemas.microsoft.com/office/drawing/2014/main" id="{12B70B0A-583F-0D2F-6D2D-49FC01B96CB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468096" y="3473634"/>
            <a:ext cx="100013" cy="10001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2" name="Line 79">
            <a:extLst>
              <a:ext uri="{FF2B5EF4-FFF2-40B4-BE49-F238E27FC236}">
                <a16:creationId xmlns:a16="http://schemas.microsoft.com/office/drawing/2014/main" id="{E6FF1D17-5D6A-4A47-0DBB-338E9498EBA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096746" y="2868797"/>
            <a:ext cx="152400" cy="152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3" name="Line 80">
            <a:extLst>
              <a:ext uri="{FF2B5EF4-FFF2-40B4-BE49-F238E27FC236}">
                <a16:creationId xmlns:a16="http://schemas.microsoft.com/office/drawing/2014/main" id="{14FA136F-6527-35DA-6765-06A24B361F1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091984" y="2925947"/>
            <a:ext cx="209550" cy="2095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4" name="Line 81">
            <a:extLst>
              <a:ext uri="{FF2B5EF4-FFF2-40B4-BE49-F238E27FC236}">
                <a16:creationId xmlns:a16="http://schemas.microsoft.com/office/drawing/2014/main" id="{E99B6939-02D1-D0AE-A689-742EB7C579D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096746" y="3164072"/>
            <a:ext cx="90488" cy="904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5" name="Line 82">
            <a:extLst>
              <a:ext uri="{FF2B5EF4-FFF2-40B4-BE49-F238E27FC236}">
                <a16:creationId xmlns:a16="http://schemas.microsoft.com/office/drawing/2014/main" id="{FA1BBB0C-B41D-60B3-CAC2-C0732A776BB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087221" y="3278372"/>
            <a:ext cx="90488" cy="904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6" name="Line 83">
            <a:extLst>
              <a:ext uri="{FF2B5EF4-FFF2-40B4-BE49-F238E27FC236}">
                <a16:creationId xmlns:a16="http://schemas.microsoft.com/office/drawing/2014/main" id="{58C09A57-7E38-C0C5-DA1D-CDE7A7B5D7A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096746" y="3383147"/>
            <a:ext cx="90488" cy="904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7" name="Line 84">
            <a:extLst>
              <a:ext uri="{FF2B5EF4-FFF2-40B4-BE49-F238E27FC236}">
                <a16:creationId xmlns:a16="http://schemas.microsoft.com/office/drawing/2014/main" id="{C50CD270-7E82-DB92-1643-2CAEEE0D39D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096746" y="3506972"/>
            <a:ext cx="90488" cy="904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8" name="Line 85">
            <a:extLst>
              <a:ext uri="{FF2B5EF4-FFF2-40B4-BE49-F238E27FC236}">
                <a16:creationId xmlns:a16="http://schemas.microsoft.com/office/drawing/2014/main" id="{74A9DD1B-121B-EE84-D9B2-A829A6C6991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101509" y="3611747"/>
            <a:ext cx="90487" cy="904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Line 86">
            <a:extLst>
              <a:ext uri="{FF2B5EF4-FFF2-40B4-BE49-F238E27FC236}">
                <a16:creationId xmlns:a16="http://schemas.microsoft.com/office/drawing/2014/main" id="{8EA40F72-A820-977B-EF30-DF96CE35EB3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101509" y="3716522"/>
            <a:ext cx="90487" cy="904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0" name="Line 87">
            <a:extLst>
              <a:ext uri="{FF2B5EF4-FFF2-40B4-BE49-F238E27FC236}">
                <a16:creationId xmlns:a16="http://schemas.microsoft.com/office/drawing/2014/main" id="{C85F2AC5-1A4E-77B7-ED53-D9DD9D60AB3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106271" y="3835584"/>
            <a:ext cx="90488" cy="9048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1" name="Line 88">
            <a:extLst>
              <a:ext uri="{FF2B5EF4-FFF2-40B4-BE49-F238E27FC236}">
                <a16:creationId xmlns:a16="http://schemas.microsoft.com/office/drawing/2014/main" id="{F9710FAA-A39A-8832-3445-06FF55E6C2E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206284" y="3864159"/>
            <a:ext cx="68262" cy="666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" name="Line 89">
            <a:extLst>
              <a:ext uri="{FF2B5EF4-FFF2-40B4-BE49-F238E27FC236}">
                <a16:creationId xmlns:a16="http://schemas.microsoft.com/office/drawing/2014/main" id="{D478AFCD-6870-864E-667C-512DA47E8F4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096746" y="4049897"/>
            <a:ext cx="138113" cy="1365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3" name="Line 90">
            <a:extLst>
              <a:ext uri="{FF2B5EF4-FFF2-40B4-BE49-F238E27FC236}">
                <a16:creationId xmlns:a16="http://schemas.microsoft.com/office/drawing/2014/main" id="{7221D7F9-678E-A047-E90B-42E551CD0D8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093571" y="4097522"/>
            <a:ext cx="207963" cy="2047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4" name="Line 91">
            <a:extLst>
              <a:ext uri="{FF2B5EF4-FFF2-40B4-BE49-F238E27FC236}">
                <a16:creationId xmlns:a16="http://schemas.microsoft.com/office/drawing/2014/main" id="{30635524-4A1D-E59A-FA3E-729E754E3AF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136434" y="4230872"/>
            <a:ext cx="155575" cy="1555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" name="AutoShape 92">
            <a:extLst>
              <a:ext uri="{FF2B5EF4-FFF2-40B4-BE49-F238E27FC236}">
                <a16:creationId xmlns:a16="http://schemas.microsoft.com/office/drawing/2014/main" id="{4F14D4A9-AE82-301D-C61F-24CD07C370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85571" y="1936274"/>
            <a:ext cx="2038819" cy="36737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accent5">
                <a:lumMod val="40000"/>
                <a:lumOff val="6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342900" indent="-342900" algn="ctr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kumimoji="1"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不能穿空而过</a:t>
            </a:r>
          </a:p>
        </p:txBody>
      </p:sp>
      <p:sp>
        <p:nvSpPr>
          <p:cNvPr id="96" name="AutoShape 93">
            <a:extLst>
              <a:ext uri="{FF2B5EF4-FFF2-40B4-BE49-F238E27FC236}">
                <a16:creationId xmlns:a16="http://schemas.microsoft.com/office/drawing/2014/main" id="{C0F92163-4324-187C-36F6-BEF3B6D7DC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3084" y="4524062"/>
            <a:ext cx="2668587" cy="50958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accent5">
                <a:lumMod val="40000"/>
                <a:lumOff val="6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kumimoji="1"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不能超出轮廓线</a:t>
            </a:r>
          </a:p>
        </p:txBody>
      </p:sp>
      <p:sp>
        <p:nvSpPr>
          <p:cNvPr id="97" name="Text Box 94">
            <a:extLst>
              <a:ext uri="{FF2B5EF4-FFF2-40B4-BE49-F238E27FC236}">
                <a16:creationId xmlns:a16="http://schemas.microsoft.com/office/drawing/2014/main" id="{D7AB6337-2200-8528-1FF8-FBCE8E197E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3085" y="3835584"/>
            <a:ext cx="2667000" cy="4064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accent5">
                <a:lumMod val="40000"/>
                <a:lumOff val="60000"/>
              </a:schemeClr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fontAlgn="base">
              <a:spcBef>
                <a:spcPct val="5000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kumimoji="1"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不得与任何线重合</a:t>
            </a:r>
          </a:p>
        </p:txBody>
      </p:sp>
      <p:sp>
        <p:nvSpPr>
          <p:cNvPr id="98" name="AutoShape 95">
            <a:extLst>
              <a:ext uri="{FF2B5EF4-FFF2-40B4-BE49-F238E27FC236}">
                <a16:creationId xmlns:a16="http://schemas.microsoft.com/office/drawing/2014/main" id="{A3B2E059-024C-8EC1-2037-0BFE1E21C590}"/>
              </a:ext>
            </a:extLst>
          </p:cNvPr>
          <p:cNvSpPr>
            <a:spLocks/>
          </p:cNvSpPr>
          <p:nvPr/>
        </p:nvSpPr>
        <p:spPr bwMode="auto">
          <a:xfrm>
            <a:off x="2923084" y="5296599"/>
            <a:ext cx="2667000" cy="70788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40000"/>
                <a:lumOff val="60000"/>
              </a:schemeClr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kumimoji="1"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形体已表达清楚，虚线不再画出</a:t>
            </a:r>
          </a:p>
        </p:txBody>
      </p:sp>
      <p:sp>
        <p:nvSpPr>
          <p:cNvPr id="99" name="Arc 96">
            <a:extLst>
              <a:ext uri="{FF2B5EF4-FFF2-40B4-BE49-F238E27FC236}">
                <a16:creationId xmlns:a16="http://schemas.microsoft.com/office/drawing/2014/main" id="{89CD9D2F-2AD7-B25A-B560-41D95C41ADAE}"/>
              </a:ext>
            </a:extLst>
          </p:cNvPr>
          <p:cNvSpPr>
            <a:spLocks/>
          </p:cNvSpPr>
          <p:nvPr/>
        </p:nvSpPr>
        <p:spPr bwMode="auto">
          <a:xfrm>
            <a:off x="7696696" y="3700647"/>
            <a:ext cx="206375" cy="246062"/>
          </a:xfrm>
          <a:custGeom>
            <a:avLst/>
            <a:gdLst>
              <a:gd name="T0" fmla="*/ 2147483647 w 31456"/>
              <a:gd name="T1" fmla="*/ 2147483647 h 36637"/>
              <a:gd name="T2" fmla="*/ 485910132 w 31456"/>
              <a:gd name="T3" fmla="*/ 0 h 36637"/>
              <a:gd name="T4" fmla="*/ 1722559001 w 31456"/>
              <a:gd name="T5" fmla="*/ 1380097305 h 36637"/>
              <a:gd name="T6" fmla="*/ 0 60000 65536"/>
              <a:gd name="T7" fmla="*/ 0 60000 65536"/>
              <a:gd name="T8" fmla="*/ 0 60000 65536"/>
              <a:gd name="T9" fmla="*/ 0 w 31456"/>
              <a:gd name="T10" fmla="*/ 0 h 36637"/>
              <a:gd name="T11" fmla="*/ 31456 w 31456"/>
              <a:gd name="T12" fmla="*/ 36637 h 3663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1456" h="36637" fill="none" extrusionOk="0">
                <a:moveTo>
                  <a:pt x="31456" y="34257"/>
                </a:moveTo>
                <a:cubicBezTo>
                  <a:pt x="28406" y="35821"/>
                  <a:pt x="25027" y="36636"/>
                  <a:pt x="21600" y="36637"/>
                </a:cubicBezTo>
                <a:cubicBezTo>
                  <a:pt x="9670" y="36637"/>
                  <a:pt x="0" y="26966"/>
                  <a:pt x="0" y="15037"/>
                </a:cubicBezTo>
                <a:cubicBezTo>
                  <a:pt x="-1" y="9423"/>
                  <a:pt x="2185" y="4030"/>
                  <a:pt x="6093" y="0"/>
                </a:cubicBezTo>
              </a:path>
              <a:path w="31456" h="36637" stroke="0" extrusionOk="0">
                <a:moveTo>
                  <a:pt x="31456" y="34257"/>
                </a:moveTo>
                <a:cubicBezTo>
                  <a:pt x="28406" y="35821"/>
                  <a:pt x="25027" y="36636"/>
                  <a:pt x="21600" y="36637"/>
                </a:cubicBezTo>
                <a:cubicBezTo>
                  <a:pt x="9670" y="36637"/>
                  <a:pt x="0" y="26966"/>
                  <a:pt x="0" y="15037"/>
                </a:cubicBezTo>
                <a:cubicBezTo>
                  <a:pt x="-1" y="9423"/>
                  <a:pt x="2185" y="4030"/>
                  <a:pt x="6093" y="0"/>
                </a:cubicBezTo>
                <a:lnTo>
                  <a:pt x="21600" y="15037"/>
                </a:lnTo>
                <a:close/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0" name="Arc 98">
            <a:extLst>
              <a:ext uri="{FF2B5EF4-FFF2-40B4-BE49-F238E27FC236}">
                <a16:creationId xmlns:a16="http://schemas.microsoft.com/office/drawing/2014/main" id="{535EE878-F154-E165-6E21-FF74C35BA565}"/>
              </a:ext>
            </a:extLst>
          </p:cNvPr>
          <p:cNvSpPr>
            <a:spLocks/>
          </p:cNvSpPr>
          <p:nvPr/>
        </p:nvSpPr>
        <p:spPr bwMode="auto">
          <a:xfrm>
            <a:off x="7536359" y="3195822"/>
            <a:ext cx="74612" cy="261937"/>
          </a:xfrm>
          <a:custGeom>
            <a:avLst/>
            <a:gdLst>
              <a:gd name="T0" fmla="*/ 10785247 w 21600"/>
              <a:gd name="T1" fmla="*/ 0 h 41500"/>
              <a:gd name="T2" fmla="*/ 9562288 w 21600"/>
              <a:gd name="T3" fmla="*/ 2147483647 h 41500"/>
              <a:gd name="T4" fmla="*/ 0 w 21600"/>
              <a:gd name="T5" fmla="*/ 1305352336 h 41500"/>
              <a:gd name="T6" fmla="*/ 0 60000 65536"/>
              <a:gd name="T7" fmla="*/ 0 60000 65536"/>
              <a:gd name="T8" fmla="*/ 0 60000 65536"/>
              <a:gd name="T9" fmla="*/ 0 w 21600"/>
              <a:gd name="T10" fmla="*/ 0 h 41500"/>
              <a:gd name="T11" fmla="*/ 21600 w 21600"/>
              <a:gd name="T12" fmla="*/ 41500 h 415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41500" fill="none" extrusionOk="0">
                <a:moveTo>
                  <a:pt x="6348" y="0"/>
                </a:moveTo>
                <a:cubicBezTo>
                  <a:pt x="15413" y="2787"/>
                  <a:pt x="21600" y="11162"/>
                  <a:pt x="21600" y="20646"/>
                </a:cubicBezTo>
                <a:cubicBezTo>
                  <a:pt x="21600" y="30407"/>
                  <a:pt x="15053" y="38955"/>
                  <a:pt x="5628" y="41499"/>
                </a:cubicBezTo>
              </a:path>
              <a:path w="21600" h="41500" stroke="0" extrusionOk="0">
                <a:moveTo>
                  <a:pt x="6348" y="0"/>
                </a:moveTo>
                <a:cubicBezTo>
                  <a:pt x="15413" y="2787"/>
                  <a:pt x="21600" y="11162"/>
                  <a:pt x="21600" y="20646"/>
                </a:cubicBezTo>
                <a:cubicBezTo>
                  <a:pt x="21600" y="30407"/>
                  <a:pt x="15053" y="38955"/>
                  <a:pt x="5628" y="41499"/>
                </a:cubicBezTo>
                <a:lnTo>
                  <a:pt x="0" y="20646"/>
                </a:lnTo>
                <a:close/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1" name="Text Box 99">
            <a:extLst>
              <a:ext uri="{FF2B5EF4-FFF2-40B4-BE49-F238E27FC236}">
                <a16:creationId xmlns:a16="http://schemas.microsoft.com/office/drawing/2014/main" id="{0F487735-AD23-1F20-66FB-37861203E3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9957" y="3177565"/>
            <a:ext cx="232886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波浪线的画法：</a:t>
            </a:r>
          </a:p>
        </p:txBody>
      </p:sp>
      <p:sp>
        <p:nvSpPr>
          <p:cNvPr id="102" name="Freeform 100">
            <a:extLst>
              <a:ext uri="{FF2B5EF4-FFF2-40B4-BE49-F238E27FC236}">
                <a16:creationId xmlns:a16="http://schemas.microsoft.com/office/drawing/2014/main" id="{A17F785D-3D4C-9A3E-6645-FB78BCB7793C}"/>
              </a:ext>
            </a:extLst>
          </p:cNvPr>
          <p:cNvSpPr>
            <a:spLocks/>
          </p:cNvSpPr>
          <p:nvPr/>
        </p:nvSpPr>
        <p:spPr bwMode="auto">
          <a:xfrm>
            <a:off x="7564934" y="5511984"/>
            <a:ext cx="88900" cy="352425"/>
          </a:xfrm>
          <a:custGeom>
            <a:avLst/>
            <a:gdLst>
              <a:gd name="T0" fmla="*/ 2147483647 w 46"/>
              <a:gd name="T1" fmla="*/ 0 h 222"/>
              <a:gd name="T2" fmla="*/ 2147483647 w 46"/>
              <a:gd name="T3" fmla="*/ 2147483647 h 222"/>
              <a:gd name="T4" fmla="*/ 2147483647 w 46"/>
              <a:gd name="T5" fmla="*/ 2147483647 h 222"/>
              <a:gd name="T6" fmla="*/ 2147483647 w 46"/>
              <a:gd name="T7" fmla="*/ 2147483647 h 222"/>
              <a:gd name="T8" fmla="*/ 0 w 46"/>
              <a:gd name="T9" fmla="*/ 2147483647 h 222"/>
              <a:gd name="T10" fmla="*/ 2147483647 w 46"/>
              <a:gd name="T11" fmla="*/ 2147483647 h 222"/>
              <a:gd name="T12" fmla="*/ 2147483647 w 46"/>
              <a:gd name="T13" fmla="*/ 2147483647 h 222"/>
              <a:gd name="T14" fmla="*/ 2147483647 w 46"/>
              <a:gd name="T15" fmla="*/ 2147483647 h 222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46"/>
              <a:gd name="T25" fmla="*/ 0 h 222"/>
              <a:gd name="T26" fmla="*/ 46 w 46"/>
              <a:gd name="T27" fmla="*/ 222 h 222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46" h="222">
                <a:moveTo>
                  <a:pt x="46" y="0"/>
                </a:moveTo>
                <a:cubicBezTo>
                  <a:pt x="40" y="11"/>
                  <a:pt x="34" y="23"/>
                  <a:pt x="28" y="34"/>
                </a:cubicBezTo>
                <a:cubicBezTo>
                  <a:pt x="22" y="45"/>
                  <a:pt x="15" y="52"/>
                  <a:pt x="12" y="66"/>
                </a:cubicBezTo>
                <a:cubicBezTo>
                  <a:pt x="9" y="80"/>
                  <a:pt x="12" y="104"/>
                  <a:pt x="10" y="118"/>
                </a:cubicBezTo>
                <a:cubicBezTo>
                  <a:pt x="8" y="132"/>
                  <a:pt x="0" y="137"/>
                  <a:pt x="0" y="148"/>
                </a:cubicBezTo>
                <a:cubicBezTo>
                  <a:pt x="0" y="159"/>
                  <a:pt x="7" y="174"/>
                  <a:pt x="10" y="182"/>
                </a:cubicBezTo>
                <a:cubicBezTo>
                  <a:pt x="13" y="190"/>
                  <a:pt x="15" y="187"/>
                  <a:pt x="16" y="194"/>
                </a:cubicBezTo>
                <a:cubicBezTo>
                  <a:pt x="17" y="201"/>
                  <a:pt x="16" y="217"/>
                  <a:pt x="16" y="222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3" name="Rectangle 101">
            <a:extLst>
              <a:ext uri="{FF2B5EF4-FFF2-40B4-BE49-F238E27FC236}">
                <a16:creationId xmlns:a16="http://schemas.microsoft.com/office/drawing/2014/main" id="{65120FEB-DAC1-B093-81DE-1A8BA3FFCF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6209" y="6051734"/>
            <a:ext cx="498475" cy="889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" name="Arc 102">
            <a:extLst>
              <a:ext uri="{FF2B5EF4-FFF2-40B4-BE49-F238E27FC236}">
                <a16:creationId xmlns:a16="http://schemas.microsoft.com/office/drawing/2014/main" id="{ED0CADD1-EF6B-63AB-480F-2565F4DCC124}"/>
              </a:ext>
            </a:extLst>
          </p:cNvPr>
          <p:cNvSpPr>
            <a:spLocks/>
          </p:cNvSpPr>
          <p:nvPr/>
        </p:nvSpPr>
        <p:spPr bwMode="auto">
          <a:xfrm flipH="1">
            <a:off x="7588746" y="5348472"/>
            <a:ext cx="514350" cy="361950"/>
          </a:xfrm>
          <a:custGeom>
            <a:avLst/>
            <a:gdLst>
              <a:gd name="T0" fmla="*/ 2147483647 w 30693"/>
              <a:gd name="T1" fmla="*/ 2147483647 h 21600"/>
              <a:gd name="T2" fmla="*/ 0 w 30693"/>
              <a:gd name="T3" fmla="*/ 2147483647 h 21600"/>
              <a:gd name="T4" fmla="*/ 2147483647 w 30693"/>
              <a:gd name="T5" fmla="*/ 0 h 21600"/>
              <a:gd name="T6" fmla="*/ 0 60000 65536"/>
              <a:gd name="T7" fmla="*/ 0 60000 65536"/>
              <a:gd name="T8" fmla="*/ 0 60000 65536"/>
              <a:gd name="T9" fmla="*/ 0 w 30693"/>
              <a:gd name="T10" fmla="*/ 0 h 21600"/>
              <a:gd name="T11" fmla="*/ 30693 w 30693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0693" h="21600" fill="none" extrusionOk="0">
                <a:moveTo>
                  <a:pt x="30693" y="16224"/>
                </a:moveTo>
                <a:cubicBezTo>
                  <a:pt x="26751" y="19689"/>
                  <a:pt x="21682" y="21599"/>
                  <a:pt x="16434" y="21600"/>
                </a:cubicBezTo>
                <a:cubicBezTo>
                  <a:pt x="10110" y="21600"/>
                  <a:pt x="4103" y="18828"/>
                  <a:pt x="-1" y="14017"/>
                </a:cubicBezTo>
              </a:path>
              <a:path w="30693" h="21600" stroke="0" extrusionOk="0">
                <a:moveTo>
                  <a:pt x="30693" y="16224"/>
                </a:moveTo>
                <a:cubicBezTo>
                  <a:pt x="26751" y="19689"/>
                  <a:pt x="21682" y="21599"/>
                  <a:pt x="16434" y="21600"/>
                </a:cubicBezTo>
                <a:cubicBezTo>
                  <a:pt x="10110" y="21600"/>
                  <a:pt x="4103" y="18828"/>
                  <a:pt x="-1" y="14017"/>
                </a:cubicBezTo>
                <a:lnTo>
                  <a:pt x="16434" y="0"/>
                </a:lnTo>
                <a:close/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5" name="Line 103">
            <a:extLst>
              <a:ext uri="{FF2B5EF4-FFF2-40B4-BE49-F238E27FC236}">
                <a16:creationId xmlns:a16="http://schemas.microsoft.com/office/drawing/2014/main" id="{07E8FBA5-B92B-70A3-7FE1-1DF8E3E94AC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993559" y="5546909"/>
            <a:ext cx="0" cy="1301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6" name="Line 104">
            <a:extLst>
              <a:ext uri="{FF2B5EF4-FFF2-40B4-BE49-F238E27FC236}">
                <a16:creationId xmlns:a16="http://schemas.microsoft.com/office/drawing/2014/main" id="{2F0ACF19-FE11-D7C0-EB5D-A95B6A97365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91934" y="5550084"/>
            <a:ext cx="0" cy="1301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7" name="Line 105">
            <a:extLst>
              <a:ext uri="{FF2B5EF4-FFF2-40B4-BE49-F238E27FC236}">
                <a16:creationId xmlns:a16="http://schemas.microsoft.com/office/drawing/2014/main" id="{2058134D-97FB-97A8-C600-87FA56FD87E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22084" y="5565959"/>
            <a:ext cx="66675" cy="666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8" name="Line 106">
            <a:extLst>
              <a:ext uri="{FF2B5EF4-FFF2-40B4-BE49-F238E27FC236}">
                <a16:creationId xmlns:a16="http://schemas.microsoft.com/office/drawing/2014/main" id="{EA36952B-21D1-5331-B025-94F887A117E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006259" y="5523097"/>
            <a:ext cx="68262" cy="1190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9" name="Freeform 107">
            <a:extLst>
              <a:ext uri="{FF2B5EF4-FFF2-40B4-BE49-F238E27FC236}">
                <a16:creationId xmlns:a16="http://schemas.microsoft.com/office/drawing/2014/main" id="{D3CBAC62-6133-F0AA-65E6-8A8096B6C3BA}"/>
              </a:ext>
            </a:extLst>
          </p:cNvPr>
          <p:cNvSpPr>
            <a:spLocks/>
          </p:cNvSpPr>
          <p:nvPr/>
        </p:nvSpPr>
        <p:spPr bwMode="auto">
          <a:xfrm>
            <a:off x="8060234" y="5483409"/>
            <a:ext cx="61912" cy="381000"/>
          </a:xfrm>
          <a:custGeom>
            <a:avLst/>
            <a:gdLst>
              <a:gd name="T0" fmla="*/ 0 w 35"/>
              <a:gd name="T1" fmla="*/ 0 h 242"/>
              <a:gd name="T2" fmla="*/ 2147483647 w 35"/>
              <a:gd name="T3" fmla="*/ 2147483647 h 242"/>
              <a:gd name="T4" fmla="*/ 2147483647 w 35"/>
              <a:gd name="T5" fmla="*/ 2147483647 h 242"/>
              <a:gd name="T6" fmla="*/ 2147483647 w 35"/>
              <a:gd name="T7" fmla="*/ 2147483647 h 242"/>
              <a:gd name="T8" fmla="*/ 2147483647 w 35"/>
              <a:gd name="T9" fmla="*/ 2147483647 h 242"/>
              <a:gd name="T10" fmla="*/ 2147483647 w 35"/>
              <a:gd name="T11" fmla="*/ 2147483647 h 242"/>
              <a:gd name="T12" fmla="*/ 2147483647 w 35"/>
              <a:gd name="T13" fmla="*/ 2147483647 h 242"/>
              <a:gd name="T14" fmla="*/ 2147483647 w 35"/>
              <a:gd name="T15" fmla="*/ 2147483647 h 242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35"/>
              <a:gd name="T25" fmla="*/ 0 h 242"/>
              <a:gd name="T26" fmla="*/ 35 w 35"/>
              <a:gd name="T27" fmla="*/ 242 h 242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35" h="242">
                <a:moveTo>
                  <a:pt x="0" y="0"/>
                </a:moveTo>
                <a:cubicBezTo>
                  <a:pt x="2" y="6"/>
                  <a:pt x="4" y="12"/>
                  <a:pt x="8" y="22"/>
                </a:cubicBezTo>
                <a:cubicBezTo>
                  <a:pt x="12" y="32"/>
                  <a:pt x="18" y="46"/>
                  <a:pt x="22" y="60"/>
                </a:cubicBezTo>
                <a:cubicBezTo>
                  <a:pt x="26" y="74"/>
                  <a:pt x="33" y="92"/>
                  <a:pt x="34" y="104"/>
                </a:cubicBezTo>
                <a:cubicBezTo>
                  <a:pt x="35" y="116"/>
                  <a:pt x="28" y="123"/>
                  <a:pt x="26" y="134"/>
                </a:cubicBezTo>
                <a:cubicBezTo>
                  <a:pt x="24" y="145"/>
                  <a:pt x="24" y="157"/>
                  <a:pt x="24" y="168"/>
                </a:cubicBezTo>
                <a:cubicBezTo>
                  <a:pt x="24" y="179"/>
                  <a:pt x="27" y="190"/>
                  <a:pt x="28" y="202"/>
                </a:cubicBezTo>
                <a:cubicBezTo>
                  <a:pt x="29" y="214"/>
                  <a:pt x="28" y="228"/>
                  <a:pt x="28" y="242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0" name="Line 109">
            <a:extLst>
              <a:ext uri="{FF2B5EF4-FFF2-40B4-BE49-F238E27FC236}">
                <a16:creationId xmlns:a16="http://schemas.microsoft.com/office/drawing/2014/main" id="{4C2FC354-AED7-64BD-E192-7EB7540825D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390434" y="4029259"/>
            <a:ext cx="21907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sm" len="lg"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1" name="Text Box 110">
            <a:extLst>
              <a:ext uri="{FF2B5EF4-FFF2-40B4-BE49-F238E27FC236}">
                <a16:creationId xmlns:a16="http://schemas.microsoft.com/office/drawing/2014/main" id="{4FF8B229-A475-9870-118B-1EA73516D3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39425" y="3722872"/>
            <a:ext cx="33855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i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F3E7FB2B-2E4A-5EFF-E263-54F0CE3387B8}"/>
              </a:ext>
            </a:extLst>
          </p:cNvPr>
          <p:cNvGrpSpPr>
            <a:grpSpLocks/>
          </p:cNvGrpSpPr>
          <p:nvPr/>
        </p:nvGrpSpPr>
        <p:grpSpPr bwMode="auto">
          <a:xfrm>
            <a:off x="8849221" y="4127684"/>
            <a:ext cx="546100" cy="769938"/>
            <a:chOff x="4357" y="1793"/>
            <a:chExt cx="344" cy="485"/>
          </a:xfrm>
        </p:grpSpPr>
        <p:sp>
          <p:nvSpPr>
            <p:cNvPr id="113" name="Line 112">
              <a:extLst>
                <a:ext uri="{FF2B5EF4-FFF2-40B4-BE49-F238E27FC236}">
                  <a16:creationId xmlns:a16="http://schemas.microsoft.com/office/drawing/2014/main" id="{7F5F1D5B-398F-3FC1-06C9-56E96A7E76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3" y="1968"/>
              <a:ext cx="249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4" name="Line 113">
              <a:extLst>
                <a:ext uri="{FF2B5EF4-FFF2-40B4-BE49-F238E27FC236}">
                  <a16:creationId xmlns:a16="http://schemas.microsoft.com/office/drawing/2014/main" id="{1A47AC70-8813-1D9F-DB44-E2C3AA05F6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57" y="2216"/>
              <a:ext cx="339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5" name="Line 114">
              <a:extLst>
                <a:ext uri="{FF2B5EF4-FFF2-40B4-BE49-F238E27FC236}">
                  <a16:creationId xmlns:a16="http://schemas.microsoft.com/office/drawing/2014/main" id="{B62F3B33-F371-D76B-1987-300BD500B4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33" y="1793"/>
              <a:ext cx="0" cy="23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48A56ADE-B76F-2607-0B7F-D44BC66001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6" y="1928"/>
              <a:ext cx="75" cy="75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7" name="Arc 116">
              <a:extLst>
                <a:ext uri="{FF2B5EF4-FFF2-40B4-BE49-F238E27FC236}">
                  <a16:creationId xmlns:a16="http://schemas.microsoft.com/office/drawing/2014/main" id="{1900C484-1BF9-A162-8AAF-F11BF5D56DC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6" y="1882"/>
              <a:ext cx="172" cy="88"/>
            </a:xfrm>
            <a:custGeom>
              <a:avLst/>
              <a:gdLst>
                <a:gd name="T0" fmla="*/ 0 w 43200"/>
                <a:gd name="T1" fmla="*/ 0 h 22090"/>
                <a:gd name="T2" fmla="*/ 0 w 43200"/>
                <a:gd name="T3" fmla="*/ 0 h 22090"/>
                <a:gd name="T4" fmla="*/ 0 w 43200"/>
                <a:gd name="T5" fmla="*/ 0 h 22090"/>
                <a:gd name="T6" fmla="*/ 0 60000 65536"/>
                <a:gd name="T7" fmla="*/ 0 60000 65536"/>
                <a:gd name="T8" fmla="*/ 0 60000 65536"/>
                <a:gd name="T9" fmla="*/ 0 w 43200"/>
                <a:gd name="T10" fmla="*/ 0 h 22090"/>
                <a:gd name="T11" fmla="*/ 43200 w 43200"/>
                <a:gd name="T12" fmla="*/ 22090 h 2209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22090" fill="none" extrusionOk="0">
                  <a:moveTo>
                    <a:pt x="5" y="22090"/>
                  </a:moveTo>
                  <a:cubicBezTo>
                    <a:pt x="1" y="21926"/>
                    <a:pt x="0" y="21763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-1"/>
                    <a:pt x="43199" y="9670"/>
                    <a:pt x="43200" y="21599"/>
                  </a:cubicBezTo>
                </a:path>
                <a:path w="43200" h="22090" stroke="0" extrusionOk="0">
                  <a:moveTo>
                    <a:pt x="5" y="22090"/>
                  </a:moveTo>
                  <a:cubicBezTo>
                    <a:pt x="1" y="21926"/>
                    <a:pt x="0" y="21763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-1"/>
                    <a:pt x="43199" y="9670"/>
                    <a:pt x="43200" y="21599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8" name="Line 117">
              <a:extLst>
                <a:ext uri="{FF2B5EF4-FFF2-40B4-BE49-F238E27FC236}">
                  <a16:creationId xmlns:a16="http://schemas.microsoft.com/office/drawing/2014/main" id="{C2591DEF-6F28-582E-DB5E-778F50957E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46" y="1970"/>
              <a:ext cx="0" cy="14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" name="Line 118">
              <a:extLst>
                <a:ext uri="{FF2B5EF4-FFF2-40B4-BE49-F238E27FC236}">
                  <a16:creationId xmlns:a16="http://schemas.microsoft.com/office/drawing/2014/main" id="{CA94E906-C9B5-0985-BD06-93A073DEFE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9" y="1964"/>
              <a:ext cx="0" cy="15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" name="Line 119">
              <a:extLst>
                <a:ext uri="{FF2B5EF4-FFF2-40B4-BE49-F238E27FC236}">
                  <a16:creationId xmlns:a16="http://schemas.microsoft.com/office/drawing/2014/main" id="{B7B36FAB-071F-36BA-3409-90298DEE00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0" y="2114"/>
              <a:ext cx="84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" name="Line 120">
              <a:extLst>
                <a:ext uri="{FF2B5EF4-FFF2-40B4-BE49-F238E27FC236}">
                  <a16:creationId xmlns:a16="http://schemas.microsoft.com/office/drawing/2014/main" id="{2AC062E6-C0FA-24BB-E0F0-01F29F32E04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73" y="2114"/>
              <a:ext cx="82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" name="Freeform 121">
              <a:extLst>
                <a:ext uri="{FF2B5EF4-FFF2-40B4-BE49-F238E27FC236}">
                  <a16:creationId xmlns:a16="http://schemas.microsoft.com/office/drawing/2014/main" id="{0E296654-7CC9-5E87-74FF-89A0317FEE6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8" y="1821"/>
              <a:ext cx="343" cy="395"/>
            </a:xfrm>
            <a:custGeom>
              <a:avLst/>
              <a:gdLst>
                <a:gd name="T0" fmla="*/ 0 w 343"/>
                <a:gd name="T1" fmla="*/ 395 h 395"/>
                <a:gd name="T2" fmla="*/ 6 w 343"/>
                <a:gd name="T3" fmla="*/ 335 h 395"/>
                <a:gd name="T4" fmla="*/ 18 w 343"/>
                <a:gd name="T5" fmla="*/ 279 h 395"/>
                <a:gd name="T6" fmla="*/ 24 w 343"/>
                <a:gd name="T7" fmla="*/ 171 h 395"/>
                <a:gd name="T8" fmla="*/ 34 w 343"/>
                <a:gd name="T9" fmla="*/ 99 h 395"/>
                <a:gd name="T10" fmla="*/ 68 w 343"/>
                <a:gd name="T11" fmla="*/ 43 h 395"/>
                <a:gd name="T12" fmla="*/ 114 w 343"/>
                <a:gd name="T13" fmla="*/ 7 h 395"/>
                <a:gd name="T14" fmla="*/ 158 w 343"/>
                <a:gd name="T15" fmla="*/ 3 h 395"/>
                <a:gd name="T16" fmla="*/ 226 w 343"/>
                <a:gd name="T17" fmla="*/ 17 h 395"/>
                <a:gd name="T18" fmla="*/ 268 w 343"/>
                <a:gd name="T19" fmla="*/ 37 h 395"/>
                <a:gd name="T20" fmla="*/ 298 w 343"/>
                <a:gd name="T21" fmla="*/ 75 h 395"/>
                <a:gd name="T22" fmla="*/ 314 w 343"/>
                <a:gd name="T23" fmla="*/ 131 h 395"/>
                <a:gd name="T24" fmla="*/ 320 w 343"/>
                <a:gd name="T25" fmla="*/ 191 h 395"/>
                <a:gd name="T26" fmla="*/ 332 w 343"/>
                <a:gd name="T27" fmla="*/ 239 h 395"/>
                <a:gd name="T28" fmla="*/ 336 w 343"/>
                <a:gd name="T29" fmla="*/ 273 h 395"/>
                <a:gd name="T30" fmla="*/ 334 w 343"/>
                <a:gd name="T31" fmla="*/ 293 h 395"/>
                <a:gd name="T32" fmla="*/ 342 w 343"/>
                <a:gd name="T33" fmla="*/ 357 h 395"/>
                <a:gd name="T34" fmla="*/ 338 w 343"/>
                <a:gd name="T35" fmla="*/ 393 h 39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343"/>
                <a:gd name="T55" fmla="*/ 0 h 395"/>
                <a:gd name="T56" fmla="*/ 343 w 343"/>
                <a:gd name="T57" fmla="*/ 395 h 39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343" h="395">
                  <a:moveTo>
                    <a:pt x="0" y="395"/>
                  </a:moveTo>
                  <a:cubicBezTo>
                    <a:pt x="1" y="374"/>
                    <a:pt x="3" y="354"/>
                    <a:pt x="6" y="335"/>
                  </a:cubicBezTo>
                  <a:cubicBezTo>
                    <a:pt x="9" y="316"/>
                    <a:pt x="15" y="306"/>
                    <a:pt x="18" y="279"/>
                  </a:cubicBezTo>
                  <a:cubicBezTo>
                    <a:pt x="21" y="252"/>
                    <a:pt x="21" y="201"/>
                    <a:pt x="24" y="171"/>
                  </a:cubicBezTo>
                  <a:cubicBezTo>
                    <a:pt x="27" y="141"/>
                    <a:pt x="27" y="120"/>
                    <a:pt x="34" y="99"/>
                  </a:cubicBezTo>
                  <a:cubicBezTo>
                    <a:pt x="41" y="78"/>
                    <a:pt x="55" y="58"/>
                    <a:pt x="68" y="43"/>
                  </a:cubicBezTo>
                  <a:cubicBezTo>
                    <a:pt x="81" y="28"/>
                    <a:pt x="99" y="14"/>
                    <a:pt x="114" y="7"/>
                  </a:cubicBezTo>
                  <a:cubicBezTo>
                    <a:pt x="129" y="0"/>
                    <a:pt x="139" y="1"/>
                    <a:pt x="158" y="3"/>
                  </a:cubicBezTo>
                  <a:cubicBezTo>
                    <a:pt x="177" y="5"/>
                    <a:pt x="208" y="11"/>
                    <a:pt x="226" y="17"/>
                  </a:cubicBezTo>
                  <a:cubicBezTo>
                    <a:pt x="244" y="23"/>
                    <a:pt x="256" y="27"/>
                    <a:pt x="268" y="37"/>
                  </a:cubicBezTo>
                  <a:cubicBezTo>
                    <a:pt x="280" y="47"/>
                    <a:pt x="290" y="59"/>
                    <a:pt x="298" y="75"/>
                  </a:cubicBezTo>
                  <a:cubicBezTo>
                    <a:pt x="306" y="91"/>
                    <a:pt x="310" y="112"/>
                    <a:pt x="314" y="131"/>
                  </a:cubicBezTo>
                  <a:cubicBezTo>
                    <a:pt x="318" y="150"/>
                    <a:pt x="317" y="173"/>
                    <a:pt x="320" y="191"/>
                  </a:cubicBezTo>
                  <a:cubicBezTo>
                    <a:pt x="323" y="209"/>
                    <a:pt x="329" y="225"/>
                    <a:pt x="332" y="239"/>
                  </a:cubicBezTo>
                  <a:cubicBezTo>
                    <a:pt x="335" y="253"/>
                    <a:pt x="336" y="264"/>
                    <a:pt x="336" y="273"/>
                  </a:cubicBezTo>
                  <a:cubicBezTo>
                    <a:pt x="336" y="282"/>
                    <a:pt x="333" y="279"/>
                    <a:pt x="334" y="293"/>
                  </a:cubicBezTo>
                  <a:cubicBezTo>
                    <a:pt x="335" y="307"/>
                    <a:pt x="341" y="340"/>
                    <a:pt x="342" y="357"/>
                  </a:cubicBezTo>
                  <a:cubicBezTo>
                    <a:pt x="343" y="374"/>
                    <a:pt x="340" y="383"/>
                    <a:pt x="338" y="393"/>
                  </a:cubicBez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" name="Line 122">
              <a:extLst>
                <a:ext uri="{FF2B5EF4-FFF2-40B4-BE49-F238E27FC236}">
                  <a16:creationId xmlns:a16="http://schemas.microsoft.com/office/drawing/2014/main" id="{9A04ACD3-E4FE-94C8-CC44-409DF0D4B3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34" y="2046"/>
              <a:ext cx="0" cy="1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" name="Line 123">
              <a:extLst>
                <a:ext uri="{FF2B5EF4-FFF2-40B4-BE49-F238E27FC236}">
                  <a16:creationId xmlns:a16="http://schemas.microsoft.com/office/drawing/2014/main" id="{91EADF91-D875-C20C-B6A7-6E89C86FA5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34" y="2082"/>
              <a:ext cx="0" cy="19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25" name="Line 124">
            <a:extLst>
              <a:ext uri="{FF2B5EF4-FFF2-40B4-BE49-F238E27FC236}">
                <a16:creationId xmlns:a16="http://schemas.microsoft.com/office/drawing/2014/main" id="{13496092-991B-8F23-B323-9E448ABA5D83}"/>
              </a:ext>
            </a:extLst>
          </p:cNvPr>
          <p:cNvSpPr>
            <a:spLocks noChangeShapeType="1"/>
          </p:cNvSpPr>
          <p:nvPr/>
        </p:nvSpPr>
        <p:spPr bwMode="auto">
          <a:xfrm>
            <a:off x="7368084" y="3324409"/>
            <a:ext cx="381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6" name="Line 125">
            <a:extLst>
              <a:ext uri="{FF2B5EF4-FFF2-40B4-BE49-F238E27FC236}">
                <a16:creationId xmlns:a16="http://schemas.microsoft.com/office/drawing/2014/main" id="{CF2C86C1-9CA7-CF39-A501-352C15FE69EA}"/>
              </a:ext>
            </a:extLst>
          </p:cNvPr>
          <p:cNvSpPr>
            <a:spLocks noChangeShapeType="1"/>
          </p:cNvSpPr>
          <p:nvPr/>
        </p:nvSpPr>
        <p:spPr bwMode="auto">
          <a:xfrm>
            <a:off x="7434759" y="3324409"/>
            <a:ext cx="2667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7" name="Line 126">
            <a:extLst>
              <a:ext uri="{FF2B5EF4-FFF2-40B4-BE49-F238E27FC236}">
                <a16:creationId xmlns:a16="http://schemas.microsoft.com/office/drawing/2014/main" id="{22F78199-40AF-B758-10E6-E443867D0316}"/>
              </a:ext>
            </a:extLst>
          </p:cNvPr>
          <p:cNvSpPr>
            <a:spLocks noChangeShapeType="1"/>
          </p:cNvSpPr>
          <p:nvPr/>
        </p:nvSpPr>
        <p:spPr bwMode="auto">
          <a:xfrm>
            <a:off x="7118846" y="5346884"/>
            <a:ext cx="331788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8" name="Line 127">
            <a:extLst>
              <a:ext uri="{FF2B5EF4-FFF2-40B4-BE49-F238E27FC236}">
                <a16:creationId xmlns:a16="http://schemas.microsoft.com/office/drawing/2014/main" id="{062F7484-AB8F-F1E3-758E-56C2E9D289A7}"/>
              </a:ext>
            </a:extLst>
          </p:cNvPr>
          <p:cNvSpPr>
            <a:spLocks noChangeShapeType="1"/>
          </p:cNvSpPr>
          <p:nvPr/>
        </p:nvSpPr>
        <p:spPr bwMode="auto">
          <a:xfrm>
            <a:off x="7485559" y="5346884"/>
            <a:ext cx="381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9" name="Line 128">
            <a:extLst>
              <a:ext uri="{FF2B5EF4-FFF2-40B4-BE49-F238E27FC236}">
                <a16:creationId xmlns:a16="http://schemas.microsoft.com/office/drawing/2014/main" id="{0FED61C2-C750-6ABD-DABE-F4F54291E96B}"/>
              </a:ext>
            </a:extLst>
          </p:cNvPr>
          <p:cNvSpPr>
            <a:spLocks noChangeShapeType="1"/>
          </p:cNvSpPr>
          <p:nvPr/>
        </p:nvSpPr>
        <p:spPr bwMode="auto">
          <a:xfrm>
            <a:off x="7549059" y="5346884"/>
            <a:ext cx="34925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0" name="Line 129">
            <a:extLst>
              <a:ext uri="{FF2B5EF4-FFF2-40B4-BE49-F238E27FC236}">
                <a16:creationId xmlns:a16="http://schemas.microsoft.com/office/drawing/2014/main" id="{203B3980-36D3-75BB-730A-93AC490A2860}"/>
              </a:ext>
            </a:extLst>
          </p:cNvPr>
          <p:cNvSpPr>
            <a:spLocks noChangeShapeType="1"/>
          </p:cNvSpPr>
          <p:nvPr/>
        </p:nvSpPr>
        <p:spPr bwMode="auto">
          <a:xfrm>
            <a:off x="7914184" y="5346884"/>
            <a:ext cx="2857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1" name="Line 130">
            <a:extLst>
              <a:ext uri="{FF2B5EF4-FFF2-40B4-BE49-F238E27FC236}">
                <a16:creationId xmlns:a16="http://schemas.microsoft.com/office/drawing/2014/main" id="{B4A69527-72F9-C824-8A00-7EB968882998}"/>
              </a:ext>
            </a:extLst>
          </p:cNvPr>
          <p:cNvSpPr>
            <a:spLocks noChangeShapeType="1"/>
          </p:cNvSpPr>
          <p:nvPr/>
        </p:nvSpPr>
        <p:spPr bwMode="auto">
          <a:xfrm>
            <a:off x="7974509" y="5346884"/>
            <a:ext cx="4064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2" name="Line 131">
            <a:extLst>
              <a:ext uri="{FF2B5EF4-FFF2-40B4-BE49-F238E27FC236}">
                <a16:creationId xmlns:a16="http://schemas.microsoft.com/office/drawing/2014/main" id="{A722A49A-0736-D47C-E060-0999823BEF8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837984" y="5553259"/>
            <a:ext cx="0" cy="40957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3" name="Line 132">
            <a:extLst>
              <a:ext uri="{FF2B5EF4-FFF2-40B4-BE49-F238E27FC236}">
                <a16:creationId xmlns:a16="http://schemas.microsoft.com/office/drawing/2014/main" id="{BB358169-B192-E257-6862-056E5946F0B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837984" y="5486584"/>
            <a:ext cx="0" cy="381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4" name="Line 133">
            <a:extLst>
              <a:ext uri="{FF2B5EF4-FFF2-40B4-BE49-F238E27FC236}">
                <a16:creationId xmlns:a16="http://schemas.microsoft.com/office/drawing/2014/main" id="{D901672D-62E7-75AC-C27E-247A8814428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837984" y="5204009"/>
            <a:ext cx="0" cy="2413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5" name="Line 134">
            <a:extLst>
              <a:ext uri="{FF2B5EF4-FFF2-40B4-BE49-F238E27FC236}">
                <a16:creationId xmlns:a16="http://schemas.microsoft.com/office/drawing/2014/main" id="{DC237C05-4557-D381-D8D5-B47EC86CA20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837984" y="5143684"/>
            <a:ext cx="0" cy="2857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6" name="Line 135">
            <a:extLst>
              <a:ext uri="{FF2B5EF4-FFF2-40B4-BE49-F238E27FC236}">
                <a16:creationId xmlns:a16="http://schemas.microsoft.com/office/drawing/2014/main" id="{09E8F1D4-2018-D566-D5D0-D5F4302548D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837984" y="4784909"/>
            <a:ext cx="0" cy="3365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7" name="Line 136">
            <a:extLst>
              <a:ext uri="{FF2B5EF4-FFF2-40B4-BE49-F238E27FC236}">
                <a16:creationId xmlns:a16="http://schemas.microsoft.com/office/drawing/2014/main" id="{D34CFE82-910F-7F23-387D-DE7A186402D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837984" y="4114984"/>
            <a:ext cx="0" cy="38417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8" name="Line 137">
            <a:extLst>
              <a:ext uri="{FF2B5EF4-FFF2-40B4-BE49-F238E27FC236}">
                <a16:creationId xmlns:a16="http://schemas.microsoft.com/office/drawing/2014/main" id="{3C483624-FBE5-1F75-5734-A850C8F49F6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837984" y="4026084"/>
            <a:ext cx="0" cy="508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9" name="Line 138">
            <a:extLst>
              <a:ext uri="{FF2B5EF4-FFF2-40B4-BE49-F238E27FC236}">
                <a16:creationId xmlns:a16="http://schemas.microsoft.com/office/drawing/2014/main" id="{58CEEBA6-4B87-C8F0-3B01-E062EDD7628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837984" y="3454584"/>
            <a:ext cx="0" cy="5334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0" name="Line 139">
            <a:extLst>
              <a:ext uri="{FF2B5EF4-FFF2-40B4-BE49-F238E27FC236}">
                <a16:creationId xmlns:a16="http://schemas.microsoft.com/office/drawing/2014/main" id="{5D28285E-10F2-804A-B393-F771D5C18DD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837984" y="3362509"/>
            <a:ext cx="0" cy="4762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1" name="Line 140">
            <a:extLst>
              <a:ext uri="{FF2B5EF4-FFF2-40B4-BE49-F238E27FC236}">
                <a16:creationId xmlns:a16="http://schemas.microsoft.com/office/drawing/2014/main" id="{48BE1F63-96F5-9D45-1E10-5B0EB653562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837984" y="2794184"/>
            <a:ext cx="0" cy="51752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2" name="Line 141">
            <a:extLst>
              <a:ext uri="{FF2B5EF4-FFF2-40B4-BE49-F238E27FC236}">
                <a16:creationId xmlns:a16="http://schemas.microsoft.com/office/drawing/2014/main" id="{6DFE059B-F194-7869-5924-99DAF1AA8378}"/>
              </a:ext>
            </a:extLst>
          </p:cNvPr>
          <p:cNvSpPr>
            <a:spLocks noChangeShapeType="1"/>
          </p:cNvSpPr>
          <p:nvPr/>
        </p:nvSpPr>
        <p:spPr bwMode="auto">
          <a:xfrm>
            <a:off x="7641134" y="3810184"/>
            <a:ext cx="1016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3" name="Line 142">
            <a:extLst>
              <a:ext uri="{FF2B5EF4-FFF2-40B4-BE49-F238E27FC236}">
                <a16:creationId xmlns:a16="http://schemas.microsoft.com/office/drawing/2014/main" id="{6793AC21-8977-96DB-5306-D1C7B3448D27}"/>
              </a:ext>
            </a:extLst>
          </p:cNvPr>
          <p:cNvSpPr>
            <a:spLocks noChangeShapeType="1"/>
          </p:cNvSpPr>
          <p:nvPr/>
        </p:nvSpPr>
        <p:spPr bwMode="auto">
          <a:xfrm>
            <a:off x="7768134" y="3810184"/>
            <a:ext cx="254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4" name="Line 143">
            <a:extLst>
              <a:ext uri="{FF2B5EF4-FFF2-40B4-BE49-F238E27FC236}">
                <a16:creationId xmlns:a16="http://schemas.microsoft.com/office/drawing/2014/main" id="{2F4B056B-DB1D-4D57-9307-5464732F14BD}"/>
              </a:ext>
            </a:extLst>
          </p:cNvPr>
          <p:cNvSpPr>
            <a:spLocks noChangeShapeType="1"/>
          </p:cNvSpPr>
          <p:nvPr/>
        </p:nvSpPr>
        <p:spPr bwMode="auto">
          <a:xfrm>
            <a:off x="7815759" y="3810184"/>
            <a:ext cx="2032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5" name="Line 144">
            <a:extLst>
              <a:ext uri="{FF2B5EF4-FFF2-40B4-BE49-F238E27FC236}">
                <a16:creationId xmlns:a16="http://schemas.microsoft.com/office/drawing/2014/main" id="{49C8E043-4928-E333-2A88-371E5783979E}"/>
              </a:ext>
            </a:extLst>
          </p:cNvPr>
          <p:cNvSpPr>
            <a:spLocks noChangeShapeType="1"/>
          </p:cNvSpPr>
          <p:nvPr/>
        </p:nvSpPr>
        <p:spPr bwMode="auto">
          <a:xfrm>
            <a:off x="8012609" y="3991159"/>
            <a:ext cx="128587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6" name="Line 145">
            <a:extLst>
              <a:ext uri="{FF2B5EF4-FFF2-40B4-BE49-F238E27FC236}">
                <a16:creationId xmlns:a16="http://schemas.microsoft.com/office/drawing/2014/main" id="{DFD5A159-D98B-3521-9EDD-3C3E99CE3573}"/>
              </a:ext>
            </a:extLst>
          </p:cNvPr>
          <p:cNvSpPr>
            <a:spLocks noChangeShapeType="1"/>
          </p:cNvSpPr>
          <p:nvPr/>
        </p:nvSpPr>
        <p:spPr bwMode="auto">
          <a:xfrm>
            <a:off x="8169771" y="3991159"/>
            <a:ext cx="36513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7" name="Line 146">
            <a:extLst>
              <a:ext uri="{FF2B5EF4-FFF2-40B4-BE49-F238E27FC236}">
                <a16:creationId xmlns:a16="http://schemas.microsoft.com/office/drawing/2014/main" id="{F478FC48-96ED-3C6A-0DCD-810B03D26D76}"/>
              </a:ext>
            </a:extLst>
          </p:cNvPr>
          <p:cNvSpPr>
            <a:spLocks noChangeShapeType="1"/>
          </p:cNvSpPr>
          <p:nvPr/>
        </p:nvSpPr>
        <p:spPr bwMode="auto">
          <a:xfrm>
            <a:off x="8241209" y="3991159"/>
            <a:ext cx="10795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8" name="Text Box 147">
            <a:extLst>
              <a:ext uri="{FF2B5EF4-FFF2-40B4-BE49-F238E27FC236}">
                <a16:creationId xmlns:a16="http://schemas.microsoft.com/office/drawing/2014/main" id="{4D25C4AC-B87E-320A-CD4E-3D70AAD9DB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45850" y="3795897"/>
            <a:ext cx="33855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i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pic>
        <p:nvPicPr>
          <p:cNvPr id="149" name="Picture 149" descr="PPT1B">
            <a:extLst>
              <a:ext uri="{FF2B5EF4-FFF2-40B4-BE49-F238E27FC236}">
                <a16:creationId xmlns:a16="http://schemas.microsoft.com/office/drawing/2014/main" id="{095E3FFD-9ED5-6972-D407-A8E1ABC412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9624392" y="3622859"/>
            <a:ext cx="1874837" cy="2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0" name="Picture 150" descr="PPT1C">
            <a:extLst>
              <a:ext uri="{FF2B5EF4-FFF2-40B4-BE49-F238E27FC236}">
                <a16:creationId xmlns:a16="http://schemas.microsoft.com/office/drawing/2014/main" id="{DFEE8A70-2246-49A6-5BFC-BF3A2D7A8D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9646617" y="1046347"/>
            <a:ext cx="1820862" cy="2524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51" name="直接箭头连接符 150">
            <a:extLst>
              <a:ext uri="{FF2B5EF4-FFF2-40B4-BE49-F238E27FC236}">
                <a16:creationId xmlns:a16="http://schemas.microsoft.com/office/drawing/2014/main" id="{A35C86CF-D8B2-C1EB-AC41-A502534BD847}"/>
              </a:ext>
            </a:extLst>
          </p:cNvPr>
          <p:cNvCxnSpPr>
            <a:stCxn id="96" idx="3"/>
          </p:cNvCxnSpPr>
          <p:nvPr/>
        </p:nvCxnSpPr>
        <p:spPr>
          <a:xfrm flipV="1">
            <a:off x="5591671" y="3581410"/>
            <a:ext cx="1852436" cy="11974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52" name="直接箭头连接符 151">
            <a:extLst>
              <a:ext uri="{FF2B5EF4-FFF2-40B4-BE49-F238E27FC236}">
                <a16:creationId xmlns:a16="http://schemas.microsoft.com/office/drawing/2014/main" id="{7F542EA0-2466-F59D-9934-8BE3E7D278D9}"/>
              </a:ext>
            </a:extLst>
          </p:cNvPr>
          <p:cNvCxnSpPr>
            <a:stCxn id="96" idx="3"/>
          </p:cNvCxnSpPr>
          <p:nvPr/>
        </p:nvCxnSpPr>
        <p:spPr>
          <a:xfrm flipV="1">
            <a:off x="5591671" y="4407704"/>
            <a:ext cx="2307255" cy="3711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53" name="直接箭头连接符 152">
            <a:extLst>
              <a:ext uri="{FF2B5EF4-FFF2-40B4-BE49-F238E27FC236}">
                <a16:creationId xmlns:a16="http://schemas.microsoft.com/office/drawing/2014/main" id="{3B6589D2-D7BE-355F-7D86-0FABCA6854B2}"/>
              </a:ext>
            </a:extLst>
          </p:cNvPr>
          <p:cNvCxnSpPr>
            <a:stCxn id="98" idx="3"/>
          </p:cNvCxnSpPr>
          <p:nvPr/>
        </p:nvCxnSpPr>
        <p:spPr>
          <a:xfrm flipV="1">
            <a:off x="5590084" y="4058694"/>
            <a:ext cx="2022475" cy="15918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54" name="直接箭头连接符 153">
            <a:extLst>
              <a:ext uri="{FF2B5EF4-FFF2-40B4-BE49-F238E27FC236}">
                <a16:creationId xmlns:a16="http://schemas.microsoft.com/office/drawing/2014/main" id="{C1AEBB9D-B47A-B166-30A8-616889FAD355}"/>
              </a:ext>
            </a:extLst>
          </p:cNvPr>
          <p:cNvCxnSpPr>
            <a:stCxn id="98" idx="3"/>
          </p:cNvCxnSpPr>
          <p:nvPr/>
        </p:nvCxnSpPr>
        <p:spPr>
          <a:xfrm flipV="1">
            <a:off x="5590084" y="5589327"/>
            <a:ext cx="1903412" cy="612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55" name="直接箭头连接符 154">
            <a:extLst>
              <a:ext uri="{FF2B5EF4-FFF2-40B4-BE49-F238E27FC236}">
                <a16:creationId xmlns:a16="http://schemas.microsoft.com/office/drawing/2014/main" id="{721F8587-D29D-B14B-92D8-3216E3F0B53A}"/>
              </a:ext>
            </a:extLst>
          </p:cNvPr>
          <p:cNvCxnSpPr>
            <a:cxnSpLocks/>
            <a:stCxn id="95" idx="2"/>
          </p:cNvCxnSpPr>
          <p:nvPr/>
        </p:nvCxnSpPr>
        <p:spPr>
          <a:xfrm flipH="1">
            <a:off x="7789388" y="2303647"/>
            <a:ext cx="815593" cy="14460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3048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000"/>
                            </p:stCondLst>
                            <p:childTnLst>
                              <p:par>
                                <p:cTn id="6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500"/>
                            </p:stCondLst>
                            <p:childTnLst>
                              <p:par>
                                <p:cTn id="7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2000"/>
                            </p:stCondLst>
                            <p:childTnLst>
                              <p:par>
                                <p:cTn id="7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00"/>
                            </p:stCondLst>
                            <p:childTnLst>
                              <p:par>
                                <p:cTn id="8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000"/>
                            </p:stCondLst>
                            <p:childTnLst>
                              <p:par>
                                <p:cTn id="8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500"/>
                            </p:stCondLst>
                            <p:childTnLst>
                              <p:par>
                                <p:cTn id="9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2000"/>
                            </p:stCondLst>
                            <p:childTnLst>
                              <p:par>
                                <p:cTn id="97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99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3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9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5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8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1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4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0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3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6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9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2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5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8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1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1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6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" fill="hold">
                            <p:stCondLst>
                              <p:cond delay="500"/>
                            </p:stCondLst>
                            <p:childTnLst>
                              <p:par>
                                <p:cTn id="17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5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indefinite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0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1" fill="hold">
                            <p:stCondLst>
                              <p:cond delay="500"/>
                            </p:stCondLst>
                            <p:childTnLst>
                              <p:par>
                                <p:cTn id="20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9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0" fill="hold">
                            <p:stCondLst>
                              <p:cond delay="500"/>
                            </p:stCondLst>
                            <p:childTnLst>
                              <p:par>
                                <p:cTn id="21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indefinite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8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9" fill="hold">
                            <p:stCondLst>
                              <p:cond delay="500"/>
                            </p:stCondLst>
                            <p:childTnLst>
                              <p:par>
                                <p:cTn id="22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2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7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8" fill="hold">
                            <p:stCondLst>
                              <p:cond delay="500"/>
                            </p:stCondLst>
                            <p:childTnLst>
                              <p:par>
                                <p:cTn id="2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1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5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>
                      <p:stCondLst>
                        <p:cond delay="indefinite"/>
                      </p:stCondLst>
                      <p:childTnLst>
                        <p:par>
                          <p:cTn id="237" fill="hold">
                            <p:stCondLst>
                              <p:cond delay="0"/>
                            </p:stCondLst>
                            <p:childTnLst>
                              <p:par>
                                <p:cTn id="2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0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1" fill="hold">
                            <p:stCondLst>
                              <p:cond delay="500"/>
                            </p:stCondLst>
                            <p:childTnLst>
                              <p:par>
                                <p:cTn id="24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4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>
                      <p:stCondLst>
                        <p:cond delay="indefinite"/>
                      </p:stCondLst>
                      <p:childTnLst>
                        <p:par>
                          <p:cTn id="246" fill="hold">
                            <p:stCondLst>
                              <p:cond delay="0"/>
                            </p:stCondLst>
                            <p:childTnLst>
                              <p:par>
                                <p:cTn id="2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9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0" fill="hold">
                      <p:stCondLst>
                        <p:cond delay="indefinite"/>
                      </p:stCondLst>
                      <p:childTnLst>
                        <p:par>
                          <p:cTn id="251" fill="hold">
                            <p:stCondLst>
                              <p:cond delay="0"/>
                            </p:stCondLst>
                            <p:childTnLst>
                              <p:par>
                                <p:cTn id="2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4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5" fill="hold">
                            <p:stCondLst>
                              <p:cond delay="500"/>
                            </p:stCondLst>
                            <p:childTnLst>
                              <p:par>
                                <p:cTn id="25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" fill="hold">
                      <p:stCondLst>
                        <p:cond delay="indefinite"/>
                      </p:stCondLst>
                      <p:childTnLst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id="2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3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4" fill="hold">
                            <p:stCondLst>
                              <p:cond delay="500"/>
                            </p:stCondLst>
                            <p:childTnLst>
                              <p:par>
                                <p:cTn id="26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8" fill="hold">
                      <p:stCondLst>
                        <p:cond delay="indefinite"/>
                      </p:stCondLst>
                      <p:childTnLst>
                        <p:par>
                          <p:cTn id="269" fill="hold">
                            <p:stCondLst>
                              <p:cond delay="0"/>
                            </p:stCondLst>
                            <p:childTnLst>
                              <p:par>
                                <p:cTn id="27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2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3" fill="hold">
                            <p:stCondLst>
                              <p:cond delay="500"/>
                            </p:stCondLst>
                            <p:childTnLst>
                              <p:par>
                                <p:cTn id="27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6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7" fill="hold">
                      <p:stCondLst>
                        <p:cond delay="indefinite"/>
                      </p:stCondLst>
                      <p:childTnLst>
                        <p:par>
                          <p:cTn id="278" fill="hold">
                            <p:stCondLst>
                              <p:cond delay="0"/>
                            </p:stCondLst>
                            <p:childTnLst>
                              <p:par>
                                <p:cTn id="2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1" fill="hold">
                            <p:stCondLst>
                              <p:cond delay="500"/>
                            </p:stCondLst>
                            <p:childTnLst>
                              <p:par>
                                <p:cTn id="28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4" fill="hold">
                      <p:stCondLst>
                        <p:cond delay="indefinite"/>
                      </p:stCondLst>
                      <p:childTnLst>
                        <p:par>
                          <p:cTn id="285" fill="hold">
                            <p:stCondLst>
                              <p:cond delay="0"/>
                            </p:stCondLst>
                            <p:childTnLst>
                              <p:par>
                                <p:cTn id="28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2" grpId="0" animBg="1"/>
      <p:bldP spid="14" grpId="0" animBg="1"/>
      <p:bldP spid="17" grpId="0" animBg="1"/>
      <p:bldP spid="19" grpId="0" animBg="1"/>
      <p:bldP spid="21" grpId="0" animBg="1"/>
      <p:bldP spid="26" grpId="0"/>
      <p:bldP spid="64" grpId="0" animBg="1"/>
      <p:bldP spid="95" grpId="0" animBg="1" autoUpdateAnimBg="0"/>
      <p:bldP spid="95" grpId="1" animBg="1"/>
      <p:bldP spid="96" grpId="0" animBg="1" autoUpdateAnimBg="0"/>
      <p:bldP spid="96" grpId="1" animBg="1"/>
      <p:bldP spid="97" grpId="0" animBg="1" autoUpdateAnimBg="0"/>
      <p:bldP spid="97" grpId="1" animBg="1"/>
      <p:bldP spid="98" grpId="0" animBg="1" autoUpdateAnimBg="0"/>
      <p:bldP spid="98" grpId="1" animBg="1"/>
      <p:bldP spid="101" grpId="0"/>
      <p:bldP spid="111" grpId="0" autoUpdateAnimBg="0"/>
      <p:bldP spid="148" grpId="0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2A6B36-AF33-4E75-DCD4-E701E217F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>
            <a:extLst>
              <a:ext uri="{FF2B5EF4-FFF2-40B4-BE49-F238E27FC236}">
                <a16:creationId xmlns:a16="http://schemas.microsoft.com/office/drawing/2014/main" id="{7BE97B94-6020-51C5-92E8-42D557727A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19" y="412176"/>
            <a:ext cx="2358338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10.2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剖视图</a:t>
            </a:r>
          </a:p>
        </p:txBody>
      </p:sp>
      <p:sp>
        <p:nvSpPr>
          <p:cNvPr id="16" name="灯片编号占位符 3">
            <a:extLst>
              <a:ext uri="{FF2B5EF4-FFF2-40B4-BE49-F238E27FC236}">
                <a16:creationId xmlns:a16="http://schemas.microsoft.com/office/drawing/2014/main" id="{A671E17D-877B-4936-33FA-9384915B6685}"/>
              </a:ext>
            </a:extLst>
          </p:cNvPr>
          <p:cNvSpPr txBox="1">
            <a:spLocks/>
          </p:cNvSpPr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  <a:pPr/>
              <a:t>42</a:t>
            </a:fld>
            <a:endParaRPr lang="en-US" altLang="zh-CN" dirty="0"/>
          </a:p>
        </p:txBody>
      </p:sp>
      <p:sp>
        <p:nvSpPr>
          <p:cNvPr id="2" name="Text Box 87">
            <a:extLst>
              <a:ext uri="{FF2B5EF4-FFF2-40B4-BE49-F238E27FC236}">
                <a16:creationId xmlns:a16="http://schemas.microsoft.com/office/drawing/2014/main" id="{023F0C4A-D888-86CC-976A-032D8259D2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376" y="1268089"/>
            <a:ext cx="244169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fontAlgn="base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剖视图种类</a:t>
            </a:r>
          </a:p>
        </p:txBody>
      </p:sp>
      <p:sp>
        <p:nvSpPr>
          <p:cNvPr id="3" name="Text Box 47">
            <a:extLst>
              <a:ext uri="{FF2B5EF4-FFF2-40B4-BE49-F238E27FC236}">
                <a16:creationId xmlns:a16="http://schemas.microsoft.com/office/drawing/2014/main" id="{AB60F93A-13C9-F238-4EEE-5BF80AA394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376" y="1831614"/>
            <a:ext cx="4302781" cy="461665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(1.3) </a:t>
            </a:r>
            <a:r>
              <a:rPr lang="zh-CN" altLang="en-US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单一剖切面：局部剖视图</a:t>
            </a:r>
          </a:p>
        </p:txBody>
      </p:sp>
      <p:sp>
        <p:nvSpPr>
          <p:cNvPr id="6" name="AutoShape 30">
            <a:extLst>
              <a:ext uri="{FF2B5EF4-FFF2-40B4-BE49-F238E27FC236}">
                <a16:creationId xmlns:a16="http://schemas.microsoft.com/office/drawing/2014/main" id="{68C74CD8-3931-E7BB-F6BC-51830BBAF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2020" y="5054599"/>
            <a:ext cx="1679575" cy="563563"/>
          </a:xfrm>
          <a:prstGeom prst="wedgeEllipseCallout">
            <a:avLst>
              <a:gd name="adj1" fmla="val -55292"/>
              <a:gd name="adj2" fmla="val -172194"/>
            </a:avLst>
          </a:prstGeom>
          <a:solidFill>
            <a:srgbClr val="FFFF00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>
              <a:defRPr/>
            </a:pPr>
            <a:r>
              <a:rPr lang="zh-CN" altLang="en-US" sz="2000" b="1" kern="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错 误</a:t>
            </a:r>
          </a:p>
        </p:txBody>
      </p:sp>
      <p:sp>
        <p:nvSpPr>
          <p:cNvPr id="7" name="AutoShape 31">
            <a:extLst>
              <a:ext uri="{FF2B5EF4-FFF2-40B4-BE49-F238E27FC236}">
                <a16:creationId xmlns:a16="http://schemas.microsoft.com/office/drawing/2014/main" id="{B02A9895-881E-2678-553B-A98014CEA5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68222" y="5054599"/>
            <a:ext cx="1584325" cy="563563"/>
          </a:xfrm>
          <a:prstGeom prst="wedgeEllipseCallout">
            <a:avLst>
              <a:gd name="adj1" fmla="val -60819"/>
              <a:gd name="adj2" fmla="val -148213"/>
            </a:avLst>
          </a:prstGeom>
          <a:solidFill>
            <a:srgbClr val="FFCC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>
              <a:defRPr/>
            </a:pPr>
            <a:r>
              <a:rPr lang="zh-CN" altLang="en-US" sz="2000" b="1" kern="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 确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76A55ED7-465A-6AFA-71F0-65B5804C3D24}"/>
              </a:ext>
            </a:extLst>
          </p:cNvPr>
          <p:cNvGrpSpPr/>
          <p:nvPr/>
        </p:nvGrpSpPr>
        <p:grpSpPr>
          <a:xfrm>
            <a:off x="4843314" y="2109787"/>
            <a:ext cx="2691828" cy="2638426"/>
            <a:chOff x="3061700" y="2083783"/>
            <a:chExt cx="2691828" cy="2638426"/>
          </a:xfrm>
        </p:grpSpPr>
        <p:grpSp>
          <p:nvGrpSpPr>
            <p:cNvPr id="9" name="Group 4">
              <a:extLst>
                <a:ext uri="{FF2B5EF4-FFF2-40B4-BE49-F238E27FC236}">
                  <a16:creationId xmlns:a16="http://schemas.microsoft.com/office/drawing/2014/main" id="{3F8AA981-4567-316C-3FED-39CED50FF25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18369" y="2083783"/>
              <a:ext cx="2438400" cy="2638426"/>
              <a:chOff x="902" y="1314"/>
              <a:chExt cx="1536" cy="1662"/>
            </a:xfrm>
          </p:grpSpPr>
          <p:sp>
            <p:nvSpPr>
              <p:cNvPr id="11" name="Rectangle 6">
                <a:extLst>
                  <a:ext uri="{FF2B5EF4-FFF2-40B4-BE49-F238E27FC236}">
                    <a16:creationId xmlns:a16="http://schemas.microsoft.com/office/drawing/2014/main" id="{62203DA5-597D-BD65-73B0-3C26337F04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8" y="1314"/>
                <a:ext cx="499" cy="1661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2" name="Line 7">
                <a:extLst>
                  <a:ext uri="{FF2B5EF4-FFF2-40B4-BE49-F238E27FC236}">
                    <a16:creationId xmlns:a16="http://schemas.microsoft.com/office/drawing/2014/main" id="{14C67669-3618-DC50-6EFE-208426E3A2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902" y="1315"/>
                <a:ext cx="106" cy="10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3" name="Line 8">
                <a:extLst>
                  <a:ext uri="{FF2B5EF4-FFF2-40B4-BE49-F238E27FC236}">
                    <a16:creationId xmlns:a16="http://schemas.microsoft.com/office/drawing/2014/main" id="{F12B16B1-F6C9-08FF-E397-D23CCBA2BD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912" y="2880"/>
                <a:ext cx="96" cy="9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4" name="Freeform 9">
                <a:extLst>
                  <a:ext uri="{FF2B5EF4-FFF2-40B4-BE49-F238E27FC236}">
                    <a16:creationId xmlns:a16="http://schemas.microsoft.com/office/drawing/2014/main" id="{BF32622C-2963-4CA7-FEA6-0C61D9DCE0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12" y="1402"/>
                <a:ext cx="1" cy="1488"/>
              </a:xfrm>
              <a:custGeom>
                <a:avLst/>
                <a:gdLst>
                  <a:gd name="T0" fmla="*/ 0 w 1"/>
                  <a:gd name="T1" fmla="*/ 1488 h 1488"/>
                  <a:gd name="T2" fmla="*/ 0 w 1"/>
                  <a:gd name="T3" fmla="*/ 0 h 1488"/>
                  <a:gd name="T4" fmla="*/ 0 60000 65536"/>
                  <a:gd name="T5" fmla="*/ 0 60000 65536"/>
                  <a:gd name="T6" fmla="*/ 0 w 1"/>
                  <a:gd name="T7" fmla="*/ 0 h 1488"/>
                  <a:gd name="T8" fmla="*/ 1 w 1"/>
                  <a:gd name="T9" fmla="*/ 1488 h 1488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1488">
                    <a:moveTo>
                      <a:pt x="0" y="1488"/>
                    </a:move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5" name="Rectangle 10">
                <a:extLst>
                  <a:ext uri="{FF2B5EF4-FFF2-40B4-BE49-F238E27FC236}">
                    <a16:creationId xmlns:a16="http://schemas.microsoft.com/office/drawing/2014/main" id="{055B9D44-ABEC-AA25-9C66-E46F1F1386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07" y="1526"/>
                <a:ext cx="922" cy="1191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7" name="Line 11">
                <a:extLst>
                  <a:ext uri="{FF2B5EF4-FFF2-40B4-BE49-F238E27FC236}">
                    <a16:creationId xmlns:a16="http://schemas.microsoft.com/office/drawing/2014/main" id="{31B1CB17-06B3-80A8-8F21-A0BC91B094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01" y="1747"/>
                <a:ext cx="537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8" name="Line 12">
                <a:extLst>
                  <a:ext uri="{FF2B5EF4-FFF2-40B4-BE49-F238E27FC236}">
                    <a16:creationId xmlns:a16="http://schemas.microsoft.com/office/drawing/2014/main" id="{EE504E48-22FF-E729-8B46-C67AE359C6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01" y="2496"/>
                <a:ext cx="537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9" name="Line 13">
                <a:extLst>
                  <a:ext uri="{FF2B5EF4-FFF2-40B4-BE49-F238E27FC236}">
                    <a16:creationId xmlns:a16="http://schemas.microsoft.com/office/drawing/2014/main" id="{1C602516-D2B7-9711-F12E-E2415111C9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01" y="1747"/>
                <a:ext cx="0" cy="749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0" name="Line 14">
                <a:extLst>
                  <a:ext uri="{FF2B5EF4-FFF2-40B4-BE49-F238E27FC236}">
                    <a16:creationId xmlns:a16="http://schemas.microsoft.com/office/drawing/2014/main" id="{9A880A6A-6FE4-9D7E-700A-50DD246E1C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680" y="1747"/>
                <a:ext cx="221" cy="382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1" name="Line 15">
                <a:extLst>
                  <a:ext uri="{FF2B5EF4-FFF2-40B4-BE49-F238E27FC236}">
                    <a16:creationId xmlns:a16="http://schemas.microsoft.com/office/drawing/2014/main" id="{E053C8BA-E492-35DA-F009-29B2DE8002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80" y="2131"/>
                <a:ext cx="221" cy="365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2" name="Line 16">
                <a:extLst>
                  <a:ext uri="{FF2B5EF4-FFF2-40B4-BE49-F238E27FC236}">
                    <a16:creationId xmlns:a16="http://schemas.microsoft.com/office/drawing/2014/main" id="{83B73DC5-1CB1-541F-71D0-226EB320FA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07" y="1517"/>
                <a:ext cx="192" cy="19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3" name="Line 17">
                <a:extLst>
                  <a:ext uri="{FF2B5EF4-FFF2-40B4-BE49-F238E27FC236}">
                    <a16:creationId xmlns:a16="http://schemas.microsoft.com/office/drawing/2014/main" id="{AE99A6F4-E4FA-D2DD-59DF-9A9EE996E1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07" y="1517"/>
                <a:ext cx="384" cy="384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4" name="Line 18">
                <a:extLst>
                  <a:ext uri="{FF2B5EF4-FFF2-40B4-BE49-F238E27FC236}">
                    <a16:creationId xmlns:a16="http://schemas.microsoft.com/office/drawing/2014/main" id="{7B87D6BC-67D4-0ED4-92E5-23DAEC02A0B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09" y="1517"/>
                <a:ext cx="575" cy="57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5" name="Line 19">
                <a:extLst>
                  <a:ext uri="{FF2B5EF4-FFF2-40B4-BE49-F238E27FC236}">
                    <a16:creationId xmlns:a16="http://schemas.microsoft.com/office/drawing/2014/main" id="{112357FE-AB4B-132C-F738-415DAB4FD3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07" y="2102"/>
                <a:ext cx="183" cy="183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6" name="Line 20">
                <a:extLst>
                  <a:ext uri="{FF2B5EF4-FFF2-40B4-BE49-F238E27FC236}">
                    <a16:creationId xmlns:a16="http://schemas.microsoft.com/office/drawing/2014/main" id="{84B272AB-B554-BC68-E62C-BC88246FFE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035" y="1517"/>
                <a:ext cx="221" cy="22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7" name="Line 21">
                <a:extLst>
                  <a:ext uri="{FF2B5EF4-FFF2-40B4-BE49-F238E27FC236}">
                    <a16:creationId xmlns:a16="http://schemas.microsoft.com/office/drawing/2014/main" id="{7BF85F81-8063-065C-69BA-ABA990AD14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218" y="1537"/>
                <a:ext cx="201" cy="20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8" name="Line 22">
                <a:extLst>
                  <a:ext uri="{FF2B5EF4-FFF2-40B4-BE49-F238E27FC236}">
                    <a16:creationId xmlns:a16="http://schemas.microsoft.com/office/drawing/2014/main" id="{6914D4CB-9DBC-0D6C-0B32-7FEAAACBFB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07" y="2237"/>
                <a:ext cx="221" cy="22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9" name="Line 23">
                <a:extLst>
                  <a:ext uri="{FF2B5EF4-FFF2-40B4-BE49-F238E27FC236}">
                    <a16:creationId xmlns:a16="http://schemas.microsoft.com/office/drawing/2014/main" id="{8A83E9FF-482B-BCA7-6D17-FEB7EBC307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07" y="2342"/>
                <a:ext cx="298" cy="29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30" name="Line 24">
                <a:extLst>
                  <a:ext uri="{FF2B5EF4-FFF2-40B4-BE49-F238E27FC236}">
                    <a16:creationId xmlns:a16="http://schemas.microsoft.com/office/drawing/2014/main" id="{16DB8B6B-9AFA-67DA-52C4-7BDEE12B30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22" y="2457"/>
                <a:ext cx="250" cy="25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31" name="Line 25">
                <a:extLst>
                  <a:ext uri="{FF2B5EF4-FFF2-40B4-BE49-F238E27FC236}">
                    <a16:creationId xmlns:a16="http://schemas.microsoft.com/office/drawing/2014/main" id="{A5F5D484-0C7E-F807-707A-5E76931334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05" y="2486"/>
                <a:ext cx="221" cy="22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32" name="Line 26">
                <a:extLst>
                  <a:ext uri="{FF2B5EF4-FFF2-40B4-BE49-F238E27FC236}">
                    <a16:creationId xmlns:a16="http://schemas.microsoft.com/office/drawing/2014/main" id="{8248033E-A6F7-4D3A-21C4-3C31DC6770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76" y="2486"/>
                <a:ext cx="221" cy="22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33" name="Line 27">
                <a:extLst>
                  <a:ext uri="{FF2B5EF4-FFF2-40B4-BE49-F238E27FC236}">
                    <a16:creationId xmlns:a16="http://schemas.microsoft.com/office/drawing/2014/main" id="{42B13006-3936-5EB7-FC41-848A597C79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41" y="2486"/>
                <a:ext cx="221" cy="22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34" name="Line 28">
                <a:extLst>
                  <a:ext uri="{FF2B5EF4-FFF2-40B4-BE49-F238E27FC236}">
                    <a16:creationId xmlns:a16="http://schemas.microsoft.com/office/drawing/2014/main" id="{02A74125-3BCA-F943-9FF9-9702E83123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323" y="2611"/>
                <a:ext cx="96" cy="9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35" name="Line 29">
                <a:extLst>
                  <a:ext uri="{FF2B5EF4-FFF2-40B4-BE49-F238E27FC236}">
                    <a16:creationId xmlns:a16="http://schemas.microsoft.com/office/drawing/2014/main" id="{60FC0085-9D02-C600-C713-BA4B2E39B2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381" y="1699"/>
                <a:ext cx="39" cy="39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</p:grpSp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F4430119-9CF5-2807-C708-EFA33668F8C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219" t="16552" r="54785"/>
            <a:stretch/>
          </p:blipFill>
          <p:spPr>
            <a:xfrm>
              <a:off x="3061700" y="3246633"/>
              <a:ext cx="2691828" cy="282153"/>
            </a:xfrm>
            <a:prstGeom prst="rect">
              <a:avLst/>
            </a:prstGeom>
          </p:spPr>
        </p:pic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CD6B290C-08FB-6249-3124-FA2D135AC7D5}"/>
              </a:ext>
            </a:extLst>
          </p:cNvPr>
          <p:cNvGrpSpPr/>
          <p:nvPr/>
        </p:nvGrpSpPr>
        <p:grpSpPr>
          <a:xfrm>
            <a:off x="8418327" y="2109787"/>
            <a:ext cx="2691828" cy="2638426"/>
            <a:chOff x="6962773" y="2083783"/>
            <a:chExt cx="2691828" cy="2638426"/>
          </a:xfrm>
        </p:grpSpPr>
        <p:grpSp>
          <p:nvGrpSpPr>
            <p:cNvPr id="38" name="Group 32">
              <a:extLst>
                <a:ext uri="{FF2B5EF4-FFF2-40B4-BE49-F238E27FC236}">
                  <a16:creationId xmlns:a16="http://schemas.microsoft.com/office/drawing/2014/main" id="{8612FCE6-3C94-6BC1-9A80-AFB858721F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090280" y="2083783"/>
              <a:ext cx="2438400" cy="2638426"/>
              <a:chOff x="3341" y="1314"/>
              <a:chExt cx="1536" cy="1662"/>
            </a:xfrm>
          </p:grpSpPr>
          <p:sp>
            <p:nvSpPr>
              <p:cNvPr id="40" name="Rectangle 34">
                <a:extLst>
                  <a:ext uri="{FF2B5EF4-FFF2-40B4-BE49-F238E27FC236}">
                    <a16:creationId xmlns:a16="http://schemas.microsoft.com/office/drawing/2014/main" id="{BE5A3448-E056-4061-AD93-FBF90F140E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47" y="1314"/>
                <a:ext cx="499" cy="1661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41" name="Line 35">
                <a:extLst>
                  <a:ext uri="{FF2B5EF4-FFF2-40B4-BE49-F238E27FC236}">
                    <a16:creationId xmlns:a16="http://schemas.microsoft.com/office/drawing/2014/main" id="{1A9CD780-46BC-2798-8056-7F352BE532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41" y="1315"/>
                <a:ext cx="106" cy="10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42" name="Line 36">
                <a:extLst>
                  <a:ext uri="{FF2B5EF4-FFF2-40B4-BE49-F238E27FC236}">
                    <a16:creationId xmlns:a16="http://schemas.microsoft.com/office/drawing/2014/main" id="{ABFDD62E-37E7-E1A6-B3C5-6969C1C3A4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351" y="2880"/>
                <a:ext cx="96" cy="9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43" name="Freeform 37">
                <a:extLst>
                  <a:ext uri="{FF2B5EF4-FFF2-40B4-BE49-F238E27FC236}">
                    <a16:creationId xmlns:a16="http://schemas.microsoft.com/office/drawing/2014/main" id="{B5EB4D5B-6272-1663-FD5D-88BA6EE092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51" y="1402"/>
                <a:ext cx="1" cy="1488"/>
              </a:xfrm>
              <a:custGeom>
                <a:avLst/>
                <a:gdLst>
                  <a:gd name="T0" fmla="*/ 0 w 1"/>
                  <a:gd name="T1" fmla="*/ 1488 h 1488"/>
                  <a:gd name="T2" fmla="*/ 0 w 1"/>
                  <a:gd name="T3" fmla="*/ 0 h 1488"/>
                  <a:gd name="T4" fmla="*/ 0 60000 65536"/>
                  <a:gd name="T5" fmla="*/ 0 60000 65536"/>
                  <a:gd name="T6" fmla="*/ 0 w 1"/>
                  <a:gd name="T7" fmla="*/ 0 h 1488"/>
                  <a:gd name="T8" fmla="*/ 1 w 1"/>
                  <a:gd name="T9" fmla="*/ 1488 h 1488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1488">
                    <a:moveTo>
                      <a:pt x="0" y="1488"/>
                    </a:move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44" name="Rectangle 38">
                <a:extLst>
                  <a:ext uri="{FF2B5EF4-FFF2-40B4-BE49-F238E27FC236}">
                    <a16:creationId xmlns:a16="http://schemas.microsoft.com/office/drawing/2014/main" id="{7505564D-F07C-0A57-E63F-C70301683A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46" y="1526"/>
                <a:ext cx="922" cy="1191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45" name="Line 39">
                <a:extLst>
                  <a:ext uri="{FF2B5EF4-FFF2-40B4-BE49-F238E27FC236}">
                    <a16:creationId xmlns:a16="http://schemas.microsoft.com/office/drawing/2014/main" id="{9FAC54ED-A374-8F64-2D0E-E8F6DE1BC3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40" y="1747"/>
                <a:ext cx="537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46" name="Line 40">
                <a:extLst>
                  <a:ext uri="{FF2B5EF4-FFF2-40B4-BE49-F238E27FC236}">
                    <a16:creationId xmlns:a16="http://schemas.microsoft.com/office/drawing/2014/main" id="{66136ED5-7982-2A75-1FAB-3F576C034C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40" y="2496"/>
                <a:ext cx="537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47" name="Line 41">
                <a:extLst>
                  <a:ext uri="{FF2B5EF4-FFF2-40B4-BE49-F238E27FC236}">
                    <a16:creationId xmlns:a16="http://schemas.microsoft.com/office/drawing/2014/main" id="{1F0B7965-FA90-2DB5-4A70-148A658753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40" y="1737"/>
                <a:ext cx="0" cy="773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48" name="Line 42">
                <a:extLst>
                  <a:ext uri="{FF2B5EF4-FFF2-40B4-BE49-F238E27FC236}">
                    <a16:creationId xmlns:a16="http://schemas.microsoft.com/office/drawing/2014/main" id="{5FE2131C-C504-D366-9EB8-A89AC3ACF1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119" y="1747"/>
                <a:ext cx="221" cy="382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49" name="Line 43">
                <a:extLst>
                  <a:ext uri="{FF2B5EF4-FFF2-40B4-BE49-F238E27FC236}">
                    <a16:creationId xmlns:a16="http://schemas.microsoft.com/office/drawing/2014/main" id="{D24DE64A-B599-FE1B-9E30-AB9A9F578A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19" y="2131"/>
                <a:ext cx="221" cy="365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50" name="Freeform 44">
                <a:extLst>
                  <a:ext uri="{FF2B5EF4-FFF2-40B4-BE49-F238E27FC236}">
                    <a16:creationId xmlns:a16="http://schemas.microsoft.com/office/drawing/2014/main" id="{D76B37C5-1EC4-6D7A-8A4F-3A3DAE6ED3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03" y="1517"/>
                <a:ext cx="83" cy="1200"/>
              </a:xfrm>
              <a:custGeom>
                <a:avLst/>
                <a:gdLst>
                  <a:gd name="T0" fmla="*/ 67 w 83"/>
                  <a:gd name="T1" fmla="*/ 0 h 1200"/>
                  <a:gd name="T2" fmla="*/ 77 w 83"/>
                  <a:gd name="T3" fmla="*/ 129 h 1200"/>
                  <a:gd name="T4" fmla="*/ 29 w 83"/>
                  <a:gd name="T5" fmla="*/ 278 h 1200"/>
                  <a:gd name="T6" fmla="*/ 39 w 83"/>
                  <a:gd name="T7" fmla="*/ 451 h 1200"/>
                  <a:gd name="T8" fmla="*/ 5 w 83"/>
                  <a:gd name="T9" fmla="*/ 653 h 1200"/>
                  <a:gd name="T10" fmla="*/ 67 w 83"/>
                  <a:gd name="T11" fmla="*/ 854 h 1200"/>
                  <a:gd name="T12" fmla="*/ 15 w 83"/>
                  <a:gd name="T13" fmla="*/ 1065 h 1200"/>
                  <a:gd name="T14" fmla="*/ 34 w 83"/>
                  <a:gd name="T15" fmla="*/ 1200 h 12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83"/>
                  <a:gd name="T25" fmla="*/ 0 h 1200"/>
                  <a:gd name="T26" fmla="*/ 83 w 83"/>
                  <a:gd name="T27" fmla="*/ 1200 h 12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83" h="1200">
                    <a:moveTo>
                      <a:pt x="67" y="0"/>
                    </a:moveTo>
                    <a:cubicBezTo>
                      <a:pt x="69" y="21"/>
                      <a:pt x="83" y="83"/>
                      <a:pt x="77" y="129"/>
                    </a:cubicBezTo>
                    <a:cubicBezTo>
                      <a:pt x="71" y="175"/>
                      <a:pt x="35" y="224"/>
                      <a:pt x="29" y="278"/>
                    </a:cubicBezTo>
                    <a:cubicBezTo>
                      <a:pt x="23" y="332"/>
                      <a:pt x="43" y="389"/>
                      <a:pt x="39" y="451"/>
                    </a:cubicBezTo>
                    <a:cubicBezTo>
                      <a:pt x="35" y="513"/>
                      <a:pt x="0" y="586"/>
                      <a:pt x="5" y="653"/>
                    </a:cubicBezTo>
                    <a:cubicBezTo>
                      <a:pt x="10" y="720"/>
                      <a:pt x="65" y="785"/>
                      <a:pt x="67" y="854"/>
                    </a:cubicBezTo>
                    <a:cubicBezTo>
                      <a:pt x="69" y="923"/>
                      <a:pt x="20" y="1007"/>
                      <a:pt x="15" y="1065"/>
                    </a:cubicBezTo>
                    <a:cubicBezTo>
                      <a:pt x="10" y="1123"/>
                      <a:pt x="30" y="1172"/>
                      <a:pt x="34" y="1200"/>
                    </a:cubicBez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51" name="Freeform 45">
                <a:extLst>
                  <a:ext uri="{FF2B5EF4-FFF2-40B4-BE49-F238E27FC236}">
                    <a16:creationId xmlns:a16="http://schemas.microsoft.com/office/drawing/2014/main" id="{FA990A98-7780-8F08-F667-454FC1CCB3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70" y="1517"/>
                <a:ext cx="163" cy="163"/>
              </a:xfrm>
              <a:custGeom>
                <a:avLst/>
                <a:gdLst>
                  <a:gd name="T0" fmla="*/ 0 w 163"/>
                  <a:gd name="T1" fmla="*/ 163 h 163"/>
                  <a:gd name="T2" fmla="*/ 163 w 163"/>
                  <a:gd name="T3" fmla="*/ 0 h 163"/>
                  <a:gd name="T4" fmla="*/ 0 60000 65536"/>
                  <a:gd name="T5" fmla="*/ 0 60000 65536"/>
                  <a:gd name="T6" fmla="*/ 0 w 163"/>
                  <a:gd name="T7" fmla="*/ 0 h 163"/>
                  <a:gd name="T8" fmla="*/ 163 w 163"/>
                  <a:gd name="T9" fmla="*/ 163 h 16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63" h="163">
                    <a:moveTo>
                      <a:pt x="0" y="163"/>
                    </a:moveTo>
                    <a:lnTo>
                      <a:pt x="163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52" name="Freeform 46">
                <a:extLst>
                  <a:ext uri="{FF2B5EF4-FFF2-40B4-BE49-F238E27FC236}">
                    <a16:creationId xmlns:a16="http://schemas.microsoft.com/office/drawing/2014/main" id="{2A68FFC3-5093-FC2A-864A-6C86E59C6D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32" y="1517"/>
                <a:ext cx="355" cy="355"/>
              </a:xfrm>
              <a:custGeom>
                <a:avLst/>
                <a:gdLst>
                  <a:gd name="T0" fmla="*/ 0 w 355"/>
                  <a:gd name="T1" fmla="*/ 355 h 355"/>
                  <a:gd name="T2" fmla="*/ 355 w 355"/>
                  <a:gd name="T3" fmla="*/ 0 h 355"/>
                  <a:gd name="T4" fmla="*/ 0 60000 65536"/>
                  <a:gd name="T5" fmla="*/ 0 60000 65536"/>
                  <a:gd name="T6" fmla="*/ 0 w 355"/>
                  <a:gd name="T7" fmla="*/ 0 h 355"/>
                  <a:gd name="T8" fmla="*/ 355 w 355"/>
                  <a:gd name="T9" fmla="*/ 355 h 355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355" h="355">
                    <a:moveTo>
                      <a:pt x="0" y="355"/>
                    </a:moveTo>
                    <a:lnTo>
                      <a:pt x="355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53" name="Line 47">
                <a:extLst>
                  <a:ext uri="{FF2B5EF4-FFF2-40B4-BE49-F238E27FC236}">
                    <a16:creationId xmlns:a16="http://schemas.microsoft.com/office/drawing/2014/main" id="{48656332-6373-04F7-3116-8A17A7C7D5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032" y="1526"/>
                <a:ext cx="500" cy="50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54" name="Line 48">
                <a:extLst>
                  <a:ext uri="{FF2B5EF4-FFF2-40B4-BE49-F238E27FC236}">
                    <a16:creationId xmlns:a16="http://schemas.microsoft.com/office/drawing/2014/main" id="{2E9F77D4-24D8-0CEA-EA7A-64D3B566CD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013" y="2054"/>
                <a:ext cx="144" cy="144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55" name="Line 49">
                <a:extLst>
                  <a:ext uri="{FF2B5EF4-FFF2-40B4-BE49-F238E27FC236}">
                    <a16:creationId xmlns:a16="http://schemas.microsoft.com/office/drawing/2014/main" id="{C9B20ACA-1F74-3228-00F0-A507333952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474" y="1517"/>
                <a:ext cx="221" cy="22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56" name="Freeform 50">
                <a:extLst>
                  <a:ext uri="{FF2B5EF4-FFF2-40B4-BE49-F238E27FC236}">
                    <a16:creationId xmlns:a16="http://schemas.microsoft.com/office/drawing/2014/main" id="{16DFD66F-270A-B216-7FAB-4E7B9C2066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08" y="1517"/>
                <a:ext cx="230" cy="230"/>
              </a:xfrm>
              <a:custGeom>
                <a:avLst/>
                <a:gdLst>
                  <a:gd name="T0" fmla="*/ 0 w 230"/>
                  <a:gd name="T1" fmla="*/ 230 h 230"/>
                  <a:gd name="T2" fmla="*/ 230 w 230"/>
                  <a:gd name="T3" fmla="*/ 0 h 230"/>
                  <a:gd name="T4" fmla="*/ 0 60000 65536"/>
                  <a:gd name="T5" fmla="*/ 0 60000 65536"/>
                  <a:gd name="T6" fmla="*/ 0 w 230"/>
                  <a:gd name="T7" fmla="*/ 0 h 230"/>
                  <a:gd name="T8" fmla="*/ 230 w 230"/>
                  <a:gd name="T9" fmla="*/ 230 h 23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30" h="230">
                    <a:moveTo>
                      <a:pt x="0" y="230"/>
                    </a:moveTo>
                    <a:lnTo>
                      <a:pt x="23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57" name="Freeform 51">
                <a:extLst>
                  <a:ext uri="{FF2B5EF4-FFF2-40B4-BE49-F238E27FC236}">
                    <a16:creationId xmlns:a16="http://schemas.microsoft.com/office/drawing/2014/main" id="{E56AAA75-229D-5DD0-BC99-D7C1C46D9C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62" y="1632"/>
                <a:ext cx="105" cy="107"/>
              </a:xfrm>
              <a:custGeom>
                <a:avLst/>
                <a:gdLst>
                  <a:gd name="T0" fmla="*/ 0 w 105"/>
                  <a:gd name="T1" fmla="*/ 107 h 107"/>
                  <a:gd name="T2" fmla="*/ 105 w 105"/>
                  <a:gd name="T3" fmla="*/ 0 h 107"/>
                  <a:gd name="T4" fmla="*/ 0 60000 65536"/>
                  <a:gd name="T5" fmla="*/ 0 60000 65536"/>
                  <a:gd name="T6" fmla="*/ 0 w 105"/>
                  <a:gd name="T7" fmla="*/ 0 h 107"/>
                  <a:gd name="T8" fmla="*/ 105 w 105"/>
                  <a:gd name="T9" fmla="*/ 107 h 107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05" h="107">
                    <a:moveTo>
                      <a:pt x="0" y="107"/>
                    </a:moveTo>
                    <a:lnTo>
                      <a:pt x="105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58" name="Line 52">
                <a:extLst>
                  <a:ext uri="{FF2B5EF4-FFF2-40B4-BE49-F238E27FC236}">
                    <a16:creationId xmlns:a16="http://schemas.microsoft.com/office/drawing/2014/main" id="{0141AA6E-4BFE-C66D-45D9-5B5B949466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056" y="2203"/>
                <a:ext cx="105" cy="10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59" name="Line 53">
                <a:extLst>
                  <a:ext uri="{FF2B5EF4-FFF2-40B4-BE49-F238E27FC236}">
                    <a16:creationId xmlns:a16="http://schemas.microsoft.com/office/drawing/2014/main" id="{EF815536-DD5C-A267-A4A5-4303420981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042" y="2304"/>
                <a:ext cx="173" cy="173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60" name="Freeform 54">
                <a:extLst>
                  <a:ext uri="{FF2B5EF4-FFF2-40B4-BE49-F238E27FC236}">
                    <a16:creationId xmlns:a16="http://schemas.microsoft.com/office/drawing/2014/main" id="{5021CC7E-0E53-78A0-CC27-C27BED3C52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18" y="2400"/>
                <a:ext cx="259" cy="259"/>
              </a:xfrm>
              <a:custGeom>
                <a:avLst/>
                <a:gdLst>
                  <a:gd name="T0" fmla="*/ 0 w 259"/>
                  <a:gd name="T1" fmla="*/ 259 h 259"/>
                  <a:gd name="T2" fmla="*/ 259 w 259"/>
                  <a:gd name="T3" fmla="*/ 0 h 259"/>
                  <a:gd name="T4" fmla="*/ 0 60000 65536"/>
                  <a:gd name="T5" fmla="*/ 0 60000 65536"/>
                  <a:gd name="T6" fmla="*/ 0 w 259"/>
                  <a:gd name="T7" fmla="*/ 0 h 259"/>
                  <a:gd name="T8" fmla="*/ 259 w 259"/>
                  <a:gd name="T9" fmla="*/ 259 h 259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59" h="259">
                    <a:moveTo>
                      <a:pt x="0" y="259"/>
                    </a:moveTo>
                    <a:lnTo>
                      <a:pt x="259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61" name="Freeform 55">
                <a:extLst>
                  <a:ext uri="{FF2B5EF4-FFF2-40B4-BE49-F238E27FC236}">
                    <a16:creationId xmlns:a16="http://schemas.microsoft.com/office/drawing/2014/main" id="{EAF94B02-A04C-939C-0A00-66F3E68915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09" y="2487"/>
                <a:ext cx="231" cy="229"/>
              </a:xfrm>
              <a:custGeom>
                <a:avLst/>
                <a:gdLst>
                  <a:gd name="T0" fmla="*/ 0 w 231"/>
                  <a:gd name="T1" fmla="*/ 229 h 229"/>
                  <a:gd name="T2" fmla="*/ 231 w 231"/>
                  <a:gd name="T3" fmla="*/ 0 h 229"/>
                  <a:gd name="T4" fmla="*/ 0 60000 65536"/>
                  <a:gd name="T5" fmla="*/ 0 60000 65536"/>
                  <a:gd name="T6" fmla="*/ 0 w 231"/>
                  <a:gd name="T7" fmla="*/ 0 h 229"/>
                  <a:gd name="T8" fmla="*/ 231 w 231"/>
                  <a:gd name="T9" fmla="*/ 229 h 229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31" h="229">
                    <a:moveTo>
                      <a:pt x="0" y="229"/>
                    </a:moveTo>
                    <a:lnTo>
                      <a:pt x="23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62" name="Freeform 56">
                <a:extLst>
                  <a:ext uri="{FF2B5EF4-FFF2-40B4-BE49-F238E27FC236}">
                    <a16:creationId xmlns:a16="http://schemas.microsoft.com/office/drawing/2014/main" id="{BAE65C67-4973-487B-369F-C685D7305F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72" y="2496"/>
                <a:ext cx="221" cy="222"/>
              </a:xfrm>
              <a:custGeom>
                <a:avLst/>
                <a:gdLst>
                  <a:gd name="T0" fmla="*/ 0 w 221"/>
                  <a:gd name="T1" fmla="*/ 222 h 222"/>
                  <a:gd name="T2" fmla="*/ 221 w 221"/>
                  <a:gd name="T3" fmla="*/ 0 h 222"/>
                  <a:gd name="T4" fmla="*/ 0 60000 65536"/>
                  <a:gd name="T5" fmla="*/ 0 60000 65536"/>
                  <a:gd name="T6" fmla="*/ 0 w 221"/>
                  <a:gd name="T7" fmla="*/ 0 h 222"/>
                  <a:gd name="T8" fmla="*/ 221 w 221"/>
                  <a:gd name="T9" fmla="*/ 222 h 222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21" h="222">
                    <a:moveTo>
                      <a:pt x="0" y="222"/>
                    </a:moveTo>
                    <a:lnTo>
                      <a:pt x="221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63" name="Freeform 57">
                <a:extLst>
                  <a:ext uri="{FF2B5EF4-FFF2-40B4-BE49-F238E27FC236}">
                    <a16:creationId xmlns:a16="http://schemas.microsoft.com/office/drawing/2014/main" id="{C493B6B8-4F4C-7E90-A476-84EE4EFB16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26" y="2487"/>
                <a:ext cx="230" cy="229"/>
              </a:xfrm>
              <a:custGeom>
                <a:avLst/>
                <a:gdLst>
                  <a:gd name="T0" fmla="*/ 0 w 230"/>
                  <a:gd name="T1" fmla="*/ 229 h 229"/>
                  <a:gd name="T2" fmla="*/ 230 w 230"/>
                  <a:gd name="T3" fmla="*/ 0 h 229"/>
                  <a:gd name="T4" fmla="*/ 0 60000 65536"/>
                  <a:gd name="T5" fmla="*/ 0 60000 65536"/>
                  <a:gd name="T6" fmla="*/ 0 w 230"/>
                  <a:gd name="T7" fmla="*/ 0 h 229"/>
                  <a:gd name="T8" fmla="*/ 230 w 230"/>
                  <a:gd name="T9" fmla="*/ 229 h 229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30" h="229">
                    <a:moveTo>
                      <a:pt x="0" y="229"/>
                    </a:moveTo>
                    <a:lnTo>
                      <a:pt x="23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64" name="Freeform 58">
                <a:extLst>
                  <a:ext uri="{FF2B5EF4-FFF2-40B4-BE49-F238E27FC236}">
                    <a16:creationId xmlns:a16="http://schemas.microsoft.com/office/drawing/2014/main" id="{1BD94F29-7001-D42A-E083-22C05949A8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89" y="2487"/>
                <a:ext cx="230" cy="229"/>
              </a:xfrm>
              <a:custGeom>
                <a:avLst/>
                <a:gdLst>
                  <a:gd name="T0" fmla="*/ 0 w 230"/>
                  <a:gd name="T1" fmla="*/ 229 h 229"/>
                  <a:gd name="T2" fmla="*/ 230 w 230"/>
                  <a:gd name="T3" fmla="*/ 0 h 229"/>
                  <a:gd name="T4" fmla="*/ 0 60000 65536"/>
                  <a:gd name="T5" fmla="*/ 0 60000 65536"/>
                  <a:gd name="T6" fmla="*/ 0 w 230"/>
                  <a:gd name="T7" fmla="*/ 0 h 229"/>
                  <a:gd name="T8" fmla="*/ 230 w 230"/>
                  <a:gd name="T9" fmla="*/ 229 h 229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30" h="229">
                    <a:moveTo>
                      <a:pt x="0" y="229"/>
                    </a:moveTo>
                    <a:lnTo>
                      <a:pt x="23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65" name="Freeform 59">
                <a:extLst>
                  <a:ext uri="{FF2B5EF4-FFF2-40B4-BE49-F238E27FC236}">
                    <a16:creationId xmlns:a16="http://schemas.microsoft.com/office/drawing/2014/main" id="{DAA1948E-909F-C4A0-6C6E-44BEE40316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52" y="2593"/>
                <a:ext cx="115" cy="114"/>
              </a:xfrm>
              <a:custGeom>
                <a:avLst/>
                <a:gdLst>
                  <a:gd name="T0" fmla="*/ 0 w 115"/>
                  <a:gd name="T1" fmla="*/ 114 h 114"/>
                  <a:gd name="T2" fmla="*/ 115 w 115"/>
                  <a:gd name="T3" fmla="*/ 0 h 114"/>
                  <a:gd name="T4" fmla="*/ 0 60000 65536"/>
                  <a:gd name="T5" fmla="*/ 0 60000 65536"/>
                  <a:gd name="T6" fmla="*/ 0 w 115"/>
                  <a:gd name="T7" fmla="*/ 0 h 114"/>
                  <a:gd name="T8" fmla="*/ 115 w 115"/>
                  <a:gd name="T9" fmla="*/ 114 h 114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15" h="114">
                    <a:moveTo>
                      <a:pt x="0" y="114"/>
                    </a:moveTo>
                    <a:lnTo>
                      <a:pt x="115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</p:grpSp>
        <p:pic>
          <p:nvPicPr>
            <p:cNvPr id="39" name="图片 38">
              <a:extLst>
                <a:ext uri="{FF2B5EF4-FFF2-40B4-BE49-F238E27FC236}">
                  <a16:creationId xmlns:a16="http://schemas.microsoft.com/office/drawing/2014/main" id="{B41929A5-E234-ED98-30BC-303BD3DD095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219" t="16552" r="54785"/>
            <a:stretch/>
          </p:blipFill>
          <p:spPr>
            <a:xfrm>
              <a:off x="6962773" y="3246633"/>
              <a:ext cx="2691828" cy="282153"/>
            </a:xfrm>
            <a:prstGeom prst="rect">
              <a:avLst/>
            </a:prstGeom>
          </p:spPr>
        </p:pic>
      </p:grpSp>
      <p:sp>
        <p:nvSpPr>
          <p:cNvPr id="66" name="Text Box 47">
            <a:extLst>
              <a:ext uri="{FF2B5EF4-FFF2-40B4-BE49-F238E27FC236}">
                <a16:creationId xmlns:a16="http://schemas.microsoft.com/office/drawing/2014/main" id="{2D2F1FDF-C063-DA12-D9F2-D6F759797A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4026" y="2447700"/>
            <a:ext cx="2441694" cy="830997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局部剖视图应注意的问题</a:t>
            </a:r>
          </a:p>
        </p:txBody>
      </p:sp>
      <p:sp>
        <p:nvSpPr>
          <p:cNvPr id="67" name="Text Box 4">
            <a:extLst>
              <a:ext uri="{FF2B5EF4-FFF2-40B4-BE49-F238E27FC236}">
                <a16:creationId xmlns:a16="http://schemas.microsoft.com/office/drawing/2014/main" id="{DC3E2831-336A-A243-FACB-49A119236A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2368" y="3414092"/>
            <a:ext cx="2441695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just"/>
            <a:r>
              <a:rPr kumimoji="1"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 波浪线不能与图上的其他图线重合</a:t>
            </a:r>
          </a:p>
        </p:txBody>
      </p:sp>
    </p:spTree>
    <p:extLst>
      <p:ext uri="{BB962C8B-B14F-4D97-AF65-F5344CB8AC3E}">
        <p14:creationId xmlns:p14="http://schemas.microsoft.com/office/powerpoint/2010/main" val="3690503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67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72F097-9F9F-4D80-B802-058C21D5F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>
            <a:extLst>
              <a:ext uri="{FF2B5EF4-FFF2-40B4-BE49-F238E27FC236}">
                <a16:creationId xmlns:a16="http://schemas.microsoft.com/office/drawing/2014/main" id="{EFE481B6-2E0B-FAD9-E6B8-70B360A526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19" y="412176"/>
            <a:ext cx="2358338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10.2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剖视图</a:t>
            </a:r>
          </a:p>
        </p:txBody>
      </p:sp>
      <p:sp>
        <p:nvSpPr>
          <p:cNvPr id="16" name="灯片编号占位符 3">
            <a:extLst>
              <a:ext uri="{FF2B5EF4-FFF2-40B4-BE49-F238E27FC236}">
                <a16:creationId xmlns:a16="http://schemas.microsoft.com/office/drawing/2014/main" id="{26CF36A6-574D-D692-A6D1-32EABFC8F0B4}"/>
              </a:ext>
            </a:extLst>
          </p:cNvPr>
          <p:cNvSpPr txBox="1">
            <a:spLocks/>
          </p:cNvSpPr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  <a:pPr/>
              <a:t>43</a:t>
            </a:fld>
            <a:endParaRPr lang="en-US" altLang="zh-CN" dirty="0"/>
          </a:p>
        </p:txBody>
      </p:sp>
      <p:sp>
        <p:nvSpPr>
          <p:cNvPr id="2" name="Text Box 87">
            <a:extLst>
              <a:ext uri="{FF2B5EF4-FFF2-40B4-BE49-F238E27FC236}">
                <a16:creationId xmlns:a16="http://schemas.microsoft.com/office/drawing/2014/main" id="{FAAD5C2A-FECB-134E-FE90-59F5F2648E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376" y="1268089"/>
            <a:ext cx="244169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fontAlgn="base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剖视图种类</a:t>
            </a:r>
          </a:p>
        </p:txBody>
      </p:sp>
      <p:sp>
        <p:nvSpPr>
          <p:cNvPr id="3" name="Text Box 47">
            <a:extLst>
              <a:ext uri="{FF2B5EF4-FFF2-40B4-BE49-F238E27FC236}">
                <a16:creationId xmlns:a16="http://schemas.microsoft.com/office/drawing/2014/main" id="{BCE99EF4-1405-4877-F88C-22A25B79A1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376" y="1831614"/>
            <a:ext cx="4302781" cy="461665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(1.3) </a:t>
            </a:r>
            <a:r>
              <a:rPr lang="zh-CN" altLang="en-US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单一剖切面：局部剖视图</a:t>
            </a:r>
          </a:p>
        </p:txBody>
      </p:sp>
      <p:sp>
        <p:nvSpPr>
          <p:cNvPr id="4" name="Text Box 47">
            <a:extLst>
              <a:ext uri="{FF2B5EF4-FFF2-40B4-BE49-F238E27FC236}">
                <a16:creationId xmlns:a16="http://schemas.microsoft.com/office/drawing/2014/main" id="{DD98F0A7-7328-80AE-D01A-FCD3187C25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6910" y="2447700"/>
            <a:ext cx="2441694" cy="830997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局部剖视图应注意的问题</a:t>
            </a: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1662AEC3-9703-BC99-1FA1-8935F5C9E3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7787" y="3429000"/>
            <a:ext cx="2639941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just"/>
            <a:r>
              <a:rPr kumimoji="1"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② 波浪线不能穿空而过，也不能超出视图的轮廓线</a:t>
            </a:r>
          </a:p>
        </p:txBody>
      </p:sp>
      <p:grpSp>
        <p:nvGrpSpPr>
          <p:cNvPr id="66" name="组合 65">
            <a:extLst>
              <a:ext uri="{FF2B5EF4-FFF2-40B4-BE49-F238E27FC236}">
                <a16:creationId xmlns:a16="http://schemas.microsoft.com/office/drawing/2014/main" id="{5BD94B80-5382-23F4-B5D2-C01FDAE1F4B3}"/>
              </a:ext>
            </a:extLst>
          </p:cNvPr>
          <p:cNvGrpSpPr/>
          <p:nvPr/>
        </p:nvGrpSpPr>
        <p:grpSpPr>
          <a:xfrm>
            <a:off x="4627028" y="1403373"/>
            <a:ext cx="1931931" cy="4562926"/>
            <a:chOff x="2137754" y="1828448"/>
            <a:chExt cx="1931931" cy="4562926"/>
          </a:xfrm>
        </p:grpSpPr>
        <p:grpSp>
          <p:nvGrpSpPr>
            <p:cNvPr id="67" name="Group 134">
              <a:extLst>
                <a:ext uri="{FF2B5EF4-FFF2-40B4-BE49-F238E27FC236}">
                  <a16:creationId xmlns:a16="http://schemas.microsoft.com/office/drawing/2014/main" id="{3E982B93-D4B1-2A09-90FC-2F69BCC43C6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32946" y="1828448"/>
              <a:ext cx="1725613" cy="4475163"/>
              <a:chOff x="514" y="748"/>
              <a:chExt cx="1087" cy="2819"/>
            </a:xfrm>
          </p:grpSpPr>
          <p:grpSp>
            <p:nvGrpSpPr>
              <p:cNvPr id="72" name="Group 135">
                <a:extLst>
                  <a:ext uri="{FF2B5EF4-FFF2-40B4-BE49-F238E27FC236}">
                    <a16:creationId xmlns:a16="http://schemas.microsoft.com/office/drawing/2014/main" id="{8A950B3B-0343-837D-2ED7-63ACDB24FFC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14" y="748"/>
                <a:ext cx="1087" cy="1577"/>
                <a:chOff x="514" y="748"/>
                <a:chExt cx="1087" cy="1577"/>
              </a:xfrm>
            </p:grpSpPr>
            <p:grpSp>
              <p:nvGrpSpPr>
                <p:cNvPr id="90" name="Group 136">
                  <a:extLst>
                    <a:ext uri="{FF2B5EF4-FFF2-40B4-BE49-F238E27FC236}">
                      <a16:creationId xmlns:a16="http://schemas.microsoft.com/office/drawing/2014/main" id="{61D94EA2-94B5-5278-3471-C2B5D429CF7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32" y="1258"/>
                  <a:ext cx="574" cy="547"/>
                  <a:chOff x="732" y="1258"/>
                  <a:chExt cx="574" cy="547"/>
                </a:xfrm>
              </p:grpSpPr>
              <p:sp>
                <p:nvSpPr>
                  <p:cNvPr id="102" name="Oval 137">
                    <a:extLst>
                      <a:ext uri="{FF2B5EF4-FFF2-40B4-BE49-F238E27FC236}">
                        <a16:creationId xmlns:a16="http://schemas.microsoft.com/office/drawing/2014/main" id="{79F1CE04-9C76-9B60-0272-6BF17C3F8D1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69" y="1258"/>
                    <a:ext cx="537" cy="503"/>
                  </a:xfrm>
                  <a:prstGeom prst="ellipse">
                    <a:avLst/>
                  </a:prstGeom>
                  <a:solidFill>
                    <a:srgbClr val="FFFFFF"/>
                  </a:solidFill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anchor="ctr">
                    <a:spAutoFit/>
                  </a:bodyPr>
                  <a:lstStyle/>
                  <a:p>
                    <a:pPr algn="ctr">
                      <a:defRPr/>
                    </a:pPr>
                    <a:endParaRPr lang="zh-CN" altLang="en-US" kern="0">
                      <a:solidFill>
                        <a:sysClr val="windowText" lastClr="000000"/>
                      </a:solidFill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03" name="Oval 138">
                    <a:extLst>
                      <a:ext uri="{FF2B5EF4-FFF2-40B4-BE49-F238E27FC236}">
                        <a16:creationId xmlns:a16="http://schemas.microsoft.com/office/drawing/2014/main" id="{B48B7087-5F31-562C-26D5-5803C24CDA0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82" y="1354"/>
                    <a:ext cx="308" cy="303"/>
                  </a:xfrm>
                  <a:prstGeom prst="ellipse">
                    <a:avLst/>
                  </a:prstGeom>
                  <a:solidFill>
                    <a:srgbClr val="FFFFFF"/>
                  </a:solidFill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>
                    <a:spAutoFit/>
                  </a:bodyPr>
                  <a:lstStyle/>
                  <a:p>
                    <a:pPr algn="ctr">
                      <a:defRPr/>
                    </a:pPr>
                    <a:endParaRPr lang="zh-CN" altLang="en-US" kern="0">
                      <a:solidFill>
                        <a:sysClr val="windowText" lastClr="000000"/>
                      </a:solidFill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04" name="Freeform 139">
                    <a:extLst>
                      <a:ext uri="{FF2B5EF4-FFF2-40B4-BE49-F238E27FC236}">
                        <a16:creationId xmlns:a16="http://schemas.microsoft.com/office/drawing/2014/main" id="{D40F520B-47AE-C3E5-C283-2F9BD771A6E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732" y="1286"/>
                    <a:ext cx="390" cy="519"/>
                  </a:xfrm>
                  <a:custGeom>
                    <a:avLst/>
                    <a:gdLst>
                      <a:gd name="T0" fmla="*/ 163 w 403"/>
                      <a:gd name="T1" fmla="*/ 0 h 509"/>
                      <a:gd name="T2" fmla="*/ 195 w 403"/>
                      <a:gd name="T3" fmla="*/ 115 h 509"/>
                      <a:gd name="T4" fmla="*/ 195 w 403"/>
                      <a:gd name="T5" fmla="*/ 231 h 509"/>
                      <a:gd name="T6" fmla="*/ 285 w 403"/>
                      <a:gd name="T7" fmla="*/ 402 h 509"/>
                      <a:gd name="T8" fmla="*/ 342 w 403"/>
                      <a:gd name="T9" fmla="*/ 508 h 509"/>
                      <a:gd name="T10" fmla="*/ 272 w 403"/>
                      <a:gd name="T11" fmla="*/ 561 h 509"/>
                      <a:gd name="T12" fmla="*/ 147 w 403"/>
                      <a:gd name="T13" fmla="*/ 518 h 509"/>
                      <a:gd name="T14" fmla="*/ 24 w 403"/>
                      <a:gd name="T15" fmla="*/ 412 h 509"/>
                      <a:gd name="T16" fmla="*/ 0 w 403"/>
                      <a:gd name="T17" fmla="*/ 159 h 509"/>
                      <a:gd name="T18" fmla="*/ 67 w 403"/>
                      <a:gd name="T19" fmla="*/ 9 h 509"/>
                      <a:gd name="T20" fmla="*/ 163 w 403"/>
                      <a:gd name="T21" fmla="*/ 0 h 509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403"/>
                      <a:gd name="T34" fmla="*/ 0 h 509"/>
                      <a:gd name="T35" fmla="*/ 403 w 403"/>
                      <a:gd name="T36" fmla="*/ 509 h 509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403" h="509">
                        <a:moveTo>
                          <a:pt x="192" y="0"/>
                        </a:moveTo>
                        <a:lnTo>
                          <a:pt x="230" y="105"/>
                        </a:lnTo>
                        <a:lnTo>
                          <a:pt x="230" y="211"/>
                        </a:lnTo>
                        <a:lnTo>
                          <a:pt x="336" y="365"/>
                        </a:lnTo>
                        <a:lnTo>
                          <a:pt x="403" y="461"/>
                        </a:lnTo>
                        <a:lnTo>
                          <a:pt x="320" y="509"/>
                        </a:lnTo>
                        <a:lnTo>
                          <a:pt x="173" y="470"/>
                        </a:lnTo>
                        <a:lnTo>
                          <a:pt x="29" y="374"/>
                        </a:lnTo>
                        <a:lnTo>
                          <a:pt x="0" y="144"/>
                        </a:lnTo>
                        <a:lnTo>
                          <a:pt x="77" y="9"/>
                        </a:lnTo>
                        <a:lnTo>
                          <a:pt x="192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wrap="none" anchor="ctr">
                    <a:spAutoFit/>
                  </a:bodyPr>
                  <a:lstStyle/>
                  <a:p>
                    <a:pPr algn="ctr">
                      <a:defRPr/>
                    </a:pPr>
                    <a:endParaRPr lang="zh-CN" altLang="en-US" kern="0">
                      <a:solidFill>
                        <a:sysClr val="windowText" lastClr="000000"/>
                      </a:solidFill>
                      <a:ea typeface="宋体" panose="02010600030101010101" pitchFamily="2" charset="-122"/>
                    </a:endParaRPr>
                  </a:p>
                </p:txBody>
              </p:sp>
            </p:grpSp>
            <p:sp>
              <p:nvSpPr>
                <p:cNvPr id="91" name="Rectangle 140">
                  <a:extLst>
                    <a:ext uri="{FF2B5EF4-FFF2-40B4-BE49-F238E27FC236}">
                      <a16:creationId xmlns:a16="http://schemas.microsoft.com/office/drawing/2014/main" id="{9CB19A76-65E5-1D79-50AE-821EF416617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4" y="915"/>
                  <a:ext cx="1087" cy="1277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92" name="Freeform 141">
                  <a:extLst>
                    <a:ext uri="{FF2B5EF4-FFF2-40B4-BE49-F238E27FC236}">
                      <a16:creationId xmlns:a16="http://schemas.microsoft.com/office/drawing/2014/main" id="{EAA40DA2-1E77-D3CB-3F6E-DD0854A12C6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98" y="748"/>
                  <a:ext cx="658" cy="1577"/>
                </a:xfrm>
                <a:custGeom>
                  <a:avLst/>
                  <a:gdLst>
                    <a:gd name="T0" fmla="*/ 0 w 658"/>
                    <a:gd name="T1" fmla="*/ 0 h 1577"/>
                    <a:gd name="T2" fmla="*/ 83 w 658"/>
                    <a:gd name="T3" fmla="*/ 228 h 1577"/>
                    <a:gd name="T4" fmla="*/ 185 w 658"/>
                    <a:gd name="T5" fmla="*/ 404 h 1577"/>
                    <a:gd name="T6" fmla="*/ 291 w 658"/>
                    <a:gd name="T7" fmla="*/ 704 h 1577"/>
                    <a:gd name="T8" fmla="*/ 321 w 658"/>
                    <a:gd name="T9" fmla="*/ 842 h 1577"/>
                    <a:gd name="T10" fmla="*/ 423 w 658"/>
                    <a:gd name="T11" fmla="*/ 980 h 1577"/>
                    <a:gd name="T12" fmla="*/ 562 w 658"/>
                    <a:gd name="T13" fmla="*/ 1149 h 1577"/>
                    <a:gd name="T14" fmla="*/ 592 w 658"/>
                    <a:gd name="T15" fmla="*/ 1306 h 1577"/>
                    <a:gd name="T16" fmla="*/ 658 w 658"/>
                    <a:gd name="T17" fmla="*/ 1577 h 1577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658"/>
                    <a:gd name="T28" fmla="*/ 0 h 1577"/>
                    <a:gd name="T29" fmla="*/ 658 w 658"/>
                    <a:gd name="T30" fmla="*/ 1577 h 1577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658" h="1577">
                      <a:moveTo>
                        <a:pt x="0" y="0"/>
                      </a:moveTo>
                      <a:cubicBezTo>
                        <a:pt x="11" y="38"/>
                        <a:pt x="52" y="161"/>
                        <a:pt x="83" y="228"/>
                      </a:cubicBezTo>
                      <a:cubicBezTo>
                        <a:pt x="114" y="295"/>
                        <a:pt x="150" y="325"/>
                        <a:pt x="185" y="404"/>
                      </a:cubicBezTo>
                      <a:cubicBezTo>
                        <a:pt x="220" y="483"/>
                        <a:pt x="268" y="631"/>
                        <a:pt x="291" y="704"/>
                      </a:cubicBezTo>
                      <a:cubicBezTo>
                        <a:pt x="314" y="777"/>
                        <a:pt x="299" y="796"/>
                        <a:pt x="321" y="842"/>
                      </a:cubicBezTo>
                      <a:cubicBezTo>
                        <a:pt x="343" y="888"/>
                        <a:pt x="383" y="929"/>
                        <a:pt x="423" y="980"/>
                      </a:cubicBezTo>
                      <a:cubicBezTo>
                        <a:pt x="463" y="1031"/>
                        <a:pt x="534" y="1095"/>
                        <a:pt x="562" y="1149"/>
                      </a:cubicBezTo>
                      <a:cubicBezTo>
                        <a:pt x="590" y="1203"/>
                        <a:pt x="575" y="1234"/>
                        <a:pt x="592" y="1306"/>
                      </a:cubicBezTo>
                      <a:cubicBezTo>
                        <a:pt x="608" y="1377"/>
                        <a:pt x="645" y="1521"/>
                        <a:pt x="658" y="1577"/>
                      </a:cubicBezTo>
                    </a:path>
                  </a:pathLst>
                </a:cu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93" name="Line 142">
                  <a:extLst>
                    <a:ext uri="{FF2B5EF4-FFF2-40B4-BE49-F238E27FC236}">
                      <a16:creationId xmlns:a16="http://schemas.microsoft.com/office/drawing/2014/main" id="{EBBAC007-7BFE-8F66-742F-82D3318D9DE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663" y="916"/>
                  <a:ext cx="0" cy="1283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94" name="Line 143">
                  <a:extLst>
                    <a:ext uri="{FF2B5EF4-FFF2-40B4-BE49-F238E27FC236}">
                      <a16:creationId xmlns:a16="http://schemas.microsoft.com/office/drawing/2014/main" id="{85A16AA6-A622-6BFD-8650-4554A944A30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16" y="917"/>
                  <a:ext cx="98" cy="98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95" name="Line 144">
                  <a:extLst>
                    <a:ext uri="{FF2B5EF4-FFF2-40B4-BE49-F238E27FC236}">
                      <a16:creationId xmlns:a16="http://schemas.microsoft.com/office/drawing/2014/main" id="{A93096E1-368F-DEA5-16BD-BFB45E9A769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16" y="1036"/>
                  <a:ext cx="147" cy="146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96" name="Line 145">
                  <a:extLst>
                    <a:ext uri="{FF2B5EF4-FFF2-40B4-BE49-F238E27FC236}">
                      <a16:creationId xmlns:a16="http://schemas.microsoft.com/office/drawing/2014/main" id="{9A823847-E939-13D5-D1A0-3EA8D60B7CC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16" y="1212"/>
                  <a:ext cx="137" cy="137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97" name="Line 146">
                  <a:extLst>
                    <a:ext uri="{FF2B5EF4-FFF2-40B4-BE49-F238E27FC236}">
                      <a16:creationId xmlns:a16="http://schemas.microsoft.com/office/drawing/2014/main" id="{B89403E6-0B01-821A-D47B-AD47AD21ABF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16" y="1378"/>
                  <a:ext cx="137" cy="137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98" name="Line 147">
                  <a:extLst>
                    <a:ext uri="{FF2B5EF4-FFF2-40B4-BE49-F238E27FC236}">
                      <a16:creationId xmlns:a16="http://schemas.microsoft.com/office/drawing/2014/main" id="{19B84215-A9FB-AC40-4669-0573C60732D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26" y="1553"/>
                  <a:ext cx="128" cy="129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99" name="Line 148">
                  <a:extLst>
                    <a:ext uri="{FF2B5EF4-FFF2-40B4-BE49-F238E27FC236}">
                      <a16:creationId xmlns:a16="http://schemas.microsoft.com/office/drawing/2014/main" id="{DD91FCED-821D-6060-3C39-41446B48678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16" y="1730"/>
                  <a:ext cx="137" cy="137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0" name="Line 149">
                  <a:extLst>
                    <a:ext uri="{FF2B5EF4-FFF2-40B4-BE49-F238E27FC236}">
                      <a16:creationId xmlns:a16="http://schemas.microsoft.com/office/drawing/2014/main" id="{419DDADA-A758-B60E-18E3-293777F95AB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26" y="1907"/>
                  <a:ext cx="128" cy="128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1" name="Line 150">
                  <a:extLst>
                    <a:ext uri="{FF2B5EF4-FFF2-40B4-BE49-F238E27FC236}">
                      <a16:creationId xmlns:a16="http://schemas.microsoft.com/office/drawing/2014/main" id="{9B7FB5C2-456A-6590-5ACB-77005F41F4B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36" y="2073"/>
                  <a:ext cx="117" cy="118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73" name="Group 152">
                <a:extLst>
                  <a:ext uri="{FF2B5EF4-FFF2-40B4-BE49-F238E27FC236}">
                    <a16:creationId xmlns:a16="http://schemas.microsoft.com/office/drawing/2014/main" id="{88A44FF6-E22E-FB98-F2C6-46634FC2F04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20" y="2449"/>
                <a:ext cx="1063" cy="1118"/>
                <a:chOff x="520" y="2449"/>
                <a:chExt cx="1063" cy="1118"/>
              </a:xfrm>
            </p:grpSpPr>
            <p:grpSp>
              <p:nvGrpSpPr>
                <p:cNvPr id="74" name="Group 153">
                  <a:extLst>
                    <a:ext uri="{FF2B5EF4-FFF2-40B4-BE49-F238E27FC236}">
                      <a16:creationId xmlns:a16="http://schemas.microsoft.com/office/drawing/2014/main" id="{3423E603-14F7-8E17-428E-69134244606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20" y="2449"/>
                  <a:ext cx="1063" cy="1118"/>
                  <a:chOff x="520" y="2449"/>
                  <a:chExt cx="1063" cy="1118"/>
                </a:xfrm>
              </p:grpSpPr>
              <p:grpSp>
                <p:nvGrpSpPr>
                  <p:cNvPr id="80" name="Group 154">
                    <a:extLst>
                      <a:ext uri="{FF2B5EF4-FFF2-40B4-BE49-F238E27FC236}">
                        <a16:creationId xmlns:a16="http://schemas.microsoft.com/office/drawing/2014/main" id="{28DBA8E2-B412-032B-1DB1-3B15E08730C4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520" y="2449"/>
                    <a:ext cx="1063" cy="1006"/>
                    <a:chOff x="520" y="2449"/>
                    <a:chExt cx="1063" cy="1006"/>
                  </a:xfrm>
                </p:grpSpPr>
                <p:sp>
                  <p:nvSpPr>
                    <p:cNvPr id="88" name="Oval 155">
                      <a:extLst>
                        <a:ext uri="{FF2B5EF4-FFF2-40B4-BE49-F238E27FC236}">
                          <a16:creationId xmlns:a16="http://schemas.microsoft.com/office/drawing/2014/main" id="{2AFBF809-28DB-3CD9-95B0-AB51F0131FC4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20" y="2449"/>
                      <a:ext cx="1063" cy="978"/>
                    </a:xfrm>
                    <a:prstGeom prst="ellipse">
                      <a:avLst/>
                    </a:prstGeom>
                    <a:noFill/>
                    <a:ln w="381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anchor="ctr">
                      <a:spAutoFit/>
                    </a:bodyPr>
                    <a:lstStyle/>
                    <a:p>
                      <a:pPr algn="ctr">
                        <a:defRPr/>
                      </a:pPr>
                      <a:endParaRPr lang="zh-CN" altLang="en-US" kern="0">
                        <a:solidFill>
                          <a:sysClr val="windowText" lastClr="000000"/>
                        </a:solidFill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89" name="Freeform 156">
                      <a:extLst>
                        <a:ext uri="{FF2B5EF4-FFF2-40B4-BE49-F238E27FC236}">
                          <a16:creationId xmlns:a16="http://schemas.microsoft.com/office/drawing/2014/main" id="{9E15E370-62DF-89BF-DFA8-6ABC7D48D80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771" y="3317"/>
                      <a:ext cx="547" cy="138"/>
                    </a:xfrm>
                    <a:custGeom>
                      <a:avLst/>
                      <a:gdLst>
                        <a:gd name="T0" fmla="*/ 0 w 548"/>
                        <a:gd name="T1" fmla="*/ 10 h 135"/>
                        <a:gd name="T2" fmla="*/ 0 w 548"/>
                        <a:gd name="T3" fmla="*/ 78 h 135"/>
                        <a:gd name="T4" fmla="*/ 87 w 548"/>
                        <a:gd name="T5" fmla="*/ 131 h 135"/>
                        <a:gd name="T6" fmla="*/ 183 w 548"/>
                        <a:gd name="T7" fmla="*/ 150 h 135"/>
                        <a:gd name="T8" fmla="*/ 283 w 548"/>
                        <a:gd name="T9" fmla="*/ 150 h 135"/>
                        <a:gd name="T10" fmla="*/ 389 w 548"/>
                        <a:gd name="T11" fmla="*/ 150 h 135"/>
                        <a:gd name="T12" fmla="*/ 485 w 548"/>
                        <a:gd name="T13" fmla="*/ 131 h 135"/>
                        <a:gd name="T14" fmla="*/ 543 w 548"/>
                        <a:gd name="T15" fmla="*/ 78 h 135"/>
                        <a:gd name="T16" fmla="*/ 533 w 548"/>
                        <a:gd name="T17" fmla="*/ 0 h 135"/>
                        <a:gd name="T18" fmla="*/ 485 w 548"/>
                        <a:gd name="T19" fmla="*/ 44 h 135"/>
                        <a:gd name="T20" fmla="*/ 389 w 548"/>
                        <a:gd name="T21" fmla="*/ 78 h 135"/>
                        <a:gd name="T22" fmla="*/ 293 w 548"/>
                        <a:gd name="T23" fmla="*/ 63 h 135"/>
                        <a:gd name="T24" fmla="*/ 231 w 548"/>
                        <a:gd name="T25" fmla="*/ 78 h 135"/>
                        <a:gd name="T26" fmla="*/ 77 w 548"/>
                        <a:gd name="T27" fmla="*/ 44 h 135"/>
                        <a:gd name="T28" fmla="*/ 0 w 548"/>
                        <a:gd name="T29" fmla="*/ 10 h 135"/>
                        <a:gd name="T30" fmla="*/ 0 60000 65536"/>
                        <a:gd name="T31" fmla="*/ 0 60000 65536"/>
                        <a:gd name="T32" fmla="*/ 0 60000 65536"/>
                        <a:gd name="T33" fmla="*/ 0 60000 65536"/>
                        <a:gd name="T34" fmla="*/ 0 60000 65536"/>
                        <a:gd name="T35" fmla="*/ 0 60000 65536"/>
                        <a:gd name="T36" fmla="*/ 0 60000 65536"/>
                        <a:gd name="T37" fmla="*/ 0 60000 65536"/>
                        <a:gd name="T38" fmla="*/ 0 60000 65536"/>
                        <a:gd name="T39" fmla="*/ 0 60000 65536"/>
                        <a:gd name="T40" fmla="*/ 0 60000 65536"/>
                        <a:gd name="T41" fmla="*/ 0 60000 65536"/>
                        <a:gd name="T42" fmla="*/ 0 60000 65536"/>
                        <a:gd name="T43" fmla="*/ 0 60000 65536"/>
                        <a:gd name="T44" fmla="*/ 0 60000 65536"/>
                        <a:gd name="T45" fmla="*/ 0 w 548"/>
                        <a:gd name="T46" fmla="*/ 0 h 135"/>
                        <a:gd name="T47" fmla="*/ 548 w 548"/>
                        <a:gd name="T48" fmla="*/ 135 h 135"/>
                      </a:gdLst>
                      <a:ahLst/>
                      <a:cxnLst>
                        <a:cxn ang="T30">
                          <a:pos x="T0" y="T1"/>
                        </a:cxn>
                        <a:cxn ang="T31">
                          <a:pos x="T2" y="T3"/>
                        </a:cxn>
                        <a:cxn ang="T32">
                          <a:pos x="T4" y="T5"/>
                        </a:cxn>
                        <a:cxn ang="T33">
                          <a:pos x="T6" y="T7"/>
                        </a:cxn>
                        <a:cxn ang="T34">
                          <a:pos x="T8" y="T9"/>
                        </a:cxn>
                        <a:cxn ang="T35">
                          <a:pos x="T10" y="T11"/>
                        </a:cxn>
                        <a:cxn ang="T36">
                          <a:pos x="T12" y="T13"/>
                        </a:cxn>
                        <a:cxn ang="T37">
                          <a:pos x="T14" y="T15"/>
                        </a:cxn>
                        <a:cxn ang="T38">
                          <a:pos x="T16" y="T17"/>
                        </a:cxn>
                        <a:cxn ang="T39">
                          <a:pos x="T18" y="T19"/>
                        </a:cxn>
                        <a:cxn ang="T40">
                          <a:pos x="T20" y="T21"/>
                        </a:cxn>
                        <a:cxn ang="T41">
                          <a:pos x="T22" y="T23"/>
                        </a:cxn>
                        <a:cxn ang="T42">
                          <a:pos x="T24" y="T25"/>
                        </a:cxn>
                        <a:cxn ang="T43">
                          <a:pos x="T26" y="T27"/>
                        </a:cxn>
                        <a:cxn ang="T44">
                          <a:pos x="T28" y="T29"/>
                        </a:cxn>
                      </a:cxnLst>
                      <a:rect l="T45" t="T46" r="T47" b="T48"/>
                      <a:pathLst>
                        <a:path w="548" h="135">
                          <a:moveTo>
                            <a:pt x="0" y="10"/>
                          </a:moveTo>
                          <a:lnTo>
                            <a:pt x="0" y="68"/>
                          </a:lnTo>
                          <a:lnTo>
                            <a:pt x="87" y="116"/>
                          </a:lnTo>
                          <a:lnTo>
                            <a:pt x="183" y="135"/>
                          </a:lnTo>
                          <a:lnTo>
                            <a:pt x="288" y="135"/>
                          </a:lnTo>
                          <a:lnTo>
                            <a:pt x="394" y="135"/>
                          </a:lnTo>
                          <a:lnTo>
                            <a:pt x="490" y="116"/>
                          </a:lnTo>
                          <a:lnTo>
                            <a:pt x="548" y="68"/>
                          </a:lnTo>
                          <a:lnTo>
                            <a:pt x="538" y="0"/>
                          </a:lnTo>
                          <a:lnTo>
                            <a:pt x="490" y="39"/>
                          </a:lnTo>
                          <a:lnTo>
                            <a:pt x="394" y="68"/>
                          </a:lnTo>
                          <a:lnTo>
                            <a:pt x="298" y="58"/>
                          </a:lnTo>
                          <a:lnTo>
                            <a:pt x="231" y="68"/>
                          </a:lnTo>
                          <a:lnTo>
                            <a:pt x="77" y="39"/>
                          </a:lnTo>
                          <a:lnTo>
                            <a:pt x="0" y="10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</p:spPr>
                  <p:txBody>
                    <a:bodyPr wrap="none" anchor="ctr">
                      <a:spAutoFit/>
                    </a:bodyPr>
                    <a:lstStyle/>
                    <a:p>
                      <a:pPr algn="ctr">
                        <a:defRPr/>
                      </a:pPr>
                      <a:endParaRPr lang="zh-CN" altLang="en-US" kern="0">
                        <a:solidFill>
                          <a:sysClr val="windowText" lastClr="000000"/>
                        </a:solidFill>
                        <a:ea typeface="宋体" panose="02010600030101010101" pitchFamily="2" charset="-122"/>
                      </a:endParaRPr>
                    </a:p>
                  </p:txBody>
                </p:sp>
              </p:grpSp>
              <p:sp>
                <p:nvSpPr>
                  <p:cNvPr id="81" name="Line 159">
                    <a:extLst>
                      <a:ext uri="{FF2B5EF4-FFF2-40B4-BE49-F238E27FC236}">
                        <a16:creationId xmlns:a16="http://schemas.microsoft.com/office/drawing/2014/main" id="{F593E960-F2A4-D358-BD5C-A79751A7077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772" y="3358"/>
                    <a:ext cx="0" cy="209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anchor="ctr">
                    <a:spAutoFit/>
                  </a:bodyPr>
                  <a:lstStyle/>
                  <a:p>
                    <a:pPr algn="ctr">
                      <a:defRPr/>
                    </a:pPr>
                    <a:endParaRPr lang="zh-CN" altLang="en-US" kern="0">
                      <a:solidFill>
                        <a:sysClr val="windowText" lastClr="000000"/>
                      </a:solidFill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82" name="Line 160">
                    <a:extLst>
                      <a:ext uri="{FF2B5EF4-FFF2-40B4-BE49-F238E27FC236}">
                        <a16:creationId xmlns:a16="http://schemas.microsoft.com/office/drawing/2014/main" id="{736EE509-6A82-C463-DBB2-9FFB45DCD28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327" y="3357"/>
                    <a:ext cx="0" cy="205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>
                    <a:spAutoFit/>
                  </a:bodyPr>
                  <a:lstStyle/>
                  <a:p>
                    <a:pPr algn="ctr">
                      <a:defRPr/>
                    </a:pPr>
                    <a:endParaRPr lang="zh-CN" altLang="en-US" kern="0">
                      <a:solidFill>
                        <a:sysClr val="windowText" lastClr="000000"/>
                      </a:solidFill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83" name="Line 161">
                    <a:extLst>
                      <a:ext uri="{FF2B5EF4-FFF2-40B4-BE49-F238E27FC236}">
                        <a16:creationId xmlns:a16="http://schemas.microsoft.com/office/drawing/2014/main" id="{BFDEE6EA-6D53-0443-8766-2654F493A99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773" y="3552"/>
                    <a:ext cx="564" cy="0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anchor="ctr">
                    <a:spAutoFit/>
                  </a:bodyPr>
                  <a:lstStyle/>
                  <a:p>
                    <a:pPr algn="ctr">
                      <a:defRPr/>
                    </a:pPr>
                    <a:endParaRPr lang="zh-CN" altLang="en-US" kern="0">
                      <a:solidFill>
                        <a:sysClr val="windowText" lastClr="000000"/>
                      </a:solidFill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84" name="Oval 162">
                    <a:extLst>
                      <a:ext uri="{FF2B5EF4-FFF2-40B4-BE49-F238E27FC236}">
                        <a16:creationId xmlns:a16="http://schemas.microsoft.com/office/drawing/2014/main" id="{C02787A4-1A08-ECF1-EDAA-FDA31081D68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66" y="2583"/>
                    <a:ext cx="756" cy="706"/>
                  </a:xfrm>
                  <a:prstGeom prst="ellips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>
                    <a:spAutoFit/>
                  </a:bodyPr>
                  <a:lstStyle/>
                  <a:p>
                    <a:pPr algn="ctr">
                      <a:defRPr/>
                    </a:pPr>
                    <a:endParaRPr lang="zh-CN" altLang="en-US" kern="0">
                      <a:solidFill>
                        <a:sysClr val="windowText" lastClr="000000"/>
                      </a:solidFill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85" name="Line 163">
                    <a:extLst>
                      <a:ext uri="{FF2B5EF4-FFF2-40B4-BE49-F238E27FC236}">
                        <a16:creationId xmlns:a16="http://schemas.microsoft.com/office/drawing/2014/main" id="{6CCBDDEC-047C-9F3A-D343-6448BCF2C2A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887" y="3250"/>
                    <a:ext cx="0" cy="302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anchor="ctr">
                    <a:spAutoFit/>
                  </a:bodyPr>
                  <a:lstStyle/>
                  <a:p>
                    <a:pPr algn="ctr">
                      <a:defRPr/>
                    </a:pPr>
                    <a:endParaRPr lang="zh-CN" altLang="en-US" kern="0">
                      <a:solidFill>
                        <a:sysClr val="windowText" lastClr="000000"/>
                      </a:solidFill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86" name="Line 164">
                    <a:extLst>
                      <a:ext uri="{FF2B5EF4-FFF2-40B4-BE49-F238E27FC236}">
                        <a16:creationId xmlns:a16="http://schemas.microsoft.com/office/drawing/2014/main" id="{27E4E7C2-7911-6432-F777-C9051545E43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203" y="3269"/>
                    <a:ext cx="0" cy="284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>
                    <a:spAutoFit/>
                  </a:bodyPr>
                  <a:lstStyle/>
                  <a:p>
                    <a:pPr algn="ctr">
                      <a:defRPr/>
                    </a:pPr>
                    <a:endParaRPr lang="zh-CN" altLang="en-US" kern="0">
                      <a:solidFill>
                        <a:sysClr val="windowText" lastClr="000000"/>
                      </a:solidFill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87" name="Freeform 165">
                    <a:extLst>
                      <a:ext uri="{FF2B5EF4-FFF2-40B4-BE49-F238E27FC236}">
                        <a16:creationId xmlns:a16="http://schemas.microsoft.com/office/drawing/2014/main" id="{40BAA10B-2063-2BD5-BC18-3B3DA240DDB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98" y="3122"/>
                    <a:ext cx="882" cy="118"/>
                  </a:xfrm>
                  <a:custGeom>
                    <a:avLst/>
                    <a:gdLst>
                      <a:gd name="T0" fmla="*/ 0 w 883"/>
                      <a:gd name="T1" fmla="*/ 82 h 116"/>
                      <a:gd name="T2" fmla="*/ 86 w 883"/>
                      <a:gd name="T3" fmla="*/ 29 h 116"/>
                      <a:gd name="T4" fmla="*/ 268 w 883"/>
                      <a:gd name="T5" fmla="*/ 0 h 116"/>
                      <a:gd name="T6" fmla="*/ 403 w 883"/>
                      <a:gd name="T7" fmla="*/ 29 h 116"/>
                      <a:gd name="T8" fmla="*/ 590 w 883"/>
                      <a:gd name="T9" fmla="*/ 10 h 116"/>
                      <a:gd name="T10" fmla="*/ 772 w 883"/>
                      <a:gd name="T11" fmla="*/ 63 h 116"/>
                      <a:gd name="T12" fmla="*/ 878 w 883"/>
                      <a:gd name="T13" fmla="*/ 126 h 11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83"/>
                      <a:gd name="T22" fmla="*/ 0 h 116"/>
                      <a:gd name="T23" fmla="*/ 883 w 883"/>
                      <a:gd name="T24" fmla="*/ 116 h 11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83" h="116">
                        <a:moveTo>
                          <a:pt x="0" y="77"/>
                        </a:moveTo>
                        <a:cubicBezTo>
                          <a:pt x="14" y="69"/>
                          <a:pt x="42" y="42"/>
                          <a:pt x="86" y="29"/>
                        </a:cubicBezTo>
                        <a:cubicBezTo>
                          <a:pt x="130" y="16"/>
                          <a:pt x="215" y="0"/>
                          <a:pt x="268" y="0"/>
                        </a:cubicBezTo>
                        <a:cubicBezTo>
                          <a:pt x="321" y="0"/>
                          <a:pt x="349" y="27"/>
                          <a:pt x="403" y="29"/>
                        </a:cubicBezTo>
                        <a:cubicBezTo>
                          <a:pt x="457" y="31"/>
                          <a:pt x="533" y="5"/>
                          <a:pt x="595" y="10"/>
                        </a:cubicBezTo>
                        <a:cubicBezTo>
                          <a:pt x="657" y="15"/>
                          <a:pt x="729" y="40"/>
                          <a:pt x="777" y="58"/>
                        </a:cubicBezTo>
                        <a:cubicBezTo>
                          <a:pt x="825" y="76"/>
                          <a:pt x="861" y="104"/>
                          <a:pt x="883" y="116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>
                    <a:spAutoFit/>
                  </a:bodyPr>
                  <a:lstStyle/>
                  <a:p>
                    <a:pPr algn="ctr">
                      <a:defRPr/>
                    </a:pPr>
                    <a:endParaRPr lang="zh-CN" altLang="en-US" kern="0">
                      <a:solidFill>
                        <a:sysClr val="windowText" lastClr="000000"/>
                      </a:solidFill>
                      <a:ea typeface="宋体" panose="02010600030101010101" pitchFamily="2" charset="-122"/>
                    </a:endParaRPr>
                  </a:p>
                </p:txBody>
              </p:sp>
            </p:grpSp>
            <p:sp>
              <p:nvSpPr>
                <p:cNvPr id="75" name="Line 166">
                  <a:extLst>
                    <a:ext uri="{FF2B5EF4-FFF2-40B4-BE49-F238E27FC236}">
                      <a16:creationId xmlns:a16="http://schemas.microsoft.com/office/drawing/2014/main" id="{496EA7EB-A04E-75F4-4555-FB2EA392069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780" y="3445"/>
                  <a:ext cx="96" cy="98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76" name="Freeform 167">
                  <a:extLst>
                    <a:ext uri="{FF2B5EF4-FFF2-40B4-BE49-F238E27FC236}">
                      <a16:creationId xmlns:a16="http://schemas.microsoft.com/office/drawing/2014/main" id="{C627D02A-3F46-93F8-8E56-88D231AEE77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71" y="3279"/>
                  <a:ext cx="115" cy="117"/>
                </a:xfrm>
                <a:custGeom>
                  <a:avLst/>
                  <a:gdLst>
                    <a:gd name="T0" fmla="*/ 0 w 116"/>
                    <a:gd name="T1" fmla="*/ 125 h 115"/>
                    <a:gd name="T2" fmla="*/ 111 w 116"/>
                    <a:gd name="T3" fmla="*/ 0 h 115"/>
                    <a:gd name="T4" fmla="*/ 0 60000 65536"/>
                    <a:gd name="T5" fmla="*/ 0 60000 65536"/>
                    <a:gd name="T6" fmla="*/ 0 w 116"/>
                    <a:gd name="T7" fmla="*/ 0 h 115"/>
                    <a:gd name="T8" fmla="*/ 116 w 116"/>
                    <a:gd name="T9" fmla="*/ 115 h 115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116" h="115">
                      <a:moveTo>
                        <a:pt x="0" y="115"/>
                      </a:moveTo>
                      <a:lnTo>
                        <a:pt x="116" y="0"/>
                      </a:lnTo>
                    </a:path>
                  </a:pathLst>
                </a:cu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77" name="Freeform 168">
                  <a:extLst>
                    <a:ext uri="{FF2B5EF4-FFF2-40B4-BE49-F238E27FC236}">
                      <a16:creationId xmlns:a16="http://schemas.microsoft.com/office/drawing/2014/main" id="{4089E9BC-FEDE-F29E-12D4-997685CBA85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94" y="3200"/>
                  <a:ext cx="96" cy="98"/>
                </a:xfrm>
                <a:custGeom>
                  <a:avLst/>
                  <a:gdLst>
                    <a:gd name="T0" fmla="*/ 0 w 96"/>
                    <a:gd name="T1" fmla="*/ 106 h 96"/>
                    <a:gd name="T2" fmla="*/ 96 w 96"/>
                    <a:gd name="T3" fmla="*/ 0 h 96"/>
                    <a:gd name="T4" fmla="*/ 0 60000 65536"/>
                    <a:gd name="T5" fmla="*/ 0 60000 65536"/>
                    <a:gd name="T6" fmla="*/ 0 w 96"/>
                    <a:gd name="T7" fmla="*/ 0 h 96"/>
                    <a:gd name="T8" fmla="*/ 96 w 96"/>
                    <a:gd name="T9" fmla="*/ 96 h 9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96" h="96">
                      <a:moveTo>
                        <a:pt x="0" y="96"/>
                      </a:moveTo>
                      <a:lnTo>
                        <a:pt x="96" y="0"/>
                      </a:lnTo>
                    </a:path>
                  </a:pathLst>
                </a:cu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78" name="Freeform 169">
                  <a:extLst>
                    <a:ext uri="{FF2B5EF4-FFF2-40B4-BE49-F238E27FC236}">
                      <a16:creationId xmlns:a16="http://schemas.microsoft.com/office/drawing/2014/main" id="{1A46BEC7-12B2-B428-2F1F-15E027023C9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201" y="3426"/>
                  <a:ext cx="125" cy="128"/>
                </a:xfrm>
                <a:custGeom>
                  <a:avLst/>
                  <a:gdLst>
                    <a:gd name="T0" fmla="*/ 0 w 125"/>
                    <a:gd name="T1" fmla="*/ 136 h 126"/>
                    <a:gd name="T2" fmla="*/ 125 w 125"/>
                    <a:gd name="T3" fmla="*/ 0 h 126"/>
                    <a:gd name="T4" fmla="*/ 0 60000 65536"/>
                    <a:gd name="T5" fmla="*/ 0 60000 65536"/>
                    <a:gd name="T6" fmla="*/ 0 w 125"/>
                    <a:gd name="T7" fmla="*/ 0 h 126"/>
                    <a:gd name="T8" fmla="*/ 125 w 125"/>
                    <a:gd name="T9" fmla="*/ 126 h 12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125" h="126">
                      <a:moveTo>
                        <a:pt x="0" y="126"/>
                      </a:moveTo>
                      <a:lnTo>
                        <a:pt x="125" y="0"/>
                      </a:lnTo>
                    </a:path>
                  </a:pathLst>
                </a:cu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79" name="Line 170">
                  <a:extLst>
                    <a:ext uri="{FF2B5EF4-FFF2-40B4-BE49-F238E27FC236}">
                      <a16:creationId xmlns:a16="http://schemas.microsoft.com/office/drawing/2014/main" id="{63FE0732-FE27-09EE-6626-E359662E37E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201" y="3191"/>
                  <a:ext cx="201" cy="205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</p:grpSp>
        </p:grpSp>
        <p:pic>
          <p:nvPicPr>
            <p:cNvPr id="68" name="图片 67">
              <a:extLst>
                <a:ext uri="{FF2B5EF4-FFF2-40B4-BE49-F238E27FC236}">
                  <a16:creationId xmlns:a16="http://schemas.microsoft.com/office/drawing/2014/main" id="{00DD37D9-C158-B4DD-EBD7-771347FA0F2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219" t="16552" r="54785"/>
            <a:stretch/>
          </p:blipFill>
          <p:spPr>
            <a:xfrm>
              <a:off x="2137754" y="5177886"/>
              <a:ext cx="1931931" cy="282153"/>
            </a:xfrm>
            <a:prstGeom prst="rect">
              <a:avLst/>
            </a:prstGeom>
          </p:spPr>
        </p:pic>
        <p:pic>
          <p:nvPicPr>
            <p:cNvPr id="69" name="图片 68">
              <a:extLst>
                <a:ext uri="{FF2B5EF4-FFF2-40B4-BE49-F238E27FC236}">
                  <a16:creationId xmlns:a16="http://schemas.microsoft.com/office/drawing/2014/main" id="{64970E0E-AA15-F42A-DD74-A5417140B5A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077" t="26845" r="64190" b="3454"/>
            <a:stretch/>
          </p:blipFill>
          <p:spPr>
            <a:xfrm>
              <a:off x="2696066" y="2931735"/>
              <a:ext cx="895546" cy="235671"/>
            </a:xfrm>
            <a:prstGeom prst="rect">
              <a:avLst/>
            </a:prstGeom>
          </p:spPr>
        </p:pic>
        <p:pic>
          <p:nvPicPr>
            <p:cNvPr id="70" name="图片 69">
              <a:extLst>
                <a:ext uri="{FF2B5EF4-FFF2-40B4-BE49-F238E27FC236}">
                  <a16:creationId xmlns:a16="http://schemas.microsoft.com/office/drawing/2014/main" id="{CD388042-7CB0-F57B-62DB-C7491D38186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254" t="40013" r="53538" b="20955"/>
            <a:stretch/>
          </p:blipFill>
          <p:spPr>
            <a:xfrm rot="5400000">
              <a:off x="2078611" y="5349713"/>
              <a:ext cx="1951346" cy="131976"/>
            </a:xfrm>
            <a:prstGeom prst="rect">
              <a:avLst/>
            </a:prstGeom>
          </p:spPr>
        </p:pic>
        <p:pic>
          <p:nvPicPr>
            <p:cNvPr id="71" name="图片 70">
              <a:extLst>
                <a:ext uri="{FF2B5EF4-FFF2-40B4-BE49-F238E27FC236}">
                  <a16:creationId xmlns:a16="http://schemas.microsoft.com/office/drawing/2014/main" id="{0BB58016-6D3D-1BC3-FD85-36520F2B7BE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45" t="34439" r="46163" b="7013"/>
            <a:stretch/>
          </p:blipFill>
          <p:spPr>
            <a:xfrm rot="5400000">
              <a:off x="1904214" y="3026003"/>
              <a:ext cx="2271860" cy="197963"/>
            </a:xfrm>
            <a:prstGeom prst="rect">
              <a:avLst/>
            </a:prstGeom>
          </p:spPr>
        </p:pic>
      </p:grpSp>
      <p:sp>
        <p:nvSpPr>
          <p:cNvPr id="105" name="Text Box 41">
            <a:extLst>
              <a:ext uri="{FF2B5EF4-FFF2-40B4-BE49-F238E27FC236}">
                <a16:creationId xmlns:a16="http://schemas.microsoft.com/office/drawing/2014/main" id="{4C067691-AFAF-B63F-476D-D92ADEDF5B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1819" y="4973661"/>
            <a:ext cx="488950" cy="457200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×</a:t>
            </a:r>
          </a:p>
        </p:txBody>
      </p:sp>
      <p:sp>
        <p:nvSpPr>
          <p:cNvPr id="106" name="Text Box 42">
            <a:extLst>
              <a:ext uri="{FF2B5EF4-FFF2-40B4-BE49-F238E27FC236}">
                <a16:creationId xmlns:a16="http://schemas.microsoft.com/office/drawing/2014/main" id="{0B3B0775-512A-DD09-7806-0D29D36010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27044" y="2313011"/>
            <a:ext cx="488950" cy="457200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×</a:t>
            </a:r>
          </a:p>
        </p:txBody>
      </p:sp>
      <p:sp>
        <p:nvSpPr>
          <p:cNvPr id="107" name="Text Box 43">
            <a:extLst>
              <a:ext uri="{FF2B5EF4-FFF2-40B4-BE49-F238E27FC236}">
                <a16:creationId xmlns:a16="http://schemas.microsoft.com/office/drawing/2014/main" id="{3634A638-C30B-E4E5-FC19-6E4D396E1A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2069" y="1265261"/>
            <a:ext cx="488950" cy="457200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×</a:t>
            </a:r>
          </a:p>
        </p:txBody>
      </p:sp>
      <p:sp>
        <p:nvSpPr>
          <p:cNvPr id="108" name="Text Box 44">
            <a:extLst>
              <a:ext uri="{FF2B5EF4-FFF2-40B4-BE49-F238E27FC236}">
                <a16:creationId xmlns:a16="http://schemas.microsoft.com/office/drawing/2014/main" id="{AFBA6097-D3BC-330C-BDDC-12CA864790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9969" y="3605236"/>
            <a:ext cx="488950" cy="457200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×</a:t>
            </a:r>
          </a:p>
        </p:txBody>
      </p:sp>
      <p:sp>
        <p:nvSpPr>
          <p:cNvPr id="109" name="Text Box 84">
            <a:extLst>
              <a:ext uri="{FF2B5EF4-FFF2-40B4-BE49-F238E27FC236}">
                <a16:creationId xmlns:a16="http://schemas.microsoft.com/office/drawing/2014/main" id="{96236898-09AD-56D3-5F55-E6C0563B69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69490" y="5539957"/>
            <a:ext cx="90281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错误</a:t>
            </a:r>
          </a:p>
        </p:txBody>
      </p:sp>
      <p:sp>
        <p:nvSpPr>
          <p:cNvPr id="110" name="Text Box 85">
            <a:extLst>
              <a:ext uri="{FF2B5EF4-FFF2-40B4-BE49-F238E27FC236}">
                <a16:creationId xmlns:a16="http://schemas.microsoft.com/office/drawing/2014/main" id="{52481E71-6399-1E7D-8E8B-5B4FBD094E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29418" y="5539957"/>
            <a:ext cx="90281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正确</a:t>
            </a:r>
          </a:p>
        </p:txBody>
      </p:sp>
      <p:pic>
        <p:nvPicPr>
          <p:cNvPr id="111" name="Picture 173">
            <a:extLst>
              <a:ext uri="{FF2B5EF4-FFF2-40B4-BE49-F238E27FC236}">
                <a16:creationId xmlns:a16="http://schemas.microsoft.com/office/drawing/2014/main" id="{BF5A4191-C767-79C7-BF90-C1C97CBE4A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911460" y="2201268"/>
            <a:ext cx="2843212" cy="2881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12" name="组合 111">
            <a:extLst>
              <a:ext uri="{FF2B5EF4-FFF2-40B4-BE49-F238E27FC236}">
                <a16:creationId xmlns:a16="http://schemas.microsoft.com/office/drawing/2014/main" id="{63747BD2-E3CE-CD74-F281-734D08D94047}"/>
              </a:ext>
            </a:extLst>
          </p:cNvPr>
          <p:cNvGrpSpPr/>
          <p:nvPr/>
        </p:nvGrpSpPr>
        <p:grpSpPr>
          <a:xfrm>
            <a:off x="10034335" y="1642200"/>
            <a:ext cx="1931931" cy="4324099"/>
            <a:chOff x="8371432" y="2067275"/>
            <a:chExt cx="1931931" cy="4324099"/>
          </a:xfrm>
        </p:grpSpPr>
        <p:grpSp>
          <p:nvGrpSpPr>
            <p:cNvPr id="113" name="Group 172">
              <a:extLst>
                <a:ext uri="{FF2B5EF4-FFF2-40B4-BE49-F238E27FC236}">
                  <a16:creationId xmlns:a16="http://schemas.microsoft.com/office/drawing/2014/main" id="{370E1CF8-926F-E7FA-F64A-7D0895A407F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487698" y="2186431"/>
              <a:ext cx="1679575" cy="4097338"/>
              <a:chOff x="4282" y="961"/>
              <a:chExt cx="1058" cy="2581"/>
            </a:xfrm>
          </p:grpSpPr>
          <p:grpSp>
            <p:nvGrpSpPr>
              <p:cNvPr id="119" name="Group 96">
                <a:extLst>
                  <a:ext uri="{FF2B5EF4-FFF2-40B4-BE49-F238E27FC236}">
                    <a16:creationId xmlns:a16="http://schemas.microsoft.com/office/drawing/2014/main" id="{E943E1AE-6881-80A2-559A-40EFA247FA5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494" y="1295"/>
                <a:ext cx="559" cy="532"/>
                <a:chOff x="4494" y="1295"/>
                <a:chExt cx="559" cy="532"/>
              </a:xfrm>
            </p:grpSpPr>
            <p:sp>
              <p:nvSpPr>
                <p:cNvPr id="148" name="Oval 97">
                  <a:extLst>
                    <a:ext uri="{FF2B5EF4-FFF2-40B4-BE49-F238E27FC236}">
                      <a16:creationId xmlns:a16="http://schemas.microsoft.com/office/drawing/2014/main" id="{B14D2032-356F-F5E4-A6D5-703691F0779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30" y="1295"/>
                  <a:ext cx="523" cy="490"/>
                </a:xfrm>
                <a:prstGeom prst="ellipse">
                  <a:avLst/>
                </a:prstGeom>
                <a:solidFill>
                  <a:srgbClr val="FFFFFF"/>
                </a:solidFill>
                <a:ln w="381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49" name="Oval 98">
                  <a:extLst>
                    <a:ext uri="{FF2B5EF4-FFF2-40B4-BE49-F238E27FC236}">
                      <a16:creationId xmlns:a16="http://schemas.microsoft.com/office/drawing/2014/main" id="{2913EE40-5997-4D6D-1FAA-8352E102BE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40" y="1388"/>
                  <a:ext cx="300" cy="295"/>
                </a:xfrm>
                <a:prstGeom prst="ellipse">
                  <a:avLst/>
                </a:prstGeom>
                <a:solidFill>
                  <a:srgbClr val="FFFFFF"/>
                </a:solidFill>
                <a:ln w="381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50" name="Freeform 99">
                  <a:extLst>
                    <a:ext uri="{FF2B5EF4-FFF2-40B4-BE49-F238E27FC236}">
                      <a16:creationId xmlns:a16="http://schemas.microsoft.com/office/drawing/2014/main" id="{DAFA1C22-8CED-8934-47E0-D70981CD5B2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494" y="1322"/>
                  <a:ext cx="380" cy="505"/>
                </a:xfrm>
                <a:custGeom>
                  <a:avLst/>
                  <a:gdLst>
                    <a:gd name="T0" fmla="*/ 143 w 403"/>
                    <a:gd name="T1" fmla="*/ 0 h 509"/>
                    <a:gd name="T2" fmla="*/ 172 w 403"/>
                    <a:gd name="T3" fmla="*/ 100 h 509"/>
                    <a:gd name="T4" fmla="*/ 172 w 403"/>
                    <a:gd name="T5" fmla="*/ 201 h 509"/>
                    <a:gd name="T6" fmla="*/ 251 w 403"/>
                    <a:gd name="T7" fmla="*/ 350 h 509"/>
                    <a:gd name="T8" fmla="*/ 301 w 403"/>
                    <a:gd name="T9" fmla="*/ 442 h 509"/>
                    <a:gd name="T10" fmla="*/ 240 w 403"/>
                    <a:gd name="T11" fmla="*/ 489 h 509"/>
                    <a:gd name="T12" fmla="*/ 129 w 403"/>
                    <a:gd name="T13" fmla="*/ 450 h 509"/>
                    <a:gd name="T14" fmla="*/ 22 w 403"/>
                    <a:gd name="T15" fmla="*/ 359 h 509"/>
                    <a:gd name="T16" fmla="*/ 0 w 403"/>
                    <a:gd name="T17" fmla="*/ 139 h 509"/>
                    <a:gd name="T18" fmla="*/ 58 w 403"/>
                    <a:gd name="T19" fmla="*/ 9 h 509"/>
                    <a:gd name="T20" fmla="*/ 143 w 403"/>
                    <a:gd name="T21" fmla="*/ 0 h 509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403"/>
                    <a:gd name="T34" fmla="*/ 0 h 509"/>
                    <a:gd name="T35" fmla="*/ 403 w 403"/>
                    <a:gd name="T36" fmla="*/ 509 h 509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403" h="509">
                      <a:moveTo>
                        <a:pt x="192" y="0"/>
                      </a:moveTo>
                      <a:lnTo>
                        <a:pt x="230" y="105"/>
                      </a:lnTo>
                      <a:lnTo>
                        <a:pt x="230" y="211"/>
                      </a:lnTo>
                      <a:lnTo>
                        <a:pt x="336" y="365"/>
                      </a:lnTo>
                      <a:lnTo>
                        <a:pt x="403" y="461"/>
                      </a:lnTo>
                      <a:lnTo>
                        <a:pt x="320" y="509"/>
                      </a:lnTo>
                      <a:lnTo>
                        <a:pt x="173" y="470"/>
                      </a:lnTo>
                      <a:lnTo>
                        <a:pt x="29" y="374"/>
                      </a:lnTo>
                      <a:lnTo>
                        <a:pt x="0" y="144"/>
                      </a:lnTo>
                      <a:lnTo>
                        <a:pt x="77" y="9"/>
                      </a:lnTo>
                      <a:lnTo>
                        <a:pt x="192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wrap="none" anchor="ctr">
                  <a:spAutoFit/>
                </a:bodyPr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120" name="Rectangle 100">
                <a:extLst>
                  <a:ext uri="{FF2B5EF4-FFF2-40B4-BE49-F238E27FC236}">
                    <a16:creationId xmlns:a16="http://schemas.microsoft.com/office/drawing/2014/main" id="{798B4514-478E-9811-2610-D090E29938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82" y="961"/>
                <a:ext cx="1058" cy="1243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21" name="Line 101">
                <a:extLst>
                  <a:ext uri="{FF2B5EF4-FFF2-40B4-BE49-F238E27FC236}">
                    <a16:creationId xmlns:a16="http://schemas.microsoft.com/office/drawing/2014/main" id="{993C0C65-CF77-3877-2530-F7EE8ADA319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427" y="962"/>
                <a:ext cx="0" cy="1249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22" name="Line 102">
                <a:extLst>
                  <a:ext uri="{FF2B5EF4-FFF2-40B4-BE49-F238E27FC236}">
                    <a16:creationId xmlns:a16="http://schemas.microsoft.com/office/drawing/2014/main" id="{698D4EFE-D6B7-6817-6CB3-2C10027C33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84" y="963"/>
                <a:ext cx="96" cy="9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23" name="Line 103">
                <a:extLst>
                  <a:ext uri="{FF2B5EF4-FFF2-40B4-BE49-F238E27FC236}">
                    <a16:creationId xmlns:a16="http://schemas.microsoft.com/office/drawing/2014/main" id="{6B1E7D8B-7559-75FA-F39A-C16E9E1AAC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84" y="1079"/>
                <a:ext cx="143" cy="14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24" name="Line 104">
                <a:extLst>
                  <a:ext uri="{FF2B5EF4-FFF2-40B4-BE49-F238E27FC236}">
                    <a16:creationId xmlns:a16="http://schemas.microsoft.com/office/drawing/2014/main" id="{F4188189-8236-8147-E77B-3CC676AAC0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84" y="1251"/>
                <a:ext cx="133" cy="133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25" name="Line 105">
                <a:extLst>
                  <a:ext uri="{FF2B5EF4-FFF2-40B4-BE49-F238E27FC236}">
                    <a16:creationId xmlns:a16="http://schemas.microsoft.com/office/drawing/2014/main" id="{E085D5F9-705A-0CA4-DE52-CE242DE8A7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84" y="1412"/>
                <a:ext cx="133" cy="133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26" name="Line 106">
                <a:extLst>
                  <a:ext uri="{FF2B5EF4-FFF2-40B4-BE49-F238E27FC236}">
                    <a16:creationId xmlns:a16="http://schemas.microsoft.com/office/drawing/2014/main" id="{2263D659-1497-B23A-5A00-34FC1C2768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94" y="1583"/>
                <a:ext cx="124" cy="124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27" name="Line 107">
                <a:extLst>
                  <a:ext uri="{FF2B5EF4-FFF2-40B4-BE49-F238E27FC236}">
                    <a16:creationId xmlns:a16="http://schemas.microsoft.com/office/drawing/2014/main" id="{57E8C6B8-412D-CEA1-6FBA-27EF46C2DA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84" y="1754"/>
                <a:ext cx="133" cy="133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28" name="Line 108">
                <a:extLst>
                  <a:ext uri="{FF2B5EF4-FFF2-40B4-BE49-F238E27FC236}">
                    <a16:creationId xmlns:a16="http://schemas.microsoft.com/office/drawing/2014/main" id="{1283F841-D73A-2425-A298-CED1A449D8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94" y="1926"/>
                <a:ext cx="124" cy="12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29" name="Line 109">
                <a:extLst>
                  <a:ext uri="{FF2B5EF4-FFF2-40B4-BE49-F238E27FC236}">
                    <a16:creationId xmlns:a16="http://schemas.microsoft.com/office/drawing/2014/main" id="{1BA10A34-8BF8-21C0-6427-1679B49944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03" y="2089"/>
                <a:ext cx="114" cy="114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grpSp>
            <p:nvGrpSpPr>
              <p:cNvPr id="130" name="Group 111">
                <a:extLst>
                  <a:ext uri="{FF2B5EF4-FFF2-40B4-BE49-F238E27FC236}">
                    <a16:creationId xmlns:a16="http://schemas.microsoft.com/office/drawing/2014/main" id="{1E1DF503-260F-7F53-8887-8D7E1E2358E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88" y="2454"/>
                <a:ext cx="1034" cy="979"/>
                <a:chOff x="4288" y="2454"/>
                <a:chExt cx="1034" cy="979"/>
              </a:xfrm>
            </p:grpSpPr>
            <p:sp>
              <p:nvSpPr>
                <p:cNvPr id="146" name="Oval 112">
                  <a:extLst>
                    <a:ext uri="{FF2B5EF4-FFF2-40B4-BE49-F238E27FC236}">
                      <a16:creationId xmlns:a16="http://schemas.microsoft.com/office/drawing/2014/main" id="{AC34A793-8BF5-5F6A-2FEF-7B8A8D99ABB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88" y="2454"/>
                  <a:ext cx="1034" cy="952"/>
                </a:xfrm>
                <a:prstGeom prst="ellips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47" name="Freeform 113">
                  <a:extLst>
                    <a:ext uri="{FF2B5EF4-FFF2-40B4-BE49-F238E27FC236}">
                      <a16:creationId xmlns:a16="http://schemas.microsoft.com/office/drawing/2014/main" id="{2DE26306-5F13-A10E-6005-3A56C7BDFC8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32" y="3299"/>
                  <a:ext cx="532" cy="134"/>
                </a:xfrm>
                <a:custGeom>
                  <a:avLst/>
                  <a:gdLst>
                    <a:gd name="T0" fmla="*/ 0 w 548"/>
                    <a:gd name="T1" fmla="*/ 10 h 135"/>
                    <a:gd name="T2" fmla="*/ 0 w 548"/>
                    <a:gd name="T3" fmla="*/ 67 h 135"/>
                    <a:gd name="T4" fmla="*/ 76 w 548"/>
                    <a:gd name="T5" fmla="*/ 111 h 135"/>
                    <a:gd name="T6" fmla="*/ 158 w 548"/>
                    <a:gd name="T7" fmla="*/ 130 h 135"/>
                    <a:gd name="T8" fmla="*/ 249 w 548"/>
                    <a:gd name="T9" fmla="*/ 130 h 135"/>
                    <a:gd name="T10" fmla="*/ 339 w 548"/>
                    <a:gd name="T11" fmla="*/ 130 h 135"/>
                    <a:gd name="T12" fmla="*/ 423 w 548"/>
                    <a:gd name="T13" fmla="*/ 111 h 135"/>
                    <a:gd name="T14" fmla="*/ 472 w 548"/>
                    <a:gd name="T15" fmla="*/ 67 h 135"/>
                    <a:gd name="T16" fmla="*/ 464 w 548"/>
                    <a:gd name="T17" fmla="*/ 0 h 135"/>
                    <a:gd name="T18" fmla="*/ 423 w 548"/>
                    <a:gd name="T19" fmla="*/ 39 h 135"/>
                    <a:gd name="T20" fmla="*/ 339 w 548"/>
                    <a:gd name="T21" fmla="*/ 67 h 135"/>
                    <a:gd name="T22" fmla="*/ 257 w 548"/>
                    <a:gd name="T23" fmla="*/ 58 h 135"/>
                    <a:gd name="T24" fmla="*/ 199 w 548"/>
                    <a:gd name="T25" fmla="*/ 67 h 135"/>
                    <a:gd name="T26" fmla="*/ 67 w 548"/>
                    <a:gd name="T27" fmla="*/ 39 h 135"/>
                    <a:gd name="T28" fmla="*/ 0 w 548"/>
                    <a:gd name="T29" fmla="*/ 10 h 135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48"/>
                    <a:gd name="T46" fmla="*/ 0 h 135"/>
                    <a:gd name="T47" fmla="*/ 548 w 548"/>
                    <a:gd name="T48" fmla="*/ 135 h 135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48" h="135">
                      <a:moveTo>
                        <a:pt x="0" y="10"/>
                      </a:moveTo>
                      <a:lnTo>
                        <a:pt x="0" y="68"/>
                      </a:lnTo>
                      <a:lnTo>
                        <a:pt x="87" y="116"/>
                      </a:lnTo>
                      <a:lnTo>
                        <a:pt x="183" y="135"/>
                      </a:lnTo>
                      <a:lnTo>
                        <a:pt x="288" y="135"/>
                      </a:lnTo>
                      <a:lnTo>
                        <a:pt x="394" y="135"/>
                      </a:lnTo>
                      <a:lnTo>
                        <a:pt x="490" y="116"/>
                      </a:lnTo>
                      <a:lnTo>
                        <a:pt x="548" y="68"/>
                      </a:lnTo>
                      <a:lnTo>
                        <a:pt x="538" y="0"/>
                      </a:lnTo>
                      <a:lnTo>
                        <a:pt x="490" y="39"/>
                      </a:lnTo>
                      <a:lnTo>
                        <a:pt x="394" y="68"/>
                      </a:lnTo>
                      <a:lnTo>
                        <a:pt x="298" y="58"/>
                      </a:lnTo>
                      <a:lnTo>
                        <a:pt x="231" y="68"/>
                      </a:lnTo>
                      <a:lnTo>
                        <a:pt x="77" y="39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wrap="none" anchor="ctr">
                  <a:spAutoFit/>
                </a:bodyPr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131" name="Line 116">
                <a:extLst>
                  <a:ext uri="{FF2B5EF4-FFF2-40B4-BE49-F238E27FC236}">
                    <a16:creationId xmlns:a16="http://schemas.microsoft.com/office/drawing/2014/main" id="{734BD697-BFFD-1E07-8158-7856C59335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33" y="3339"/>
                <a:ext cx="0" cy="203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32" name="Line 117">
                <a:extLst>
                  <a:ext uri="{FF2B5EF4-FFF2-40B4-BE49-F238E27FC236}">
                    <a16:creationId xmlns:a16="http://schemas.microsoft.com/office/drawing/2014/main" id="{673959F0-30DC-ACA3-C196-788242E803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73" y="3338"/>
                <a:ext cx="0" cy="20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33" name="Line 118">
                <a:extLst>
                  <a:ext uri="{FF2B5EF4-FFF2-40B4-BE49-F238E27FC236}">
                    <a16:creationId xmlns:a16="http://schemas.microsoft.com/office/drawing/2014/main" id="{9C218A5A-41D3-C1A7-78F3-1A31CFE130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534" y="3528"/>
                <a:ext cx="549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34" name="Oval 119">
                <a:extLst>
                  <a:ext uri="{FF2B5EF4-FFF2-40B4-BE49-F238E27FC236}">
                    <a16:creationId xmlns:a16="http://schemas.microsoft.com/office/drawing/2014/main" id="{2171F166-FCC1-01F3-A6FA-E1F3996854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29" y="2584"/>
                <a:ext cx="737" cy="688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35" name="Line 120">
                <a:extLst>
                  <a:ext uri="{FF2B5EF4-FFF2-40B4-BE49-F238E27FC236}">
                    <a16:creationId xmlns:a16="http://schemas.microsoft.com/office/drawing/2014/main" id="{11618CE6-A462-5A6B-8A8E-6FDDF36F16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44" y="3234"/>
                <a:ext cx="0" cy="29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36" name="Line 121">
                <a:extLst>
                  <a:ext uri="{FF2B5EF4-FFF2-40B4-BE49-F238E27FC236}">
                    <a16:creationId xmlns:a16="http://schemas.microsoft.com/office/drawing/2014/main" id="{29D77557-8AAB-1FBD-F031-15BEBCEA92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53" y="3252"/>
                <a:ext cx="0" cy="27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37" name="Line 122">
                <a:extLst>
                  <a:ext uri="{FF2B5EF4-FFF2-40B4-BE49-F238E27FC236}">
                    <a16:creationId xmlns:a16="http://schemas.microsoft.com/office/drawing/2014/main" id="{30AB1C03-5271-C656-C2EE-EEBC7485A4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541" y="3423"/>
                <a:ext cx="93" cy="9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38" name="Freeform 123">
                <a:extLst>
                  <a:ext uri="{FF2B5EF4-FFF2-40B4-BE49-F238E27FC236}">
                    <a16:creationId xmlns:a16="http://schemas.microsoft.com/office/drawing/2014/main" id="{C1AEE832-53B5-F5E9-2DB8-6301AD8A9B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31" y="3262"/>
                <a:ext cx="113" cy="114"/>
              </a:xfrm>
              <a:custGeom>
                <a:avLst/>
                <a:gdLst>
                  <a:gd name="T0" fmla="*/ 0 w 116"/>
                  <a:gd name="T1" fmla="*/ 110 h 115"/>
                  <a:gd name="T2" fmla="*/ 101 w 116"/>
                  <a:gd name="T3" fmla="*/ 0 h 115"/>
                  <a:gd name="T4" fmla="*/ 0 60000 65536"/>
                  <a:gd name="T5" fmla="*/ 0 60000 65536"/>
                  <a:gd name="T6" fmla="*/ 0 w 116"/>
                  <a:gd name="T7" fmla="*/ 0 h 115"/>
                  <a:gd name="T8" fmla="*/ 116 w 116"/>
                  <a:gd name="T9" fmla="*/ 115 h 115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16" h="115">
                    <a:moveTo>
                      <a:pt x="0" y="115"/>
                    </a:moveTo>
                    <a:lnTo>
                      <a:pt x="116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39" name="Freeform 124">
                <a:extLst>
                  <a:ext uri="{FF2B5EF4-FFF2-40B4-BE49-F238E27FC236}">
                    <a16:creationId xmlns:a16="http://schemas.microsoft.com/office/drawing/2014/main" id="{6C2C4BDD-409C-B8F4-C623-B23A6C115A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57" y="3186"/>
                <a:ext cx="93" cy="95"/>
              </a:xfrm>
              <a:custGeom>
                <a:avLst/>
                <a:gdLst>
                  <a:gd name="T0" fmla="*/ 0 w 96"/>
                  <a:gd name="T1" fmla="*/ 91 h 96"/>
                  <a:gd name="T2" fmla="*/ 81 w 96"/>
                  <a:gd name="T3" fmla="*/ 0 h 96"/>
                  <a:gd name="T4" fmla="*/ 0 60000 65536"/>
                  <a:gd name="T5" fmla="*/ 0 60000 65536"/>
                  <a:gd name="T6" fmla="*/ 0 w 96"/>
                  <a:gd name="T7" fmla="*/ 0 h 96"/>
                  <a:gd name="T8" fmla="*/ 96 w 96"/>
                  <a:gd name="T9" fmla="*/ 96 h 9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6" h="96">
                    <a:moveTo>
                      <a:pt x="0" y="96"/>
                    </a:moveTo>
                    <a:lnTo>
                      <a:pt x="96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40" name="Freeform 125">
                <a:extLst>
                  <a:ext uri="{FF2B5EF4-FFF2-40B4-BE49-F238E27FC236}">
                    <a16:creationId xmlns:a16="http://schemas.microsoft.com/office/drawing/2014/main" id="{82E4989F-892D-C67F-DF83-5A78F2198A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50" y="3405"/>
                <a:ext cx="122" cy="124"/>
              </a:xfrm>
              <a:custGeom>
                <a:avLst/>
                <a:gdLst>
                  <a:gd name="T0" fmla="*/ 0 w 125"/>
                  <a:gd name="T1" fmla="*/ 116 h 126"/>
                  <a:gd name="T2" fmla="*/ 110 w 125"/>
                  <a:gd name="T3" fmla="*/ 0 h 126"/>
                  <a:gd name="T4" fmla="*/ 0 60000 65536"/>
                  <a:gd name="T5" fmla="*/ 0 60000 65536"/>
                  <a:gd name="T6" fmla="*/ 0 w 125"/>
                  <a:gd name="T7" fmla="*/ 0 h 126"/>
                  <a:gd name="T8" fmla="*/ 125 w 125"/>
                  <a:gd name="T9" fmla="*/ 126 h 12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25" h="126">
                    <a:moveTo>
                      <a:pt x="0" y="126"/>
                    </a:moveTo>
                    <a:lnTo>
                      <a:pt x="125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41" name="Line 126">
                <a:extLst>
                  <a:ext uri="{FF2B5EF4-FFF2-40B4-BE49-F238E27FC236}">
                    <a16:creationId xmlns:a16="http://schemas.microsoft.com/office/drawing/2014/main" id="{8BC2063B-C821-8A34-5382-03D2609873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950" y="3176"/>
                <a:ext cx="197" cy="20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42" name="Freeform 128">
                <a:extLst>
                  <a:ext uri="{FF2B5EF4-FFF2-40B4-BE49-F238E27FC236}">
                    <a16:creationId xmlns:a16="http://schemas.microsoft.com/office/drawing/2014/main" id="{C6A865AC-EA8C-C7B8-41EC-71937718AD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16" y="963"/>
                <a:ext cx="207" cy="450"/>
              </a:xfrm>
              <a:custGeom>
                <a:avLst/>
                <a:gdLst>
                  <a:gd name="T0" fmla="*/ 207 w 207"/>
                  <a:gd name="T1" fmla="*/ 450 h 450"/>
                  <a:gd name="T2" fmla="*/ 169 w 207"/>
                  <a:gd name="T3" fmla="*/ 366 h 450"/>
                  <a:gd name="T4" fmla="*/ 148 w 207"/>
                  <a:gd name="T5" fmla="*/ 233 h 450"/>
                  <a:gd name="T6" fmla="*/ 49 w 207"/>
                  <a:gd name="T7" fmla="*/ 162 h 450"/>
                  <a:gd name="T8" fmla="*/ 0 w 207"/>
                  <a:gd name="T9" fmla="*/ 0 h 4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07"/>
                  <a:gd name="T16" fmla="*/ 0 h 450"/>
                  <a:gd name="T17" fmla="*/ 207 w 207"/>
                  <a:gd name="T18" fmla="*/ 450 h 4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07" h="450">
                    <a:moveTo>
                      <a:pt x="207" y="450"/>
                    </a:moveTo>
                    <a:cubicBezTo>
                      <a:pt x="201" y="437"/>
                      <a:pt x="179" y="402"/>
                      <a:pt x="169" y="366"/>
                    </a:cubicBezTo>
                    <a:cubicBezTo>
                      <a:pt x="159" y="330"/>
                      <a:pt x="168" y="267"/>
                      <a:pt x="148" y="233"/>
                    </a:cubicBezTo>
                    <a:cubicBezTo>
                      <a:pt x="128" y="199"/>
                      <a:pt x="74" y="201"/>
                      <a:pt x="49" y="162"/>
                    </a:cubicBezTo>
                    <a:cubicBezTo>
                      <a:pt x="25" y="124"/>
                      <a:pt x="8" y="27"/>
                      <a:pt x="0" y="0"/>
                    </a:cubicBez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43" name="Freeform 129">
                <a:extLst>
                  <a:ext uri="{FF2B5EF4-FFF2-40B4-BE49-F238E27FC236}">
                    <a16:creationId xmlns:a16="http://schemas.microsoft.com/office/drawing/2014/main" id="{928DF133-09E9-1F08-3967-5D4A6A18C1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27" y="1670"/>
                <a:ext cx="296" cy="522"/>
              </a:xfrm>
              <a:custGeom>
                <a:avLst/>
                <a:gdLst>
                  <a:gd name="T0" fmla="*/ 0 w 252"/>
                  <a:gd name="T1" fmla="*/ 0 h 444"/>
                  <a:gd name="T2" fmla="*/ 133 w 252"/>
                  <a:gd name="T3" fmla="*/ 203 h 444"/>
                  <a:gd name="T4" fmla="*/ 242 w 252"/>
                  <a:gd name="T5" fmla="*/ 283 h 444"/>
                  <a:gd name="T6" fmla="*/ 308 w 252"/>
                  <a:gd name="T7" fmla="*/ 459 h 444"/>
                  <a:gd name="T8" fmla="*/ 471 w 252"/>
                  <a:gd name="T9" fmla="*/ 687 h 444"/>
                  <a:gd name="T10" fmla="*/ 483 w 252"/>
                  <a:gd name="T11" fmla="*/ 916 h 444"/>
                  <a:gd name="T12" fmla="*/ 564 w 252"/>
                  <a:gd name="T13" fmla="*/ 998 h 44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52"/>
                  <a:gd name="T22" fmla="*/ 0 h 444"/>
                  <a:gd name="T23" fmla="*/ 252 w 252"/>
                  <a:gd name="T24" fmla="*/ 444 h 44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52" h="444">
                    <a:moveTo>
                      <a:pt x="0" y="0"/>
                    </a:moveTo>
                    <a:cubicBezTo>
                      <a:pt x="21" y="34"/>
                      <a:pt x="42" y="69"/>
                      <a:pt x="60" y="90"/>
                    </a:cubicBezTo>
                    <a:cubicBezTo>
                      <a:pt x="78" y="111"/>
                      <a:pt x="95" y="107"/>
                      <a:pt x="108" y="126"/>
                    </a:cubicBezTo>
                    <a:cubicBezTo>
                      <a:pt x="121" y="145"/>
                      <a:pt x="121" y="174"/>
                      <a:pt x="138" y="204"/>
                    </a:cubicBezTo>
                    <a:cubicBezTo>
                      <a:pt x="155" y="234"/>
                      <a:pt x="197" y="272"/>
                      <a:pt x="210" y="306"/>
                    </a:cubicBezTo>
                    <a:cubicBezTo>
                      <a:pt x="223" y="340"/>
                      <a:pt x="209" y="385"/>
                      <a:pt x="216" y="408"/>
                    </a:cubicBezTo>
                    <a:cubicBezTo>
                      <a:pt x="223" y="431"/>
                      <a:pt x="237" y="437"/>
                      <a:pt x="252" y="444"/>
                    </a:cubicBez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44" name="Freeform 130">
                <a:extLst>
                  <a:ext uri="{FF2B5EF4-FFF2-40B4-BE49-F238E27FC236}">
                    <a16:creationId xmlns:a16="http://schemas.microsoft.com/office/drawing/2014/main" id="{83998B32-CAD4-B71E-7C7A-0F678DD85B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8" y="3139"/>
                <a:ext cx="148" cy="49"/>
              </a:xfrm>
              <a:custGeom>
                <a:avLst/>
                <a:gdLst>
                  <a:gd name="T0" fmla="*/ 0 w 126"/>
                  <a:gd name="T1" fmla="*/ 0 h 42"/>
                  <a:gd name="T2" fmla="*/ 94 w 126"/>
                  <a:gd name="T3" fmla="*/ 77 h 42"/>
                  <a:gd name="T4" fmla="*/ 188 w 126"/>
                  <a:gd name="T5" fmla="*/ 65 h 42"/>
                  <a:gd name="T6" fmla="*/ 282 w 126"/>
                  <a:gd name="T7" fmla="*/ 90 h 4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6"/>
                  <a:gd name="T13" fmla="*/ 0 h 42"/>
                  <a:gd name="T14" fmla="*/ 126 w 126"/>
                  <a:gd name="T15" fmla="*/ 42 h 4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6" h="42">
                    <a:moveTo>
                      <a:pt x="0" y="0"/>
                    </a:moveTo>
                    <a:cubicBezTo>
                      <a:pt x="7" y="7"/>
                      <a:pt x="28" y="31"/>
                      <a:pt x="42" y="36"/>
                    </a:cubicBezTo>
                    <a:cubicBezTo>
                      <a:pt x="56" y="41"/>
                      <a:pt x="70" y="29"/>
                      <a:pt x="84" y="30"/>
                    </a:cubicBezTo>
                    <a:cubicBezTo>
                      <a:pt x="98" y="31"/>
                      <a:pt x="117" y="40"/>
                      <a:pt x="126" y="42"/>
                    </a:cubicBez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45" name="Freeform 131">
                <a:extLst>
                  <a:ext uri="{FF2B5EF4-FFF2-40B4-BE49-F238E27FC236}">
                    <a16:creationId xmlns:a16="http://schemas.microsoft.com/office/drawing/2014/main" id="{FF851587-B79D-5ECC-B720-7739325128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89" y="3110"/>
                <a:ext cx="85" cy="106"/>
              </a:xfrm>
              <a:custGeom>
                <a:avLst/>
                <a:gdLst>
                  <a:gd name="T0" fmla="*/ 164 w 72"/>
                  <a:gd name="T1" fmla="*/ 0 h 90"/>
                  <a:gd name="T2" fmla="*/ 98 w 72"/>
                  <a:gd name="T3" fmla="*/ 67 h 90"/>
                  <a:gd name="T4" fmla="*/ 98 w 72"/>
                  <a:gd name="T5" fmla="*/ 150 h 90"/>
                  <a:gd name="T6" fmla="*/ 0 w 72"/>
                  <a:gd name="T7" fmla="*/ 204 h 9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2"/>
                  <a:gd name="T13" fmla="*/ 0 h 90"/>
                  <a:gd name="T14" fmla="*/ 72 w 72"/>
                  <a:gd name="T15" fmla="*/ 90 h 9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2" h="90">
                    <a:moveTo>
                      <a:pt x="72" y="0"/>
                    </a:moveTo>
                    <a:cubicBezTo>
                      <a:pt x="59" y="9"/>
                      <a:pt x="47" y="19"/>
                      <a:pt x="42" y="30"/>
                    </a:cubicBezTo>
                    <a:cubicBezTo>
                      <a:pt x="37" y="41"/>
                      <a:pt x="49" y="56"/>
                      <a:pt x="42" y="66"/>
                    </a:cubicBezTo>
                    <a:cubicBezTo>
                      <a:pt x="35" y="76"/>
                      <a:pt x="7" y="86"/>
                      <a:pt x="0" y="90"/>
                    </a:cubicBez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14" name="组合 113">
              <a:extLst>
                <a:ext uri="{FF2B5EF4-FFF2-40B4-BE49-F238E27FC236}">
                  <a16:creationId xmlns:a16="http://schemas.microsoft.com/office/drawing/2014/main" id="{99B6DA5D-C934-2E61-0F21-2EF33C80A2EE}"/>
                </a:ext>
              </a:extLst>
            </p:cNvPr>
            <p:cNvGrpSpPr/>
            <p:nvPr/>
          </p:nvGrpSpPr>
          <p:grpSpPr>
            <a:xfrm>
              <a:off x="8371432" y="2067275"/>
              <a:ext cx="1931931" cy="4324099"/>
              <a:chOff x="2137754" y="2067275"/>
              <a:chExt cx="1931931" cy="4324099"/>
            </a:xfrm>
          </p:grpSpPr>
          <p:pic>
            <p:nvPicPr>
              <p:cNvPr id="115" name="图片 114">
                <a:extLst>
                  <a:ext uri="{FF2B5EF4-FFF2-40B4-BE49-F238E27FC236}">
                    <a16:creationId xmlns:a16="http://schemas.microsoft.com/office/drawing/2014/main" id="{5A64151A-4B10-F5BC-83FB-3239658CB7A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4219" t="16552" r="54785"/>
              <a:stretch/>
            </p:blipFill>
            <p:spPr>
              <a:xfrm>
                <a:off x="2137754" y="5177886"/>
                <a:ext cx="1931931" cy="282153"/>
              </a:xfrm>
              <a:prstGeom prst="rect">
                <a:avLst/>
              </a:prstGeom>
            </p:spPr>
          </p:pic>
          <p:pic>
            <p:nvPicPr>
              <p:cNvPr id="116" name="图片 115">
                <a:extLst>
                  <a:ext uri="{FF2B5EF4-FFF2-40B4-BE49-F238E27FC236}">
                    <a16:creationId xmlns:a16="http://schemas.microsoft.com/office/drawing/2014/main" id="{4EE48F8B-FEC7-5E55-DDFA-9A58A1033A2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6077" t="26845" r="64190" b="3454"/>
              <a:stretch/>
            </p:blipFill>
            <p:spPr>
              <a:xfrm>
                <a:off x="2696066" y="3009955"/>
                <a:ext cx="895546" cy="235671"/>
              </a:xfrm>
              <a:prstGeom prst="rect">
                <a:avLst/>
              </a:prstGeom>
            </p:spPr>
          </p:pic>
          <p:pic>
            <p:nvPicPr>
              <p:cNvPr id="117" name="图片 116">
                <a:extLst>
                  <a:ext uri="{FF2B5EF4-FFF2-40B4-BE49-F238E27FC236}">
                    <a16:creationId xmlns:a16="http://schemas.microsoft.com/office/drawing/2014/main" id="{80F777D6-EEE0-6668-0D55-282756D962D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5254" t="40013" r="53538" b="20955"/>
              <a:stretch/>
            </p:blipFill>
            <p:spPr>
              <a:xfrm rot="5400000">
                <a:off x="2078611" y="5349713"/>
                <a:ext cx="1951346" cy="131976"/>
              </a:xfrm>
              <a:prstGeom prst="rect">
                <a:avLst/>
              </a:prstGeom>
            </p:spPr>
          </p:pic>
          <p:pic>
            <p:nvPicPr>
              <p:cNvPr id="118" name="图片 117">
                <a:extLst>
                  <a:ext uri="{FF2B5EF4-FFF2-40B4-BE49-F238E27FC236}">
                    <a16:creationId xmlns:a16="http://schemas.microsoft.com/office/drawing/2014/main" id="{16BABF46-EEF1-2754-3530-ED496731FFF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9145" t="34439" r="46163" b="7013"/>
              <a:stretch/>
            </p:blipFill>
            <p:spPr>
              <a:xfrm rot="5400000">
                <a:off x="1904214" y="3104223"/>
                <a:ext cx="2271860" cy="197963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83104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75"/>
                                        <p:tgtEl>
                                          <p:spTgt spid="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75"/>
                                        <p:tgtEl>
                                          <p:spTgt spid="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75"/>
                                        <p:tgtEl>
                                          <p:spTgt spid="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75"/>
                                        <p:tgtEl>
                                          <p:spTgt spid="1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9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" grpId="0" build="p" autoUpdateAnimBg="0"/>
      <p:bldP spid="106" grpId="0" build="p" autoUpdateAnimBg="0"/>
      <p:bldP spid="107" grpId="0" build="p" autoUpdateAnimBg="0"/>
      <p:bldP spid="108" grpId="0" build="p" autoUpdateAnimBg="0"/>
      <p:bldP spid="109" grpId="0"/>
      <p:bldP spid="110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5B428C-DF01-3C61-7EC2-7A0012CC1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>
            <a:extLst>
              <a:ext uri="{FF2B5EF4-FFF2-40B4-BE49-F238E27FC236}">
                <a16:creationId xmlns:a16="http://schemas.microsoft.com/office/drawing/2014/main" id="{29ABDF4B-9635-40E5-128B-BC68D4445D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19" y="412176"/>
            <a:ext cx="2358338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10.2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剖视图</a:t>
            </a:r>
          </a:p>
        </p:txBody>
      </p:sp>
      <p:sp>
        <p:nvSpPr>
          <p:cNvPr id="16" name="灯片编号占位符 3">
            <a:extLst>
              <a:ext uri="{FF2B5EF4-FFF2-40B4-BE49-F238E27FC236}">
                <a16:creationId xmlns:a16="http://schemas.microsoft.com/office/drawing/2014/main" id="{6FBD089B-506E-A866-339D-F8828EE88D49}"/>
              </a:ext>
            </a:extLst>
          </p:cNvPr>
          <p:cNvSpPr txBox="1">
            <a:spLocks/>
          </p:cNvSpPr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  <a:pPr/>
              <a:t>44</a:t>
            </a:fld>
            <a:endParaRPr lang="en-US" altLang="zh-CN" dirty="0"/>
          </a:p>
        </p:txBody>
      </p:sp>
      <p:sp>
        <p:nvSpPr>
          <p:cNvPr id="2" name="Text Box 87">
            <a:extLst>
              <a:ext uri="{FF2B5EF4-FFF2-40B4-BE49-F238E27FC236}">
                <a16:creationId xmlns:a16="http://schemas.microsoft.com/office/drawing/2014/main" id="{1F0F2497-0DAA-AAE3-15BA-3395C84D8C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376" y="1268089"/>
            <a:ext cx="244169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fontAlgn="base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剖视图种类</a:t>
            </a:r>
          </a:p>
        </p:txBody>
      </p:sp>
      <p:sp>
        <p:nvSpPr>
          <p:cNvPr id="3" name="Text Box 47">
            <a:extLst>
              <a:ext uri="{FF2B5EF4-FFF2-40B4-BE49-F238E27FC236}">
                <a16:creationId xmlns:a16="http://schemas.microsoft.com/office/drawing/2014/main" id="{D09C59E3-D581-B13B-8F9D-E713CBCF78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376" y="1831614"/>
            <a:ext cx="4302781" cy="461665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(1.3) </a:t>
            </a:r>
            <a:r>
              <a:rPr lang="zh-CN" altLang="en-US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单一剖切面：局部剖视图</a:t>
            </a:r>
          </a:p>
        </p:txBody>
      </p:sp>
      <p:sp>
        <p:nvSpPr>
          <p:cNvPr id="4" name="Text Box 47">
            <a:extLst>
              <a:ext uri="{FF2B5EF4-FFF2-40B4-BE49-F238E27FC236}">
                <a16:creationId xmlns:a16="http://schemas.microsoft.com/office/drawing/2014/main" id="{EAA562E5-0792-F9D8-6A80-371EBAD5C3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6910" y="2447700"/>
            <a:ext cx="2441694" cy="830997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局部剖视图应注意的问题</a:t>
            </a: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1C633D47-43F3-9C9B-C06F-4CCFDED968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7787" y="3429000"/>
            <a:ext cx="2639941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just"/>
            <a:r>
              <a:rPr kumimoji="1"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② 波浪线不能穿空而过，也不能超出视图的轮廓线</a:t>
            </a:r>
          </a:p>
        </p:txBody>
      </p:sp>
      <p:sp>
        <p:nvSpPr>
          <p:cNvPr id="6" name="Text Box 78">
            <a:extLst>
              <a:ext uri="{FF2B5EF4-FFF2-40B4-BE49-F238E27FC236}">
                <a16:creationId xmlns:a16="http://schemas.microsoft.com/office/drawing/2014/main" id="{F73B322F-DCB5-C9BF-3BCA-B353E0351B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73056" y="5755085"/>
            <a:ext cx="90281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错误</a:t>
            </a:r>
          </a:p>
        </p:txBody>
      </p:sp>
      <p:sp>
        <p:nvSpPr>
          <p:cNvPr id="7" name="Text Box 79">
            <a:extLst>
              <a:ext uri="{FF2B5EF4-FFF2-40B4-BE49-F238E27FC236}">
                <a16:creationId xmlns:a16="http://schemas.microsoft.com/office/drawing/2014/main" id="{FF517AEA-F426-94B2-DF3B-63576C3DE4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01492" y="5735947"/>
            <a:ext cx="90281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正确</a:t>
            </a:r>
          </a:p>
        </p:txBody>
      </p:sp>
      <p:sp>
        <p:nvSpPr>
          <p:cNvPr id="8" name="Text Box 82">
            <a:extLst>
              <a:ext uri="{FF2B5EF4-FFF2-40B4-BE49-F238E27FC236}">
                <a16:creationId xmlns:a16="http://schemas.microsoft.com/office/drawing/2014/main" id="{EB2B7644-4127-997F-E853-C640BB577C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2958" y="4615260"/>
            <a:ext cx="485775" cy="457200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×</a:t>
            </a:r>
          </a:p>
        </p:txBody>
      </p:sp>
      <p:pic>
        <p:nvPicPr>
          <p:cNvPr id="9" name="Picture 88">
            <a:extLst>
              <a:ext uri="{FF2B5EF4-FFF2-40B4-BE49-F238E27FC236}">
                <a16:creationId xmlns:a16="http://schemas.microsoft.com/office/drawing/2014/main" id="{EF9741ED-3E0D-2D28-C324-93D36D5E0C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061165" y="3979609"/>
            <a:ext cx="2596977" cy="2207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89">
            <a:extLst>
              <a:ext uri="{FF2B5EF4-FFF2-40B4-BE49-F238E27FC236}">
                <a16:creationId xmlns:a16="http://schemas.microsoft.com/office/drawing/2014/main" id="{83239462-1ECF-3351-F5D1-FCC0312196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052216" y="1157092"/>
            <a:ext cx="2445951" cy="26046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1" name="组合 10">
            <a:extLst>
              <a:ext uri="{FF2B5EF4-FFF2-40B4-BE49-F238E27FC236}">
                <a16:creationId xmlns:a16="http://schemas.microsoft.com/office/drawing/2014/main" id="{5BEAE52D-7226-4448-ED3B-82DB1656A4C4}"/>
              </a:ext>
            </a:extLst>
          </p:cNvPr>
          <p:cNvGrpSpPr/>
          <p:nvPr/>
        </p:nvGrpSpPr>
        <p:grpSpPr>
          <a:xfrm>
            <a:off x="9967476" y="1233682"/>
            <a:ext cx="1931931" cy="4324099"/>
            <a:chOff x="8399156" y="976536"/>
            <a:chExt cx="1931931" cy="4324099"/>
          </a:xfrm>
        </p:grpSpPr>
        <p:grpSp>
          <p:nvGrpSpPr>
            <p:cNvPr id="12" name="Group 87">
              <a:extLst>
                <a:ext uri="{FF2B5EF4-FFF2-40B4-BE49-F238E27FC236}">
                  <a16:creationId xmlns:a16="http://schemas.microsoft.com/office/drawing/2014/main" id="{4837E769-01D7-1F31-CA6B-1216D89AB71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488285" y="1078250"/>
              <a:ext cx="1690688" cy="4152900"/>
              <a:chOff x="4215" y="631"/>
              <a:chExt cx="1065" cy="2616"/>
            </a:xfrm>
          </p:grpSpPr>
          <p:grpSp>
            <p:nvGrpSpPr>
              <p:cNvPr id="19" name="Group 85">
                <a:extLst>
                  <a:ext uri="{FF2B5EF4-FFF2-40B4-BE49-F238E27FC236}">
                    <a16:creationId xmlns:a16="http://schemas.microsoft.com/office/drawing/2014/main" id="{B493E0DA-C62D-0E1E-E5D8-BCED3593269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15" y="2150"/>
                <a:ext cx="1065" cy="987"/>
                <a:chOff x="4215" y="2150"/>
                <a:chExt cx="1065" cy="987"/>
              </a:xfrm>
            </p:grpSpPr>
            <p:sp>
              <p:nvSpPr>
                <p:cNvPr id="50" name="Oval 4">
                  <a:extLst>
                    <a:ext uri="{FF2B5EF4-FFF2-40B4-BE49-F238E27FC236}">
                      <a16:creationId xmlns:a16="http://schemas.microsoft.com/office/drawing/2014/main" id="{8AE6F174-CB08-8BA8-70C3-F9B4FEF1A59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5" y="2150"/>
                  <a:ext cx="1065" cy="960"/>
                </a:xfrm>
                <a:prstGeom prst="ellips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1" name="Freeform 5">
                  <a:extLst>
                    <a:ext uri="{FF2B5EF4-FFF2-40B4-BE49-F238E27FC236}">
                      <a16:creationId xmlns:a16="http://schemas.microsoft.com/office/drawing/2014/main" id="{610753A5-45CA-55FF-8AD3-BEA83D072DC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466" y="3002"/>
                  <a:ext cx="548" cy="135"/>
                </a:xfrm>
                <a:custGeom>
                  <a:avLst/>
                  <a:gdLst>
                    <a:gd name="T0" fmla="*/ 0 w 548"/>
                    <a:gd name="T1" fmla="*/ 10 h 135"/>
                    <a:gd name="T2" fmla="*/ 0 w 548"/>
                    <a:gd name="T3" fmla="*/ 68 h 135"/>
                    <a:gd name="T4" fmla="*/ 87 w 548"/>
                    <a:gd name="T5" fmla="*/ 116 h 135"/>
                    <a:gd name="T6" fmla="*/ 183 w 548"/>
                    <a:gd name="T7" fmla="*/ 135 h 135"/>
                    <a:gd name="T8" fmla="*/ 288 w 548"/>
                    <a:gd name="T9" fmla="*/ 135 h 135"/>
                    <a:gd name="T10" fmla="*/ 394 w 548"/>
                    <a:gd name="T11" fmla="*/ 135 h 135"/>
                    <a:gd name="T12" fmla="*/ 490 w 548"/>
                    <a:gd name="T13" fmla="*/ 116 h 135"/>
                    <a:gd name="T14" fmla="*/ 548 w 548"/>
                    <a:gd name="T15" fmla="*/ 68 h 135"/>
                    <a:gd name="T16" fmla="*/ 538 w 548"/>
                    <a:gd name="T17" fmla="*/ 0 h 135"/>
                    <a:gd name="T18" fmla="*/ 490 w 548"/>
                    <a:gd name="T19" fmla="*/ 39 h 135"/>
                    <a:gd name="T20" fmla="*/ 394 w 548"/>
                    <a:gd name="T21" fmla="*/ 68 h 135"/>
                    <a:gd name="T22" fmla="*/ 298 w 548"/>
                    <a:gd name="T23" fmla="*/ 58 h 135"/>
                    <a:gd name="T24" fmla="*/ 231 w 548"/>
                    <a:gd name="T25" fmla="*/ 68 h 135"/>
                    <a:gd name="T26" fmla="*/ 77 w 548"/>
                    <a:gd name="T27" fmla="*/ 39 h 135"/>
                    <a:gd name="T28" fmla="*/ 0 w 548"/>
                    <a:gd name="T29" fmla="*/ 10 h 135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48"/>
                    <a:gd name="T46" fmla="*/ 0 h 135"/>
                    <a:gd name="T47" fmla="*/ 548 w 548"/>
                    <a:gd name="T48" fmla="*/ 135 h 135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48" h="135">
                      <a:moveTo>
                        <a:pt x="0" y="10"/>
                      </a:moveTo>
                      <a:lnTo>
                        <a:pt x="0" y="68"/>
                      </a:lnTo>
                      <a:lnTo>
                        <a:pt x="87" y="116"/>
                      </a:lnTo>
                      <a:lnTo>
                        <a:pt x="183" y="135"/>
                      </a:lnTo>
                      <a:lnTo>
                        <a:pt x="288" y="135"/>
                      </a:lnTo>
                      <a:lnTo>
                        <a:pt x="394" y="135"/>
                      </a:lnTo>
                      <a:lnTo>
                        <a:pt x="490" y="116"/>
                      </a:lnTo>
                      <a:lnTo>
                        <a:pt x="548" y="68"/>
                      </a:lnTo>
                      <a:lnTo>
                        <a:pt x="538" y="0"/>
                      </a:lnTo>
                      <a:lnTo>
                        <a:pt x="490" y="39"/>
                      </a:lnTo>
                      <a:lnTo>
                        <a:pt x="394" y="68"/>
                      </a:lnTo>
                      <a:lnTo>
                        <a:pt x="298" y="58"/>
                      </a:lnTo>
                      <a:lnTo>
                        <a:pt x="231" y="68"/>
                      </a:lnTo>
                      <a:lnTo>
                        <a:pt x="77" y="39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wrap="none" anchor="ctr">
                  <a:spAutoFit/>
                </a:bodyPr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20" name="Line 6">
                <a:extLst>
                  <a:ext uri="{FF2B5EF4-FFF2-40B4-BE49-F238E27FC236}">
                    <a16:creationId xmlns:a16="http://schemas.microsoft.com/office/drawing/2014/main" id="{426A0535-369D-24F7-D57C-59F8C947EC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67" y="3042"/>
                <a:ext cx="0" cy="205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1" name="Line 7">
                <a:extLst>
                  <a:ext uri="{FF2B5EF4-FFF2-40B4-BE49-F238E27FC236}">
                    <a16:creationId xmlns:a16="http://schemas.microsoft.com/office/drawing/2014/main" id="{CE3A4CA9-978E-CC5B-4F5A-045BDA2CDE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24" y="3041"/>
                <a:ext cx="0" cy="201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2" name="Line 8">
                <a:extLst>
                  <a:ext uri="{FF2B5EF4-FFF2-40B4-BE49-F238E27FC236}">
                    <a16:creationId xmlns:a16="http://schemas.microsoft.com/office/drawing/2014/main" id="{0B085AED-6150-2488-D50B-B37BA799D8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468" y="3232"/>
                <a:ext cx="566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3" name="Oval 9">
                <a:extLst>
                  <a:ext uri="{FF2B5EF4-FFF2-40B4-BE49-F238E27FC236}">
                    <a16:creationId xmlns:a16="http://schemas.microsoft.com/office/drawing/2014/main" id="{E464FFF4-D176-7C86-DE41-507BF473EB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61" y="2282"/>
                <a:ext cx="758" cy="692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4" name="Line 10">
                <a:extLst>
                  <a:ext uri="{FF2B5EF4-FFF2-40B4-BE49-F238E27FC236}">
                    <a16:creationId xmlns:a16="http://schemas.microsoft.com/office/drawing/2014/main" id="{5FCF4E38-56E9-D3C2-9942-D1CEB90265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83" y="2936"/>
                <a:ext cx="0" cy="29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5" name="Line 11">
                <a:extLst>
                  <a:ext uri="{FF2B5EF4-FFF2-40B4-BE49-F238E27FC236}">
                    <a16:creationId xmlns:a16="http://schemas.microsoft.com/office/drawing/2014/main" id="{E518A371-12B4-612D-8C86-88E84C9C47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00" y="2954"/>
                <a:ext cx="0" cy="279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6" name="Line 12">
                <a:extLst>
                  <a:ext uri="{FF2B5EF4-FFF2-40B4-BE49-F238E27FC236}">
                    <a16:creationId xmlns:a16="http://schemas.microsoft.com/office/drawing/2014/main" id="{E93613CC-BB31-FC05-DF9A-A881013461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486" y="3127"/>
                <a:ext cx="96" cy="9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7" name="Freeform 13">
                <a:extLst>
                  <a:ext uri="{FF2B5EF4-FFF2-40B4-BE49-F238E27FC236}">
                    <a16:creationId xmlns:a16="http://schemas.microsoft.com/office/drawing/2014/main" id="{EF783A6E-6103-7702-4808-2B70484498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66" y="2984"/>
                <a:ext cx="115" cy="115"/>
              </a:xfrm>
              <a:custGeom>
                <a:avLst/>
                <a:gdLst>
                  <a:gd name="T0" fmla="*/ 0 w 115"/>
                  <a:gd name="T1" fmla="*/ 115 h 115"/>
                  <a:gd name="T2" fmla="*/ 115 w 115"/>
                  <a:gd name="T3" fmla="*/ 0 h 115"/>
                  <a:gd name="T4" fmla="*/ 0 60000 65536"/>
                  <a:gd name="T5" fmla="*/ 0 60000 65536"/>
                  <a:gd name="T6" fmla="*/ 0 w 115"/>
                  <a:gd name="T7" fmla="*/ 0 h 115"/>
                  <a:gd name="T8" fmla="*/ 115 w 115"/>
                  <a:gd name="T9" fmla="*/ 115 h 115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15" h="115">
                    <a:moveTo>
                      <a:pt x="0" y="115"/>
                    </a:moveTo>
                    <a:lnTo>
                      <a:pt x="115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8" name="Freeform 14">
                <a:extLst>
                  <a:ext uri="{FF2B5EF4-FFF2-40B4-BE49-F238E27FC236}">
                    <a16:creationId xmlns:a16="http://schemas.microsoft.com/office/drawing/2014/main" id="{8FA7E253-FE36-3E65-284F-FD63DB5B00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00" y="2897"/>
                <a:ext cx="96" cy="96"/>
              </a:xfrm>
              <a:custGeom>
                <a:avLst/>
                <a:gdLst>
                  <a:gd name="T0" fmla="*/ 0 w 96"/>
                  <a:gd name="T1" fmla="*/ 96 h 96"/>
                  <a:gd name="T2" fmla="*/ 96 w 96"/>
                  <a:gd name="T3" fmla="*/ 0 h 96"/>
                  <a:gd name="T4" fmla="*/ 0 60000 65536"/>
                  <a:gd name="T5" fmla="*/ 0 60000 65536"/>
                  <a:gd name="T6" fmla="*/ 0 w 96"/>
                  <a:gd name="T7" fmla="*/ 0 h 96"/>
                  <a:gd name="T8" fmla="*/ 96 w 96"/>
                  <a:gd name="T9" fmla="*/ 96 h 9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6" h="96">
                    <a:moveTo>
                      <a:pt x="0" y="96"/>
                    </a:moveTo>
                    <a:lnTo>
                      <a:pt x="96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9" name="Freeform 15">
                <a:extLst>
                  <a:ext uri="{FF2B5EF4-FFF2-40B4-BE49-F238E27FC236}">
                    <a16:creationId xmlns:a16="http://schemas.microsoft.com/office/drawing/2014/main" id="{035EDC9C-A655-3C26-4F7C-EF0ED286C8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98" y="3108"/>
                <a:ext cx="125" cy="126"/>
              </a:xfrm>
              <a:custGeom>
                <a:avLst/>
                <a:gdLst>
                  <a:gd name="T0" fmla="*/ 0 w 125"/>
                  <a:gd name="T1" fmla="*/ 126 h 126"/>
                  <a:gd name="T2" fmla="*/ 125 w 125"/>
                  <a:gd name="T3" fmla="*/ 0 h 126"/>
                  <a:gd name="T4" fmla="*/ 0 60000 65536"/>
                  <a:gd name="T5" fmla="*/ 0 60000 65536"/>
                  <a:gd name="T6" fmla="*/ 0 w 125"/>
                  <a:gd name="T7" fmla="*/ 0 h 126"/>
                  <a:gd name="T8" fmla="*/ 125 w 125"/>
                  <a:gd name="T9" fmla="*/ 126 h 12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25" h="126">
                    <a:moveTo>
                      <a:pt x="0" y="126"/>
                    </a:moveTo>
                    <a:lnTo>
                      <a:pt x="125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30" name="Freeform 16">
                <a:extLst>
                  <a:ext uri="{FF2B5EF4-FFF2-40B4-BE49-F238E27FC236}">
                    <a16:creationId xmlns:a16="http://schemas.microsoft.com/office/drawing/2014/main" id="{396763C0-781D-2C05-9521-8B04104360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98" y="2888"/>
                <a:ext cx="192" cy="192"/>
              </a:xfrm>
              <a:custGeom>
                <a:avLst/>
                <a:gdLst>
                  <a:gd name="T0" fmla="*/ 0 w 192"/>
                  <a:gd name="T1" fmla="*/ 192 h 192"/>
                  <a:gd name="T2" fmla="*/ 192 w 192"/>
                  <a:gd name="T3" fmla="*/ 0 h 192"/>
                  <a:gd name="T4" fmla="*/ 0 60000 65536"/>
                  <a:gd name="T5" fmla="*/ 0 60000 65536"/>
                  <a:gd name="T6" fmla="*/ 0 w 192"/>
                  <a:gd name="T7" fmla="*/ 0 h 192"/>
                  <a:gd name="T8" fmla="*/ 192 w 192"/>
                  <a:gd name="T9" fmla="*/ 192 h 192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92" h="192">
                    <a:moveTo>
                      <a:pt x="0" y="192"/>
                    </a:moveTo>
                    <a:lnTo>
                      <a:pt x="192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31" name="Freeform 17">
                <a:extLst>
                  <a:ext uri="{FF2B5EF4-FFF2-40B4-BE49-F238E27FC236}">
                    <a16:creationId xmlns:a16="http://schemas.microsoft.com/office/drawing/2014/main" id="{819A1CD7-BFDF-15DA-1911-D6D1102FA2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3" y="2219"/>
                <a:ext cx="937" cy="660"/>
              </a:xfrm>
              <a:custGeom>
                <a:avLst/>
                <a:gdLst>
                  <a:gd name="T0" fmla="*/ 82 w 937"/>
                  <a:gd name="T1" fmla="*/ 645 h 660"/>
                  <a:gd name="T2" fmla="*/ 232 w 937"/>
                  <a:gd name="T3" fmla="*/ 555 h 660"/>
                  <a:gd name="T4" fmla="*/ 157 w 937"/>
                  <a:gd name="T5" fmla="*/ 465 h 660"/>
                  <a:gd name="T6" fmla="*/ 127 w 937"/>
                  <a:gd name="T7" fmla="*/ 360 h 660"/>
                  <a:gd name="T8" fmla="*/ 153 w 937"/>
                  <a:gd name="T9" fmla="*/ 256 h 660"/>
                  <a:gd name="T10" fmla="*/ 240 w 937"/>
                  <a:gd name="T11" fmla="*/ 131 h 660"/>
                  <a:gd name="T12" fmla="*/ 461 w 937"/>
                  <a:gd name="T13" fmla="*/ 102 h 660"/>
                  <a:gd name="T14" fmla="*/ 622 w 937"/>
                  <a:gd name="T15" fmla="*/ 195 h 660"/>
                  <a:gd name="T16" fmla="*/ 749 w 937"/>
                  <a:gd name="T17" fmla="*/ 294 h 660"/>
                  <a:gd name="T18" fmla="*/ 787 w 937"/>
                  <a:gd name="T19" fmla="*/ 428 h 660"/>
                  <a:gd name="T20" fmla="*/ 729 w 937"/>
                  <a:gd name="T21" fmla="*/ 592 h 660"/>
                  <a:gd name="T22" fmla="*/ 787 w 937"/>
                  <a:gd name="T23" fmla="*/ 660 h 660"/>
                  <a:gd name="T24" fmla="*/ 877 w 937"/>
                  <a:gd name="T25" fmla="*/ 555 h 660"/>
                  <a:gd name="T26" fmla="*/ 937 w 937"/>
                  <a:gd name="T27" fmla="*/ 360 h 660"/>
                  <a:gd name="T28" fmla="*/ 825 w 937"/>
                  <a:gd name="T29" fmla="*/ 227 h 660"/>
                  <a:gd name="T30" fmla="*/ 757 w 937"/>
                  <a:gd name="T31" fmla="*/ 75 h 660"/>
                  <a:gd name="T32" fmla="*/ 562 w 937"/>
                  <a:gd name="T33" fmla="*/ 0 h 660"/>
                  <a:gd name="T34" fmla="*/ 365 w 937"/>
                  <a:gd name="T35" fmla="*/ 6 h 660"/>
                  <a:gd name="T36" fmla="*/ 221 w 937"/>
                  <a:gd name="T37" fmla="*/ 54 h 660"/>
                  <a:gd name="T38" fmla="*/ 86 w 937"/>
                  <a:gd name="T39" fmla="*/ 169 h 660"/>
                  <a:gd name="T40" fmla="*/ 0 w 937"/>
                  <a:gd name="T41" fmla="*/ 352 h 660"/>
                  <a:gd name="T42" fmla="*/ 29 w 937"/>
                  <a:gd name="T43" fmla="*/ 515 h 660"/>
                  <a:gd name="T44" fmla="*/ 82 w 937"/>
                  <a:gd name="T45" fmla="*/ 645 h 660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w 937"/>
                  <a:gd name="T70" fmla="*/ 0 h 660"/>
                  <a:gd name="T71" fmla="*/ 937 w 937"/>
                  <a:gd name="T72" fmla="*/ 660 h 660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T69" t="T70" r="T71" b="T72"/>
                <a:pathLst>
                  <a:path w="937" h="660">
                    <a:moveTo>
                      <a:pt x="82" y="645"/>
                    </a:moveTo>
                    <a:lnTo>
                      <a:pt x="232" y="555"/>
                    </a:lnTo>
                    <a:lnTo>
                      <a:pt x="157" y="465"/>
                    </a:lnTo>
                    <a:lnTo>
                      <a:pt x="127" y="360"/>
                    </a:lnTo>
                    <a:lnTo>
                      <a:pt x="153" y="256"/>
                    </a:lnTo>
                    <a:lnTo>
                      <a:pt x="240" y="131"/>
                    </a:lnTo>
                    <a:lnTo>
                      <a:pt x="461" y="102"/>
                    </a:lnTo>
                    <a:lnTo>
                      <a:pt x="622" y="195"/>
                    </a:lnTo>
                    <a:lnTo>
                      <a:pt x="749" y="294"/>
                    </a:lnTo>
                    <a:lnTo>
                      <a:pt x="787" y="428"/>
                    </a:lnTo>
                    <a:lnTo>
                      <a:pt x="729" y="592"/>
                    </a:lnTo>
                    <a:lnTo>
                      <a:pt x="787" y="660"/>
                    </a:lnTo>
                    <a:lnTo>
                      <a:pt x="877" y="555"/>
                    </a:lnTo>
                    <a:lnTo>
                      <a:pt x="937" y="360"/>
                    </a:lnTo>
                    <a:lnTo>
                      <a:pt x="825" y="227"/>
                    </a:lnTo>
                    <a:lnTo>
                      <a:pt x="757" y="75"/>
                    </a:lnTo>
                    <a:lnTo>
                      <a:pt x="562" y="0"/>
                    </a:lnTo>
                    <a:lnTo>
                      <a:pt x="365" y="6"/>
                    </a:lnTo>
                    <a:lnTo>
                      <a:pt x="221" y="54"/>
                    </a:lnTo>
                    <a:lnTo>
                      <a:pt x="86" y="169"/>
                    </a:lnTo>
                    <a:lnTo>
                      <a:pt x="0" y="352"/>
                    </a:lnTo>
                    <a:lnTo>
                      <a:pt x="29" y="515"/>
                    </a:lnTo>
                    <a:lnTo>
                      <a:pt x="82" y="64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32" name="Freeform 20">
                <a:extLst>
                  <a:ext uri="{FF2B5EF4-FFF2-40B4-BE49-F238E27FC236}">
                    <a16:creationId xmlns:a16="http://schemas.microsoft.com/office/drawing/2014/main" id="{A1326127-3ECE-0AC3-BC9D-CAD8269A02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41" y="2749"/>
                <a:ext cx="845" cy="206"/>
              </a:xfrm>
              <a:custGeom>
                <a:avLst/>
                <a:gdLst>
                  <a:gd name="T0" fmla="*/ 0 w 845"/>
                  <a:gd name="T1" fmla="*/ 206 h 206"/>
                  <a:gd name="T2" fmla="*/ 48 w 845"/>
                  <a:gd name="T3" fmla="*/ 119 h 206"/>
                  <a:gd name="T4" fmla="*/ 201 w 845"/>
                  <a:gd name="T5" fmla="*/ 42 h 206"/>
                  <a:gd name="T6" fmla="*/ 305 w 845"/>
                  <a:gd name="T7" fmla="*/ 0 h 206"/>
                  <a:gd name="T8" fmla="*/ 444 w 845"/>
                  <a:gd name="T9" fmla="*/ 39 h 206"/>
                  <a:gd name="T10" fmla="*/ 528 w 845"/>
                  <a:gd name="T11" fmla="*/ 8 h 206"/>
                  <a:gd name="T12" fmla="*/ 643 w 845"/>
                  <a:gd name="T13" fmla="*/ 33 h 206"/>
                  <a:gd name="T14" fmla="*/ 749 w 845"/>
                  <a:gd name="T15" fmla="*/ 138 h 206"/>
                  <a:gd name="T16" fmla="*/ 845 w 845"/>
                  <a:gd name="T17" fmla="*/ 167 h 20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845"/>
                  <a:gd name="T28" fmla="*/ 0 h 206"/>
                  <a:gd name="T29" fmla="*/ 845 w 845"/>
                  <a:gd name="T30" fmla="*/ 206 h 20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845" h="206">
                    <a:moveTo>
                      <a:pt x="0" y="206"/>
                    </a:moveTo>
                    <a:cubicBezTo>
                      <a:pt x="7" y="176"/>
                      <a:pt x="15" y="146"/>
                      <a:pt x="48" y="119"/>
                    </a:cubicBezTo>
                    <a:cubicBezTo>
                      <a:pt x="81" y="92"/>
                      <a:pt x="158" y="62"/>
                      <a:pt x="201" y="42"/>
                    </a:cubicBezTo>
                    <a:cubicBezTo>
                      <a:pt x="244" y="22"/>
                      <a:pt x="265" y="0"/>
                      <a:pt x="305" y="0"/>
                    </a:cubicBezTo>
                    <a:cubicBezTo>
                      <a:pt x="345" y="0"/>
                      <a:pt x="407" y="38"/>
                      <a:pt x="444" y="39"/>
                    </a:cubicBezTo>
                    <a:cubicBezTo>
                      <a:pt x="481" y="40"/>
                      <a:pt x="495" y="9"/>
                      <a:pt x="528" y="8"/>
                    </a:cubicBezTo>
                    <a:cubicBezTo>
                      <a:pt x="561" y="7"/>
                      <a:pt x="606" y="11"/>
                      <a:pt x="643" y="33"/>
                    </a:cubicBezTo>
                    <a:cubicBezTo>
                      <a:pt x="680" y="55"/>
                      <a:pt x="715" y="116"/>
                      <a:pt x="749" y="138"/>
                    </a:cubicBezTo>
                    <a:cubicBezTo>
                      <a:pt x="783" y="160"/>
                      <a:pt x="831" y="164"/>
                      <a:pt x="845" y="167"/>
                    </a:cubicBez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33" name="Oval 21">
                <a:extLst>
                  <a:ext uri="{FF2B5EF4-FFF2-40B4-BE49-F238E27FC236}">
                    <a16:creationId xmlns:a16="http://schemas.microsoft.com/office/drawing/2014/main" id="{4769111A-7EA1-ADE0-7B1B-4DD9C12CF9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75" y="981"/>
                <a:ext cx="523" cy="493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34" name="Oval 22">
                <a:extLst>
                  <a:ext uri="{FF2B5EF4-FFF2-40B4-BE49-F238E27FC236}">
                    <a16:creationId xmlns:a16="http://schemas.microsoft.com/office/drawing/2014/main" id="{E23CF78F-49FF-AF47-A2D7-FF6AA9F2C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83" y="1082"/>
                <a:ext cx="317" cy="297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35" name="Freeform 23">
                <a:extLst>
                  <a:ext uri="{FF2B5EF4-FFF2-40B4-BE49-F238E27FC236}">
                    <a16:creationId xmlns:a16="http://schemas.microsoft.com/office/drawing/2014/main" id="{D5FB7D3E-1152-E536-D77B-6765499905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28" y="1007"/>
                <a:ext cx="403" cy="517"/>
              </a:xfrm>
              <a:custGeom>
                <a:avLst/>
                <a:gdLst>
                  <a:gd name="T0" fmla="*/ 192 w 403"/>
                  <a:gd name="T1" fmla="*/ 0 h 509"/>
                  <a:gd name="T2" fmla="*/ 230 w 403"/>
                  <a:gd name="T3" fmla="*/ 115 h 509"/>
                  <a:gd name="T4" fmla="*/ 230 w 403"/>
                  <a:gd name="T5" fmla="*/ 227 h 509"/>
                  <a:gd name="T6" fmla="*/ 336 w 403"/>
                  <a:gd name="T7" fmla="*/ 395 h 509"/>
                  <a:gd name="T8" fmla="*/ 403 w 403"/>
                  <a:gd name="T9" fmla="*/ 498 h 509"/>
                  <a:gd name="T10" fmla="*/ 320 w 403"/>
                  <a:gd name="T11" fmla="*/ 550 h 509"/>
                  <a:gd name="T12" fmla="*/ 173 w 403"/>
                  <a:gd name="T13" fmla="*/ 508 h 509"/>
                  <a:gd name="T14" fmla="*/ 29 w 403"/>
                  <a:gd name="T15" fmla="*/ 404 h 509"/>
                  <a:gd name="T16" fmla="*/ 0 w 403"/>
                  <a:gd name="T17" fmla="*/ 154 h 509"/>
                  <a:gd name="T18" fmla="*/ 77 w 403"/>
                  <a:gd name="T19" fmla="*/ 9 h 509"/>
                  <a:gd name="T20" fmla="*/ 192 w 403"/>
                  <a:gd name="T21" fmla="*/ 0 h 509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403"/>
                  <a:gd name="T34" fmla="*/ 0 h 509"/>
                  <a:gd name="T35" fmla="*/ 403 w 403"/>
                  <a:gd name="T36" fmla="*/ 509 h 509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403" h="509">
                    <a:moveTo>
                      <a:pt x="192" y="0"/>
                    </a:moveTo>
                    <a:lnTo>
                      <a:pt x="230" y="105"/>
                    </a:lnTo>
                    <a:lnTo>
                      <a:pt x="230" y="211"/>
                    </a:lnTo>
                    <a:lnTo>
                      <a:pt x="336" y="365"/>
                    </a:lnTo>
                    <a:lnTo>
                      <a:pt x="403" y="461"/>
                    </a:lnTo>
                    <a:lnTo>
                      <a:pt x="320" y="509"/>
                    </a:lnTo>
                    <a:lnTo>
                      <a:pt x="173" y="470"/>
                    </a:lnTo>
                    <a:lnTo>
                      <a:pt x="29" y="374"/>
                    </a:lnTo>
                    <a:lnTo>
                      <a:pt x="0" y="144"/>
                    </a:lnTo>
                    <a:lnTo>
                      <a:pt x="77" y="9"/>
                    </a:lnTo>
                    <a:lnTo>
                      <a:pt x="19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36" name="Rectangle 24">
                <a:extLst>
                  <a:ext uri="{FF2B5EF4-FFF2-40B4-BE49-F238E27FC236}">
                    <a16:creationId xmlns:a16="http://schemas.microsoft.com/office/drawing/2014/main" id="{6D361DC6-7C20-BF5C-0284-FB8198A000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5" y="638"/>
                <a:ext cx="1065" cy="1251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38" name="Line 25">
                <a:extLst>
                  <a:ext uri="{FF2B5EF4-FFF2-40B4-BE49-F238E27FC236}">
                    <a16:creationId xmlns:a16="http://schemas.microsoft.com/office/drawing/2014/main" id="{3A93677C-90A4-F633-DDE1-D3BD248EED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361" y="783"/>
                <a:ext cx="0" cy="111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39" name="Line 26">
                <a:extLst>
                  <a:ext uri="{FF2B5EF4-FFF2-40B4-BE49-F238E27FC236}">
                    <a16:creationId xmlns:a16="http://schemas.microsoft.com/office/drawing/2014/main" id="{A81C1DDD-D2E8-999D-E0A5-7F85C171F4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17" y="640"/>
                <a:ext cx="96" cy="9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40" name="Freeform 27">
                <a:extLst>
                  <a:ext uri="{FF2B5EF4-FFF2-40B4-BE49-F238E27FC236}">
                    <a16:creationId xmlns:a16="http://schemas.microsoft.com/office/drawing/2014/main" id="{0218044E-3077-851B-FFC7-CF59E22B09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17" y="631"/>
                <a:ext cx="268" cy="269"/>
              </a:xfrm>
              <a:custGeom>
                <a:avLst/>
                <a:gdLst>
                  <a:gd name="T0" fmla="*/ 0 w 268"/>
                  <a:gd name="T1" fmla="*/ 269 h 269"/>
                  <a:gd name="T2" fmla="*/ 268 w 268"/>
                  <a:gd name="T3" fmla="*/ 0 h 269"/>
                  <a:gd name="T4" fmla="*/ 0 60000 65536"/>
                  <a:gd name="T5" fmla="*/ 0 60000 65536"/>
                  <a:gd name="T6" fmla="*/ 0 w 268"/>
                  <a:gd name="T7" fmla="*/ 0 h 269"/>
                  <a:gd name="T8" fmla="*/ 268 w 268"/>
                  <a:gd name="T9" fmla="*/ 269 h 269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68" h="269">
                    <a:moveTo>
                      <a:pt x="0" y="269"/>
                    </a:moveTo>
                    <a:lnTo>
                      <a:pt x="268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41" name="Freeform 28">
                <a:extLst>
                  <a:ext uri="{FF2B5EF4-FFF2-40B4-BE49-F238E27FC236}">
                    <a16:creationId xmlns:a16="http://schemas.microsoft.com/office/drawing/2014/main" id="{FDED10F6-9901-5A5A-5843-ED21CE81BD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17" y="919"/>
                <a:ext cx="143" cy="144"/>
              </a:xfrm>
              <a:custGeom>
                <a:avLst/>
                <a:gdLst>
                  <a:gd name="T0" fmla="*/ 0 w 143"/>
                  <a:gd name="T1" fmla="*/ 144 h 144"/>
                  <a:gd name="T2" fmla="*/ 143 w 143"/>
                  <a:gd name="T3" fmla="*/ 0 h 144"/>
                  <a:gd name="T4" fmla="*/ 0 60000 65536"/>
                  <a:gd name="T5" fmla="*/ 0 60000 65536"/>
                  <a:gd name="T6" fmla="*/ 0 w 143"/>
                  <a:gd name="T7" fmla="*/ 0 h 144"/>
                  <a:gd name="T8" fmla="*/ 143 w 143"/>
                  <a:gd name="T9" fmla="*/ 144 h 144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43" h="144">
                    <a:moveTo>
                      <a:pt x="0" y="144"/>
                    </a:moveTo>
                    <a:lnTo>
                      <a:pt x="143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42" name="Freeform 29">
                <a:extLst>
                  <a:ext uri="{FF2B5EF4-FFF2-40B4-BE49-F238E27FC236}">
                    <a16:creationId xmlns:a16="http://schemas.microsoft.com/office/drawing/2014/main" id="{2D04E723-26DC-25CB-3EF4-6E151D2E67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17" y="1082"/>
                <a:ext cx="143" cy="144"/>
              </a:xfrm>
              <a:custGeom>
                <a:avLst/>
                <a:gdLst>
                  <a:gd name="T0" fmla="*/ 0 w 143"/>
                  <a:gd name="T1" fmla="*/ 144 h 144"/>
                  <a:gd name="T2" fmla="*/ 143 w 143"/>
                  <a:gd name="T3" fmla="*/ 0 h 144"/>
                  <a:gd name="T4" fmla="*/ 0 60000 65536"/>
                  <a:gd name="T5" fmla="*/ 0 60000 65536"/>
                  <a:gd name="T6" fmla="*/ 0 w 143"/>
                  <a:gd name="T7" fmla="*/ 0 h 144"/>
                  <a:gd name="T8" fmla="*/ 143 w 143"/>
                  <a:gd name="T9" fmla="*/ 144 h 144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43" h="144">
                    <a:moveTo>
                      <a:pt x="0" y="144"/>
                    </a:moveTo>
                    <a:lnTo>
                      <a:pt x="143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43" name="Freeform 30">
                <a:extLst>
                  <a:ext uri="{FF2B5EF4-FFF2-40B4-BE49-F238E27FC236}">
                    <a16:creationId xmlns:a16="http://schemas.microsoft.com/office/drawing/2014/main" id="{5B7146DA-54CB-5847-F621-B308615190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27" y="1255"/>
                <a:ext cx="133" cy="135"/>
              </a:xfrm>
              <a:custGeom>
                <a:avLst/>
                <a:gdLst>
                  <a:gd name="T0" fmla="*/ 0 w 133"/>
                  <a:gd name="T1" fmla="*/ 135 h 135"/>
                  <a:gd name="T2" fmla="*/ 133 w 133"/>
                  <a:gd name="T3" fmla="*/ 0 h 135"/>
                  <a:gd name="T4" fmla="*/ 0 60000 65536"/>
                  <a:gd name="T5" fmla="*/ 0 60000 65536"/>
                  <a:gd name="T6" fmla="*/ 0 w 133"/>
                  <a:gd name="T7" fmla="*/ 0 h 135"/>
                  <a:gd name="T8" fmla="*/ 133 w 133"/>
                  <a:gd name="T9" fmla="*/ 135 h 135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33" h="135">
                    <a:moveTo>
                      <a:pt x="0" y="135"/>
                    </a:moveTo>
                    <a:lnTo>
                      <a:pt x="133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44" name="Freeform 31">
                <a:extLst>
                  <a:ext uri="{FF2B5EF4-FFF2-40B4-BE49-F238E27FC236}">
                    <a16:creationId xmlns:a16="http://schemas.microsoft.com/office/drawing/2014/main" id="{803AB8CF-F079-0971-7335-09C76C8160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17" y="1428"/>
                <a:ext cx="143" cy="143"/>
              </a:xfrm>
              <a:custGeom>
                <a:avLst/>
                <a:gdLst>
                  <a:gd name="T0" fmla="*/ 0 w 143"/>
                  <a:gd name="T1" fmla="*/ 143 h 143"/>
                  <a:gd name="T2" fmla="*/ 143 w 143"/>
                  <a:gd name="T3" fmla="*/ 0 h 143"/>
                  <a:gd name="T4" fmla="*/ 0 60000 65536"/>
                  <a:gd name="T5" fmla="*/ 0 60000 65536"/>
                  <a:gd name="T6" fmla="*/ 0 w 143"/>
                  <a:gd name="T7" fmla="*/ 0 h 143"/>
                  <a:gd name="T8" fmla="*/ 143 w 143"/>
                  <a:gd name="T9" fmla="*/ 143 h 14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43" h="143">
                    <a:moveTo>
                      <a:pt x="0" y="143"/>
                    </a:moveTo>
                    <a:lnTo>
                      <a:pt x="143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45" name="Freeform 32">
                <a:extLst>
                  <a:ext uri="{FF2B5EF4-FFF2-40B4-BE49-F238E27FC236}">
                    <a16:creationId xmlns:a16="http://schemas.microsoft.com/office/drawing/2014/main" id="{0D5CB4CA-A808-7EBF-03EE-53F2835018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27" y="1601"/>
                <a:ext cx="133" cy="135"/>
              </a:xfrm>
              <a:custGeom>
                <a:avLst/>
                <a:gdLst>
                  <a:gd name="T0" fmla="*/ 0 w 133"/>
                  <a:gd name="T1" fmla="*/ 135 h 135"/>
                  <a:gd name="T2" fmla="*/ 133 w 133"/>
                  <a:gd name="T3" fmla="*/ 0 h 135"/>
                  <a:gd name="T4" fmla="*/ 0 60000 65536"/>
                  <a:gd name="T5" fmla="*/ 0 60000 65536"/>
                  <a:gd name="T6" fmla="*/ 0 w 133"/>
                  <a:gd name="T7" fmla="*/ 0 h 135"/>
                  <a:gd name="T8" fmla="*/ 133 w 133"/>
                  <a:gd name="T9" fmla="*/ 135 h 135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33" h="135">
                    <a:moveTo>
                      <a:pt x="0" y="135"/>
                    </a:moveTo>
                    <a:lnTo>
                      <a:pt x="133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46" name="Freeform 33">
                <a:extLst>
                  <a:ext uri="{FF2B5EF4-FFF2-40B4-BE49-F238E27FC236}">
                    <a16:creationId xmlns:a16="http://schemas.microsoft.com/office/drawing/2014/main" id="{5F26D0C8-FF03-B080-F34D-3ED9831B4E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6" y="1754"/>
                <a:ext cx="134" cy="135"/>
              </a:xfrm>
              <a:custGeom>
                <a:avLst/>
                <a:gdLst>
                  <a:gd name="T0" fmla="*/ 0 w 134"/>
                  <a:gd name="T1" fmla="*/ 135 h 135"/>
                  <a:gd name="T2" fmla="*/ 134 w 134"/>
                  <a:gd name="T3" fmla="*/ 0 h 135"/>
                  <a:gd name="T4" fmla="*/ 0 60000 65536"/>
                  <a:gd name="T5" fmla="*/ 0 60000 65536"/>
                  <a:gd name="T6" fmla="*/ 0 w 134"/>
                  <a:gd name="T7" fmla="*/ 0 h 135"/>
                  <a:gd name="T8" fmla="*/ 134 w 134"/>
                  <a:gd name="T9" fmla="*/ 135 h 135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34" h="135">
                    <a:moveTo>
                      <a:pt x="0" y="135"/>
                    </a:moveTo>
                    <a:lnTo>
                      <a:pt x="134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47" name="Line 36">
                <a:extLst>
                  <a:ext uri="{FF2B5EF4-FFF2-40B4-BE49-F238E27FC236}">
                    <a16:creationId xmlns:a16="http://schemas.microsoft.com/office/drawing/2014/main" id="{6C2CC79F-6B1D-4A5C-DBA5-C8D860B0E7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60" y="785"/>
                <a:ext cx="202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48" name="Freeform 37">
                <a:extLst>
                  <a:ext uri="{FF2B5EF4-FFF2-40B4-BE49-F238E27FC236}">
                    <a16:creationId xmlns:a16="http://schemas.microsoft.com/office/drawing/2014/main" id="{A3C2243D-EB44-7D74-09AE-BE5AF5D70D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05" y="631"/>
                <a:ext cx="162" cy="471"/>
              </a:xfrm>
              <a:custGeom>
                <a:avLst/>
                <a:gdLst>
                  <a:gd name="T0" fmla="*/ 162 w 162"/>
                  <a:gd name="T1" fmla="*/ 471 h 471"/>
                  <a:gd name="T2" fmla="*/ 124 w 162"/>
                  <a:gd name="T3" fmla="*/ 365 h 471"/>
                  <a:gd name="T4" fmla="*/ 60 w 162"/>
                  <a:gd name="T5" fmla="*/ 279 h 471"/>
                  <a:gd name="T6" fmla="*/ 66 w 162"/>
                  <a:gd name="T7" fmla="*/ 163 h 471"/>
                  <a:gd name="T8" fmla="*/ 9 w 162"/>
                  <a:gd name="T9" fmla="*/ 58 h 471"/>
                  <a:gd name="T10" fmla="*/ 9 w 162"/>
                  <a:gd name="T11" fmla="*/ 0 h 47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62"/>
                  <a:gd name="T19" fmla="*/ 0 h 471"/>
                  <a:gd name="T20" fmla="*/ 162 w 162"/>
                  <a:gd name="T21" fmla="*/ 471 h 47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62" h="471">
                    <a:moveTo>
                      <a:pt x="162" y="471"/>
                    </a:moveTo>
                    <a:cubicBezTo>
                      <a:pt x="150" y="434"/>
                      <a:pt x="141" y="397"/>
                      <a:pt x="124" y="365"/>
                    </a:cubicBezTo>
                    <a:cubicBezTo>
                      <a:pt x="107" y="333"/>
                      <a:pt x="70" y="313"/>
                      <a:pt x="60" y="279"/>
                    </a:cubicBezTo>
                    <a:cubicBezTo>
                      <a:pt x="50" y="245"/>
                      <a:pt x="74" y="200"/>
                      <a:pt x="66" y="163"/>
                    </a:cubicBezTo>
                    <a:cubicBezTo>
                      <a:pt x="58" y="126"/>
                      <a:pt x="18" y="85"/>
                      <a:pt x="9" y="58"/>
                    </a:cubicBezTo>
                    <a:cubicBezTo>
                      <a:pt x="0" y="31"/>
                      <a:pt x="4" y="15"/>
                      <a:pt x="9" y="0"/>
                    </a:cubicBez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49" name="Freeform 38">
                <a:extLst>
                  <a:ext uri="{FF2B5EF4-FFF2-40B4-BE49-F238E27FC236}">
                    <a16:creationId xmlns:a16="http://schemas.microsoft.com/office/drawing/2014/main" id="{9223B8FB-C09D-39DD-A526-7A5D1903D7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73" y="1380"/>
                <a:ext cx="249" cy="509"/>
              </a:xfrm>
              <a:custGeom>
                <a:avLst/>
                <a:gdLst>
                  <a:gd name="T0" fmla="*/ 0 w 249"/>
                  <a:gd name="T1" fmla="*/ 0 h 509"/>
                  <a:gd name="T2" fmla="*/ 48 w 249"/>
                  <a:gd name="T3" fmla="*/ 67 h 509"/>
                  <a:gd name="T4" fmla="*/ 173 w 249"/>
                  <a:gd name="T5" fmla="*/ 211 h 509"/>
                  <a:gd name="T6" fmla="*/ 201 w 249"/>
                  <a:gd name="T7" fmla="*/ 374 h 509"/>
                  <a:gd name="T8" fmla="*/ 249 w 249"/>
                  <a:gd name="T9" fmla="*/ 509 h 50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9"/>
                  <a:gd name="T16" fmla="*/ 0 h 509"/>
                  <a:gd name="T17" fmla="*/ 249 w 249"/>
                  <a:gd name="T18" fmla="*/ 509 h 50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9" h="509">
                    <a:moveTo>
                      <a:pt x="0" y="0"/>
                    </a:moveTo>
                    <a:cubicBezTo>
                      <a:pt x="10" y="11"/>
                      <a:pt x="19" y="32"/>
                      <a:pt x="48" y="67"/>
                    </a:cubicBezTo>
                    <a:cubicBezTo>
                      <a:pt x="77" y="102"/>
                      <a:pt x="147" y="160"/>
                      <a:pt x="173" y="211"/>
                    </a:cubicBezTo>
                    <a:cubicBezTo>
                      <a:pt x="199" y="262"/>
                      <a:pt x="188" y="325"/>
                      <a:pt x="201" y="374"/>
                    </a:cubicBezTo>
                    <a:cubicBezTo>
                      <a:pt x="214" y="423"/>
                      <a:pt x="241" y="487"/>
                      <a:pt x="249" y="509"/>
                    </a:cubicBez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6F8EE705-102F-5AFA-4203-2369E9D28B78}"/>
                </a:ext>
              </a:extLst>
            </p:cNvPr>
            <p:cNvGrpSpPr/>
            <p:nvPr/>
          </p:nvGrpSpPr>
          <p:grpSpPr>
            <a:xfrm>
              <a:off x="8399156" y="976536"/>
              <a:ext cx="1931931" cy="4324099"/>
              <a:chOff x="8371432" y="2067275"/>
              <a:chExt cx="1931931" cy="4324099"/>
            </a:xfrm>
          </p:grpSpPr>
          <p:pic>
            <p:nvPicPr>
              <p:cNvPr id="14" name="图片 13">
                <a:extLst>
                  <a:ext uri="{FF2B5EF4-FFF2-40B4-BE49-F238E27FC236}">
                    <a16:creationId xmlns:a16="http://schemas.microsoft.com/office/drawing/2014/main" id="{F386F446-39B8-0B0D-05F7-070EAA29D79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4219" t="16552" r="54785"/>
              <a:stretch/>
            </p:blipFill>
            <p:spPr>
              <a:xfrm>
                <a:off x="8371432" y="5177886"/>
                <a:ext cx="1931931" cy="282153"/>
              </a:xfrm>
              <a:prstGeom prst="rect">
                <a:avLst/>
              </a:prstGeom>
            </p:spPr>
          </p:pic>
          <p:pic>
            <p:nvPicPr>
              <p:cNvPr id="15" name="图片 14">
                <a:extLst>
                  <a:ext uri="{FF2B5EF4-FFF2-40B4-BE49-F238E27FC236}">
                    <a16:creationId xmlns:a16="http://schemas.microsoft.com/office/drawing/2014/main" id="{E8E28105-76C0-BC15-3172-FB902AD3ACE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6077" t="26845" r="64190" b="3454"/>
              <a:stretch/>
            </p:blipFill>
            <p:spPr>
              <a:xfrm>
                <a:off x="8929744" y="3009955"/>
                <a:ext cx="895546" cy="235671"/>
              </a:xfrm>
              <a:prstGeom prst="rect">
                <a:avLst/>
              </a:prstGeom>
            </p:spPr>
          </p:pic>
          <p:pic>
            <p:nvPicPr>
              <p:cNvPr id="17" name="图片 16">
                <a:extLst>
                  <a:ext uri="{FF2B5EF4-FFF2-40B4-BE49-F238E27FC236}">
                    <a16:creationId xmlns:a16="http://schemas.microsoft.com/office/drawing/2014/main" id="{B9B7ECE5-459F-555C-EF4B-F3F3C3D3C21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5254" t="40013" r="53538" b="20955"/>
              <a:stretch/>
            </p:blipFill>
            <p:spPr>
              <a:xfrm rot="5400000">
                <a:off x="8312289" y="5349713"/>
                <a:ext cx="1951346" cy="131976"/>
              </a:xfrm>
              <a:prstGeom prst="rect">
                <a:avLst/>
              </a:prstGeom>
            </p:spPr>
          </p:pic>
          <p:pic>
            <p:nvPicPr>
              <p:cNvPr id="18" name="图片 17">
                <a:extLst>
                  <a:ext uri="{FF2B5EF4-FFF2-40B4-BE49-F238E27FC236}">
                    <a16:creationId xmlns:a16="http://schemas.microsoft.com/office/drawing/2014/main" id="{B8771EC6-EA4D-EC43-02A6-08AFB2DADBF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9145" t="34439" r="46163" b="7013"/>
              <a:stretch/>
            </p:blipFill>
            <p:spPr>
              <a:xfrm rot="5400000">
                <a:off x="8137892" y="3104223"/>
                <a:ext cx="2271860" cy="197963"/>
              </a:xfrm>
              <a:prstGeom prst="rect">
                <a:avLst/>
              </a:prstGeom>
            </p:spPr>
          </p:pic>
        </p:grpSp>
      </p:grp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BE724B15-9496-CA08-C46F-36E18E3DB149}"/>
              </a:ext>
            </a:extLst>
          </p:cNvPr>
          <p:cNvGrpSpPr/>
          <p:nvPr/>
        </p:nvGrpSpPr>
        <p:grpSpPr>
          <a:xfrm>
            <a:off x="4737552" y="1233682"/>
            <a:ext cx="1931931" cy="4324099"/>
            <a:chOff x="2174282" y="976536"/>
            <a:chExt cx="1931931" cy="4324099"/>
          </a:xfrm>
        </p:grpSpPr>
        <p:grpSp>
          <p:nvGrpSpPr>
            <p:cNvPr id="53" name="Group 84">
              <a:extLst>
                <a:ext uri="{FF2B5EF4-FFF2-40B4-BE49-F238E27FC236}">
                  <a16:creationId xmlns:a16="http://schemas.microsoft.com/office/drawing/2014/main" id="{672D6868-0662-EE22-46FA-B4023F514D9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62951" y="1076752"/>
              <a:ext cx="1690688" cy="4152900"/>
              <a:chOff x="767" y="618"/>
              <a:chExt cx="1065" cy="2616"/>
            </a:xfrm>
          </p:grpSpPr>
          <p:grpSp>
            <p:nvGrpSpPr>
              <p:cNvPr id="59" name="Group 83">
                <a:extLst>
                  <a:ext uri="{FF2B5EF4-FFF2-40B4-BE49-F238E27FC236}">
                    <a16:creationId xmlns:a16="http://schemas.microsoft.com/office/drawing/2014/main" id="{F632FA64-3E8C-1ED4-7751-7E496E4BC9F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67" y="2137"/>
                <a:ext cx="1065" cy="987"/>
                <a:chOff x="767" y="2137"/>
                <a:chExt cx="1065" cy="987"/>
              </a:xfrm>
            </p:grpSpPr>
            <p:sp>
              <p:nvSpPr>
                <p:cNvPr id="175" name="Oval 42">
                  <a:extLst>
                    <a:ext uri="{FF2B5EF4-FFF2-40B4-BE49-F238E27FC236}">
                      <a16:creationId xmlns:a16="http://schemas.microsoft.com/office/drawing/2014/main" id="{680D6EEE-DD4A-49A8-78A3-61DAB3AD525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67" y="2137"/>
                  <a:ext cx="1065" cy="960"/>
                </a:xfrm>
                <a:prstGeom prst="ellips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76" name="Freeform 43">
                  <a:extLst>
                    <a:ext uri="{FF2B5EF4-FFF2-40B4-BE49-F238E27FC236}">
                      <a16:creationId xmlns:a16="http://schemas.microsoft.com/office/drawing/2014/main" id="{F6C08A11-E7C6-CC6A-4E6F-F05E01945B0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18" y="2989"/>
                  <a:ext cx="548" cy="135"/>
                </a:xfrm>
                <a:custGeom>
                  <a:avLst/>
                  <a:gdLst>
                    <a:gd name="T0" fmla="*/ 0 w 548"/>
                    <a:gd name="T1" fmla="*/ 10 h 135"/>
                    <a:gd name="T2" fmla="*/ 0 w 548"/>
                    <a:gd name="T3" fmla="*/ 68 h 135"/>
                    <a:gd name="T4" fmla="*/ 87 w 548"/>
                    <a:gd name="T5" fmla="*/ 116 h 135"/>
                    <a:gd name="T6" fmla="*/ 183 w 548"/>
                    <a:gd name="T7" fmla="*/ 135 h 135"/>
                    <a:gd name="T8" fmla="*/ 288 w 548"/>
                    <a:gd name="T9" fmla="*/ 135 h 135"/>
                    <a:gd name="T10" fmla="*/ 394 w 548"/>
                    <a:gd name="T11" fmla="*/ 135 h 135"/>
                    <a:gd name="T12" fmla="*/ 490 w 548"/>
                    <a:gd name="T13" fmla="*/ 116 h 135"/>
                    <a:gd name="T14" fmla="*/ 548 w 548"/>
                    <a:gd name="T15" fmla="*/ 68 h 135"/>
                    <a:gd name="T16" fmla="*/ 538 w 548"/>
                    <a:gd name="T17" fmla="*/ 0 h 135"/>
                    <a:gd name="T18" fmla="*/ 490 w 548"/>
                    <a:gd name="T19" fmla="*/ 39 h 135"/>
                    <a:gd name="T20" fmla="*/ 394 w 548"/>
                    <a:gd name="T21" fmla="*/ 68 h 135"/>
                    <a:gd name="T22" fmla="*/ 298 w 548"/>
                    <a:gd name="T23" fmla="*/ 58 h 135"/>
                    <a:gd name="T24" fmla="*/ 231 w 548"/>
                    <a:gd name="T25" fmla="*/ 68 h 135"/>
                    <a:gd name="T26" fmla="*/ 77 w 548"/>
                    <a:gd name="T27" fmla="*/ 39 h 135"/>
                    <a:gd name="T28" fmla="*/ 0 w 548"/>
                    <a:gd name="T29" fmla="*/ 10 h 135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48"/>
                    <a:gd name="T46" fmla="*/ 0 h 135"/>
                    <a:gd name="T47" fmla="*/ 548 w 548"/>
                    <a:gd name="T48" fmla="*/ 135 h 135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48" h="135">
                      <a:moveTo>
                        <a:pt x="0" y="10"/>
                      </a:moveTo>
                      <a:lnTo>
                        <a:pt x="0" y="68"/>
                      </a:lnTo>
                      <a:lnTo>
                        <a:pt x="87" y="116"/>
                      </a:lnTo>
                      <a:lnTo>
                        <a:pt x="183" y="135"/>
                      </a:lnTo>
                      <a:lnTo>
                        <a:pt x="288" y="135"/>
                      </a:lnTo>
                      <a:lnTo>
                        <a:pt x="394" y="135"/>
                      </a:lnTo>
                      <a:lnTo>
                        <a:pt x="490" y="116"/>
                      </a:lnTo>
                      <a:lnTo>
                        <a:pt x="548" y="68"/>
                      </a:lnTo>
                      <a:lnTo>
                        <a:pt x="538" y="0"/>
                      </a:lnTo>
                      <a:lnTo>
                        <a:pt x="490" y="39"/>
                      </a:lnTo>
                      <a:lnTo>
                        <a:pt x="394" y="68"/>
                      </a:lnTo>
                      <a:lnTo>
                        <a:pt x="298" y="58"/>
                      </a:lnTo>
                      <a:lnTo>
                        <a:pt x="231" y="68"/>
                      </a:lnTo>
                      <a:lnTo>
                        <a:pt x="77" y="39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wrap="none" anchor="ctr">
                  <a:spAutoFit/>
                </a:bodyPr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60" name="Line 44">
                <a:extLst>
                  <a:ext uri="{FF2B5EF4-FFF2-40B4-BE49-F238E27FC236}">
                    <a16:creationId xmlns:a16="http://schemas.microsoft.com/office/drawing/2014/main" id="{69A19072-086D-4833-AAD7-9D475A80C4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19" y="3029"/>
                <a:ext cx="0" cy="205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61" name="Line 45">
                <a:extLst>
                  <a:ext uri="{FF2B5EF4-FFF2-40B4-BE49-F238E27FC236}">
                    <a16:creationId xmlns:a16="http://schemas.microsoft.com/office/drawing/2014/main" id="{03A87257-1AD1-8206-E9B3-39955ECF11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76" y="3028"/>
                <a:ext cx="0" cy="201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62" name="Line 46">
                <a:extLst>
                  <a:ext uri="{FF2B5EF4-FFF2-40B4-BE49-F238E27FC236}">
                    <a16:creationId xmlns:a16="http://schemas.microsoft.com/office/drawing/2014/main" id="{2EB64786-D830-35F6-1BFE-5895E12BEA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020" y="3219"/>
                <a:ext cx="566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63" name="Oval 47">
                <a:extLst>
                  <a:ext uri="{FF2B5EF4-FFF2-40B4-BE49-F238E27FC236}">
                    <a16:creationId xmlns:a16="http://schemas.microsoft.com/office/drawing/2014/main" id="{0436DBAE-DC34-6B02-92D8-65538EFDC0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3" y="2269"/>
                <a:ext cx="758" cy="692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64" name="Line 48">
                <a:extLst>
                  <a:ext uri="{FF2B5EF4-FFF2-40B4-BE49-F238E27FC236}">
                    <a16:creationId xmlns:a16="http://schemas.microsoft.com/office/drawing/2014/main" id="{39D975DB-7CF3-1D61-FD58-695C48DAEE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35" y="2923"/>
                <a:ext cx="0" cy="29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65" name="Line 49">
                <a:extLst>
                  <a:ext uri="{FF2B5EF4-FFF2-40B4-BE49-F238E27FC236}">
                    <a16:creationId xmlns:a16="http://schemas.microsoft.com/office/drawing/2014/main" id="{A4502251-21D3-1883-5812-D2FC1CCDEE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52" y="2941"/>
                <a:ext cx="0" cy="279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51" name="Line 50">
                <a:extLst>
                  <a:ext uri="{FF2B5EF4-FFF2-40B4-BE49-F238E27FC236}">
                    <a16:creationId xmlns:a16="http://schemas.microsoft.com/office/drawing/2014/main" id="{600D1A26-8EF5-2C12-D805-1195F310C9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38" y="3114"/>
                <a:ext cx="96" cy="9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52" name="Freeform 51">
                <a:extLst>
                  <a:ext uri="{FF2B5EF4-FFF2-40B4-BE49-F238E27FC236}">
                    <a16:creationId xmlns:a16="http://schemas.microsoft.com/office/drawing/2014/main" id="{37365F31-3250-D7F5-DC15-8D2C20DB90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8" y="2971"/>
                <a:ext cx="115" cy="115"/>
              </a:xfrm>
              <a:custGeom>
                <a:avLst/>
                <a:gdLst>
                  <a:gd name="T0" fmla="*/ 0 w 115"/>
                  <a:gd name="T1" fmla="*/ 115 h 115"/>
                  <a:gd name="T2" fmla="*/ 115 w 115"/>
                  <a:gd name="T3" fmla="*/ 0 h 115"/>
                  <a:gd name="T4" fmla="*/ 0 60000 65536"/>
                  <a:gd name="T5" fmla="*/ 0 60000 65536"/>
                  <a:gd name="T6" fmla="*/ 0 w 115"/>
                  <a:gd name="T7" fmla="*/ 0 h 115"/>
                  <a:gd name="T8" fmla="*/ 115 w 115"/>
                  <a:gd name="T9" fmla="*/ 115 h 115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15" h="115">
                    <a:moveTo>
                      <a:pt x="0" y="115"/>
                    </a:moveTo>
                    <a:lnTo>
                      <a:pt x="115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53" name="Freeform 52">
                <a:extLst>
                  <a:ext uri="{FF2B5EF4-FFF2-40B4-BE49-F238E27FC236}">
                    <a16:creationId xmlns:a16="http://schemas.microsoft.com/office/drawing/2014/main" id="{4C22EF6B-27EB-D0CF-EFC5-BABDC21570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" y="2884"/>
                <a:ext cx="96" cy="96"/>
              </a:xfrm>
              <a:custGeom>
                <a:avLst/>
                <a:gdLst>
                  <a:gd name="T0" fmla="*/ 0 w 96"/>
                  <a:gd name="T1" fmla="*/ 96 h 96"/>
                  <a:gd name="T2" fmla="*/ 96 w 96"/>
                  <a:gd name="T3" fmla="*/ 0 h 96"/>
                  <a:gd name="T4" fmla="*/ 0 60000 65536"/>
                  <a:gd name="T5" fmla="*/ 0 60000 65536"/>
                  <a:gd name="T6" fmla="*/ 0 w 96"/>
                  <a:gd name="T7" fmla="*/ 0 h 96"/>
                  <a:gd name="T8" fmla="*/ 96 w 96"/>
                  <a:gd name="T9" fmla="*/ 96 h 9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6" h="96">
                    <a:moveTo>
                      <a:pt x="0" y="96"/>
                    </a:moveTo>
                    <a:lnTo>
                      <a:pt x="96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54" name="Freeform 53">
                <a:extLst>
                  <a:ext uri="{FF2B5EF4-FFF2-40B4-BE49-F238E27FC236}">
                    <a16:creationId xmlns:a16="http://schemas.microsoft.com/office/drawing/2014/main" id="{6C38C6E9-1224-8F0B-CC2F-25D341975C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50" y="3095"/>
                <a:ext cx="125" cy="126"/>
              </a:xfrm>
              <a:custGeom>
                <a:avLst/>
                <a:gdLst>
                  <a:gd name="T0" fmla="*/ 0 w 125"/>
                  <a:gd name="T1" fmla="*/ 126 h 126"/>
                  <a:gd name="T2" fmla="*/ 125 w 125"/>
                  <a:gd name="T3" fmla="*/ 0 h 126"/>
                  <a:gd name="T4" fmla="*/ 0 60000 65536"/>
                  <a:gd name="T5" fmla="*/ 0 60000 65536"/>
                  <a:gd name="T6" fmla="*/ 0 w 125"/>
                  <a:gd name="T7" fmla="*/ 0 h 126"/>
                  <a:gd name="T8" fmla="*/ 125 w 125"/>
                  <a:gd name="T9" fmla="*/ 126 h 12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25" h="126">
                    <a:moveTo>
                      <a:pt x="0" y="126"/>
                    </a:moveTo>
                    <a:lnTo>
                      <a:pt x="125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55" name="Freeform 54">
                <a:extLst>
                  <a:ext uri="{FF2B5EF4-FFF2-40B4-BE49-F238E27FC236}">
                    <a16:creationId xmlns:a16="http://schemas.microsoft.com/office/drawing/2014/main" id="{64F16A60-8AD1-50AF-26F6-1AFFAA394B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50" y="2875"/>
                <a:ext cx="192" cy="192"/>
              </a:xfrm>
              <a:custGeom>
                <a:avLst/>
                <a:gdLst>
                  <a:gd name="T0" fmla="*/ 0 w 192"/>
                  <a:gd name="T1" fmla="*/ 192 h 192"/>
                  <a:gd name="T2" fmla="*/ 192 w 192"/>
                  <a:gd name="T3" fmla="*/ 0 h 192"/>
                  <a:gd name="T4" fmla="*/ 0 60000 65536"/>
                  <a:gd name="T5" fmla="*/ 0 60000 65536"/>
                  <a:gd name="T6" fmla="*/ 0 w 192"/>
                  <a:gd name="T7" fmla="*/ 0 h 192"/>
                  <a:gd name="T8" fmla="*/ 192 w 192"/>
                  <a:gd name="T9" fmla="*/ 192 h 192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92" h="192">
                    <a:moveTo>
                      <a:pt x="0" y="192"/>
                    </a:moveTo>
                    <a:lnTo>
                      <a:pt x="192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56" name="Freeform 55">
                <a:extLst>
                  <a:ext uri="{FF2B5EF4-FFF2-40B4-BE49-F238E27FC236}">
                    <a16:creationId xmlns:a16="http://schemas.microsoft.com/office/drawing/2014/main" id="{899C9163-49C0-D9D3-48DC-C76C770E0C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5" y="2206"/>
                <a:ext cx="937" cy="660"/>
              </a:xfrm>
              <a:custGeom>
                <a:avLst/>
                <a:gdLst>
                  <a:gd name="T0" fmla="*/ 82 w 937"/>
                  <a:gd name="T1" fmla="*/ 645 h 660"/>
                  <a:gd name="T2" fmla="*/ 232 w 937"/>
                  <a:gd name="T3" fmla="*/ 555 h 660"/>
                  <a:gd name="T4" fmla="*/ 157 w 937"/>
                  <a:gd name="T5" fmla="*/ 465 h 660"/>
                  <a:gd name="T6" fmla="*/ 127 w 937"/>
                  <a:gd name="T7" fmla="*/ 360 h 660"/>
                  <a:gd name="T8" fmla="*/ 153 w 937"/>
                  <a:gd name="T9" fmla="*/ 256 h 660"/>
                  <a:gd name="T10" fmla="*/ 240 w 937"/>
                  <a:gd name="T11" fmla="*/ 131 h 660"/>
                  <a:gd name="T12" fmla="*/ 461 w 937"/>
                  <a:gd name="T13" fmla="*/ 102 h 660"/>
                  <a:gd name="T14" fmla="*/ 622 w 937"/>
                  <a:gd name="T15" fmla="*/ 195 h 660"/>
                  <a:gd name="T16" fmla="*/ 749 w 937"/>
                  <a:gd name="T17" fmla="*/ 294 h 660"/>
                  <a:gd name="T18" fmla="*/ 787 w 937"/>
                  <a:gd name="T19" fmla="*/ 428 h 660"/>
                  <a:gd name="T20" fmla="*/ 729 w 937"/>
                  <a:gd name="T21" fmla="*/ 592 h 660"/>
                  <a:gd name="T22" fmla="*/ 787 w 937"/>
                  <a:gd name="T23" fmla="*/ 660 h 660"/>
                  <a:gd name="T24" fmla="*/ 877 w 937"/>
                  <a:gd name="T25" fmla="*/ 555 h 660"/>
                  <a:gd name="T26" fmla="*/ 937 w 937"/>
                  <a:gd name="T27" fmla="*/ 360 h 660"/>
                  <a:gd name="T28" fmla="*/ 825 w 937"/>
                  <a:gd name="T29" fmla="*/ 227 h 660"/>
                  <a:gd name="T30" fmla="*/ 757 w 937"/>
                  <a:gd name="T31" fmla="*/ 75 h 660"/>
                  <a:gd name="T32" fmla="*/ 562 w 937"/>
                  <a:gd name="T33" fmla="*/ 0 h 660"/>
                  <a:gd name="T34" fmla="*/ 365 w 937"/>
                  <a:gd name="T35" fmla="*/ 6 h 660"/>
                  <a:gd name="T36" fmla="*/ 221 w 937"/>
                  <a:gd name="T37" fmla="*/ 54 h 660"/>
                  <a:gd name="T38" fmla="*/ 86 w 937"/>
                  <a:gd name="T39" fmla="*/ 169 h 660"/>
                  <a:gd name="T40" fmla="*/ 0 w 937"/>
                  <a:gd name="T41" fmla="*/ 352 h 660"/>
                  <a:gd name="T42" fmla="*/ 29 w 937"/>
                  <a:gd name="T43" fmla="*/ 515 h 660"/>
                  <a:gd name="T44" fmla="*/ 82 w 937"/>
                  <a:gd name="T45" fmla="*/ 645 h 660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w 937"/>
                  <a:gd name="T70" fmla="*/ 0 h 660"/>
                  <a:gd name="T71" fmla="*/ 937 w 937"/>
                  <a:gd name="T72" fmla="*/ 660 h 660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T69" t="T70" r="T71" b="T72"/>
                <a:pathLst>
                  <a:path w="937" h="660">
                    <a:moveTo>
                      <a:pt x="82" y="645"/>
                    </a:moveTo>
                    <a:lnTo>
                      <a:pt x="232" y="555"/>
                    </a:lnTo>
                    <a:lnTo>
                      <a:pt x="157" y="465"/>
                    </a:lnTo>
                    <a:lnTo>
                      <a:pt x="127" y="360"/>
                    </a:lnTo>
                    <a:lnTo>
                      <a:pt x="153" y="256"/>
                    </a:lnTo>
                    <a:lnTo>
                      <a:pt x="240" y="131"/>
                    </a:lnTo>
                    <a:lnTo>
                      <a:pt x="461" y="102"/>
                    </a:lnTo>
                    <a:lnTo>
                      <a:pt x="622" y="195"/>
                    </a:lnTo>
                    <a:lnTo>
                      <a:pt x="749" y="294"/>
                    </a:lnTo>
                    <a:lnTo>
                      <a:pt x="787" y="428"/>
                    </a:lnTo>
                    <a:lnTo>
                      <a:pt x="729" y="592"/>
                    </a:lnTo>
                    <a:lnTo>
                      <a:pt x="787" y="660"/>
                    </a:lnTo>
                    <a:lnTo>
                      <a:pt x="877" y="555"/>
                    </a:lnTo>
                    <a:lnTo>
                      <a:pt x="937" y="360"/>
                    </a:lnTo>
                    <a:lnTo>
                      <a:pt x="825" y="227"/>
                    </a:lnTo>
                    <a:lnTo>
                      <a:pt x="757" y="75"/>
                    </a:lnTo>
                    <a:lnTo>
                      <a:pt x="562" y="0"/>
                    </a:lnTo>
                    <a:lnTo>
                      <a:pt x="365" y="6"/>
                    </a:lnTo>
                    <a:lnTo>
                      <a:pt x="221" y="54"/>
                    </a:lnTo>
                    <a:lnTo>
                      <a:pt x="86" y="169"/>
                    </a:lnTo>
                    <a:lnTo>
                      <a:pt x="0" y="352"/>
                    </a:lnTo>
                    <a:lnTo>
                      <a:pt x="29" y="515"/>
                    </a:lnTo>
                    <a:lnTo>
                      <a:pt x="82" y="64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57" name="Oval 58">
                <a:extLst>
                  <a:ext uri="{FF2B5EF4-FFF2-40B4-BE49-F238E27FC236}">
                    <a16:creationId xmlns:a16="http://schemas.microsoft.com/office/drawing/2014/main" id="{0D46C127-A8DD-AF6B-1821-E187A24ED1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27" y="968"/>
                <a:ext cx="523" cy="493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58" name="Oval 59">
                <a:extLst>
                  <a:ext uri="{FF2B5EF4-FFF2-40B4-BE49-F238E27FC236}">
                    <a16:creationId xmlns:a16="http://schemas.microsoft.com/office/drawing/2014/main" id="{64EB0CE6-9312-B74A-DC2C-97A5F58F73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35" y="1069"/>
                <a:ext cx="317" cy="297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59" name="Freeform 60">
                <a:extLst>
                  <a:ext uri="{FF2B5EF4-FFF2-40B4-BE49-F238E27FC236}">
                    <a16:creationId xmlns:a16="http://schemas.microsoft.com/office/drawing/2014/main" id="{5DB33111-F581-70C4-75D9-4C2DE2A717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0" y="994"/>
                <a:ext cx="403" cy="517"/>
              </a:xfrm>
              <a:custGeom>
                <a:avLst/>
                <a:gdLst>
                  <a:gd name="T0" fmla="*/ 192 w 403"/>
                  <a:gd name="T1" fmla="*/ 0 h 509"/>
                  <a:gd name="T2" fmla="*/ 230 w 403"/>
                  <a:gd name="T3" fmla="*/ 115 h 509"/>
                  <a:gd name="T4" fmla="*/ 230 w 403"/>
                  <a:gd name="T5" fmla="*/ 227 h 509"/>
                  <a:gd name="T6" fmla="*/ 336 w 403"/>
                  <a:gd name="T7" fmla="*/ 395 h 509"/>
                  <a:gd name="T8" fmla="*/ 403 w 403"/>
                  <a:gd name="T9" fmla="*/ 498 h 509"/>
                  <a:gd name="T10" fmla="*/ 320 w 403"/>
                  <a:gd name="T11" fmla="*/ 550 h 509"/>
                  <a:gd name="T12" fmla="*/ 173 w 403"/>
                  <a:gd name="T13" fmla="*/ 508 h 509"/>
                  <a:gd name="T14" fmla="*/ 29 w 403"/>
                  <a:gd name="T15" fmla="*/ 404 h 509"/>
                  <a:gd name="T16" fmla="*/ 0 w 403"/>
                  <a:gd name="T17" fmla="*/ 154 h 509"/>
                  <a:gd name="T18" fmla="*/ 77 w 403"/>
                  <a:gd name="T19" fmla="*/ 9 h 509"/>
                  <a:gd name="T20" fmla="*/ 192 w 403"/>
                  <a:gd name="T21" fmla="*/ 0 h 509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403"/>
                  <a:gd name="T34" fmla="*/ 0 h 509"/>
                  <a:gd name="T35" fmla="*/ 403 w 403"/>
                  <a:gd name="T36" fmla="*/ 509 h 509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403" h="509">
                    <a:moveTo>
                      <a:pt x="192" y="0"/>
                    </a:moveTo>
                    <a:lnTo>
                      <a:pt x="230" y="105"/>
                    </a:lnTo>
                    <a:lnTo>
                      <a:pt x="230" y="211"/>
                    </a:lnTo>
                    <a:lnTo>
                      <a:pt x="336" y="365"/>
                    </a:lnTo>
                    <a:lnTo>
                      <a:pt x="403" y="461"/>
                    </a:lnTo>
                    <a:lnTo>
                      <a:pt x="320" y="509"/>
                    </a:lnTo>
                    <a:lnTo>
                      <a:pt x="173" y="470"/>
                    </a:lnTo>
                    <a:lnTo>
                      <a:pt x="29" y="374"/>
                    </a:lnTo>
                    <a:lnTo>
                      <a:pt x="0" y="144"/>
                    </a:lnTo>
                    <a:lnTo>
                      <a:pt x="77" y="9"/>
                    </a:lnTo>
                    <a:lnTo>
                      <a:pt x="19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60" name="Rectangle 61">
                <a:extLst>
                  <a:ext uri="{FF2B5EF4-FFF2-40B4-BE49-F238E27FC236}">
                    <a16:creationId xmlns:a16="http://schemas.microsoft.com/office/drawing/2014/main" id="{B1C84B07-7CD2-C783-2FCA-95301A4DC1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7" y="625"/>
                <a:ext cx="1065" cy="1251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61" name="Line 62">
                <a:extLst>
                  <a:ext uri="{FF2B5EF4-FFF2-40B4-BE49-F238E27FC236}">
                    <a16:creationId xmlns:a16="http://schemas.microsoft.com/office/drawing/2014/main" id="{62BD8D05-A97E-68A8-F62D-CFF93D2818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913" y="770"/>
                <a:ext cx="0" cy="111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62" name="Line 63">
                <a:extLst>
                  <a:ext uri="{FF2B5EF4-FFF2-40B4-BE49-F238E27FC236}">
                    <a16:creationId xmlns:a16="http://schemas.microsoft.com/office/drawing/2014/main" id="{3DD8A7FB-4DEF-455B-5BEF-E7C3C5FB57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69" y="627"/>
                <a:ext cx="96" cy="9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63" name="Freeform 64">
                <a:extLst>
                  <a:ext uri="{FF2B5EF4-FFF2-40B4-BE49-F238E27FC236}">
                    <a16:creationId xmlns:a16="http://schemas.microsoft.com/office/drawing/2014/main" id="{FE95D70F-C3AF-171D-429D-202E5FE3A8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9" y="618"/>
                <a:ext cx="268" cy="269"/>
              </a:xfrm>
              <a:custGeom>
                <a:avLst/>
                <a:gdLst>
                  <a:gd name="T0" fmla="*/ 0 w 268"/>
                  <a:gd name="T1" fmla="*/ 269 h 269"/>
                  <a:gd name="T2" fmla="*/ 268 w 268"/>
                  <a:gd name="T3" fmla="*/ 0 h 269"/>
                  <a:gd name="T4" fmla="*/ 0 60000 65536"/>
                  <a:gd name="T5" fmla="*/ 0 60000 65536"/>
                  <a:gd name="T6" fmla="*/ 0 w 268"/>
                  <a:gd name="T7" fmla="*/ 0 h 269"/>
                  <a:gd name="T8" fmla="*/ 268 w 268"/>
                  <a:gd name="T9" fmla="*/ 269 h 269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68" h="269">
                    <a:moveTo>
                      <a:pt x="0" y="269"/>
                    </a:moveTo>
                    <a:lnTo>
                      <a:pt x="268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64" name="Freeform 65">
                <a:extLst>
                  <a:ext uri="{FF2B5EF4-FFF2-40B4-BE49-F238E27FC236}">
                    <a16:creationId xmlns:a16="http://schemas.microsoft.com/office/drawing/2014/main" id="{A4C9C2B7-D46D-CFE6-F081-E06DE0CBC1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9" y="906"/>
                <a:ext cx="143" cy="144"/>
              </a:xfrm>
              <a:custGeom>
                <a:avLst/>
                <a:gdLst>
                  <a:gd name="T0" fmla="*/ 0 w 143"/>
                  <a:gd name="T1" fmla="*/ 144 h 144"/>
                  <a:gd name="T2" fmla="*/ 143 w 143"/>
                  <a:gd name="T3" fmla="*/ 0 h 144"/>
                  <a:gd name="T4" fmla="*/ 0 60000 65536"/>
                  <a:gd name="T5" fmla="*/ 0 60000 65536"/>
                  <a:gd name="T6" fmla="*/ 0 w 143"/>
                  <a:gd name="T7" fmla="*/ 0 h 144"/>
                  <a:gd name="T8" fmla="*/ 143 w 143"/>
                  <a:gd name="T9" fmla="*/ 144 h 144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43" h="144">
                    <a:moveTo>
                      <a:pt x="0" y="144"/>
                    </a:moveTo>
                    <a:lnTo>
                      <a:pt x="143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65" name="Freeform 66">
                <a:extLst>
                  <a:ext uri="{FF2B5EF4-FFF2-40B4-BE49-F238E27FC236}">
                    <a16:creationId xmlns:a16="http://schemas.microsoft.com/office/drawing/2014/main" id="{0145B0D6-45E3-F511-A1C2-8B8B24BCE1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9" y="1069"/>
                <a:ext cx="143" cy="144"/>
              </a:xfrm>
              <a:custGeom>
                <a:avLst/>
                <a:gdLst>
                  <a:gd name="T0" fmla="*/ 0 w 143"/>
                  <a:gd name="T1" fmla="*/ 144 h 144"/>
                  <a:gd name="T2" fmla="*/ 143 w 143"/>
                  <a:gd name="T3" fmla="*/ 0 h 144"/>
                  <a:gd name="T4" fmla="*/ 0 60000 65536"/>
                  <a:gd name="T5" fmla="*/ 0 60000 65536"/>
                  <a:gd name="T6" fmla="*/ 0 w 143"/>
                  <a:gd name="T7" fmla="*/ 0 h 144"/>
                  <a:gd name="T8" fmla="*/ 143 w 143"/>
                  <a:gd name="T9" fmla="*/ 144 h 144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43" h="144">
                    <a:moveTo>
                      <a:pt x="0" y="144"/>
                    </a:moveTo>
                    <a:lnTo>
                      <a:pt x="143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66" name="Freeform 67">
                <a:extLst>
                  <a:ext uri="{FF2B5EF4-FFF2-40B4-BE49-F238E27FC236}">
                    <a16:creationId xmlns:a16="http://schemas.microsoft.com/office/drawing/2014/main" id="{3B81F73D-7004-91AF-D199-F4AC74EADA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9" y="1242"/>
                <a:ext cx="133" cy="135"/>
              </a:xfrm>
              <a:custGeom>
                <a:avLst/>
                <a:gdLst>
                  <a:gd name="T0" fmla="*/ 0 w 133"/>
                  <a:gd name="T1" fmla="*/ 135 h 135"/>
                  <a:gd name="T2" fmla="*/ 133 w 133"/>
                  <a:gd name="T3" fmla="*/ 0 h 135"/>
                  <a:gd name="T4" fmla="*/ 0 60000 65536"/>
                  <a:gd name="T5" fmla="*/ 0 60000 65536"/>
                  <a:gd name="T6" fmla="*/ 0 w 133"/>
                  <a:gd name="T7" fmla="*/ 0 h 135"/>
                  <a:gd name="T8" fmla="*/ 133 w 133"/>
                  <a:gd name="T9" fmla="*/ 135 h 135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33" h="135">
                    <a:moveTo>
                      <a:pt x="0" y="135"/>
                    </a:moveTo>
                    <a:lnTo>
                      <a:pt x="133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67" name="Freeform 68">
                <a:extLst>
                  <a:ext uri="{FF2B5EF4-FFF2-40B4-BE49-F238E27FC236}">
                    <a16:creationId xmlns:a16="http://schemas.microsoft.com/office/drawing/2014/main" id="{FA883E6F-0BA5-C563-1EC4-200DEBCB59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9" y="1415"/>
                <a:ext cx="143" cy="143"/>
              </a:xfrm>
              <a:custGeom>
                <a:avLst/>
                <a:gdLst>
                  <a:gd name="T0" fmla="*/ 0 w 143"/>
                  <a:gd name="T1" fmla="*/ 143 h 143"/>
                  <a:gd name="T2" fmla="*/ 143 w 143"/>
                  <a:gd name="T3" fmla="*/ 0 h 143"/>
                  <a:gd name="T4" fmla="*/ 0 60000 65536"/>
                  <a:gd name="T5" fmla="*/ 0 60000 65536"/>
                  <a:gd name="T6" fmla="*/ 0 w 143"/>
                  <a:gd name="T7" fmla="*/ 0 h 143"/>
                  <a:gd name="T8" fmla="*/ 143 w 143"/>
                  <a:gd name="T9" fmla="*/ 143 h 14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43" h="143">
                    <a:moveTo>
                      <a:pt x="0" y="143"/>
                    </a:moveTo>
                    <a:lnTo>
                      <a:pt x="143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68" name="Freeform 69">
                <a:extLst>
                  <a:ext uri="{FF2B5EF4-FFF2-40B4-BE49-F238E27FC236}">
                    <a16:creationId xmlns:a16="http://schemas.microsoft.com/office/drawing/2014/main" id="{DA205505-D151-7499-B602-9278B9ECF1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9" y="1588"/>
                <a:ext cx="133" cy="135"/>
              </a:xfrm>
              <a:custGeom>
                <a:avLst/>
                <a:gdLst>
                  <a:gd name="T0" fmla="*/ 0 w 133"/>
                  <a:gd name="T1" fmla="*/ 135 h 135"/>
                  <a:gd name="T2" fmla="*/ 133 w 133"/>
                  <a:gd name="T3" fmla="*/ 0 h 135"/>
                  <a:gd name="T4" fmla="*/ 0 60000 65536"/>
                  <a:gd name="T5" fmla="*/ 0 60000 65536"/>
                  <a:gd name="T6" fmla="*/ 0 w 133"/>
                  <a:gd name="T7" fmla="*/ 0 h 135"/>
                  <a:gd name="T8" fmla="*/ 133 w 133"/>
                  <a:gd name="T9" fmla="*/ 135 h 135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33" h="135">
                    <a:moveTo>
                      <a:pt x="0" y="135"/>
                    </a:moveTo>
                    <a:lnTo>
                      <a:pt x="133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69" name="Freeform 70">
                <a:extLst>
                  <a:ext uri="{FF2B5EF4-FFF2-40B4-BE49-F238E27FC236}">
                    <a16:creationId xmlns:a16="http://schemas.microsoft.com/office/drawing/2014/main" id="{9C1E48BE-26E3-34E5-6E02-004488413F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8" y="1741"/>
                <a:ext cx="134" cy="135"/>
              </a:xfrm>
              <a:custGeom>
                <a:avLst/>
                <a:gdLst>
                  <a:gd name="T0" fmla="*/ 0 w 134"/>
                  <a:gd name="T1" fmla="*/ 135 h 135"/>
                  <a:gd name="T2" fmla="*/ 134 w 134"/>
                  <a:gd name="T3" fmla="*/ 0 h 135"/>
                  <a:gd name="T4" fmla="*/ 0 60000 65536"/>
                  <a:gd name="T5" fmla="*/ 0 60000 65536"/>
                  <a:gd name="T6" fmla="*/ 0 w 134"/>
                  <a:gd name="T7" fmla="*/ 0 h 135"/>
                  <a:gd name="T8" fmla="*/ 134 w 134"/>
                  <a:gd name="T9" fmla="*/ 135 h 135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34" h="135">
                    <a:moveTo>
                      <a:pt x="0" y="135"/>
                    </a:moveTo>
                    <a:lnTo>
                      <a:pt x="134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70" name="Line 73">
                <a:extLst>
                  <a:ext uri="{FF2B5EF4-FFF2-40B4-BE49-F238E27FC236}">
                    <a16:creationId xmlns:a16="http://schemas.microsoft.com/office/drawing/2014/main" id="{DC0498DA-F640-8448-9034-5CA846F914D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12" y="772"/>
                <a:ext cx="202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71" name="Freeform 74">
                <a:extLst>
                  <a:ext uri="{FF2B5EF4-FFF2-40B4-BE49-F238E27FC236}">
                    <a16:creationId xmlns:a16="http://schemas.microsoft.com/office/drawing/2014/main" id="{1B7E694A-CDF1-7623-7E60-CA446BF656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57" y="618"/>
                <a:ext cx="162" cy="471"/>
              </a:xfrm>
              <a:custGeom>
                <a:avLst/>
                <a:gdLst>
                  <a:gd name="T0" fmla="*/ 162 w 162"/>
                  <a:gd name="T1" fmla="*/ 471 h 471"/>
                  <a:gd name="T2" fmla="*/ 124 w 162"/>
                  <a:gd name="T3" fmla="*/ 365 h 471"/>
                  <a:gd name="T4" fmla="*/ 60 w 162"/>
                  <a:gd name="T5" fmla="*/ 279 h 471"/>
                  <a:gd name="T6" fmla="*/ 66 w 162"/>
                  <a:gd name="T7" fmla="*/ 163 h 471"/>
                  <a:gd name="T8" fmla="*/ 9 w 162"/>
                  <a:gd name="T9" fmla="*/ 58 h 471"/>
                  <a:gd name="T10" fmla="*/ 9 w 162"/>
                  <a:gd name="T11" fmla="*/ 0 h 47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62"/>
                  <a:gd name="T19" fmla="*/ 0 h 471"/>
                  <a:gd name="T20" fmla="*/ 162 w 162"/>
                  <a:gd name="T21" fmla="*/ 471 h 47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62" h="471">
                    <a:moveTo>
                      <a:pt x="162" y="471"/>
                    </a:moveTo>
                    <a:cubicBezTo>
                      <a:pt x="150" y="434"/>
                      <a:pt x="141" y="397"/>
                      <a:pt x="124" y="365"/>
                    </a:cubicBezTo>
                    <a:cubicBezTo>
                      <a:pt x="107" y="333"/>
                      <a:pt x="70" y="313"/>
                      <a:pt x="60" y="279"/>
                    </a:cubicBezTo>
                    <a:cubicBezTo>
                      <a:pt x="50" y="245"/>
                      <a:pt x="74" y="200"/>
                      <a:pt x="66" y="163"/>
                    </a:cubicBezTo>
                    <a:cubicBezTo>
                      <a:pt x="58" y="126"/>
                      <a:pt x="18" y="85"/>
                      <a:pt x="9" y="58"/>
                    </a:cubicBezTo>
                    <a:cubicBezTo>
                      <a:pt x="0" y="31"/>
                      <a:pt x="4" y="15"/>
                      <a:pt x="9" y="0"/>
                    </a:cubicBez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72" name="Freeform 75">
                <a:extLst>
                  <a:ext uri="{FF2B5EF4-FFF2-40B4-BE49-F238E27FC236}">
                    <a16:creationId xmlns:a16="http://schemas.microsoft.com/office/drawing/2014/main" id="{09323860-1732-B12B-4D87-17E5052CEB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25" y="1367"/>
                <a:ext cx="249" cy="509"/>
              </a:xfrm>
              <a:custGeom>
                <a:avLst/>
                <a:gdLst>
                  <a:gd name="T0" fmla="*/ 0 w 249"/>
                  <a:gd name="T1" fmla="*/ 0 h 509"/>
                  <a:gd name="T2" fmla="*/ 48 w 249"/>
                  <a:gd name="T3" fmla="*/ 67 h 509"/>
                  <a:gd name="T4" fmla="*/ 173 w 249"/>
                  <a:gd name="T5" fmla="*/ 211 h 509"/>
                  <a:gd name="T6" fmla="*/ 201 w 249"/>
                  <a:gd name="T7" fmla="*/ 374 h 509"/>
                  <a:gd name="T8" fmla="*/ 249 w 249"/>
                  <a:gd name="T9" fmla="*/ 509 h 50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9"/>
                  <a:gd name="T16" fmla="*/ 0 h 509"/>
                  <a:gd name="T17" fmla="*/ 249 w 249"/>
                  <a:gd name="T18" fmla="*/ 509 h 50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9" h="509">
                    <a:moveTo>
                      <a:pt x="0" y="0"/>
                    </a:moveTo>
                    <a:cubicBezTo>
                      <a:pt x="10" y="11"/>
                      <a:pt x="19" y="32"/>
                      <a:pt x="48" y="67"/>
                    </a:cubicBezTo>
                    <a:cubicBezTo>
                      <a:pt x="77" y="102"/>
                      <a:pt x="147" y="160"/>
                      <a:pt x="173" y="211"/>
                    </a:cubicBezTo>
                    <a:cubicBezTo>
                      <a:pt x="199" y="262"/>
                      <a:pt x="188" y="325"/>
                      <a:pt x="201" y="374"/>
                    </a:cubicBezTo>
                    <a:cubicBezTo>
                      <a:pt x="214" y="423"/>
                      <a:pt x="241" y="487"/>
                      <a:pt x="249" y="509"/>
                    </a:cubicBez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73" name="Freeform 76">
                <a:extLst>
                  <a:ext uri="{FF2B5EF4-FFF2-40B4-BE49-F238E27FC236}">
                    <a16:creationId xmlns:a16="http://schemas.microsoft.com/office/drawing/2014/main" id="{7FC89420-C0A9-4CE6-92C0-30281C91A8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9" y="2820"/>
                <a:ext cx="120" cy="69"/>
              </a:xfrm>
              <a:custGeom>
                <a:avLst/>
                <a:gdLst>
                  <a:gd name="T0" fmla="*/ 120 w 120"/>
                  <a:gd name="T1" fmla="*/ 3 h 69"/>
                  <a:gd name="T2" fmla="*/ 78 w 120"/>
                  <a:gd name="T3" fmla="*/ 9 h 69"/>
                  <a:gd name="T4" fmla="*/ 66 w 120"/>
                  <a:gd name="T5" fmla="*/ 57 h 69"/>
                  <a:gd name="T6" fmla="*/ 0 w 120"/>
                  <a:gd name="T7" fmla="*/ 69 h 6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0"/>
                  <a:gd name="T13" fmla="*/ 0 h 69"/>
                  <a:gd name="T14" fmla="*/ 120 w 120"/>
                  <a:gd name="T15" fmla="*/ 69 h 6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0" h="69">
                    <a:moveTo>
                      <a:pt x="120" y="3"/>
                    </a:moveTo>
                    <a:cubicBezTo>
                      <a:pt x="103" y="1"/>
                      <a:pt x="87" y="0"/>
                      <a:pt x="78" y="9"/>
                    </a:cubicBezTo>
                    <a:cubicBezTo>
                      <a:pt x="69" y="18"/>
                      <a:pt x="79" y="47"/>
                      <a:pt x="66" y="57"/>
                    </a:cubicBezTo>
                    <a:cubicBezTo>
                      <a:pt x="53" y="67"/>
                      <a:pt x="26" y="68"/>
                      <a:pt x="0" y="69"/>
                    </a:cubicBez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74" name="Freeform 77">
                <a:extLst>
                  <a:ext uri="{FF2B5EF4-FFF2-40B4-BE49-F238E27FC236}">
                    <a16:creationId xmlns:a16="http://schemas.microsoft.com/office/drawing/2014/main" id="{A4F0C869-A887-EBDB-85D5-84D36EDDA7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5" y="2823"/>
                <a:ext cx="144" cy="84"/>
              </a:xfrm>
              <a:custGeom>
                <a:avLst/>
                <a:gdLst>
                  <a:gd name="T0" fmla="*/ 0 w 144"/>
                  <a:gd name="T1" fmla="*/ 0 h 84"/>
                  <a:gd name="T2" fmla="*/ 36 w 144"/>
                  <a:gd name="T3" fmla="*/ 12 h 84"/>
                  <a:gd name="T4" fmla="*/ 48 w 144"/>
                  <a:gd name="T5" fmla="*/ 60 h 84"/>
                  <a:gd name="T6" fmla="*/ 144 w 144"/>
                  <a:gd name="T7" fmla="*/ 84 h 8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44"/>
                  <a:gd name="T13" fmla="*/ 0 h 84"/>
                  <a:gd name="T14" fmla="*/ 144 w 144"/>
                  <a:gd name="T15" fmla="*/ 84 h 8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44" h="84">
                    <a:moveTo>
                      <a:pt x="0" y="0"/>
                    </a:moveTo>
                    <a:cubicBezTo>
                      <a:pt x="14" y="1"/>
                      <a:pt x="28" y="2"/>
                      <a:pt x="36" y="12"/>
                    </a:cubicBezTo>
                    <a:cubicBezTo>
                      <a:pt x="44" y="22"/>
                      <a:pt x="30" y="48"/>
                      <a:pt x="48" y="60"/>
                    </a:cubicBezTo>
                    <a:cubicBezTo>
                      <a:pt x="66" y="72"/>
                      <a:pt x="128" y="80"/>
                      <a:pt x="144" y="84"/>
                    </a:cubicBez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54" name="组合 53">
              <a:extLst>
                <a:ext uri="{FF2B5EF4-FFF2-40B4-BE49-F238E27FC236}">
                  <a16:creationId xmlns:a16="http://schemas.microsoft.com/office/drawing/2014/main" id="{83058F5E-C119-E9D1-400E-3FD701C680AD}"/>
                </a:ext>
              </a:extLst>
            </p:cNvPr>
            <p:cNvGrpSpPr/>
            <p:nvPr/>
          </p:nvGrpSpPr>
          <p:grpSpPr>
            <a:xfrm>
              <a:off x="2174282" y="976536"/>
              <a:ext cx="1931931" cy="4324099"/>
              <a:chOff x="8371432" y="2067275"/>
              <a:chExt cx="1931931" cy="4324099"/>
            </a:xfrm>
          </p:grpSpPr>
          <p:pic>
            <p:nvPicPr>
              <p:cNvPr id="55" name="图片 54">
                <a:extLst>
                  <a:ext uri="{FF2B5EF4-FFF2-40B4-BE49-F238E27FC236}">
                    <a16:creationId xmlns:a16="http://schemas.microsoft.com/office/drawing/2014/main" id="{833BF2CA-4BDB-9095-E42E-5BDAFD745DE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4219" t="16552" r="54785"/>
              <a:stretch/>
            </p:blipFill>
            <p:spPr>
              <a:xfrm>
                <a:off x="8371432" y="5177886"/>
                <a:ext cx="1931931" cy="282153"/>
              </a:xfrm>
              <a:prstGeom prst="rect">
                <a:avLst/>
              </a:prstGeom>
            </p:spPr>
          </p:pic>
          <p:pic>
            <p:nvPicPr>
              <p:cNvPr id="56" name="图片 55">
                <a:extLst>
                  <a:ext uri="{FF2B5EF4-FFF2-40B4-BE49-F238E27FC236}">
                    <a16:creationId xmlns:a16="http://schemas.microsoft.com/office/drawing/2014/main" id="{9E34CFE6-A95A-EF08-2FE9-3B2655129E8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6077" t="26845" r="64190" b="3454"/>
              <a:stretch/>
            </p:blipFill>
            <p:spPr>
              <a:xfrm>
                <a:off x="8929744" y="3009955"/>
                <a:ext cx="895546" cy="235671"/>
              </a:xfrm>
              <a:prstGeom prst="rect">
                <a:avLst/>
              </a:prstGeom>
            </p:spPr>
          </p:pic>
          <p:pic>
            <p:nvPicPr>
              <p:cNvPr id="57" name="图片 56">
                <a:extLst>
                  <a:ext uri="{FF2B5EF4-FFF2-40B4-BE49-F238E27FC236}">
                    <a16:creationId xmlns:a16="http://schemas.microsoft.com/office/drawing/2014/main" id="{E570B79D-F5A8-D105-F807-23132F22E95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5254" t="40013" r="53538" b="20955"/>
              <a:stretch/>
            </p:blipFill>
            <p:spPr>
              <a:xfrm rot="5400000">
                <a:off x="8312289" y="5349713"/>
                <a:ext cx="1951346" cy="131976"/>
              </a:xfrm>
              <a:prstGeom prst="rect">
                <a:avLst/>
              </a:prstGeom>
            </p:spPr>
          </p:pic>
          <p:pic>
            <p:nvPicPr>
              <p:cNvPr id="58" name="图片 57">
                <a:extLst>
                  <a:ext uri="{FF2B5EF4-FFF2-40B4-BE49-F238E27FC236}">
                    <a16:creationId xmlns:a16="http://schemas.microsoft.com/office/drawing/2014/main" id="{F4060370-252D-3415-E7B1-667BA229C48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9145" t="34439" r="46163" b="7013"/>
              <a:stretch/>
            </p:blipFill>
            <p:spPr>
              <a:xfrm rot="5400000">
                <a:off x="8137892" y="3104223"/>
                <a:ext cx="2271860" cy="197963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975164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75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  <p:bldP spid="7" grpId="0" autoUpdateAnimBg="0"/>
      <p:bldP spid="8" grpId="0" build="p" autoUpdateAnimBg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EEDBD0-535D-FF35-B894-50CB7F447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>
            <a:extLst>
              <a:ext uri="{FF2B5EF4-FFF2-40B4-BE49-F238E27FC236}">
                <a16:creationId xmlns:a16="http://schemas.microsoft.com/office/drawing/2014/main" id="{641F529B-29D6-67D6-E266-731825F4BE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19" y="412176"/>
            <a:ext cx="2358338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10.2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剖视图</a:t>
            </a:r>
          </a:p>
        </p:txBody>
      </p:sp>
      <p:sp>
        <p:nvSpPr>
          <p:cNvPr id="16" name="灯片编号占位符 3">
            <a:extLst>
              <a:ext uri="{FF2B5EF4-FFF2-40B4-BE49-F238E27FC236}">
                <a16:creationId xmlns:a16="http://schemas.microsoft.com/office/drawing/2014/main" id="{C458A006-FAD6-D688-EF8D-0F823781D5A7}"/>
              </a:ext>
            </a:extLst>
          </p:cNvPr>
          <p:cNvSpPr txBox="1">
            <a:spLocks/>
          </p:cNvSpPr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  <a:pPr/>
              <a:t>45</a:t>
            </a:fld>
            <a:endParaRPr lang="en-US" altLang="zh-CN" dirty="0"/>
          </a:p>
        </p:txBody>
      </p:sp>
      <p:sp>
        <p:nvSpPr>
          <p:cNvPr id="2" name="Text Box 87">
            <a:extLst>
              <a:ext uri="{FF2B5EF4-FFF2-40B4-BE49-F238E27FC236}">
                <a16:creationId xmlns:a16="http://schemas.microsoft.com/office/drawing/2014/main" id="{CD143E11-45CC-546E-1C43-CBD5680E12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376" y="1268089"/>
            <a:ext cx="244169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fontAlgn="base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剖视图种类</a:t>
            </a:r>
          </a:p>
        </p:txBody>
      </p:sp>
      <p:sp>
        <p:nvSpPr>
          <p:cNvPr id="3" name="Text Box 47">
            <a:extLst>
              <a:ext uri="{FF2B5EF4-FFF2-40B4-BE49-F238E27FC236}">
                <a16:creationId xmlns:a16="http://schemas.microsoft.com/office/drawing/2014/main" id="{5C4FDF94-CA7D-7A4E-D392-07A00DC0C1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376" y="1831614"/>
            <a:ext cx="4302781" cy="461665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(1.3) </a:t>
            </a:r>
            <a:r>
              <a:rPr lang="zh-CN" altLang="en-US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单一剖切面：局部剖视图</a:t>
            </a:r>
          </a:p>
        </p:txBody>
      </p:sp>
      <p:sp>
        <p:nvSpPr>
          <p:cNvPr id="6" name="Text Box 47">
            <a:extLst>
              <a:ext uri="{FF2B5EF4-FFF2-40B4-BE49-F238E27FC236}">
                <a16:creationId xmlns:a16="http://schemas.microsoft.com/office/drawing/2014/main" id="{42234945-2857-F826-45B2-5FACC358A4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6910" y="2447700"/>
            <a:ext cx="2441694" cy="830997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局部剖视图应注意的问题</a:t>
            </a:r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E258C36A-4050-CBA3-EA7F-4BF48CC4CF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7787" y="3429000"/>
            <a:ext cx="2639941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just"/>
            <a:r>
              <a:rPr kumimoji="1"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③ 在一个视图中，局部剖的数量不宜过多</a:t>
            </a:r>
          </a:p>
        </p:txBody>
      </p:sp>
      <p:sp>
        <p:nvSpPr>
          <p:cNvPr id="8" name="Text Box 218">
            <a:extLst>
              <a:ext uri="{FF2B5EF4-FFF2-40B4-BE49-F238E27FC236}">
                <a16:creationId xmlns:a16="http://schemas.microsoft.com/office/drawing/2014/main" id="{333F5F7E-049F-4D1A-D592-EFED069F90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8752" y="4941168"/>
            <a:ext cx="902812" cy="5232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2800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错误</a:t>
            </a:r>
          </a:p>
        </p:txBody>
      </p:sp>
      <p:sp>
        <p:nvSpPr>
          <p:cNvPr id="9" name="Text Box 219">
            <a:extLst>
              <a:ext uri="{FF2B5EF4-FFF2-40B4-BE49-F238E27FC236}">
                <a16:creationId xmlns:a16="http://schemas.microsoft.com/office/drawing/2014/main" id="{C51A6A89-D200-DB8B-9413-2A47868FE4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04041" y="4974506"/>
            <a:ext cx="902812" cy="5232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2800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正确</a:t>
            </a:r>
          </a:p>
        </p:txBody>
      </p:sp>
      <p:pic>
        <p:nvPicPr>
          <p:cNvPr id="10" name="Picture 149" descr="PPT1B">
            <a:extLst>
              <a:ext uri="{FF2B5EF4-FFF2-40B4-BE49-F238E27FC236}">
                <a16:creationId xmlns:a16="http://schemas.microsoft.com/office/drawing/2014/main" id="{E7004319-16E1-D433-7028-D912E32893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9552384" y="1718543"/>
            <a:ext cx="2455862" cy="332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1" name="组合 10">
            <a:extLst>
              <a:ext uri="{FF2B5EF4-FFF2-40B4-BE49-F238E27FC236}">
                <a16:creationId xmlns:a16="http://schemas.microsoft.com/office/drawing/2014/main" id="{CB702099-13A5-0D12-B180-08FC2B648583}"/>
              </a:ext>
            </a:extLst>
          </p:cNvPr>
          <p:cNvGrpSpPr/>
          <p:nvPr/>
        </p:nvGrpSpPr>
        <p:grpSpPr>
          <a:xfrm>
            <a:off x="4659677" y="2048742"/>
            <a:ext cx="2084333" cy="2679703"/>
            <a:chOff x="1908694" y="2165349"/>
            <a:chExt cx="2084333" cy="2679703"/>
          </a:xfrm>
        </p:grpSpPr>
        <p:grpSp>
          <p:nvGrpSpPr>
            <p:cNvPr id="12" name="Group 146">
              <a:extLst>
                <a:ext uri="{FF2B5EF4-FFF2-40B4-BE49-F238E27FC236}">
                  <a16:creationId xmlns:a16="http://schemas.microsoft.com/office/drawing/2014/main" id="{E10BA686-7DA1-4C83-303C-9167E85C40D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95399" y="2238375"/>
              <a:ext cx="1924050" cy="2533650"/>
              <a:chOff x="677" y="1320"/>
              <a:chExt cx="1212" cy="1596"/>
            </a:xfrm>
          </p:grpSpPr>
          <p:sp>
            <p:nvSpPr>
              <p:cNvPr id="19" name="Line 3">
                <a:extLst>
                  <a:ext uri="{FF2B5EF4-FFF2-40B4-BE49-F238E27FC236}">
                    <a16:creationId xmlns:a16="http://schemas.microsoft.com/office/drawing/2014/main" id="{39815E57-79FC-6BA2-8362-97CC601B01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67" y="1329"/>
                <a:ext cx="1112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20" name="Line 4">
                <a:extLst>
                  <a:ext uri="{FF2B5EF4-FFF2-40B4-BE49-F238E27FC236}">
                    <a16:creationId xmlns:a16="http://schemas.microsoft.com/office/drawing/2014/main" id="{1AA916F3-2F38-F899-3765-5502DA50E7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63" y="1494"/>
                <a:ext cx="156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21" name="Line 5">
                <a:extLst>
                  <a:ext uri="{FF2B5EF4-FFF2-40B4-BE49-F238E27FC236}">
                    <a16:creationId xmlns:a16="http://schemas.microsoft.com/office/drawing/2014/main" id="{9B657D54-AA2B-1D65-9C2C-FF3A9A7BCD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57" y="1494"/>
                <a:ext cx="0" cy="827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22" name="Line 7">
                <a:extLst>
                  <a:ext uri="{FF2B5EF4-FFF2-40B4-BE49-F238E27FC236}">
                    <a16:creationId xmlns:a16="http://schemas.microsoft.com/office/drawing/2014/main" id="{4C368D5C-CB01-AC05-9F18-8726A254DD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77" y="1620"/>
                <a:ext cx="228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23" name="Line 8">
                <a:extLst>
                  <a:ext uri="{FF2B5EF4-FFF2-40B4-BE49-F238E27FC236}">
                    <a16:creationId xmlns:a16="http://schemas.microsoft.com/office/drawing/2014/main" id="{C915A6E9-B572-3989-25F0-559BE3FEC2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79" y="2045"/>
                <a:ext cx="240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24" name="Line 9">
                <a:extLst>
                  <a:ext uri="{FF2B5EF4-FFF2-40B4-BE49-F238E27FC236}">
                    <a16:creationId xmlns:a16="http://schemas.microsoft.com/office/drawing/2014/main" id="{104FB9B6-DCBC-149B-3954-238E84C46B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82" y="1620"/>
                <a:ext cx="0" cy="429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25" name="Line 10">
                <a:extLst>
                  <a:ext uri="{FF2B5EF4-FFF2-40B4-BE49-F238E27FC236}">
                    <a16:creationId xmlns:a16="http://schemas.microsoft.com/office/drawing/2014/main" id="{6C65C298-3DA5-2F92-DEAC-DDAF0D1322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07" y="1501"/>
                <a:ext cx="0" cy="128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26" name="Line 11">
                <a:extLst>
                  <a:ext uri="{FF2B5EF4-FFF2-40B4-BE49-F238E27FC236}">
                    <a16:creationId xmlns:a16="http://schemas.microsoft.com/office/drawing/2014/main" id="{5F4129D0-E7DF-3701-A2C7-C6D087D362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07" y="2032"/>
                <a:ext cx="0" cy="697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27" name="Line 12">
                <a:extLst>
                  <a:ext uri="{FF2B5EF4-FFF2-40B4-BE49-F238E27FC236}">
                    <a16:creationId xmlns:a16="http://schemas.microsoft.com/office/drawing/2014/main" id="{DB789410-1F7F-39A0-26D9-496A228AEE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73" y="1327"/>
                <a:ext cx="0" cy="167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28" name="Line 13">
                <a:extLst>
                  <a:ext uri="{FF2B5EF4-FFF2-40B4-BE49-F238E27FC236}">
                    <a16:creationId xmlns:a16="http://schemas.microsoft.com/office/drawing/2014/main" id="{85B3F5ED-11E8-5462-1620-B86002C27D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69" y="1328"/>
                <a:ext cx="0" cy="173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29" name="Line 14">
                <a:extLst>
                  <a:ext uri="{FF2B5EF4-FFF2-40B4-BE49-F238E27FC236}">
                    <a16:creationId xmlns:a16="http://schemas.microsoft.com/office/drawing/2014/main" id="{A218A68E-9404-8917-2569-4AF7E5977C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24" y="1955"/>
                <a:ext cx="0" cy="227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30" name="Line 15">
                <a:extLst>
                  <a:ext uri="{FF2B5EF4-FFF2-40B4-BE49-F238E27FC236}">
                    <a16:creationId xmlns:a16="http://schemas.microsoft.com/office/drawing/2014/main" id="{9D170FA3-AE27-8FEF-AFE2-0C7D50E0A7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40" y="2219"/>
                <a:ext cx="0" cy="16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31" name="Line 16">
                <a:extLst>
                  <a:ext uri="{FF2B5EF4-FFF2-40B4-BE49-F238E27FC236}">
                    <a16:creationId xmlns:a16="http://schemas.microsoft.com/office/drawing/2014/main" id="{B7821F59-C958-DAF7-9A42-480AAF42A1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90" y="1693"/>
                <a:ext cx="334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32" name="Line 17">
                <a:extLst>
                  <a:ext uri="{FF2B5EF4-FFF2-40B4-BE49-F238E27FC236}">
                    <a16:creationId xmlns:a16="http://schemas.microsoft.com/office/drawing/2014/main" id="{81689526-E8C2-B966-BF5C-D6F0071AAE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89" y="1961"/>
                <a:ext cx="332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33" name="Line 18">
                <a:extLst>
                  <a:ext uri="{FF2B5EF4-FFF2-40B4-BE49-F238E27FC236}">
                    <a16:creationId xmlns:a16="http://schemas.microsoft.com/office/drawing/2014/main" id="{E8738923-C7CE-98B5-490F-D5FEED5052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43" y="2735"/>
                <a:ext cx="352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34" name="Line 19">
                <a:extLst>
                  <a:ext uri="{FF2B5EF4-FFF2-40B4-BE49-F238E27FC236}">
                    <a16:creationId xmlns:a16="http://schemas.microsoft.com/office/drawing/2014/main" id="{AC493BE9-3030-43BF-B724-ADCF33F588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67" y="2902"/>
                <a:ext cx="1121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35" name="Line 20">
                <a:extLst>
                  <a:ext uri="{FF2B5EF4-FFF2-40B4-BE49-F238E27FC236}">
                    <a16:creationId xmlns:a16="http://schemas.microsoft.com/office/drawing/2014/main" id="{3611552F-B8E7-D5F0-5053-F9A2A8D5E6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68" y="2723"/>
                <a:ext cx="0" cy="192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36" name="Line 22">
                <a:extLst>
                  <a:ext uri="{FF2B5EF4-FFF2-40B4-BE49-F238E27FC236}">
                    <a16:creationId xmlns:a16="http://schemas.microsoft.com/office/drawing/2014/main" id="{AFB3CBF5-C6DA-656F-CE31-77AAC3EC90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76" y="2320"/>
                <a:ext cx="0" cy="41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38" name="Line 23">
                <a:extLst>
                  <a:ext uri="{FF2B5EF4-FFF2-40B4-BE49-F238E27FC236}">
                    <a16:creationId xmlns:a16="http://schemas.microsoft.com/office/drawing/2014/main" id="{88C64ACB-5EE3-4490-9885-B164C32071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61" y="2313"/>
                <a:ext cx="120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39" name="Line 24">
                <a:extLst>
                  <a:ext uri="{FF2B5EF4-FFF2-40B4-BE49-F238E27FC236}">
                    <a16:creationId xmlns:a16="http://schemas.microsoft.com/office/drawing/2014/main" id="{C3121ED4-E6A8-2969-D3A0-0AD92C6469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76" y="2302"/>
                <a:ext cx="0" cy="61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40" name="Line 25">
                <a:extLst>
                  <a:ext uri="{FF2B5EF4-FFF2-40B4-BE49-F238E27FC236}">
                    <a16:creationId xmlns:a16="http://schemas.microsoft.com/office/drawing/2014/main" id="{3B988620-7026-D745-C12B-9FFBA7BE99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39" y="2377"/>
                <a:ext cx="250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41" name="Line 26">
                <a:extLst>
                  <a:ext uri="{FF2B5EF4-FFF2-40B4-BE49-F238E27FC236}">
                    <a16:creationId xmlns:a16="http://schemas.microsoft.com/office/drawing/2014/main" id="{E90E6480-94DB-F952-9625-AEB9B32E80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31" y="2557"/>
                <a:ext cx="250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42" name="Line 27">
                <a:extLst>
                  <a:ext uri="{FF2B5EF4-FFF2-40B4-BE49-F238E27FC236}">
                    <a16:creationId xmlns:a16="http://schemas.microsoft.com/office/drawing/2014/main" id="{EC4569E0-9CBD-EFE2-8A3C-20ADFFC31A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39" y="2557"/>
                <a:ext cx="0" cy="345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43" name="Arc 30">
                <a:extLst>
                  <a:ext uri="{FF2B5EF4-FFF2-40B4-BE49-F238E27FC236}">
                    <a16:creationId xmlns:a16="http://schemas.microsoft.com/office/drawing/2014/main" id="{4D850C50-0DA3-1034-0EB6-8940F172A519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830" y="1682"/>
                <a:ext cx="250" cy="278"/>
              </a:xfrm>
              <a:custGeom>
                <a:avLst/>
                <a:gdLst>
                  <a:gd name="T0" fmla="*/ 0 w 21600"/>
                  <a:gd name="T1" fmla="*/ 0 h 28035"/>
                  <a:gd name="T2" fmla="*/ 0 w 21600"/>
                  <a:gd name="T3" fmla="*/ 0 h 28035"/>
                  <a:gd name="T4" fmla="*/ 0 w 21600"/>
                  <a:gd name="T5" fmla="*/ 0 h 28035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8035"/>
                  <a:gd name="T11" fmla="*/ 21600 w 21600"/>
                  <a:gd name="T12" fmla="*/ 28035 h 2803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8035" fill="none" extrusionOk="0">
                    <a:moveTo>
                      <a:pt x="16547" y="0"/>
                    </a:moveTo>
                    <a:cubicBezTo>
                      <a:pt x="19811" y="3890"/>
                      <a:pt x="21600" y="8805"/>
                      <a:pt x="21600" y="13883"/>
                    </a:cubicBezTo>
                    <a:cubicBezTo>
                      <a:pt x="21600" y="19082"/>
                      <a:pt x="19724" y="24106"/>
                      <a:pt x="16318" y="28034"/>
                    </a:cubicBezTo>
                  </a:path>
                  <a:path w="21600" h="28035" stroke="0" extrusionOk="0">
                    <a:moveTo>
                      <a:pt x="16547" y="0"/>
                    </a:moveTo>
                    <a:cubicBezTo>
                      <a:pt x="19811" y="3890"/>
                      <a:pt x="21600" y="8805"/>
                      <a:pt x="21600" y="13883"/>
                    </a:cubicBezTo>
                    <a:cubicBezTo>
                      <a:pt x="21600" y="19082"/>
                      <a:pt x="19724" y="24106"/>
                      <a:pt x="16318" y="28034"/>
                    </a:cubicBezTo>
                    <a:lnTo>
                      <a:pt x="0" y="13883"/>
                    </a:lnTo>
                    <a:close/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44" name="Arc 33">
                <a:extLst>
                  <a:ext uri="{FF2B5EF4-FFF2-40B4-BE49-F238E27FC236}">
                    <a16:creationId xmlns:a16="http://schemas.microsoft.com/office/drawing/2014/main" id="{E9685041-0E59-13E0-6A8B-1BC4DEEE49D2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1599" y="2381"/>
                <a:ext cx="155" cy="183"/>
              </a:xfrm>
              <a:custGeom>
                <a:avLst/>
                <a:gdLst>
                  <a:gd name="T0" fmla="*/ 0 w 21600"/>
                  <a:gd name="T1" fmla="*/ 0 h 26395"/>
                  <a:gd name="T2" fmla="*/ 0 w 21600"/>
                  <a:gd name="T3" fmla="*/ 0 h 26395"/>
                  <a:gd name="T4" fmla="*/ 0 w 21600"/>
                  <a:gd name="T5" fmla="*/ 0 h 26395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6395"/>
                  <a:gd name="T11" fmla="*/ 21600 w 21600"/>
                  <a:gd name="T12" fmla="*/ 26395 h 2639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6395" fill="none" extrusionOk="0">
                    <a:moveTo>
                      <a:pt x="17055" y="0"/>
                    </a:moveTo>
                    <a:cubicBezTo>
                      <a:pt x="20001" y="3790"/>
                      <a:pt x="21600" y="8453"/>
                      <a:pt x="21600" y="13254"/>
                    </a:cubicBezTo>
                    <a:cubicBezTo>
                      <a:pt x="21600" y="18005"/>
                      <a:pt x="20033" y="22624"/>
                      <a:pt x="17142" y="26395"/>
                    </a:cubicBezTo>
                  </a:path>
                  <a:path w="21600" h="26395" stroke="0" extrusionOk="0">
                    <a:moveTo>
                      <a:pt x="17055" y="0"/>
                    </a:moveTo>
                    <a:cubicBezTo>
                      <a:pt x="20001" y="3790"/>
                      <a:pt x="21600" y="8453"/>
                      <a:pt x="21600" y="13254"/>
                    </a:cubicBezTo>
                    <a:cubicBezTo>
                      <a:pt x="21600" y="18005"/>
                      <a:pt x="20033" y="22624"/>
                      <a:pt x="17142" y="26395"/>
                    </a:cubicBezTo>
                    <a:lnTo>
                      <a:pt x="0" y="13254"/>
                    </a:lnTo>
                    <a:close/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45" name="Oval 34">
                <a:extLst>
                  <a:ext uri="{FF2B5EF4-FFF2-40B4-BE49-F238E27FC236}">
                    <a16:creationId xmlns:a16="http://schemas.microsoft.com/office/drawing/2014/main" id="{D7411DDC-FEF5-4BAB-4301-9AA3AE2E7F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3" y="1924"/>
                <a:ext cx="404" cy="404"/>
              </a:xfrm>
              <a:prstGeom prst="ellipse">
                <a:avLst/>
              </a:prstGeom>
              <a:solidFill>
                <a:srgbClr val="FFFFFF"/>
              </a:solidFill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46" name="Freeform 110">
                <a:extLst>
                  <a:ext uri="{FF2B5EF4-FFF2-40B4-BE49-F238E27FC236}">
                    <a16:creationId xmlns:a16="http://schemas.microsoft.com/office/drawing/2014/main" id="{324B0342-3828-6081-235D-F19DDAF26A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03" y="1329"/>
                <a:ext cx="377" cy="897"/>
              </a:xfrm>
              <a:custGeom>
                <a:avLst/>
                <a:gdLst>
                  <a:gd name="T0" fmla="*/ 306 w 377"/>
                  <a:gd name="T1" fmla="*/ 0 h 897"/>
                  <a:gd name="T2" fmla="*/ 372 w 377"/>
                  <a:gd name="T3" fmla="*/ 234 h 897"/>
                  <a:gd name="T4" fmla="*/ 279 w 377"/>
                  <a:gd name="T5" fmla="*/ 465 h 897"/>
                  <a:gd name="T6" fmla="*/ 231 w 377"/>
                  <a:gd name="T7" fmla="*/ 657 h 897"/>
                  <a:gd name="T8" fmla="*/ 117 w 377"/>
                  <a:gd name="T9" fmla="*/ 846 h 897"/>
                  <a:gd name="T10" fmla="*/ 0 w 377"/>
                  <a:gd name="T11" fmla="*/ 897 h 89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77"/>
                  <a:gd name="T19" fmla="*/ 0 h 897"/>
                  <a:gd name="T20" fmla="*/ 377 w 377"/>
                  <a:gd name="T21" fmla="*/ 897 h 89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77" h="897">
                    <a:moveTo>
                      <a:pt x="306" y="0"/>
                    </a:moveTo>
                    <a:cubicBezTo>
                      <a:pt x="341" y="78"/>
                      <a:pt x="377" y="157"/>
                      <a:pt x="372" y="234"/>
                    </a:cubicBezTo>
                    <a:cubicBezTo>
                      <a:pt x="367" y="311"/>
                      <a:pt x="303" y="395"/>
                      <a:pt x="279" y="465"/>
                    </a:cubicBezTo>
                    <a:cubicBezTo>
                      <a:pt x="255" y="535"/>
                      <a:pt x="258" y="594"/>
                      <a:pt x="231" y="657"/>
                    </a:cubicBezTo>
                    <a:cubicBezTo>
                      <a:pt x="204" y="720"/>
                      <a:pt x="155" y="806"/>
                      <a:pt x="117" y="846"/>
                    </a:cubicBezTo>
                    <a:cubicBezTo>
                      <a:pt x="79" y="886"/>
                      <a:pt x="39" y="891"/>
                      <a:pt x="0" y="897"/>
                    </a:cubicBez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47" name="Line 112">
                <a:extLst>
                  <a:ext uri="{FF2B5EF4-FFF2-40B4-BE49-F238E27FC236}">
                    <a16:creationId xmlns:a16="http://schemas.microsoft.com/office/drawing/2014/main" id="{7B6C12F5-19EE-5A55-4CCF-7B8AB44A60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20" y="1338"/>
                <a:ext cx="0" cy="35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48" name="Freeform 113">
                <a:extLst>
                  <a:ext uri="{FF2B5EF4-FFF2-40B4-BE49-F238E27FC236}">
                    <a16:creationId xmlns:a16="http://schemas.microsoft.com/office/drawing/2014/main" id="{2A1E65AD-7CDF-1487-8013-95AEFBF432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23" y="2109"/>
                <a:ext cx="332" cy="786"/>
              </a:xfrm>
              <a:custGeom>
                <a:avLst/>
                <a:gdLst>
                  <a:gd name="T0" fmla="*/ 332 w 332"/>
                  <a:gd name="T1" fmla="*/ 0 h 786"/>
                  <a:gd name="T2" fmla="*/ 143 w 332"/>
                  <a:gd name="T3" fmla="*/ 189 h 786"/>
                  <a:gd name="T4" fmla="*/ 2 w 332"/>
                  <a:gd name="T5" fmla="*/ 384 h 786"/>
                  <a:gd name="T6" fmla="*/ 128 w 332"/>
                  <a:gd name="T7" fmla="*/ 786 h 78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32"/>
                  <a:gd name="T13" fmla="*/ 0 h 786"/>
                  <a:gd name="T14" fmla="*/ 332 w 332"/>
                  <a:gd name="T15" fmla="*/ 786 h 78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32" h="786">
                    <a:moveTo>
                      <a:pt x="332" y="0"/>
                    </a:moveTo>
                    <a:cubicBezTo>
                      <a:pt x="265" y="62"/>
                      <a:pt x="198" y="125"/>
                      <a:pt x="143" y="189"/>
                    </a:cubicBezTo>
                    <a:cubicBezTo>
                      <a:pt x="88" y="253"/>
                      <a:pt x="4" y="285"/>
                      <a:pt x="2" y="384"/>
                    </a:cubicBezTo>
                    <a:cubicBezTo>
                      <a:pt x="0" y="483"/>
                      <a:pt x="104" y="719"/>
                      <a:pt x="128" y="786"/>
                    </a:cubicBez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49" name="Freeform 114">
                <a:extLst>
                  <a:ext uri="{FF2B5EF4-FFF2-40B4-BE49-F238E27FC236}">
                    <a16:creationId xmlns:a16="http://schemas.microsoft.com/office/drawing/2014/main" id="{C14842C5-F3B4-3972-8644-3856A34BBE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46" y="1329"/>
                <a:ext cx="315" cy="531"/>
              </a:xfrm>
              <a:custGeom>
                <a:avLst/>
                <a:gdLst>
                  <a:gd name="T0" fmla="*/ 66 w 315"/>
                  <a:gd name="T1" fmla="*/ 0 h 531"/>
                  <a:gd name="T2" fmla="*/ 42 w 315"/>
                  <a:gd name="T3" fmla="*/ 273 h 531"/>
                  <a:gd name="T4" fmla="*/ 315 w 315"/>
                  <a:gd name="T5" fmla="*/ 531 h 531"/>
                  <a:gd name="T6" fmla="*/ 0 60000 65536"/>
                  <a:gd name="T7" fmla="*/ 0 60000 65536"/>
                  <a:gd name="T8" fmla="*/ 0 60000 65536"/>
                  <a:gd name="T9" fmla="*/ 0 w 315"/>
                  <a:gd name="T10" fmla="*/ 0 h 531"/>
                  <a:gd name="T11" fmla="*/ 315 w 315"/>
                  <a:gd name="T12" fmla="*/ 531 h 53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15" h="531">
                    <a:moveTo>
                      <a:pt x="66" y="0"/>
                    </a:moveTo>
                    <a:cubicBezTo>
                      <a:pt x="33" y="92"/>
                      <a:pt x="0" y="185"/>
                      <a:pt x="42" y="273"/>
                    </a:cubicBezTo>
                    <a:cubicBezTo>
                      <a:pt x="84" y="361"/>
                      <a:pt x="199" y="446"/>
                      <a:pt x="315" y="531"/>
                    </a:cubicBez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50" name="Line 115">
                <a:extLst>
                  <a:ext uri="{FF2B5EF4-FFF2-40B4-BE49-F238E27FC236}">
                    <a16:creationId xmlns:a16="http://schemas.microsoft.com/office/drawing/2014/main" id="{58648F6B-BA9F-A09F-455F-93A11EE00E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47" y="1494"/>
                <a:ext cx="132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51" name="Line 116">
                <a:extLst>
                  <a:ext uri="{FF2B5EF4-FFF2-40B4-BE49-F238E27FC236}">
                    <a16:creationId xmlns:a16="http://schemas.microsoft.com/office/drawing/2014/main" id="{E697EFB9-FE32-D82B-35C9-313F08AC84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40" y="1334"/>
                <a:ext cx="0" cy="433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52" name="Freeform 117">
                <a:extLst>
                  <a:ext uri="{FF2B5EF4-FFF2-40B4-BE49-F238E27FC236}">
                    <a16:creationId xmlns:a16="http://schemas.microsoft.com/office/drawing/2014/main" id="{E62D48AF-8A4C-FE61-C9A9-091799DC97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09" y="2457"/>
                <a:ext cx="285" cy="453"/>
              </a:xfrm>
              <a:custGeom>
                <a:avLst/>
                <a:gdLst>
                  <a:gd name="T0" fmla="*/ 0 w 285"/>
                  <a:gd name="T1" fmla="*/ 0 h 453"/>
                  <a:gd name="T2" fmla="*/ 171 w 285"/>
                  <a:gd name="T3" fmla="*/ 129 h 453"/>
                  <a:gd name="T4" fmla="*/ 285 w 285"/>
                  <a:gd name="T5" fmla="*/ 453 h 453"/>
                  <a:gd name="T6" fmla="*/ 0 60000 65536"/>
                  <a:gd name="T7" fmla="*/ 0 60000 65536"/>
                  <a:gd name="T8" fmla="*/ 0 60000 65536"/>
                  <a:gd name="T9" fmla="*/ 0 w 285"/>
                  <a:gd name="T10" fmla="*/ 0 h 453"/>
                  <a:gd name="T11" fmla="*/ 285 w 285"/>
                  <a:gd name="T12" fmla="*/ 453 h 45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85" h="453">
                    <a:moveTo>
                      <a:pt x="0" y="0"/>
                    </a:moveTo>
                    <a:cubicBezTo>
                      <a:pt x="62" y="27"/>
                      <a:pt x="124" y="54"/>
                      <a:pt x="171" y="129"/>
                    </a:cubicBezTo>
                    <a:cubicBezTo>
                      <a:pt x="218" y="204"/>
                      <a:pt x="251" y="328"/>
                      <a:pt x="285" y="453"/>
                    </a:cubicBez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53" name="Line 118">
                <a:extLst>
                  <a:ext uri="{FF2B5EF4-FFF2-40B4-BE49-F238E27FC236}">
                    <a16:creationId xmlns:a16="http://schemas.microsoft.com/office/drawing/2014/main" id="{6E31312D-C0B5-CB41-BE7B-BDA32CC8F3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68" y="2735"/>
                <a:ext cx="151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54" name="Line 119">
                <a:extLst>
                  <a:ext uri="{FF2B5EF4-FFF2-40B4-BE49-F238E27FC236}">
                    <a16:creationId xmlns:a16="http://schemas.microsoft.com/office/drawing/2014/main" id="{78F685AE-DD61-7505-3A13-ED1F7E30EB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24" y="2516"/>
                <a:ext cx="0" cy="383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55" name="Line 120">
                <a:extLst>
                  <a:ext uri="{FF2B5EF4-FFF2-40B4-BE49-F238E27FC236}">
                    <a16:creationId xmlns:a16="http://schemas.microsoft.com/office/drawing/2014/main" id="{004C1E44-4FEB-8656-1993-15521DDEDA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780" y="1335"/>
                <a:ext cx="114" cy="11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56" name="Line 127">
                <a:extLst>
                  <a:ext uri="{FF2B5EF4-FFF2-40B4-BE49-F238E27FC236}">
                    <a16:creationId xmlns:a16="http://schemas.microsoft.com/office/drawing/2014/main" id="{9580D8F4-553B-5B67-12A1-7F6D194F60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40" y="1512"/>
                <a:ext cx="180" cy="18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57" name="Line 128">
                <a:extLst>
                  <a:ext uri="{FF2B5EF4-FFF2-40B4-BE49-F238E27FC236}">
                    <a16:creationId xmlns:a16="http://schemas.microsoft.com/office/drawing/2014/main" id="{88065ED1-FAC5-6F4C-AC84-C4AC16A3A1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900" y="1362"/>
                <a:ext cx="114" cy="11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58" name="Line 129">
                <a:extLst>
                  <a:ext uri="{FF2B5EF4-FFF2-40B4-BE49-F238E27FC236}">
                    <a16:creationId xmlns:a16="http://schemas.microsoft.com/office/drawing/2014/main" id="{919FDD81-CB32-D72E-96B3-BCF499C056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96" y="1614"/>
                <a:ext cx="60" cy="6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59" name="Line 130">
                <a:extLst>
                  <a:ext uri="{FF2B5EF4-FFF2-40B4-BE49-F238E27FC236}">
                    <a16:creationId xmlns:a16="http://schemas.microsoft.com/office/drawing/2014/main" id="{F6D24746-2999-5ED4-B4CF-2A822AFCAE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84" y="1962"/>
                <a:ext cx="84" cy="8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60" name="Line 131">
                <a:extLst>
                  <a:ext uri="{FF2B5EF4-FFF2-40B4-BE49-F238E27FC236}">
                    <a16:creationId xmlns:a16="http://schemas.microsoft.com/office/drawing/2014/main" id="{DA7C4A7B-E96E-540E-C0D3-5330D8D7C3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34" y="1950"/>
                <a:ext cx="90" cy="9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61" name="Line 132">
                <a:extLst>
                  <a:ext uri="{FF2B5EF4-FFF2-40B4-BE49-F238E27FC236}">
                    <a16:creationId xmlns:a16="http://schemas.microsoft.com/office/drawing/2014/main" id="{A84653D5-5214-0FD0-F4CB-0EA95F77F3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906" y="2004"/>
                <a:ext cx="120" cy="12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62" name="Line 133">
                <a:extLst>
                  <a:ext uri="{FF2B5EF4-FFF2-40B4-BE49-F238E27FC236}">
                    <a16:creationId xmlns:a16="http://schemas.microsoft.com/office/drawing/2014/main" id="{0DE65354-F449-402C-1931-ED4614DC40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644" y="1320"/>
                <a:ext cx="114" cy="11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63" name="Line 134">
                <a:extLst>
                  <a:ext uri="{FF2B5EF4-FFF2-40B4-BE49-F238E27FC236}">
                    <a16:creationId xmlns:a16="http://schemas.microsoft.com/office/drawing/2014/main" id="{7B35FD4C-15B7-F71E-9C52-BDBC6ECD87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644" y="1380"/>
                <a:ext cx="216" cy="21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64" name="Line 135">
                <a:extLst>
                  <a:ext uri="{FF2B5EF4-FFF2-40B4-BE49-F238E27FC236}">
                    <a16:creationId xmlns:a16="http://schemas.microsoft.com/office/drawing/2014/main" id="{DB6B0116-462B-0620-2659-7CD9CE2F04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644" y="1656"/>
                <a:ext cx="108" cy="10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65" name="Line 138">
                <a:extLst>
                  <a:ext uri="{FF2B5EF4-FFF2-40B4-BE49-F238E27FC236}">
                    <a16:creationId xmlns:a16="http://schemas.microsoft.com/office/drawing/2014/main" id="{95D94462-DF78-3D77-2FBC-CCA773576D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76" y="2310"/>
                <a:ext cx="60" cy="6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66" name="Line 139">
                <a:extLst>
                  <a:ext uri="{FF2B5EF4-FFF2-40B4-BE49-F238E27FC236}">
                    <a16:creationId xmlns:a16="http://schemas.microsoft.com/office/drawing/2014/main" id="{5C1A272A-3C2F-5216-E46F-D8B43D2792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50" y="2262"/>
                <a:ext cx="102" cy="10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67" name="Line 140">
                <a:extLst>
                  <a:ext uri="{FF2B5EF4-FFF2-40B4-BE49-F238E27FC236}">
                    <a16:creationId xmlns:a16="http://schemas.microsoft.com/office/drawing/2014/main" id="{F0E721B8-8F3E-91AE-9977-4599C61E5F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38" y="2556"/>
                <a:ext cx="132" cy="13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68" name="Line 141">
                <a:extLst>
                  <a:ext uri="{FF2B5EF4-FFF2-40B4-BE49-F238E27FC236}">
                    <a16:creationId xmlns:a16="http://schemas.microsoft.com/office/drawing/2014/main" id="{89D8BC0C-4167-2C17-D69F-EB47C89018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44" y="2610"/>
                <a:ext cx="228" cy="22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69" name="Line 142">
                <a:extLst>
                  <a:ext uri="{FF2B5EF4-FFF2-40B4-BE49-F238E27FC236}">
                    <a16:creationId xmlns:a16="http://schemas.microsoft.com/office/drawing/2014/main" id="{83C44B2E-0A8B-972E-D781-275BF7206A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46" y="2784"/>
                <a:ext cx="114" cy="11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70" name="Line 143">
                <a:extLst>
                  <a:ext uri="{FF2B5EF4-FFF2-40B4-BE49-F238E27FC236}">
                    <a16:creationId xmlns:a16="http://schemas.microsoft.com/office/drawing/2014/main" id="{63607968-FA37-9410-E7B6-22CFA93EA6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906" y="2502"/>
                <a:ext cx="90" cy="9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71" name="Line 144">
                <a:extLst>
                  <a:ext uri="{FF2B5EF4-FFF2-40B4-BE49-F238E27FC236}">
                    <a16:creationId xmlns:a16="http://schemas.microsoft.com/office/drawing/2014/main" id="{600B437A-75F5-8029-41A4-379CAC3C16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62" y="2628"/>
                <a:ext cx="252" cy="25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72" name="Line 145">
                <a:extLst>
                  <a:ext uri="{FF2B5EF4-FFF2-40B4-BE49-F238E27FC236}">
                    <a16:creationId xmlns:a16="http://schemas.microsoft.com/office/drawing/2014/main" id="{9EF5DE1B-BAE1-D502-AAA5-E0104D2D19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88" y="2760"/>
                <a:ext cx="132" cy="13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itchFamily="2" charset="-122"/>
                </a:endParaRPr>
              </a:p>
            </p:txBody>
          </p:sp>
        </p:grpSp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1418D269-74C8-082D-AEF4-623BAB9AF190}"/>
                </a:ext>
              </a:extLst>
            </p:cNvPr>
            <p:cNvGrpSpPr/>
            <p:nvPr/>
          </p:nvGrpSpPr>
          <p:grpSpPr>
            <a:xfrm>
              <a:off x="1908694" y="2165349"/>
              <a:ext cx="2084333" cy="2679703"/>
              <a:chOff x="1908694" y="2165349"/>
              <a:chExt cx="2084333" cy="2679703"/>
            </a:xfrm>
          </p:grpSpPr>
          <p:pic>
            <p:nvPicPr>
              <p:cNvPr id="14" name="图片 13">
                <a:extLst>
                  <a:ext uri="{FF2B5EF4-FFF2-40B4-BE49-F238E27FC236}">
                    <a16:creationId xmlns:a16="http://schemas.microsoft.com/office/drawing/2014/main" id="{57D7FA04-37E5-16B7-87EE-9AD59B422CD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8226" t="20323" r="46481" b="-2"/>
              <a:stretch/>
            </p:blipFill>
            <p:spPr>
              <a:xfrm rot="5400000">
                <a:off x="1700443" y="3370497"/>
                <a:ext cx="2679703" cy="269408"/>
              </a:xfrm>
              <a:prstGeom prst="rect">
                <a:avLst/>
              </a:prstGeom>
            </p:spPr>
          </p:pic>
          <p:pic>
            <p:nvPicPr>
              <p:cNvPr id="15" name="图片 14">
                <a:extLst>
                  <a:ext uri="{FF2B5EF4-FFF2-40B4-BE49-F238E27FC236}">
                    <a16:creationId xmlns:a16="http://schemas.microsoft.com/office/drawing/2014/main" id="{9900D999-83CB-434C-A245-5360EE44B4D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6276" t="27613" r="55692"/>
              <a:stretch/>
            </p:blipFill>
            <p:spPr>
              <a:xfrm>
                <a:off x="1908694" y="2938461"/>
                <a:ext cx="850900" cy="244754"/>
              </a:xfrm>
              <a:prstGeom prst="rect">
                <a:avLst/>
              </a:prstGeom>
            </p:spPr>
          </p:pic>
          <p:pic>
            <p:nvPicPr>
              <p:cNvPr id="17" name="图片 16">
                <a:extLst>
                  <a:ext uri="{FF2B5EF4-FFF2-40B4-BE49-F238E27FC236}">
                    <a16:creationId xmlns:a16="http://schemas.microsoft.com/office/drawing/2014/main" id="{A7AFC0B0-7484-697D-6B69-597157E7147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6696" t="21980" r="57475" b="9725"/>
              <a:stretch/>
            </p:blipFill>
            <p:spPr>
              <a:xfrm rot="10800000">
                <a:off x="3375543" y="3948110"/>
                <a:ext cx="617484" cy="230919"/>
              </a:xfrm>
              <a:prstGeom prst="rect">
                <a:avLst/>
              </a:prstGeom>
            </p:spPr>
          </p:pic>
          <p:pic>
            <p:nvPicPr>
              <p:cNvPr id="18" name="图片 17">
                <a:extLst>
                  <a:ext uri="{FF2B5EF4-FFF2-40B4-BE49-F238E27FC236}">
                    <a16:creationId xmlns:a16="http://schemas.microsoft.com/office/drawing/2014/main" id="{B47F2151-A1B6-D056-EB5C-0CDDD860494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6941" t="23857" r="55692"/>
              <a:stretch/>
            </p:blipFill>
            <p:spPr>
              <a:xfrm>
                <a:off x="2666999" y="3416300"/>
                <a:ext cx="780497" cy="257454"/>
              </a:xfrm>
              <a:prstGeom prst="rect">
                <a:avLst/>
              </a:prstGeom>
            </p:spPr>
          </p:pic>
        </p:grpSp>
      </p:grpSp>
      <p:grpSp>
        <p:nvGrpSpPr>
          <p:cNvPr id="73" name="组合 72">
            <a:extLst>
              <a:ext uri="{FF2B5EF4-FFF2-40B4-BE49-F238E27FC236}">
                <a16:creationId xmlns:a16="http://schemas.microsoft.com/office/drawing/2014/main" id="{D4B3EB50-2B47-D62C-B066-5D3B4C295243}"/>
              </a:ext>
            </a:extLst>
          </p:cNvPr>
          <p:cNvGrpSpPr/>
          <p:nvPr/>
        </p:nvGrpSpPr>
        <p:grpSpPr>
          <a:xfrm>
            <a:off x="7187047" y="2055092"/>
            <a:ext cx="2151244" cy="2679703"/>
            <a:chOff x="5624678" y="2171699"/>
            <a:chExt cx="2151244" cy="2679703"/>
          </a:xfrm>
        </p:grpSpPr>
        <p:grpSp>
          <p:nvGrpSpPr>
            <p:cNvPr id="74" name="Group 147">
              <a:extLst>
                <a:ext uri="{FF2B5EF4-FFF2-40B4-BE49-F238E27FC236}">
                  <a16:creationId xmlns:a16="http://schemas.microsoft.com/office/drawing/2014/main" id="{A12AD3A1-5A80-D906-0DB9-48F4016CA80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24678" y="2249488"/>
              <a:ext cx="2078038" cy="2538413"/>
              <a:chOff x="3368" y="1261"/>
              <a:chExt cx="1309" cy="1599"/>
            </a:xfrm>
          </p:grpSpPr>
          <p:sp>
            <p:nvSpPr>
              <p:cNvPr id="80" name="Line 148">
                <a:extLst>
                  <a:ext uri="{FF2B5EF4-FFF2-40B4-BE49-F238E27FC236}">
                    <a16:creationId xmlns:a16="http://schemas.microsoft.com/office/drawing/2014/main" id="{698A2FEF-9151-C125-8ECC-22B7B201F5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5" y="1263"/>
                <a:ext cx="1112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81" name="Line 149">
                <a:extLst>
                  <a:ext uri="{FF2B5EF4-FFF2-40B4-BE49-F238E27FC236}">
                    <a16:creationId xmlns:a16="http://schemas.microsoft.com/office/drawing/2014/main" id="{7BCA07EE-2BA6-B5C1-0D9A-3858A94490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4" y="1428"/>
                <a:ext cx="1119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82" name="Line 150">
                <a:extLst>
                  <a:ext uri="{FF2B5EF4-FFF2-40B4-BE49-F238E27FC236}">
                    <a16:creationId xmlns:a16="http://schemas.microsoft.com/office/drawing/2014/main" id="{4C26CD74-A6D9-514B-8CD6-899D0A5B04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45" y="1428"/>
                <a:ext cx="0" cy="827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83" name="Line 152">
                <a:extLst>
                  <a:ext uri="{FF2B5EF4-FFF2-40B4-BE49-F238E27FC236}">
                    <a16:creationId xmlns:a16="http://schemas.microsoft.com/office/drawing/2014/main" id="{9159B420-3A38-5A27-547F-BAE8C08317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65" y="1554"/>
                <a:ext cx="228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84" name="Line 153">
                <a:extLst>
                  <a:ext uri="{FF2B5EF4-FFF2-40B4-BE49-F238E27FC236}">
                    <a16:creationId xmlns:a16="http://schemas.microsoft.com/office/drawing/2014/main" id="{206109F5-EE11-1C22-1719-763E2789E3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67" y="1979"/>
                <a:ext cx="240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85" name="Line 154">
                <a:extLst>
                  <a:ext uri="{FF2B5EF4-FFF2-40B4-BE49-F238E27FC236}">
                    <a16:creationId xmlns:a16="http://schemas.microsoft.com/office/drawing/2014/main" id="{252936C8-8FD2-0285-3FD1-0301ED2150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70" y="1554"/>
                <a:ext cx="0" cy="429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86" name="Line 155">
                <a:extLst>
                  <a:ext uri="{FF2B5EF4-FFF2-40B4-BE49-F238E27FC236}">
                    <a16:creationId xmlns:a16="http://schemas.microsoft.com/office/drawing/2014/main" id="{FB36DF03-B1CC-E7CD-C3BD-33B94139FB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5" y="1435"/>
                <a:ext cx="0" cy="128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87" name="Line 156">
                <a:extLst>
                  <a:ext uri="{FF2B5EF4-FFF2-40B4-BE49-F238E27FC236}">
                    <a16:creationId xmlns:a16="http://schemas.microsoft.com/office/drawing/2014/main" id="{AF5AD687-A245-8CDD-F7C4-5ED15291F8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5" y="1966"/>
                <a:ext cx="0" cy="697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88" name="Line 157">
                <a:extLst>
                  <a:ext uri="{FF2B5EF4-FFF2-40B4-BE49-F238E27FC236}">
                    <a16:creationId xmlns:a16="http://schemas.microsoft.com/office/drawing/2014/main" id="{9D5F69FB-0CE0-AF19-BD27-86857FB8BA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561" y="1261"/>
                <a:ext cx="0" cy="167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89" name="Line 158">
                <a:extLst>
                  <a:ext uri="{FF2B5EF4-FFF2-40B4-BE49-F238E27FC236}">
                    <a16:creationId xmlns:a16="http://schemas.microsoft.com/office/drawing/2014/main" id="{848161B2-B62F-CF60-B545-98BF638628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7" y="1262"/>
                <a:ext cx="0" cy="173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90" name="Line 159">
                <a:extLst>
                  <a:ext uri="{FF2B5EF4-FFF2-40B4-BE49-F238E27FC236}">
                    <a16:creationId xmlns:a16="http://schemas.microsoft.com/office/drawing/2014/main" id="{2A2033F1-3E82-5E3E-68B2-88CE9EFC93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12" y="1889"/>
                <a:ext cx="0" cy="94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lgDash"/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91" name="Line 160">
                <a:extLst>
                  <a:ext uri="{FF2B5EF4-FFF2-40B4-BE49-F238E27FC236}">
                    <a16:creationId xmlns:a16="http://schemas.microsoft.com/office/drawing/2014/main" id="{754EA835-776A-F501-AB92-71E7D37EFA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28" y="1268"/>
                <a:ext cx="0" cy="103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lgDash"/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92" name="Line 161">
                <a:extLst>
                  <a:ext uri="{FF2B5EF4-FFF2-40B4-BE49-F238E27FC236}">
                    <a16:creationId xmlns:a16="http://schemas.microsoft.com/office/drawing/2014/main" id="{FBD2EB8A-8B7F-CC96-CFCC-815EEB3916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78" y="1627"/>
                <a:ext cx="334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lgDash"/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93" name="Line 162">
                <a:extLst>
                  <a:ext uri="{FF2B5EF4-FFF2-40B4-BE49-F238E27FC236}">
                    <a16:creationId xmlns:a16="http://schemas.microsoft.com/office/drawing/2014/main" id="{896C34D5-47B1-A769-D411-4ED108AFB8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86" y="1895"/>
                <a:ext cx="332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lgDash"/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94" name="Line 163">
                <a:extLst>
                  <a:ext uri="{FF2B5EF4-FFF2-40B4-BE49-F238E27FC236}">
                    <a16:creationId xmlns:a16="http://schemas.microsoft.com/office/drawing/2014/main" id="{4E2DFC27-562C-8373-0030-E22879E24C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68" y="2669"/>
                <a:ext cx="1102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95" name="Line 164">
                <a:extLst>
                  <a:ext uri="{FF2B5EF4-FFF2-40B4-BE49-F238E27FC236}">
                    <a16:creationId xmlns:a16="http://schemas.microsoft.com/office/drawing/2014/main" id="{ABE22C14-514F-4250-97FB-1D4E530E22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5" y="2836"/>
                <a:ext cx="1121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96" name="Line 165">
                <a:extLst>
                  <a:ext uri="{FF2B5EF4-FFF2-40B4-BE49-F238E27FC236}">
                    <a16:creationId xmlns:a16="http://schemas.microsoft.com/office/drawing/2014/main" id="{9DFEBD00-98B4-56C1-5DC7-B6C0744732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6" y="2657"/>
                <a:ext cx="0" cy="192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97" name="Line 167">
                <a:extLst>
                  <a:ext uri="{FF2B5EF4-FFF2-40B4-BE49-F238E27FC236}">
                    <a16:creationId xmlns:a16="http://schemas.microsoft.com/office/drawing/2014/main" id="{255FE94B-13DC-EB7B-0CFA-BA695F9E62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64" y="2254"/>
                <a:ext cx="0" cy="41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98" name="Line 168">
                <a:extLst>
                  <a:ext uri="{FF2B5EF4-FFF2-40B4-BE49-F238E27FC236}">
                    <a16:creationId xmlns:a16="http://schemas.microsoft.com/office/drawing/2014/main" id="{DD612B8B-0E48-88AA-2E35-F86D0FD197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49" y="2247"/>
                <a:ext cx="120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99" name="Line 169">
                <a:extLst>
                  <a:ext uri="{FF2B5EF4-FFF2-40B4-BE49-F238E27FC236}">
                    <a16:creationId xmlns:a16="http://schemas.microsoft.com/office/drawing/2014/main" id="{1BB87FD2-0852-FF13-24FA-E66B6C1100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64" y="2254"/>
                <a:ext cx="0" cy="59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100" name="Line 170">
                <a:extLst>
                  <a:ext uri="{FF2B5EF4-FFF2-40B4-BE49-F238E27FC236}">
                    <a16:creationId xmlns:a16="http://schemas.microsoft.com/office/drawing/2014/main" id="{3DB2A6FE-B4CA-5E97-CAD4-26C5DC42E1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27" y="2311"/>
                <a:ext cx="25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lgDash"/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101" name="Line 171">
                <a:extLst>
                  <a:ext uri="{FF2B5EF4-FFF2-40B4-BE49-F238E27FC236}">
                    <a16:creationId xmlns:a16="http://schemas.microsoft.com/office/drawing/2014/main" id="{5428FA2C-78FA-55E5-61F5-B54DEBA26D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9" y="2491"/>
                <a:ext cx="25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lgDash"/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102" name="Line 172">
                <a:extLst>
                  <a:ext uri="{FF2B5EF4-FFF2-40B4-BE49-F238E27FC236}">
                    <a16:creationId xmlns:a16="http://schemas.microsoft.com/office/drawing/2014/main" id="{ECE862FE-045C-75F8-98E5-D38428A9AA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27" y="2491"/>
                <a:ext cx="0" cy="34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lgDash"/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103" name="Line 173">
                <a:extLst>
                  <a:ext uri="{FF2B5EF4-FFF2-40B4-BE49-F238E27FC236}">
                    <a16:creationId xmlns:a16="http://schemas.microsoft.com/office/drawing/2014/main" id="{EE86C9C6-D2BA-CA91-7A7E-B98BBAC608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812" y="1268"/>
                <a:ext cx="0" cy="35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lgDash"/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104" name="Arc 174">
                <a:extLst>
                  <a:ext uri="{FF2B5EF4-FFF2-40B4-BE49-F238E27FC236}">
                    <a16:creationId xmlns:a16="http://schemas.microsoft.com/office/drawing/2014/main" id="{1DE7336A-94E6-26AF-E23B-C3DF0847DD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8" y="1557"/>
                <a:ext cx="398" cy="423"/>
              </a:xfrm>
              <a:custGeom>
                <a:avLst/>
                <a:gdLst>
                  <a:gd name="T0" fmla="*/ 0 w 21600"/>
                  <a:gd name="T1" fmla="*/ 0 h 23735"/>
                  <a:gd name="T2" fmla="*/ 0 w 21600"/>
                  <a:gd name="T3" fmla="*/ 0 h 23735"/>
                  <a:gd name="T4" fmla="*/ 0 w 21600"/>
                  <a:gd name="T5" fmla="*/ 0 h 23735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3735"/>
                  <a:gd name="T11" fmla="*/ 21600 w 21600"/>
                  <a:gd name="T12" fmla="*/ 23735 h 2373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3735" fill="none" extrusionOk="0">
                    <a:moveTo>
                      <a:pt x="18334" y="-1"/>
                    </a:moveTo>
                    <a:cubicBezTo>
                      <a:pt x="20468" y="3426"/>
                      <a:pt x="21600" y="7382"/>
                      <a:pt x="21600" y="11420"/>
                    </a:cubicBezTo>
                    <a:cubicBezTo>
                      <a:pt x="21600" y="15821"/>
                      <a:pt x="20255" y="20118"/>
                      <a:pt x="17745" y="23735"/>
                    </a:cubicBezTo>
                  </a:path>
                  <a:path w="21600" h="23735" stroke="0" extrusionOk="0">
                    <a:moveTo>
                      <a:pt x="18334" y="-1"/>
                    </a:moveTo>
                    <a:cubicBezTo>
                      <a:pt x="20468" y="3426"/>
                      <a:pt x="21600" y="7382"/>
                      <a:pt x="21600" y="11420"/>
                    </a:cubicBezTo>
                    <a:cubicBezTo>
                      <a:pt x="21600" y="15821"/>
                      <a:pt x="20255" y="20118"/>
                      <a:pt x="17745" y="23735"/>
                    </a:cubicBezTo>
                    <a:lnTo>
                      <a:pt x="0" y="11420"/>
                    </a:lnTo>
                    <a:close/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105" name="Arc 175">
                <a:extLst>
                  <a:ext uri="{FF2B5EF4-FFF2-40B4-BE49-F238E27FC236}">
                    <a16:creationId xmlns:a16="http://schemas.microsoft.com/office/drawing/2014/main" id="{7B36DC8D-DC59-1162-BB72-B3A292ADDB2F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3618" y="1616"/>
                <a:ext cx="250" cy="278"/>
              </a:xfrm>
              <a:custGeom>
                <a:avLst/>
                <a:gdLst>
                  <a:gd name="T0" fmla="*/ 0 w 21600"/>
                  <a:gd name="T1" fmla="*/ 0 h 28035"/>
                  <a:gd name="T2" fmla="*/ 0 w 21600"/>
                  <a:gd name="T3" fmla="*/ 0 h 28035"/>
                  <a:gd name="T4" fmla="*/ 0 w 21600"/>
                  <a:gd name="T5" fmla="*/ 0 h 28035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8035"/>
                  <a:gd name="T11" fmla="*/ 21600 w 21600"/>
                  <a:gd name="T12" fmla="*/ 28035 h 2803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8035" fill="none" extrusionOk="0">
                    <a:moveTo>
                      <a:pt x="16547" y="0"/>
                    </a:moveTo>
                    <a:cubicBezTo>
                      <a:pt x="19811" y="3890"/>
                      <a:pt x="21600" y="8805"/>
                      <a:pt x="21600" y="13883"/>
                    </a:cubicBezTo>
                    <a:cubicBezTo>
                      <a:pt x="21600" y="19082"/>
                      <a:pt x="19724" y="24106"/>
                      <a:pt x="16318" y="28034"/>
                    </a:cubicBezTo>
                  </a:path>
                  <a:path w="21600" h="28035" stroke="0" extrusionOk="0">
                    <a:moveTo>
                      <a:pt x="16547" y="0"/>
                    </a:moveTo>
                    <a:cubicBezTo>
                      <a:pt x="19811" y="3890"/>
                      <a:pt x="21600" y="8805"/>
                      <a:pt x="21600" y="13883"/>
                    </a:cubicBezTo>
                    <a:cubicBezTo>
                      <a:pt x="21600" y="19082"/>
                      <a:pt x="19724" y="24106"/>
                      <a:pt x="16318" y="28034"/>
                    </a:cubicBezTo>
                    <a:lnTo>
                      <a:pt x="0" y="13883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lgDash"/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106" name="Arc 176">
                <a:extLst>
                  <a:ext uri="{FF2B5EF4-FFF2-40B4-BE49-F238E27FC236}">
                    <a16:creationId xmlns:a16="http://schemas.microsoft.com/office/drawing/2014/main" id="{6C461648-6C9C-840C-D66A-F06FEBD7A082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 flipV="1">
                <a:off x="4499" y="2236"/>
                <a:ext cx="84" cy="296"/>
              </a:xfrm>
              <a:custGeom>
                <a:avLst/>
                <a:gdLst>
                  <a:gd name="T0" fmla="*/ 0 w 19252"/>
                  <a:gd name="T1" fmla="*/ 0 h 20647"/>
                  <a:gd name="T2" fmla="*/ 0 w 19252"/>
                  <a:gd name="T3" fmla="*/ 0 h 20647"/>
                  <a:gd name="T4" fmla="*/ 0 w 19252"/>
                  <a:gd name="T5" fmla="*/ 0 h 20647"/>
                  <a:gd name="T6" fmla="*/ 0 60000 65536"/>
                  <a:gd name="T7" fmla="*/ 0 60000 65536"/>
                  <a:gd name="T8" fmla="*/ 0 60000 65536"/>
                  <a:gd name="T9" fmla="*/ 0 w 19252"/>
                  <a:gd name="T10" fmla="*/ 0 h 20647"/>
                  <a:gd name="T11" fmla="*/ 19252 w 19252"/>
                  <a:gd name="T12" fmla="*/ 20647 h 2064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252" h="20647" fill="none" extrusionOk="0">
                    <a:moveTo>
                      <a:pt x="19251" y="9793"/>
                    </a:moveTo>
                    <a:cubicBezTo>
                      <a:pt x="16598" y="15010"/>
                      <a:pt x="11940" y="18927"/>
                      <a:pt x="6345" y="20646"/>
                    </a:cubicBezTo>
                  </a:path>
                  <a:path w="19252" h="20647" stroke="0" extrusionOk="0">
                    <a:moveTo>
                      <a:pt x="19251" y="9793"/>
                    </a:moveTo>
                    <a:cubicBezTo>
                      <a:pt x="16598" y="15010"/>
                      <a:pt x="11940" y="18927"/>
                      <a:pt x="6345" y="20646"/>
                    </a:cubicBezTo>
                    <a:lnTo>
                      <a:pt x="0" y="0"/>
                    </a:lnTo>
                    <a:close/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107" name="Line 177">
                <a:extLst>
                  <a:ext uri="{FF2B5EF4-FFF2-40B4-BE49-F238E27FC236}">
                    <a16:creationId xmlns:a16="http://schemas.microsoft.com/office/drawing/2014/main" id="{7C496B6A-C326-73A6-C316-3606C338E8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97" y="2407"/>
                <a:ext cx="0" cy="27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108" name="Arc 178">
                <a:extLst>
                  <a:ext uri="{FF2B5EF4-FFF2-40B4-BE49-F238E27FC236}">
                    <a16:creationId xmlns:a16="http://schemas.microsoft.com/office/drawing/2014/main" id="{D919EF2E-2B32-52C4-7289-9A4126260D4F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4387" y="2315"/>
                <a:ext cx="155" cy="183"/>
              </a:xfrm>
              <a:custGeom>
                <a:avLst/>
                <a:gdLst>
                  <a:gd name="T0" fmla="*/ 0 w 21600"/>
                  <a:gd name="T1" fmla="*/ 0 h 26395"/>
                  <a:gd name="T2" fmla="*/ 0 w 21600"/>
                  <a:gd name="T3" fmla="*/ 0 h 26395"/>
                  <a:gd name="T4" fmla="*/ 0 w 21600"/>
                  <a:gd name="T5" fmla="*/ 0 h 26395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6395"/>
                  <a:gd name="T11" fmla="*/ 21600 w 21600"/>
                  <a:gd name="T12" fmla="*/ 26395 h 2639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6395" fill="none" extrusionOk="0">
                    <a:moveTo>
                      <a:pt x="17055" y="0"/>
                    </a:moveTo>
                    <a:cubicBezTo>
                      <a:pt x="20001" y="3790"/>
                      <a:pt x="21600" y="8453"/>
                      <a:pt x="21600" y="13254"/>
                    </a:cubicBezTo>
                    <a:cubicBezTo>
                      <a:pt x="21600" y="18005"/>
                      <a:pt x="20033" y="22624"/>
                      <a:pt x="17142" y="26395"/>
                    </a:cubicBezTo>
                  </a:path>
                  <a:path w="21600" h="26395" stroke="0" extrusionOk="0">
                    <a:moveTo>
                      <a:pt x="17055" y="0"/>
                    </a:moveTo>
                    <a:cubicBezTo>
                      <a:pt x="20001" y="3790"/>
                      <a:pt x="21600" y="8453"/>
                      <a:pt x="21600" y="13254"/>
                    </a:cubicBezTo>
                    <a:cubicBezTo>
                      <a:pt x="21600" y="18005"/>
                      <a:pt x="20033" y="22624"/>
                      <a:pt x="17142" y="26395"/>
                    </a:cubicBezTo>
                    <a:lnTo>
                      <a:pt x="0" y="13254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lgDash"/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109" name="Oval 179">
                <a:extLst>
                  <a:ext uri="{FF2B5EF4-FFF2-40B4-BE49-F238E27FC236}">
                    <a16:creationId xmlns:a16="http://schemas.microsoft.com/office/drawing/2014/main" id="{0ACF8E89-8BBB-5657-F018-EE4CD03FD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31" y="1858"/>
                <a:ext cx="404" cy="404"/>
              </a:xfrm>
              <a:prstGeom prst="ellipse">
                <a:avLst/>
              </a:prstGeom>
              <a:solidFill>
                <a:srgbClr val="FFFFFF"/>
              </a:solidFill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110" name="Freeform 182">
                <a:extLst>
                  <a:ext uri="{FF2B5EF4-FFF2-40B4-BE49-F238E27FC236}">
                    <a16:creationId xmlns:a16="http://schemas.microsoft.com/office/drawing/2014/main" id="{2D385881-AEEC-9387-DCB2-E5A24F7712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86" y="1972"/>
                <a:ext cx="259" cy="126"/>
              </a:xfrm>
              <a:custGeom>
                <a:avLst/>
                <a:gdLst>
                  <a:gd name="T0" fmla="*/ 0 w 259"/>
                  <a:gd name="T1" fmla="*/ 126 h 126"/>
                  <a:gd name="T2" fmla="*/ 89 w 259"/>
                  <a:gd name="T3" fmla="*/ 56 h 126"/>
                  <a:gd name="T4" fmla="*/ 185 w 259"/>
                  <a:gd name="T5" fmla="*/ 43 h 126"/>
                  <a:gd name="T6" fmla="*/ 259 w 259"/>
                  <a:gd name="T7" fmla="*/ 0 h 12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59"/>
                  <a:gd name="T13" fmla="*/ 0 h 126"/>
                  <a:gd name="T14" fmla="*/ 259 w 259"/>
                  <a:gd name="T15" fmla="*/ 126 h 12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59" h="126">
                    <a:moveTo>
                      <a:pt x="0" y="126"/>
                    </a:moveTo>
                    <a:cubicBezTo>
                      <a:pt x="29" y="98"/>
                      <a:pt x="58" y="70"/>
                      <a:pt x="89" y="56"/>
                    </a:cubicBezTo>
                    <a:cubicBezTo>
                      <a:pt x="120" y="42"/>
                      <a:pt x="157" y="52"/>
                      <a:pt x="185" y="43"/>
                    </a:cubicBezTo>
                    <a:cubicBezTo>
                      <a:pt x="213" y="34"/>
                      <a:pt x="244" y="9"/>
                      <a:pt x="259" y="0"/>
                    </a:cubicBezTo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111" name="Freeform 183">
                <a:extLst>
                  <a:ext uri="{FF2B5EF4-FFF2-40B4-BE49-F238E27FC236}">
                    <a16:creationId xmlns:a16="http://schemas.microsoft.com/office/drawing/2014/main" id="{393C2A33-29A4-D55E-8DE1-FC4A9EBBF4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92" y="1561"/>
                <a:ext cx="73" cy="422"/>
              </a:xfrm>
              <a:custGeom>
                <a:avLst/>
                <a:gdLst>
                  <a:gd name="T0" fmla="*/ 0 w 73"/>
                  <a:gd name="T1" fmla="*/ 0 h 422"/>
                  <a:gd name="T2" fmla="*/ 26 w 73"/>
                  <a:gd name="T3" fmla="*/ 25 h 422"/>
                  <a:gd name="T4" fmla="*/ 59 w 73"/>
                  <a:gd name="T5" fmla="*/ 97 h 422"/>
                  <a:gd name="T6" fmla="*/ 71 w 73"/>
                  <a:gd name="T7" fmla="*/ 151 h 422"/>
                  <a:gd name="T8" fmla="*/ 71 w 73"/>
                  <a:gd name="T9" fmla="*/ 211 h 422"/>
                  <a:gd name="T10" fmla="*/ 64 w 73"/>
                  <a:gd name="T11" fmla="*/ 281 h 422"/>
                  <a:gd name="T12" fmla="*/ 58 w 73"/>
                  <a:gd name="T13" fmla="*/ 320 h 422"/>
                  <a:gd name="T14" fmla="*/ 26 w 73"/>
                  <a:gd name="T15" fmla="*/ 390 h 422"/>
                  <a:gd name="T16" fmla="*/ 0 w 73"/>
                  <a:gd name="T17" fmla="*/ 422 h 422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73"/>
                  <a:gd name="T28" fmla="*/ 0 h 422"/>
                  <a:gd name="T29" fmla="*/ 73 w 73"/>
                  <a:gd name="T30" fmla="*/ 422 h 422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73" h="422">
                    <a:moveTo>
                      <a:pt x="0" y="0"/>
                    </a:moveTo>
                    <a:cubicBezTo>
                      <a:pt x="8" y="3"/>
                      <a:pt x="16" y="9"/>
                      <a:pt x="26" y="25"/>
                    </a:cubicBezTo>
                    <a:cubicBezTo>
                      <a:pt x="36" y="41"/>
                      <a:pt x="52" y="76"/>
                      <a:pt x="59" y="97"/>
                    </a:cubicBezTo>
                    <a:cubicBezTo>
                      <a:pt x="66" y="118"/>
                      <a:pt x="69" y="132"/>
                      <a:pt x="71" y="151"/>
                    </a:cubicBezTo>
                    <a:cubicBezTo>
                      <a:pt x="73" y="170"/>
                      <a:pt x="72" y="189"/>
                      <a:pt x="71" y="211"/>
                    </a:cubicBezTo>
                    <a:cubicBezTo>
                      <a:pt x="70" y="233"/>
                      <a:pt x="66" y="263"/>
                      <a:pt x="64" y="281"/>
                    </a:cubicBezTo>
                    <a:cubicBezTo>
                      <a:pt x="62" y="299"/>
                      <a:pt x="64" y="302"/>
                      <a:pt x="58" y="320"/>
                    </a:cubicBezTo>
                    <a:cubicBezTo>
                      <a:pt x="52" y="338"/>
                      <a:pt x="36" y="373"/>
                      <a:pt x="26" y="390"/>
                    </a:cubicBezTo>
                    <a:cubicBezTo>
                      <a:pt x="16" y="407"/>
                      <a:pt x="2" y="417"/>
                      <a:pt x="0" y="422"/>
                    </a:cubicBezTo>
                  </a:path>
                </a:pathLst>
              </a:custGeom>
              <a:noFill/>
              <a:ln w="76200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112" name="Freeform 184">
                <a:extLst>
                  <a:ext uri="{FF2B5EF4-FFF2-40B4-BE49-F238E27FC236}">
                    <a16:creationId xmlns:a16="http://schemas.microsoft.com/office/drawing/2014/main" id="{F721DAF6-10BA-22DE-2829-639C58B66C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97" y="2265"/>
                <a:ext cx="46" cy="403"/>
              </a:xfrm>
              <a:custGeom>
                <a:avLst/>
                <a:gdLst>
                  <a:gd name="T0" fmla="*/ 46 w 46"/>
                  <a:gd name="T1" fmla="*/ 0 h 403"/>
                  <a:gd name="T2" fmla="*/ 14 w 46"/>
                  <a:gd name="T3" fmla="*/ 70 h 403"/>
                  <a:gd name="T4" fmla="*/ 2 w 46"/>
                  <a:gd name="T5" fmla="*/ 134 h 403"/>
                  <a:gd name="T6" fmla="*/ 2 w 46"/>
                  <a:gd name="T7" fmla="*/ 403 h 40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6"/>
                  <a:gd name="T13" fmla="*/ 0 h 403"/>
                  <a:gd name="T14" fmla="*/ 46 w 46"/>
                  <a:gd name="T15" fmla="*/ 403 h 40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6" h="403">
                    <a:moveTo>
                      <a:pt x="46" y="0"/>
                    </a:moveTo>
                    <a:cubicBezTo>
                      <a:pt x="33" y="24"/>
                      <a:pt x="21" y="48"/>
                      <a:pt x="14" y="70"/>
                    </a:cubicBezTo>
                    <a:cubicBezTo>
                      <a:pt x="7" y="92"/>
                      <a:pt x="4" y="79"/>
                      <a:pt x="2" y="134"/>
                    </a:cubicBezTo>
                    <a:cubicBezTo>
                      <a:pt x="0" y="189"/>
                      <a:pt x="0" y="359"/>
                      <a:pt x="2" y="403"/>
                    </a:cubicBezTo>
                  </a:path>
                </a:pathLst>
              </a:custGeom>
              <a:noFill/>
              <a:ln w="76200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113" name="Line 185">
                <a:extLst>
                  <a:ext uri="{FF2B5EF4-FFF2-40B4-BE49-F238E27FC236}">
                    <a16:creationId xmlns:a16="http://schemas.microsoft.com/office/drawing/2014/main" id="{17F14427-1045-EDB1-3669-F322EA2479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6" y="2668"/>
                <a:ext cx="326" cy="0"/>
              </a:xfrm>
              <a:prstGeom prst="line">
                <a:avLst/>
              </a:prstGeom>
              <a:noFill/>
              <a:ln w="76200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114" name="Line 186">
                <a:extLst>
                  <a:ext uri="{FF2B5EF4-FFF2-40B4-BE49-F238E27FC236}">
                    <a16:creationId xmlns:a16="http://schemas.microsoft.com/office/drawing/2014/main" id="{4A881C6E-EBE6-6E64-B83A-83FD899EA1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5" y="1433"/>
                <a:ext cx="826" cy="0"/>
              </a:xfrm>
              <a:prstGeom prst="line">
                <a:avLst/>
              </a:prstGeom>
              <a:noFill/>
              <a:ln w="76200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115" name="Freeform 187">
                <a:extLst>
                  <a:ext uri="{FF2B5EF4-FFF2-40B4-BE49-F238E27FC236}">
                    <a16:creationId xmlns:a16="http://schemas.microsoft.com/office/drawing/2014/main" id="{0D4FC64E-D1B2-98D4-8668-EAA13885FE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56" y="1857"/>
                <a:ext cx="386" cy="389"/>
              </a:xfrm>
              <a:custGeom>
                <a:avLst/>
                <a:gdLst>
                  <a:gd name="T0" fmla="*/ 0 w 386"/>
                  <a:gd name="T1" fmla="*/ 117 h 389"/>
                  <a:gd name="T2" fmla="*/ 20 w 386"/>
                  <a:gd name="T3" fmla="*/ 89 h 389"/>
                  <a:gd name="T4" fmla="*/ 40 w 386"/>
                  <a:gd name="T5" fmla="*/ 65 h 389"/>
                  <a:gd name="T6" fmla="*/ 76 w 386"/>
                  <a:gd name="T7" fmla="*/ 33 h 389"/>
                  <a:gd name="T8" fmla="*/ 120 w 386"/>
                  <a:gd name="T9" fmla="*/ 13 h 389"/>
                  <a:gd name="T10" fmla="*/ 168 w 386"/>
                  <a:gd name="T11" fmla="*/ 1 h 389"/>
                  <a:gd name="T12" fmla="*/ 236 w 386"/>
                  <a:gd name="T13" fmla="*/ 5 h 389"/>
                  <a:gd name="T14" fmla="*/ 284 w 386"/>
                  <a:gd name="T15" fmla="*/ 25 h 389"/>
                  <a:gd name="T16" fmla="*/ 337 w 386"/>
                  <a:gd name="T17" fmla="*/ 72 h 389"/>
                  <a:gd name="T18" fmla="*/ 363 w 386"/>
                  <a:gd name="T19" fmla="*/ 110 h 389"/>
                  <a:gd name="T20" fmla="*/ 383 w 386"/>
                  <a:gd name="T21" fmla="*/ 170 h 389"/>
                  <a:gd name="T22" fmla="*/ 383 w 386"/>
                  <a:gd name="T23" fmla="*/ 238 h 389"/>
                  <a:gd name="T24" fmla="*/ 371 w 386"/>
                  <a:gd name="T25" fmla="*/ 290 h 389"/>
                  <a:gd name="T26" fmla="*/ 350 w 386"/>
                  <a:gd name="T27" fmla="*/ 320 h 389"/>
                  <a:gd name="T28" fmla="*/ 308 w 386"/>
                  <a:gd name="T29" fmla="*/ 365 h 389"/>
                  <a:gd name="T30" fmla="*/ 268 w 386"/>
                  <a:gd name="T31" fmla="*/ 389 h 389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386"/>
                  <a:gd name="T49" fmla="*/ 0 h 389"/>
                  <a:gd name="T50" fmla="*/ 386 w 386"/>
                  <a:gd name="T51" fmla="*/ 389 h 389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386" h="389">
                    <a:moveTo>
                      <a:pt x="0" y="117"/>
                    </a:moveTo>
                    <a:cubicBezTo>
                      <a:pt x="3" y="112"/>
                      <a:pt x="13" y="98"/>
                      <a:pt x="20" y="89"/>
                    </a:cubicBezTo>
                    <a:cubicBezTo>
                      <a:pt x="27" y="80"/>
                      <a:pt x="31" y="74"/>
                      <a:pt x="40" y="65"/>
                    </a:cubicBezTo>
                    <a:cubicBezTo>
                      <a:pt x="49" y="56"/>
                      <a:pt x="63" y="42"/>
                      <a:pt x="76" y="33"/>
                    </a:cubicBezTo>
                    <a:cubicBezTo>
                      <a:pt x="89" y="24"/>
                      <a:pt x="105" y="18"/>
                      <a:pt x="120" y="13"/>
                    </a:cubicBezTo>
                    <a:cubicBezTo>
                      <a:pt x="135" y="8"/>
                      <a:pt x="149" y="2"/>
                      <a:pt x="168" y="1"/>
                    </a:cubicBezTo>
                    <a:cubicBezTo>
                      <a:pt x="187" y="0"/>
                      <a:pt x="217" y="1"/>
                      <a:pt x="236" y="5"/>
                    </a:cubicBezTo>
                    <a:cubicBezTo>
                      <a:pt x="255" y="9"/>
                      <a:pt x="267" y="14"/>
                      <a:pt x="284" y="25"/>
                    </a:cubicBezTo>
                    <a:cubicBezTo>
                      <a:pt x="301" y="36"/>
                      <a:pt x="324" y="58"/>
                      <a:pt x="337" y="72"/>
                    </a:cubicBezTo>
                    <a:cubicBezTo>
                      <a:pt x="350" y="86"/>
                      <a:pt x="355" y="94"/>
                      <a:pt x="363" y="110"/>
                    </a:cubicBezTo>
                    <a:cubicBezTo>
                      <a:pt x="371" y="126"/>
                      <a:pt x="380" y="149"/>
                      <a:pt x="383" y="170"/>
                    </a:cubicBezTo>
                    <a:cubicBezTo>
                      <a:pt x="386" y="191"/>
                      <a:pt x="385" y="218"/>
                      <a:pt x="383" y="238"/>
                    </a:cubicBezTo>
                    <a:cubicBezTo>
                      <a:pt x="381" y="258"/>
                      <a:pt x="376" y="276"/>
                      <a:pt x="371" y="290"/>
                    </a:cubicBezTo>
                    <a:cubicBezTo>
                      <a:pt x="366" y="304"/>
                      <a:pt x="361" y="307"/>
                      <a:pt x="350" y="320"/>
                    </a:cubicBezTo>
                    <a:cubicBezTo>
                      <a:pt x="339" y="333"/>
                      <a:pt x="322" y="354"/>
                      <a:pt x="308" y="365"/>
                    </a:cubicBezTo>
                    <a:cubicBezTo>
                      <a:pt x="294" y="376"/>
                      <a:pt x="276" y="384"/>
                      <a:pt x="268" y="389"/>
                    </a:cubicBezTo>
                  </a:path>
                </a:pathLst>
              </a:custGeom>
              <a:noFill/>
              <a:ln w="76200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116" name="Freeform 188">
                <a:extLst>
                  <a:ext uri="{FF2B5EF4-FFF2-40B4-BE49-F238E27FC236}">
                    <a16:creationId xmlns:a16="http://schemas.microsoft.com/office/drawing/2014/main" id="{D859DFD5-1FDA-991B-2A34-C7AA715B4A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10" y="2252"/>
                <a:ext cx="146" cy="608"/>
              </a:xfrm>
              <a:custGeom>
                <a:avLst/>
                <a:gdLst>
                  <a:gd name="T0" fmla="*/ 0 w 152"/>
                  <a:gd name="T1" fmla="*/ 0 h 589"/>
                  <a:gd name="T2" fmla="*/ 48 w 152"/>
                  <a:gd name="T3" fmla="*/ 99 h 589"/>
                  <a:gd name="T4" fmla="*/ 115 w 152"/>
                  <a:gd name="T5" fmla="*/ 241 h 589"/>
                  <a:gd name="T6" fmla="*/ 100 w 152"/>
                  <a:gd name="T7" fmla="*/ 406 h 589"/>
                  <a:gd name="T8" fmla="*/ 89 w 152"/>
                  <a:gd name="T9" fmla="*/ 601 h 589"/>
                  <a:gd name="T10" fmla="*/ 89 w 152"/>
                  <a:gd name="T11" fmla="*/ 683 h 58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52"/>
                  <a:gd name="T19" fmla="*/ 0 h 589"/>
                  <a:gd name="T20" fmla="*/ 152 w 152"/>
                  <a:gd name="T21" fmla="*/ 589 h 589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52" h="589">
                    <a:moveTo>
                      <a:pt x="0" y="0"/>
                    </a:moveTo>
                    <a:cubicBezTo>
                      <a:pt x="17" y="25"/>
                      <a:pt x="35" y="50"/>
                      <a:pt x="58" y="84"/>
                    </a:cubicBezTo>
                    <a:cubicBezTo>
                      <a:pt x="81" y="118"/>
                      <a:pt x="130" y="161"/>
                      <a:pt x="141" y="205"/>
                    </a:cubicBezTo>
                    <a:cubicBezTo>
                      <a:pt x="152" y="249"/>
                      <a:pt x="127" y="295"/>
                      <a:pt x="122" y="346"/>
                    </a:cubicBezTo>
                    <a:cubicBezTo>
                      <a:pt x="117" y="397"/>
                      <a:pt x="111" y="473"/>
                      <a:pt x="109" y="512"/>
                    </a:cubicBezTo>
                    <a:cubicBezTo>
                      <a:pt x="107" y="551"/>
                      <a:pt x="108" y="589"/>
                      <a:pt x="109" y="583"/>
                    </a:cubicBezTo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117" name="Line 189">
                <a:extLst>
                  <a:ext uri="{FF2B5EF4-FFF2-40B4-BE49-F238E27FC236}">
                    <a16:creationId xmlns:a16="http://schemas.microsoft.com/office/drawing/2014/main" id="{43F464D5-CDE8-968C-DE97-31C20EA702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14" y="1273"/>
                <a:ext cx="0" cy="371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118" name="Line 190">
                <a:extLst>
                  <a:ext uri="{FF2B5EF4-FFF2-40B4-BE49-F238E27FC236}">
                    <a16:creationId xmlns:a16="http://schemas.microsoft.com/office/drawing/2014/main" id="{5FF1241F-305E-619C-150A-CDA2CDE6B9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14" y="1900"/>
                <a:ext cx="0" cy="117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119" name="Line 191">
                <a:extLst>
                  <a:ext uri="{FF2B5EF4-FFF2-40B4-BE49-F238E27FC236}">
                    <a16:creationId xmlns:a16="http://schemas.microsoft.com/office/drawing/2014/main" id="{BA9101CC-8A85-0174-5E14-24DD7B3150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81" y="1637"/>
                <a:ext cx="346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120" name="Line 192">
                <a:extLst>
                  <a:ext uri="{FF2B5EF4-FFF2-40B4-BE49-F238E27FC236}">
                    <a16:creationId xmlns:a16="http://schemas.microsoft.com/office/drawing/2014/main" id="{16F3E309-4608-EA4D-04E3-A1C4E8C809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75" y="1900"/>
                <a:ext cx="332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121" name="Freeform 193">
                <a:extLst>
                  <a:ext uri="{FF2B5EF4-FFF2-40B4-BE49-F238E27FC236}">
                    <a16:creationId xmlns:a16="http://schemas.microsoft.com/office/drawing/2014/main" id="{C479DEDF-9D52-80D8-E56F-5C160CE9E8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11" y="1644"/>
                <a:ext cx="55" cy="250"/>
              </a:xfrm>
              <a:custGeom>
                <a:avLst/>
                <a:gdLst>
                  <a:gd name="T0" fmla="*/ 9 w 55"/>
                  <a:gd name="T1" fmla="*/ 0 h 230"/>
                  <a:gd name="T2" fmla="*/ 41 w 55"/>
                  <a:gd name="T3" fmla="*/ 68 h 230"/>
                  <a:gd name="T4" fmla="*/ 54 w 55"/>
                  <a:gd name="T5" fmla="*/ 137 h 230"/>
                  <a:gd name="T6" fmla="*/ 48 w 55"/>
                  <a:gd name="T7" fmla="*/ 213 h 230"/>
                  <a:gd name="T8" fmla="*/ 28 w 55"/>
                  <a:gd name="T9" fmla="*/ 300 h 230"/>
                  <a:gd name="T10" fmla="*/ 9 w 55"/>
                  <a:gd name="T11" fmla="*/ 350 h 23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55"/>
                  <a:gd name="T19" fmla="*/ 0 h 230"/>
                  <a:gd name="T20" fmla="*/ 55 w 55"/>
                  <a:gd name="T21" fmla="*/ 230 h 23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55" h="230">
                    <a:moveTo>
                      <a:pt x="9" y="0"/>
                    </a:moveTo>
                    <a:cubicBezTo>
                      <a:pt x="21" y="15"/>
                      <a:pt x="34" y="30"/>
                      <a:pt x="41" y="45"/>
                    </a:cubicBezTo>
                    <a:cubicBezTo>
                      <a:pt x="48" y="60"/>
                      <a:pt x="53" y="74"/>
                      <a:pt x="54" y="90"/>
                    </a:cubicBezTo>
                    <a:cubicBezTo>
                      <a:pt x="55" y="106"/>
                      <a:pt x="52" y="123"/>
                      <a:pt x="48" y="141"/>
                    </a:cubicBezTo>
                    <a:cubicBezTo>
                      <a:pt x="44" y="159"/>
                      <a:pt x="35" y="183"/>
                      <a:pt x="28" y="198"/>
                    </a:cubicBezTo>
                    <a:cubicBezTo>
                      <a:pt x="21" y="213"/>
                      <a:pt x="0" y="209"/>
                      <a:pt x="9" y="230"/>
                    </a:cubicBez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122" name="Line 194">
                <a:extLst>
                  <a:ext uri="{FF2B5EF4-FFF2-40B4-BE49-F238E27FC236}">
                    <a16:creationId xmlns:a16="http://schemas.microsoft.com/office/drawing/2014/main" id="{73C2C5A1-36C9-8D6E-81E6-F72D712AF5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28" y="1273"/>
                <a:ext cx="0" cy="1043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123" name="Line 195">
                <a:extLst>
                  <a:ext uri="{FF2B5EF4-FFF2-40B4-BE49-F238E27FC236}">
                    <a16:creationId xmlns:a16="http://schemas.microsoft.com/office/drawing/2014/main" id="{0FCAD63F-474F-1239-4746-BD13D59E7E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28" y="2502"/>
                <a:ext cx="0" cy="332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124" name="Line 196">
                <a:extLst>
                  <a:ext uri="{FF2B5EF4-FFF2-40B4-BE49-F238E27FC236}">
                    <a16:creationId xmlns:a16="http://schemas.microsoft.com/office/drawing/2014/main" id="{44CD3640-897B-DD44-9D83-45323544C1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28" y="2316"/>
                <a:ext cx="231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125" name="Line 197">
                <a:extLst>
                  <a:ext uri="{FF2B5EF4-FFF2-40B4-BE49-F238E27FC236}">
                    <a16:creationId xmlns:a16="http://schemas.microsoft.com/office/drawing/2014/main" id="{AC9CC73F-739F-B722-A1E8-3A91793D57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21" y="2501"/>
                <a:ext cx="243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126" name="Arc 198">
                <a:extLst>
                  <a:ext uri="{FF2B5EF4-FFF2-40B4-BE49-F238E27FC236}">
                    <a16:creationId xmlns:a16="http://schemas.microsoft.com/office/drawing/2014/main" id="{29E7B514-308B-0F36-C31D-F58FBFBB14CE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 flipV="1">
                <a:off x="4390" y="2320"/>
                <a:ext cx="141" cy="192"/>
              </a:xfrm>
              <a:custGeom>
                <a:avLst/>
                <a:gdLst>
                  <a:gd name="T0" fmla="*/ 0 w 21600"/>
                  <a:gd name="T1" fmla="*/ 0 h 29559"/>
                  <a:gd name="T2" fmla="*/ 0 w 21600"/>
                  <a:gd name="T3" fmla="*/ 0 h 29559"/>
                  <a:gd name="T4" fmla="*/ 0 w 21600"/>
                  <a:gd name="T5" fmla="*/ 0 h 29559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9559"/>
                  <a:gd name="T11" fmla="*/ 21600 w 21600"/>
                  <a:gd name="T12" fmla="*/ 29559 h 2955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9559" fill="none" extrusionOk="0">
                    <a:moveTo>
                      <a:pt x="15329" y="0"/>
                    </a:moveTo>
                    <a:cubicBezTo>
                      <a:pt x="19346" y="4046"/>
                      <a:pt x="21600" y="9516"/>
                      <a:pt x="21600" y="15217"/>
                    </a:cubicBezTo>
                    <a:cubicBezTo>
                      <a:pt x="21600" y="20503"/>
                      <a:pt x="19661" y="25605"/>
                      <a:pt x="16151" y="29558"/>
                    </a:cubicBezTo>
                  </a:path>
                  <a:path w="21600" h="29559" stroke="0" extrusionOk="0">
                    <a:moveTo>
                      <a:pt x="15329" y="0"/>
                    </a:moveTo>
                    <a:cubicBezTo>
                      <a:pt x="19346" y="4046"/>
                      <a:pt x="21600" y="9516"/>
                      <a:pt x="21600" y="15217"/>
                    </a:cubicBezTo>
                    <a:cubicBezTo>
                      <a:pt x="21600" y="20503"/>
                      <a:pt x="19661" y="25605"/>
                      <a:pt x="16151" y="29558"/>
                    </a:cubicBezTo>
                    <a:lnTo>
                      <a:pt x="0" y="15217"/>
                    </a:lnTo>
                    <a:close/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127" name="Line 199">
                <a:extLst>
                  <a:ext uri="{FF2B5EF4-FFF2-40B4-BE49-F238E27FC236}">
                    <a16:creationId xmlns:a16="http://schemas.microsoft.com/office/drawing/2014/main" id="{573B97C9-272C-1AD7-FE38-8339627A52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14" y="2034"/>
                <a:ext cx="0" cy="633"/>
              </a:xfrm>
              <a:prstGeom prst="line">
                <a:avLst/>
              </a:prstGeom>
              <a:noFill/>
              <a:ln w="57150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128" name="Line 200">
                <a:extLst>
                  <a:ext uri="{FF2B5EF4-FFF2-40B4-BE49-F238E27FC236}">
                    <a16:creationId xmlns:a16="http://schemas.microsoft.com/office/drawing/2014/main" id="{D5974411-EA95-E0D2-86D4-EDB1BE1AC6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565" y="1286"/>
                <a:ext cx="121" cy="12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129" name="Line 201">
                <a:extLst>
                  <a:ext uri="{FF2B5EF4-FFF2-40B4-BE49-F238E27FC236}">
                    <a16:creationId xmlns:a16="http://schemas.microsoft.com/office/drawing/2014/main" id="{EE138829-5A91-3FD9-A01A-439E025A35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94" y="1548"/>
                <a:ext cx="83" cy="8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130" name="Line 202">
                <a:extLst>
                  <a:ext uri="{FF2B5EF4-FFF2-40B4-BE49-F238E27FC236}">
                    <a16:creationId xmlns:a16="http://schemas.microsoft.com/office/drawing/2014/main" id="{7F7C81A0-7828-C86F-FFC3-1F7516CF26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687" y="1312"/>
                <a:ext cx="121" cy="12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131" name="Line 203">
                <a:extLst>
                  <a:ext uri="{FF2B5EF4-FFF2-40B4-BE49-F238E27FC236}">
                    <a16:creationId xmlns:a16="http://schemas.microsoft.com/office/drawing/2014/main" id="{022F1CC0-F227-4308-AA10-22580F005D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635" y="1465"/>
                <a:ext cx="178" cy="17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132" name="Line 204">
                <a:extLst>
                  <a:ext uri="{FF2B5EF4-FFF2-40B4-BE49-F238E27FC236}">
                    <a16:creationId xmlns:a16="http://schemas.microsoft.com/office/drawing/2014/main" id="{D64164B1-06FC-F1F4-9B14-A8E0EA7B92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507" y="1900"/>
                <a:ext cx="89" cy="8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133" name="Line 205">
                <a:extLst>
                  <a:ext uri="{FF2B5EF4-FFF2-40B4-BE49-F238E27FC236}">
                    <a16:creationId xmlns:a16="http://schemas.microsoft.com/office/drawing/2014/main" id="{167924E7-A944-28D5-C624-8672BBD955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673" y="1888"/>
                <a:ext cx="108" cy="10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134" name="Line 206">
                <a:extLst>
                  <a:ext uri="{FF2B5EF4-FFF2-40B4-BE49-F238E27FC236}">
                    <a16:creationId xmlns:a16="http://schemas.microsoft.com/office/drawing/2014/main" id="{CC27B844-F74A-CA57-A863-938AB4EB98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429" y="1286"/>
                <a:ext cx="127" cy="12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135" name="Line 207">
                <a:extLst>
                  <a:ext uri="{FF2B5EF4-FFF2-40B4-BE49-F238E27FC236}">
                    <a16:creationId xmlns:a16="http://schemas.microsoft.com/office/drawing/2014/main" id="{B096C144-24CE-16D6-B80D-4C0A4A2007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423" y="1324"/>
                <a:ext cx="235" cy="23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136" name="Line 208">
                <a:extLst>
                  <a:ext uri="{FF2B5EF4-FFF2-40B4-BE49-F238E27FC236}">
                    <a16:creationId xmlns:a16="http://schemas.microsoft.com/office/drawing/2014/main" id="{A9503169-DAF6-738C-2ABC-B2D3B37A72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429" y="1588"/>
                <a:ext cx="120" cy="12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137" name="Line 209">
                <a:extLst>
                  <a:ext uri="{FF2B5EF4-FFF2-40B4-BE49-F238E27FC236}">
                    <a16:creationId xmlns:a16="http://schemas.microsoft.com/office/drawing/2014/main" id="{97CCED95-4BF2-42BE-D4C4-C1D124E7EF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410" y="1747"/>
                <a:ext cx="127" cy="12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138" name="Line 210">
                <a:extLst>
                  <a:ext uri="{FF2B5EF4-FFF2-40B4-BE49-F238E27FC236}">
                    <a16:creationId xmlns:a16="http://schemas.microsoft.com/office/drawing/2014/main" id="{F8180011-CBEE-D5F3-A954-8187F7ACCE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422" y="1888"/>
                <a:ext cx="127" cy="12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139" name="Line 211">
                <a:extLst>
                  <a:ext uri="{FF2B5EF4-FFF2-40B4-BE49-F238E27FC236}">
                    <a16:creationId xmlns:a16="http://schemas.microsoft.com/office/drawing/2014/main" id="{38CF536D-BC85-4DE4-8321-0AFC681AFD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417" y="2048"/>
                <a:ext cx="127" cy="12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140" name="Line 212">
                <a:extLst>
                  <a:ext uri="{FF2B5EF4-FFF2-40B4-BE49-F238E27FC236}">
                    <a16:creationId xmlns:a16="http://schemas.microsoft.com/office/drawing/2014/main" id="{C2B75FD0-ADED-A864-D9E4-D55A8604CE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435" y="2221"/>
                <a:ext cx="101" cy="10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141" name="Line 213">
                <a:extLst>
                  <a:ext uri="{FF2B5EF4-FFF2-40B4-BE49-F238E27FC236}">
                    <a16:creationId xmlns:a16="http://schemas.microsoft.com/office/drawing/2014/main" id="{E69F90CC-6402-1BFC-A047-A337053C7D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595" y="2252"/>
                <a:ext cx="57" cy="5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142" name="Line 214">
                <a:extLst>
                  <a:ext uri="{FF2B5EF4-FFF2-40B4-BE49-F238E27FC236}">
                    <a16:creationId xmlns:a16="http://schemas.microsoft.com/office/drawing/2014/main" id="{B5E99F41-B1B6-AFCA-8C64-26F08902F8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417" y="2502"/>
                <a:ext cx="159" cy="15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143" name="Line 215">
                <a:extLst>
                  <a:ext uri="{FF2B5EF4-FFF2-40B4-BE49-F238E27FC236}">
                    <a16:creationId xmlns:a16="http://schemas.microsoft.com/office/drawing/2014/main" id="{3049F189-1817-4BD3-5FE2-AEE9B1A118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416" y="2593"/>
                <a:ext cx="235" cy="23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144" name="Line 216">
                <a:extLst>
                  <a:ext uri="{FF2B5EF4-FFF2-40B4-BE49-F238E27FC236}">
                    <a16:creationId xmlns:a16="http://schemas.microsoft.com/office/drawing/2014/main" id="{1B42F694-FDCF-3259-B3E7-CB4777B7E8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563" y="2747"/>
                <a:ext cx="93" cy="9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145" name="Line 217">
                <a:extLst>
                  <a:ext uri="{FF2B5EF4-FFF2-40B4-BE49-F238E27FC236}">
                    <a16:creationId xmlns:a16="http://schemas.microsoft.com/office/drawing/2014/main" id="{B5F0E006-CB78-34FE-383C-76144DDD05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14" y="2683"/>
                <a:ext cx="0" cy="145"/>
              </a:xfrm>
              <a:prstGeom prst="line">
                <a:avLst/>
              </a:prstGeom>
              <a:noFill/>
              <a:ln w="57150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ea typeface="宋体" pitchFamily="2" charset="-122"/>
                </a:endParaRPr>
              </a:p>
            </p:txBody>
          </p:sp>
        </p:grpSp>
        <p:grpSp>
          <p:nvGrpSpPr>
            <p:cNvPr id="75" name="组合 74">
              <a:extLst>
                <a:ext uri="{FF2B5EF4-FFF2-40B4-BE49-F238E27FC236}">
                  <a16:creationId xmlns:a16="http://schemas.microsoft.com/office/drawing/2014/main" id="{3257532E-3217-8083-64DC-6B865AF47399}"/>
                </a:ext>
              </a:extLst>
            </p:cNvPr>
            <p:cNvGrpSpPr/>
            <p:nvPr/>
          </p:nvGrpSpPr>
          <p:grpSpPr>
            <a:xfrm>
              <a:off x="5691589" y="2171699"/>
              <a:ext cx="2084333" cy="2679703"/>
              <a:chOff x="1908694" y="2165349"/>
              <a:chExt cx="2084333" cy="2679703"/>
            </a:xfrm>
          </p:grpSpPr>
          <p:pic>
            <p:nvPicPr>
              <p:cNvPr id="76" name="图片 75">
                <a:extLst>
                  <a:ext uri="{FF2B5EF4-FFF2-40B4-BE49-F238E27FC236}">
                    <a16:creationId xmlns:a16="http://schemas.microsoft.com/office/drawing/2014/main" id="{4079F9F9-4708-EF61-A088-8BDFA399D7C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8226" t="20323" r="46481" b="-2"/>
              <a:stretch/>
            </p:blipFill>
            <p:spPr>
              <a:xfrm rot="5400000">
                <a:off x="1700443" y="3370497"/>
                <a:ext cx="2679703" cy="269408"/>
              </a:xfrm>
              <a:prstGeom prst="rect">
                <a:avLst/>
              </a:prstGeom>
            </p:spPr>
          </p:pic>
          <p:pic>
            <p:nvPicPr>
              <p:cNvPr id="77" name="图片 76">
                <a:extLst>
                  <a:ext uri="{FF2B5EF4-FFF2-40B4-BE49-F238E27FC236}">
                    <a16:creationId xmlns:a16="http://schemas.microsoft.com/office/drawing/2014/main" id="{EF48220D-5C78-5B58-325D-804466B7D25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6276" t="27613" r="55692"/>
              <a:stretch/>
            </p:blipFill>
            <p:spPr>
              <a:xfrm>
                <a:off x="1908694" y="2938461"/>
                <a:ext cx="850900" cy="244754"/>
              </a:xfrm>
              <a:prstGeom prst="rect">
                <a:avLst/>
              </a:prstGeom>
            </p:spPr>
          </p:pic>
          <p:pic>
            <p:nvPicPr>
              <p:cNvPr id="78" name="图片 77">
                <a:extLst>
                  <a:ext uri="{FF2B5EF4-FFF2-40B4-BE49-F238E27FC236}">
                    <a16:creationId xmlns:a16="http://schemas.microsoft.com/office/drawing/2014/main" id="{0CD786F6-3244-A036-ED57-304715F171C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6696" t="21980" r="57475" b="9725"/>
              <a:stretch/>
            </p:blipFill>
            <p:spPr>
              <a:xfrm rot="10800000">
                <a:off x="3375543" y="3948110"/>
                <a:ext cx="617484" cy="230919"/>
              </a:xfrm>
              <a:prstGeom prst="rect">
                <a:avLst/>
              </a:prstGeom>
            </p:spPr>
          </p:pic>
          <p:pic>
            <p:nvPicPr>
              <p:cNvPr id="79" name="图片 78">
                <a:extLst>
                  <a:ext uri="{FF2B5EF4-FFF2-40B4-BE49-F238E27FC236}">
                    <a16:creationId xmlns:a16="http://schemas.microsoft.com/office/drawing/2014/main" id="{99AE0406-491E-45C5-FA91-7BBDB5B1BDA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6941" t="23857" r="55692"/>
              <a:stretch/>
            </p:blipFill>
            <p:spPr>
              <a:xfrm>
                <a:off x="2666999" y="3416300"/>
                <a:ext cx="780497" cy="257454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46556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utoUpdateAnimBg="0"/>
      <p:bldP spid="9" grpId="0" autoUpdateAnimBg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4006F-6210-3FD1-20A7-3EA06C194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85F6D04-2517-2A96-92B1-C486A8CB3D2A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4374221" y="2727903"/>
            <a:ext cx="3443571" cy="830997"/>
          </a:xfr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4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10.3 </a:t>
            </a:r>
            <a:r>
              <a:rPr lang="zh-CN" altLang="en-US" sz="4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断面图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9B13D7D3-3E23-1EEB-048F-6F7A9728B0CB}"/>
              </a:ext>
            </a:extLst>
          </p:cNvPr>
          <p:cNvSpPr/>
          <p:nvPr/>
        </p:nvSpPr>
        <p:spPr>
          <a:xfrm>
            <a:off x="2697871" y="1136817"/>
            <a:ext cx="59022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3200" b="1" dirty="0">
                <a:solidFill>
                  <a:srgbClr val="A50021"/>
                </a:solidFill>
                <a:latin typeface="华文新魏" pitchFamily="2" charset="-122"/>
                <a:ea typeface="华文新魏" pitchFamily="2" charset="-122"/>
              </a:rPr>
              <a:t>10</a:t>
            </a:r>
            <a:endParaRPr lang="zh-CN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153961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31834D-9D26-B7D0-9DDE-FEE35298B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>
            <a:extLst>
              <a:ext uri="{FF2B5EF4-FFF2-40B4-BE49-F238E27FC236}">
                <a16:creationId xmlns:a16="http://schemas.microsoft.com/office/drawing/2014/main" id="{51F16C6D-ABCC-4976-D7FB-4D32D88737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19" y="412176"/>
            <a:ext cx="2358338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10.3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断面图</a:t>
            </a:r>
          </a:p>
        </p:txBody>
      </p:sp>
      <p:sp>
        <p:nvSpPr>
          <p:cNvPr id="16" name="灯片编号占位符 3">
            <a:extLst>
              <a:ext uri="{FF2B5EF4-FFF2-40B4-BE49-F238E27FC236}">
                <a16:creationId xmlns:a16="http://schemas.microsoft.com/office/drawing/2014/main" id="{D8951D49-5082-D641-ED0E-9A88C3745B73}"/>
              </a:ext>
            </a:extLst>
          </p:cNvPr>
          <p:cNvSpPr txBox="1">
            <a:spLocks/>
          </p:cNvSpPr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  <a:pPr/>
              <a:t>47</a:t>
            </a:fld>
            <a:endParaRPr lang="en-US" altLang="zh-CN" dirty="0"/>
          </a:p>
        </p:txBody>
      </p:sp>
      <p:sp>
        <p:nvSpPr>
          <p:cNvPr id="25" name="Text Box 87">
            <a:extLst>
              <a:ext uri="{FF2B5EF4-FFF2-40B4-BE49-F238E27FC236}">
                <a16:creationId xmlns:a16="http://schemas.microsoft.com/office/drawing/2014/main" id="{39076E25-E3E0-1F07-CEEC-4FFC7FAD53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376" y="1177588"/>
            <a:ext cx="351891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fontAlgn="base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断面图的基本概念</a:t>
            </a:r>
          </a:p>
        </p:txBody>
      </p:sp>
      <p:sp>
        <p:nvSpPr>
          <p:cNvPr id="2" name="AutoShape 2" descr="蓝色砂纸">
            <a:extLst>
              <a:ext uri="{FF2B5EF4-FFF2-40B4-BE49-F238E27FC236}">
                <a16:creationId xmlns:a16="http://schemas.microsoft.com/office/drawing/2014/main" id="{FE5B5471-B419-519A-0A68-EC331EDFF2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070" y="2477713"/>
            <a:ext cx="3055861" cy="2524251"/>
          </a:xfrm>
          <a:prstGeom prst="snip2Diag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假想用剖切面将物体的某处切断，仅画出该剖切面与物体接触部分的图形称为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断面图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（简称断面）</a:t>
            </a:r>
          </a:p>
        </p:txBody>
      </p:sp>
      <p:grpSp>
        <p:nvGrpSpPr>
          <p:cNvPr id="3" name="Group 5">
            <a:extLst>
              <a:ext uri="{FF2B5EF4-FFF2-40B4-BE49-F238E27FC236}">
                <a16:creationId xmlns:a16="http://schemas.microsoft.com/office/drawing/2014/main" id="{C7D810D1-4108-06E5-90A6-F96398D740E1}"/>
              </a:ext>
            </a:extLst>
          </p:cNvPr>
          <p:cNvGrpSpPr>
            <a:grpSpLocks/>
          </p:cNvGrpSpPr>
          <p:nvPr/>
        </p:nvGrpSpPr>
        <p:grpSpPr bwMode="auto">
          <a:xfrm>
            <a:off x="8693969" y="2713740"/>
            <a:ext cx="2881312" cy="1279525"/>
            <a:chOff x="3392" y="2450"/>
            <a:chExt cx="1947" cy="864"/>
          </a:xfrm>
        </p:grpSpPr>
        <p:sp>
          <p:nvSpPr>
            <p:cNvPr id="4" name="AutoShape 6">
              <a:extLst>
                <a:ext uri="{FF2B5EF4-FFF2-40B4-BE49-F238E27FC236}">
                  <a16:creationId xmlns:a16="http://schemas.microsoft.com/office/drawing/2014/main" id="{93C8A2E3-EE90-1D5B-6FD5-993262C1A64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696241">
              <a:off x="4619" y="2417"/>
              <a:ext cx="624" cy="816"/>
            </a:xfrm>
            <a:prstGeom prst="can">
              <a:avLst>
                <a:gd name="adj" fmla="val 58168"/>
              </a:avLst>
            </a:prstGeom>
            <a:gradFill rotWithShape="0">
              <a:gsLst>
                <a:gs pos="0">
                  <a:srgbClr val="00CC99">
                    <a:gamma/>
                    <a:shade val="46275"/>
                    <a:invGamma/>
                  </a:srgbClr>
                </a:gs>
                <a:gs pos="50000">
                  <a:srgbClr val="00CC99"/>
                </a:gs>
                <a:gs pos="100000">
                  <a:srgbClr val="00CC99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" name="AutoShape 7">
              <a:extLst>
                <a:ext uri="{FF2B5EF4-FFF2-40B4-BE49-F238E27FC236}">
                  <a16:creationId xmlns:a16="http://schemas.microsoft.com/office/drawing/2014/main" id="{60EC95F1-D328-74E0-1BD3-AF9DF648BC2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694767">
              <a:off x="3944" y="2330"/>
              <a:ext cx="864" cy="1104"/>
            </a:xfrm>
            <a:prstGeom prst="can">
              <a:avLst>
                <a:gd name="adj" fmla="val 56837"/>
              </a:avLst>
            </a:prstGeom>
            <a:gradFill rotWithShape="0">
              <a:gsLst>
                <a:gs pos="0">
                  <a:srgbClr val="00CC99">
                    <a:gamma/>
                    <a:shade val="46275"/>
                    <a:invGamma/>
                  </a:srgbClr>
                </a:gs>
                <a:gs pos="50000">
                  <a:srgbClr val="00CC99"/>
                </a:gs>
                <a:gs pos="100000">
                  <a:srgbClr val="00CC99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AutoShape 8">
              <a:extLst>
                <a:ext uri="{FF2B5EF4-FFF2-40B4-BE49-F238E27FC236}">
                  <a16:creationId xmlns:a16="http://schemas.microsoft.com/office/drawing/2014/main" id="{3D72429F-881E-134F-13F3-50F9D623F20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696241">
              <a:off x="3490" y="2526"/>
              <a:ext cx="625" cy="815"/>
            </a:xfrm>
            <a:prstGeom prst="can">
              <a:avLst>
                <a:gd name="adj" fmla="val 58168"/>
              </a:avLst>
            </a:prstGeom>
            <a:gradFill rotWithShape="0">
              <a:gsLst>
                <a:gs pos="0">
                  <a:srgbClr val="00CC99">
                    <a:gamma/>
                    <a:shade val="46275"/>
                    <a:invGamma/>
                  </a:srgbClr>
                </a:gs>
                <a:gs pos="50000">
                  <a:srgbClr val="00CC99"/>
                </a:gs>
                <a:gs pos="100000">
                  <a:srgbClr val="00CC99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Freeform 9">
              <a:extLst>
                <a:ext uri="{FF2B5EF4-FFF2-40B4-BE49-F238E27FC236}">
                  <a16:creationId xmlns:a16="http://schemas.microsoft.com/office/drawing/2014/main" id="{F8DDDD7F-9D2C-9D18-CD81-7F989CA8923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7" y="2869"/>
              <a:ext cx="507" cy="218"/>
            </a:xfrm>
            <a:custGeom>
              <a:avLst/>
              <a:gdLst/>
              <a:ahLst/>
              <a:cxnLst>
                <a:cxn ang="0">
                  <a:pos x="442" y="0"/>
                </a:cxn>
                <a:cxn ang="0">
                  <a:pos x="475" y="7"/>
                </a:cxn>
                <a:cxn ang="0">
                  <a:pos x="499" y="33"/>
                </a:cxn>
                <a:cxn ang="0">
                  <a:pos x="507" y="65"/>
                </a:cxn>
                <a:cxn ang="0">
                  <a:pos x="507" y="96"/>
                </a:cxn>
                <a:cxn ang="0">
                  <a:pos x="499" y="115"/>
                </a:cxn>
                <a:cxn ang="0">
                  <a:pos x="492" y="144"/>
                </a:cxn>
                <a:cxn ang="0">
                  <a:pos x="475" y="163"/>
                </a:cxn>
                <a:cxn ang="0">
                  <a:pos x="447" y="182"/>
                </a:cxn>
                <a:cxn ang="0">
                  <a:pos x="46" y="218"/>
                </a:cxn>
                <a:cxn ang="0">
                  <a:pos x="17" y="204"/>
                </a:cxn>
                <a:cxn ang="0">
                  <a:pos x="0" y="175"/>
                </a:cxn>
                <a:cxn ang="0">
                  <a:pos x="435" y="132"/>
                </a:cxn>
                <a:cxn ang="0">
                  <a:pos x="451" y="108"/>
                </a:cxn>
                <a:cxn ang="0">
                  <a:pos x="461" y="86"/>
                </a:cxn>
                <a:cxn ang="0">
                  <a:pos x="463" y="60"/>
                </a:cxn>
                <a:cxn ang="0">
                  <a:pos x="461" y="24"/>
                </a:cxn>
                <a:cxn ang="0">
                  <a:pos x="442" y="0"/>
                </a:cxn>
              </a:cxnLst>
              <a:rect l="0" t="0" r="r" b="b"/>
              <a:pathLst>
                <a:path w="507" h="218">
                  <a:moveTo>
                    <a:pt x="442" y="0"/>
                  </a:moveTo>
                  <a:lnTo>
                    <a:pt x="475" y="7"/>
                  </a:lnTo>
                  <a:lnTo>
                    <a:pt x="499" y="33"/>
                  </a:lnTo>
                  <a:lnTo>
                    <a:pt x="507" y="65"/>
                  </a:lnTo>
                  <a:lnTo>
                    <a:pt x="507" y="96"/>
                  </a:lnTo>
                  <a:lnTo>
                    <a:pt x="499" y="115"/>
                  </a:lnTo>
                  <a:lnTo>
                    <a:pt x="492" y="144"/>
                  </a:lnTo>
                  <a:lnTo>
                    <a:pt x="475" y="163"/>
                  </a:lnTo>
                  <a:lnTo>
                    <a:pt x="447" y="182"/>
                  </a:lnTo>
                  <a:cubicBezTo>
                    <a:pt x="320" y="192"/>
                    <a:pt x="118" y="214"/>
                    <a:pt x="46" y="218"/>
                  </a:cubicBezTo>
                  <a:lnTo>
                    <a:pt x="17" y="204"/>
                  </a:lnTo>
                  <a:lnTo>
                    <a:pt x="0" y="175"/>
                  </a:lnTo>
                  <a:lnTo>
                    <a:pt x="435" y="132"/>
                  </a:lnTo>
                  <a:lnTo>
                    <a:pt x="451" y="108"/>
                  </a:lnTo>
                  <a:lnTo>
                    <a:pt x="461" y="86"/>
                  </a:lnTo>
                  <a:lnTo>
                    <a:pt x="463" y="60"/>
                  </a:lnTo>
                  <a:lnTo>
                    <a:pt x="461" y="24"/>
                  </a:lnTo>
                  <a:lnTo>
                    <a:pt x="442" y="0"/>
                  </a:lnTo>
                  <a:close/>
                </a:path>
              </a:pathLst>
            </a:custGeom>
            <a:gradFill rotWithShape="0">
              <a:gsLst>
                <a:gs pos="0">
                  <a:srgbClr val="00CC99">
                    <a:gamma/>
                    <a:shade val="46275"/>
                    <a:invGamma/>
                  </a:srgbClr>
                </a:gs>
                <a:gs pos="100000">
                  <a:srgbClr val="00CC99"/>
                </a:gs>
              </a:gsLst>
              <a:lin ang="18900000" scaled="1"/>
            </a:gradFill>
            <a:ln w="38100" cmpd="sng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Freeform 10">
              <a:extLst>
                <a:ext uri="{FF2B5EF4-FFF2-40B4-BE49-F238E27FC236}">
                  <a16:creationId xmlns:a16="http://schemas.microsoft.com/office/drawing/2014/main" id="{2288D68E-3CD5-74F5-9FEC-1FA3A4D62A3F}"/>
                </a:ext>
              </a:extLst>
            </p:cNvPr>
            <p:cNvSpPr>
              <a:spLocks/>
            </p:cNvSpPr>
            <p:nvPr/>
          </p:nvSpPr>
          <p:spPr bwMode="auto">
            <a:xfrm rot="386614">
              <a:off x="4371" y="2842"/>
              <a:ext cx="458" cy="224"/>
            </a:xfrm>
            <a:custGeom>
              <a:avLst/>
              <a:gdLst/>
              <a:ahLst/>
              <a:cxnLst>
                <a:cxn ang="0">
                  <a:pos x="429" y="0"/>
                </a:cxn>
                <a:cxn ang="0">
                  <a:pos x="445" y="13"/>
                </a:cxn>
                <a:cxn ang="0">
                  <a:pos x="455" y="32"/>
                </a:cxn>
                <a:cxn ang="0">
                  <a:pos x="458" y="52"/>
                </a:cxn>
                <a:cxn ang="0">
                  <a:pos x="458" y="74"/>
                </a:cxn>
                <a:cxn ang="0">
                  <a:pos x="455" y="96"/>
                </a:cxn>
                <a:cxn ang="0">
                  <a:pos x="448" y="116"/>
                </a:cxn>
                <a:cxn ang="0">
                  <a:pos x="429" y="135"/>
                </a:cxn>
                <a:cxn ang="0">
                  <a:pos x="16" y="224"/>
                </a:cxn>
                <a:cxn ang="0">
                  <a:pos x="7" y="205"/>
                </a:cxn>
                <a:cxn ang="0">
                  <a:pos x="0" y="186"/>
                </a:cxn>
                <a:cxn ang="0">
                  <a:pos x="3" y="151"/>
                </a:cxn>
                <a:cxn ang="0">
                  <a:pos x="7" y="128"/>
                </a:cxn>
                <a:cxn ang="0">
                  <a:pos x="26" y="103"/>
                </a:cxn>
                <a:cxn ang="0">
                  <a:pos x="48" y="84"/>
                </a:cxn>
                <a:cxn ang="0">
                  <a:pos x="429" y="0"/>
                </a:cxn>
              </a:cxnLst>
              <a:rect l="0" t="0" r="r" b="b"/>
              <a:pathLst>
                <a:path w="458" h="224">
                  <a:moveTo>
                    <a:pt x="429" y="0"/>
                  </a:moveTo>
                  <a:lnTo>
                    <a:pt x="445" y="13"/>
                  </a:lnTo>
                  <a:lnTo>
                    <a:pt x="455" y="32"/>
                  </a:lnTo>
                  <a:lnTo>
                    <a:pt x="458" y="52"/>
                  </a:lnTo>
                  <a:lnTo>
                    <a:pt x="458" y="74"/>
                  </a:lnTo>
                  <a:lnTo>
                    <a:pt x="455" y="96"/>
                  </a:lnTo>
                  <a:lnTo>
                    <a:pt x="448" y="116"/>
                  </a:lnTo>
                  <a:lnTo>
                    <a:pt x="429" y="135"/>
                  </a:lnTo>
                  <a:lnTo>
                    <a:pt x="16" y="224"/>
                  </a:lnTo>
                  <a:lnTo>
                    <a:pt x="7" y="205"/>
                  </a:lnTo>
                  <a:lnTo>
                    <a:pt x="0" y="186"/>
                  </a:lnTo>
                  <a:lnTo>
                    <a:pt x="3" y="151"/>
                  </a:lnTo>
                  <a:lnTo>
                    <a:pt x="7" y="128"/>
                  </a:lnTo>
                  <a:lnTo>
                    <a:pt x="26" y="103"/>
                  </a:lnTo>
                  <a:lnTo>
                    <a:pt x="48" y="84"/>
                  </a:lnTo>
                  <a:lnTo>
                    <a:pt x="429" y="0"/>
                  </a:lnTo>
                  <a:close/>
                </a:path>
              </a:pathLst>
            </a:custGeom>
            <a:gradFill rotWithShape="0">
              <a:gsLst>
                <a:gs pos="0">
                  <a:srgbClr val="00CC99"/>
                </a:gs>
                <a:gs pos="100000">
                  <a:srgbClr val="00CC99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38100" cmpd="sng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9" name="Freeform 11">
            <a:extLst>
              <a:ext uri="{FF2B5EF4-FFF2-40B4-BE49-F238E27FC236}">
                <a16:creationId xmlns:a16="http://schemas.microsoft.com/office/drawing/2014/main" id="{347BEFF9-4884-8A5D-3119-1B6A2560295D}"/>
              </a:ext>
            </a:extLst>
          </p:cNvPr>
          <p:cNvSpPr>
            <a:spLocks/>
          </p:cNvSpPr>
          <p:nvPr/>
        </p:nvSpPr>
        <p:spPr bwMode="auto">
          <a:xfrm>
            <a:off x="8959081" y="1723140"/>
            <a:ext cx="2273300" cy="2917825"/>
          </a:xfrm>
          <a:custGeom>
            <a:avLst/>
            <a:gdLst>
              <a:gd name="T0" fmla="*/ 0 w 1536"/>
              <a:gd name="T1" fmla="*/ 0 h 1971"/>
              <a:gd name="T2" fmla="*/ 2147483647 w 1536"/>
              <a:gd name="T3" fmla="*/ 2147483647 h 1971"/>
              <a:gd name="T4" fmla="*/ 2147483647 w 1536"/>
              <a:gd name="T5" fmla="*/ 2147483647 h 1971"/>
              <a:gd name="T6" fmla="*/ 2147483647 w 1536"/>
              <a:gd name="T7" fmla="*/ 2147483647 h 1971"/>
              <a:gd name="T8" fmla="*/ 2147483647 w 1536"/>
              <a:gd name="T9" fmla="*/ 2147483647 h 1971"/>
              <a:gd name="T10" fmla="*/ 2147483647 w 1536"/>
              <a:gd name="T11" fmla="*/ 2147483647 h 1971"/>
              <a:gd name="T12" fmla="*/ 2147483647 w 1536"/>
              <a:gd name="T13" fmla="*/ 2147483647 h 1971"/>
              <a:gd name="T14" fmla="*/ 2147483647 w 1536"/>
              <a:gd name="T15" fmla="*/ 2147483647 h 1971"/>
              <a:gd name="T16" fmla="*/ 2147483647 w 1536"/>
              <a:gd name="T17" fmla="*/ 2147483647 h 1971"/>
              <a:gd name="T18" fmla="*/ 2147483647 w 1536"/>
              <a:gd name="T19" fmla="*/ 2147483647 h 1971"/>
              <a:gd name="T20" fmla="*/ 2147483647 w 1536"/>
              <a:gd name="T21" fmla="*/ 2147483647 h 1971"/>
              <a:gd name="T22" fmla="*/ 2147483647 w 1536"/>
              <a:gd name="T23" fmla="*/ 2147483647 h 1971"/>
              <a:gd name="T24" fmla="*/ 2147483647 w 1536"/>
              <a:gd name="T25" fmla="*/ 2147483647 h 1971"/>
              <a:gd name="T26" fmla="*/ 2147483647 w 1536"/>
              <a:gd name="T27" fmla="*/ 2147483647 h 1971"/>
              <a:gd name="T28" fmla="*/ 2147483647 w 1536"/>
              <a:gd name="T29" fmla="*/ 2147483647 h 1971"/>
              <a:gd name="T30" fmla="*/ 2147483647 w 1536"/>
              <a:gd name="T31" fmla="*/ 2147483647 h 1971"/>
              <a:gd name="T32" fmla="*/ 2147483647 w 1536"/>
              <a:gd name="T33" fmla="*/ 2147483647 h 1971"/>
              <a:gd name="T34" fmla="*/ 2147483647 w 1536"/>
              <a:gd name="T35" fmla="*/ 2147483647 h 1971"/>
              <a:gd name="T36" fmla="*/ 2147483647 w 1536"/>
              <a:gd name="T37" fmla="*/ 2147483647 h 1971"/>
              <a:gd name="T38" fmla="*/ 2147483647 w 1536"/>
              <a:gd name="T39" fmla="*/ 2147483647 h 1971"/>
              <a:gd name="T40" fmla="*/ 2147483647 w 1536"/>
              <a:gd name="T41" fmla="*/ 2147483647 h 1971"/>
              <a:gd name="T42" fmla="*/ 2147483647 w 1536"/>
              <a:gd name="T43" fmla="*/ 2147483647 h 1971"/>
              <a:gd name="T44" fmla="*/ 2147483647 w 1536"/>
              <a:gd name="T45" fmla="*/ 2147483647 h 1971"/>
              <a:gd name="T46" fmla="*/ 2147483647 w 1536"/>
              <a:gd name="T47" fmla="*/ 2147483647 h 1971"/>
              <a:gd name="T48" fmla="*/ 2147483647 w 1536"/>
              <a:gd name="T49" fmla="*/ 2147483647 h 1971"/>
              <a:gd name="T50" fmla="*/ 2147483647 w 1536"/>
              <a:gd name="T51" fmla="*/ 2147483647 h 1971"/>
              <a:gd name="T52" fmla="*/ 2147483647 w 1536"/>
              <a:gd name="T53" fmla="*/ 2147483647 h 1971"/>
              <a:gd name="T54" fmla="*/ 2147483647 w 1536"/>
              <a:gd name="T55" fmla="*/ 2147483647 h 1971"/>
              <a:gd name="T56" fmla="*/ 2147483647 w 1536"/>
              <a:gd name="T57" fmla="*/ 2147483647 h 1971"/>
              <a:gd name="T58" fmla="*/ 2147483647 w 1536"/>
              <a:gd name="T59" fmla="*/ 2147483647 h 1971"/>
              <a:gd name="T60" fmla="*/ 2147483647 w 1536"/>
              <a:gd name="T61" fmla="*/ 2147483647 h 1971"/>
              <a:gd name="T62" fmla="*/ 2147483647 w 1536"/>
              <a:gd name="T63" fmla="*/ 2147483647 h 1971"/>
              <a:gd name="T64" fmla="*/ 2147483647 w 1536"/>
              <a:gd name="T65" fmla="*/ 2147483647 h 1971"/>
              <a:gd name="T66" fmla="*/ 2147483647 w 1536"/>
              <a:gd name="T67" fmla="*/ 2147483647 h 1971"/>
              <a:gd name="T68" fmla="*/ 2147483647 w 1536"/>
              <a:gd name="T69" fmla="*/ 2147483647 h 1971"/>
              <a:gd name="T70" fmla="*/ 2147483647 w 1536"/>
              <a:gd name="T71" fmla="*/ 2147483647 h 1971"/>
              <a:gd name="T72" fmla="*/ 2147483647 w 1536"/>
              <a:gd name="T73" fmla="*/ 2147483647 h 1971"/>
              <a:gd name="T74" fmla="*/ 2147483647 w 1536"/>
              <a:gd name="T75" fmla="*/ 2147483647 h 1971"/>
              <a:gd name="T76" fmla="*/ 2147483647 w 1536"/>
              <a:gd name="T77" fmla="*/ 2147483647 h 1971"/>
              <a:gd name="T78" fmla="*/ 0 w 1536"/>
              <a:gd name="T79" fmla="*/ 0 h 1971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w 1536"/>
              <a:gd name="T121" fmla="*/ 0 h 1971"/>
              <a:gd name="T122" fmla="*/ 1536 w 1536"/>
              <a:gd name="T123" fmla="*/ 1971 h 1971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T120" t="T121" r="T122" b="T123"/>
            <a:pathLst>
              <a:path w="1536" h="1971">
                <a:moveTo>
                  <a:pt x="0" y="0"/>
                </a:moveTo>
                <a:lnTo>
                  <a:pt x="1" y="836"/>
                </a:lnTo>
                <a:lnTo>
                  <a:pt x="1" y="841"/>
                </a:lnTo>
                <a:lnTo>
                  <a:pt x="319" y="812"/>
                </a:lnTo>
                <a:lnTo>
                  <a:pt x="332" y="764"/>
                </a:lnTo>
                <a:lnTo>
                  <a:pt x="361" y="730"/>
                </a:lnTo>
                <a:lnTo>
                  <a:pt x="395" y="701"/>
                </a:lnTo>
                <a:lnTo>
                  <a:pt x="471" y="673"/>
                </a:lnTo>
                <a:lnTo>
                  <a:pt x="831" y="649"/>
                </a:lnTo>
                <a:lnTo>
                  <a:pt x="879" y="677"/>
                </a:lnTo>
                <a:lnTo>
                  <a:pt x="915" y="704"/>
                </a:lnTo>
                <a:lnTo>
                  <a:pt x="947" y="740"/>
                </a:lnTo>
                <a:lnTo>
                  <a:pt x="975" y="783"/>
                </a:lnTo>
                <a:lnTo>
                  <a:pt x="999" y="826"/>
                </a:lnTo>
                <a:lnTo>
                  <a:pt x="1023" y="865"/>
                </a:lnTo>
                <a:lnTo>
                  <a:pt x="1043" y="908"/>
                </a:lnTo>
                <a:lnTo>
                  <a:pt x="1057" y="965"/>
                </a:lnTo>
                <a:lnTo>
                  <a:pt x="1067" y="1009"/>
                </a:lnTo>
                <a:lnTo>
                  <a:pt x="1071" y="1052"/>
                </a:lnTo>
                <a:lnTo>
                  <a:pt x="1071" y="1100"/>
                </a:lnTo>
                <a:lnTo>
                  <a:pt x="1011" y="1107"/>
                </a:lnTo>
                <a:lnTo>
                  <a:pt x="1009" y="1244"/>
                </a:lnTo>
                <a:lnTo>
                  <a:pt x="1071" y="1273"/>
                </a:lnTo>
                <a:lnTo>
                  <a:pt x="1067" y="1321"/>
                </a:lnTo>
                <a:lnTo>
                  <a:pt x="1052" y="1364"/>
                </a:lnTo>
                <a:lnTo>
                  <a:pt x="1043" y="1393"/>
                </a:lnTo>
                <a:cubicBezTo>
                  <a:pt x="1043" y="1388"/>
                  <a:pt x="1038" y="1402"/>
                  <a:pt x="1023" y="1426"/>
                </a:cubicBezTo>
                <a:cubicBezTo>
                  <a:pt x="1018" y="1430"/>
                  <a:pt x="1008" y="1455"/>
                  <a:pt x="999" y="1465"/>
                </a:cubicBezTo>
                <a:lnTo>
                  <a:pt x="971" y="1484"/>
                </a:lnTo>
                <a:lnTo>
                  <a:pt x="940" y="1511"/>
                </a:lnTo>
                <a:lnTo>
                  <a:pt x="889" y="1546"/>
                </a:lnTo>
                <a:lnTo>
                  <a:pt x="577" y="1570"/>
                </a:lnTo>
                <a:lnTo>
                  <a:pt x="515" y="1570"/>
                </a:lnTo>
                <a:lnTo>
                  <a:pt x="452" y="1551"/>
                </a:lnTo>
                <a:lnTo>
                  <a:pt x="399" y="1513"/>
                </a:lnTo>
                <a:lnTo>
                  <a:pt x="366" y="1474"/>
                </a:lnTo>
                <a:lnTo>
                  <a:pt x="107" y="1493"/>
                </a:lnTo>
                <a:lnTo>
                  <a:pt x="1536" y="1971"/>
                </a:lnTo>
                <a:lnTo>
                  <a:pt x="1536" y="531"/>
                </a:lnTo>
                <a:lnTo>
                  <a:pt x="0" y="0"/>
                </a:lnTo>
                <a:close/>
              </a:path>
            </a:pathLst>
          </a:custGeom>
          <a:solidFill>
            <a:srgbClr val="FFC000">
              <a:lumMod val="75000"/>
              <a:alpha val="50195"/>
            </a:srgbClr>
          </a:solidFill>
          <a:ln w="38100">
            <a:solidFill>
              <a:srgbClr val="FFFFCC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 Box 12">
            <a:extLst>
              <a:ext uri="{FF2B5EF4-FFF2-40B4-BE49-F238E27FC236}">
                <a16:creationId xmlns:a16="http://schemas.microsoft.com/office/drawing/2014/main" id="{28AACEAC-CD87-6ADB-F2A7-57660DC1C4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08333" y="1915227"/>
            <a:ext cx="453971" cy="5232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6600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kumimoji="1" lang="en-US" altLang="zh-CN" sz="2800" b="1" i="0" u="none" strike="noStrike" kern="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WordArt 13">
            <a:extLst>
              <a:ext uri="{FF2B5EF4-FFF2-40B4-BE49-F238E27FC236}">
                <a16:creationId xmlns:a16="http://schemas.microsoft.com/office/drawing/2014/main" id="{035EEC7F-BB78-CCDD-0435-54721496F08C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7601818" y="4760990"/>
            <a:ext cx="1284405" cy="384992"/>
          </a:xfrm>
          <a:prstGeom prst="rect">
            <a:avLst/>
          </a:prstGeom>
          <a:effectLst/>
        </p:spPr>
        <p:txBody>
          <a:bodyPr wrap="none" fromWordArt="1">
            <a:prstTxWarp prst="textCascadeUp">
              <a:avLst>
                <a:gd name="adj" fmla="val 100000"/>
              </a:avLst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kern="1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黑体" panose="02010609060101010101" pitchFamily="49" charset="-122"/>
              </a:rPr>
              <a:t>断面图</a:t>
            </a:r>
            <a:endParaRPr kumimoji="1" lang="zh-CN" altLang="en-US" sz="3200" kern="10" dirty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latin typeface="黑体" panose="02010609060101010101" pitchFamily="49" charset="-122"/>
            </a:endParaRPr>
          </a:p>
        </p:txBody>
      </p:sp>
      <p:sp>
        <p:nvSpPr>
          <p:cNvPr id="12" name="Line 16">
            <a:extLst>
              <a:ext uri="{FF2B5EF4-FFF2-40B4-BE49-F238E27FC236}">
                <a16:creationId xmlns:a16="http://schemas.microsoft.com/office/drawing/2014/main" id="{F6E964C5-B141-340C-D435-DAF426431C75}"/>
              </a:ext>
            </a:extLst>
          </p:cNvPr>
          <p:cNvSpPr>
            <a:spLocks noChangeShapeType="1"/>
          </p:cNvSpPr>
          <p:nvPr/>
        </p:nvSpPr>
        <p:spPr bwMode="auto">
          <a:xfrm>
            <a:off x="5974581" y="2310515"/>
            <a:ext cx="0" cy="215900"/>
          </a:xfrm>
          <a:prstGeom prst="line">
            <a:avLst/>
          </a:prstGeom>
          <a:noFill/>
          <a:ln w="57150">
            <a:solidFill>
              <a:srgbClr val="A5002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Line 17">
            <a:extLst>
              <a:ext uri="{FF2B5EF4-FFF2-40B4-BE49-F238E27FC236}">
                <a16:creationId xmlns:a16="http://schemas.microsoft.com/office/drawing/2014/main" id="{6CCE3E2B-9F60-AF7E-070B-3AE075FDE714}"/>
              </a:ext>
            </a:extLst>
          </p:cNvPr>
          <p:cNvSpPr>
            <a:spLocks noChangeShapeType="1"/>
          </p:cNvSpPr>
          <p:nvPr/>
        </p:nvSpPr>
        <p:spPr bwMode="auto">
          <a:xfrm>
            <a:off x="5974581" y="3899602"/>
            <a:ext cx="0" cy="215900"/>
          </a:xfrm>
          <a:prstGeom prst="line">
            <a:avLst/>
          </a:prstGeom>
          <a:noFill/>
          <a:ln w="57150">
            <a:solidFill>
              <a:srgbClr val="A5002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Line 18">
            <a:extLst>
              <a:ext uri="{FF2B5EF4-FFF2-40B4-BE49-F238E27FC236}">
                <a16:creationId xmlns:a16="http://schemas.microsoft.com/office/drawing/2014/main" id="{4B37B672-A1C8-AC29-DA18-6100F61EFD38}"/>
              </a:ext>
            </a:extLst>
          </p:cNvPr>
          <p:cNvSpPr>
            <a:spLocks noChangeShapeType="1"/>
          </p:cNvSpPr>
          <p:nvPr/>
        </p:nvSpPr>
        <p:spPr bwMode="auto">
          <a:xfrm>
            <a:off x="5946006" y="2310515"/>
            <a:ext cx="334963" cy="0"/>
          </a:xfrm>
          <a:prstGeom prst="line">
            <a:avLst/>
          </a:prstGeom>
          <a:noFill/>
          <a:ln w="9525">
            <a:solidFill>
              <a:srgbClr val="A50021"/>
            </a:solidFill>
            <a:round/>
            <a:headEnd/>
            <a:tailEnd type="triangle" w="sm" len="lg"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Line 19">
            <a:extLst>
              <a:ext uri="{FF2B5EF4-FFF2-40B4-BE49-F238E27FC236}">
                <a16:creationId xmlns:a16="http://schemas.microsoft.com/office/drawing/2014/main" id="{24E67A75-8CC8-AAA4-6C44-EDB72E78AA02}"/>
              </a:ext>
            </a:extLst>
          </p:cNvPr>
          <p:cNvSpPr>
            <a:spLocks noChangeShapeType="1"/>
          </p:cNvSpPr>
          <p:nvPr/>
        </p:nvSpPr>
        <p:spPr bwMode="auto">
          <a:xfrm>
            <a:off x="5960294" y="4109152"/>
            <a:ext cx="336550" cy="0"/>
          </a:xfrm>
          <a:prstGeom prst="line">
            <a:avLst/>
          </a:prstGeom>
          <a:noFill/>
          <a:ln w="9525">
            <a:solidFill>
              <a:srgbClr val="A50021"/>
            </a:solidFill>
            <a:round/>
            <a:headEnd/>
            <a:tailEnd type="triangle" w="sm" len="lg"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Line 20">
            <a:extLst>
              <a:ext uri="{FF2B5EF4-FFF2-40B4-BE49-F238E27FC236}">
                <a16:creationId xmlns:a16="http://schemas.microsoft.com/office/drawing/2014/main" id="{493C5DE7-9AF9-A234-31F2-4A08A1D45D8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55469" y="4348865"/>
            <a:ext cx="639762" cy="3698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Line 21">
            <a:extLst>
              <a:ext uri="{FF2B5EF4-FFF2-40B4-BE49-F238E27FC236}">
                <a16:creationId xmlns:a16="http://schemas.microsoft.com/office/drawing/2014/main" id="{3D75D8C1-EEFA-6FB0-D8CE-51EF677BE0B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26894" y="4423477"/>
            <a:ext cx="850900" cy="4905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Line 22">
            <a:extLst>
              <a:ext uri="{FF2B5EF4-FFF2-40B4-BE49-F238E27FC236}">
                <a16:creationId xmlns:a16="http://schemas.microsoft.com/office/drawing/2014/main" id="{E3C0BE5A-4800-36C4-8D64-15E08B89129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28481" y="4526665"/>
            <a:ext cx="990600" cy="56991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Line 23">
            <a:extLst>
              <a:ext uri="{FF2B5EF4-FFF2-40B4-BE49-F238E27FC236}">
                <a16:creationId xmlns:a16="http://schemas.microsoft.com/office/drawing/2014/main" id="{69E40C2A-EA34-7687-0FF7-D071065DCE9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15794" y="4667952"/>
            <a:ext cx="993775" cy="5746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Line 24">
            <a:extLst>
              <a:ext uri="{FF2B5EF4-FFF2-40B4-BE49-F238E27FC236}">
                <a16:creationId xmlns:a16="http://schemas.microsoft.com/office/drawing/2014/main" id="{B456B185-167E-E72A-59BC-9B2117087EB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607869" y="4891790"/>
            <a:ext cx="849312" cy="4905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Line 25">
            <a:extLst>
              <a:ext uri="{FF2B5EF4-FFF2-40B4-BE49-F238E27FC236}">
                <a16:creationId xmlns:a16="http://schemas.microsoft.com/office/drawing/2014/main" id="{2CAFA258-0EB0-C633-0A12-C47CF7ECF96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61856" y="5080702"/>
            <a:ext cx="703263" cy="406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Line 26">
            <a:extLst>
              <a:ext uri="{FF2B5EF4-FFF2-40B4-BE49-F238E27FC236}">
                <a16:creationId xmlns:a16="http://schemas.microsoft.com/office/drawing/2014/main" id="{AB3A9514-1D7A-0A0B-51F5-3BE0C20A8A4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12681" y="5226752"/>
            <a:ext cx="496888" cy="2873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83A1F6C5-340F-980E-FE60-C5F9C00870E3}"/>
              </a:ext>
            </a:extLst>
          </p:cNvPr>
          <p:cNvGrpSpPr/>
          <p:nvPr/>
        </p:nvGrpSpPr>
        <p:grpSpPr>
          <a:xfrm>
            <a:off x="4308158" y="2605790"/>
            <a:ext cx="3359150" cy="1185862"/>
            <a:chOff x="2406650" y="2033132"/>
            <a:chExt cx="3359150" cy="1185862"/>
          </a:xfrm>
        </p:grpSpPr>
        <p:grpSp>
          <p:nvGrpSpPr>
            <p:cNvPr id="26" name="Group 27">
              <a:extLst>
                <a:ext uri="{FF2B5EF4-FFF2-40B4-BE49-F238E27FC236}">
                  <a16:creationId xmlns:a16="http://schemas.microsoft.com/office/drawing/2014/main" id="{9215A487-D8D9-38CA-3BCD-A860A603180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61984" y="2033132"/>
              <a:ext cx="3055634" cy="1185862"/>
              <a:chOff x="412" y="1353"/>
              <a:chExt cx="2099" cy="815"/>
            </a:xfrm>
          </p:grpSpPr>
          <p:sp>
            <p:nvSpPr>
              <p:cNvPr id="30" name="Rectangle 28">
                <a:extLst>
                  <a:ext uri="{FF2B5EF4-FFF2-40B4-BE49-F238E27FC236}">
                    <a16:creationId xmlns:a16="http://schemas.microsoft.com/office/drawing/2014/main" id="{166F2C72-3AC0-C263-BE56-5B42AEEFC2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78" y="1490"/>
                <a:ext cx="533" cy="534"/>
              </a:xfrm>
              <a:prstGeom prst="rect">
                <a:avLst/>
              </a:prstGeom>
              <a:solidFill>
                <a:srgbClr val="99CCFF"/>
              </a:solidFill>
              <a:ln w="381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" name="Rectangle 29">
                <a:extLst>
                  <a:ext uri="{FF2B5EF4-FFF2-40B4-BE49-F238E27FC236}">
                    <a16:creationId xmlns:a16="http://schemas.microsoft.com/office/drawing/2014/main" id="{0D2D3C61-1A30-35D0-6CED-F79ECF01DD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6" y="1353"/>
                <a:ext cx="1040" cy="815"/>
              </a:xfrm>
              <a:prstGeom prst="rect">
                <a:avLst/>
              </a:prstGeom>
              <a:solidFill>
                <a:srgbClr val="99CCFF"/>
              </a:solidFill>
              <a:ln w="381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2" name="Rectangle 30">
                <a:extLst>
                  <a:ext uri="{FF2B5EF4-FFF2-40B4-BE49-F238E27FC236}">
                    <a16:creationId xmlns:a16="http://schemas.microsoft.com/office/drawing/2014/main" id="{0AA5279C-01FD-1194-4D50-8C1CBE95B0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2" y="1496"/>
                <a:ext cx="533" cy="535"/>
              </a:xfrm>
              <a:prstGeom prst="rect">
                <a:avLst/>
              </a:prstGeom>
              <a:solidFill>
                <a:srgbClr val="99CCFF"/>
              </a:solidFill>
              <a:ln w="381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" name="Oval 31">
                <a:extLst>
                  <a:ext uri="{FF2B5EF4-FFF2-40B4-BE49-F238E27FC236}">
                    <a16:creationId xmlns:a16="http://schemas.microsoft.com/office/drawing/2014/main" id="{13945C23-7D21-2FAE-C8C4-EDCB499479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8" y="1658"/>
                <a:ext cx="205" cy="204"/>
              </a:xfrm>
              <a:prstGeom prst="ellipse">
                <a:avLst/>
              </a:prstGeom>
              <a:solidFill>
                <a:srgbClr val="99CCFF"/>
              </a:solidFill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4" name="Oval 32">
                <a:extLst>
                  <a:ext uri="{FF2B5EF4-FFF2-40B4-BE49-F238E27FC236}">
                    <a16:creationId xmlns:a16="http://schemas.microsoft.com/office/drawing/2014/main" id="{0AA3F796-9406-4822-85F8-3A6438055B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90" y="1658"/>
                <a:ext cx="205" cy="204"/>
              </a:xfrm>
              <a:prstGeom prst="ellipse">
                <a:avLst/>
              </a:prstGeom>
              <a:solidFill>
                <a:srgbClr val="99CCFF"/>
              </a:solidFill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5" name="Rectangle 33">
                <a:extLst>
                  <a:ext uri="{FF2B5EF4-FFF2-40B4-BE49-F238E27FC236}">
                    <a16:creationId xmlns:a16="http://schemas.microsoft.com/office/drawing/2014/main" id="{5DD20340-BF10-95B3-0792-ABEDF8C86C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8" y="1651"/>
                <a:ext cx="487" cy="216"/>
              </a:xfrm>
              <a:prstGeom prst="rect">
                <a:avLst/>
              </a:prstGeom>
              <a:solidFill>
                <a:srgbClr val="99CCFF"/>
              </a:solidFill>
              <a:ln w="9525">
                <a:solidFill>
                  <a:srgbClr val="99CCFF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6" name="Line 34">
                <a:extLst>
                  <a:ext uri="{FF2B5EF4-FFF2-40B4-BE49-F238E27FC236}">
                    <a16:creationId xmlns:a16="http://schemas.microsoft.com/office/drawing/2014/main" id="{7D5B9204-D644-7F93-7924-CED6E2A878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19" y="1656"/>
                <a:ext cx="485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8" name="Line 35">
                <a:extLst>
                  <a:ext uri="{FF2B5EF4-FFF2-40B4-BE49-F238E27FC236}">
                    <a16:creationId xmlns:a16="http://schemas.microsoft.com/office/drawing/2014/main" id="{B25DC758-5C4F-841E-D19B-D13A12C335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24" y="1863"/>
                <a:ext cx="484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27" name="图片 26">
              <a:extLst>
                <a:ext uri="{FF2B5EF4-FFF2-40B4-BE49-F238E27FC236}">
                  <a16:creationId xmlns:a16="http://schemas.microsoft.com/office/drawing/2014/main" id="{8F45FE5B-B942-D731-A659-3256985F852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311" t="8622" r="39892" b="-7353"/>
            <a:stretch/>
          </p:blipFill>
          <p:spPr>
            <a:xfrm>
              <a:off x="2406650" y="2470150"/>
              <a:ext cx="3359150" cy="333816"/>
            </a:xfrm>
            <a:prstGeom prst="rect">
              <a:avLst/>
            </a:prstGeom>
          </p:spPr>
        </p:pic>
        <p:pic>
          <p:nvPicPr>
            <p:cNvPr id="28" name="图片 27">
              <a:extLst>
                <a:ext uri="{FF2B5EF4-FFF2-40B4-BE49-F238E27FC236}">
                  <a16:creationId xmlns:a16="http://schemas.microsoft.com/office/drawing/2014/main" id="{C5959516-8AF9-0411-6D8F-5C23AEA5957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507" t="36724" r="64998" b="27217"/>
            <a:stretch/>
          </p:blipFill>
          <p:spPr>
            <a:xfrm rot="5400000">
              <a:off x="3516789" y="2555087"/>
              <a:ext cx="441639" cy="121919"/>
            </a:xfrm>
            <a:prstGeom prst="rect">
              <a:avLst/>
            </a:prstGeom>
          </p:spPr>
        </p:pic>
        <p:pic>
          <p:nvPicPr>
            <p:cNvPr id="29" name="图片 28">
              <a:extLst>
                <a:ext uri="{FF2B5EF4-FFF2-40B4-BE49-F238E27FC236}">
                  <a16:creationId xmlns:a16="http://schemas.microsoft.com/office/drawing/2014/main" id="{B7F44EEF-BE55-1A32-C496-9C77544F5E8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507" t="36724" r="64998" b="27217"/>
            <a:stretch/>
          </p:blipFill>
          <p:spPr>
            <a:xfrm rot="5400000">
              <a:off x="4230831" y="2555087"/>
              <a:ext cx="441639" cy="121919"/>
            </a:xfrm>
            <a:prstGeom prst="rect">
              <a:avLst/>
            </a:prstGeom>
          </p:spPr>
        </p:pic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D8D1E54D-AE49-E656-9B1C-DE361FF63549}"/>
              </a:ext>
            </a:extLst>
          </p:cNvPr>
          <p:cNvGrpSpPr/>
          <p:nvPr/>
        </p:nvGrpSpPr>
        <p:grpSpPr>
          <a:xfrm>
            <a:off x="5322041" y="4230258"/>
            <a:ext cx="1323526" cy="1401234"/>
            <a:chOff x="3420533" y="3657600"/>
            <a:chExt cx="1323526" cy="1401234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D630AB6E-28BE-3F22-0ACC-DC50CA5BF1D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19380" y="3768911"/>
              <a:ext cx="1157662" cy="1184311"/>
              <a:chOff x="1052" y="2545"/>
              <a:chExt cx="795" cy="814"/>
            </a:xfrm>
          </p:grpSpPr>
          <p:sp>
            <p:nvSpPr>
              <p:cNvPr id="43" name="Line 42">
                <a:extLst>
                  <a:ext uri="{FF2B5EF4-FFF2-40B4-BE49-F238E27FC236}">
                    <a16:creationId xmlns:a16="http://schemas.microsoft.com/office/drawing/2014/main" id="{C54FE35F-E345-1604-EAB6-B7BA4C39AE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49" y="3054"/>
                <a:ext cx="85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4" name="Arc 43">
                <a:extLst>
                  <a:ext uri="{FF2B5EF4-FFF2-40B4-BE49-F238E27FC236}">
                    <a16:creationId xmlns:a16="http://schemas.microsoft.com/office/drawing/2014/main" id="{A05B0666-D0B2-FB65-17B9-EC2DCEB75FD3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1052" y="2545"/>
                <a:ext cx="795" cy="814"/>
              </a:xfrm>
              <a:custGeom>
                <a:avLst/>
                <a:gdLst>
                  <a:gd name="T0" fmla="*/ 0 w 42686"/>
                  <a:gd name="T1" fmla="*/ 0 h 43200"/>
                  <a:gd name="T2" fmla="*/ 0 w 42686"/>
                  <a:gd name="T3" fmla="*/ 0 h 43200"/>
                  <a:gd name="T4" fmla="*/ 0 w 42686"/>
                  <a:gd name="T5" fmla="*/ 0 h 43200"/>
                  <a:gd name="T6" fmla="*/ 0 60000 65536"/>
                  <a:gd name="T7" fmla="*/ 0 60000 65536"/>
                  <a:gd name="T8" fmla="*/ 0 60000 65536"/>
                  <a:gd name="T9" fmla="*/ 0 w 42686"/>
                  <a:gd name="T10" fmla="*/ 0 h 43200"/>
                  <a:gd name="T11" fmla="*/ 42686 w 42686"/>
                  <a:gd name="T12" fmla="*/ 4320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2686" h="43200" fill="none" extrusionOk="0">
                    <a:moveTo>
                      <a:pt x="42686" y="26283"/>
                    </a:moveTo>
                    <a:cubicBezTo>
                      <a:pt x="40491" y="36167"/>
                      <a:pt x="31724" y="43199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1595" y="-1"/>
                      <a:pt x="40285" y="6858"/>
                      <a:pt x="42608" y="16579"/>
                    </a:cubicBezTo>
                  </a:path>
                  <a:path w="42686" h="43200" stroke="0" extrusionOk="0">
                    <a:moveTo>
                      <a:pt x="42686" y="26283"/>
                    </a:moveTo>
                    <a:cubicBezTo>
                      <a:pt x="40491" y="36167"/>
                      <a:pt x="31724" y="43199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1595" y="-1"/>
                      <a:pt x="40285" y="6858"/>
                      <a:pt x="42608" y="16579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5" name="Line 44">
                <a:extLst>
                  <a:ext uri="{FF2B5EF4-FFF2-40B4-BE49-F238E27FC236}">
                    <a16:creationId xmlns:a16="http://schemas.microsoft.com/office/drawing/2014/main" id="{7838855E-44EC-7F4C-D1A4-BA0E4D9F68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60" y="2854"/>
                <a:ext cx="0" cy="20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6" name="Line 45">
                <a:extLst>
                  <a:ext uri="{FF2B5EF4-FFF2-40B4-BE49-F238E27FC236}">
                    <a16:creationId xmlns:a16="http://schemas.microsoft.com/office/drawing/2014/main" id="{C7FA9FF7-28E5-DD5A-B7A3-2A926D10E67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49" y="2852"/>
                <a:ext cx="85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41" name="图片 40">
              <a:extLst>
                <a:ext uri="{FF2B5EF4-FFF2-40B4-BE49-F238E27FC236}">
                  <a16:creationId xmlns:a16="http://schemas.microsoft.com/office/drawing/2014/main" id="{76E0E0B4-70D2-E3FD-8E0F-2ED712D47D9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704" t="28232" r="48861" b="16675"/>
            <a:stretch/>
          </p:blipFill>
          <p:spPr>
            <a:xfrm rot="5400000">
              <a:off x="3401482" y="4265084"/>
              <a:ext cx="1401234" cy="186266"/>
            </a:xfrm>
            <a:prstGeom prst="rect">
              <a:avLst/>
            </a:prstGeom>
          </p:spPr>
        </p:pic>
        <p:pic>
          <p:nvPicPr>
            <p:cNvPr id="42" name="图片 41">
              <a:extLst>
                <a:ext uri="{FF2B5EF4-FFF2-40B4-BE49-F238E27FC236}">
                  <a16:creationId xmlns:a16="http://schemas.microsoft.com/office/drawing/2014/main" id="{16D15072-629B-BFEF-4C54-C9F0DF2236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4671" t="33665" r="48861" b="16674"/>
            <a:stretch/>
          </p:blipFill>
          <p:spPr>
            <a:xfrm>
              <a:off x="3420533" y="4288366"/>
              <a:ext cx="1323526" cy="16789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179251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75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25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50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750"/>
                            </p:stCondLst>
                            <p:childTnLst>
                              <p:par>
                                <p:cTn id="6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0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0" grpId="0" autoUpdateAnimBg="0"/>
      <p:bldP spid="11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8A600D-9B39-D0C8-0127-4883BCE14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>
            <a:extLst>
              <a:ext uri="{FF2B5EF4-FFF2-40B4-BE49-F238E27FC236}">
                <a16:creationId xmlns:a16="http://schemas.microsoft.com/office/drawing/2014/main" id="{180AEA8C-DFBA-37F7-BA81-7BE040DCFF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19" y="412176"/>
            <a:ext cx="2358338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10.3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断面图</a:t>
            </a:r>
          </a:p>
        </p:txBody>
      </p:sp>
      <p:sp>
        <p:nvSpPr>
          <p:cNvPr id="16" name="灯片编号占位符 3">
            <a:extLst>
              <a:ext uri="{FF2B5EF4-FFF2-40B4-BE49-F238E27FC236}">
                <a16:creationId xmlns:a16="http://schemas.microsoft.com/office/drawing/2014/main" id="{90B72852-8342-EE6F-2400-13E504DA6514}"/>
              </a:ext>
            </a:extLst>
          </p:cNvPr>
          <p:cNvSpPr txBox="1">
            <a:spLocks/>
          </p:cNvSpPr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  <a:pPr/>
              <a:t>48</a:t>
            </a:fld>
            <a:endParaRPr lang="en-US" altLang="zh-CN" dirty="0"/>
          </a:p>
        </p:txBody>
      </p:sp>
      <p:sp>
        <p:nvSpPr>
          <p:cNvPr id="25" name="Text Box 87">
            <a:extLst>
              <a:ext uri="{FF2B5EF4-FFF2-40B4-BE49-F238E27FC236}">
                <a16:creationId xmlns:a16="http://schemas.microsoft.com/office/drawing/2014/main" id="{BE85B680-5271-1961-829C-D4B56AE8F6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376" y="1177588"/>
            <a:ext cx="387798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fontAlgn="base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断面图的画法及标注</a:t>
            </a:r>
          </a:p>
        </p:txBody>
      </p:sp>
      <p:sp>
        <p:nvSpPr>
          <p:cNvPr id="8" name="Text Box 47">
            <a:extLst>
              <a:ext uri="{FF2B5EF4-FFF2-40B4-BE49-F238E27FC236}">
                <a16:creationId xmlns:a16="http://schemas.microsoft.com/office/drawing/2014/main" id="{50B23085-8FE2-79F6-0682-A5659E6E87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376" y="1831614"/>
            <a:ext cx="2201244" cy="461665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(1) </a:t>
            </a:r>
            <a:r>
              <a:rPr lang="zh-CN" altLang="en-US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移出断面图</a:t>
            </a:r>
          </a:p>
        </p:txBody>
      </p:sp>
      <p:sp>
        <p:nvSpPr>
          <p:cNvPr id="23" name="Line 18">
            <a:extLst>
              <a:ext uri="{FF2B5EF4-FFF2-40B4-BE49-F238E27FC236}">
                <a16:creationId xmlns:a16="http://schemas.microsoft.com/office/drawing/2014/main" id="{9EC42B00-4639-9C40-0C5D-8F62BCE9062B}"/>
              </a:ext>
            </a:extLst>
          </p:cNvPr>
          <p:cNvSpPr>
            <a:spLocks noChangeShapeType="1"/>
          </p:cNvSpPr>
          <p:nvPr/>
        </p:nvSpPr>
        <p:spPr bwMode="auto">
          <a:xfrm>
            <a:off x="5860134" y="1720116"/>
            <a:ext cx="0" cy="234950"/>
          </a:xfrm>
          <a:prstGeom prst="line">
            <a:avLst/>
          </a:prstGeom>
          <a:noFill/>
          <a:ln w="57150">
            <a:solidFill>
              <a:srgbClr val="A5002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Line 19">
            <a:extLst>
              <a:ext uri="{FF2B5EF4-FFF2-40B4-BE49-F238E27FC236}">
                <a16:creationId xmlns:a16="http://schemas.microsoft.com/office/drawing/2014/main" id="{9A3B686E-813F-0BD7-1DBD-1506BA0BAFCE}"/>
              </a:ext>
            </a:extLst>
          </p:cNvPr>
          <p:cNvSpPr>
            <a:spLocks noChangeShapeType="1"/>
          </p:cNvSpPr>
          <p:nvPr/>
        </p:nvSpPr>
        <p:spPr bwMode="auto">
          <a:xfrm>
            <a:off x="5847434" y="1721703"/>
            <a:ext cx="366713" cy="0"/>
          </a:xfrm>
          <a:prstGeom prst="line">
            <a:avLst/>
          </a:prstGeom>
          <a:noFill/>
          <a:ln w="9525">
            <a:solidFill>
              <a:srgbClr val="A50021"/>
            </a:solidFill>
            <a:round/>
            <a:headEnd/>
            <a:tailEnd type="triangle" w="sm" len="lg"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Line 20">
            <a:extLst>
              <a:ext uri="{FF2B5EF4-FFF2-40B4-BE49-F238E27FC236}">
                <a16:creationId xmlns:a16="http://schemas.microsoft.com/office/drawing/2014/main" id="{122DC910-1FD4-DC40-02E5-72205EBFE1E3}"/>
              </a:ext>
            </a:extLst>
          </p:cNvPr>
          <p:cNvSpPr>
            <a:spLocks noChangeShapeType="1"/>
          </p:cNvSpPr>
          <p:nvPr/>
        </p:nvSpPr>
        <p:spPr bwMode="auto">
          <a:xfrm>
            <a:off x="5850609" y="3642578"/>
            <a:ext cx="366713" cy="0"/>
          </a:xfrm>
          <a:prstGeom prst="line">
            <a:avLst/>
          </a:prstGeom>
          <a:noFill/>
          <a:ln w="9525">
            <a:solidFill>
              <a:srgbClr val="A50021"/>
            </a:solidFill>
            <a:round/>
            <a:headEnd/>
            <a:tailEnd type="triangle" w="sm" len="lg"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Line 21">
            <a:extLst>
              <a:ext uri="{FF2B5EF4-FFF2-40B4-BE49-F238E27FC236}">
                <a16:creationId xmlns:a16="http://schemas.microsoft.com/office/drawing/2014/main" id="{ED5EE5A1-F963-5BFA-3F00-BD0936A2A553}"/>
              </a:ext>
            </a:extLst>
          </p:cNvPr>
          <p:cNvSpPr>
            <a:spLocks noChangeShapeType="1"/>
          </p:cNvSpPr>
          <p:nvPr/>
        </p:nvSpPr>
        <p:spPr bwMode="auto">
          <a:xfrm>
            <a:off x="5871247" y="3418741"/>
            <a:ext cx="0" cy="234950"/>
          </a:xfrm>
          <a:prstGeom prst="line">
            <a:avLst/>
          </a:prstGeom>
          <a:noFill/>
          <a:ln w="57150">
            <a:solidFill>
              <a:srgbClr val="A5002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Line 59">
            <a:extLst>
              <a:ext uri="{FF2B5EF4-FFF2-40B4-BE49-F238E27FC236}">
                <a16:creationId xmlns:a16="http://schemas.microsoft.com/office/drawing/2014/main" id="{8D97A6C3-E3D4-CE13-A1ED-092D9B955468}"/>
              </a:ext>
            </a:extLst>
          </p:cNvPr>
          <p:cNvSpPr>
            <a:spLocks noChangeShapeType="1"/>
          </p:cNvSpPr>
          <p:nvPr/>
        </p:nvSpPr>
        <p:spPr bwMode="auto">
          <a:xfrm>
            <a:off x="9087522" y="1875691"/>
            <a:ext cx="0" cy="295275"/>
          </a:xfrm>
          <a:prstGeom prst="line">
            <a:avLst/>
          </a:prstGeom>
          <a:noFill/>
          <a:ln w="57150">
            <a:solidFill>
              <a:srgbClr val="A5002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Text Box 60">
            <a:extLst>
              <a:ext uri="{FF2B5EF4-FFF2-40B4-BE49-F238E27FC236}">
                <a16:creationId xmlns:a16="http://schemas.microsoft.com/office/drawing/2014/main" id="{BEEC8F0C-5159-E48F-4096-B6A1E0FCA5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4721" y="2637023"/>
            <a:ext cx="100860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画 法</a:t>
            </a:r>
          </a:p>
        </p:txBody>
      </p:sp>
      <p:sp>
        <p:nvSpPr>
          <p:cNvPr id="31" name="Text Box 61">
            <a:extLst>
              <a:ext uri="{FF2B5EF4-FFF2-40B4-BE49-F238E27FC236}">
                <a16:creationId xmlns:a16="http://schemas.microsoft.com/office/drawing/2014/main" id="{D71B8E06-1EB9-08DC-A62D-3E30782EAC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0617" y="3689821"/>
            <a:ext cx="268535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/>
            </a:pPr>
            <a:r>
              <a:rPr kumimoji="1"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轮廓线为</a:t>
            </a:r>
            <a:r>
              <a:rPr kumimoji="1"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粗实线</a:t>
            </a:r>
            <a:endParaRPr kumimoji="1" lang="zh-CN" altLang="en-US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Text Box 62">
            <a:extLst>
              <a:ext uri="{FF2B5EF4-FFF2-40B4-BE49-F238E27FC236}">
                <a16:creationId xmlns:a16="http://schemas.microsoft.com/office/drawing/2014/main" id="{BF87454C-109F-9CB3-3679-E531CA479A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0617" y="4088283"/>
            <a:ext cx="422423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/>
            </a:pPr>
            <a:r>
              <a:rPr kumimoji="1"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尽量画在剖切面的延长线上</a:t>
            </a:r>
            <a:endParaRPr kumimoji="1" lang="zh-CN" altLang="en-US" sz="2400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Text Box 78">
            <a:extLst>
              <a:ext uri="{FF2B5EF4-FFF2-40B4-BE49-F238E27FC236}">
                <a16:creationId xmlns:a16="http://schemas.microsoft.com/office/drawing/2014/main" id="{0BF495A2-3575-B38C-BC3A-2FBE3F184F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30349" y="1631216"/>
            <a:ext cx="453971" cy="5232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34" name="Text Box 79">
            <a:extLst>
              <a:ext uri="{FF2B5EF4-FFF2-40B4-BE49-F238E27FC236}">
                <a16:creationId xmlns:a16="http://schemas.microsoft.com/office/drawing/2014/main" id="{E29B3116-7BCC-ED0A-CE18-6EC0F328CD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50986" y="3156803"/>
            <a:ext cx="453971" cy="5232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35" name="Text Box 80">
            <a:extLst>
              <a:ext uri="{FF2B5EF4-FFF2-40B4-BE49-F238E27FC236}">
                <a16:creationId xmlns:a16="http://schemas.microsoft.com/office/drawing/2014/main" id="{44C5EE4C-3252-F80D-4E6E-95B16D8716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06683" y="1697891"/>
            <a:ext cx="1111203" cy="5232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A—A</a:t>
            </a:r>
          </a:p>
        </p:txBody>
      </p:sp>
      <p:sp>
        <p:nvSpPr>
          <p:cNvPr id="36" name="Line 81">
            <a:extLst>
              <a:ext uri="{FF2B5EF4-FFF2-40B4-BE49-F238E27FC236}">
                <a16:creationId xmlns:a16="http://schemas.microsoft.com/office/drawing/2014/main" id="{3D45E3AC-5D86-A629-72BB-FFC4EE30EF19}"/>
              </a:ext>
            </a:extLst>
          </p:cNvPr>
          <p:cNvSpPr>
            <a:spLocks noChangeShapeType="1"/>
          </p:cNvSpPr>
          <p:nvPr/>
        </p:nvSpPr>
        <p:spPr bwMode="auto">
          <a:xfrm>
            <a:off x="9097047" y="3199666"/>
            <a:ext cx="0" cy="295275"/>
          </a:xfrm>
          <a:prstGeom prst="line">
            <a:avLst/>
          </a:prstGeom>
          <a:noFill/>
          <a:ln w="57150">
            <a:solidFill>
              <a:srgbClr val="A5002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Text Box 82" descr="蓝色砂纸">
            <a:extLst>
              <a:ext uri="{FF2B5EF4-FFF2-40B4-BE49-F238E27FC236}">
                <a16:creationId xmlns:a16="http://schemas.microsoft.com/office/drawing/2014/main" id="{EA48913D-7BAE-8DE1-EB49-C9D2242994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6240" y="4155425"/>
            <a:ext cx="3566727" cy="1873270"/>
          </a:xfrm>
          <a:prstGeom prst="snip2Diag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注 意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当剖切平面通过</a:t>
            </a:r>
            <a:r>
              <a:rPr kumimoji="1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回转面</a:t>
            </a:r>
            <a:r>
              <a:rPr kumimoji="1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形成的孔、凹坑的轴线时，该结构</a:t>
            </a:r>
            <a:r>
              <a:rPr kumimoji="1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按剖视绘制    </a:t>
            </a:r>
          </a:p>
        </p:txBody>
      </p:sp>
      <p:sp>
        <p:nvSpPr>
          <p:cNvPr id="39" name="AutoShape 87">
            <a:extLst>
              <a:ext uri="{FF2B5EF4-FFF2-40B4-BE49-F238E27FC236}">
                <a16:creationId xmlns:a16="http://schemas.microsoft.com/office/drawing/2014/main" id="{9E3AC8F6-D535-85EE-95DB-65B1F0365265}"/>
              </a:ext>
            </a:extLst>
          </p:cNvPr>
          <p:cNvSpPr>
            <a:spLocks noChangeArrowheads="1"/>
          </p:cNvSpPr>
          <p:nvPr/>
        </p:nvSpPr>
        <p:spPr bwMode="auto">
          <a:xfrm rot="19948487">
            <a:off x="6303047" y="3733066"/>
            <a:ext cx="381000" cy="381000"/>
          </a:xfrm>
          <a:prstGeom prst="rightArrow">
            <a:avLst>
              <a:gd name="adj1" fmla="val 40944"/>
              <a:gd name="adj2" fmla="val 36986"/>
            </a:avLst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AutoShape 88">
            <a:extLst>
              <a:ext uri="{FF2B5EF4-FFF2-40B4-BE49-F238E27FC236}">
                <a16:creationId xmlns:a16="http://schemas.microsoft.com/office/drawing/2014/main" id="{E261FDD6-E2AA-7A49-A461-887690BB5246}"/>
              </a:ext>
            </a:extLst>
          </p:cNvPr>
          <p:cNvSpPr>
            <a:spLocks noChangeArrowheads="1"/>
          </p:cNvSpPr>
          <p:nvPr/>
        </p:nvSpPr>
        <p:spPr bwMode="auto">
          <a:xfrm rot="13531944">
            <a:off x="7634165" y="3775135"/>
            <a:ext cx="325437" cy="381000"/>
          </a:xfrm>
          <a:prstGeom prst="rightArrow">
            <a:avLst>
              <a:gd name="adj1" fmla="val 38306"/>
              <a:gd name="adj2" fmla="val 44532"/>
            </a:avLst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Rectangle 89">
            <a:extLst>
              <a:ext uri="{FF2B5EF4-FFF2-40B4-BE49-F238E27FC236}">
                <a16:creationId xmlns:a16="http://schemas.microsoft.com/office/drawing/2014/main" id="{134A1019-735F-BEA3-59DA-D2E6A1782C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617" y="4496271"/>
            <a:ext cx="360868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/>
            </a:pPr>
            <a:r>
              <a:rPr kumimoji="1"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亦可画在其它适当位置</a:t>
            </a:r>
          </a:p>
        </p:txBody>
      </p: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BFB3B8E5-5ECD-4B7B-5611-461CA30A2B40}"/>
              </a:ext>
            </a:extLst>
          </p:cNvPr>
          <p:cNvGrpSpPr/>
          <p:nvPr/>
        </p:nvGrpSpPr>
        <p:grpSpPr>
          <a:xfrm>
            <a:off x="6685634" y="3294843"/>
            <a:ext cx="968375" cy="973134"/>
            <a:chOff x="5569517" y="2982284"/>
            <a:chExt cx="968375" cy="973134"/>
          </a:xfrm>
        </p:grpSpPr>
        <p:grpSp>
          <p:nvGrpSpPr>
            <p:cNvPr id="43" name="组合 101">
              <a:extLst>
                <a:ext uri="{FF2B5EF4-FFF2-40B4-BE49-F238E27FC236}">
                  <a16:creationId xmlns:a16="http://schemas.microsoft.com/office/drawing/2014/main" id="{4C804511-0D6A-35BF-D880-CC0935A0ED8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69517" y="3049032"/>
              <a:ext cx="968375" cy="849312"/>
              <a:chOff x="3851275" y="2830513"/>
              <a:chExt cx="968375" cy="849312"/>
            </a:xfrm>
          </p:grpSpPr>
          <p:sp>
            <p:nvSpPr>
              <p:cNvPr id="46" name="Line 37">
                <a:extLst>
                  <a:ext uri="{FF2B5EF4-FFF2-40B4-BE49-F238E27FC236}">
                    <a16:creationId xmlns:a16="http://schemas.microsoft.com/office/drawing/2014/main" id="{AAABB93B-9676-3D48-41F0-536DF35D97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979863" y="2865438"/>
                <a:ext cx="450850" cy="26035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7" name="Line 38">
                <a:extLst>
                  <a:ext uri="{FF2B5EF4-FFF2-40B4-BE49-F238E27FC236}">
                    <a16:creationId xmlns:a16="http://schemas.microsoft.com/office/drawing/2014/main" id="{E1707D67-1649-725F-C955-1F969EE9C2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95775" y="2955925"/>
                <a:ext cx="327025" cy="18891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8" name="Line 39">
                <a:extLst>
                  <a:ext uri="{FF2B5EF4-FFF2-40B4-BE49-F238E27FC236}">
                    <a16:creationId xmlns:a16="http://schemas.microsoft.com/office/drawing/2014/main" id="{45D485D3-9381-31BE-EC78-D431384665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981450" y="3371850"/>
                <a:ext cx="269875" cy="15557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9" name="Line 40">
                <a:extLst>
                  <a:ext uri="{FF2B5EF4-FFF2-40B4-BE49-F238E27FC236}">
                    <a16:creationId xmlns:a16="http://schemas.microsoft.com/office/drawing/2014/main" id="{4D88865A-0810-0449-262A-76EF38EA00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148138" y="3387725"/>
                <a:ext cx="431800" cy="24923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0" name="Arc 43">
                <a:extLst>
                  <a:ext uri="{FF2B5EF4-FFF2-40B4-BE49-F238E27FC236}">
                    <a16:creationId xmlns:a16="http://schemas.microsoft.com/office/drawing/2014/main" id="{E7984273-4252-1FD8-1FCF-6268F1F29063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3910013" y="2830513"/>
                <a:ext cx="844550" cy="849312"/>
              </a:xfrm>
              <a:custGeom>
                <a:avLst/>
                <a:gdLst>
                  <a:gd name="T0" fmla="*/ 2147483647 w 43200"/>
                  <a:gd name="T1" fmla="*/ 2147483647 h 43200"/>
                  <a:gd name="T2" fmla="*/ 2147483647 w 43200"/>
                  <a:gd name="T3" fmla="*/ 2147483647 h 43200"/>
                  <a:gd name="T4" fmla="*/ 2147483647 w 43200"/>
                  <a:gd name="T5" fmla="*/ 2147483647 h 43200"/>
                  <a:gd name="T6" fmla="*/ 0 60000 65536"/>
                  <a:gd name="T7" fmla="*/ 0 60000 65536"/>
                  <a:gd name="T8" fmla="*/ 0 60000 65536"/>
                  <a:gd name="T9" fmla="*/ 0 w 43200"/>
                  <a:gd name="T10" fmla="*/ 0 h 43200"/>
                  <a:gd name="T11" fmla="*/ 43200 w 43200"/>
                  <a:gd name="T12" fmla="*/ 4320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3200" h="43200" fill="none" extrusionOk="0">
                    <a:moveTo>
                      <a:pt x="42686" y="26283"/>
                    </a:moveTo>
                    <a:cubicBezTo>
                      <a:pt x="40491" y="36167"/>
                      <a:pt x="31724" y="43199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2874"/>
                      <a:pt x="43087" y="24145"/>
                      <a:pt x="42863" y="25400"/>
                    </a:cubicBezTo>
                  </a:path>
                  <a:path w="43200" h="43200" stroke="0" extrusionOk="0">
                    <a:moveTo>
                      <a:pt x="42686" y="26283"/>
                    </a:moveTo>
                    <a:cubicBezTo>
                      <a:pt x="40491" y="36167"/>
                      <a:pt x="31724" y="43199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2874"/>
                      <a:pt x="43087" y="24145"/>
                      <a:pt x="42863" y="25400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1" name="Line 44">
                <a:extLst>
                  <a:ext uri="{FF2B5EF4-FFF2-40B4-BE49-F238E27FC236}">
                    <a16:creationId xmlns:a16="http://schemas.microsoft.com/office/drawing/2014/main" id="{9BD04256-7660-AAB7-41B0-BCD0C66227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30650" y="3136900"/>
                <a:ext cx="803275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2" name="Line 45">
                <a:extLst>
                  <a:ext uri="{FF2B5EF4-FFF2-40B4-BE49-F238E27FC236}">
                    <a16:creationId xmlns:a16="http://schemas.microsoft.com/office/drawing/2014/main" id="{C78E9658-4FD7-E6F8-3799-10E1F76B18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40175" y="3379788"/>
                <a:ext cx="803275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3" name="矩形 89">
                <a:extLst>
                  <a:ext uri="{FF2B5EF4-FFF2-40B4-BE49-F238E27FC236}">
                    <a16:creationId xmlns:a16="http://schemas.microsoft.com/office/drawing/2014/main" id="{5024F44E-C763-279E-DB2D-F66222836B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51275" y="3154363"/>
                <a:ext cx="968375" cy="2095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44" name="图片 43">
              <a:extLst>
                <a:ext uri="{FF2B5EF4-FFF2-40B4-BE49-F238E27FC236}">
                  <a16:creationId xmlns:a16="http://schemas.microsoft.com/office/drawing/2014/main" id="{0E59065B-6D49-2F7E-7D1B-EA379D9B53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219" t="32567" r="49642" b="16675"/>
            <a:stretch/>
          </p:blipFill>
          <p:spPr>
            <a:xfrm rot="5400000">
              <a:off x="5568077" y="3383045"/>
              <a:ext cx="973134" cy="171611"/>
            </a:xfrm>
            <a:prstGeom prst="rect">
              <a:avLst/>
            </a:prstGeom>
          </p:spPr>
        </p:pic>
        <p:pic>
          <p:nvPicPr>
            <p:cNvPr id="45" name="图片 44">
              <a:extLst>
                <a:ext uri="{FF2B5EF4-FFF2-40B4-BE49-F238E27FC236}">
                  <a16:creationId xmlns:a16="http://schemas.microsoft.com/office/drawing/2014/main" id="{AC9C6EC1-5799-E7C1-A33F-46AD8B2BF7E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4120" t="37781" r="48861" b="16674"/>
            <a:stretch/>
          </p:blipFill>
          <p:spPr>
            <a:xfrm>
              <a:off x="5569517" y="3420072"/>
              <a:ext cx="968375" cy="153984"/>
            </a:xfrm>
            <a:prstGeom prst="rect">
              <a:avLst/>
            </a:prstGeom>
          </p:spPr>
        </p:pic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F363517A-A693-574F-6A07-9971B7C4A320}"/>
              </a:ext>
            </a:extLst>
          </p:cNvPr>
          <p:cNvGrpSpPr/>
          <p:nvPr/>
        </p:nvGrpSpPr>
        <p:grpSpPr>
          <a:xfrm>
            <a:off x="5007397" y="2028091"/>
            <a:ext cx="2727960" cy="1293812"/>
            <a:chOff x="3891280" y="1715532"/>
            <a:chExt cx="2727960" cy="1293812"/>
          </a:xfrm>
        </p:grpSpPr>
        <p:grpSp>
          <p:nvGrpSpPr>
            <p:cNvPr id="55" name="Group 5">
              <a:extLst>
                <a:ext uri="{FF2B5EF4-FFF2-40B4-BE49-F238E27FC236}">
                  <a16:creationId xmlns:a16="http://schemas.microsoft.com/office/drawing/2014/main" id="{03ECD52F-8FB4-C759-5A91-5C1698E9199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85193" y="1715532"/>
              <a:ext cx="2501900" cy="1293812"/>
              <a:chOff x="968" y="1235"/>
              <a:chExt cx="1576" cy="815"/>
            </a:xfrm>
          </p:grpSpPr>
          <p:sp>
            <p:nvSpPr>
              <p:cNvPr id="60" name="Rectangle 6">
                <a:extLst>
                  <a:ext uri="{FF2B5EF4-FFF2-40B4-BE49-F238E27FC236}">
                    <a16:creationId xmlns:a16="http://schemas.microsoft.com/office/drawing/2014/main" id="{8702C102-CC80-2882-B696-52AF8C8CA9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8" y="1235"/>
                <a:ext cx="1040" cy="815"/>
              </a:xfrm>
              <a:prstGeom prst="rect">
                <a:avLst/>
              </a:prstGeom>
              <a:solidFill>
                <a:srgbClr val="FFFFFF"/>
              </a:solidFill>
              <a:ln w="381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1" name="Oval 7">
                <a:extLst>
                  <a:ext uri="{FF2B5EF4-FFF2-40B4-BE49-F238E27FC236}">
                    <a16:creationId xmlns:a16="http://schemas.microsoft.com/office/drawing/2014/main" id="{9F2B76F7-C32B-4246-4D40-9FE82AD1CE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1" y="1540"/>
                <a:ext cx="205" cy="205"/>
              </a:xfrm>
              <a:prstGeom prst="ellipse">
                <a:avLst/>
              </a:prstGeom>
              <a:solidFill>
                <a:srgbClr val="FFFFFF"/>
              </a:solidFill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2" name="Oval 8">
                <a:extLst>
                  <a:ext uri="{FF2B5EF4-FFF2-40B4-BE49-F238E27FC236}">
                    <a16:creationId xmlns:a16="http://schemas.microsoft.com/office/drawing/2014/main" id="{78E55278-4DAA-1B1A-3AE6-2F0293CA75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2" y="1540"/>
                <a:ext cx="205" cy="205"/>
              </a:xfrm>
              <a:prstGeom prst="ellipse">
                <a:avLst/>
              </a:prstGeom>
              <a:solidFill>
                <a:srgbClr val="FFFFFF"/>
              </a:solidFill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3" name="Rectangle 9">
                <a:extLst>
                  <a:ext uri="{FF2B5EF4-FFF2-40B4-BE49-F238E27FC236}">
                    <a16:creationId xmlns:a16="http://schemas.microsoft.com/office/drawing/2014/main" id="{1BC4CFAC-1083-6D4A-6E86-883E2FEC78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0" y="1533"/>
                <a:ext cx="487" cy="21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4" name="Line 10">
                <a:extLst>
                  <a:ext uri="{FF2B5EF4-FFF2-40B4-BE49-F238E27FC236}">
                    <a16:creationId xmlns:a16="http://schemas.microsoft.com/office/drawing/2014/main" id="{75BD8948-93CF-AA69-8367-339A6ADD1B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41" y="1538"/>
                <a:ext cx="485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5" name="Line 11">
                <a:extLst>
                  <a:ext uri="{FF2B5EF4-FFF2-40B4-BE49-F238E27FC236}">
                    <a16:creationId xmlns:a16="http://schemas.microsoft.com/office/drawing/2014/main" id="{C1A91E10-F50D-D61E-37BA-5C0E634823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46" y="1745"/>
                <a:ext cx="485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6" name="Rectangle 14">
                <a:extLst>
                  <a:ext uri="{FF2B5EF4-FFF2-40B4-BE49-F238E27FC236}">
                    <a16:creationId xmlns:a16="http://schemas.microsoft.com/office/drawing/2014/main" id="{B12EA15D-6140-6F05-FB72-A17B3F3D96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11" y="1381"/>
                <a:ext cx="533" cy="533"/>
              </a:xfrm>
              <a:prstGeom prst="rect">
                <a:avLst/>
              </a:prstGeom>
              <a:solidFill>
                <a:srgbClr val="FFFFFF"/>
              </a:solidFill>
              <a:ln w="381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7" name="Oval 15">
                <a:extLst>
                  <a:ext uri="{FF2B5EF4-FFF2-40B4-BE49-F238E27FC236}">
                    <a16:creationId xmlns:a16="http://schemas.microsoft.com/office/drawing/2014/main" id="{69A16B38-5139-D849-B297-D68606F9C9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5" y="1570"/>
                <a:ext cx="141" cy="141"/>
              </a:xfrm>
              <a:prstGeom prst="ellipse">
                <a:avLst/>
              </a:prstGeom>
              <a:solidFill>
                <a:srgbClr val="FFFFFF"/>
              </a:solidFill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56" name="图片 55">
              <a:extLst>
                <a:ext uri="{FF2B5EF4-FFF2-40B4-BE49-F238E27FC236}">
                  <a16:creationId xmlns:a16="http://schemas.microsoft.com/office/drawing/2014/main" id="{790DEE8D-3996-8451-9DDE-0C217145567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880" t="32025" r="40345" b="22900"/>
            <a:stretch/>
          </p:blipFill>
          <p:spPr>
            <a:xfrm>
              <a:off x="3891280" y="2286000"/>
              <a:ext cx="2727960" cy="152400"/>
            </a:xfrm>
            <a:prstGeom prst="rect">
              <a:avLst/>
            </a:prstGeom>
          </p:spPr>
        </p:pic>
        <p:pic>
          <p:nvPicPr>
            <p:cNvPr id="57" name="图片 56">
              <a:extLst>
                <a:ext uri="{FF2B5EF4-FFF2-40B4-BE49-F238E27FC236}">
                  <a16:creationId xmlns:a16="http://schemas.microsoft.com/office/drawing/2014/main" id="{1FA00530-20BF-4F34-E9BE-BF3F767F4BB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507" t="36724" r="64998" b="27217"/>
            <a:stretch/>
          </p:blipFill>
          <p:spPr>
            <a:xfrm rot="5400000">
              <a:off x="4200936" y="2298159"/>
              <a:ext cx="441639" cy="121919"/>
            </a:xfrm>
            <a:prstGeom prst="rect">
              <a:avLst/>
            </a:prstGeom>
          </p:spPr>
        </p:pic>
        <p:pic>
          <p:nvPicPr>
            <p:cNvPr id="58" name="图片 57">
              <a:extLst>
                <a:ext uri="{FF2B5EF4-FFF2-40B4-BE49-F238E27FC236}">
                  <a16:creationId xmlns:a16="http://schemas.microsoft.com/office/drawing/2014/main" id="{725BBAA7-A998-68A1-FD2D-B2263554216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507" t="36724" r="64998" b="27217"/>
            <a:stretch/>
          </p:blipFill>
          <p:spPr>
            <a:xfrm rot="5400000">
              <a:off x="4976730" y="2298159"/>
              <a:ext cx="441639" cy="121919"/>
            </a:xfrm>
            <a:prstGeom prst="rect">
              <a:avLst/>
            </a:prstGeom>
          </p:spPr>
        </p:pic>
        <p:pic>
          <p:nvPicPr>
            <p:cNvPr id="59" name="图片 58">
              <a:extLst>
                <a:ext uri="{FF2B5EF4-FFF2-40B4-BE49-F238E27FC236}">
                  <a16:creationId xmlns:a16="http://schemas.microsoft.com/office/drawing/2014/main" id="{B3464A78-5567-729F-1BEF-5C98690B836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552" t="30018" r="63164" b="8942"/>
            <a:stretch/>
          </p:blipFill>
          <p:spPr>
            <a:xfrm rot="5400000">
              <a:off x="5840411" y="2250719"/>
              <a:ext cx="412752" cy="206375"/>
            </a:xfrm>
            <a:prstGeom prst="rect">
              <a:avLst/>
            </a:prstGeom>
          </p:spPr>
        </p:pic>
      </p:grpSp>
      <p:grpSp>
        <p:nvGrpSpPr>
          <p:cNvPr id="68" name="组合 67">
            <a:extLst>
              <a:ext uri="{FF2B5EF4-FFF2-40B4-BE49-F238E27FC236}">
                <a16:creationId xmlns:a16="http://schemas.microsoft.com/office/drawing/2014/main" id="{C207A67C-0F30-86FF-BD32-2EBF685B66D1}"/>
              </a:ext>
            </a:extLst>
          </p:cNvPr>
          <p:cNvGrpSpPr/>
          <p:nvPr/>
        </p:nvGrpSpPr>
        <p:grpSpPr>
          <a:xfrm>
            <a:off x="5144557" y="4130121"/>
            <a:ext cx="1367815" cy="1401234"/>
            <a:chOff x="4028440" y="3708879"/>
            <a:chExt cx="1367815" cy="1401234"/>
          </a:xfrm>
        </p:grpSpPr>
        <p:grpSp>
          <p:nvGrpSpPr>
            <p:cNvPr id="69" name="Group 22">
              <a:extLst>
                <a:ext uri="{FF2B5EF4-FFF2-40B4-BE49-F238E27FC236}">
                  <a16:creationId xmlns:a16="http://schemas.microsoft.com/office/drawing/2014/main" id="{B0E4C4C8-B46E-1BAC-126F-64957BB4868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12191" y="3760232"/>
              <a:ext cx="1260475" cy="1282700"/>
              <a:chOff x="1048" y="2548"/>
              <a:chExt cx="794" cy="808"/>
            </a:xfrm>
          </p:grpSpPr>
          <p:sp>
            <p:nvSpPr>
              <p:cNvPr id="73" name="Line 23">
                <a:extLst>
                  <a:ext uri="{FF2B5EF4-FFF2-40B4-BE49-F238E27FC236}">
                    <a16:creationId xmlns:a16="http://schemas.microsoft.com/office/drawing/2014/main" id="{0B1E9173-39B9-5A3A-0C7C-7188379E62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71" y="2553"/>
                <a:ext cx="440" cy="25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4" name="Line 24">
                <a:extLst>
                  <a:ext uri="{FF2B5EF4-FFF2-40B4-BE49-F238E27FC236}">
                    <a16:creationId xmlns:a16="http://schemas.microsoft.com/office/drawing/2014/main" id="{2839DFBA-FB18-EE68-E054-B0AE71CEA5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52" y="2605"/>
                <a:ext cx="584" cy="33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5" name="Line 25">
                <a:extLst>
                  <a:ext uri="{FF2B5EF4-FFF2-40B4-BE49-F238E27FC236}">
                    <a16:creationId xmlns:a16="http://schemas.microsoft.com/office/drawing/2014/main" id="{F4039F84-1299-C382-B511-040F8D4DD7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53" y="2675"/>
                <a:ext cx="680" cy="39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6" name="Line 26">
                <a:extLst>
                  <a:ext uri="{FF2B5EF4-FFF2-40B4-BE49-F238E27FC236}">
                    <a16:creationId xmlns:a16="http://schemas.microsoft.com/office/drawing/2014/main" id="{9E7B3797-0750-7FCA-1C7D-0247CD6C45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113" y="2773"/>
                <a:ext cx="683" cy="39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7" name="Line 27">
                <a:extLst>
                  <a:ext uri="{FF2B5EF4-FFF2-40B4-BE49-F238E27FC236}">
                    <a16:creationId xmlns:a16="http://schemas.microsoft.com/office/drawing/2014/main" id="{3B26C3A5-4F64-AED5-7672-2A5C4DDED94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176" y="2926"/>
                <a:ext cx="584" cy="33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8" name="Line 28">
                <a:extLst>
                  <a:ext uri="{FF2B5EF4-FFF2-40B4-BE49-F238E27FC236}">
                    <a16:creationId xmlns:a16="http://schemas.microsoft.com/office/drawing/2014/main" id="{2879C9BB-920B-BD4B-7035-6D2AD9ACAE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82" y="3056"/>
                <a:ext cx="483" cy="27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9" name="Line 29">
                <a:extLst>
                  <a:ext uri="{FF2B5EF4-FFF2-40B4-BE49-F238E27FC236}">
                    <a16:creationId xmlns:a16="http://schemas.microsoft.com/office/drawing/2014/main" id="{163A83FF-5442-C37E-3BC9-FD1E2928ED7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54" y="3157"/>
                <a:ext cx="341" cy="19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0" name="Line 32">
                <a:extLst>
                  <a:ext uri="{FF2B5EF4-FFF2-40B4-BE49-F238E27FC236}">
                    <a16:creationId xmlns:a16="http://schemas.microsoft.com/office/drawing/2014/main" id="{0B653CDD-564E-4FAB-D52A-BA7070E509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45" y="3057"/>
                <a:ext cx="88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1" name="Arc 33">
                <a:extLst>
                  <a:ext uri="{FF2B5EF4-FFF2-40B4-BE49-F238E27FC236}">
                    <a16:creationId xmlns:a16="http://schemas.microsoft.com/office/drawing/2014/main" id="{F843C4F6-168D-E573-A2AA-79ADDDDB89AC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1048" y="2548"/>
                <a:ext cx="794" cy="808"/>
              </a:xfrm>
              <a:custGeom>
                <a:avLst/>
                <a:gdLst>
                  <a:gd name="T0" fmla="*/ 0 w 42686"/>
                  <a:gd name="T1" fmla="*/ 0 h 43200"/>
                  <a:gd name="T2" fmla="*/ 0 w 42686"/>
                  <a:gd name="T3" fmla="*/ 0 h 43200"/>
                  <a:gd name="T4" fmla="*/ 0 w 42686"/>
                  <a:gd name="T5" fmla="*/ 0 h 43200"/>
                  <a:gd name="T6" fmla="*/ 0 60000 65536"/>
                  <a:gd name="T7" fmla="*/ 0 60000 65536"/>
                  <a:gd name="T8" fmla="*/ 0 60000 65536"/>
                  <a:gd name="T9" fmla="*/ 0 w 42686"/>
                  <a:gd name="T10" fmla="*/ 0 h 43200"/>
                  <a:gd name="T11" fmla="*/ 42686 w 42686"/>
                  <a:gd name="T12" fmla="*/ 4320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2686" h="43200" fill="none" extrusionOk="0">
                    <a:moveTo>
                      <a:pt x="42686" y="26283"/>
                    </a:moveTo>
                    <a:cubicBezTo>
                      <a:pt x="40491" y="36167"/>
                      <a:pt x="31724" y="43199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1595" y="-1"/>
                      <a:pt x="40285" y="6858"/>
                      <a:pt x="42608" y="16579"/>
                    </a:cubicBezTo>
                  </a:path>
                  <a:path w="42686" h="43200" stroke="0" extrusionOk="0">
                    <a:moveTo>
                      <a:pt x="42686" y="26283"/>
                    </a:moveTo>
                    <a:cubicBezTo>
                      <a:pt x="40491" y="36167"/>
                      <a:pt x="31724" y="43199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1595" y="-1"/>
                      <a:pt x="40285" y="6858"/>
                      <a:pt x="42608" y="16579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Line 34">
                <a:extLst>
                  <a:ext uri="{FF2B5EF4-FFF2-40B4-BE49-F238E27FC236}">
                    <a16:creationId xmlns:a16="http://schemas.microsoft.com/office/drawing/2014/main" id="{87B034F7-6AE6-9DB3-AC73-E0C81B3245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56" y="2857"/>
                <a:ext cx="0" cy="205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3" name="Line 35">
                <a:extLst>
                  <a:ext uri="{FF2B5EF4-FFF2-40B4-BE49-F238E27FC236}">
                    <a16:creationId xmlns:a16="http://schemas.microsoft.com/office/drawing/2014/main" id="{D8052963-62A2-761E-2536-F862CF16CA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45" y="2855"/>
                <a:ext cx="88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70" name="组合 69">
              <a:extLst>
                <a:ext uri="{FF2B5EF4-FFF2-40B4-BE49-F238E27FC236}">
                  <a16:creationId xmlns:a16="http://schemas.microsoft.com/office/drawing/2014/main" id="{502E8198-4B3A-B31E-F900-F6CB07A5006C}"/>
                </a:ext>
              </a:extLst>
            </p:cNvPr>
            <p:cNvGrpSpPr/>
            <p:nvPr/>
          </p:nvGrpSpPr>
          <p:grpSpPr>
            <a:xfrm>
              <a:off x="4028440" y="3708879"/>
              <a:ext cx="1367815" cy="1401234"/>
              <a:chOff x="3376244" y="3657600"/>
              <a:chExt cx="1367815" cy="1401234"/>
            </a:xfrm>
          </p:grpSpPr>
          <p:pic>
            <p:nvPicPr>
              <p:cNvPr id="71" name="图片 70">
                <a:extLst>
                  <a:ext uri="{FF2B5EF4-FFF2-40B4-BE49-F238E27FC236}">
                    <a16:creationId xmlns:a16="http://schemas.microsoft.com/office/drawing/2014/main" id="{F3A3B006-0CDC-3431-1838-4361189C904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3704" t="28232" r="48861" b="16675"/>
              <a:stretch/>
            </p:blipFill>
            <p:spPr>
              <a:xfrm rot="5400000">
                <a:off x="3401482" y="4265084"/>
                <a:ext cx="1401234" cy="186266"/>
              </a:xfrm>
              <a:prstGeom prst="rect">
                <a:avLst/>
              </a:prstGeom>
            </p:spPr>
          </p:pic>
          <p:pic>
            <p:nvPicPr>
              <p:cNvPr id="72" name="图片 71">
                <a:extLst>
                  <a:ext uri="{FF2B5EF4-FFF2-40B4-BE49-F238E27FC236}">
                    <a16:creationId xmlns:a16="http://schemas.microsoft.com/office/drawing/2014/main" id="{1ABDED42-DCA5-4F37-AD62-AF805AF2517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4120" t="37781" r="48861" b="16674"/>
              <a:stretch/>
            </p:blipFill>
            <p:spPr>
              <a:xfrm>
                <a:off x="3376244" y="4302281"/>
                <a:ext cx="1367815" cy="153984"/>
              </a:xfrm>
              <a:prstGeom prst="rect">
                <a:avLst/>
              </a:prstGeom>
            </p:spPr>
          </p:pic>
        </p:grpSp>
      </p:grpSp>
      <p:pic>
        <p:nvPicPr>
          <p:cNvPr id="84" name="图片 83">
            <a:extLst>
              <a:ext uri="{FF2B5EF4-FFF2-40B4-BE49-F238E27FC236}">
                <a16:creationId xmlns:a16="http://schemas.microsoft.com/office/drawing/2014/main" id="{8D133C97-A8F8-4D5A-0B77-2DF418FD0FA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97" t="17980" r="56121" b="8941"/>
          <a:stretch/>
        </p:blipFill>
        <p:spPr>
          <a:xfrm rot="5400000">
            <a:off x="6675296" y="2555983"/>
            <a:ext cx="1012825" cy="247081"/>
          </a:xfrm>
          <a:prstGeom prst="rect">
            <a:avLst/>
          </a:prstGeom>
        </p:spPr>
      </p:pic>
      <p:grpSp>
        <p:nvGrpSpPr>
          <p:cNvPr id="85" name="组合 84">
            <a:extLst>
              <a:ext uri="{FF2B5EF4-FFF2-40B4-BE49-F238E27FC236}">
                <a16:creationId xmlns:a16="http://schemas.microsoft.com/office/drawing/2014/main" id="{3D9309F0-AC71-6DB8-DDDF-67B11F3DAA39}"/>
              </a:ext>
            </a:extLst>
          </p:cNvPr>
          <p:cNvGrpSpPr/>
          <p:nvPr/>
        </p:nvGrpSpPr>
        <p:grpSpPr>
          <a:xfrm>
            <a:off x="6685634" y="3295476"/>
            <a:ext cx="968375" cy="973134"/>
            <a:chOff x="5569517" y="2982917"/>
            <a:chExt cx="968375" cy="973134"/>
          </a:xfrm>
        </p:grpSpPr>
        <p:grpSp>
          <p:nvGrpSpPr>
            <p:cNvPr id="86" name="组合 99">
              <a:extLst>
                <a:ext uri="{FF2B5EF4-FFF2-40B4-BE49-F238E27FC236}">
                  <a16:creationId xmlns:a16="http://schemas.microsoft.com/office/drawing/2014/main" id="{EE0F8F82-EE77-8889-1ED8-52F3C53CC5C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28255" y="3047444"/>
              <a:ext cx="844550" cy="849313"/>
              <a:chOff x="4062413" y="3943033"/>
              <a:chExt cx="844550" cy="849313"/>
            </a:xfrm>
          </p:grpSpPr>
          <p:sp>
            <p:nvSpPr>
              <p:cNvPr id="89" name="Line 37">
                <a:extLst>
                  <a:ext uri="{FF2B5EF4-FFF2-40B4-BE49-F238E27FC236}">
                    <a16:creationId xmlns:a16="http://schemas.microsoft.com/office/drawing/2014/main" id="{39F5DFA1-67D5-758F-2922-F2A0BFB439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132263" y="3977958"/>
                <a:ext cx="450850" cy="26035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0" name="Line 38">
                <a:extLst>
                  <a:ext uri="{FF2B5EF4-FFF2-40B4-BE49-F238E27FC236}">
                    <a16:creationId xmlns:a16="http://schemas.microsoft.com/office/drawing/2014/main" id="{605B8387-6007-7EF5-9F7B-AFDDE7C420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448175" y="4068446"/>
                <a:ext cx="327025" cy="18891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1" name="Line 39">
                <a:extLst>
                  <a:ext uri="{FF2B5EF4-FFF2-40B4-BE49-F238E27FC236}">
                    <a16:creationId xmlns:a16="http://schemas.microsoft.com/office/drawing/2014/main" id="{8843319B-52BF-1F15-3A79-CD71990A65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133850" y="4484371"/>
                <a:ext cx="269875" cy="15557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2" name="Line 40">
                <a:extLst>
                  <a:ext uri="{FF2B5EF4-FFF2-40B4-BE49-F238E27FC236}">
                    <a16:creationId xmlns:a16="http://schemas.microsoft.com/office/drawing/2014/main" id="{19AF99D4-CB75-F459-085B-19A9420F94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00538" y="4500246"/>
                <a:ext cx="431800" cy="24923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3" name="Arc 43">
                <a:extLst>
                  <a:ext uri="{FF2B5EF4-FFF2-40B4-BE49-F238E27FC236}">
                    <a16:creationId xmlns:a16="http://schemas.microsoft.com/office/drawing/2014/main" id="{ABDA6F2B-038B-50BE-E36D-4CE3ECCA1F92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4062413" y="3943033"/>
                <a:ext cx="844550" cy="849313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4" name="Line 44">
                <a:extLst>
                  <a:ext uri="{FF2B5EF4-FFF2-40B4-BE49-F238E27FC236}">
                    <a16:creationId xmlns:a16="http://schemas.microsoft.com/office/drawing/2014/main" id="{3C52271A-2419-E07C-30FF-807A10417B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3050" y="4257358"/>
                <a:ext cx="803275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5" name="Line 45">
                <a:extLst>
                  <a:ext uri="{FF2B5EF4-FFF2-40B4-BE49-F238E27FC236}">
                    <a16:creationId xmlns:a16="http://schemas.microsoft.com/office/drawing/2014/main" id="{31A92BC3-E949-3950-579C-6F4B521FF0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92575" y="4492308"/>
                <a:ext cx="803275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87" name="图片 86">
              <a:extLst>
                <a:ext uri="{FF2B5EF4-FFF2-40B4-BE49-F238E27FC236}">
                  <a16:creationId xmlns:a16="http://schemas.microsoft.com/office/drawing/2014/main" id="{9FF451DE-0BC3-5CE6-D81F-81C04DA7906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219" t="32567" r="49642" b="16675"/>
            <a:stretch/>
          </p:blipFill>
          <p:spPr>
            <a:xfrm rot="5400000">
              <a:off x="5568077" y="3383678"/>
              <a:ext cx="973134" cy="171611"/>
            </a:xfrm>
            <a:prstGeom prst="rect">
              <a:avLst/>
            </a:prstGeom>
          </p:spPr>
        </p:pic>
        <p:pic>
          <p:nvPicPr>
            <p:cNvPr id="88" name="图片 87">
              <a:extLst>
                <a:ext uri="{FF2B5EF4-FFF2-40B4-BE49-F238E27FC236}">
                  <a16:creationId xmlns:a16="http://schemas.microsoft.com/office/drawing/2014/main" id="{153EC6B7-C21D-0554-8913-9C940B01CEE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4120" t="37781" r="48861" b="16674"/>
            <a:stretch/>
          </p:blipFill>
          <p:spPr>
            <a:xfrm>
              <a:off x="5569517" y="3420705"/>
              <a:ext cx="968375" cy="153984"/>
            </a:xfrm>
            <a:prstGeom prst="rect">
              <a:avLst/>
            </a:prstGeom>
          </p:spPr>
        </p:pic>
      </p:grpSp>
      <p:grpSp>
        <p:nvGrpSpPr>
          <p:cNvPr id="96" name="组合 95">
            <a:extLst>
              <a:ext uri="{FF2B5EF4-FFF2-40B4-BE49-F238E27FC236}">
                <a16:creationId xmlns:a16="http://schemas.microsoft.com/office/drawing/2014/main" id="{DD63170A-53CD-EF6E-F72D-62BF858E013C}"/>
              </a:ext>
            </a:extLst>
          </p:cNvPr>
          <p:cNvGrpSpPr/>
          <p:nvPr/>
        </p:nvGrpSpPr>
        <p:grpSpPr>
          <a:xfrm>
            <a:off x="8323367" y="2114001"/>
            <a:ext cx="1257300" cy="1158875"/>
            <a:chOff x="7207250" y="1801442"/>
            <a:chExt cx="1257300" cy="1158875"/>
          </a:xfrm>
        </p:grpSpPr>
        <p:grpSp>
          <p:nvGrpSpPr>
            <p:cNvPr id="97" name="Group 63">
              <a:extLst>
                <a:ext uri="{FF2B5EF4-FFF2-40B4-BE49-F238E27FC236}">
                  <a16:creationId xmlns:a16="http://schemas.microsoft.com/office/drawing/2014/main" id="{5D8BC8B8-B96F-568B-EBA9-3AE4C980DDF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28455" y="1801442"/>
              <a:ext cx="1143000" cy="1158875"/>
              <a:chOff x="3691" y="974"/>
              <a:chExt cx="720" cy="730"/>
            </a:xfrm>
            <a:solidFill>
              <a:srgbClr val="FFFFFF"/>
            </a:solidFill>
          </p:grpSpPr>
          <p:sp>
            <p:nvSpPr>
              <p:cNvPr id="101" name="Line 64">
                <a:extLst>
                  <a:ext uri="{FF2B5EF4-FFF2-40B4-BE49-F238E27FC236}">
                    <a16:creationId xmlns:a16="http://schemas.microsoft.com/office/drawing/2014/main" id="{D679812F-7A98-955D-7C3A-8F560D6721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879" y="974"/>
                <a:ext cx="2" cy="96"/>
              </a:xfrm>
              <a:prstGeom prst="line">
                <a:avLst/>
              </a:prstGeom>
              <a:grp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2" name="Line 65">
                <a:extLst>
                  <a:ext uri="{FF2B5EF4-FFF2-40B4-BE49-F238E27FC236}">
                    <a16:creationId xmlns:a16="http://schemas.microsoft.com/office/drawing/2014/main" id="{9AF4F6BD-51C1-6691-75A7-63CABD58B1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749" y="980"/>
                <a:ext cx="140" cy="0"/>
              </a:xfrm>
              <a:prstGeom prst="line">
                <a:avLst/>
              </a:prstGeom>
              <a:grp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3" name="Line 66">
                <a:extLst>
                  <a:ext uri="{FF2B5EF4-FFF2-40B4-BE49-F238E27FC236}">
                    <a16:creationId xmlns:a16="http://schemas.microsoft.com/office/drawing/2014/main" id="{570C2E82-7E23-8961-1E15-34B0E962427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696" y="1697"/>
                <a:ext cx="198" cy="0"/>
              </a:xfrm>
              <a:prstGeom prst="line">
                <a:avLst/>
              </a:prstGeom>
              <a:grp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4" name="Freeform 67">
                <a:extLst>
                  <a:ext uri="{FF2B5EF4-FFF2-40B4-BE49-F238E27FC236}">
                    <a16:creationId xmlns:a16="http://schemas.microsoft.com/office/drawing/2014/main" id="{9098E819-18C4-ADE4-649F-0CD7BC8393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91" y="974"/>
                <a:ext cx="77" cy="717"/>
              </a:xfrm>
              <a:custGeom>
                <a:avLst/>
                <a:gdLst>
                  <a:gd name="T0" fmla="*/ 58 w 77"/>
                  <a:gd name="T1" fmla="*/ 0 h 717"/>
                  <a:gd name="T2" fmla="*/ 77 w 77"/>
                  <a:gd name="T3" fmla="*/ 109 h 717"/>
                  <a:gd name="T4" fmla="*/ 58 w 77"/>
                  <a:gd name="T5" fmla="*/ 230 h 717"/>
                  <a:gd name="T6" fmla="*/ 20 w 77"/>
                  <a:gd name="T7" fmla="*/ 339 h 717"/>
                  <a:gd name="T8" fmla="*/ 20 w 77"/>
                  <a:gd name="T9" fmla="*/ 461 h 717"/>
                  <a:gd name="T10" fmla="*/ 45 w 77"/>
                  <a:gd name="T11" fmla="*/ 602 h 717"/>
                  <a:gd name="T12" fmla="*/ 32 w 77"/>
                  <a:gd name="T13" fmla="*/ 672 h 717"/>
                  <a:gd name="T14" fmla="*/ 0 w 77"/>
                  <a:gd name="T15" fmla="*/ 717 h 71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77"/>
                  <a:gd name="T25" fmla="*/ 0 h 717"/>
                  <a:gd name="T26" fmla="*/ 77 w 77"/>
                  <a:gd name="T27" fmla="*/ 717 h 717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77" h="717">
                    <a:moveTo>
                      <a:pt x="58" y="0"/>
                    </a:moveTo>
                    <a:cubicBezTo>
                      <a:pt x="67" y="35"/>
                      <a:pt x="77" y="71"/>
                      <a:pt x="77" y="109"/>
                    </a:cubicBezTo>
                    <a:cubicBezTo>
                      <a:pt x="77" y="147"/>
                      <a:pt x="67" y="192"/>
                      <a:pt x="58" y="230"/>
                    </a:cubicBezTo>
                    <a:cubicBezTo>
                      <a:pt x="49" y="268"/>
                      <a:pt x="26" y="301"/>
                      <a:pt x="20" y="339"/>
                    </a:cubicBezTo>
                    <a:cubicBezTo>
                      <a:pt x="14" y="377"/>
                      <a:pt x="16" y="417"/>
                      <a:pt x="20" y="461"/>
                    </a:cubicBezTo>
                    <a:cubicBezTo>
                      <a:pt x="24" y="505"/>
                      <a:pt x="43" y="567"/>
                      <a:pt x="45" y="602"/>
                    </a:cubicBezTo>
                    <a:cubicBezTo>
                      <a:pt x="47" y="637"/>
                      <a:pt x="40" y="653"/>
                      <a:pt x="32" y="672"/>
                    </a:cubicBezTo>
                    <a:cubicBezTo>
                      <a:pt x="24" y="691"/>
                      <a:pt x="4" y="710"/>
                      <a:pt x="0" y="717"/>
                    </a:cubicBezTo>
                  </a:path>
                </a:pathLst>
              </a:custGeom>
              <a:grp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5" name="Rectangle 68">
                <a:extLst>
                  <a:ext uri="{FF2B5EF4-FFF2-40B4-BE49-F238E27FC236}">
                    <a16:creationId xmlns:a16="http://schemas.microsoft.com/office/drawing/2014/main" id="{4A0716F2-4EBF-9C6B-CFB9-4DF7C03B19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78" y="1063"/>
                <a:ext cx="533" cy="533"/>
              </a:xfrm>
              <a:prstGeom prst="rect">
                <a:avLst/>
              </a:prstGeom>
              <a:grpFill/>
              <a:ln w="381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6" name="Oval 69">
                <a:extLst>
                  <a:ext uri="{FF2B5EF4-FFF2-40B4-BE49-F238E27FC236}">
                    <a16:creationId xmlns:a16="http://schemas.microsoft.com/office/drawing/2014/main" id="{8D237436-3357-3159-4765-25BCE0BFD4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81" y="1256"/>
                <a:ext cx="141" cy="149"/>
              </a:xfrm>
              <a:prstGeom prst="ellipse">
                <a:avLst/>
              </a:prstGeom>
              <a:grp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7" name="Oval 70">
                <a:extLst>
                  <a:ext uri="{FF2B5EF4-FFF2-40B4-BE49-F238E27FC236}">
                    <a16:creationId xmlns:a16="http://schemas.microsoft.com/office/drawing/2014/main" id="{71450FFD-753C-5322-54CA-E39B23E45E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1256"/>
                <a:ext cx="141" cy="146"/>
              </a:xfrm>
              <a:prstGeom prst="ellipse">
                <a:avLst/>
              </a:prstGeom>
              <a:grp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8" name="Rectangle 71">
                <a:extLst>
                  <a:ext uri="{FF2B5EF4-FFF2-40B4-BE49-F238E27FC236}">
                    <a16:creationId xmlns:a16="http://schemas.microsoft.com/office/drawing/2014/main" id="{1207EE9B-2822-F3CD-FFD3-0A444CF20D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45" y="1262"/>
                <a:ext cx="240" cy="134"/>
              </a:xfrm>
              <a:prstGeom prst="rect">
                <a:avLst/>
              </a:prstGeom>
              <a:grpFill/>
              <a:ln w="952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9" name="Line 72">
                <a:extLst>
                  <a:ext uri="{FF2B5EF4-FFF2-40B4-BE49-F238E27FC236}">
                    <a16:creationId xmlns:a16="http://schemas.microsoft.com/office/drawing/2014/main" id="{D9882E1C-38ED-BAD2-6FDB-1C5B1BEE9A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47" y="1257"/>
                <a:ext cx="238" cy="0"/>
              </a:xfrm>
              <a:prstGeom prst="line">
                <a:avLst/>
              </a:prstGeom>
              <a:grp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0" name="Line 73">
                <a:extLst>
                  <a:ext uri="{FF2B5EF4-FFF2-40B4-BE49-F238E27FC236}">
                    <a16:creationId xmlns:a16="http://schemas.microsoft.com/office/drawing/2014/main" id="{64BD76BA-CEFF-391B-F7CE-6BBC1E869C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45" y="1407"/>
                <a:ext cx="245" cy="0"/>
              </a:xfrm>
              <a:prstGeom prst="line">
                <a:avLst/>
              </a:prstGeom>
              <a:grp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1" name="Line 77">
                <a:extLst>
                  <a:ext uri="{FF2B5EF4-FFF2-40B4-BE49-F238E27FC236}">
                    <a16:creationId xmlns:a16="http://schemas.microsoft.com/office/drawing/2014/main" id="{4598B164-B0AE-5359-6D04-80CD7FB3C0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880" y="1580"/>
                <a:ext cx="0" cy="124"/>
              </a:xfrm>
              <a:prstGeom prst="line">
                <a:avLst/>
              </a:prstGeom>
              <a:grp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98" name="图片 97">
              <a:extLst>
                <a:ext uri="{FF2B5EF4-FFF2-40B4-BE49-F238E27FC236}">
                  <a16:creationId xmlns:a16="http://schemas.microsoft.com/office/drawing/2014/main" id="{F4135177-5128-201D-C097-DC0C6B2AC2E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429" t="36250" r="53621" b="25248"/>
            <a:stretch/>
          </p:blipFill>
          <p:spPr>
            <a:xfrm>
              <a:off x="7207250" y="2305050"/>
              <a:ext cx="1257300" cy="130175"/>
            </a:xfrm>
            <a:prstGeom prst="rect">
              <a:avLst/>
            </a:prstGeom>
          </p:spPr>
        </p:pic>
        <p:pic>
          <p:nvPicPr>
            <p:cNvPr id="99" name="图片 98">
              <a:extLst>
                <a:ext uri="{FF2B5EF4-FFF2-40B4-BE49-F238E27FC236}">
                  <a16:creationId xmlns:a16="http://schemas.microsoft.com/office/drawing/2014/main" id="{D0E93EF9-8FBF-9367-3355-87A413A7F65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16" t="40066" r="64178" b="27215"/>
            <a:stretch/>
          </p:blipFill>
          <p:spPr>
            <a:xfrm rot="5400000">
              <a:off x="7995441" y="2310067"/>
              <a:ext cx="358775" cy="110623"/>
            </a:xfrm>
            <a:prstGeom prst="rect">
              <a:avLst/>
            </a:prstGeom>
          </p:spPr>
        </p:pic>
        <p:pic>
          <p:nvPicPr>
            <p:cNvPr id="100" name="图片 99">
              <a:extLst>
                <a:ext uri="{FF2B5EF4-FFF2-40B4-BE49-F238E27FC236}">
                  <a16:creationId xmlns:a16="http://schemas.microsoft.com/office/drawing/2014/main" id="{0233863E-0CA7-3570-0A8F-0B71BA81F9A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16" t="40066" r="64178" b="27215"/>
            <a:stretch/>
          </p:blipFill>
          <p:spPr>
            <a:xfrm rot="5400000">
              <a:off x="7608303" y="2310067"/>
              <a:ext cx="358775" cy="110623"/>
            </a:xfrm>
            <a:prstGeom prst="rect">
              <a:avLst/>
            </a:prstGeom>
          </p:spPr>
        </p:pic>
      </p:grpSp>
      <p:grpSp>
        <p:nvGrpSpPr>
          <p:cNvPr id="112" name="组合 111">
            <a:extLst>
              <a:ext uri="{FF2B5EF4-FFF2-40B4-BE49-F238E27FC236}">
                <a16:creationId xmlns:a16="http://schemas.microsoft.com/office/drawing/2014/main" id="{C84E893C-AF34-C7B7-B15E-EBDE44F78432}"/>
              </a:ext>
            </a:extLst>
          </p:cNvPr>
          <p:cNvGrpSpPr/>
          <p:nvPr/>
        </p:nvGrpSpPr>
        <p:grpSpPr>
          <a:xfrm>
            <a:off x="9857182" y="2181826"/>
            <a:ext cx="947034" cy="969278"/>
            <a:chOff x="8741065" y="1869267"/>
            <a:chExt cx="947034" cy="969278"/>
          </a:xfrm>
        </p:grpSpPr>
        <p:grpSp>
          <p:nvGrpSpPr>
            <p:cNvPr id="113" name="Group 47">
              <a:extLst>
                <a:ext uri="{FF2B5EF4-FFF2-40B4-BE49-F238E27FC236}">
                  <a16:creationId xmlns:a16="http://schemas.microsoft.com/office/drawing/2014/main" id="{85CE0F02-5079-B2D8-1A21-5E453DEC25B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822308" y="1939370"/>
              <a:ext cx="836613" cy="849313"/>
              <a:chOff x="3663" y="1493"/>
              <a:chExt cx="527" cy="535"/>
            </a:xfrm>
          </p:grpSpPr>
          <p:sp>
            <p:nvSpPr>
              <p:cNvPr id="116" name="Line 48">
                <a:extLst>
                  <a:ext uri="{FF2B5EF4-FFF2-40B4-BE49-F238E27FC236}">
                    <a16:creationId xmlns:a16="http://schemas.microsoft.com/office/drawing/2014/main" id="{1B8E7542-7917-E73B-569F-63BF852CFA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83" y="1509"/>
                <a:ext cx="312" cy="17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7" name="Line 49">
                <a:extLst>
                  <a:ext uri="{FF2B5EF4-FFF2-40B4-BE49-F238E27FC236}">
                    <a16:creationId xmlns:a16="http://schemas.microsoft.com/office/drawing/2014/main" id="{0CC31B60-ECD0-0C79-C121-ED0DF9CD78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66" y="1562"/>
                <a:ext cx="446" cy="25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8" name="Line 50">
                <a:extLst>
                  <a:ext uri="{FF2B5EF4-FFF2-40B4-BE49-F238E27FC236}">
                    <a16:creationId xmlns:a16="http://schemas.microsoft.com/office/drawing/2014/main" id="{1AE3AD14-7804-B706-7BED-D4C162F29C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708" y="1657"/>
                <a:ext cx="469" cy="27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9" name="Line 51">
                <a:extLst>
                  <a:ext uri="{FF2B5EF4-FFF2-40B4-BE49-F238E27FC236}">
                    <a16:creationId xmlns:a16="http://schemas.microsoft.com/office/drawing/2014/main" id="{A0B3AE4E-4921-210C-B45B-9B93438686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813" y="1810"/>
                <a:ext cx="322" cy="18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0" name="Line 53">
                <a:extLst>
                  <a:ext uri="{FF2B5EF4-FFF2-40B4-BE49-F238E27FC236}">
                    <a16:creationId xmlns:a16="http://schemas.microsoft.com/office/drawing/2014/main" id="{21E8B3FD-4D44-F227-07F5-AEFBA3C880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948" y="1911"/>
                <a:ext cx="195" cy="11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1" name="Arc 55">
                <a:extLst>
                  <a:ext uri="{FF2B5EF4-FFF2-40B4-BE49-F238E27FC236}">
                    <a16:creationId xmlns:a16="http://schemas.microsoft.com/office/drawing/2014/main" id="{7BCA58E1-1143-5DC1-CE02-E1C8A166C5DE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3663" y="1493"/>
                <a:ext cx="526" cy="535"/>
              </a:xfrm>
              <a:custGeom>
                <a:avLst/>
                <a:gdLst>
                  <a:gd name="T0" fmla="*/ 0 w 42735"/>
                  <a:gd name="T1" fmla="*/ 0 h 43200"/>
                  <a:gd name="T2" fmla="*/ 0 w 42735"/>
                  <a:gd name="T3" fmla="*/ 0 h 43200"/>
                  <a:gd name="T4" fmla="*/ 0 w 42735"/>
                  <a:gd name="T5" fmla="*/ 0 h 43200"/>
                  <a:gd name="T6" fmla="*/ 0 60000 65536"/>
                  <a:gd name="T7" fmla="*/ 0 60000 65536"/>
                  <a:gd name="T8" fmla="*/ 0 60000 65536"/>
                  <a:gd name="T9" fmla="*/ 0 w 42735"/>
                  <a:gd name="T10" fmla="*/ 0 h 43200"/>
                  <a:gd name="T11" fmla="*/ 42735 w 42735"/>
                  <a:gd name="T12" fmla="*/ 4320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2735" h="43200" fill="none" extrusionOk="0">
                    <a:moveTo>
                      <a:pt x="42693" y="26251"/>
                    </a:moveTo>
                    <a:cubicBezTo>
                      <a:pt x="40510" y="36150"/>
                      <a:pt x="31737" y="43199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1811" y="-1"/>
                      <a:pt x="40628" y="7151"/>
                      <a:pt x="42735" y="17142"/>
                    </a:cubicBezTo>
                  </a:path>
                  <a:path w="42735" h="43200" stroke="0" extrusionOk="0">
                    <a:moveTo>
                      <a:pt x="42693" y="26251"/>
                    </a:moveTo>
                    <a:cubicBezTo>
                      <a:pt x="40510" y="36150"/>
                      <a:pt x="31737" y="43199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1811" y="-1"/>
                      <a:pt x="40628" y="7151"/>
                      <a:pt x="42735" y="17142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2" name="Line 56">
                <a:extLst>
                  <a:ext uri="{FF2B5EF4-FFF2-40B4-BE49-F238E27FC236}">
                    <a16:creationId xmlns:a16="http://schemas.microsoft.com/office/drawing/2014/main" id="{B17F30C1-544E-02DF-F1B5-D00E21C5DD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133" y="1697"/>
                <a:ext cx="53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3" name="Line 57">
                <a:extLst>
                  <a:ext uri="{FF2B5EF4-FFF2-40B4-BE49-F238E27FC236}">
                    <a16:creationId xmlns:a16="http://schemas.microsoft.com/office/drawing/2014/main" id="{F9997148-9875-D5D9-A6DF-CBC1D700CE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33" y="1692"/>
                <a:ext cx="0" cy="14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4" name="Line 58">
                <a:extLst>
                  <a:ext uri="{FF2B5EF4-FFF2-40B4-BE49-F238E27FC236}">
                    <a16:creationId xmlns:a16="http://schemas.microsoft.com/office/drawing/2014/main" id="{AC8F663D-AD02-16CE-CCE7-40A7E913B5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23" y="1831"/>
                <a:ext cx="67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14" name="图片 113">
              <a:extLst>
                <a:ext uri="{FF2B5EF4-FFF2-40B4-BE49-F238E27FC236}">
                  <a16:creationId xmlns:a16="http://schemas.microsoft.com/office/drawing/2014/main" id="{EAF70688-70A2-1D79-390C-49E72A2E977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704" t="28232" r="48861" b="16675"/>
            <a:stretch/>
          </p:blipFill>
          <p:spPr>
            <a:xfrm rot="5400000">
              <a:off x="8763390" y="2260773"/>
              <a:ext cx="969278" cy="186266"/>
            </a:xfrm>
            <a:prstGeom prst="rect">
              <a:avLst/>
            </a:prstGeom>
          </p:spPr>
        </p:pic>
        <p:pic>
          <p:nvPicPr>
            <p:cNvPr id="115" name="图片 114">
              <a:extLst>
                <a:ext uri="{FF2B5EF4-FFF2-40B4-BE49-F238E27FC236}">
                  <a16:creationId xmlns:a16="http://schemas.microsoft.com/office/drawing/2014/main" id="{C7FEDE4B-B25E-D972-ECE9-7FFA93D7F1D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4120" t="37781" r="48861" b="16674"/>
            <a:stretch/>
          </p:blipFill>
          <p:spPr>
            <a:xfrm>
              <a:off x="8741065" y="2311400"/>
              <a:ext cx="947034" cy="15398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34900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75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75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75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75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500"/>
                            </p:stCondLst>
                            <p:childTnLst>
                              <p:par>
                                <p:cTn id="9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500"/>
                            </p:stCondLst>
                            <p:childTnLst>
                              <p:par>
                                <p:cTn id="1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utoUpdateAnimBg="0"/>
      <p:bldP spid="31" grpId="0" autoUpdateAnimBg="0"/>
      <p:bldP spid="32" grpId="0" build="p" autoUpdateAnimBg="0"/>
      <p:bldP spid="33" grpId="0" autoUpdateAnimBg="0"/>
      <p:bldP spid="34" grpId="0" autoUpdateAnimBg="0"/>
      <p:bldP spid="35" grpId="0" autoUpdateAnimBg="0"/>
      <p:bldP spid="38" grpId="0" animBg="1" autoUpdateAnimBg="0"/>
      <p:bldP spid="39" grpId="0" animBg="1"/>
      <p:bldP spid="39" grpId="1" animBg="1"/>
      <p:bldP spid="40" grpId="0" animBg="1"/>
      <p:bldP spid="40" grpId="1" animBg="1"/>
      <p:bldP spid="41" grpId="0" build="p" autoUpdateAnimBg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F5EAA8-CC92-4E16-742C-3CC6D8EA7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>
            <a:extLst>
              <a:ext uri="{FF2B5EF4-FFF2-40B4-BE49-F238E27FC236}">
                <a16:creationId xmlns:a16="http://schemas.microsoft.com/office/drawing/2014/main" id="{16C67BEE-8761-C3A5-EEAD-4201533816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19" y="412176"/>
            <a:ext cx="2358338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10.3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断面图</a:t>
            </a:r>
          </a:p>
        </p:txBody>
      </p:sp>
      <p:sp>
        <p:nvSpPr>
          <p:cNvPr id="16" name="灯片编号占位符 3">
            <a:extLst>
              <a:ext uri="{FF2B5EF4-FFF2-40B4-BE49-F238E27FC236}">
                <a16:creationId xmlns:a16="http://schemas.microsoft.com/office/drawing/2014/main" id="{597BA4F5-88F4-3394-0A5E-7A05D7D7A96B}"/>
              </a:ext>
            </a:extLst>
          </p:cNvPr>
          <p:cNvSpPr txBox="1">
            <a:spLocks/>
          </p:cNvSpPr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  <a:pPr/>
              <a:t>49</a:t>
            </a:fld>
            <a:endParaRPr lang="en-US" altLang="zh-CN" dirty="0"/>
          </a:p>
        </p:txBody>
      </p:sp>
      <p:sp>
        <p:nvSpPr>
          <p:cNvPr id="25" name="Text Box 87">
            <a:extLst>
              <a:ext uri="{FF2B5EF4-FFF2-40B4-BE49-F238E27FC236}">
                <a16:creationId xmlns:a16="http://schemas.microsoft.com/office/drawing/2014/main" id="{C82BF33C-1024-D84F-D0B0-1BDF9F71BF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376" y="1177588"/>
            <a:ext cx="387798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fontAlgn="base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断面图的画法及标注</a:t>
            </a:r>
          </a:p>
        </p:txBody>
      </p:sp>
      <p:sp>
        <p:nvSpPr>
          <p:cNvPr id="2" name="Text Box 47">
            <a:extLst>
              <a:ext uri="{FF2B5EF4-FFF2-40B4-BE49-F238E27FC236}">
                <a16:creationId xmlns:a16="http://schemas.microsoft.com/office/drawing/2014/main" id="{D98F36AD-2168-E598-7284-308F967937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376" y="1831614"/>
            <a:ext cx="2201244" cy="461665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(1) </a:t>
            </a:r>
            <a:r>
              <a:rPr lang="zh-CN" altLang="en-US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移出断面图</a:t>
            </a:r>
          </a:p>
        </p:txBody>
      </p:sp>
      <p:sp>
        <p:nvSpPr>
          <p:cNvPr id="3" name="Text Box 60">
            <a:extLst>
              <a:ext uri="{FF2B5EF4-FFF2-40B4-BE49-F238E27FC236}">
                <a16:creationId xmlns:a16="http://schemas.microsoft.com/office/drawing/2014/main" id="{6AE312EB-7C1D-1280-91FB-7C98B0FA91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4721" y="2637023"/>
            <a:ext cx="100860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 注</a:t>
            </a:r>
          </a:p>
        </p:txBody>
      </p:sp>
      <p:sp>
        <p:nvSpPr>
          <p:cNvPr id="4" name="Line 18">
            <a:extLst>
              <a:ext uri="{FF2B5EF4-FFF2-40B4-BE49-F238E27FC236}">
                <a16:creationId xmlns:a16="http://schemas.microsoft.com/office/drawing/2014/main" id="{07C5D98E-0DBA-02DE-9946-80C2DAFCF664}"/>
              </a:ext>
            </a:extLst>
          </p:cNvPr>
          <p:cNvSpPr>
            <a:spLocks noChangeShapeType="1"/>
          </p:cNvSpPr>
          <p:nvPr/>
        </p:nvSpPr>
        <p:spPr bwMode="auto">
          <a:xfrm>
            <a:off x="5796609" y="1445241"/>
            <a:ext cx="0" cy="234950"/>
          </a:xfrm>
          <a:prstGeom prst="line">
            <a:avLst/>
          </a:prstGeom>
          <a:noFill/>
          <a:ln w="57150">
            <a:solidFill>
              <a:srgbClr val="A5002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Line 19">
            <a:extLst>
              <a:ext uri="{FF2B5EF4-FFF2-40B4-BE49-F238E27FC236}">
                <a16:creationId xmlns:a16="http://schemas.microsoft.com/office/drawing/2014/main" id="{507D3FC8-168B-BCA2-D0EC-50991BC2D6FF}"/>
              </a:ext>
            </a:extLst>
          </p:cNvPr>
          <p:cNvSpPr>
            <a:spLocks noChangeShapeType="1"/>
          </p:cNvSpPr>
          <p:nvPr/>
        </p:nvSpPr>
        <p:spPr bwMode="auto">
          <a:xfrm>
            <a:off x="5783909" y="1446828"/>
            <a:ext cx="366713" cy="0"/>
          </a:xfrm>
          <a:prstGeom prst="line">
            <a:avLst/>
          </a:prstGeom>
          <a:noFill/>
          <a:ln w="9525">
            <a:solidFill>
              <a:srgbClr val="A50021"/>
            </a:solidFill>
            <a:round/>
            <a:headEnd/>
            <a:tailEnd type="triangle" w="sm" len="lg"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Line 20">
            <a:extLst>
              <a:ext uri="{FF2B5EF4-FFF2-40B4-BE49-F238E27FC236}">
                <a16:creationId xmlns:a16="http://schemas.microsoft.com/office/drawing/2014/main" id="{6247E3B0-06A3-3B85-47C3-F8ACDA28E44F}"/>
              </a:ext>
            </a:extLst>
          </p:cNvPr>
          <p:cNvSpPr>
            <a:spLocks noChangeShapeType="1"/>
          </p:cNvSpPr>
          <p:nvPr/>
        </p:nvSpPr>
        <p:spPr bwMode="auto">
          <a:xfrm>
            <a:off x="5787084" y="3367703"/>
            <a:ext cx="366713" cy="0"/>
          </a:xfrm>
          <a:prstGeom prst="line">
            <a:avLst/>
          </a:prstGeom>
          <a:noFill/>
          <a:ln w="9525">
            <a:solidFill>
              <a:srgbClr val="A50021"/>
            </a:solidFill>
            <a:round/>
            <a:headEnd/>
            <a:tailEnd type="triangle" w="sm" len="lg"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Line 21">
            <a:extLst>
              <a:ext uri="{FF2B5EF4-FFF2-40B4-BE49-F238E27FC236}">
                <a16:creationId xmlns:a16="http://schemas.microsoft.com/office/drawing/2014/main" id="{D10F04A0-4A84-5B66-4CB0-08110DC3288F}"/>
              </a:ext>
            </a:extLst>
          </p:cNvPr>
          <p:cNvSpPr>
            <a:spLocks noChangeShapeType="1"/>
          </p:cNvSpPr>
          <p:nvPr/>
        </p:nvSpPr>
        <p:spPr bwMode="auto">
          <a:xfrm>
            <a:off x="5807722" y="3143866"/>
            <a:ext cx="0" cy="234950"/>
          </a:xfrm>
          <a:prstGeom prst="line">
            <a:avLst/>
          </a:prstGeom>
          <a:noFill/>
          <a:ln w="57150">
            <a:solidFill>
              <a:srgbClr val="A5002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Line 59">
            <a:extLst>
              <a:ext uri="{FF2B5EF4-FFF2-40B4-BE49-F238E27FC236}">
                <a16:creationId xmlns:a16="http://schemas.microsoft.com/office/drawing/2014/main" id="{2A3EF025-5D1C-DC6F-DDCB-39D3AD8BFC14}"/>
              </a:ext>
            </a:extLst>
          </p:cNvPr>
          <p:cNvSpPr>
            <a:spLocks noChangeShapeType="1"/>
          </p:cNvSpPr>
          <p:nvPr/>
        </p:nvSpPr>
        <p:spPr bwMode="auto">
          <a:xfrm>
            <a:off x="9023997" y="1600816"/>
            <a:ext cx="0" cy="295275"/>
          </a:xfrm>
          <a:prstGeom prst="line">
            <a:avLst/>
          </a:prstGeom>
          <a:noFill/>
          <a:ln w="57150">
            <a:solidFill>
              <a:srgbClr val="A5002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 Box 78">
            <a:extLst>
              <a:ext uri="{FF2B5EF4-FFF2-40B4-BE49-F238E27FC236}">
                <a16:creationId xmlns:a16="http://schemas.microsoft.com/office/drawing/2014/main" id="{40E8DEB6-A099-C5FA-B24F-081927E46F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66824" y="1356341"/>
            <a:ext cx="453971" cy="5232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10" name="Text Box 79">
            <a:extLst>
              <a:ext uri="{FF2B5EF4-FFF2-40B4-BE49-F238E27FC236}">
                <a16:creationId xmlns:a16="http://schemas.microsoft.com/office/drawing/2014/main" id="{531DAE2B-B8C0-DACC-F8E1-9484C8D041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87461" y="2881928"/>
            <a:ext cx="453971" cy="5232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11" name="Text Box 80">
            <a:extLst>
              <a:ext uri="{FF2B5EF4-FFF2-40B4-BE49-F238E27FC236}">
                <a16:creationId xmlns:a16="http://schemas.microsoft.com/office/drawing/2014/main" id="{C9447D96-F38A-08FE-DDB9-14560E82B4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43158" y="1423016"/>
            <a:ext cx="1111203" cy="5232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A—A</a:t>
            </a:r>
          </a:p>
        </p:txBody>
      </p:sp>
      <p:sp>
        <p:nvSpPr>
          <p:cNvPr id="12" name="Line 81">
            <a:extLst>
              <a:ext uri="{FF2B5EF4-FFF2-40B4-BE49-F238E27FC236}">
                <a16:creationId xmlns:a16="http://schemas.microsoft.com/office/drawing/2014/main" id="{CEA4BB8B-D555-7312-11ED-21B306AE537C}"/>
              </a:ext>
            </a:extLst>
          </p:cNvPr>
          <p:cNvSpPr>
            <a:spLocks noChangeShapeType="1"/>
          </p:cNvSpPr>
          <p:nvPr/>
        </p:nvSpPr>
        <p:spPr bwMode="auto">
          <a:xfrm>
            <a:off x="9033522" y="2924791"/>
            <a:ext cx="0" cy="295275"/>
          </a:xfrm>
          <a:prstGeom prst="line">
            <a:avLst/>
          </a:prstGeom>
          <a:noFill/>
          <a:ln w="57150">
            <a:solidFill>
              <a:srgbClr val="A5002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EBB0CDCE-48B5-07D2-B255-B279EACA4A34}"/>
              </a:ext>
            </a:extLst>
          </p:cNvPr>
          <p:cNvGrpSpPr/>
          <p:nvPr/>
        </p:nvGrpSpPr>
        <p:grpSpPr>
          <a:xfrm>
            <a:off x="4943872" y="1753216"/>
            <a:ext cx="2727960" cy="1293812"/>
            <a:chOff x="3891280" y="1715532"/>
            <a:chExt cx="2727960" cy="1293812"/>
          </a:xfrm>
        </p:grpSpPr>
        <p:grpSp>
          <p:nvGrpSpPr>
            <p:cNvPr id="14" name="Group 5">
              <a:extLst>
                <a:ext uri="{FF2B5EF4-FFF2-40B4-BE49-F238E27FC236}">
                  <a16:creationId xmlns:a16="http://schemas.microsoft.com/office/drawing/2014/main" id="{3EDF02E3-032A-6578-CBC4-0696AD7DC19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85193" y="1715532"/>
              <a:ext cx="2501900" cy="1293812"/>
              <a:chOff x="968" y="1235"/>
              <a:chExt cx="1576" cy="815"/>
            </a:xfrm>
          </p:grpSpPr>
          <p:sp>
            <p:nvSpPr>
              <p:cNvPr id="20" name="Rectangle 6">
                <a:extLst>
                  <a:ext uri="{FF2B5EF4-FFF2-40B4-BE49-F238E27FC236}">
                    <a16:creationId xmlns:a16="http://schemas.microsoft.com/office/drawing/2014/main" id="{AEC4CAAA-41D2-7F19-F69B-893B65D79C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8" y="1235"/>
                <a:ext cx="1040" cy="815"/>
              </a:xfrm>
              <a:prstGeom prst="rect">
                <a:avLst/>
              </a:prstGeom>
              <a:solidFill>
                <a:srgbClr val="FFFFFF"/>
              </a:solidFill>
              <a:ln w="381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" name="Oval 7">
                <a:extLst>
                  <a:ext uri="{FF2B5EF4-FFF2-40B4-BE49-F238E27FC236}">
                    <a16:creationId xmlns:a16="http://schemas.microsoft.com/office/drawing/2014/main" id="{F442A557-242A-162C-A5F9-D176355123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1" y="1540"/>
                <a:ext cx="205" cy="205"/>
              </a:xfrm>
              <a:prstGeom prst="ellipse">
                <a:avLst/>
              </a:prstGeom>
              <a:solidFill>
                <a:srgbClr val="FFFFFF"/>
              </a:solidFill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" name="Oval 8">
                <a:extLst>
                  <a:ext uri="{FF2B5EF4-FFF2-40B4-BE49-F238E27FC236}">
                    <a16:creationId xmlns:a16="http://schemas.microsoft.com/office/drawing/2014/main" id="{140CD399-7644-ADF4-CD48-06E8A569D8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2" y="1540"/>
                <a:ext cx="205" cy="205"/>
              </a:xfrm>
              <a:prstGeom prst="ellipse">
                <a:avLst/>
              </a:prstGeom>
              <a:solidFill>
                <a:srgbClr val="FFFFFF"/>
              </a:solidFill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3" name="Rectangle 9">
                <a:extLst>
                  <a:ext uri="{FF2B5EF4-FFF2-40B4-BE49-F238E27FC236}">
                    <a16:creationId xmlns:a16="http://schemas.microsoft.com/office/drawing/2014/main" id="{FAC677F0-7055-1DE6-5D37-297F36174C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0" y="1533"/>
                <a:ext cx="487" cy="21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4" name="Line 10">
                <a:extLst>
                  <a:ext uri="{FF2B5EF4-FFF2-40B4-BE49-F238E27FC236}">
                    <a16:creationId xmlns:a16="http://schemas.microsoft.com/office/drawing/2014/main" id="{2669ED16-4E4E-790F-B346-4FBDF9EBD0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41" y="1538"/>
                <a:ext cx="485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" name="Line 11">
                <a:extLst>
                  <a:ext uri="{FF2B5EF4-FFF2-40B4-BE49-F238E27FC236}">
                    <a16:creationId xmlns:a16="http://schemas.microsoft.com/office/drawing/2014/main" id="{E5795DA8-13FF-239A-B078-69B31A565A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46" y="1745"/>
                <a:ext cx="485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7" name="Rectangle 14">
                <a:extLst>
                  <a:ext uri="{FF2B5EF4-FFF2-40B4-BE49-F238E27FC236}">
                    <a16:creationId xmlns:a16="http://schemas.microsoft.com/office/drawing/2014/main" id="{02D4BC08-E6BF-D53A-47E6-F10F5A1527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11" y="1381"/>
                <a:ext cx="533" cy="533"/>
              </a:xfrm>
              <a:prstGeom prst="rect">
                <a:avLst/>
              </a:prstGeom>
              <a:solidFill>
                <a:srgbClr val="FFFFFF"/>
              </a:solidFill>
              <a:ln w="381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8" name="Oval 15">
                <a:extLst>
                  <a:ext uri="{FF2B5EF4-FFF2-40B4-BE49-F238E27FC236}">
                    <a16:creationId xmlns:a16="http://schemas.microsoft.com/office/drawing/2014/main" id="{06D616B2-6F7A-B400-A7CB-6DCAFC2267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5" y="1570"/>
                <a:ext cx="141" cy="141"/>
              </a:xfrm>
              <a:prstGeom prst="ellipse">
                <a:avLst/>
              </a:prstGeom>
              <a:solidFill>
                <a:srgbClr val="FFFFFF"/>
              </a:solidFill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6F50A3D1-3E90-6096-BFB1-40ED4C79F57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880" t="32025" r="40345" b="22900"/>
            <a:stretch/>
          </p:blipFill>
          <p:spPr>
            <a:xfrm>
              <a:off x="3891280" y="2286000"/>
              <a:ext cx="2727960" cy="152400"/>
            </a:xfrm>
            <a:prstGeom prst="rect">
              <a:avLst/>
            </a:prstGeom>
          </p:spPr>
        </p:pic>
        <p:pic>
          <p:nvPicPr>
            <p:cNvPr id="17" name="图片 16">
              <a:extLst>
                <a:ext uri="{FF2B5EF4-FFF2-40B4-BE49-F238E27FC236}">
                  <a16:creationId xmlns:a16="http://schemas.microsoft.com/office/drawing/2014/main" id="{0E29996A-25E2-139B-1515-B411E7038AC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507" t="36724" r="64998" b="27217"/>
            <a:stretch/>
          </p:blipFill>
          <p:spPr>
            <a:xfrm rot="5400000">
              <a:off x="4200936" y="2298159"/>
              <a:ext cx="441639" cy="121919"/>
            </a:xfrm>
            <a:prstGeom prst="rect">
              <a:avLst/>
            </a:prstGeom>
          </p:spPr>
        </p:pic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10C2AD37-E354-B946-CE69-C9C1DDB732F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507" t="36724" r="64998" b="27217"/>
            <a:stretch/>
          </p:blipFill>
          <p:spPr>
            <a:xfrm rot="5400000">
              <a:off x="4976730" y="2298159"/>
              <a:ext cx="441639" cy="121919"/>
            </a:xfrm>
            <a:prstGeom prst="rect">
              <a:avLst/>
            </a:prstGeom>
          </p:spPr>
        </p:pic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4EEACC05-0487-5EA5-B2B7-33123AA2BBE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552" t="30018" r="63164" b="8942"/>
            <a:stretch/>
          </p:blipFill>
          <p:spPr>
            <a:xfrm rot="5400000">
              <a:off x="5840411" y="2250719"/>
              <a:ext cx="412752" cy="206375"/>
            </a:xfrm>
            <a:prstGeom prst="rect">
              <a:avLst/>
            </a:prstGeom>
          </p:spPr>
        </p:pic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664E5987-54D7-70E4-7A6B-BE44CAE3939E}"/>
              </a:ext>
            </a:extLst>
          </p:cNvPr>
          <p:cNvGrpSpPr/>
          <p:nvPr/>
        </p:nvGrpSpPr>
        <p:grpSpPr>
          <a:xfrm>
            <a:off x="5081032" y="3746563"/>
            <a:ext cx="1367815" cy="1401234"/>
            <a:chOff x="4028440" y="3708879"/>
            <a:chExt cx="1367815" cy="1401234"/>
          </a:xfrm>
        </p:grpSpPr>
        <p:grpSp>
          <p:nvGrpSpPr>
            <p:cNvPr id="30" name="Group 22">
              <a:extLst>
                <a:ext uri="{FF2B5EF4-FFF2-40B4-BE49-F238E27FC236}">
                  <a16:creationId xmlns:a16="http://schemas.microsoft.com/office/drawing/2014/main" id="{96DEEE75-4E19-F3B4-5122-AD79BEE48B7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12191" y="3760232"/>
              <a:ext cx="1260475" cy="1282700"/>
              <a:chOff x="1048" y="2548"/>
              <a:chExt cx="794" cy="808"/>
            </a:xfrm>
          </p:grpSpPr>
          <p:sp>
            <p:nvSpPr>
              <p:cNvPr id="34" name="Line 23">
                <a:extLst>
                  <a:ext uri="{FF2B5EF4-FFF2-40B4-BE49-F238E27FC236}">
                    <a16:creationId xmlns:a16="http://schemas.microsoft.com/office/drawing/2014/main" id="{8D2503BD-837F-17AB-4CB6-63D613CE1D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71" y="2553"/>
                <a:ext cx="440" cy="25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5" name="Line 24">
                <a:extLst>
                  <a:ext uri="{FF2B5EF4-FFF2-40B4-BE49-F238E27FC236}">
                    <a16:creationId xmlns:a16="http://schemas.microsoft.com/office/drawing/2014/main" id="{FEB8D5E0-96B5-E94E-97FE-2749032815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52" y="2605"/>
                <a:ext cx="584" cy="33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6" name="Line 25">
                <a:extLst>
                  <a:ext uri="{FF2B5EF4-FFF2-40B4-BE49-F238E27FC236}">
                    <a16:creationId xmlns:a16="http://schemas.microsoft.com/office/drawing/2014/main" id="{1BB969E2-A798-0560-70C3-C5E5E3EB3A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53" y="2675"/>
                <a:ext cx="680" cy="39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8" name="Line 26">
                <a:extLst>
                  <a:ext uri="{FF2B5EF4-FFF2-40B4-BE49-F238E27FC236}">
                    <a16:creationId xmlns:a16="http://schemas.microsoft.com/office/drawing/2014/main" id="{9AE70E7C-7815-569F-600E-F007183F74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113" y="2773"/>
                <a:ext cx="683" cy="39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9" name="Line 27">
                <a:extLst>
                  <a:ext uri="{FF2B5EF4-FFF2-40B4-BE49-F238E27FC236}">
                    <a16:creationId xmlns:a16="http://schemas.microsoft.com/office/drawing/2014/main" id="{E174682B-4237-7C98-1C7A-A3A3E61F33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176" y="2926"/>
                <a:ext cx="584" cy="33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0" name="Line 28">
                <a:extLst>
                  <a:ext uri="{FF2B5EF4-FFF2-40B4-BE49-F238E27FC236}">
                    <a16:creationId xmlns:a16="http://schemas.microsoft.com/office/drawing/2014/main" id="{592AD374-3C3A-07EC-F541-49A3B2EEE7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82" y="3056"/>
                <a:ext cx="483" cy="27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1" name="Line 29">
                <a:extLst>
                  <a:ext uri="{FF2B5EF4-FFF2-40B4-BE49-F238E27FC236}">
                    <a16:creationId xmlns:a16="http://schemas.microsoft.com/office/drawing/2014/main" id="{FB644F07-1222-3180-C01F-4D6B9E540F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54" y="3157"/>
                <a:ext cx="341" cy="19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2" name="Line 32">
                <a:extLst>
                  <a:ext uri="{FF2B5EF4-FFF2-40B4-BE49-F238E27FC236}">
                    <a16:creationId xmlns:a16="http://schemas.microsoft.com/office/drawing/2014/main" id="{10BC635C-9959-DB0D-878E-E320144A04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45" y="3057"/>
                <a:ext cx="88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3" name="Arc 33">
                <a:extLst>
                  <a:ext uri="{FF2B5EF4-FFF2-40B4-BE49-F238E27FC236}">
                    <a16:creationId xmlns:a16="http://schemas.microsoft.com/office/drawing/2014/main" id="{F1A9BAEC-F332-FEC8-C5A6-5BB0DCBA1CDD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1048" y="2548"/>
                <a:ext cx="794" cy="808"/>
              </a:xfrm>
              <a:custGeom>
                <a:avLst/>
                <a:gdLst>
                  <a:gd name="T0" fmla="*/ 0 w 42686"/>
                  <a:gd name="T1" fmla="*/ 0 h 43200"/>
                  <a:gd name="T2" fmla="*/ 0 w 42686"/>
                  <a:gd name="T3" fmla="*/ 0 h 43200"/>
                  <a:gd name="T4" fmla="*/ 0 w 42686"/>
                  <a:gd name="T5" fmla="*/ 0 h 43200"/>
                  <a:gd name="T6" fmla="*/ 0 60000 65536"/>
                  <a:gd name="T7" fmla="*/ 0 60000 65536"/>
                  <a:gd name="T8" fmla="*/ 0 60000 65536"/>
                  <a:gd name="T9" fmla="*/ 0 w 42686"/>
                  <a:gd name="T10" fmla="*/ 0 h 43200"/>
                  <a:gd name="T11" fmla="*/ 42686 w 42686"/>
                  <a:gd name="T12" fmla="*/ 4320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2686" h="43200" fill="none" extrusionOk="0">
                    <a:moveTo>
                      <a:pt x="42686" y="26283"/>
                    </a:moveTo>
                    <a:cubicBezTo>
                      <a:pt x="40491" y="36167"/>
                      <a:pt x="31724" y="43199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1595" y="-1"/>
                      <a:pt x="40285" y="6858"/>
                      <a:pt x="42608" y="16579"/>
                    </a:cubicBezTo>
                  </a:path>
                  <a:path w="42686" h="43200" stroke="0" extrusionOk="0">
                    <a:moveTo>
                      <a:pt x="42686" y="26283"/>
                    </a:moveTo>
                    <a:cubicBezTo>
                      <a:pt x="40491" y="36167"/>
                      <a:pt x="31724" y="43199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1595" y="-1"/>
                      <a:pt x="40285" y="6858"/>
                      <a:pt x="42608" y="16579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4" name="Line 34">
                <a:extLst>
                  <a:ext uri="{FF2B5EF4-FFF2-40B4-BE49-F238E27FC236}">
                    <a16:creationId xmlns:a16="http://schemas.microsoft.com/office/drawing/2014/main" id="{CF436A97-76A2-616C-11DC-30A474AD48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56" y="2857"/>
                <a:ext cx="0" cy="205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5" name="Line 35">
                <a:extLst>
                  <a:ext uri="{FF2B5EF4-FFF2-40B4-BE49-F238E27FC236}">
                    <a16:creationId xmlns:a16="http://schemas.microsoft.com/office/drawing/2014/main" id="{9C496192-6A6D-F2CC-08AC-81DE650B6D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45" y="2855"/>
                <a:ext cx="88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31" name="组合 30">
              <a:extLst>
                <a:ext uri="{FF2B5EF4-FFF2-40B4-BE49-F238E27FC236}">
                  <a16:creationId xmlns:a16="http://schemas.microsoft.com/office/drawing/2014/main" id="{E047BB88-DF71-5C84-5294-B33A85368E99}"/>
                </a:ext>
              </a:extLst>
            </p:cNvPr>
            <p:cNvGrpSpPr/>
            <p:nvPr/>
          </p:nvGrpSpPr>
          <p:grpSpPr>
            <a:xfrm>
              <a:off x="4028440" y="3708879"/>
              <a:ext cx="1367815" cy="1401234"/>
              <a:chOff x="3376244" y="3657600"/>
              <a:chExt cx="1367815" cy="1401234"/>
            </a:xfrm>
          </p:grpSpPr>
          <p:pic>
            <p:nvPicPr>
              <p:cNvPr id="32" name="图片 31">
                <a:extLst>
                  <a:ext uri="{FF2B5EF4-FFF2-40B4-BE49-F238E27FC236}">
                    <a16:creationId xmlns:a16="http://schemas.microsoft.com/office/drawing/2014/main" id="{2BE6B7EB-9271-4108-63FF-9499C21B0B1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3704" t="28232" r="48861" b="16675"/>
              <a:stretch/>
            </p:blipFill>
            <p:spPr>
              <a:xfrm rot="5400000">
                <a:off x="3401482" y="4265084"/>
                <a:ext cx="1401234" cy="186266"/>
              </a:xfrm>
              <a:prstGeom prst="rect">
                <a:avLst/>
              </a:prstGeom>
            </p:spPr>
          </p:pic>
          <p:pic>
            <p:nvPicPr>
              <p:cNvPr id="33" name="图片 32">
                <a:extLst>
                  <a:ext uri="{FF2B5EF4-FFF2-40B4-BE49-F238E27FC236}">
                    <a16:creationId xmlns:a16="http://schemas.microsoft.com/office/drawing/2014/main" id="{CA223995-608D-EF6B-D2F5-1E46694F0CB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4120" t="37781" r="48861" b="16674"/>
              <a:stretch/>
            </p:blipFill>
            <p:spPr>
              <a:xfrm>
                <a:off x="3376244" y="4302281"/>
                <a:ext cx="1367815" cy="153984"/>
              </a:xfrm>
              <a:prstGeom prst="rect">
                <a:avLst/>
              </a:prstGeom>
            </p:spPr>
          </p:pic>
        </p:grpSp>
      </p:grpSp>
      <p:pic>
        <p:nvPicPr>
          <p:cNvPr id="46" name="图片 45">
            <a:extLst>
              <a:ext uri="{FF2B5EF4-FFF2-40B4-BE49-F238E27FC236}">
                <a16:creationId xmlns:a16="http://schemas.microsoft.com/office/drawing/2014/main" id="{D0A89E0A-A799-EF78-5F15-8AB6C2672BE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97" t="17980" r="56121" b="8941"/>
          <a:stretch/>
        </p:blipFill>
        <p:spPr>
          <a:xfrm rot="5400000">
            <a:off x="6611771" y="2281108"/>
            <a:ext cx="1012825" cy="247081"/>
          </a:xfrm>
          <a:prstGeom prst="rect">
            <a:avLst/>
          </a:prstGeom>
        </p:spPr>
      </p:pic>
      <p:grpSp>
        <p:nvGrpSpPr>
          <p:cNvPr id="47" name="组合 46">
            <a:extLst>
              <a:ext uri="{FF2B5EF4-FFF2-40B4-BE49-F238E27FC236}">
                <a16:creationId xmlns:a16="http://schemas.microsoft.com/office/drawing/2014/main" id="{BB001D8E-5A90-281B-E6BB-15DF430C1115}"/>
              </a:ext>
            </a:extLst>
          </p:cNvPr>
          <p:cNvGrpSpPr/>
          <p:nvPr/>
        </p:nvGrpSpPr>
        <p:grpSpPr>
          <a:xfrm>
            <a:off x="6622109" y="3020601"/>
            <a:ext cx="968375" cy="973134"/>
            <a:chOff x="5569517" y="2982917"/>
            <a:chExt cx="968375" cy="973134"/>
          </a:xfrm>
        </p:grpSpPr>
        <p:grpSp>
          <p:nvGrpSpPr>
            <p:cNvPr id="48" name="组合 99">
              <a:extLst>
                <a:ext uri="{FF2B5EF4-FFF2-40B4-BE49-F238E27FC236}">
                  <a16:creationId xmlns:a16="http://schemas.microsoft.com/office/drawing/2014/main" id="{C967BBE2-93BA-DFB7-1D11-F798A40DD88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28255" y="3047444"/>
              <a:ext cx="844550" cy="849313"/>
              <a:chOff x="4062413" y="3943033"/>
              <a:chExt cx="844550" cy="849313"/>
            </a:xfrm>
          </p:grpSpPr>
          <p:sp>
            <p:nvSpPr>
              <p:cNvPr id="51" name="Line 37">
                <a:extLst>
                  <a:ext uri="{FF2B5EF4-FFF2-40B4-BE49-F238E27FC236}">
                    <a16:creationId xmlns:a16="http://schemas.microsoft.com/office/drawing/2014/main" id="{C3DD62F8-5BED-AA86-9DDD-75EF7E3D74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132263" y="3977958"/>
                <a:ext cx="450850" cy="26035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2" name="Line 38">
                <a:extLst>
                  <a:ext uri="{FF2B5EF4-FFF2-40B4-BE49-F238E27FC236}">
                    <a16:creationId xmlns:a16="http://schemas.microsoft.com/office/drawing/2014/main" id="{2584881C-8AA9-7F2E-FC63-23EDA02102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448175" y="4068446"/>
                <a:ext cx="327025" cy="18891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3" name="Line 39">
                <a:extLst>
                  <a:ext uri="{FF2B5EF4-FFF2-40B4-BE49-F238E27FC236}">
                    <a16:creationId xmlns:a16="http://schemas.microsoft.com/office/drawing/2014/main" id="{631642B6-9B0F-B22D-3C9B-9204475A2B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133850" y="4484371"/>
                <a:ext cx="269875" cy="15557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4" name="Line 40">
                <a:extLst>
                  <a:ext uri="{FF2B5EF4-FFF2-40B4-BE49-F238E27FC236}">
                    <a16:creationId xmlns:a16="http://schemas.microsoft.com/office/drawing/2014/main" id="{8C920E56-6F3C-5BC1-6C4F-0E5693F9EB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00538" y="4500246"/>
                <a:ext cx="431800" cy="24923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5" name="Arc 43">
                <a:extLst>
                  <a:ext uri="{FF2B5EF4-FFF2-40B4-BE49-F238E27FC236}">
                    <a16:creationId xmlns:a16="http://schemas.microsoft.com/office/drawing/2014/main" id="{9265E635-6E0A-8694-0A3A-BC8B79E44046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4062413" y="3943033"/>
                <a:ext cx="844550" cy="849313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6" name="Line 44">
                <a:extLst>
                  <a:ext uri="{FF2B5EF4-FFF2-40B4-BE49-F238E27FC236}">
                    <a16:creationId xmlns:a16="http://schemas.microsoft.com/office/drawing/2014/main" id="{69AB7D62-BAEE-2426-83F4-C2D3FB4BD8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3050" y="4257358"/>
                <a:ext cx="803275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7" name="Line 45">
                <a:extLst>
                  <a:ext uri="{FF2B5EF4-FFF2-40B4-BE49-F238E27FC236}">
                    <a16:creationId xmlns:a16="http://schemas.microsoft.com/office/drawing/2014/main" id="{78031BF1-0873-4CB2-234A-5A1C30C922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92575" y="4492308"/>
                <a:ext cx="803275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49" name="图片 48">
              <a:extLst>
                <a:ext uri="{FF2B5EF4-FFF2-40B4-BE49-F238E27FC236}">
                  <a16:creationId xmlns:a16="http://schemas.microsoft.com/office/drawing/2014/main" id="{AFCC84C8-3371-46FD-6869-459010E8444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219" t="32567" r="49642" b="16675"/>
            <a:stretch/>
          </p:blipFill>
          <p:spPr>
            <a:xfrm rot="5400000">
              <a:off x="5568077" y="3383678"/>
              <a:ext cx="973134" cy="171611"/>
            </a:xfrm>
            <a:prstGeom prst="rect">
              <a:avLst/>
            </a:prstGeom>
          </p:spPr>
        </p:pic>
        <p:pic>
          <p:nvPicPr>
            <p:cNvPr id="50" name="图片 49">
              <a:extLst>
                <a:ext uri="{FF2B5EF4-FFF2-40B4-BE49-F238E27FC236}">
                  <a16:creationId xmlns:a16="http://schemas.microsoft.com/office/drawing/2014/main" id="{9E97D9EC-29B3-AEFA-2147-CB3056C0297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4120" t="37781" r="48861" b="16674"/>
            <a:stretch/>
          </p:blipFill>
          <p:spPr>
            <a:xfrm>
              <a:off x="5569517" y="3420705"/>
              <a:ext cx="968375" cy="153984"/>
            </a:xfrm>
            <a:prstGeom prst="rect">
              <a:avLst/>
            </a:prstGeom>
          </p:spPr>
        </p:pic>
      </p:grpSp>
      <p:grpSp>
        <p:nvGrpSpPr>
          <p:cNvPr id="58" name="组合 57">
            <a:extLst>
              <a:ext uri="{FF2B5EF4-FFF2-40B4-BE49-F238E27FC236}">
                <a16:creationId xmlns:a16="http://schemas.microsoft.com/office/drawing/2014/main" id="{5F0A9B4F-FFE0-5F40-FBEE-4C05240A4C87}"/>
              </a:ext>
            </a:extLst>
          </p:cNvPr>
          <p:cNvGrpSpPr/>
          <p:nvPr/>
        </p:nvGrpSpPr>
        <p:grpSpPr>
          <a:xfrm>
            <a:off x="8259842" y="1839126"/>
            <a:ext cx="1257300" cy="1158875"/>
            <a:chOff x="7207250" y="1801442"/>
            <a:chExt cx="1257300" cy="1158875"/>
          </a:xfrm>
        </p:grpSpPr>
        <p:grpSp>
          <p:nvGrpSpPr>
            <p:cNvPr id="59" name="Group 63">
              <a:extLst>
                <a:ext uri="{FF2B5EF4-FFF2-40B4-BE49-F238E27FC236}">
                  <a16:creationId xmlns:a16="http://schemas.microsoft.com/office/drawing/2014/main" id="{90FD7CC7-298E-C863-8961-DF94286ADE7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28455" y="1801442"/>
              <a:ext cx="1143000" cy="1158875"/>
              <a:chOff x="3691" y="974"/>
              <a:chExt cx="720" cy="730"/>
            </a:xfrm>
            <a:solidFill>
              <a:srgbClr val="FFFFFF"/>
            </a:solidFill>
          </p:grpSpPr>
          <p:sp>
            <p:nvSpPr>
              <p:cNvPr id="63" name="Line 64">
                <a:extLst>
                  <a:ext uri="{FF2B5EF4-FFF2-40B4-BE49-F238E27FC236}">
                    <a16:creationId xmlns:a16="http://schemas.microsoft.com/office/drawing/2014/main" id="{545E44BD-DE07-9012-A395-2123F91E29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879" y="974"/>
                <a:ext cx="2" cy="96"/>
              </a:xfrm>
              <a:prstGeom prst="line">
                <a:avLst/>
              </a:prstGeom>
              <a:grp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4" name="Line 65">
                <a:extLst>
                  <a:ext uri="{FF2B5EF4-FFF2-40B4-BE49-F238E27FC236}">
                    <a16:creationId xmlns:a16="http://schemas.microsoft.com/office/drawing/2014/main" id="{36049E1A-0D09-3827-E80C-E962F35DFF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749" y="980"/>
                <a:ext cx="140" cy="0"/>
              </a:xfrm>
              <a:prstGeom prst="line">
                <a:avLst/>
              </a:prstGeom>
              <a:grp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5" name="Line 66">
                <a:extLst>
                  <a:ext uri="{FF2B5EF4-FFF2-40B4-BE49-F238E27FC236}">
                    <a16:creationId xmlns:a16="http://schemas.microsoft.com/office/drawing/2014/main" id="{12AD19EC-283B-9FF0-8479-F50E5D68B3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696" y="1697"/>
                <a:ext cx="198" cy="0"/>
              </a:xfrm>
              <a:prstGeom prst="line">
                <a:avLst/>
              </a:prstGeom>
              <a:grp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6" name="Freeform 67">
                <a:extLst>
                  <a:ext uri="{FF2B5EF4-FFF2-40B4-BE49-F238E27FC236}">
                    <a16:creationId xmlns:a16="http://schemas.microsoft.com/office/drawing/2014/main" id="{9C8A03BC-B700-B184-E5B1-3A96532A47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91" y="974"/>
                <a:ext cx="77" cy="717"/>
              </a:xfrm>
              <a:custGeom>
                <a:avLst/>
                <a:gdLst>
                  <a:gd name="T0" fmla="*/ 58 w 77"/>
                  <a:gd name="T1" fmla="*/ 0 h 717"/>
                  <a:gd name="T2" fmla="*/ 77 w 77"/>
                  <a:gd name="T3" fmla="*/ 109 h 717"/>
                  <a:gd name="T4" fmla="*/ 58 w 77"/>
                  <a:gd name="T5" fmla="*/ 230 h 717"/>
                  <a:gd name="T6" fmla="*/ 20 w 77"/>
                  <a:gd name="T7" fmla="*/ 339 h 717"/>
                  <a:gd name="T8" fmla="*/ 20 w 77"/>
                  <a:gd name="T9" fmla="*/ 461 h 717"/>
                  <a:gd name="T10" fmla="*/ 45 w 77"/>
                  <a:gd name="T11" fmla="*/ 602 h 717"/>
                  <a:gd name="T12" fmla="*/ 32 w 77"/>
                  <a:gd name="T13" fmla="*/ 672 h 717"/>
                  <a:gd name="T14" fmla="*/ 0 w 77"/>
                  <a:gd name="T15" fmla="*/ 717 h 71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77"/>
                  <a:gd name="T25" fmla="*/ 0 h 717"/>
                  <a:gd name="T26" fmla="*/ 77 w 77"/>
                  <a:gd name="T27" fmla="*/ 717 h 717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77" h="717">
                    <a:moveTo>
                      <a:pt x="58" y="0"/>
                    </a:moveTo>
                    <a:cubicBezTo>
                      <a:pt x="67" y="35"/>
                      <a:pt x="77" y="71"/>
                      <a:pt x="77" y="109"/>
                    </a:cubicBezTo>
                    <a:cubicBezTo>
                      <a:pt x="77" y="147"/>
                      <a:pt x="67" y="192"/>
                      <a:pt x="58" y="230"/>
                    </a:cubicBezTo>
                    <a:cubicBezTo>
                      <a:pt x="49" y="268"/>
                      <a:pt x="26" y="301"/>
                      <a:pt x="20" y="339"/>
                    </a:cubicBezTo>
                    <a:cubicBezTo>
                      <a:pt x="14" y="377"/>
                      <a:pt x="16" y="417"/>
                      <a:pt x="20" y="461"/>
                    </a:cubicBezTo>
                    <a:cubicBezTo>
                      <a:pt x="24" y="505"/>
                      <a:pt x="43" y="567"/>
                      <a:pt x="45" y="602"/>
                    </a:cubicBezTo>
                    <a:cubicBezTo>
                      <a:pt x="47" y="637"/>
                      <a:pt x="40" y="653"/>
                      <a:pt x="32" y="672"/>
                    </a:cubicBezTo>
                    <a:cubicBezTo>
                      <a:pt x="24" y="691"/>
                      <a:pt x="4" y="710"/>
                      <a:pt x="0" y="717"/>
                    </a:cubicBezTo>
                  </a:path>
                </a:pathLst>
              </a:custGeom>
              <a:grp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7" name="Rectangle 68">
                <a:extLst>
                  <a:ext uri="{FF2B5EF4-FFF2-40B4-BE49-F238E27FC236}">
                    <a16:creationId xmlns:a16="http://schemas.microsoft.com/office/drawing/2014/main" id="{EC966035-172D-8211-FA13-0B9E577FDD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78" y="1063"/>
                <a:ext cx="533" cy="533"/>
              </a:xfrm>
              <a:prstGeom prst="rect">
                <a:avLst/>
              </a:prstGeom>
              <a:grpFill/>
              <a:ln w="381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8" name="Oval 69">
                <a:extLst>
                  <a:ext uri="{FF2B5EF4-FFF2-40B4-BE49-F238E27FC236}">
                    <a16:creationId xmlns:a16="http://schemas.microsoft.com/office/drawing/2014/main" id="{F9240DF2-276D-2AD5-BE84-CECD16F301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81" y="1256"/>
                <a:ext cx="141" cy="149"/>
              </a:xfrm>
              <a:prstGeom prst="ellipse">
                <a:avLst/>
              </a:prstGeom>
              <a:grp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9" name="Oval 70">
                <a:extLst>
                  <a:ext uri="{FF2B5EF4-FFF2-40B4-BE49-F238E27FC236}">
                    <a16:creationId xmlns:a16="http://schemas.microsoft.com/office/drawing/2014/main" id="{60F3C5B3-6CA6-91C8-308B-115C623AF6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1256"/>
                <a:ext cx="141" cy="146"/>
              </a:xfrm>
              <a:prstGeom prst="ellipse">
                <a:avLst/>
              </a:prstGeom>
              <a:grp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0" name="Rectangle 71">
                <a:extLst>
                  <a:ext uri="{FF2B5EF4-FFF2-40B4-BE49-F238E27FC236}">
                    <a16:creationId xmlns:a16="http://schemas.microsoft.com/office/drawing/2014/main" id="{9048DD8B-C6D8-DDA0-E716-12C3E2B669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45" y="1262"/>
                <a:ext cx="240" cy="134"/>
              </a:xfrm>
              <a:prstGeom prst="rect">
                <a:avLst/>
              </a:prstGeom>
              <a:grpFill/>
              <a:ln w="952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1" name="Line 72">
                <a:extLst>
                  <a:ext uri="{FF2B5EF4-FFF2-40B4-BE49-F238E27FC236}">
                    <a16:creationId xmlns:a16="http://schemas.microsoft.com/office/drawing/2014/main" id="{1471D449-690D-9324-7C9F-F0401FB36B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47" y="1257"/>
                <a:ext cx="238" cy="0"/>
              </a:xfrm>
              <a:prstGeom prst="line">
                <a:avLst/>
              </a:prstGeom>
              <a:grp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2" name="Line 73">
                <a:extLst>
                  <a:ext uri="{FF2B5EF4-FFF2-40B4-BE49-F238E27FC236}">
                    <a16:creationId xmlns:a16="http://schemas.microsoft.com/office/drawing/2014/main" id="{38AAD992-B4B7-D9EC-2BF2-A5380335E6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45" y="1407"/>
                <a:ext cx="245" cy="0"/>
              </a:xfrm>
              <a:prstGeom prst="line">
                <a:avLst/>
              </a:prstGeom>
              <a:grp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3" name="Line 77">
                <a:extLst>
                  <a:ext uri="{FF2B5EF4-FFF2-40B4-BE49-F238E27FC236}">
                    <a16:creationId xmlns:a16="http://schemas.microsoft.com/office/drawing/2014/main" id="{5254DE0C-9A63-350D-7192-FBE640C836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880" y="1580"/>
                <a:ext cx="0" cy="124"/>
              </a:xfrm>
              <a:prstGeom prst="line">
                <a:avLst/>
              </a:prstGeom>
              <a:grp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60" name="图片 59">
              <a:extLst>
                <a:ext uri="{FF2B5EF4-FFF2-40B4-BE49-F238E27FC236}">
                  <a16:creationId xmlns:a16="http://schemas.microsoft.com/office/drawing/2014/main" id="{DE57B156-6884-E307-345F-6BBC058868E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429" t="36250" r="53621" b="25248"/>
            <a:stretch/>
          </p:blipFill>
          <p:spPr>
            <a:xfrm>
              <a:off x="7207250" y="2305050"/>
              <a:ext cx="1257300" cy="130175"/>
            </a:xfrm>
            <a:prstGeom prst="rect">
              <a:avLst/>
            </a:prstGeom>
          </p:spPr>
        </p:pic>
        <p:pic>
          <p:nvPicPr>
            <p:cNvPr id="61" name="图片 60">
              <a:extLst>
                <a:ext uri="{FF2B5EF4-FFF2-40B4-BE49-F238E27FC236}">
                  <a16:creationId xmlns:a16="http://schemas.microsoft.com/office/drawing/2014/main" id="{E8593086-88F1-64EF-34BD-1B21BE295E0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16" t="40066" r="64178" b="27215"/>
            <a:stretch/>
          </p:blipFill>
          <p:spPr>
            <a:xfrm rot="5400000">
              <a:off x="7995441" y="2310067"/>
              <a:ext cx="358775" cy="110623"/>
            </a:xfrm>
            <a:prstGeom prst="rect">
              <a:avLst/>
            </a:prstGeom>
          </p:spPr>
        </p:pic>
        <p:pic>
          <p:nvPicPr>
            <p:cNvPr id="62" name="图片 61">
              <a:extLst>
                <a:ext uri="{FF2B5EF4-FFF2-40B4-BE49-F238E27FC236}">
                  <a16:creationId xmlns:a16="http://schemas.microsoft.com/office/drawing/2014/main" id="{477ADCD4-D912-1333-DEDE-3F641ED02C5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16" t="40066" r="64178" b="27215"/>
            <a:stretch/>
          </p:blipFill>
          <p:spPr>
            <a:xfrm rot="5400000">
              <a:off x="7608303" y="2310067"/>
              <a:ext cx="358775" cy="110623"/>
            </a:xfrm>
            <a:prstGeom prst="rect">
              <a:avLst/>
            </a:prstGeom>
          </p:spPr>
        </p:pic>
      </p:grpSp>
      <p:grpSp>
        <p:nvGrpSpPr>
          <p:cNvPr id="74" name="组合 73">
            <a:extLst>
              <a:ext uri="{FF2B5EF4-FFF2-40B4-BE49-F238E27FC236}">
                <a16:creationId xmlns:a16="http://schemas.microsoft.com/office/drawing/2014/main" id="{7EAD6057-2B11-8763-D8EB-7C77A2999C5D}"/>
              </a:ext>
            </a:extLst>
          </p:cNvPr>
          <p:cNvGrpSpPr/>
          <p:nvPr/>
        </p:nvGrpSpPr>
        <p:grpSpPr>
          <a:xfrm>
            <a:off x="9793657" y="1906951"/>
            <a:ext cx="947034" cy="969278"/>
            <a:chOff x="8741065" y="1869267"/>
            <a:chExt cx="947034" cy="969278"/>
          </a:xfrm>
        </p:grpSpPr>
        <p:grpSp>
          <p:nvGrpSpPr>
            <p:cNvPr id="75" name="Group 47">
              <a:extLst>
                <a:ext uri="{FF2B5EF4-FFF2-40B4-BE49-F238E27FC236}">
                  <a16:creationId xmlns:a16="http://schemas.microsoft.com/office/drawing/2014/main" id="{223606F0-D8E8-8BF3-417C-EF46045AB86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822308" y="1939370"/>
              <a:ext cx="836613" cy="849313"/>
              <a:chOff x="3663" y="1493"/>
              <a:chExt cx="527" cy="535"/>
            </a:xfrm>
          </p:grpSpPr>
          <p:sp>
            <p:nvSpPr>
              <p:cNvPr id="78" name="Line 48">
                <a:extLst>
                  <a:ext uri="{FF2B5EF4-FFF2-40B4-BE49-F238E27FC236}">
                    <a16:creationId xmlns:a16="http://schemas.microsoft.com/office/drawing/2014/main" id="{7601B950-4D8D-CCE0-659E-4D3FDD1430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83" y="1509"/>
                <a:ext cx="312" cy="17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9" name="Line 49">
                <a:extLst>
                  <a:ext uri="{FF2B5EF4-FFF2-40B4-BE49-F238E27FC236}">
                    <a16:creationId xmlns:a16="http://schemas.microsoft.com/office/drawing/2014/main" id="{F755BCA3-03C9-3EA0-3848-C522065F9F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66" y="1562"/>
                <a:ext cx="446" cy="25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0" name="Line 50">
                <a:extLst>
                  <a:ext uri="{FF2B5EF4-FFF2-40B4-BE49-F238E27FC236}">
                    <a16:creationId xmlns:a16="http://schemas.microsoft.com/office/drawing/2014/main" id="{46647230-D21F-2280-B087-4CAB331560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708" y="1657"/>
                <a:ext cx="469" cy="27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1" name="Line 51">
                <a:extLst>
                  <a:ext uri="{FF2B5EF4-FFF2-40B4-BE49-F238E27FC236}">
                    <a16:creationId xmlns:a16="http://schemas.microsoft.com/office/drawing/2014/main" id="{131769D6-6D39-BE4F-1906-2BBD2AC2EE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813" y="1810"/>
                <a:ext cx="322" cy="18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Line 53">
                <a:extLst>
                  <a:ext uri="{FF2B5EF4-FFF2-40B4-BE49-F238E27FC236}">
                    <a16:creationId xmlns:a16="http://schemas.microsoft.com/office/drawing/2014/main" id="{8D2513FC-CAF9-D60E-BAB3-39246D469C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948" y="1911"/>
                <a:ext cx="195" cy="11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3" name="Arc 55">
                <a:extLst>
                  <a:ext uri="{FF2B5EF4-FFF2-40B4-BE49-F238E27FC236}">
                    <a16:creationId xmlns:a16="http://schemas.microsoft.com/office/drawing/2014/main" id="{D10E6EF6-8772-EA3F-3EDD-D6AA95554A55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3663" y="1493"/>
                <a:ext cx="526" cy="535"/>
              </a:xfrm>
              <a:custGeom>
                <a:avLst/>
                <a:gdLst>
                  <a:gd name="T0" fmla="*/ 0 w 42735"/>
                  <a:gd name="T1" fmla="*/ 0 h 43200"/>
                  <a:gd name="T2" fmla="*/ 0 w 42735"/>
                  <a:gd name="T3" fmla="*/ 0 h 43200"/>
                  <a:gd name="T4" fmla="*/ 0 w 42735"/>
                  <a:gd name="T5" fmla="*/ 0 h 43200"/>
                  <a:gd name="T6" fmla="*/ 0 60000 65536"/>
                  <a:gd name="T7" fmla="*/ 0 60000 65536"/>
                  <a:gd name="T8" fmla="*/ 0 60000 65536"/>
                  <a:gd name="T9" fmla="*/ 0 w 42735"/>
                  <a:gd name="T10" fmla="*/ 0 h 43200"/>
                  <a:gd name="T11" fmla="*/ 42735 w 42735"/>
                  <a:gd name="T12" fmla="*/ 4320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2735" h="43200" fill="none" extrusionOk="0">
                    <a:moveTo>
                      <a:pt x="42693" y="26251"/>
                    </a:moveTo>
                    <a:cubicBezTo>
                      <a:pt x="40510" y="36150"/>
                      <a:pt x="31737" y="43199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1811" y="-1"/>
                      <a:pt x="40628" y="7151"/>
                      <a:pt x="42735" y="17142"/>
                    </a:cubicBezTo>
                  </a:path>
                  <a:path w="42735" h="43200" stroke="0" extrusionOk="0">
                    <a:moveTo>
                      <a:pt x="42693" y="26251"/>
                    </a:moveTo>
                    <a:cubicBezTo>
                      <a:pt x="40510" y="36150"/>
                      <a:pt x="31737" y="43199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1811" y="-1"/>
                      <a:pt x="40628" y="7151"/>
                      <a:pt x="42735" y="17142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4" name="Line 56">
                <a:extLst>
                  <a:ext uri="{FF2B5EF4-FFF2-40B4-BE49-F238E27FC236}">
                    <a16:creationId xmlns:a16="http://schemas.microsoft.com/office/drawing/2014/main" id="{3FA2CA48-DBA2-8453-BD30-3ADF302087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133" y="1697"/>
                <a:ext cx="53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5" name="Line 57">
                <a:extLst>
                  <a:ext uri="{FF2B5EF4-FFF2-40B4-BE49-F238E27FC236}">
                    <a16:creationId xmlns:a16="http://schemas.microsoft.com/office/drawing/2014/main" id="{33F04A84-7BDC-7054-3157-00A585C93B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33" y="1692"/>
                <a:ext cx="0" cy="14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6" name="Line 58">
                <a:extLst>
                  <a:ext uri="{FF2B5EF4-FFF2-40B4-BE49-F238E27FC236}">
                    <a16:creationId xmlns:a16="http://schemas.microsoft.com/office/drawing/2014/main" id="{1F2C858D-39D9-5258-1D17-0224BEDC72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23" y="1831"/>
                <a:ext cx="67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76" name="图片 75">
              <a:extLst>
                <a:ext uri="{FF2B5EF4-FFF2-40B4-BE49-F238E27FC236}">
                  <a16:creationId xmlns:a16="http://schemas.microsoft.com/office/drawing/2014/main" id="{3F0616E8-8C2F-6960-91AB-74AA5657919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704" t="28232" r="48861" b="16675"/>
            <a:stretch/>
          </p:blipFill>
          <p:spPr>
            <a:xfrm rot="5400000">
              <a:off x="8763390" y="2260773"/>
              <a:ext cx="969278" cy="186266"/>
            </a:xfrm>
            <a:prstGeom prst="rect">
              <a:avLst/>
            </a:prstGeom>
          </p:spPr>
        </p:pic>
        <p:pic>
          <p:nvPicPr>
            <p:cNvPr id="77" name="图片 76">
              <a:extLst>
                <a:ext uri="{FF2B5EF4-FFF2-40B4-BE49-F238E27FC236}">
                  <a16:creationId xmlns:a16="http://schemas.microsoft.com/office/drawing/2014/main" id="{2E05FFD3-30EC-1BF5-A477-68452FABF2D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4120" t="37781" r="48861" b="16674"/>
            <a:stretch/>
          </p:blipFill>
          <p:spPr>
            <a:xfrm>
              <a:off x="8741065" y="2311400"/>
              <a:ext cx="947034" cy="153984"/>
            </a:xfrm>
            <a:prstGeom prst="rect">
              <a:avLst/>
            </a:prstGeom>
          </p:spPr>
        </p:pic>
      </p:grpSp>
      <p:sp>
        <p:nvSpPr>
          <p:cNvPr id="87" name="Text Box 5">
            <a:extLst>
              <a:ext uri="{FF2B5EF4-FFF2-40B4-BE49-F238E27FC236}">
                <a16:creationId xmlns:a16="http://schemas.microsoft.com/office/drawing/2014/main" id="{14E721A5-2DAC-155D-C909-DBE20955E1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376" y="4296059"/>
            <a:ext cx="4839786" cy="13843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342900" indent="-3429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/>
            </a:pPr>
            <a:r>
              <a:rPr kumimoji="1"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剖切线</a:t>
            </a:r>
            <a:r>
              <a:rPr kumimoji="1"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表示剖切位置</a:t>
            </a:r>
          </a:p>
          <a:p>
            <a:pPr marL="342900" indent="-3429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/>
            </a:pPr>
            <a:r>
              <a:rPr kumimoji="1"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箭头</a:t>
            </a:r>
            <a:r>
              <a:rPr kumimoji="1"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表示投射方向，并注上字母</a:t>
            </a:r>
          </a:p>
          <a:p>
            <a:pPr marL="342900" indent="-3429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/>
            </a:pPr>
            <a:r>
              <a:rPr kumimoji="1"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断面图名称</a:t>
            </a:r>
            <a:r>
              <a:rPr kumimoji="1"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：“</a:t>
            </a:r>
            <a:r>
              <a:rPr kumimoji="1" lang="en-US" altLang="zh-CN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X-X”</a:t>
            </a:r>
          </a:p>
        </p:txBody>
      </p:sp>
      <p:sp>
        <p:nvSpPr>
          <p:cNvPr id="88" name="Line 2">
            <a:extLst>
              <a:ext uri="{FF2B5EF4-FFF2-40B4-BE49-F238E27FC236}">
                <a16:creationId xmlns:a16="http://schemas.microsoft.com/office/drawing/2014/main" id="{3D912DD3-B9E5-ECDA-C0E1-D09203DC662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453165" y="3858013"/>
            <a:ext cx="881063" cy="847725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Line 6">
            <a:extLst>
              <a:ext uri="{FF2B5EF4-FFF2-40B4-BE49-F238E27FC236}">
                <a16:creationId xmlns:a16="http://schemas.microsoft.com/office/drawing/2014/main" id="{0013EB1C-00D9-159E-CE19-B3192C8D92A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97533" y="3596973"/>
            <a:ext cx="72000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0" name="Text Box 7" descr="绿色大理石">
            <a:extLst>
              <a:ext uri="{FF2B5EF4-FFF2-40B4-BE49-F238E27FC236}">
                <a16:creationId xmlns:a16="http://schemas.microsoft.com/office/drawing/2014/main" id="{F11A1E3F-15C4-16F6-5857-80F01F7838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0465" y="3132367"/>
            <a:ext cx="1467068" cy="101566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画在剖切面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延长线上，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字母省略</a:t>
            </a:r>
          </a:p>
        </p:txBody>
      </p:sp>
      <p:sp>
        <p:nvSpPr>
          <p:cNvPr id="91" name="Text Box 8" descr="棕色大理石">
            <a:extLst>
              <a:ext uri="{FF2B5EF4-FFF2-40B4-BE49-F238E27FC236}">
                <a16:creationId xmlns:a16="http://schemas.microsoft.com/office/drawing/2014/main" id="{ACD1F900-D5DE-658E-CAB6-26DC634251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5690" y="4707325"/>
            <a:ext cx="2487613" cy="101566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对称断面，箭头省略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又画在剖切面延长线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上，剖切线省略</a:t>
            </a:r>
          </a:p>
        </p:txBody>
      </p:sp>
      <p:sp>
        <p:nvSpPr>
          <p:cNvPr id="92" name="Text Box 9">
            <a:extLst>
              <a:ext uri="{FF2B5EF4-FFF2-40B4-BE49-F238E27FC236}">
                <a16:creationId xmlns:a16="http://schemas.microsoft.com/office/drawing/2014/main" id="{B836745E-836F-4B95-9C10-A402600E45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3171" y="1213467"/>
            <a:ext cx="429926" cy="5232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</a:p>
        </p:txBody>
      </p:sp>
      <p:sp>
        <p:nvSpPr>
          <p:cNvPr id="93" name="Text Box 10">
            <a:extLst>
              <a:ext uri="{FF2B5EF4-FFF2-40B4-BE49-F238E27FC236}">
                <a16:creationId xmlns:a16="http://schemas.microsoft.com/office/drawing/2014/main" id="{5875B109-9ED4-500D-58B3-FEF43439DE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4391" y="3020600"/>
            <a:ext cx="429926" cy="5232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</a:p>
        </p:txBody>
      </p:sp>
      <p:sp>
        <p:nvSpPr>
          <p:cNvPr id="94" name="Text Box 12" descr="紫色网格">
            <a:extLst>
              <a:ext uri="{FF2B5EF4-FFF2-40B4-BE49-F238E27FC236}">
                <a16:creationId xmlns:a16="http://schemas.microsoft.com/office/drawing/2014/main" id="{95EF704C-CE15-8003-3194-574A91DF52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75126" y="3568836"/>
            <a:ext cx="1723549" cy="70788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按投影关系配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置，箭头省略</a:t>
            </a:r>
          </a:p>
        </p:txBody>
      </p:sp>
      <p:sp>
        <p:nvSpPr>
          <p:cNvPr id="95" name="Line 13">
            <a:extLst>
              <a:ext uri="{FF2B5EF4-FFF2-40B4-BE49-F238E27FC236}">
                <a16:creationId xmlns:a16="http://schemas.microsoft.com/office/drawing/2014/main" id="{4FC16A59-710D-FF6E-0261-F88BB869D9D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9567942" y="3230950"/>
            <a:ext cx="639546" cy="329163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6" name="Line 14">
            <a:extLst>
              <a:ext uri="{FF2B5EF4-FFF2-40B4-BE49-F238E27FC236}">
                <a16:creationId xmlns:a16="http://schemas.microsoft.com/office/drawing/2014/main" id="{9461440F-E2E7-5498-C5FD-BD31F8AC9C42}"/>
              </a:ext>
            </a:extLst>
          </p:cNvPr>
          <p:cNvSpPr>
            <a:spLocks noChangeShapeType="1"/>
          </p:cNvSpPr>
          <p:nvPr/>
        </p:nvSpPr>
        <p:spPr bwMode="auto">
          <a:xfrm>
            <a:off x="8985103" y="1605879"/>
            <a:ext cx="401637" cy="0"/>
          </a:xfrm>
          <a:prstGeom prst="line">
            <a:avLst/>
          </a:prstGeom>
          <a:noFill/>
          <a:ln w="9525">
            <a:solidFill>
              <a:srgbClr val="A50021"/>
            </a:solidFill>
            <a:round/>
            <a:headEnd/>
            <a:tailEnd type="triangle" w="sm" len="lg"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7" name="Line 15">
            <a:extLst>
              <a:ext uri="{FF2B5EF4-FFF2-40B4-BE49-F238E27FC236}">
                <a16:creationId xmlns:a16="http://schemas.microsoft.com/office/drawing/2014/main" id="{70258CCC-DF13-CD05-6D6C-05CCC8F63D56}"/>
              </a:ext>
            </a:extLst>
          </p:cNvPr>
          <p:cNvSpPr>
            <a:spLocks noChangeShapeType="1"/>
          </p:cNvSpPr>
          <p:nvPr/>
        </p:nvSpPr>
        <p:spPr bwMode="auto">
          <a:xfrm>
            <a:off x="9002565" y="3230950"/>
            <a:ext cx="401638" cy="0"/>
          </a:xfrm>
          <a:prstGeom prst="line">
            <a:avLst/>
          </a:prstGeom>
          <a:noFill/>
          <a:ln w="9525">
            <a:solidFill>
              <a:srgbClr val="A50021"/>
            </a:solidFill>
            <a:round/>
            <a:headEnd/>
            <a:tailEnd type="triangle" w="sm" len="lg"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8" name="Text Box 11">
            <a:extLst>
              <a:ext uri="{FF2B5EF4-FFF2-40B4-BE49-F238E27FC236}">
                <a16:creationId xmlns:a16="http://schemas.microsoft.com/office/drawing/2014/main" id="{BB51DEA5-47C1-C6A6-1D32-34285F76FB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65052" y="3335363"/>
            <a:ext cx="1063113" cy="5232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B—B</a:t>
            </a:r>
          </a:p>
        </p:txBody>
      </p:sp>
    </p:spTree>
    <p:extLst>
      <p:ext uri="{BB962C8B-B14F-4D97-AF65-F5344CB8AC3E}">
        <p14:creationId xmlns:p14="http://schemas.microsoft.com/office/powerpoint/2010/main" val="2961468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75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87" grpId="0" autoUpdateAnimBg="0"/>
      <p:bldP spid="90" grpId="0" animBg="1" autoUpdateAnimBg="0"/>
      <p:bldP spid="91" grpId="0" animBg="1" autoUpdateAnimBg="0"/>
      <p:bldP spid="92" grpId="0" autoUpdateAnimBg="0"/>
      <p:bldP spid="92" grpId="1"/>
      <p:bldP spid="93" grpId="0" autoUpdateAnimBg="0"/>
      <p:bldP spid="93" grpId="1"/>
      <p:bldP spid="94" grpId="0" animBg="1" autoUpdateAnimBg="0"/>
      <p:bldP spid="96" grpId="0" animBg="1"/>
      <p:bldP spid="97" grpId="0" animBg="1"/>
      <p:bldP spid="98" grpId="0" autoUpdateAnimBg="0"/>
      <p:bldP spid="98" grpId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ECCF3A-BB77-96DE-9B25-1F4E87253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>
            <a:extLst>
              <a:ext uri="{FF2B5EF4-FFF2-40B4-BE49-F238E27FC236}">
                <a16:creationId xmlns:a16="http://schemas.microsoft.com/office/drawing/2014/main" id="{9DE399E4-3552-202F-97AF-8583013C20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19" y="412176"/>
            <a:ext cx="2358338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10.3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断面图</a:t>
            </a:r>
          </a:p>
        </p:txBody>
      </p:sp>
      <p:sp>
        <p:nvSpPr>
          <p:cNvPr id="16" name="灯片编号占位符 3">
            <a:extLst>
              <a:ext uri="{FF2B5EF4-FFF2-40B4-BE49-F238E27FC236}">
                <a16:creationId xmlns:a16="http://schemas.microsoft.com/office/drawing/2014/main" id="{D94644C0-630A-0E15-F60C-3AAE770C8948}"/>
              </a:ext>
            </a:extLst>
          </p:cNvPr>
          <p:cNvSpPr txBox="1">
            <a:spLocks/>
          </p:cNvSpPr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  <a:pPr/>
              <a:t>50</a:t>
            </a:fld>
            <a:endParaRPr lang="en-US" altLang="zh-CN" dirty="0"/>
          </a:p>
        </p:txBody>
      </p:sp>
      <p:sp>
        <p:nvSpPr>
          <p:cNvPr id="2" name="Text Box 87">
            <a:extLst>
              <a:ext uri="{FF2B5EF4-FFF2-40B4-BE49-F238E27FC236}">
                <a16:creationId xmlns:a16="http://schemas.microsoft.com/office/drawing/2014/main" id="{6BBE9B5E-DA7A-AB89-1CCF-015E355C14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376" y="1177588"/>
            <a:ext cx="387798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fontAlgn="base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断面图的画法及标注</a:t>
            </a:r>
          </a:p>
        </p:txBody>
      </p:sp>
      <p:sp>
        <p:nvSpPr>
          <p:cNvPr id="3" name="Text Box 47">
            <a:extLst>
              <a:ext uri="{FF2B5EF4-FFF2-40B4-BE49-F238E27FC236}">
                <a16:creationId xmlns:a16="http://schemas.microsoft.com/office/drawing/2014/main" id="{75BBC561-473D-2772-3485-0D0E53C202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376" y="1831614"/>
            <a:ext cx="2201244" cy="461665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(1) </a:t>
            </a:r>
            <a:r>
              <a:rPr lang="zh-CN" altLang="en-US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移出断面图</a:t>
            </a:r>
          </a:p>
        </p:txBody>
      </p:sp>
      <p:sp>
        <p:nvSpPr>
          <p:cNvPr id="4" name="Line 2">
            <a:extLst>
              <a:ext uri="{FF2B5EF4-FFF2-40B4-BE49-F238E27FC236}">
                <a16:creationId xmlns:a16="http://schemas.microsoft.com/office/drawing/2014/main" id="{2CF5204D-9AF7-4774-FFBC-134CD800687E}"/>
              </a:ext>
            </a:extLst>
          </p:cNvPr>
          <p:cNvSpPr>
            <a:spLocks noChangeShapeType="1"/>
          </p:cNvSpPr>
          <p:nvPr/>
        </p:nvSpPr>
        <p:spPr bwMode="auto">
          <a:xfrm>
            <a:off x="6957528" y="1872203"/>
            <a:ext cx="2510671" cy="1330003"/>
          </a:xfrm>
          <a:prstGeom prst="line">
            <a:avLst/>
          </a:prstGeom>
          <a:noFill/>
          <a:ln w="19050">
            <a:solidFill>
              <a:srgbClr val="A5002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Line 3">
            <a:extLst>
              <a:ext uri="{FF2B5EF4-FFF2-40B4-BE49-F238E27FC236}">
                <a16:creationId xmlns:a16="http://schemas.microsoft.com/office/drawing/2014/main" id="{FBC4759B-1E74-F583-E5F2-9E4FD5073F0D}"/>
              </a:ext>
            </a:extLst>
          </p:cNvPr>
          <p:cNvSpPr>
            <a:spLocks noChangeShapeType="1"/>
          </p:cNvSpPr>
          <p:nvPr/>
        </p:nvSpPr>
        <p:spPr bwMode="auto">
          <a:xfrm>
            <a:off x="6750511" y="1889666"/>
            <a:ext cx="1507852" cy="1884040"/>
          </a:xfrm>
          <a:prstGeom prst="line">
            <a:avLst/>
          </a:prstGeom>
          <a:noFill/>
          <a:ln w="19050">
            <a:solidFill>
              <a:srgbClr val="A5002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" name="Group 4">
            <a:extLst>
              <a:ext uri="{FF2B5EF4-FFF2-40B4-BE49-F238E27FC236}">
                <a16:creationId xmlns:a16="http://schemas.microsoft.com/office/drawing/2014/main" id="{58B163E0-E60F-D0F1-19E9-9EEBD4C0FF26}"/>
              </a:ext>
            </a:extLst>
          </p:cNvPr>
          <p:cNvGrpSpPr>
            <a:grpSpLocks/>
          </p:cNvGrpSpPr>
          <p:nvPr/>
        </p:nvGrpSpPr>
        <p:grpSpPr bwMode="auto">
          <a:xfrm>
            <a:off x="7431436" y="2038567"/>
            <a:ext cx="2633663" cy="2471738"/>
            <a:chOff x="1306" y="691"/>
            <a:chExt cx="2379" cy="2232"/>
          </a:xfrm>
        </p:grpSpPr>
        <p:sp>
          <p:nvSpPr>
            <p:cNvPr id="7" name="Line 5">
              <a:extLst>
                <a:ext uri="{FF2B5EF4-FFF2-40B4-BE49-F238E27FC236}">
                  <a16:creationId xmlns:a16="http://schemas.microsoft.com/office/drawing/2014/main" id="{15720EFF-5977-0B27-EAAE-1D901EED36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06" y="692"/>
              <a:ext cx="236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Line 6">
              <a:extLst>
                <a:ext uri="{FF2B5EF4-FFF2-40B4-BE49-F238E27FC236}">
                  <a16:creationId xmlns:a16="http://schemas.microsoft.com/office/drawing/2014/main" id="{E3C0916B-6433-4662-22C5-AAE5064E48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06" y="933"/>
              <a:ext cx="2379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Line 7">
              <a:extLst>
                <a:ext uri="{FF2B5EF4-FFF2-40B4-BE49-F238E27FC236}">
                  <a16:creationId xmlns:a16="http://schemas.microsoft.com/office/drawing/2014/main" id="{729D7109-121E-DE1F-7DA0-6302FBF969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20" y="692"/>
              <a:ext cx="0" cy="255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Line 8">
              <a:extLst>
                <a:ext uri="{FF2B5EF4-FFF2-40B4-BE49-F238E27FC236}">
                  <a16:creationId xmlns:a16="http://schemas.microsoft.com/office/drawing/2014/main" id="{4C16A122-B2C9-D0F9-B9FE-032554B4DA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3" y="935"/>
              <a:ext cx="962" cy="198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Line 9">
              <a:extLst>
                <a:ext uri="{FF2B5EF4-FFF2-40B4-BE49-F238E27FC236}">
                  <a16:creationId xmlns:a16="http://schemas.microsoft.com/office/drawing/2014/main" id="{613FB407-BF39-C68E-C241-9BDF7CB36F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30" y="1127"/>
              <a:ext cx="832" cy="170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Line 10">
              <a:extLst>
                <a:ext uri="{FF2B5EF4-FFF2-40B4-BE49-F238E27FC236}">
                  <a16:creationId xmlns:a16="http://schemas.microsoft.com/office/drawing/2014/main" id="{87714645-4917-16C7-77E0-F1001D48BC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4" y="1035"/>
              <a:ext cx="274" cy="1667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Line 11">
              <a:extLst>
                <a:ext uri="{FF2B5EF4-FFF2-40B4-BE49-F238E27FC236}">
                  <a16:creationId xmlns:a16="http://schemas.microsoft.com/office/drawing/2014/main" id="{C7D0973D-6A24-FB0D-E1F8-6FA145438F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22" y="1082"/>
              <a:ext cx="248" cy="155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5F2A5D0E-A995-9A3F-82E4-0648EE0E0A15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5" y="691"/>
              <a:ext cx="36" cy="237"/>
            </a:xfrm>
            <a:custGeom>
              <a:avLst/>
              <a:gdLst>
                <a:gd name="T0" fmla="*/ 16 w 35"/>
                <a:gd name="T1" fmla="*/ 0 h 237"/>
                <a:gd name="T2" fmla="*/ 9 w 35"/>
                <a:gd name="T3" fmla="*/ 39 h 237"/>
                <a:gd name="T4" fmla="*/ 3 w 35"/>
                <a:gd name="T5" fmla="*/ 128 h 237"/>
                <a:gd name="T6" fmla="*/ 28 w 35"/>
                <a:gd name="T7" fmla="*/ 173 h 237"/>
                <a:gd name="T8" fmla="*/ 35 w 35"/>
                <a:gd name="T9" fmla="*/ 237 h 2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237"/>
                <a:gd name="T17" fmla="*/ 35 w 35"/>
                <a:gd name="T18" fmla="*/ 237 h 23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237">
                  <a:moveTo>
                    <a:pt x="16" y="0"/>
                  </a:moveTo>
                  <a:cubicBezTo>
                    <a:pt x="13" y="9"/>
                    <a:pt x="11" y="18"/>
                    <a:pt x="9" y="39"/>
                  </a:cubicBezTo>
                  <a:cubicBezTo>
                    <a:pt x="7" y="60"/>
                    <a:pt x="0" y="106"/>
                    <a:pt x="3" y="128"/>
                  </a:cubicBezTo>
                  <a:cubicBezTo>
                    <a:pt x="6" y="150"/>
                    <a:pt x="23" y="155"/>
                    <a:pt x="28" y="173"/>
                  </a:cubicBezTo>
                  <a:cubicBezTo>
                    <a:pt x="33" y="191"/>
                    <a:pt x="35" y="225"/>
                    <a:pt x="35" y="237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Arc 13">
              <a:extLst>
                <a:ext uri="{FF2B5EF4-FFF2-40B4-BE49-F238E27FC236}">
                  <a16:creationId xmlns:a16="http://schemas.microsoft.com/office/drawing/2014/main" id="{18A06299-8A2B-036B-B0A5-650C837D920C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913" y="932"/>
              <a:ext cx="133" cy="218"/>
            </a:xfrm>
            <a:custGeom>
              <a:avLst/>
              <a:gdLst>
                <a:gd name="T0" fmla="*/ 0 w 21600"/>
                <a:gd name="T1" fmla="*/ 0 h 35355"/>
                <a:gd name="T2" fmla="*/ 0 w 21600"/>
                <a:gd name="T3" fmla="*/ 0 h 35355"/>
                <a:gd name="T4" fmla="*/ 0 w 21600"/>
                <a:gd name="T5" fmla="*/ 0 h 353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35355"/>
                <a:gd name="T11" fmla="*/ 21600 w 21600"/>
                <a:gd name="T12" fmla="*/ 35355 h 353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35355" fill="none" extrusionOk="0">
                  <a:moveTo>
                    <a:pt x="21135" y="35354"/>
                  </a:moveTo>
                  <a:cubicBezTo>
                    <a:pt x="9389" y="35102"/>
                    <a:pt x="0" y="25508"/>
                    <a:pt x="0" y="13760"/>
                  </a:cubicBezTo>
                  <a:cubicBezTo>
                    <a:pt x="-1" y="8737"/>
                    <a:pt x="1750" y="3871"/>
                    <a:pt x="4950" y="0"/>
                  </a:cubicBezTo>
                </a:path>
                <a:path w="21600" h="35355" stroke="0" extrusionOk="0">
                  <a:moveTo>
                    <a:pt x="21135" y="35354"/>
                  </a:moveTo>
                  <a:cubicBezTo>
                    <a:pt x="9389" y="35102"/>
                    <a:pt x="0" y="25508"/>
                    <a:pt x="0" y="13760"/>
                  </a:cubicBezTo>
                  <a:cubicBezTo>
                    <a:pt x="-1" y="8737"/>
                    <a:pt x="1750" y="3871"/>
                    <a:pt x="4950" y="0"/>
                  </a:cubicBezTo>
                  <a:lnTo>
                    <a:pt x="21600" y="13760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Arc 14">
              <a:extLst>
                <a:ext uri="{FF2B5EF4-FFF2-40B4-BE49-F238E27FC236}">
                  <a16:creationId xmlns:a16="http://schemas.microsoft.com/office/drawing/2014/main" id="{235B4DD0-237C-AA82-4942-17D776E4C1C4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992" y="935"/>
              <a:ext cx="132" cy="135"/>
            </a:xfrm>
            <a:custGeom>
              <a:avLst/>
              <a:gdLst>
                <a:gd name="T0" fmla="*/ 0 w 24788"/>
                <a:gd name="T1" fmla="*/ 0 h 25343"/>
                <a:gd name="T2" fmla="*/ 0 w 24788"/>
                <a:gd name="T3" fmla="*/ 0 h 25343"/>
                <a:gd name="T4" fmla="*/ 0 w 24788"/>
                <a:gd name="T5" fmla="*/ 0 h 25343"/>
                <a:gd name="T6" fmla="*/ 0 60000 65536"/>
                <a:gd name="T7" fmla="*/ 0 60000 65536"/>
                <a:gd name="T8" fmla="*/ 0 60000 65536"/>
                <a:gd name="T9" fmla="*/ 0 w 24788"/>
                <a:gd name="T10" fmla="*/ 0 h 25343"/>
                <a:gd name="T11" fmla="*/ 24788 w 24788"/>
                <a:gd name="T12" fmla="*/ 25343 h 2534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4788" h="25343" fill="none" extrusionOk="0">
                  <a:moveTo>
                    <a:pt x="24461" y="-1"/>
                  </a:moveTo>
                  <a:cubicBezTo>
                    <a:pt x="24678" y="1235"/>
                    <a:pt x="24788" y="2488"/>
                    <a:pt x="24788" y="3743"/>
                  </a:cubicBezTo>
                  <a:cubicBezTo>
                    <a:pt x="24788" y="15672"/>
                    <a:pt x="15117" y="25343"/>
                    <a:pt x="3188" y="25343"/>
                  </a:cubicBezTo>
                  <a:cubicBezTo>
                    <a:pt x="2120" y="25343"/>
                    <a:pt x="1055" y="25263"/>
                    <a:pt x="-1" y="25106"/>
                  </a:cubicBezTo>
                </a:path>
                <a:path w="24788" h="25343" stroke="0" extrusionOk="0">
                  <a:moveTo>
                    <a:pt x="24461" y="-1"/>
                  </a:moveTo>
                  <a:cubicBezTo>
                    <a:pt x="24678" y="1235"/>
                    <a:pt x="24788" y="2488"/>
                    <a:pt x="24788" y="3743"/>
                  </a:cubicBezTo>
                  <a:cubicBezTo>
                    <a:pt x="24788" y="15672"/>
                    <a:pt x="15117" y="25343"/>
                    <a:pt x="3188" y="25343"/>
                  </a:cubicBezTo>
                  <a:cubicBezTo>
                    <a:pt x="2120" y="25343"/>
                    <a:pt x="1055" y="25263"/>
                    <a:pt x="-1" y="25106"/>
                  </a:cubicBezTo>
                  <a:lnTo>
                    <a:pt x="3188" y="3743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Arc 15">
              <a:extLst>
                <a:ext uri="{FF2B5EF4-FFF2-40B4-BE49-F238E27FC236}">
                  <a16:creationId xmlns:a16="http://schemas.microsoft.com/office/drawing/2014/main" id="{3F179937-AA51-C963-3909-6BB0E6BBD1B0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316" y="930"/>
              <a:ext cx="122" cy="159"/>
            </a:xfrm>
            <a:custGeom>
              <a:avLst/>
              <a:gdLst>
                <a:gd name="T0" fmla="*/ 0 w 21600"/>
                <a:gd name="T1" fmla="*/ 0 h 26592"/>
                <a:gd name="T2" fmla="*/ 0 w 21600"/>
                <a:gd name="T3" fmla="*/ 0 h 26592"/>
                <a:gd name="T4" fmla="*/ 0 w 21600"/>
                <a:gd name="T5" fmla="*/ 0 h 26592"/>
                <a:gd name="T6" fmla="*/ 0 60000 65536"/>
                <a:gd name="T7" fmla="*/ 0 60000 65536"/>
                <a:gd name="T8" fmla="*/ 0 60000 65536"/>
                <a:gd name="T9" fmla="*/ 0 w 21600"/>
                <a:gd name="T10" fmla="*/ 0 h 26592"/>
                <a:gd name="T11" fmla="*/ 21600 w 21600"/>
                <a:gd name="T12" fmla="*/ 26592 h 2659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6592" fill="none" extrusionOk="0">
                  <a:moveTo>
                    <a:pt x="19953" y="26592"/>
                  </a:moveTo>
                  <a:cubicBezTo>
                    <a:pt x="8695" y="25731"/>
                    <a:pt x="0" y="16345"/>
                    <a:pt x="0" y="5055"/>
                  </a:cubicBezTo>
                  <a:cubicBezTo>
                    <a:pt x="-1" y="3352"/>
                    <a:pt x="201" y="1655"/>
                    <a:pt x="599" y="-1"/>
                  </a:cubicBezTo>
                </a:path>
                <a:path w="21600" h="26592" stroke="0" extrusionOk="0">
                  <a:moveTo>
                    <a:pt x="19953" y="26592"/>
                  </a:moveTo>
                  <a:cubicBezTo>
                    <a:pt x="8695" y="25731"/>
                    <a:pt x="0" y="16345"/>
                    <a:pt x="0" y="5055"/>
                  </a:cubicBezTo>
                  <a:cubicBezTo>
                    <a:pt x="-1" y="3352"/>
                    <a:pt x="201" y="1655"/>
                    <a:pt x="599" y="-1"/>
                  </a:cubicBezTo>
                  <a:lnTo>
                    <a:pt x="21600" y="5055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Freeform 16">
              <a:extLst>
                <a:ext uri="{FF2B5EF4-FFF2-40B4-BE49-F238E27FC236}">
                  <a16:creationId xmlns:a16="http://schemas.microsoft.com/office/drawing/2014/main" id="{E69DC86A-778A-0BFE-6C25-E33F866BA13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9" y="2631"/>
              <a:ext cx="992" cy="288"/>
            </a:xfrm>
            <a:custGeom>
              <a:avLst/>
              <a:gdLst>
                <a:gd name="T0" fmla="*/ 0 w 992"/>
                <a:gd name="T1" fmla="*/ 287 h 287"/>
                <a:gd name="T2" fmla="*/ 26 w 992"/>
                <a:gd name="T3" fmla="*/ 262 h 287"/>
                <a:gd name="T4" fmla="*/ 77 w 992"/>
                <a:gd name="T5" fmla="*/ 217 h 287"/>
                <a:gd name="T6" fmla="*/ 218 w 992"/>
                <a:gd name="T7" fmla="*/ 191 h 287"/>
                <a:gd name="T8" fmla="*/ 410 w 992"/>
                <a:gd name="T9" fmla="*/ 185 h 287"/>
                <a:gd name="T10" fmla="*/ 570 w 992"/>
                <a:gd name="T11" fmla="*/ 134 h 287"/>
                <a:gd name="T12" fmla="*/ 691 w 992"/>
                <a:gd name="T13" fmla="*/ 95 h 287"/>
                <a:gd name="T14" fmla="*/ 871 w 992"/>
                <a:gd name="T15" fmla="*/ 57 h 287"/>
                <a:gd name="T16" fmla="*/ 992 w 992"/>
                <a:gd name="T17" fmla="*/ 12 h 28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992"/>
                <a:gd name="T28" fmla="*/ 0 h 287"/>
                <a:gd name="T29" fmla="*/ 992 w 992"/>
                <a:gd name="T30" fmla="*/ 287 h 287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992" h="287">
                  <a:moveTo>
                    <a:pt x="0" y="287"/>
                  </a:moveTo>
                  <a:cubicBezTo>
                    <a:pt x="6" y="280"/>
                    <a:pt x="13" y="274"/>
                    <a:pt x="26" y="262"/>
                  </a:cubicBezTo>
                  <a:cubicBezTo>
                    <a:pt x="39" y="250"/>
                    <a:pt x="45" y="229"/>
                    <a:pt x="77" y="217"/>
                  </a:cubicBezTo>
                  <a:cubicBezTo>
                    <a:pt x="109" y="205"/>
                    <a:pt x="163" y="196"/>
                    <a:pt x="218" y="191"/>
                  </a:cubicBezTo>
                  <a:cubicBezTo>
                    <a:pt x="273" y="186"/>
                    <a:pt x="351" y="195"/>
                    <a:pt x="410" y="185"/>
                  </a:cubicBezTo>
                  <a:cubicBezTo>
                    <a:pt x="469" y="175"/>
                    <a:pt x="523" y="149"/>
                    <a:pt x="570" y="134"/>
                  </a:cubicBezTo>
                  <a:cubicBezTo>
                    <a:pt x="617" y="119"/>
                    <a:pt x="641" y="108"/>
                    <a:pt x="691" y="95"/>
                  </a:cubicBezTo>
                  <a:cubicBezTo>
                    <a:pt x="741" y="82"/>
                    <a:pt x="821" y="71"/>
                    <a:pt x="871" y="57"/>
                  </a:cubicBezTo>
                  <a:cubicBezTo>
                    <a:pt x="921" y="43"/>
                    <a:pt x="970" y="0"/>
                    <a:pt x="992" y="12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FF9BF9D-931E-E5B5-C037-36008670818A}"/>
              </a:ext>
            </a:extLst>
          </p:cNvPr>
          <p:cNvGrpSpPr>
            <a:grpSpLocks/>
          </p:cNvGrpSpPr>
          <p:nvPr/>
        </p:nvGrpSpPr>
        <p:grpSpPr bwMode="auto">
          <a:xfrm>
            <a:off x="2865786" y="3218080"/>
            <a:ext cx="2627313" cy="1717675"/>
            <a:chOff x="632" y="1658"/>
            <a:chExt cx="1655" cy="1082"/>
          </a:xfrm>
        </p:grpSpPr>
        <p:sp>
          <p:nvSpPr>
            <p:cNvPr id="21" name="Line 20">
              <a:extLst>
                <a:ext uri="{FF2B5EF4-FFF2-40B4-BE49-F238E27FC236}">
                  <a16:creationId xmlns:a16="http://schemas.microsoft.com/office/drawing/2014/main" id="{2760CD33-4904-A8F5-62A9-3512FD25979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74" y="1658"/>
              <a:ext cx="0" cy="108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Line 21">
              <a:extLst>
                <a:ext uri="{FF2B5EF4-FFF2-40B4-BE49-F238E27FC236}">
                  <a16:creationId xmlns:a16="http://schemas.microsoft.com/office/drawing/2014/main" id="{3DA1D606-E76C-FD9D-9B1C-3508BCBFA41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63" y="1658"/>
              <a:ext cx="117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Line 22">
              <a:extLst>
                <a:ext uri="{FF2B5EF4-FFF2-40B4-BE49-F238E27FC236}">
                  <a16:creationId xmlns:a16="http://schemas.microsoft.com/office/drawing/2014/main" id="{A8C99337-EBED-69B5-2A6D-7B117BAD05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6" y="1741"/>
              <a:ext cx="0" cy="68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Line 23">
              <a:extLst>
                <a:ext uri="{FF2B5EF4-FFF2-40B4-BE49-F238E27FC236}">
                  <a16:creationId xmlns:a16="http://schemas.microsoft.com/office/drawing/2014/main" id="{0AFFA328-6DE3-539A-BF43-0A18E683204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28" y="2519"/>
              <a:ext cx="1253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Line 24">
              <a:extLst>
                <a:ext uri="{FF2B5EF4-FFF2-40B4-BE49-F238E27FC236}">
                  <a16:creationId xmlns:a16="http://schemas.microsoft.com/office/drawing/2014/main" id="{2BE3E08A-D9C1-778E-32E2-D583A30724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3" y="2622"/>
              <a:ext cx="0" cy="11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Line 25">
              <a:extLst>
                <a:ext uri="{FF2B5EF4-FFF2-40B4-BE49-F238E27FC236}">
                  <a16:creationId xmlns:a16="http://schemas.microsoft.com/office/drawing/2014/main" id="{31929854-96C0-0C0D-1547-275F3400650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92" y="1875"/>
              <a:ext cx="1304" cy="65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Line 26">
              <a:extLst>
                <a:ext uri="{FF2B5EF4-FFF2-40B4-BE49-F238E27FC236}">
                  <a16:creationId xmlns:a16="http://schemas.microsoft.com/office/drawing/2014/main" id="{060D6431-11C2-3852-EB6B-25A3B94218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2" y="2737"/>
              <a:ext cx="1655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Arc 27">
              <a:extLst>
                <a:ext uri="{FF2B5EF4-FFF2-40B4-BE49-F238E27FC236}">
                  <a16:creationId xmlns:a16="http://schemas.microsoft.com/office/drawing/2014/main" id="{C0FA7EFF-1815-9795-9E80-59DFBC021D88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961" y="2417"/>
              <a:ext cx="102" cy="10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Arc 28">
              <a:extLst>
                <a:ext uri="{FF2B5EF4-FFF2-40B4-BE49-F238E27FC236}">
                  <a16:creationId xmlns:a16="http://schemas.microsoft.com/office/drawing/2014/main" id="{76A5902A-BC75-3756-2B55-1098312EBA1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2069" y="1658"/>
              <a:ext cx="96" cy="9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Arc 29">
              <a:extLst>
                <a:ext uri="{FF2B5EF4-FFF2-40B4-BE49-F238E27FC236}">
                  <a16:creationId xmlns:a16="http://schemas.microsoft.com/office/drawing/2014/main" id="{BE7A3C77-EA5B-F3F0-804E-56A746E2C599}"/>
                </a:ext>
              </a:extLst>
            </p:cNvPr>
            <p:cNvSpPr>
              <a:spLocks/>
            </p:cNvSpPr>
            <p:nvPr/>
          </p:nvSpPr>
          <p:spPr bwMode="auto">
            <a:xfrm>
              <a:off x="642" y="2518"/>
              <a:ext cx="94" cy="137"/>
            </a:xfrm>
            <a:custGeom>
              <a:avLst/>
              <a:gdLst>
                <a:gd name="T0" fmla="*/ 0 w 21189"/>
                <a:gd name="T1" fmla="*/ 0 h 20960"/>
                <a:gd name="T2" fmla="*/ 0 w 21189"/>
                <a:gd name="T3" fmla="*/ 0 h 20960"/>
                <a:gd name="T4" fmla="*/ 0 w 21189"/>
                <a:gd name="T5" fmla="*/ 0 h 20960"/>
                <a:gd name="T6" fmla="*/ 0 60000 65536"/>
                <a:gd name="T7" fmla="*/ 0 60000 65536"/>
                <a:gd name="T8" fmla="*/ 0 60000 65536"/>
                <a:gd name="T9" fmla="*/ 0 w 21189"/>
                <a:gd name="T10" fmla="*/ 0 h 20960"/>
                <a:gd name="T11" fmla="*/ 21189 w 21189"/>
                <a:gd name="T12" fmla="*/ 20960 h 2096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189" h="20960" fill="none" extrusionOk="0">
                  <a:moveTo>
                    <a:pt x="0" y="16766"/>
                  </a:moveTo>
                  <a:cubicBezTo>
                    <a:pt x="1625" y="8555"/>
                    <a:pt x="7847" y="2022"/>
                    <a:pt x="15969" y="0"/>
                  </a:cubicBezTo>
                </a:path>
                <a:path w="21189" h="20960" stroke="0" extrusionOk="0">
                  <a:moveTo>
                    <a:pt x="0" y="16766"/>
                  </a:moveTo>
                  <a:cubicBezTo>
                    <a:pt x="1625" y="8555"/>
                    <a:pt x="7847" y="2022"/>
                    <a:pt x="15969" y="0"/>
                  </a:cubicBezTo>
                  <a:lnTo>
                    <a:pt x="21189" y="20960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Arc 30">
              <a:extLst>
                <a:ext uri="{FF2B5EF4-FFF2-40B4-BE49-F238E27FC236}">
                  <a16:creationId xmlns:a16="http://schemas.microsoft.com/office/drawing/2014/main" id="{60AE58E1-D830-62AC-EDC7-79FBD5578EF3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961" y="1776"/>
              <a:ext cx="102" cy="99"/>
            </a:xfrm>
            <a:custGeom>
              <a:avLst/>
              <a:gdLst>
                <a:gd name="T0" fmla="*/ 0 w 21600"/>
                <a:gd name="T1" fmla="*/ 0 h 21046"/>
                <a:gd name="T2" fmla="*/ 0 w 21600"/>
                <a:gd name="T3" fmla="*/ 0 h 21046"/>
                <a:gd name="T4" fmla="*/ 0 w 21600"/>
                <a:gd name="T5" fmla="*/ 0 h 21046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046"/>
                <a:gd name="T11" fmla="*/ 21600 w 21600"/>
                <a:gd name="T12" fmla="*/ 21046 h 210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046" fill="none" extrusionOk="0">
                  <a:moveTo>
                    <a:pt x="4862" y="0"/>
                  </a:moveTo>
                  <a:cubicBezTo>
                    <a:pt x="14660" y="2264"/>
                    <a:pt x="21600" y="10990"/>
                    <a:pt x="21600" y="21046"/>
                  </a:cubicBezTo>
                </a:path>
                <a:path w="21600" h="21046" stroke="0" extrusionOk="0">
                  <a:moveTo>
                    <a:pt x="4862" y="0"/>
                  </a:moveTo>
                  <a:cubicBezTo>
                    <a:pt x="14660" y="2264"/>
                    <a:pt x="21600" y="10990"/>
                    <a:pt x="21600" y="21046"/>
                  </a:cubicBezTo>
                  <a:lnTo>
                    <a:pt x="0" y="21046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3" name="Text Box 33" descr="紫色网格">
            <a:extLst>
              <a:ext uri="{FF2B5EF4-FFF2-40B4-BE49-F238E27FC236}">
                <a16:creationId xmlns:a16="http://schemas.microsoft.com/office/drawing/2014/main" id="{B83FBEB7-77E5-86FB-F73C-1A5B9749DE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1984" y="1071641"/>
            <a:ext cx="2351087" cy="83185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点画线</a:t>
            </a:r>
            <a:r>
              <a:rPr lang="en-US" altLang="zh-CN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剖切面</a:t>
            </a:r>
            <a:r>
              <a:rPr lang="en-US" altLang="zh-CN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algn="ctr" eaLnBrk="1" hangingPunct="1">
              <a:defRPr/>
            </a:pPr>
            <a:r>
              <a:rPr lang="zh-CN" altLang="en-US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必须垂直轮廓线</a:t>
            </a:r>
          </a:p>
        </p:txBody>
      </p:sp>
      <p:sp>
        <p:nvSpPr>
          <p:cNvPr id="34" name="Line 34">
            <a:extLst>
              <a:ext uri="{FF2B5EF4-FFF2-40B4-BE49-F238E27FC236}">
                <a16:creationId xmlns:a16="http://schemas.microsoft.com/office/drawing/2014/main" id="{2EBC1418-8967-BDF8-5993-3B3D17D4ACDD}"/>
              </a:ext>
            </a:extLst>
          </p:cNvPr>
          <p:cNvSpPr>
            <a:spLocks noChangeShapeType="1"/>
          </p:cNvSpPr>
          <p:nvPr/>
        </p:nvSpPr>
        <p:spPr bwMode="auto">
          <a:xfrm>
            <a:off x="3870674" y="3451442"/>
            <a:ext cx="161925" cy="36512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Line 35">
            <a:extLst>
              <a:ext uri="{FF2B5EF4-FFF2-40B4-BE49-F238E27FC236}">
                <a16:creationId xmlns:a16="http://schemas.microsoft.com/office/drawing/2014/main" id="{C3A18582-1CED-01C3-5CC6-1CC96119FCA1}"/>
              </a:ext>
            </a:extLst>
          </p:cNvPr>
          <p:cNvSpPr>
            <a:spLocks noChangeShapeType="1"/>
          </p:cNvSpPr>
          <p:nvPr/>
        </p:nvSpPr>
        <p:spPr bwMode="auto">
          <a:xfrm>
            <a:off x="4162774" y="3253005"/>
            <a:ext cx="192087" cy="42545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Freeform 36">
            <a:extLst>
              <a:ext uri="{FF2B5EF4-FFF2-40B4-BE49-F238E27FC236}">
                <a16:creationId xmlns:a16="http://schemas.microsoft.com/office/drawing/2014/main" id="{857EADA4-2157-5556-0125-FD0273D8352D}"/>
              </a:ext>
            </a:extLst>
          </p:cNvPr>
          <p:cNvSpPr>
            <a:spLocks/>
          </p:cNvSpPr>
          <p:nvPr/>
        </p:nvSpPr>
        <p:spPr bwMode="auto">
          <a:xfrm>
            <a:off x="3851624" y="3227605"/>
            <a:ext cx="323850" cy="222250"/>
          </a:xfrm>
          <a:custGeom>
            <a:avLst/>
            <a:gdLst>
              <a:gd name="T0" fmla="*/ 2147483647 w 200"/>
              <a:gd name="T1" fmla="*/ 2147483647 h 135"/>
              <a:gd name="T2" fmla="*/ 2147483647 w 200"/>
              <a:gd name="T3" fmla="*/ 2147483647 h 135"/>
              <a:gd name="T4" fmla="*/ 2147483647 w 200"/>
              <a:gd name="T5" fmla="*/ 2147483647 h 135"/>
              <a:gd name="T6" fmla="*/ 2147483647 w 200"/>
              <a:gd name="T7" fmla="*/ 2147483647 h 135"/>
              <a:gd name="T8" fmla="*/ 2147483647 w 200"/>
              <a:gd name="T9" fmla="*/ 2147483647 h 13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0"/>
              <a:gd name="T16" fmla="*/ 0 h 135"/>
              <a:gd name="T17" fmla="*/ 200 w 200"/>
              <a:gd name="T18" fmla="*/ 135 h 13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0" h="135">
                <a:moveTo>
                  <a:pt x="200" y="33"/>
                </a:moveTo>
                <a:cubicBezTo>
                  <a:pt x="194" y="28"/>
                  <a:pt x="183" y="0"/>
                  <a:pt x="161" y="1"/>
                </a:cubicBezTo>
                <a:cubicBezTo>
                  <a:pt x="139" y="2"/>
                  <a:pt x="90" y="24"/>
                  <a:pt x="65" y="39"/>
                </a:cubicBezTo>
                <a:cubicBezTo>
                  <a:pt x="40" y="54"/>
                  <a:pt x="16" y="74"/>
                  <a:pt x="8" y="90"/>
                </a:cubicBezTo>
                <a:cubicBezTo>
                  <a:pt x="0" y="106"/>
                  <a:pt x="13" y="126"/>
                  <a:pt x="14" y="135"/>
                </a:cubicBezTo>
              </a:path>
            </a:pathLst>
          </a:custGeom>
          <a:noFill/>
          <a:ln w="381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Freeform 37">
            <a:extLst>
              <a:ext uri="{FF2B5EF4-FFF2-40B4-BE49-F238E27FC236}">
                <a16:creationId xmlns:a16="http://schemas.microsoft.com/office/drawing/2014/main" id="{38DF0721-32CA-D710-3CA8-B27D1C7E0E55}"/>
              </a:ext>
            </a:extLst>
          </p:cNvPr>
          <p:cNvSpPr>
            <a:spLocks/>
          </p:cNvSpPr>
          <p:nvPr/>
        </p:nvSpPr>
        <p:spPr bwMode="auto">
          <a:xfrm>
            <a:off x="4046886" y="3662580"/>
            <a:ext cx="274638" cy="142875"/>
          </a:xfrm>
          <a:custGeom>
            <a:avLst/>
            <a:gdLst>
              <a:gd name="T0" fmla="*/ 0 w 173"/>
              <a:gd name="T1" fmla="*/ 2147483647 h 90"/>
              <a:gd name="T2" fmla="*/ 2147483647 w 173"/>
              <a:gd name="T3" fmla="*/ 2147483647 h 90"/>
              <a:gd name="T4" fmla="*/ 2147483647 w 173"/>
              <a:gd name="T5" fmla="*/ 2147483647 h 90"/>
              <a:gd name="T6" fmla="*/ 2147483647 w 173"/>
              <a:gd name="T7" fmla="*/ 2147483647 h 90"/>
              <a:gd name="T8" fmla="*/ 2147483647 w 173"/>
              <a:gd name="T9" fmla="*/ 0 h 9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73"/>
              <a:gd name="T16" fmla="*/ 0 h 90"/>
              <a:gd name="T17" fmla="*/ 173 w 173"/>
              <a:gd name="T18" fmla="*/ 90 h 9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73" h="90">
                <a:moveTo>
                  <a:pt x="0" y="90"/>
                </a:moveTo>
                <a:cubicBezTo>
                  <a:pt x="21" y="77"/>
                  <a:pt x="43" y="64"/>
                  <a:pt x="57" y="52"/>
                </a:cubicBezTo>
                <a:cubicBezTo>
                  <a:pt x="71" y="40"/>
                  <a:pt x="71" y="26"/>
                  <a:pt x="83" y="20"/>
                </a:cubicBezTo>
                <a:cubicBezTo>
                  <a:pt x="95" y="14"/>
                  <a:pt x="113" y="16"/>
                  <a:pt x="128" y="13"/>
                </a:cubicBezTo>
                <a:cubicBezTo>
                  <a:pt x="143" y="10"/>
                  <a:pt x="166" y="3"/>
                  <a:pt x="173" y="0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Line 38">
            <a:extLst>
              <a:ext uri="{FF2B5EF4-FFF2-40B4-BE49-F238E27FC236}">
                <a16:creationId xmlns:a16="http://schemas.microsoft.com/office/drawing/2014/main" id="{EC1441AF-FD36-BB47-7E17-506DA1B4AF1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19886" y="3246655"/>
            <a:ext cx="142875" cy="3143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Line 39">
            <a:extLst>
              <a:ext uri="{FF2B5EF4-FFF2-40B4-BE49-F238E27FC236}">
                <a16:creationId xmlns:a16="http://schemas.microsoft.com/office/drawing/2014/main" id="{FF5F5717-5AC4-A10A-9C5B-1421B212360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78624" y="3300630"/>
            <a:ext cx="206375" cy="4286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Line 40">
            <a:extLst>
              <a:ext uri="{FF2B5EF4-FFF2-40B4-BE49-F238E27FC236}">
                <a16:creationId xmlns:a16="http://schemas.microsoft.com/office/drawing/2014/main" id="{50972139-D970-58D1-C61A-6E29199C684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11974" y="3478430"/>
            <a:ext cx="144462" cy="2841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Line 41">
            <a:extLst>
              <a:ext uri="{FF2B5EF4-FFF2-40B4-BE49-F238E27FC236}">
                <a16:creationId xmlns:a16="http://schemas.microsoft.com/office/drawing/2014/main" id="{A1A7080C-5D43-6176-F2CA-B6204C5803FD}"/>
              </a:ext>
            </a:extLst>
          </p:cNvPr>
          <p:cNvSpPr>
            <a:spLocks noChangeShapeType="1"/>
          </p:cNvSpPr>
          <p:nvPr/>
        </p:nvSpPr>
        <p:spPr bwMode="auto">
          <a:xfrm>
            <a:off x="7769574" y="3651467"/>
            <a:ext cx="396875" cy="7112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Line 42">
            <a:extLst>
              <a:ext uri="{FF2B5EF4-FFF2-40B4-BE49-F238E27FC236}">
                <a16:creationId xmlns:a16="http://schemas.microsoft.com/office/drawing/2014/main" id="{6322DB08-CFBF-4CA8-F848-FF26466147E7}"/>
              </a:ext>
            </a:extLst>
          </p:cNvPr>
          <p:cNvSpPr>
            <a:spLocks noChangeShapeType="1"/>
          </p:cNvSpPr>
          <p:nvPr/>
        </p:nvSpPr>
        <p:spPr bwMode="auto">
          <a:xfrm>
            <a:off x="7826724" y="4356317"/>
            <a:ext cx="103187" cy="157163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Line 44">
            <a:extLst>
              <a:ext uri="{FF2B5EF4-FFF2-40B4-BE49-F238E27FC236}">
                <a16:creationId xmlns:a16="http://schemas.microsoft.com/office/drawing/2014/main" id="{625A82D4-5E8F-61DB-DF36-7561180B2BFB}"/>
              </a:ext>
            </a:extLst>
          </p:cNvPr>
          <p:cNvSpPr>
            <a:spLocks noChangeShapeType="1"/>
          </p:cNvSpPr>
          <p:nvPr/>
        </p:nvSpPr>
        <p:spPr bwMode="auto">
          <a:xfrm>
            <a:off x="6597999" y="4330917"/>
            <a:ext cx="396875" cy="70485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Arc 46">
            <a:extLst>
              <a:ext uri="{FF2B5EF4-FFF2-40B4-BE49-F238E27FC236}">
                <a16:creationId xmlns:a16="http://schemas.microsoft.com/office/drawing/2014/main" id="{FE6C9A74-1BD8-0D1E-4494-38CCC287922D}"/>
              </a:ext>
            </a:extLst>
          </p:cNvPr>
          <p:cNvSpPr>
            <a:spLocks/>
          </p:cNvSpPr>
          <p:nvPr/>
        </p:nvSpPr>
        <p:spPr bwMode="auto">
          <a:xfrm rot="21294260" flipH="1" flipV="1">
            <a:off x="6986936" y="4892892"/>
            <a:ext cx="280988" cy="225425"/>
          </a:xfrm>
          <a:custGeom>
            <a:avLst/>
            <a:gdLst>
              <a:gd name="T0" fmla="*/ 1847637300 w 42885"/>
              <a:gd name="T1" fmla="*/ 2147483647 h 33486"/>
              <a:gd name="T2" fmla="*/ 2147483647 w 42885"/>
              <a:gd name="T3" fmla="*/ 2147483647 h 33486"/>
              <a:gd name="T4" fmla="*/ 2147483647 w 42885"/>
              <a:gd name="T5" fmla="*/ 2147483647 h 33486"/>
              <a:gd name="T6" fmla="*/ 0 60000 65536"/>
              <a:gd name="T7" fmla="*/ 0 60000 65536"/>
              <a:gd name="T8" fmla="*/ 0 60000 65536"/>
              <a:gd name="T9" fmla="*/ 0 w 42885"/>
              <a:gd name="T10" fmla="*/ 0 h 33486"/>
              <a:gd name="T11" fmla="*/ 42885 w 42885"/>
              <a:gd name="T12" fmla="*/ 33486 h 3348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2885" h="33486" fill="none" extrusionOk="0">
                <a:moveTo>
                  <a:pt x="3564" y="33485"/>
                </a:moveTo>
                <a:cubicBezTo>
                  <a:pt x="1239" y="29957"/>
                  <a:pt x="0" y="25825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2112" y="-1"/>
                  <a:pt x="41097" y="7567"/>
                  <a:pt x="42885" y="17926"/>
                </a:cubicBezTo>
              </a:path>
              <a:path w="42885" h="33486" stroke="0" extrusionOk="0">
                <a:moveTo>
                  <a:pt x="3564" y="33485"/>
                </a:moveTo>
                <a:cubicBezTo>
                  <a:pt x="1239" y="29957"/>
                  <a:pt x="0" y="25825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2112" y="-1"/>
                  <a:pt x="41097" y="7567"/>
                  <a:pt x="42885" y="17926"/>
                </a:cubicBezTo>
                <a:lnTo>
                  <a:pt x="21600" y="21600"/>
                </a:lnTo>
                <a:close/>
              </a:path>
            </a:pathLst>
          </a:custGeom>
          <a:noFill/>
          <a:ln w="381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Arc 47">
            <a:extLst>
              <a:ext uri="{FF2B5EF4-FFF2-40B4-BE49-F238E27FC236}">
                <a16:creationId xmlns:a16="http://schemas.microsoft.com/office/drawing/2014/main" id="{CE74459A-C311-12B7-B7E6-FF6A055EC1B2}"/>
              </a:ext>
            </a:extLst>
          </p:cNvPr>
          <p:cNvSpPr>
            <a:spLocks/>
          </p:cNvSpPr>
          <p:nvPr/>
        </p:nvSpPr>
        <p:spPr bwMode="auto">
          <a:xfrm rot="21058726" flipH="1" flipV="1">
            <a:off x="7917211" y="4365842"/>
            <a:ext cx="280988" cy="219075"/>
          </a:xfrm>
          <a:custGeom>
            <a:avLst/>
            <a:gdLst>
              <a:gd name="T0" fmla="*/ 1847637300 w 42885"/>
              <a:gd name="T1" fmla="*/ 2147483647 h 33486"/>
              <a:gd name="T2" fmla="*/ 2147483647 w 42885"/>
              <a:gd name="T3" fmla="*/ 2147483647 h 33486"/>
              <a:gd name="T4" fmla="*/ 2147483647 w 42885"/>
              <a:gd name="T5" fmla="*/ 2147483647 h 33486"/>
              <a:gd name="T6" fmla="*/ 0 60000 65536"/>
              <a:gd name="T7" fmla="*/ 0 60000 65536"/>
              <a:gd name="T8" fmla="*/ 0 60000 65536"/>
              <a:gd name="T9" fmla="*/ 0 w 42885"/>
              <a:gd name="T10" fmla="*/ 0 h 33486"/>
              <a:gd name="T11" fmla="*/ 42885 w 42885"/>
              <a:gd name="T12" fmla="*/ 33486 h 3348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2885" h="33486" fill="none" extrusionOk="0">
                <a:moveTo>
                  <a:pt x="3564" y="33485"/>
                </a:moveTo>
                <a:cubicBezTo>
                  <a:pt x="1239" y="29957"/>
                  <a:pt x="0" y="25825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2112" y="-1"/>
                  <a:pt x="41097" y="7567"/>
                  <a:pt x="42885" y="17926"/>
                </a:cubicBezTo>
              </a:path>
              <a:path w="42885" h="33486" stroke="0" extrusionOk="0">
                <a:moveTo>
                  <a:pt x="3564" y="33485"/>
                </a:moveTo>
                <a:cubicBezTo>
                  <a:pt x="1239" y="29957"/>
                  <a:pt x="0" y="25825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2112" y="-1"/>
                  <a:pt x="41097" y="7567"/>
                  <a:pt x="42885" y="17926"/>
                </a:cubicBezTo>
                <a:lnTo>
                  <a:pt x="21600" y="21600"/>
                </a:lnTo>
                <a:close/>
              </a:path>
            </a:pathLst>
          </a:custGeom>
          <a:noFill/>
          <a:ln w="381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Arc 48">
            <a:extLst>
              <a:ext uri="{FF2B5EF4-FFF2-40B4-BE49-F238E27FC236}">
                <a16:creationId xmlns:a16="http://schemas.microsoft.com/office/drawing/2014/main" id="{45CA8081-3629-7B17-C6EF-80DF864403A1}"/>
              </a:ext>
            </a:extLst>
          </p:cNvPr>
          <p:cNvSpPr>
            <a:spLocks/>
          </p:cNvSpPr>
          <p:nvPr/>
        </p:nvSpPr>
        <p:spPr bwMode="auto">
          <a:xfrm flipH="1" flipV="1">
            <a:off x="6588474" y="4129305"/>
            <a:ext cx="274637" cy="238125"/>
          </a:xfrm>
          <a:custGeom>
            <a:avLst/>
            <a:gdLst>
              <a:gd name="T0" fmla="*/ 2147483647 w 41948"/>
              <a:gd name="T1" fmla="*/ 0 h 35374"/>
              <a:gd name="T2" fmla="*/ 0 w 41948"/>
              <a:gd name="T3" fmla="*/ 2147483647 h 35374"/>
              <a:gd name="T4" fmla="*/ 2147483647 w 41948"/>
              <a:gd name="T5" fmla="*/ 2147483647 h 35374"/>
              <a:gd name="T6" fmla="*/ 0 60000 65536"/>
              <a:gd name="T7" fmla="*/ 0 60000 65536"/>
              <a:gd name="T8" fmla="*/ 0 60000 65536"/>
              <a:gd name="T9" fmla="*/ 0 w 41948"/>
              <a:gd name="T10" fmla="*/ 0 h 35374"/>
              <a:gd name="T11" fmla="*/ 41948 w 41948"/>
              <a:gd name="T12" fmla="*/ 35374 h 3537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1948" h="35374" fill="none" extrusionOk="0">
                <a:moveTo>
                  <a:pt x="36986" y="0"/>
                </a:moveTo>
                <a:cubicBezTo>
                  <a:pt x="40193" y="3874"/>
                  <a:pt x="41948" y="8745"/>
                  <a:pt x="41948" y="13774"/>
                </a:cubicBezTo>
                <a:cubicBezTo>
                  <a:pt x="41948" y="25703"/>
                  <a:pt x="32277" y="35374"/>
                  <a:pt x="20348" y="35374"/>
                </a:cubicBezTo>
                <a:cubicBezTo>
                  <a:pt x="11212" y="35374"/>
                  <a:pt x="3065" y="29626"/>
                  <a:pt x="0" y="21020"/>
                </a:cubicBezTo>
              </a:path>
              <a:path w="41948" h="35374" stroke="0" extrusionOk="0">
                <a:moveTo>
                  <a:pt x="36986" y="0"/>
                </a:moveTo>
                <a:cubicBezTo>
                  <a:pt x="40193" y="3874"/>
                  <a:pt x="41948" y="8745"/>
                  <a:pt x="41948" y="13774"/>
                </a:cubicBezTo>
                <a:cubicBezTo>
                  <a:pt x="41948" y="25703"/>
                  <a:pt x="32277" y="35374"/>
                  <a:pt x="20348" y="35374"/>
                </a:cubicBezTo>
                <a:cubicBezTo>
                  <a:pt x="11212" y="35374"/>
                  <a:pt x="3065" y="29626"/>
                  <a:pt x="0" y="21020"/>
                </a:cubicBezTo>
                <a:lnTo>
                  <a:pt x="20348" y="13774"/>
                </a:lnTo>
                <a:close/>
              </a:path>
            </a:pathLst>
          </a:custGeom>
          <a:noFill/>
          <a:ln w="381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Arc 49">
            <a:extLst>
              <a:ext uri="{FF2B5EF4-FFF2-40B4-BE49-F238E27FC236}">
                <a16:creationId xmlns:a16="http://schemas.microsoft.com/office/drawing/2014/main" id="{8AC810CC-154D-47CA-B68B-C0C5E03E335F}"/>
              </a:ext>
            </a:extLst>
          </p:cNvPr>
          <p:cNvSpPr>
            <a:spLocks/>
          </p:cNvSpPr>
          <p:nvPr/>
        </p:nvSpPr>
        <p:spPr bwMode="auto">
          <a:xfrm rot="199466" flipH="1" flipV="1">
            <a:off x="7498111" y="3557805"/>
            <a:ext cx="274638" cy="238125"/>
          </a:xfrm>
          <a:custGeom>
            <a:avLst/>
            <a:gdLst>
              <a:gd name="T0" fmla="*/ 2147483647 w 41948"/>
              <a:gd name="T1" fmla="*/ 0 h 35374"/>
              <a:gd name="T2" fmla="*/ 0 w 41948"/>
              <a:gd name="T3" fmla="*/ 2147483647 h 35374"/>
              <a:gd name="T4" fmla="*/ 2147483647 w 41948"/>
              <a:gd name="T5" fmla="*/ 2147483647 h 35374"/>
              <a:gd name="T6" fmla="*/ 0 60000 65536"/>
              <a:gd name="T7" fmla="*/ 0 60000 65536"/>
              <a:gd name="T8" fmla="*/ 0 60000 65536"/>
              <a:gd name="T9" fmla="*/ 0 w 41948"/>
              <a:gd name="T10" fmla="*/ 0 h 35374"/>
              <a:gd name="T11" fmla="*/ 41948 w 41948"/>
              <a:gd name="T12" fmla="*/ 35374 h 3537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1948" h="35374" fill="none" extrusionOk="0">
                <a:moveTo>
                  <a:pt x="36986" y="0"/>
                </a:moveTo>
                <a:cubicBezTo>
                  <a:pt x="40193" y="3874"/>
                  <a:pt x="41948" y="8745"/>
                  <a:pt x="41948" y="13774"/>
                </a:cubicBezTo>
                <a:cubicBezTo>
                  <a:pt x="41948" y="25703"/>
                  <a:pt x="32277" y="35374"/>
                  <a:pt x="20348" y="35374"/>
                </a:cubicBezTo>
                <a:cubicBezTo>
                  <a:pt x="11212" y="35374"/>
                  <a:pt x="3065" y="29626"/>
                  <a:pt x="0" y="21020"/>
                </a:cubicBezTo>
              </a:path>
              <a:path w="41948" h="35374" stroke="0" extrusionOk="0">
                <a:moveTo>
                  <a:pt x="36986" y="0"/>
                </a:moveTo>
                <a:cubicBezTo>
                  <a:pt x="40193" y="3874"/>
                  <a:pt x="41948" y="8745"/>
                  <a:pt x="41948" y="13774"/>
                </a:cubicBezTo>
                <a:cubicBezTo>
                  <a:pt x="41948" y="25703"/>
                  <a:pt x="32277" y="35374"/>
                  <a:pt x="20348" y="35374"/>
                </a:cubicBezTo>
                <a:cubicBezTo>
                  <a:pt x="11212" y="35374"/>
                  <a:pt x="3065" y="29626"/>
                  <a:pt x="0" y="21020"/>
                </a:cubicBezTo>
                <a:lnTo>
                  <a:pt x="20348" y="13774"/>
                </a:lnTo>
                <a:close/>
              </a:path>
            </a:pathLst>
          </a:custGeom>
          <a:noFill/>
          <a:ln w="381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Line 50">
            <a:extLst>
              <a:ext uri="{FF2B5EF4-FFF2-40B4-BE49-F238E27FC236}">
                <a16:creationId xmlns:a16="http://schemas.microsoft.com/office/drawing/2014/main" id="{A68AF904-4180-ED2B-9D91-5B84BCF5C7BB}"/>
              </a:ext>
            </a:extLst>
          </p:cNvPr>
          <p:cNvSpPr>
            <a:spLocks noChangeShapeType="1"/>
          </p:cNvSpPr>
          <p:nvPr/>
        </p:nvSpPr>
        <p:spPr bwMode="auto">
          <a:xfrm>
            <a:off x="7523511" y="3786405"/>
            <a:ext cx="85725" cy="14605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Freeform 54">
            <a:extLst>
              <a:ext uri="{FF2B5EF4-FFF2-40B4-BE49-F238E27FC236}">
                <a16:creationId xmlns:a16="http://schemas.microsoft.com/office/drawing/2014/main" id="{FE43F41B-EEDE-954E-086D-4A51BA71B203}"/>
              </a:ext>
            </a:extLst>
          </p:cNvPr>
          <p:cNvSpPr>
            <a:spLocks/>
          </p:cNvSpPr>
          <p:nvPr/>
        </p:nvSpPr>
        <p:spPr bwMode="auto">
          <a:xfrm>
            <a:off x="7410799" y="3916580"/>
            <a:ext cx="201612" cy="212725"/>
          </a:xfrm>
          <a:custGeom>
            <a:avLst/>
            <a:gdLst>
              <a:gd name="T0" fmla="*/ 2147483647 w 127"/>
              <a:gd name="T1" fmla="*/ 0 h 134"/>
              <a:gd name="T2" fmla="*/ 2147483647 w 127"/>
              <a:gd name="T3" fmla="*/ 2147483647 h 134"/>
              <a:gd name="T4" fmla="*/ 2147483647 w 127"/>
              <a:gd name="T5" fmla="*/ 2147483647 h 134"/>
              <a:gd name="T6" fmla="*/ 0 w 127"/>
              <a:gd name="T7" fmla="*/ 2147483647 h 134"/>
              <a:gd name="T8" fmla="*/ 0 60000 65536"/>
              <a:gd name="T9" fmla="*/ 0 60000 65536"/>
              <a:gd name="T10" fmla="*/ 0 60000 65536"/>
              <a:gd name="T11" fmla="*/ 0 60000 65536"/>
              <a:gd name="T12" fmla="*/ 0 w 127"/>
              <a:gd name="T13" fmla="*/ 0 h 134"/>
              <a:gd name="T14" fmla="*/ 127 w 127"/>
              <a:gd name="T15" fmla="*/ 134 h 13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27" h="134">
                <a:moveTo>
                  <a:pt x="120" y="0"/>
                </a:moveTo>
                <a:cubicBezTo>
                  <a:pt x="123" y="9"/>
                  <a:pt x="127" y="18"/>
                  <a:pt x="125" y="29"/>
                </a:cubicBezTo>
                <a:cubicBezTo>
                  <a:pt x="123" y="40"/>
                  <a:pt x="127" y="49"/>
                  <a:pt x="106" y="67"/>
                </a:cubicBezTo>
                <a:cubicBezTo>
                  <a:pt x="85" y="85"/>
                  <a:pt x="15" y="122"/>
                  <a:pt x="0" y="134"/>
                </a:cubicBezTo>
              </a:path>
            </a:pathLst>
          </a:custGeom>
          <a:noFill/>
          <a:ln w="381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Freeform 55">
            <a:extLst>
              <a:ext uri="{FF2B5EF4-FFF2-40B4-BE49-F238E27FC236}">
                <a16:creationId xmlns:a16="http://schemas.microsoft.com/office/drawing/2014/main" id="{28454BDA-39B1-79B1-BC26-7F0A06DEFD37}"/>
              </a:ext>
            </a:extLst>
          </p:cNvPr>
          <p:cNvSpPr>
            <a:spLocks/>
          </p:cNvSpPr>
          <p:nvPr/>
        </p:nvSpPr>
        <p:spPr bwMode="auto">
          <a:xfrm>
            <a:off x="7588599" y="4310280"/>
            <a:ext cx="244475" cy="80962"/>
          </a:xfrm>
          <a:custGeom>
            <a:avLst/>
            <a:gdLst>
              <a:gd name="T0" fmla="*/ 2147483647 w 178"/>
              <a:gd name="T1" fmla="*/ 2147483647 h 78"/>
              <a:gd name="T2" fmla="*/ 2147483647 w 178"/>
              <a:gd name="T3" fmla="*/ 2147483647 h 78"/>
              <a:gd name="T4" fmla="*/ 2147483647 w 178"/>
              <a:gd name="T5" fmla="*/ 2147483647 h 78"/>
              <a:gd name="T6" fmla="*/ 0 w 178"/>
              <a:gd name="T7" fmla="*/ 2147483647 h 78"/>
              <a:gd name="T8" fmla="*/ 0 60000 65536"/>
              <a:gd name="T9" fmla="*/ 0 60000 65536"/>
              <a:gd name="T10" fmla="*/ 0 60000 65536"/>
              <a:gd name="T11" fmla="*/ 0 60000 65536"/>
              <a:gd name="T12" fmla="*/ 0 w 178"/>
              <a:gd name="T13" fmla="*/ 0 h 78"/>
              <a:gd name="T14" fmla="*/ 178 w 178"/>
              <a:gd name="T15" fmla="*/ 78 h 7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78" h="78">
                <a:moveTo>
                  <a:pt x="178" y="54"/>
                </a:moveTo>
                <a:cubicBezTo>
                  <a:pt x="172" y="48"/>
                  <a:pt x="156" y="22"/>
                  <a:pt x="144" y="15"/>
                </a:cubicBezTo>
                <a:cubicBezTo>
                  <a:pt x="132" y="8"/>
                  <a:pt x="130" y="0"/>
                  <a:pt x="106" y="10"/>
                </a:cubicBezTo>
                <a:cubicBezTo>
                  <a:pt x="82" y="20"/>
                  <a:pt x="22" y="64"/>
                  <a:pt x="0" y="78"/>
                </a:cubicBezTo>
              </a:path>
            </a:pathLst>
          </a:custGeom>
          <a:noFill/>
          <a:ln w="381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Freeform 56">
            <a:extLst>
              <a:ext uri="{FF2B5EF4-FFF2-40B4-BE49-F238E27FC236}">
                <a16:creationId xmlns:a16="http://schemas.microsoft.com/office/drawing/2014/main" id="{EF9AA81F-2085-A9AE-2F9F-3AA800EBFB15}"/>
              </a:ext>
            </a:extLst>
          </p:cNvPr>
          <p:cNvSpPr>
            <a:spLocks/>
          </p:cNvSpPr>
          <p:nvPr/>
        </p:nvSpPr>
        <p:spPr bwMode="auto">
          <a:xfrm>
            <a:off x="7182199" y="4251542"/>
            <a:ext cx="174625" cy="327025"/>
          </a:xfrm>
          <a:custGeom>
            <a:avLst/>
            <a:gdLst>
              <a:gd name="T0" fmla="*/ 0 w 116"/>
              <a:gd name="T1" fmla="*/ 0 h 173"/>
              <a:gd name="T2" fmla="*/ 2147483647 w 116"/>
              <a:gd name="T3" fmla="*/ 2147483647 h 173"/>
              <a:gd name="T4" fmla="*/ 2147483647 w 116"/>
              <a:gd name="T5" fmla="*/ 2147483647 h 173"/>
              <a:gd name="T6" fmla="*/ 2147483647 w 116"/>
              <a:gd name="T7" fmla="*/ 2147483647 h 173"/>
              <a:gd name="T8" fmla="*/ 2147483647 w 116"/>
              <a:gd name="T9" fmla="*/ 2147483647 h 17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6"/>
              <a:gd name="T16" fmla="*/ 0 h 173"/>
              <a:gd name="T17" fmla="*/ 116 w 116"/>
              <a:gd name="T18" fmla="*/ 173 h 17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6" h="173">
                <a:moveTo>
                  <a:pt x="0" y="0"/>
                </a:moveTo>
                <a:cubicBezTo>
                  <a:pt x="3" y="23"/>
                  <a:pt x="6" y="46"/>
                  <a:pt x="15" y="58"/>
                </a:cubicBezTo>
                <a:cubicBezTo>
                  <a:pt x="24" y="70"/>
                  <a:pt x="42" y="64"/>
                  <a:pt x="53" y="72"/>
                </a:cubicBezTo>
                <a:cubicBezTo>
                  <a:pt x="64" y="80"/>
                  <a:pt x="69" y="88"/>
                  <a:pt x="79" y="105"/>
                </a:cubicBezTo>
                <a:cubicBezTo>
                  <a:pt x="89" y="122"/>
                  <a:pt x="108" y="159"/>
                  <a:pt x="116" y="173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Freeform 57">
            <a:extLst>
              <a:ext uri="{FF2B5EF4-FFF2-40B4-BE49-F238E27FC236}">
                <a16:creationId xmlns:a16="http://schemas.microsoft.com/office/drawing/2014/main" id="{83B26995-99DE-C749-2ADB-3C4D134F4C62}"/>
              </a:ext>
            </a:extLst>
          </p:cNvPr>
          <p:cNvSpPr>
            <a:spLocks/>
          </p:cNvSpPr>
          <p:nvPr/>
        </p:nvSpPr>
        <p:spPr bwMode="auto">
          <a:xfrm>
            <a:off x="7410799" y="4121367"/>
            <a:ext cx="198437" cy="282575"/>
          </a:xfrm>
          <a:custGeom>
            <a:avLst/>
            <a:gdLst>
              <a:gd name="T0" fmla="*/ 0 w 125"/>
              <a:gd name="T1" fmla="*/ 0 h 178"/>
              <a:gd name="T2" fmla="*/ 2147483647 w 125"/>
              <a:gd name="T3" fmla="*/ 2147483647 h 178"/>
              <a:gd name="T4" fmla="*/ 2147483647 w 125"/>
              <a:gd name="T5" fmla="*/ 2147483647 h 178"/>
              <a:gd name="T6" fmla="*/ 2147483647 w 125"/>
              <a:gd name="T7" fmla="*/ 2147483647 h 178"/>
              <a:gd name="T8" fmla="*/ 2147483647 w 125"/>
              <a:gd name="T9" fmla="*/ 2147483647 h 17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5"/>
              <a:gd name="T16" fmla="*/ 0 h 178"/>
              <a:gd name="T17" fmla="*/ 125 w 125"/>
              <a:gd name="T18" fmla="*/ 178 h 17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5" h="178">
                <a:moveTo>
                  <a:pt x="0" y="0"/>
                </a:moveTo>
                <a:cubicBezTo>
                  <a:pt x="8" y="15"/>
                  <a:pt x="16" y="31"/>
                  <a:pt x="29" y="44"/>
                </a:cubicBezTo>
                <a:cubicBezTo>
                  <a:pt x="42" y="57"/>
                  <a:pt x="66" y="62"/>
                  <a:pt x="77" y="77"/>
                </a:cubicBezTo>
                <a:cubicBezTo>
                  <a:pt x="88" y="92"/>
                  <a:pt x="84" y="118"/>
                  <a:pt x="92" y="135"/>
                </a:cubicBezTo>
                <a:cubicBezTo>
                  <a:pt x="100" y="152"/>
                  <a:pt x="120" y="169"/>
                  <a:pt x="125" y="178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Line 58">
            <a:extLst>
              <a:ext uri="{FF2B5EF4-FFF2-40B4-BE49-F238E27FC236}">
                <a16:creationId xmlns:a16="http://schemas.microsoft.com/office/drawing/2014/main" id="{56BE06AB-0472-E0EF-45AD-F7D8C7802EE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44036" y="4119780"/>
            <a:ext cx="133350" cy="3000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Line 59">
            <a:extLst>
              <a:ext uri="{FF2B5EF4-FFF2-40B4-BE49-F238E27FC236}">
                <a16:creationId xmlns:a16="http://schemas.microsoft.com/office/drawing/2014/main" id="{96073B3D-E5E9-7FF6-D90F-BE0F14A9761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32936" y="4227730"/>
            <a:ext cx="144463" cy="34131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Line 60">
            <a:extLst>
              <a:ext uri="{FF2B5EF4-FFF2-40B4-BE49-F238E27FC236}">
                <a16:creationId xmlns:a16="http://schemas.microsoft.com/office/drawing/2014/main" id="{90CF6661-C2F2-1AF6-FE65-224CA8F767F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15486" y="4353142"/>
            <a:ext cx="157163" cy="36671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Line 61">
            <a:extLst>
              <a:ext uri="{FF2B5EF4-FFF2-40B4-BE49-F238E27FC236}">
                <a16:creationId xmlns:a16="http://schemas.microsoft.com/office/drawing/2014/main" id="{85C82D7B-01C7-3F09-3186-AB3A7B9E27D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98036" y="4275355"/>
            <a:ext cx="249238" cy="5921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Line 62">
            <a:extLst>
              <a:ext uri="{FF2B5EF4-FFF2-40B4-BE49-F238E27FC236}">
                <a16:creationId xmlns:a16="http://schemas.microsoft.com/office/drawing/2014/main" id="{F02FE2BE-50C6-37DD-1F61-B31BA3719BB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978999" y="4369017"/>
            <a:ext cx="268287" cy="64928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Line 63">
            <a:extLst>
              <a:ext uri="{FF2B5EF4-FFF2-40B4-BE49-F238E27FC236}">
                <a16:creationId xmlns:a16="http://schemas.microsoft.com/office/drawing/2014/main" id="{F9FA7109-2659-BA3F-2FAD-B80CAEFF2D0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82186" y="4826217"/>
            <a:ext cx="114300" cy="2714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Line 65">
            <a:extLst>
              <a:ext uri="{FF2B5EF4-FFF2-40B4-BE49-F238E27FC236}">
                <a16:creationId xmlns:a16="http://schemas.microsoft.com/office/drawing/2014/main" id="{B05A5FAE-55EA-A116-6C02-738AC6A985F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552086" y="3581617"/>
            <a:ext cx="109538" cy="25558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Line 66">
            <a:extLst>
              <a:ext uri="{FF2B5EF4-FFF2-40B4-BE49-F238E27FC236}">
                <a16:creationId xmlns:a16="http://schemas.microsoft.com/office/drawing/2014/main" id="{68ECD48D-AA59-ED17-5F11-DDB0AC30A0A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515574" y="3654642"/>
            <a:ext cx="246062" cy="5762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Line 67">
            <a:extLst>
              <a:ext uri="{FF2B5EF4-FFF2-40B4-BE49-F238E27FC236}">
                <a16:creationId xmlns:a16="http://schemas.microsoft.com/office/drawing/2014/main" id="{3DC1F421-D6C1-21DD-87B4-784FCB02DFD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593361" y="3794342"/>
            <a:ext cx="249238" cy="5794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Line 68">
            <a:extLst>
              <a:ext uri="{FF2B5EF4-FFF2-40B4-BE49-F238E27FC236}">
                <a16:creationId xmlns:a16="http://schemas.microsoft.com/office/drawing/2014/main" id="{D91780EF-4BA0-D015-AC8B-A998BAF8BE5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756874" y="3924517"/>
            <a:ext cx="174625" cy="4095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Line 69">
            <a:extLst>
              <a:ext uri="{FF2B5EF4-FFF2-40B4-BE49-F238E27FC236}">
                <a16:creationId xmlns:a16="http://schemas.microsoft.com/office/drawing/2014/main" id="{0BC75113-0B2E-5175-CE45-FED89B69140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861649" y="4080092"/>
            <a:ext cx="141287" cy="3381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Line 70">
            <a:extLst>
              <a:ext uri="{FF2B5EF4-FFF2-40B4-BE49-F238E27FC236}">
                <a16:creationId xmlns:a16="http://schemas.microsoft.com/office/drawing/2014/main" id="{60D46D35-9192-9752-31DD-FBD8F89D240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950549" y="4230905"/>
            <a:ext cx="123825" cy="3079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Line 71">
            <a:extLst>
              <a:ext uri="{FF2B5EF4-FFF2-40B4-BE49-F238E27FC236}">
                <a16:creationId xmlns:a16="http://schemas.microsoft.com/office/drawing/2014/main" id="{306AAFB6-0E44-C59A-3E13-5432114FE16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075961" y="4357905"/>
            <a:ext cx="74613" cy="21431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Line 72">
            <a:extLst>
              <a:ext uri="{FF2B5EF4-FFF2-40B4-BE49-F238E27FC236}">
                <a16:creationId xmlns:a16="http://schemas.microsoft.com/office/drawing/2014/main" id="{DBB86209-E292-4449-397D-023194EF2C1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35760" y="1905540"/>
            <a:ext cx="2413999" cy="1266502"/>
          </a:xfrm>
          <a:prstGeom prst="line">
            <a:avLst/>
          </a:prstGeom>
          <a:noFill/>
          <a:ln w="19050">
            <a:solidFill>
              <a:srgbClr val="A5002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Text Box 73" descr="紫色网格">
            <a:extLst>
              <a:ext uri="{FF2B5EF4-FFF2-40B4-BE49-F238E27FC236}">
                <a16:creationId xmlns:a16="http://schemas.microsoft.com/office/drawing/2014/main" id="{F581808A-783B-F3D0-730D-CB9D313DCD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0936" y="5366650"/>
            <a:ext cx="3589338" cy="83185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kern="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由两个相交的剖切面剖切</a:t>
            </a:r>
          </a:p>
          <a:p>
            <a:pPr algn="ctr" eaLnBrk="1" hangingPunct="1">
              <a:defRPr/>
            </a:pPr>
            <a:r>
              <a:rPr lang="zh-CN" altLang="en-US" kern="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得出的断面，</a:t>
            </a:r>
            <a:r>
              <a:rPr lang="zh-CN" altLang="en-US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中间应断开</a:t>
            </a:r>
          </a:p>
        </p:txBody>
      </p:sp>
      <p:sp>
        <p:nvSpPr>
          <p:cNvPr id="69" name="Line 74">
            <a:extLst>
              <a:ext uri="{FF2B5EF4-FFF2-40B4-BE49-F238E27FC236}">
                <a16:creationId xmlns:a16="http://schemas.microsoft.com/office/drawing/2014/main" id="{3E44BE1C-44E0-0537-B1CB-9E778A54CDC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461599" y="4443630"/>
            <a:ext cx="92075" cy="931862"/>
          </a:xfrm>
          <a:prstGeom prst="line">
            <a:avLst/>
          </a:prstGeom>
          <a:noFill/>
          <a:ln w="28575">
            <a:solidFill>
              <a:srgbClr val="A50021"/>
            </a:solidFill>
            <a:round/>
            <a:headEnd/>
            <a:tailEnd type="triangle" w="sm" len="lg"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Line 76">
            <a:extLst>
              <a:ext uri="{FF2B5EF4-FFF2-40B4-BE49-F238E27FC236}">
                <a16:creationId xmlns:a16="http://schemas.microsoft.com/office/drawing/2014/main" id="{C9605B14-25DF-2AF4-B6B8-207608CE9AF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266336" y="4488080"/>
            <a:ext cx="55563" cy="1349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1" name="图片 70" descr="PPT14.png">
            <a:extLst>
              <a:ext uri="{FF2B5EF4-FFF2-40B4-BE49-F238E27FC236}">
                <a16:creationId xmlns:a16="http://schemas.microsoft.com/office/drawing/2014/main" id="{9ABF3A36-8E77-7072-954F-FC8A60C1CF0C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17028" y="3167588"/>
            <a:ext cx="2196495" cy="1976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2" name="图片 71" descr="PPT15.png">
            <a:extLst>
              <a:ext uri="{FF2B5EF4-FFF2-40B4-BE49-F238E27FC236}">
                <a16:creationId xmlns:a16="http://schemas.microsoft.com/office/drawing/2014/main" id="{4DF0B18D-A21F-0D0F-850C-503006832258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9123549" y="4138065"/>
            <a:ext cx="2819401" cy="22726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3" name="任意多边形 73">
            <a:extLst>
              <a:ext uri="{FF2B5EF4-FFF2-40B4-BE49-F238E27FC236}">
                <a16:creationId xmlns:a16="http://schemas.microsoft.com/office/drawing/2014/main" id="{D2B1ED92-CF99-7B6C-FD07-D9E5652B2D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3586" y="4207092"/>
            <a:ext cx="341313" cy="150813"/>
          </a:xfrm>
          <a:custGeom>
            <a:avLst/>
            <a:gdLst>
              <a:gd name="T0" fmla="*/ 4417 w 332016"/>
              <a:gd name="T1" fmla="*/ 12307 h 159066"/>
              <a:gd name="T2" fmla="*/ 10751 w 332016"/>
              <a:gd name="T3" fmla="*/ 12933 h 159066"/>
              <a:gd name="T4" fmla="*/ 68915 w 332016"/>
              <a:gd name="T5" fmla="*/ 89901 h 159066"/>
              <a:gd name="T6" fmla="*/ 114065 w 332016"/>
              <a:gd name="T7" fmla="*/ 111456 h 159066"/>
              <a:gd name="T8" fmla="*/ 181789 w 332016"/>
              <a:gd name="T9" fmla="*/ 109299 h 159066"/>
              <a:gd name="T10" fmla="*/ 381733 w 332016"/>
              <a:gd name="T11" fmla="*/ 33861 h 15906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32016"/>
              <a:gd name="T19" fmla="*/ 0 h 159066"/>
              <a:gd name="T20" fmla="*/ 332016 w 332016"/>
              <a:gd name="T21" fmla="*/ 159066 h 15906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32016" h="159066">
                <a:moveTo>
                  <a:pt x="3842" y="16015"/>
                </a:moveTo>
                <a:cubicBezTo>
                  <a:pt x="4760" y="16151"/>
                  <a:pt x="0" y="0"/>
                  <a:pt x="9350" y="16829"/>
                </a:cubicBezTo>
                <a:cubicBezTo>
                  <a:pt x="18700" y="33658"/>
                  <a:pt x="44964" y="95623"/>
                  <a:pt x="59940" y="116992"/>
                </a:cubicBezTo>
                <a:cubicBezTo>
                  <a:pt x="74916" y="138361"/>
                  <a:pt x="82847" y="140834"/>
                  <a:pt x="99209" y="145041"/>
                </a:cubicBezTo>
                <a:cubicBezTo>
                  <a:pt x="115571" y="149248"/>
                  <a:pt x="119311" y="159066"/>
                  <a:pt x="158112" y="142236"/>
                </a:cubicBezTo>
                <a:cubicBezTo>
                  <a:pt x="196913" y="125407"/>
                  <a:pt x="299760" y="66036"/>
                  <a:pt x="332016" y="44064"/>
                </a:cubicBezTo>
              </a:path>
            </a:pathLst>
          </a:custGeom>
          <a:noFill/>
          <a:ln w="38100" algn="ctr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任意多边形 74">
            <a:extLst>
              <a:ext uri="{FF2B5EF4-FFF2-40B4-BE49-F238E27FC236}">
                <a16:creationId xmlns:a16="http://schemas.microsoft.com/office/drawing/2014/main" id="{24BF41C1-A800-24B9-A196-54F32632EB64}"/>
              </a:ext>
            </a:extLst>
          </p:cNvPr>
          <p:cNvSpPr>
            <a:spLocks noChangeArrowheads="1"/>
          </p:cNvSpPr>
          <p:nvPr/>
        </p:nvSpPr>
        <p:spPr bwMode="auto">
          <a:xfrm rot="17840388" flipV="1">
            <a:off x="7070280" y="4607936"/>
            <a:ext cx="357187" cy="180975"/>
          </a:xfrm>
          <a:custGeom>
            <a:avLst/>
            <a:gdLst>
              <a:gd name="T0" fmla="*/ 0 w 351716"/>
              <a:gd name="T1" fmla="*/ 0 h 174430"/>
              <a:gd name="T2" fmla="*/ 85832 w 351716"/>
              <a:gd name="T3" fmla="*/ 159904 h 174430"/>
              <a:gd name="T4" fmla="*/ 128152 w 351716"/>
              <a:gd name="T5" fmla="*/ 193790 h 174430"/>
              <a:gd name="T6" fmla="*/ 191633 w 351716"/>
              <a:gd name="T7" fmla="*/ 190403 h 174430"/>
              <a:gd name="T8" fmla="*/ 379056 w 351716"/>
              <a:gd name="T9" fmla="*/ 71798 h 17443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51716"/>
              <a:gd name="T16" fmla="*/ 0 h 174430"/>
              <a:gd name="T17" fmla="*/ 351716 w 351716"/>
              <a:gd name="T18" fmla="*/ 174430 h 17443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51716" h="174430">
                <a:moveTo>
                  <a:pt x="0" y="0"/>
                </a:moveTo>
                <a:cubicBezTo>
                  <a:pt x="20102" y="39736"/>
                  <a:pt x="59822" y="105622"/>
                  <a:pt x="79640" y="132356"/>
                </a:cubicBezTo>
                <a:cubicBezTo>
                  <a:pt x="99458" y="159090"/>
                  <a:pt x="102547" y="156198"/>
                  <a:pt x="118909" y="160405"/>
                </a:cubicBezTo>
                <a:cubicBezTo>
                  <a:pt x="135271" y="164612"/>
                  <a:pt x="139011" y="174430"/>
                  <a:pt x="177812" y="157600"/>
                </a:cubicBezTo>
                <a:cubicBezTo>
                  <a:pt x="216613" y="140771"/>
                  <a:pt x="319460" y="81400"/>
                  <a:pt x="351716" y="59428"/>
                </a:cubicBezTo>
              </a:path>
            </a:pathLst>
          </a:custGeom>
          <a:noFill/>
          <a:ln w="38100" algn="ctr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5" name="图片 74">
            <a:extLst>
              <a:ext uri="{FF2B5EF4-FFF2-40B4-BE49-F238E27FC236}">
                <a16:creationId xmlns:a16="http://schemas.microsoft.com/office/drawing/2014/main" id="{0277839E-82E6-666B-F94A-288E994BF94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30" t="34501" r="55073" b="14568"/>
          <a:stretch/>
        </p:blipFill>
        <p:spPr>
          <a:xfrm rot="3900000">
            <a:off x="3461982" y="3661407"/>
            <a:ext cx="1461123" cy="172197"/>
          </a:xfrm>
          <a:prstGeom prst="rect">
            <a:avLst/>
          </a:prstGeom>
        </p:spPr>
      </p:pic>
      <p:pic>
        <p:nvPicPr>
          <p:cNvPr id="76" name="图片 75">
            <a:extLst>
              <a:ext uri="{FF2B5EF4-FFF2-40B4-BE49-F238E27FC236}">
                <a16:creationId xmlns:a16="http://schemas.microsoft.com/office/drawing/2014/main" id="{84B1EE21-BF4B-68B1-5EF3-E2B229C3E05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22" t="33570" r="48490" b="9523"/>
          <a:stretch/>
        </p:blipFill>
        <p:spPr>
          <a:xfrm rot="8940000">
            <a:off x="6442727" y="3924355"/>
            <a:ext cx="2884681" cy="192402"/>
          </a:xfrm>
          <a:prstGeom prst="rect">
            <a:avLst/>
          </a:prstGeom>
        </p:spPr>
      </p:pic>
      <p:pic>
        <p:nvPicPr>
          <p:cNvPr id="77" name="图片 76">
            <a:extLst>
              <a:ext uri="{FF2B5EF4-FFF2-40B4-BE49-F238E27FC236}">
                <a16:creationId xmlns:a16="http://schemas.microsoft.com/office/drawing/2014/main" id="{8E6B74EC-563E-5D05-B774-1FC8D5C5BC8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771" t="33571" r="48490" b="-4043"/>
          <a:stretch/>
        </p:blipFill>
        <p:spPr>
          <a:xfrm rot="10200000">
            <a:off x="9106120" y="3034265"/>
            <a:ext cx="1167529" cy="238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755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75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125"/>
                            </p:stCondLst>
                            <p:childTnLst>
                              <p:par>
                                <p:cTn id="2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00"/>
                            </p:stCondLst>
                            <p:childTnLst>
                              <p:par>
                                <p:cTn id="5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500"/>
                            </p:stCondLst>
                            <p:childTnLst>
                              <p:par>
                                <p:cTn id="11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1500"/>
                            </p:stCondLst>
                            <p:childTnLst>
                              <p:par>
                                <p:cTn id="1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2000"/>
                            </p:stCondLst>
                            <p:childTnLst>
                              <p:par>
                                <p:cTn id="12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2500"/>
                            </p:stCondLst>
                            <p:childTnLst>
                              <p:par>
                                <p:cTn id="13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3000"/>
                            </p:stCondLst>
                            <p:childTnLst>
                              <p:par>
                                <p:cTn id="13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500"/>
                            </p:stCondLst>
                            <p:childTnLst>
                              <p:par>
                                <p:cTn id="14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1000"/>
                            </p:stCondLst>
                            <p:childTnLst>
                              <p:par>
                                <p:cTn id="15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1500"/>
                            </p:stCondLst>
                            <p:childTnLst>
                              <p:par>
                                <p:cTn id="15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>
                            <p:stCondLst>
                              <p:cond delay="2000"/>
                            </p:stCondLst>
                            <p:childTnLst>
                              <p:par>
                                <p:cTn id="16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2500"/>
                            </p:stCondLst>
                            <p:childTnLst>
                              <p:par>
                                <p:cTn id="16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>
                            <p:stCondLst>
                              <p:cond delay="3000"/>
                            </p:stCondLst>
                            <p:childTnLst>
                              <p:par>
                                <p:cTn id="16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1" fill="hold">
                            <p:stCondLst>
                              <p:cond delay="3500"/>
                            </p:stCondLst>
                            <p:childTnLst>
                              <p:par>
                                <p:cTn id="17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" fill="hold">
                            <p:stCondLst>
                              <p:cond delay="4000"/>
                            </p:stCondLst>
                            <p:childTnLst>
                              <p:par>
                                <p:cTn id="17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9" fill="hold">
                            <p:stCondLst>
                              <p:cond delay="4500"/>
                            </p:stCondLst>
                            <p:childTnLst>
                              <p:par>
                                <p:cTn id="18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" fill="hold">
                            <p:stCondLst>
                              <p:cond delay="5000"/>
                            </p:stCondLst>
                            <p:childTnLst>
                              <p:par>
                                <p:cTn id="18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7" fill="hold">
                            <p:stCondLst>
                              <p:cond delay="5500"/>
                            </p:stCondLst>
                            <p:childTnLst>
                              <p:par>
                                <p:cTn id="18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1" fill="hold">
                            <p:stCondLst>
                              <p:cond delay="6000"/>
                            </p:stCondLst>
                            <p:childTnLst>
                              <p:par>
                                <p:cTn id="19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5" fill="hold">
                            <p:stCondLst>
                              <p:cond delay="6500"/>
                            </p:stCondLst>
                            <p:childTnLst>
                              <p:par>
                                <p:cTn id="19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3" dur="75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4" fill="hold">
                            <p:stCondLst>
                              <p:cond delay="1650"/>
                            </p:stCondLst>
                            <p:childTnLst>
                              <p:par>
                                <p:cTn id="20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 autoUpdateAnimBg="0"/>
      <p:bldP spid="68" grpId="0" animBg="1" autoUpdateAnimBg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 idx="4294967295"/>
          </p:nvPr>
        </p:nvSpPr>
        <p:spPr>
          <a:xfrm>
            <a:off x="4772560" y="2727903"/>
            <a:ext cx="2646878" cy="830997"/>
          </a:xfr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zh-CN" altLang="en-US" sz="4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尺寸标注</a:t>
            </a:r>
          </a:p>
        </p:txBody>
      </p:sp>
      <p:sp>
        <p:nvSpPr>
          <p:cNvPr id="3" name="Rectangle 2"/>
          <p:cNvSpPr/>
          <p:nvPr/>
        </p:nvSpPr>
        <p:spPr>
          <a:xfrm>
            <a:off x="2737145" y="1136817"/>
            <a:ext cx="51167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3200" b="1" dirty="0">
                <a:solidFill>
                  <a:srgbClr val="A50021"/>
                </a:solidFill>
                <a:latin typeface="华文新魏" pitchFamily="2" charset="-122"/>
                <a:ea typeface="华文新魏" pitchFamily="2" charset="-122"/>
              </a:rPr>
              <a:t>11</a:t>
            </a:r>
            <a:endParaRPr lang="zh-CN" altLang="en-US" sz="3200" b="1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539C24-2525-2989-E85B-B8C268691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>
            <a:extLst>
              <a:ext uri="{FF2B5EF4-FFF2-40B4-BE49-F238E27FC236}">
                <a16:creationId xmlns:a16="http://schemas.microsoft.com/office/drawing/2014/main" id="{C691E32E-08D2-8E50-54DF-1B7B8C9207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19" y="412176"/>
            <a:ext cx="6051657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11.1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尺寸标准基本的要求与规则</a:t>
            </a:r>
          </a:p>
        </p:txBody>
      </p:sp>
      <p:sp>
        <p:nvSpPr>
          <p:cNvPr id="16" name="灯片编号占位符 3">
            <a:extLst>
              <a:ext uri="{FF2B5EF4-FFF2-40B4-BE49-F238E27FC236}">
                <a16:creationId xmlns:a16="http://schemas.microsoft.com/office/drawing/2014/main" id="{E59597C2-7EFB-37D6-B7FF-B793D8B5EE65}"/>
              </a:ext>
            </a:extLst>
          </p:cNvPr>
          <p:cNvSpPr txBox="1">
            <a:spLocks/>
          </p:cNvSpPr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  <a:pPr/>
              <a:t>52</a:t>
            </a:fld>
            <a:endParaRPr lang="en-US" altLang="zh-CN" dirty="0"/>
          </a:p>
        </p:txBody>
      </p:sp>
      <p:sp>
        <p:nvSpPr>
          <p:cNvPr id="2" name="Text Box 87">
            <a:extLst>
              <a:ext uri="{FF2B5EF4-FFF2-40B4-BE49-F238E27FC236}">
                <a16:creationId xmlns:a16="http://schemas.microsoft.com/office/drawing/2014/main" id="{6041DF81-9276-39EA-253D-CE9F194C66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376" y="1268089"/>
            <a:ext cx="387798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fontAlgn="base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尺寸标注的基本要求</a:t>
            </a:r>
          </a:p>
        </p:txBody>
      </p:sp>
      <p:sp>
        <p:nvSpPr>
          <p:cNvPr id="7" name="Text Box 2">
            <a:extLst>
              <a:ext uri="{FF2B5EF4-FFF2-40B4-BE49-F238E27FC236}">
                <a16:creationId xmlns:a16="http://schemas.microsoft.com/office/drawing/2014/main" id="{3AE7155A-3EE3-0E52-C9B8-BA7344AEC9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9456" y="1916832"/>
            <a:ext cx="9937104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umimoji="1" sz="2800" b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defRPr kumimoji="1" sz="2400" b="1"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lnSpc>
                <a:spcPct val="100000"/>
              </a:lnSpc>
            </a:pPr>
            <a:r>
              <a:rPr lang="zh-CN" altLang="en-US" dirty="0">
                <a:solidFill>
                  <a:schemeClr val="tx1"/>
                </a:solidFill>
              </a:rPr>
              <a:t>       尺寸是制造机件的重要依据，尺寸与图形一起描述被加工机件的形状、大小和制造要求。</a:t>
            </a:r>
          </a:p>
        </p:txBody>
      </p:sp>
      <p:sp>
        <p:nvSpPr>
          <p:cNvPr id="3" name="Text Box 2">
            <a:extLst>
              <a:ext uri="{FF2B5EF4-FFF2-40B4-BE49-F238E27FC236}">
                <a16:creationId xmlns:a16="http://schemas.microsoft.com/office/drawing/2014/main" id="{939D620B-F0E3-BAFF-97C7-B8A2592F0E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5480" y="3151510"/>
            <a:ext cx="993710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umimoji="1" sz="2800" b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defRPr kumimoji="1" sz="2400" b="1"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lnSpc>
                <a:spcPct val="100000"/>
              </a:lnSpc>
            </a:pPr>
            <a:r>
              <a:rPr lang="zh-CN" altLang="en-US" sz="2400" b="1" dirty="0">
                <a:solidFill>
                  <a:srgbClr val="C00000"/>
                </a:solidFill>
              </a:rPr>
              <a:t>正确</a:t>
            </a:r>
            <a:r>
              <a:rPr lang="zh-CN" altLang="en-US" sz="2400" dirty="0">
                <a:solidFill>
                  <a:schemeClr val="tx1"/>
                </a:solidFill>
              </a:rPr>
              <a:t>：符合国家标准的有关规定。</a:t>
            </a:r>
          </a:p>
        </p:txBody>
      </p:sp>
      <p:sp>
        <p:nvSpPr>
          <p:cNvPr id="4" name="Text Box 2">
            <a:extLst>
              <a:ext uri="{FF2B5EF4-FFF2-40B4-BE49-F238E27FC236}">
                <a16:creationId xmlns:a16="http://schemas.microsoft.com/office/drawing/2014/main" id="{369479A8-D788-24D8-F952-21D871F8FD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5480" y="3854139"/>
            <a:ext cx="993710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umimoji="1" sz="2800" b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defRPr kumimoji="1" sz="2400" b="1"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lnSpc>
                <a:spcPct val="100000"/>
              </a:lnSpc>
            </a:pPr>
            <a:r>
              <a:rPr lang="zh-CN" altLang="en-US" sz="2400" b="1" dirty="0">
                <a:solidFill>
                  <a:srgbClr val="C00000"/>
                </a:solidFill>
              </a:rPr>
              <a:t>完全</a:t>
            </a:r>
            <a:r>
              <a:rPr lang="zh-CN" altLang="en-US" sz="2400" dirty="0">
                <a:solidFill>
                  <a:schemeClr val="tx1"/>
                </a:solidFill>
              </a:rPr>
              <a:t>：要标准制造零件所需的全部尺寸，不遗漏、不重复</a:t>
            </a:r>
          </a:p>
        </p:txBody>
      </p:sp>
      <p:sp>
        <p:nvSpPr>
          <p:cNvPr id="5" name="Text Box 2">
            <a:extLst>
              <a:ext uri="{FF2B5EF4-FFF2-40B4-BE49-F238E27FC236}">
                <a16:creationId xmlns:a16="http://schemas.microsoft.com/office/drawing/2014/main" id="{62A423ED-DFAA-9A1E-5A50-58D91B2277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5480" y="4556768"/>
            <a:ext cx="993710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umimoji="1" sz="2800" b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defRPr kumimoji="1" sz="2400" b="1"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lnSpc>
                <a:spcPct val="100000"/>
              </a:lnSpc>
            </a:pPr>
            <a:r>
              <a:rPr lang="zh-CN" altLang="en-US" sz="2400" b="1" dirty="0">
                <a:solidFill>
                  <a:srgbClr val="C00000"/>
                </a:solidFill>
              </a:rPr>
              <a:t>清晰</a:t>
            </a:r>
            <a:r>
              <a:rPr lang="zh-CN" altLang="en-US" sz="2400" dirty="0">
                <a:solidFill>
                  <a:schemeClr val="tx1"/>
                </a:solidFill>
              </a:rPr>
              <a:t>：尺寸布置要整齐、清晰，便于阅读</a:t>
            </a:r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D2F459B7-BE76-3CE7-7AE3-CD57A4C73C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5480" y="5259397"/>
            <a:ext cx="993710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umimoji="1" sz="2800" b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defRPr kumimoji="1" sz="2400" b="1"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lnSpc>
                <a:spcPct val="100000"/>
              </a:lnSpc>
            </a:pPr>
            <a:r>
              <a:rPr lang="zh-CN" altLang="en-US" sz="2400" b="1" dirty="0">
                <a:solidFill>
                  <a:srgbClr val="C00000"/>
                </a:solidFill>
              </a:rPr>
              <a:t>合理</a:t>
            </a:r>
            <a:r>
              <a:rPr lang="zh-CN" altLang="en-US" sz="2400" dirty="0">
                <a:solidFill>
                  <a:schemeClr val="tx1"/>
                </a:solidFill>
              </a:rPr>
              <a:t>：既要保证设计要求，又要符合加工、装配、测量等工艺要求</a:t>
            </a:r>
          </a:p>
        </p:txBody>
      </p:sp>
    </p:spTree>
    <p:extLst>
      <p:ext uri="{BB962C8B-B14F-4D97-AF65-F5344CB8AC3E}">
        <p14:creationId xmlns:p14="http://schemas.microsoft.com/office/powerpoint/2010/main" val="2014517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3" grpId="0"/>
      <p:bldP spid="4" grpId="0"/>
      <p:bldP spid="5" grpId="0"/>
      <p:bldP spid="6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17A62F-51DD-6646-B8A9-11DA017C0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>
            <a:extLst>
              <a:ext uri="{FF2B5EF4-FFF2-40B4-BE49-F238E27FC236}">
                <a16:creationId xmlns:a16="http://schemas.microsoft.com/office/drawing/2014/main" id="{04B1D9F7-EC88-B310-4E22-5ABDB0C9F2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19" y="412176"/>
            <a:ext cx="6051657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11.1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尺寸标准基本的要求与规则</a:t>
            </a:r>
          </a:p>
        </p:txBody>
      </p:sp>
      <p:sp>
        <p:nvSpPr>
          <p:cNvPr id="16" name="灯片编号占位符 3">
            <a:extLst>
              <a:ext uri="{FF2B5EF4-FFF2-40B4-BE49-F238E27FC236}">
                <a16:creationId xmlns:a16="http://schemas.microsoft.com/office/drawing/2014/main" id="{F4E33858-DD75-BDFB-F7BE-B3AECDF880E0}"/>
              </a:ext>
            </a:extLst>
          </p:cNvPr>
          <p:cNvSpPr txBox="1">
            <a:spLocks/>
          </p:cNvSpPr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  <a:pPr/>
              <a:t>53</a:t>
            </a:fld>
            <a:endParaRPr lang="en-US" altLang="zh-CN" dirty="0"/>
          </a:p>
        </p:txBody>
      </p:sp>
      <p:sp>
        <p:nvSpPr>
          <p:cNvPr id="2" name="Text Box 87">
            <a:extLst>
              <a:ext uri="{FF2B5EF4-FFF2-40B4-BE49-F238E27FC236}">
                <a16:creationId xmlns:a16="http://schemas.microsoft.com/office/drawing/2014/main" id="{097FE3A9-5924-D439-5768-13D1806F0B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376" y="1268089"/>
            <a:ext cx="387798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fontAlgn="base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尺寸标注的基本规则</a:t>
            </a:r>
          </a:p>
        </p:txBody>
      </p:sp>
      <p:sp>
        <p:nvSpPr>
          <p:cNvPr id="3" name="Text Box 2">
            <a:extLst>
              <a:ext uri="{FF2B5EF4-FFF2-40B4-BE49-F238E27FC236}">
                <a16:creationId xmlns:a16="http://schemas.microsoft.com/office/drawing/2014/main" id="{E7A5F7FC-49A6-487E-2298-2B1288AEED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9396" y="1916832"/>
            <a:ext cx="10873208" cy="38010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umimoji="1" sz="2800" b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defRPr kumimoji="1" sz="2400" b="1"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9pPr>
          </a:lstStyle>
          <a:p>
            <a:pPr marL="457200" indent="-457200">
              <a:lnSpc>
                <a:spcPct val="100000"/>
              </a:lnSpc>
              <a:spcAft>
                <a:spcPts val="1200"/>
              </a:spcAft>
              <a:buAutoNum type="arabicPeriod"/>
            </a:pPr>
            <a:r>
              <a:rPr lang="zh-CN" altLang="en-US" sz="2400" b="1" dirty="0">
                <a:solidFill>
                  <a:srgbClr val="C00000"/>
                </a:solidFill>
              </a:rPr>
              <a:t>尺寸数值为零件的真实大小</a:t>
            </a:r>
            <a:r>
              <a:rPr lang="zh-CN" altLang="en-US" sz="2400" dirty="0">
                <a:solidFill>
                  <a:schemeClr val="tx1"/>
                </a:solidFill>
              </a:rPr>
              <a:t>，与绘图比例及绘图的准确度无关；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marL="457200" indent="-457200">
              <a:lnSpc>
                <a:spcPct val="100000"/>
              </a:lnSpc>
              <a:spcAft>
                <a:spcPts val="1200"/>
              </a:spcAft>
              <a:buAutoNum type="arabicPeriod"/>
            </a:pPr>
            <a:r>
              <a:rPr lang="zh-CN" altLang="en-US" sz="2400" b="1" dirty="0">
                <a:solidFill>
                  <a:srgbClr val="C00000"/>
                </a:solidFill>
              </a:rPr>
              <a:t>以毫米为单位</a:t>
            </a:r>
            <a:r>
              <a:rPr lang="zh-CN" altLang="en-US" sz="2400" dirty="0">
                <a:solidFill>
                  <a:schemeClr val="tx1"/>
                </a:solidFill>
              </a:rPr>
              <a:t>，如采用其它单位时，则必须注明单位名称；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marL="457200" indent="-457200">
              <a:lnSpc>
                <a:spcPct val="100000"/>
              </a:lnSpc>
              <a:spcAft>
                <a:spcPts val="1200"/>
              </a:spcAft>
              <a:buAutoNum type="arabicPeriod"/>
            </a:pPr>
            <a:r>
              <a:rPr lang="zh-CN" altLang="en-US" sz="2400" dirty="0">
                <a:solidFill>
                  <a:schemeClr val="tx1"/>
                </a:solidFill>
              </a:rPr>
              <a:t>图中所标注的尺寸为 </a:t>
            </a:r>
            <a:r>
              <a:rPr lang="zh-CN" altLang="en-US" sz="2400" b="1" dirty="0">
                <a:solidFill>
                  <a:srgbClr val="C00000"/>
                </a:solidFill>
              </a:rPr>
              <a:t>零件加工完成后的尺寸</a:t>
            </a:r>
            <a:r>
              <a:rPr lang="zh-CN" altLang="en-US" sz="2400" dirty="0">
                <a:solidFill>
                  <a:schemeClr val="tx1"/>
                </a:solidFill>
              </a:rPr>
              <a:t>；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marL="457200" indent="-457200">
              <a:lnSpc>
                <a:spcPct val="100000"/>
              </a:lnSpc>
              <a:spcAft>
                <a:spcPts val="1200"/>
              </a:spcAft>
              <a:buAutoNum type="arabicPeriod"/>
            </a:pPr>
            <a:r>
              <a:rPr lang="zh-CN" altLang="en-US" sz="2400" b="1" dirty="0">
                <a:solidFill>
                  <a:srgbClr val="C00000"/>
                </a:solidFill>
              </a:rPr>
              <a:t>每个尺寸一般只标注一次，</a:t>
            </a:r>
            <a:r>
              <a:rPr lang="zh-CN" altLang="en-US" sz="2400" dirty="0">
                <a:solidFill>
                  <a:schemeClr val="tx1"/>
                </a:solidFill>
              </a:rPr>
              <a:t>并应标注在最能清晰地反映该结构特征的视图上；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marL="457200" indent="-457200">
              <a:lnSpc>
                <a:spcPct val="100000"/>
              </a:lnSpc>
              <a:spcAft>
                <a:spcPts val="600"/>
              </a:spcAft>
              <a:buAutoNum type="arabicPeriod"/>
            </a:pPr>
            <a:r>
              <a:rPr lang="zh-CN" altLang="en-US" sz="2400" dirty="0">
                <a:solidFill>
                  <a:schemeClr val="tx1"/>
                </a:solidFill>
              </a:rPr>
              <a:t>尺寸配置合理</a:t>
            </a:r>
            <a:endParaRPr lang="en-US" altLang="zh-CN" sz="2400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US" altLang="zh-CN" sz="2200" dirty="0">
                <a:solidFill>
                  <a:schemeClr val="tx1"/>
                </a:solidFill>
              </a:rPr>
              <a:t>     (1) </a:t>
            </a:r>
            <a:r>
              <a:rPr lang="zh-CN" altLang="en-US" sz="2200" dirty="0">
                <a:solidFill>
                  <a:schemeClr val="tx1"/>
                </a:solidFill>
              </a:rPr>
              <a:t>功能尺寸直接标注出来</a:t>
            </a:r>
            <a:endParaRPr lang="en-US" altLang="zh-CN" sz="2200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US" altLang="zh-CN" sz="2200" dirty="0">
                <a:solidFill>
                  <a:schemeClr val="tx1"/>
                </a:solidFill>
              </a:rPr>
              <a:t>     (2) </a:t>
            </a:r>
            <a:r>
              <a:rPr lang="zh-CN" altLang="en-US" sz="2200" dirty="0">
                <a:solidFill>
                  <a:schemeClr val="tx1"/>
                </a:solidFill>
              </a:rPr>
              <a:t>同一要素的尺寸应尽可能集中标注。如孔的直径和深度、槽的深度和宽度等</a:t>
            </a:r>
            <a:endParaRPr lang="en-US" altLang="zh-CN" sz="2200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US" altLang="zh-CN" sz="2200" dirty="0">
                <a:solidFill>
                  <a:schemeClr val="tx1"/>
                </a:solidFill>
              </a:rPr>
              <a:t>     (3) </a:t>
            </a:r>
            <a:r>
              <a:rPr lang="zh-CN" altLang="en-US" sz="2200" dirty="0">
                <a:solidFill>
                  <a:schemeClr val="tx1"/>
                </a:solidFill>
              </a:rPr>
              <a:t>避免在不可见轮廓线上标注尺寸</a:t>
            </a:r>
            <a:endParaRPr lang="en-US" altLang="zh-CN" sz="2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2608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1E6A5A-FACD-6548-66F1-39691585A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>
            <a:extLst>
              <a:ext uri="{FF2B5EF4-FFF2-40B4-BE49-F238E27FC236}">
                <a16:creationId xmlns:a16="http://schemas.microsoft.com/office/drawing/2014/main" id="{26F60216-00D7-9CB7-FDFC-18ADC4E56A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19" y="412176"/>
            <a:ext cx="6051657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11.1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尺寸标准基本的要求与规则</a:t>
            </a:r>
          </a:p>
        </p:txBody>
      </p:sp>
      <p:sp>
        <p:nvSpPr>
          <p:cNvPr id="16" name="灯片编号占位符 3">
            <a:extLst>
              <a:ext uri="{FF2B5EF4-FFF2-40B4-BE49-F238E27FC236}">
                <a16:creationId xmlns:a16="http://schemas.microsoft.com/office/drawing/2014/main" id="{33467775-97F0-49AC-92EC-56450042C5BF}"/>
              </a:ext>
            </a:extLst>
          </p:cNvPr>
          <p:cNvSpPr txBox="1">
            <a:spLocks/>
          </p:cNvSpPr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  <a:pPr/>
              <a:t>54</a:t>
            </a:fld>
            <a:endParaRPr lang="en-US" altLang="zh-CN" dirty="0"/>
          </a:p>
        </p:txBody>
      </p:sp>
      <p:sp>
        <p:nvSpPr>
          <p:cNvPr id="8" name="Text Box 87">
            <a:extLst>
              <a:ext uri="{FF2B5EF4-FFF2-40B4-BE49-F238E27FC236}">
                <a16:creationId xmlns:a16="http://schemas.microsoft.com/office/drawing/2014/main" id="{2C7636F4-7888-02D7-2089-6D96350A11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376" y="1268089"/>
            <a:ext cx="244169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fontAlgn="base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尺寸的组成</a:t>
            </a:r>
          </a:p>
        </p:txBody>
      </p:sp>
      <p:sp>
        <p:nvSpPr>
          <p:cNvPr id="11" name="Text Box 2">
            <a:extLst>
              <a:ext uri="{FF2B5EF4-FFF2-40B4-BE49-F238E27FC236}">
                <a16:creationId xmlns:a16="http://schemas.microsoft.com/office/drawing/2014/main" id="{013B6697-D8B7-2A24-60D0-F2757B6597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7488" y="2354112"/>
            <a:ext cx="17844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umimoji="1" sz="2800" b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defRPr kumimoji="1" sz="2400" b="1"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zh-CN" sz="2400" dirty="0">
                <a:solidFill>
                  <a:schemeClr val="accent4"/>
                </a:solidFill>
              </a:rPr>
              <a:t>1. </a:t>
            </a:r>
            <a:r>
              <a:rPr lang="zh-CN" altLang="en-US" sz="2400" dirty="0">
                <a:solidFill>
                  <a:schemeClr val="accent4"/>
                </a:solidFill>
              </a:rPr>
              <a:t>尺寸界限</a:t>
            </a:r>
          </a:p>
        </p:txBody>
      </p:sp>
      <p:sp>
        <p:nvSpPr>
          <p:cNvPr id="12" name="Text Box 2">
            <a:extLst>
              <a:ext uri="{FF2B5EF4-FFF2-40B4-BE49-F238E27FC236}">
                <a16:creationId xmlns:a16="http://schemas.microsoft.com/office/drawing/2014/main" id="{EADB52DE-B29E-B887-3A69-A60F11D7F2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7487" y="3216609"/>
            <a:ext cx="147668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umimoji="1" sz="2800" b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defRPr kumimoji="1" sz="2400" b="1"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zh-CN" sz="2400" dirty="0">
                <a:solidFill>
                  <a:schemeClr val="accent4"/>
                </a:solidFill>
              </a:rPr>
              <a:t>2. </a:t>
            </a:r>
            <a:r>
              <a:rPr lang="zh-CN" altLang="en-US" sz="2400" dirty="0">
                <a:solidFill>
                  <a:schemeClr val="accent4"/>
                </a:solidFill>
              </a:rPr>
              <a:t>尺寸线</a:t>
            </a:r>
          </a:p>
        </p:txBody>
      </p:sp>
      <p:sp>
        <p:nvSpPr>
          <p:cNvPr id="13" name="Text Box 2">
            <a:extLst>
              <a:ext uri="{FF2B5EF4-FFF2-40B4-BE49-F238E27FC236}">
                <a16:creationId xmlns:a16="http://schemas.microsoft.com/office/drawing/2014/main" id="{73FE9E4D-7CD7-A2EC-1DBD-0610B8B17A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7487" y="4079106"/>
            <a:ext cx="17844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umimoji="1" sz="2800" b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defRPr kumimoji="1" sz="2400" b="1"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zh-CN" sz="2400" dirty="0">
                <a:solidFill>
                  <a:schemeClr val="accent4"/>
                </a:solidFill>
              </a:rPr>
              <a:t>3. </a:t>
            </a:r>
            <a:r>
              <a:rPr lang="zh-CN" altLang="en-US" sz="2400" dirty="0">
                <a:solidFill>
                  <a:schemeClr val="accent4"/>
                </a:solidFill>
              </a:rPr>
              <a:t>尺寸数字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C54501B8-5946-FB99-FD8B-0AED467F78D0}"/>
              </a:ext>
            </a:extLst>
          </p:cNvPr>
          <p:cNvGrpSpPr>
            <a:grpSpLocks noChangeAspect="1"/>
          </p:cNvGrpSpPr>
          <p:nvPr/>
        </p:nvGrpSpPr>
        <p:grpSpPr>
          <a:xfrm>
            <a:off x="4295800" y="2204864"/>
            <a:ext cx="5472608" cy="2170891"/>
            <a:chOff x="3935760" y="2636912"/>
            <a:chExt cx="4727848" cy="1875457"/>
          </a:xfrm>
        </p:grpSpPr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79703061-44A5-AA8F-8B14-D3D24737AF5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23792" y="2759542"/>
              <a:ext cx="4439816" cy="1752827"/>
            </a:xfrm>
            <a:prstGeom prst="rect">
              <a:avLst/>
            </a:prstGeom>
          </p:spPr>
        </p:pic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89E8A260-D212-C06E-F2BB-5936E11EE093}"/>
                </a:ext>
              </a:extLst>
            </p:cNvPr>
            <p:cNvSpPr/>
            <p:nvPr/>
          </p:nvSpPr>
          <p:spPr>
            <a:xfrm>
              <a:off x="3935760" y="2636912"/>
              <a:ext cx="864096" cy="4616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125228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B3D14-52AA-A59D-EE01-A2EED3FE0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>
            <a:extLst>
              <a:ext uri="{FF2B5EF4-FFF2-40B4-BE49-F238E27FC236}">
                <a16:creationId xmlns:a16="http://schemas.microsoft.com/office/drawing/2014/main" id="{74ACDD54-FFF6-8C46-3606-469A32D1AE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19" y="412176"/>
            <a:ext cx="6051657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11.1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尺寸标准基本的要求与规则</a:t>
            </a:r>
          </a:p>
        </p:txBody>
      </p:sp>
      <p:sp>
        <p:nvSpPr>
          <p:cNvPr id="16" name="灯片编号占位符 3">
            <a:extLst>
              <a:ext uri="{FF2B5EF4-FFF2-40B4-BE49-F238E27FC236}">
                <a16:creationId xmlns:a16="http://schemas.microsoft.com/office/drawing/2014/main" id="{8FDC4F08-E431-3DC3-6E61-F1A6BBD4B21C}"/>
              </a:ext>
            </a:extLst>
          </p:cNvPr>
          <p:cNvSpPr txBox="1">
            <a:spLocks/>
          </p:cNvSpPr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  <a:pPr/>
              <a:t>55</a:t>
            </a:fld>
            <a:endParaRPr lang="en-US" altLang="zh-CN" dirty="0"/>
          </a:p>
        </p:txBody>
      </p:sp>
      <p:sp>
        <p:nvSpPr>
          <p:cNvPr id="8" name="Text Box 87">
            <a:extLst>
              <a:ext uri="{FF2B5EF4-FFF2-40B4-BE49-F238E27FC236}">
                <a16:creationId xmlns:a16="http://schemas.microsoft.com/office/drawing/2014/main" id="{C0AE2D34-24F7-A4D2-BAEB-162C2F4E2A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376" y="1268089"/>
            <a:ext cx="244169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fontAlgn="base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尺寸的组成</a:t>
            </a:r>
          </a:p>
        </p:txBody>
      </p:sp>
      <p:sp>
        <p:nvSpPr>
          <p:cNvPr id="11" name="Text Box 2">
            <a:extLst>
              <a:ext uri="{FF2B5EF4-FFF2-40B4-BE49-F238E27FC236}">
                <a16:creationId xmlns:a16="http://schemas.microsoft.com/office/drawing/2014/main" id="{97447D86-30C3-E0B3-8B8C-6C3533F7C7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408" y="1929063"/>
            <a:ext cx="2092239" cy="48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t" anchorCtr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umimoji="1" sz="2800" b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defRPr kumimoji="1" sz="2400" b="1"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lnSpc>
                <a:spcPct val="114000"/>
              </a:lnSpc>
            </a:pPr>
            <a:r>
              <a:rPr lang="en-US" altLang="zh-CN" sz="2400" b="1" dirty="0">
                <a:solidFill>
                  <a:schemeClr val="accent4"/>
                </a:solidFill>
              </a:rPr>
              <a:t>1. </a:t>
            </a:r>
            <a:r>
              <a:rPr lang="zh-CN" altLang="en-US" sz="2400" b="1" dirty="0">
                <a:solidFill>
                  <a:schemeClr val="accent4"/>
                </a:solidFill>
              </a:rPr>
              <a:t>尺寸界限</a:t>
            </a:r>
            <a:r>
              <a:rPr lang="zh-CN" altLang="en-US" sz="2400" dirty="0">
                <a:solidFill>
                  <a:schemeClr val="accent4"/>
                </a:solidFill>
              </a:rPr>
              <a:t>：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03428D74-663F-3644-E55D-823C54F1EF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3792" y="3740669"/>
            <a:ext cx="3471354" cy="1297375"/>
          </a:xfrm>
          <a:prstGeom prst="rect">
            <a:avLst/>
          </a:prstGeom>
        </p:spPr>
      </p:pic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1920E600-746E-5E10-AC23-55D87A44450B}"/>
              </a:ext>
            </a:extLst>
          </p:cNvPr>
          <p:cNvCxnSpPr>
            <a:cxnSpLocks/>
          </p:cNvCxnSpPr>
          <p:nvPr/>
        </p:nvCxnSpPr>
        <p:spPr>
          <a:xfrm>
            <a:off x="4663325" y="4846935"/>
            <a:ext cx="0" cy="64800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25474D51-9BE8-AF3E-E61D-D6B45105A84B}"/>
              </a:ext>
            </a:extLst>
          </p:cNvPr>
          <p:cNvCxnSpPr>
            <a:cxnSpLocks/>
          </p:cNvCxnSpPr>
          <p:nvPr/>
        </p:nvCxnSpPr>
        <p:spPr>
          <a:xfrm>
            <a:off x="7440904" y="4630999"/>
            <a:ext cx="0" cy="86400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4374A9D4-3A7C-8EFF-8FBD-6405F60DE250}"/>
              </a:ext>
            </a:extLst>
          </p:cNvPr>
          <p:cNvCxnSpPr>
            <a:cxnSpLocks/>
          </p:cNvCxnSpPr>
          <p:nvPr/>
        </p:nvCxnSpPr>
        <p:spPr>
          <a:xfrm>
            <a:off x="5858886" y="4901305"/>
            <a:ext cx="0" cy="28800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EE5802B6-C6E9-90AB-9D01-2F84D7FBABFB}"/>
              </a:ext>
            </a:extLst>
          </p:cNvPr>
          <p:cNvCxnSpPr>
            <a:cxnSpLocks/>
          </p:cNvCxnSpPr>
          <p:nvPr/>
        </p:nvCxnSpPr>
        <p:spPr>
          <a:xfrm flipH="1">
            <a:off x="7327621" y="4717031"/>
            <a:ext cx="648072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0" name="组合 79">
            <a:extLst>
              <a:ext uri="{FF2B5EF4-FFF2-40B4-BE49-F238E27FC236}">
                <a16:creationId xmlns:a16="http://schemas.microsoft.com/office/drawing/2014/main" id="{226DF88D-6972-DFBA-7AE6-B0057B056B4F}"/>
              </a:ext>
            </a:extLst>
          </p:cNvPr>
          <p:cNvGrpSpPr/>
          <p:nvPr/>
        </p:nvGrpSpPr>
        <p:grpSpPr>
          <a:xfrm>
            <a:off x="2105255" y="4932935"/>
            <a:ext cx="2425766" cy="535926"/>
            <a:chOff x="2105255" y="4932935"/>
            <a:chExt cx="2425766" cy="535926"/>
          </a:xfrm>
        </p:grpSpPr>
        <p:sp>
          <p:nvSpPr>
            <p:cNvPr id="46" name="Text Box 2">
              <a:extLst>
                <a:ext uri="{FF2B5EF4-FFF2-40B4-BE49-F238E27FC236}">
                  <a16:creationId xmlns:a16="http://schemas.microsoft.com/office/drawing/2014/main" id="{6C13E356-C44C-3699-A8FF-BBC6E9DF1A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90890" y="4987511"/>
              <a:ext cx="1415772" cy="481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t" anchorCtr="0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kumimoji="1" sz="2800" b="0">
                  <a:solidFill>
                    <a:srgbClr val="3333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defRPr kumimoji="1" sz="2400" b="1"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>
                <a:lnSpc>
                  <a:spcPct val="114000"/>
                </a:lnSpc>
              </a:pPr>
              <a:r>
                <a:rPr lang="zh-CN" altLang="en-US" sz="2400" dirty="0">
                  <a:solidFill>
                    <a:schemeClr val="accent4"/>
                  </a:solidFill>
                </a:rPr>
                <a:t>尺寸界限</a:t>
              </a:r>
            </a:p>
          </p:txBody>
        </p: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79CE8D5A-9034-4686-E490-B05FBF26EF3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96107" y="4932935"/>
              <a:ext cx="634914" cy="535926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77F91831-DC2A-D3E7-1B57-95BD2C3032B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05255" y="5460315"/>
              <a:ext cx="1787042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2" name="Text Box 2">
            <a:extLst>
              <a:ext uri="{FF2B5EF4-FFF2-40B4-BE49-F238E27FC236}">
                <a16:creationId xmlns:a16="http://schemas.microsoft.com/office/drawing/2014/main" id="{9D535B1B-FA43-B012-ED0A-7DC95DD149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8819" y="1929063"/>
            <a:ext cx="9126609" cy="902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 anchorCtr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umimoji="1" sz="2800" b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defRPr kumimoji="1" sz="2400" b="1"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lnSpc>
                <a:spcPct val="114000"/>
              </a:lnSpc>
            </a:pPr>
            <a:r>
              <a:rPr lang="zh-CN" altLang="en-US" sz="2400" dirty="0">
                <a:solidFill>
                  <a:schemeClr val="accent4"/>
                </a:solidFill>
              </a:rPr>
              <a:t>表示尺寸的端点，用细实线绘制，应该由轮廓线、轴线或对称中心线处引出，也可以用这些线代替。</a:t>
            </a:r>
          </a:p>
        </p:txBody>
      </p:sp>
      <p:cxnSp>
        <p:nvCxnSpPr>
          <p:cNvPr id="79" name="直接连接符 78">
            <a:extLst>
              <a:ext uri="{FF2B5EF4-FFF2-40B4-BE49-F238E27FC236}">
                <a16:creationId xmlns:a16="http://schemas.microsoft.com/office/drawing/2014/main" id="{2AF39DF5-6C1A-5506-1CE1-821A312AA6AA}"/>
              </a:ext>
            </a:extLst>
          </p:cNvPr>
          <p:cNvCxnSpPr>
            <a:cxnSpLocks/>
          </p:cNvCxnSpPr>
          <p:nvPr/>
        </p:nvCxnSpPr>
        <p:spPr>
          <a:xfrm flipH="1">
            <a:off x="7327621" y="4060743"/>
            <a:ext cx="648072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8354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CC0D66-51DD-3AAE-5165-4E383F947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>
            <a:extLst>
              <a:ext uri="{FF2B5EF4-FFF2-40B4-BE49-F238E27FC236}">
                <a16:creationId xmlns:a16="http://schemas.microsoft.com/office/drawing/2014/main" id="{BD8316B6-9CA9-B16E-BA90-023C73F263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19" y="412176"/>
            <a:ext cx="6051657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11.1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尺寸标准基本的要求与规则</a:t>
            </a:r>
          </a:p>
        </p:txBody>
      </p:sp>
      <p:sp>
        <p:nvSpPr>
          <p:cNvPr id="16" name="灯片编号占位符 3">
            <a:extLst>
              <a:ext uri="{FF2B5EF4-FFF2-40B4-BE49-F238E27FC236}">
                <a16:creationId xmlns:a16="http://schemas.microsoft.com/office/drawing/2014/main" id="{4CE906AE-EAC8-778F-87F2-81A6E2E87B30}"/>
              </a:ext>
            </a:extLst>
          </p:cNvPr>
          <p:cNvSpPr txBox="1">
            <a:spLocks/>
          </p:cNvSpPr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  <a:pPr/>
              <a:t>56</a:t>
            </a:fld>
            <a:endParaRPr lang="en-US" altLang="zh-CN" dirty="0"/>
          </a:p>
        </p:txBody>
      </p:sp>
      <p:sp>
        <p:nvSpPr>
          <p:cNvPr id="8" name="Text Box 87">
            <a:extLst>
              <a:ext uri="{FF2B5EF4-FFF2-40B4-BE49-F238E27FC236}">
                <a16:creationId xmlns:a16="http://schemas.microsoft.com/office/drawing/2014/main" id="{A1793DCE-7D0D-BA68-DD92-F13C16B1C8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376" y="1268089"/>
            <a:ext cx="244169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fontAlgn="base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尺寸的组成</a:t>
            </a:r>
          </a:p>
        </p:txBody>
      </p:sp>
      <p:sp>
        <p:nvSpPr>
          <p:cNvPr id="11" name="Text Box 2">
            <a:extLst>
              <a:ext uri="{FF2B5EF4-FFF2-40B4-BE49-F238E27FC236}">
                <a16:creationId xmlns:a16="http://schemas.microsoft.com/office/drawing/2014/main" id="{29127A55-D4A4-5E1C-FC51-88D4BFFF25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408" y="1929063"/>
            <a:ext cx="1476686" cy="48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t" anchorCtr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umimoji="1" sz="2800" b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defRPr kumimoji="1" sz="2400" b="1"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lnSpc>
                <a:spcPct val="114000"/>
              </a:lnSpc>
            </a:pPr>
            <a:r>
              <a:rPr lang="en-US" altLang="zh-CN" sz="2400" b="1" dirty="0">
                <a:solidFill>
                  <a:schemeClr val="accent4"/>
                </a:solidFill>
              </a:rPr>
              <a:t>2. </a:t>
            </a:r>
            <a:r>
              <a:rPr lang="zh-CN" altLang="en-US" sz="2400" b="1" dirty="0">
                <a:solidFill>
                  <a:schemeClr val="accent4"/>
                </a:solidFill>
              </a:rPr>
              <a:t>尺寸线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E660CF6-7228-2629-8B12-764CA74192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3792" y="3971838"/>
            <a:ext cx="3471354" cy="1297375"/>
          </a:xfrm>
          <a:prstGeom prst="rect">
            <a:avLst/>
          </a:prstGeom>
        </p:spPr>
      </p:pic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2B3D94C0-C4D3-DE08-2C35-3BEDE98CB2FC}"/>
              </a:ext>
            </a:extLst>
          </p:cNvPr>
          <p:cNvCxnSpPr>
            <a:cxnSpLocks/>
          </p:cNvCxnSpPr>
          <p:nvPr/>
        </p:nvCxnSpPr>
        <p:spPr>
          <a:xfrm>
            <a:off x="4663325" y="5078104"/>
            <a:ext cx="0" cy="64800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7701F111-381C-AD84-BEF8-47A36419681C}"/>
              </a:ext>
            </a:extLst>
          </p:cNvPr>
          <p:cNvCxnSpPr>
            <a:cxnSpLocks/>
          </p:cNvCxnSpPr>
          <p:nvPr/>
        </p:nvCxnSpPr>
        <p:spPr>
          <a:xfrm>
            <a:off x="7440904" y="4862168"/>
            <a:ext cx="0" cy="86400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7830E483-0119-E8F8-3E64-0096AC0F50A4}"/>
              </a:ext>
            </a:extLst>
          </p:cNvPr>
          <p:cNvCxnSpPr>
            <a:cxnSpLocks/>
          </p:cNvCxnSpPr>
          <p:nvPr/>
        </p:nvCxnSpPr>
        <p:spPr>
          <a:xfrm>
            <a:off x="5858886" y="5132474"/>
            <a:ext cx="0" cy="28800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70D29D51-A9AD-8B6B-394B-C2AA39012C40}"/>
              </a:ext>
            </a:extLst>
          </p:cNvPr>
          <p:cNvCxnSpPr>
            <a:cxnSpLocks/>
          </p:cNvCxnSpPr>
          <p:nvPr/>
        </p:nvCxnSpPr>
        <p:spPr>
          <a:xfrm flipH="1">
            <a:off x="7327621" y="4278920"/>
            <a:ext cx="648072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7B42380F-9CE9-67ED-9823-DD76BF38E64D}"/>
              </a:ext>
            </a:extLst>
          </p:cNvPr>
          <p:cNvCxnSpPr>
            <a:cxnSpLocks/>
          </p:cNvCxnSpPr>
          <p:nvPr/>
        </p:nvCxnSpPr>
        <p:spPr>
          <a:xfrm flipH="1">
            <a:off x="7327621" y="4948200"/>
            <a:ext cx="648072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DF8B7F45-3263-CC5D-2712-D922A5069299}"/>
              </a:ext>
            </a:extLst>
          </p:cNvPr>
          <p:cNvCxnSpPr>
            <a:cxnSpLocks/>
          </p:cNvCxnSpPr>
          <p:nvPr/>
        </p:nvCxnSpPr>
        <p:spPr>
          <a:xfrm>
            <a:off x="4437776" y="4084104"/>
            <a:ext cx="0" cy="1080000"/>
          </a:xfrm>
          <a:prstGeom prst="line">
            <a:avLst/>
          </a:prstGeom>
          <a:ln>
            <a:solidFill>
              <a:srgbClr val="C00000"/>
            </a:solidFill>
            <a:headEnd type="triangle" w="sm" len="lg"/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26D59C1F-1434-E2E9-05B5-12C2E2FCC44C}"/>
              </a:ext>
            </a:extLst>
          </p:cNvPr>
          <p:cNvCxnSpPr>
            <a:cxnSpLocks/>
          </p:cNvCxnSpPr>
          <p:nvPr/>
        </p:nvCxnSpPr>
        <p:spPr>
          <a:xfrm>
            <a:off x="7857077" y="4278920"/>
            <a:ext cx="0" cy="669280"/>
          </a:xfrm>
          <a:prstGeom prst="line">
            <a:avLst/>
          </a:prstGeom>
          <a:ln>
            <a:solidFill>
              <a:srgbClr val="C00000"/>
            </a:solidFill>
            <a:headEnd type="triangle" w="sm" len="lg"/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9E39CEB4-C37D-9FDC-350E-4F7EA7C0C53B}"/>
              </a:ext>
            </a:extLst>
          </p:cNvPr>
          <p:cNvCxnSpPr>
            <a:cxnSpLocks/>
          </p:cNvCxnSpPr>
          <p:nvPr/>
        </p:nvCxnSpPr>
        <p:spPr>
          <a:xfrm>
            <a:off x="5858886" y="5301886"/>
            <a:ext cx="1582018" cy="0"/>
          </a:xfrm>
          <a:prstGeom prst="line">
            <a:avLst/>
          </a:prstGeom>
          <a:ln>
            <a:solidFill>
              <a:srgbClr val="C00000"/>
            </a:solidFill>
            <a:headEnd type="triangle" w="sm" len="lg"/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02755296-C12D-51EF-95BB-2C99FB16AC65}"/>
              </a:ext>
            </a:extLst>
          </p:cNvPr>
          <p:cNvCxnSpPr>
            <a:cxnSpLocks/>
          </p:cNvCxnSpPr>
          <p:nvPr/>
        </p:nvCxnSpPr>
        <p:spPr>
          <a:xfrm>
            <a:off x="4663325" y="5647642"/>
            <a:ext cx="2777579" cy="0"/>
          </a:xfrm>
          <a:prstGeom prst="line">
            <a:avLst/>
          </a:prstGeom>
          <a:ln>
            <a:solidFill>
              <a:srgbClr val="C00000"/>
            </a:solidFill>
            <a:headEnd type="triangle" w="sm" len="lg"/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组合 6">
            <a:extLst>
              <a:ext uri="{FF2B5EF4-FFF2-40B4-BE49-F238E27FC236}">
                <a16:creationId xmlns:a16="http://schemas.microsoft.com/office/drawing/2014/main" id="{AA241271-70DA-B3A5-C8E3-67350A3D14A8}"/>
              </a:ext>
            </a:extLst>
          </p:cNvPr>
          <p:cNvGrpSpPr/>
          <p:nvPr/>
        </p:nvGrpSpPr>
        <p:grpSpPr>
          <a:xfrm>
            <a:off x="6291328" y="3971838"/>
            <a:ext cx="1068579" cy="325534"/>
            <a:chOff x="6291328" y="3971838"/>
            <a:chExt cx="1068579" cy="325534"/>
          </a:xfrm>
        </p:grpSpPr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75168C5F-4649-E84E-7609-550A0D6FC9CF}"/>
                </a:ext>
              </a:extLst>
            </p:cNvPr>
            <p:cNvCxnSpPr>
              <a:cxnSpLocks/>
            </p:cNvCxnSpPr>
            <p:nvPr/>
          </p:nvCxnSpPr>
          <p:spPr>
            <a:xfrm>
              <a:off x="6903328" y="3971838"/>
              <a:ext cx="456579" cy="325534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D784C0DC-8404-6767-CFE3-B808DEEC65C3}"/>
                </a:ext>
              </a:extLst>
            </p:cNvPr>
            <p:cNvCxnSpPr>
              <a:cxnSpLocks/>
            </p:cNvCxnSpPr>
            <p:nvPr/>
          </p:nvCxnSpPr>
          <p:spPr>
            <a:xfrm>
              <a:off x="6291328" y="3971838"/>
              <a:ext cx="612000" cy="0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92EF68E6-783B-8E1D-F438-2BCF4D1AB5F9}"/>
              </a:ext>
            </a:extLst>
          </p:cNvPr>
          <p:cNvGrpSpPr/>
          <p:nvPr/>
        </p:nvGrpSpPr>
        <p:grpSpPr>
          <a:xfrm>
            <a:off x="4761756" y="3717032"/>
            <a:ext cx="1262236" cy="360040"/>
            <a:chOff x="4761756" y="3717032"/>
            <a:chExt cx="1262236" cy="360040"/>
          </a:xfrm>
        </p:grpSpPr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4509F5E3-E22F-AB4D-EC9F-53F5D065712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61756" y="3717032"/>
              <a:ext cx="426541" cy="360040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F2E6A0DB-0E37-4F2D-3CDD-6FA71A3CA1C7}"/>
                </a:ext>
              </a:extLst>
            </p:cNvPr>
            <p:cNvCxnSpPr>
              <a:cxnSpLocks/>
            </p:cNvCxnSpPr>
            <p:nvPr/>
          </p:nvCxnSpPr>
          <p:spPr>
            <a:xfrm>
              <a:off x="5188297" y="3717032"/>
              <a:ext cx="835695" cy="0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Text Box 2">
            <a:extLst>
              <a:ext uri="{FF2B5EF4-FFF2-40B4-BE49-F238E27FC236}">
                <a16:creationId xmlns:a16="http://schemas.microsoft.com/office/drawing/2014/main" id="{F788B212-F525-EE95-73CB-BD98B86F0D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90890" y="5218680"/>
            <a:ext cx="1415772" cy="48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t" anchorCtr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umimoji="1" sz="2800" b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defRPr kumimoji="1" sz="2400" b="1"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lnSpc>
                <a:spcPct val="114000"/>
              </a:lnSpc>
            </a:pPr>
            <a:r>
              <a:rPr lang="zh-CN" altLang="en-US" sz="2400" dirty="0">
                <a:solidFill>
                  <a:schemeClr val="accent4"/>
                </a:solidFill>
              </a:rPr>
              <a:t>尺寸界限</a:t>
            </a:r>
          </a:p>
        </p:txBody>
      </p: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59E9F0AA-D5CB-BDAF-4906-2ECD7E823240}"/>
              </a:ext>
            </a:extLst>
          </p:cNvPr>
          <p:cNvCxnSpPr>
            <a:cxnSpLocks/>
          </p:cNvCxnSpPr>
          <p:nvPr/>
        </p:nvCxnSpPr>
        <p:spPr>
          <a:xfrm flipH="1">
            <a:off x="3896107" y="5164104"/>
            <a:ext cx="634914" cy="535926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D4B4863B-5515-9099-6EFA-84883CF70C08}"/>
              </a:ext>
            </a:extLst>
          </p:cNvPr>
          <p:cNvCxnSpPr>
            <a:cxnSpLocks/>
          </p:cNvCxnSpPr>
          <p:nvPr/>
        </p:nvCxnSpPr>
        <p:spPr>
          <a:xfrm flipH="1" flipV="1">
            <a:off x="2105255" y="5691484"/>
            <a:ext cx="1787042" cy="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组合 9">
            <a:extLst>
              <a:ext uri="{FF2B5EF4-FFF2-40B4-BE49-F238E27FC236}">
                <a16:creationId xmlns:a16="http://schemas.microsoft.com/office/drawing/2014/main" id="{90AFB9D8-FC29-1D11-7062-C94CD0605616}"/>
              </a:ext>
            </a:extLst>
          </p:cNvPr>
          <p:cNvGrpSpPr/>
          <p:nvPr/>
        </p:nvGrpSpPr>
        <p:grpSpPr>
          <a:xfrm>
            <a:off x="2105255" y="4355383"/>
            <a:ext cx="2323818" cy="535926"/>
            <a:chOff x="2105255" y="4355383"/>
            <a:chExt cx="2323818" cy="535926"/>
          </a:xfrm>
        </p:grpSpPr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AD93E44E-667A-5DB3-5EFC-F96AC3D56F8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94159" y="4355383"/>
              <a:ext cx="634914" cy="535926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D7AE23E2-4E3B-5E66-FF56-D713469AF4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05255" y="4882763"/>
              <a:ext cx="1685094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Text Box 2">
              <a:extLst>
                <a:ext uri="{FF2B5EF4-FFF2-40B4-BE49-F238E27FC236}">
                  <a16:creationId xmlns:a16="http://schemas.microsoft.com/office/drawing/2014/main" id="{0348A0BA-5867-DF50-7DFE-28554727C2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46982" y="4401413"/>
              <a:ext cx="1107996" cy="481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t" anchorCtr="0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kumimoji="1" sz="2800" b="0">
                  <a:solidFill>
                    <a:srgbClr val="3333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defRPr kumimoji="1" sz="2400" b="1"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>
                <a:lnSpc>
                  <a:spcPct val="114000"/>
                </a:lnSpc>
              </a:pPr>
              <a:r>
                <a:rPr lang="zh-CN" altLang="en-US" sz="2400" dirty="0">
                  <a:solidFill>
                    <a:schemeClr val="accent4"/>
                  </a:solidFill>
                </a:rPr>
                <a:t>尺寸线</a:t>
              </a: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3974E8F8-B8DC-790A-F01A-2DF3CBE7F6F7}"/>
              </a:ext>
            </a:extLst>
          </p:cNvPr>
          <p:cNvGrpSpPr/>
          <p:nvPr/>
        </p:nvGrpSpPr>
        <p:grpSpPr>
          <a:xfrm>
            <a:off x="7440904" y="4499068"/>
            <a:ext cx="3119592" cy="1151970"/>
            <a:chOff x="7440904" y="4499068"/>
            <a:chExt cx="3119592" cy="1151970"/>
          </a:xfrm>
        </p:grpSpPr>
        <p:sp>
          <p:nvSpPr>
            <p:cNvPr id="56" name="右大括号 55">
              <a:extLst>
                <a:ext uri="{FF2B5EF4-FFF2-40B4-BE49-F238E27FC236}">
                  <a16:creationId xmlns:a16="http://schemas.microsoft.com/office/drawing/2014/main" id="{740E0B16-FFA2-6921-EDB9-8D9F18DD68C5}"/>
                </a:ext>
              </a:extLst>
            </p:cNvPr>
            <p:cNvSpPr/>
            <p:nvPr/>
          </p:nvSpPr>
          <p:spPr>
            <a:xfrm>
              <a:off x="7440904" y="4957616"/>
              <a:ext cx="94474" cy="344269"/>
            </a:xfrm>
            <a:prstGeom prst="rightBrace">
              <a:avLst>
                <a:gd name="adj1" fmla="val 157643"/>
                <a:gd name="adj2" fmla="val 50000"/>
              </a:avLst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右大括号 58">
              <a:extLst>
                <a:ext uri="{FF2B5EF4-FFF2-40B4-BE49-F238E27FC236}">
                  <a16:creationId xmlns:a16="http://schemas.microsoft.com/office/drawing/2014/main" id="{5067DE85-B1EF-48B4-28DD-C535BE5C417D}"/>
                </a:ext>
              </a:extLst>
            </p:cNvPr>
            <p:cNvSpPr/>
            <p:nvPr/>
          </p:nvSpPr>
          <p:spPr>
            <a:xfrm>
              <a:off x="7440904" y="5306769"/>
              <a:ext cx="94474" cy="344269"/>
            </a:xfrm>
            <a:prstGeom prst="rightBrace">
              <a:avLst>
                <a:gd name="adj1" fmla="val 157643"/>
                <a:gd name="adj2" fmla="val 50000"/>
              </a:avLst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70F31C4E-8DCC-3F9A-8F28-6C9E6A105147}"/>
                </a:ext>
              </a:extLst>
            </p:cNvPr>
            <p:cNvCxnSpPr>
              <a:cxnSpLocks/>
            </p:cNvCxnSpPr>
            <p:nvPr/>
          </p:nvCxnSpPr>
          <p:spPr>
            <a:xfrm>
              <a:off x="7554187" y="5132474"/>
              <a:ext cx="140959" cy="169411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C04C65EF-EB2E-0318-9A69-7AACC7B14D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58967" y="5301885"/>
              <a:ext cx="140959" cy="169411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295C0E7C-EA81-B81C-3D4A-C6D2CD20F3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95146" y="5301885"/>
              <a:ext cx="2865350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Text Box 2">
              <a:extLst>
                <a:ext uri="{FF2B5EF4-FFF2-40B4-BE49-F238E27FC236}">
                  <a16:creationId xmlns:a16="http://schemas.microsoft.com/office/drawing/2014/main" id="{6549C425-CE13-1BBE-0A71-9D2AE4CD3A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07349" y="4499068"/>
              <a:ext cx="2281394" cy="7673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t" anchorCtr="0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kumimoji="1" sz="2800" b="0">
                  <a:solidFill>
                    <a:srgbClr val="3333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defRPr kumimoji="1" sz="2400" b="1"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14000"/>
                </a:lnSpc>
              </a:pPr>
              <a:r>
                <a:rPr lang="zh-CN" altLang="en-US" sz="2000" dirty="0">
                  <a:solidFill>
                    <a:schemeClr val="accent4"/>
                  </a:solidFill>
                </a:rPr>
                <a:t>间距＞</a:t>
              </a:r>
              <a:r>
                <a:rPr lang="en-US" altLang="zh-CN" sz="2000" dirty="0">
                  <a:solidFill>
                    <a:schemeClr val="accent4"/>
                  </a:solidFill>
                </a:rPr>
                <a:t>7</a:t>
              </a:r>
              <a:r>
                <a:rPr lang="zh-CN" altLang="en-US" sz="2000" dirty="0">
                  <a:solidFill>
                    <a:schemeClr val="accent4"/>
                  </a:solidFill>
                </a:rPr>
                <a:t>毫米</a:t>
              </a:r>
              <a:endParaRPr lang="en-US" altLang="zh-CN" sz="2000" dirty="0">
                <a:solidFill>
                  <a:schemeClr val="accent4"/>
                </a:solidFill>
              </a:endParaRPr>
            </a:p>
            <a:p>
              <a:pPr algn="ctr">
                <a:lnSpc>
                  <a:spcPct val="114000"/>
                </a:lnSpc>
              </a:pPr>
              <a:r>
                <a:rPr lang="zh-CN" altLang="en-US" sz="2000" dirty="0">
                  <a:solidFill>
                    <a:schemeClr val="accent4"/>
                  </a:solidFill>
                </a:rPr>
                <a:t>一般不超过</a:t>
              </a:r>
              <a:r>
                <a:rPr lang="en-US" altLang="zh-CN" sz="2000" dirty="0">
                  <a:solidFill>
                    <a:schemeClr val="accent4"/>
                  </a:solidFill>
                </a:rPr>
                <a:t>10</a:t>
              </a:r>
              <a:r>
                <a:rPr lang="zh-CN" altLang="en-US" sz="2000" dirty="0">
                  <a:solidFill>
                    <a:schemeClr val="accent4"/>
                  </a:solidFill>
                </a:rPr>
                <a:t>毫米</a:t>
              </a:r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CB528DC2-2EA2-331C-C509-16B931B31A38}"/>
              </a:ext>
            </a:extLst>
          </p:cNvPr>
          <p:cNvGrpSpPr/>
          <p:nvPr/>
        </p:nvGrpSpPr>
        <p:grpSpPr>
          <a:xfrm>
            <a:off x="7352423" y="5517841"/>
            <a:ext cx="3431234" cy="434303"/>
            <a:chOff x="7352423" y="5517841"/>
            <a:chExt cx="3431234" cy="434303"/>
          </a:xfrm>
        </p:grpSpPr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9E4FAC1D-F89F-1D21-19B7-42C0E051314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51657" y="5952144"/>
              <a:ext cx="3132000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椭圆 67">
              <a:extLst>
                <a:ext uri="{FF2B5EF4-FFF2-40B4-BE49-F238E27FC236}">
                  <a16:creationId xmlns:a16="http://schemas.microsoft.com/office/drawing/2014/main" id="{3085702B-2092-EEF3-E683-B66AC9BF9670}"/>
                </a:ext>
              </a:extLst>
            </p:cNvPr>
            <p:cNvSpPr/>
            <p:nvPr/>
          </p:nvSpPr>
          <p:spPr>
            <a:xfrm>
              <a:off x="7352423" y="5652103"/>
              <a:ext cx="176253" cy="148001"/>
            </a:xfrm>
            <a:prstGeom prst="ellipse">
              <a:avLst/>
            </a:prstGeom>
            <a:noFill/>
            <a:ln w="952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367488B9-0EA2-AA08-8C42-FF828C961336}"/>
                </a:ext>
              </a:extLst>
            </p:cNvPr>
            <p:cNvCxnSpPr>
              <a:cxnSpLocks/>
            </p:cNvCxnSpPr>
            <p:nvPr/>
          </p:nvCxnSpPr>
          <p:spPr>
            <a:xfrm>
              <a:off x="7510698" y="5779583"/>
              <a:ext cx="140959" cy="169411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Text Box 2">
              <a:extLst>
                <a:ext uri="{FF2B5EF4-FFF2-40B4-BE49-F238E27FC236}">
                  <a16:creationId xmlns:a16="http://schemas.microsoft.com/office/drawing/2014/main" id="{8095CE7B-B14E-B3E3-7548-3407D0DBA1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24666" y="5517841"/>
              <a:ext cx="3156633" cy="4165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t" anchorCtr="0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kumimoji="1" sz="2800" b="0">
                  <a:solidFill>
                    <a:srgbClr val="3333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defRPr kumimoji="1" sz="2400" b="1"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14000"/>
                </a:lnSpc>
              </a:pPr>
              <a:r>
                <a:rPr lang="zh-CN" altLang="en-US" sz="2000" dirty="0">
                  <a:solidFill>
                    <a:schemeClr val="accent4"/>
                  </a:solidFill>
                </a:rPr>
                <a:t>尺寸界限超出箭头约</a:t>
              </a:r>
              <a:r>
                <a:rPr lang="en-US" altLang="zh-CN" sz="2000" dirty="0">
                  <a:solidFill>
                    <a:schemeClr val="accent4"/>
                  </a:solidFill>
                </a:rPr>
                <a:t>2</a:t>
              </a:r>
              <a:r>
                <a:rPr lang="zh-CN" altLang="en-US" sz="2000" dirty="0">
                  <a:solidFill>
                    <a:schemeClr val="accent4"/>
                  </a:solidFill>
                </a:rPr>
                <a:t>毫米</a:t>
              </a:r>
            </a:p>
          </p:txBody>
        </p:sp>
      </p:grpSp>
      <p:sp>
        <p:nvSpPr>
          <p:cNvPr id="72" name="Text Box 2">
            <a:extLst>
              <a:ext uri="{FF2B5EF4-FFF2-40B4-BE49-F238E27FC236}">
                <a16:creationId xmlns:a16="http://schemas.microsoft.com/office/drawing/2014/main" id="{15F528F9-1593-5626-6B75-35201F82AF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8612" y="1929063"/>
            <a:ext cx="8345554" cy="48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t" anchorCtr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umimoji="1" sz="2800" b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defRPr kumimoji="1" sz="2400" b="1"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lnSpc>
                <a:spcPct val="114000"/>
              </a:lnSpc>
            </a:pPr>
            <a:r>
              <a:rPr lang="en-US" altLang="zh-CN" sz="2400" dirty="0">
                <a:solidFill>
                  <a:schemeClr val="accent4"/>
                </a:solidFill>
              </a:rPr>
              <a:t>(1) </a:t>
            </a:r>
            <a:r>
              <a:rPr lang="zh-CN" altLang="en-US" sz="2400" dirty="0">
                <a:solidFill>
                  <a:schemeClr val="accent4"/>
                </a:solidFill>
              </a:rPr>
              <a:t>尺寸线为细实线，一端或两端带有终端符号 </a:t>
            </a:r>
            <a:r>
              <a:rPr lang="en-US" altLang="zh-CN" sz="2400" dirty="0">
                <a:solidFill>
                  <a:schemeClr val="accent4"/>
                </a:solidFill>
              </a:rPr>
              <a:t>(</a:t>
            </a:r>
            <a:r>
              <a:rPr lang="zh-CN" altLang="en-US" sz="2400" dirty="0">
                <a:solidFill>
                  <a:schemeClr val="accent4"/>
                </a:solidFill>
              </a:rPr>
              <a:t>箭头或斜线</a:t>
            </a:r>
            <a:r>
              <a:rPr lang="en-US" altLang="zh-CN" sz="2400" dirty="0">
                <a:solidFill>
                  <a:schemeClr val="accent4"/>
                </a:solidFill>
              </a:rPr>
              <a:t>)</a:t>
            </a:r>
            <a:endParaRPr lang="zh-CN" altLang="en-US" sz="2400" dirty="0">
              <a:solidFill>
                <a:schemeClr val="accent4"/>
              </a:solidFill>
            </a:endParaRPr>
          </a:p>
        </p:txBody>
      </p:sp>
      <p:sp>
        <p:nvSpPr>
          <p:cNvPr id="2" name="Text Box 2">
            <a:extLst>
              <a:ext uri="{FF2B5EF4-FFF2-40B4-BE49-F238E27FC236}">
                <a16:creationId xmlns:a16="http://schemas.microsoft.com/office/drawing/2014/main" id="{64622ED9-7D25-EDBC-2B77-9AB5F31FAE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3664" y="2450599"/>
            <a:ext cx="7741222" cy="48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t" anchorCtr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umimoji="1" sz="2800" b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defRPr kumimoji="1" sz="2400" b="1"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lnSpc>
                <a:spcPct val="114000"/>
              </a:lnSpc>
            </a:pPr>
            <a:r>
              <a:rPr lang="en-US" altLang="zh-CN" sz="2400" dirty="0">
                <a:solidFill>
                  <a:schemeClr val="accent4"/>
                </a:solidFill>
              </a:rPr>
              <a:t>(2) </a:t>
            </a:r>
            <a:r>
              <a:rPr lang="zh-CN" altLang="en-US" sz="2400" dirty="0">
                <a:solidFill>
                  <a:schemeClr val="accent4"/>
                </a:solidFill>
              </a:rPr>
              <a:t>尺寸线不能用其它图线代替，也不得与其它图线重合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C691D8C-78BF-32C5-4E2B-97B512696E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8328" y="242276"/>
            <a:ext cx="2413518" cy="1549033"/>
          </a:xfrm>
          <a:prstGeom prst="rect">
            <a:avLst/>
          </a:prstGeom>
        </p:spPr>
      </p:pic>
      <p:sp>
        <p:nvSpPr>
          <p:cNvPr id="5" name="Text Box 2">
            <a:extLst>
              <a:ext uri="{FF2B5EF4-FFF2-40B4-BE49-F238E27FC236}">
                <a16:creationId xmlns:a16="http://schemas.microsoft.com/office/drawing/2014/main" id="{1FAC1F79-FEEA-6CAB-D9D2-47BFAB6141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3664" y="3010998"/>
            <a:ext cx="7433445" cy="48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t" anchorCtr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umimoji="1" sz="2800" b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defRPr kumimoji="1" sz="2400" b="1"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lnSpc>
                <a:spcPct val="114000"/>
              </a:lnSpc>
            </a:pPr>
            <a:r>
              <a:rPr lang="en-US" altLang="zh-CN" sz="2400" dirty="0">
                <a:solidFill>
                  <a:schemeClr val="accent4"/>
                </a:solidFill>
              </a:rPr>
              <a:t>(3) </a:t>
            </a:r>
            <a:r>
              <a:rPr lang="zh-CN" altLang="en-US" sz="2400" dirty="0">
                <a:solidFill>
                  <a:schemeClr val="accent4"/>
                </a:solidFill>
              </a:rPr>
              <a:t>标注线性尺寸时，尺寸线必须与所标注的线段平行</a:t>
            </a:r>
          </a:p>
        </p:txBody>
      </p:sp>
    </p:spTree>
    <p:extLst>
      <p:ext uri="{BB962C8B-B14F-4D97-AF65-F5344CB8AC3E}">
        <p14:creationId xmlns:p14="http://schemas.microsoft.com/office/powerpoint/2010/main" val="1555734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/>
      <p:bldP spid="2" grpId="0"/>
      <p:bldP spid="5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AE476C-FB2C-C6C4-3124-D45E382DC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>
            <a:extLst>
              <a:ext uri="{FF2B5EF4-FFF2-40B4-BE49-F238E27FC236}">
                <a16:creationId xmlns:a16="http://schemas.microsoft.com/office/drawing/2014/main" id="{55612592-E14D-D17E-6D52-D29924D9C0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19" y="412176"/>
            <a:ext cx="6051657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11.1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尺寸标准基本的要求与规则</a:t>
            </a:r>
          </a:p>
        </p:txBody>
      </p:sp>
      <p:sp>
        <p:nvSpPr>
          <p:cNvPr id="16" name="灯片编号占位符 3">
            <a:extLst>
              <a:ext uri="{FF2B5EF4-FFF2-40B4-BE49-F238E27FC236}">
                <a16:creationId xmlns:a16="http://schemas.microsoft.com/office/drawing/2014/main" id="{7543B102-7EE0-8B08-9BC6-53A550C0E866}"/>
              </a:ext>
            </a:extLst>
          </p:cNvPr>
          <p:cNvSpPr txBox="1">
            <a:spLocks/>
          </p:cNvSpPr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  <a:pPr/>
              <a:t>57</a:t>
            </a:fld>
            <a:endParaRPr lang="en-US" altLang="zh-CN" dirty="0"/>
          </a:p>
        </p:txBody>
      </p:sp>
      <p:sp>
        <p:nvSpPr>
          <p:cNvPr id="8" name="Text Box 87">
            <a:extLst>
              <a:ext uri="{FF2B5EF4-FFF2-40B4-BE49-F238E27FC236}">
                <a16:creationId xmlns:a16="http://schemas.microsoft.com/office/drawing/2014/main" id="{ADE9CD3C-A631-6CE2-4B2A-CB049A1119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376" y="1268089"/>
            <a:ext cx="244169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fontAlgn="base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尺寸的组成</a:t>
            </a:r>
          </a:p>
        </p:txBody>
      </p:sp>
      <p:sp>
        <p:nvSpPr>
          <p:cNvPr id="11" name="Text Box 2">
            <a:extLst>
              <a:ext uri="{FF2B5EF4-FFF2-40B4-BE49-F238E27FC236}">
                <a16:creationId xmlns:a16="http://schemas.microsoft.com/office/drawing/2014/main" id="{0C5CAB28-DD27-66F5-945F-34B203ACEB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408" y="1929063"/>
            <a:ext cx="1784463" cy="48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t" anchorCtr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umimoji="1" sz="2800" b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defRPr kumimoji="1" sz="2400" b="1"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lnSpc>
                <a:spcPct val="114000"/>
              </a:lnSpc>
            </a:pPr>
            <a:r>
              <a:rPr lang="en-US" altLang="zh-CN" sz="2400" b="1" dirty="0">
                <a:solidFill>
                  <a:schemeClr val="accent4"/>
                </a:solidFill>
              </a:rPr>
              <a:t>3. </a:t>
            </a:r>
            <a:r>
              <a:rPr lang="zh-CN" altLang="en-US" sz="2400" b="1" dirty="0">
                <a:solidFill>
                  <a:schemeClr val="accent4"/>
                </a:solidFill>
              </a:rPr>
              <a:t>尺寸数字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5C125051-1708-A4E8-8B71-AA0FFFB260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2211" y="4057452"/>
            <a:ext cx="3471354" cy="1297375"/>
          </a:xfrm>
          <a:prstGeom prst="rect">
            <a:avLst/>
          </a:prstGeom>
        </p:spPr>
      </p:pic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7B88BFD3-A79E-AF52-CEA7-8E4F36E101AC}"/>
              </a:ext>
            </a:extLst>
          </p:cNvPr>
          <p:cNvCxnSpPr>
            <a:cxnSpLocks/>
          </p:cNvCxnSpPr>
          <p:nvPr/>
        </p:nvCxnSpPr>
        <p:spPr>
          <a:xfrm>
            <a:off x="3791744" y="5163718"/>
            <a:ext cx="0" cy="64800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3004F98D-7890-01E3-3BF2-0A04D7C35EE5}"/>
              </a:ext>
            </a:extLst>
          </p:cNvPr>
          <p:cNvCxnSpPr>
            <a:cxnSpLocks/>
          </p:cNvCxnSpPr>
          <p:nvPr/>
        </p:nvCxnSpPr>
        <p:spPr>
          <a:xfrm>
            <a:off x="6569323" y="4947782"/>
            <a:ext cx="0" cy="86400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1AE4C87C-4771-6C07-9956-64ED99DD302E}"/>
              </a:ext>
            </a:extLst>
          </p:cNvPr>
          <p:cNvCxnSpPr>
            <a:cxnSpLocks/>
          </p:cNvCxnSpPr>
          <p:nvPr/>
        </p:nvCxnSpPr>
        <p:spPr>
          <a:xfrm>
            <a:off x="4987305" y="5218088"/>
            <a:ext cx="0" cy="28800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EE4CD837-0258-570E-17CE-3B93C40AB16C}"/>
              </a:ext>
            </a:extLst>
          </p:cNvPr>
          <p:cNvCxnSpPr>
            <a:cxnSpLocks/>
          </p:cNvCxnSpPr>
          <p:nvPr/>
        </p:nvCxnSpPr>
        <p:spPr>
          <a:xfrm flipH="1">
            <a:off x="6456040" y="4364534"/>
            <a:ext cx="82800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0E7C0ECE-E0A1-48FF-C0DE-DE0CB1928E46}"/>
              </a:ext>
            </a:extLst>
          </p:cNvPr>
          <p:cNvCxnSpPr>
            <a:cxnSpLocks/>
          </p:cNvCxnSpPr>
          <p:nvPr/>
        </p:nvCxnSpPr>
        <p:spPr>
          <a:xfrm flipH="1">
            <a:off x="6456040" y="5033814"/>
            <a:ext cx="82800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79DCB444-A401-07F2-B119-93A86C334626}"/>
              </a:ext>
            </a:extLst>
          </p:cNvPr>
          <p:cNvCxnSpPr>
            <a:cxnSpLocks/>
          </p:cNvCxnSpPr>
          <p:nvPr/>
        </p:nvCxnSpPr>
        <p:spPr>
          <a:xfrm>
            <a:off x="3566195" y="4169718"/>
            <a:ext cx="0" cy="1080000"/>
          </a:xfrm>
          <a:prstGeom prst="line">
            <a:avLst/>
          </a:prstGeom>
          <a:ln>
            <a:solidFill>
              <a:srgbClr val="C00000"/>
            </a:solidFill>
            <a:headEnd type="triangle" w="sm" len="lg"/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9FD1D354-1358-5F01-7D91-B1FF22E5E438}"/>
              </a:ext>
            </a:extLst>
          </p:cNvPr>
          <p:cNvCxnSpPr>
            <a:cxnSpLocks/>
          </p:cNvCxnSpPr>
          <p:nvPr/>
        </p:nvCxnSpPr>
        <p:spPr>
          <a:xfrm>
            <a:off x="7195651" y="4364534"/>
            <a:ext cx="0" cy="669280"/>
          </a:xfrm>
          <a:prstGeom prst="line">
            <a:avLst/>
          </a:prstGeom>
          <a:ln>
            <a:solidFill>
              <a:srgbClr val="C00000"/>
            </a:solidFill>
            <a:headEnd type="triangle" w="sm" len="lg"/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4F74E2DC-4E21-942F-6596-F8E69F64CEDB}"/>
              </a:ext>
            </a:extLst>
          </p:cNvPr>
          <p:cNvCxnSpPr>
            <a:cxnSpLocks/>
          </p:cNvCxnSpPr>
          <p:nvPr/>
        </p:nvCxnSpPr>
        <p:spPr>
          <a:xfrm>
            <a:off x="4987305" y="5387500"/>
            <a:ext cx="1582018" cy="0"/>
          </a:xfrm>
          <a:prstGeom prst="line">
            <a:avLst/>
          </a:prstGeom>
          <a:ln>
            <a:solidFill>
              <a:srgbClr val="C00000"/>
            </a:solidFill>
            <a:headEnd type="triangle" w="sm" len="lg"/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D5E02279-A235-2A3A-1A4E-2F92A57C53A5}"/>
              </a:ext>
            </a:extLst>
          </p:cNvPr>
          <p:cNvCxnSpPr>
            <a:cxnSpLocks/>
          </p:cNvCxnSpPr>
          <p:nvPr/>
        </p:nvCxnSpPr>
        <p:spPr>
          <a:xfrm>
            <a:off x="3791744" y="5733256"/>
            <a:ext cx="2777579" cy="0"/>
          </a:xfrm>
          <a:prstGeom prst="line">
            <a:avLst/>
          </a:prstGeom>
          <a:ln>
            <a:solidFill>
              <a:srgbClr val="C00000"/>
            </a:solidFill>
            <a:headEnd type="triangle" w="sm" len="lg"/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3161A080-F145-34FD-96F7-8655944B78C0}"/>
              </a:ext>
            </a:extLst>
          </p:cNvPr>
          <p:cNvCxnSpPr>
            <a:cxnSpLocks/>
          </p:cNvCxnSpPr>
          <p:nvPr/>
        </p:nvCxnSpPr>
        <p:spPr>
          <a:xfrm flipH="1">
            <a:off x="3890175" y="3600561"/>
            <a:ext cx="665952" cy="562125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8C3BE832-CB48-9500-843D-DD58217FE30A}"/>
              </a:ext>
            </a:extLst>
          </p:cNvPr>
          <p:cNvCxnSpPr>
            <a:cxnSpLocks/>
          </p:cNvCxnSpPr>
          <p:nvPr/>
        </p:nvCxnSpPr>
        <p:spPr>
          <a:xfrm>
            <a:off x="6031747" y="4057452"/>
            <a:ext cx="456579" cy="325534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D1800739-B5FD-68F6-CAD5-A8EE8BAF11AE}"/>
              </a:ext>
            </a:extLst>
          </p:cNvPr>
          <p:cNvCxnSpPr>
            <a:cxnSpLocks/>
          </p:cNvCxnSpPr>
          <p:nvPr/>
        </p:nvCxnSpPr>
        <p:spPr>
          <a:xfrm>
            <a:off x="4956127" y="4057452"/>
            <a:ext cx="10800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2A26A487-B31F-5CA3-2192-E4088859ED05}"/>
              </a:ext>
            </a:extLst>
          </p:cNvPr>
          <p:cNvCxnSpPr>
            <a:cxnSpLocks/>
          </p:cNvCxnSpPr>
          <p:nvPr/>
        </p:nvCxnSpPr>
        <p:spPr>
          <a:xfrm>
            <a:off x="4546641" y="3600561"/>
            <a:ext cx="1037818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右大括号 55">
            <a:extLst>
              <a:ext uri="{FF2B5EF4-FFF2-40B4-BE49-F238E27FC236}">
                <a16:creationId xmlns:a16="http://schemas.microsoft.com/office/drawing/2014/main" id="{0C63E41B-A891-08F1-5ED2-2DA99F43F471}"/>
              </a:ext>
            </a:extLst>
          </p:cNvPr>
          <p:cNvSpPr/>
          <p:nvPr/>
        </p:nvSpPr>
        <p:spPr>
          <a:xfrm>
            <a:off x="6569323" y="5043230"/>
            <a:ext cx="94474" cy="344269"/>
          </a:xfrm>
          <a:prstGeom prst="rightBrace">
            <a:avLst>
              <a:gd name="adj1" fmla="val 157643"/>
              <a:gd name="adj2" fmla="val 50000"/>
            </a:avLst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右大括号 58">
            <a:extLst>
              <a:ext uri="{FF2B5EF4-FFF2-40B4-BE49-F238E27FC236}">
                <a16:creationId xmlns:a16="http://schemas.microsoft.com/office/drawing/2014/main" id="{FBC68EFE-B5D7-855C-53C1-C41C9B57698C}"/>
              </a:ext>
            </a:extLst>
          </p:cNvPr>
          <p:cNvSpPr/>
          <p:nvPr/>
        </p:nvSpPr>
        <p:spPr>
          <a:xfrm>
            <a:off x="6569323" y="5392383"/>
            <a:ext cx="94474" cy="344269"/>
          </a:xfrm>
          <a:prstGeom prst="rightBrace">
            <a:avLst>
              <a:gd name="adj1" fmla="val 157643"/>
              <a:gd name="adj2" fmla="val 50000"/>
            </a:avLst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0" name="直接连接符 59">
            <a:extLst>
              <a:ext uri="{FF2B5EF4-FFF2-40B4-BE49-F238E27FC236}">
                <a16:creationId xmlns:a16="http://schemas.microsoft.com/office/drawing/2014/main" id="{9F644F64-5031-10C1-310F-A8096AE4039E}"/>
              </a:ext>
            </a:extLst>
          </p:cNvPr>
          <p:cNvCxnSpPr>
            <a:cxnSpLocks/>
          </p:cNvCxnSpPr>
          <p:nvPr/>
        </p:nvCxnSpPr>
        <p:spPr>
          <a:xfrm>
            <a:off x="6682606" y="5218088"/>
            <a:ext cx="140959" cy="169411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连接符 62">
            <a:extLst>
              <a:ext uri="{FF2B5EF4-FFF2-40B4-BE49-F238E27FC236}">
                <a16:creationId xmlns:a16="http://schemas.microsoft.com/office/drawing/2014/main" id="{D01D2D65-ECCB-4FFA-FCAD-0A47856B47C3}"/>
              </a:ext>
            </a:extLst>
          </p:cNvPr>
          <p:cNvCxnSpPr>
            <a:cxnSpLocks/>
          </p:cNvCxnSpPr>
          <p:nvPr/>
        </p:nvCxnSpPr>
        <p:spPr>
          <a:xfrm flipV="1">
            <a:off x="6687386" y="5387499"/>
            <a:ext cx="140959" cy="169411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连接符 63">
            <a:extLst>
              <a:ext uri="{FF2B5EF4-FFF2-40B4-BE49-F238E27FC236}">
                <a16:creationId xmlns:a16="http://schemas.microsoft.com/office/drawing/2014/main" id="{F1864663-F3B7-9BEC-D958-2D3BBF9E496E}"/>
              </a:ext>
            </a:extLst>
          </p:cNvPr>
          <p:cNvCxnSpPr>
            <a:cxnSpLocks/>
          </p:cNvCxnSpPr>
          <p:nvPr/>
        </p:nvCxnSpPr>
        <p:spPr>
          <a:xfrm flipH="1">
            <a:off x="6823565" y="5387499"/>
            <a:ext cx="2865350" cy="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 Box 2">
            <a:extLst>
              <a:ext uri="{FF2B5EF4-FFF2-40B4-BE49-F238E27FC236}">
                <a16:creationId xmlns:a16="http://schemas.microsoft.com/office/drawing/2014/main" id="{73862371-0B0A-09C7-9410-B62939DD08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5768" y="4584682"/>
            <a:ext cx="2281394" cy="7673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t" anchorCtr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umimoji="1" sz="2800" b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defRPr kumimoji="1" sz="2400" b="1"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lnSpc>
                <a:spcPct val="114000"/>
              </a:lnSpc>
            </a:pPr>
            <a:r>
              <a:rPr lang="zh-CN" altLang="en-US" sz="2000" dirty="0">
                <a:solidFill>
                  <a:schemeClr val="accent4"/>
                </a:solidFill>
              </a:rPr>
              <a:t>间距＞</a:t>
            </a:r>
            <a:r>
              <a:rPr lang="en-US" altLang="zh-CN" sz="2000" dirty="0">
                <a:solidFill>
                  <a:schemeClr val="accent4"/>
                </a:solidFill>
              </a:rPr>
              <a:t>7</a:t>
            </a:r>
            <a:r>
              <a:rPr lang="zh-CN" altLang="en-US" sz="2000" dirty="0">
                <a:solidFill>
                  <a:schemeClr val="accent4"/>
                </a:solidFill>
              </a:rPr>
              <a:t>毫米</a:t>
            </a:r>
            <a:endParaRPr lang="en-US" altLang="zh-CN" sz="2000" dirty="0">
              <a:solidFill>
                <a:schemeClr val="accent4"/>
              </a:solidFill>
            </a:endParaRPr>
          </a:p>
          <a:p>
            <a:pPr algn="ctr">
              <a:lnSpc>
                <a:spcPct val="114000"/>
              </a:lnSpc>
            </a:pPr>
            <a:r>
              <a:rPr lang="zh-CN" altLang="en-US" sz="2000" dirty="0">
                <a:solidFill>
                  <a:schemeClr val="accent4"/>
                </a:solidFill>
              </a:rPr>
              <a:t>一般不超过</a:t>
            </a:r>
            <a:r>
              <a:rPr lang="en-US" altLang="zh-CN" sz="2000" dirty="0">
                <a:solidFill>
                  <a:schemeClr val="accent4"/>
                </a:solidFill>
              </a:rPr>
              <a:t>10</a:t>
            </a:r>
            <a:r>
              <a:rPr lang="zh-CN" altLang="en-US" sz="2000" dirty="0">
                <a:solidFill>
                  <a:schemeClr val="accent4"/>
                </a:solidFill>
              </a:rPr>
              <a:t>毫米</a:t>
            </a:r>
          </a:p>
        </p:txBody>
      </p:sp>
      <p:cxnSp>
        <p:nvCxnSpPr>
          <p:cNvPr id="67" name="直接连接符 66">
            <a:extLst>
              <a:ext uri="{FF2B5EF4-FFF2-40B4-BE49-F238E27FC236}">
                <a16:creationId xmlns:a16="http://schemas.microsoft.com/office/drawing/2014/main" id="{56A083FB-21F5-8158-DFDE-8BCD08EDBAB9}"/>
              </a:ext>
            </a:extLst>
          </p:cNvPr>
          <p:cNvCxnSpPr>
            <a:cxnSpLocks/>
          </p:cNvCxnSpPr>
          <p:nvPr/>
        </p:nvCxnSpPr>
        <p:spPr>
          <a:xfrm flipH="1">
            <a:off x="6780076" y="6037758"/>
            <a:ext cx="3132000" cy="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椭圆 67">
            <a:extLst>
              <a:ext uri="{FF2B5EF4-FFF2-40B4-BE49-F238E27FC236}">
                <a16:creationId xmlns:a16="http://schemas.microsoft.com/office/drawing/2014/main" id="{3B74789F-1012-9105-A0C7-694A03B1EC44}"/>
              </a:ext>
            </a:extLst>
          </p:cNvPr>
          <p:cNvSpPr/>
          <p:nvPr/>
        </p:nvSpPr>
        <p:spPr>
          <a:xfrm>
            <a:off x="6480842" y="5737717"/>
            <a:ext cx="176253" cy="148001"/>
          </a:xfrm>
          <a:prstGeom prst="ellipse">
            <a:avLst/>
          </a:prstGeom>
          <a:noFill/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9" name="直接连接符 68">
            <a:extLst>
              <a:ext uri="{FF2B5EF4-FFF2-40B4-BE49-F238E27FC236}">
                <a16:creationId xmlns:a16="http://schemas.microsoft.com/office/drawing/2014/main" id="{1F9427A1-7920-85E6-5AC7-493062626F66}"/>
              </a:ext>
            </a:extLst>
          </p:cNvPr>
          <p:cNvCxnSpPr>
            <a:cxnSpLocks/>
          </p:cNvCxnSpPr>
          <p:nvPr/>
        </p:nvCxnSpPr>
        <p:spPr>
          <a:xfrm>
            <a:off x="6639117" y="5865197"/>
            <a:ext cx="140959" cy="169411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 Box 2">
            <a:extLst>
              <a:ext uri="{FF2B5EF4-FFF2-40B4-BE49-F238E27FC236}">
                <a16:creationId xmlns:a16="http://schemas.microsoft.com/office/drawing/2014/main" id="{E50F11EC-FDA1-298A-2AAB-13230693D9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53085" y="5603455"/>
            <a:ext cx="3156633" cy="4165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t" anchorCtr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umimoji="1" sz="2800" b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defRPr kumimoji="1" sz="2400" b="1"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lnSpc>
                <a:spcPct val="114000"/>
              </a:lnSpc>
            </a:pPr>
            <a:r>
              <a:rPr lang="zh-CN" altLang="en-US" sz="2000" dirty="0">
                <a:solidFill>
                  <a:schemeClr val="accent4"/>
                </a:solidFill>
              </a:rPr>
              <a:t>尺寸界限超出箭头约</a:t>
            </a:r>
            <a:r>
              <a:rPr lang="en-US" altLang="zh-CN" sz="2000" dirty="0">
                <a:solidFill>
                  <a:schemeClr val="accent4"/>
                </a:solidFill>
              </a:rPr>
              <a:t>2</a:t>
            </a:r>
            <a:r>
              <a:rPr lang="zh-CN" altLang="en-US" sz="2000" dirty="0">
                <a:solidFill>
                  <a:schemeClr val="accent4"/>
                </a:solidFill>
              </a:rPr>
              <a:t>毫米</a:t>
            </a:r>
          </a:p>
        </p:txBody>
      </p:sp>
      <p:sp>
        <p:nvSpPr>
          <p:cNvPr id="72" name="Text Box 2">
            <a:extLst>
              <a:ext uri="{FF2B5EF4-FFF2-40B4-BE49-F238E27FC236}">
                <a16:creationId xmlns:a16="http://schemas.microsoft.com/office/drawing/2014/main" id="{DA6F1470-4D54-4189-65F2-84A01DAE45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67608" y="1929063"/>
            <a:ext cx="8664551" cy="48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t" anchorCtr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umimoji="1" sz="2800" b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defRPr kumimoji="1" sz="2400" b="1"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lnSpc>
                <a:spcPct val="114000"/>
              </a:lnSpc>
            </a:pPr>
            <a:r>
              <a:rPr lang="en-US" altLang="zh-CN" sz="2400" dirty="0">
                <a:solidFill>
                  <a:schemeClr val="accent4"/>
                </a:solidFill>
              </a:rPr>
              <a:t>(1) </a:t>
            </a:r>
            <a:r>
              <a:rPr lang="zh-CN" altLang="en-US" sz="2400" dirty="0">
                <a:solidFill>
                  <a:schemeClr val="accent4"/>
                </a:solidFill>
              </a:rPr>
              <a:t>一般应标注在尺寸线的上方，也可以标注在尺寸线的中断处</a:t>
            </a:r>
          </a:p>
        </p:txBody>
      </p:sp>
      <p:sp>
        <p:nvSpPr>
          <p:cNvPr id="3" name="Text Box 2">
            <a:extLst>
              <a:ext uri="{FF2B5EF4-FFF2-40B4-BE49-F238E27FC236}">
                <a16:creationId xmlns:a16="http://schemas.microsoft.com/office/drawing/2014/main" id="{1A00A45B-D0CF-08D9-84EC-506BBBF702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0114" y="3193547"/>
            <a:ext cx="1295547" cy="4165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t" anchorCtr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umimoji="1" sz="2800" b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defRPr kumimoji="1" sz="2400" b="1"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lnSpc>
                <a:spcPct val="114000"/>
              </a:lnSpc>
            </a:pPr>
            <a:r>
              <a:rPr lang="en-US" altLang="zh-CN" sz="2000" dirty="0">
                <a:solidFill>
                  <a:schemeClr val="accent6"/>
                </a:solidFill>
              </a:rPr>
              <a:t>1.5 × 45°</a:t>
            </a:r>
            <a:endParaRPr lang="zh-CN" altLang="en-US" sz="2000" dirty="0">
              <a:solidFill>
                <a:schemeClr val="accent6"/>
              </a:solidFill>
            </a:endParaRPr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E0776301-1951-952A-5691-43D48D4005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64379" y="3675690"/>
            <a:ext cx="1295547" cy="4165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t" anchorCtr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umimoji="1" sz="2800" b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defRPr kumimoji="1" sz="2400" b="1"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lnSpc>
                <a:spcPct val="114000"/>
              </a:lnSpc>
            </a:pPr>
            <a:r>
              <a:rPr lang="en-US" altLang="zh-CN" sz="2000" dirty="0">
                <a:solidFill>
                  <a:schemeClr val="accent6"/>
                </a:solidFill>
              </a:rPr>
              <a:t>1.5 × 45°</a:t>
            </a:r>
            <a:endParaRPr lang="zh-CN" altLang="en-US" sz="2000" dirty="0">
              <a:solidFill>
                <a:schemeClr val="accent6"/>
              </a:solidFill>
            </a:endParaRPr>
          </a:p>
        </p:txBody>
      </p:sp>
      <p:sp>
        <p:nvSpPr>
          <p:cNvPr id="12" name="Text Box 2">
            <a:extLst>
              <a:ext uri="{FF2B5EF4-FFF2-40B4-BE49-F238E27FC236}">
                <a16:creationId xmlns:a16="http://schemas.microsoft.com/office/drawing/2014/main" id="{5B41DBD8-7C14-43A7-1112-C44262EEE9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6127" y="5033346"/>
            <a:ext cx="486030" cy="4165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t" anchorCtr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umimoji="1" sz="2800" b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defRPr kumimoji="1" sz="2400" b="1"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lnSpc>
                <a:spcPct val="114000"/>
              </a:lnSpc>
            </a:pPr>
            <a:r>
              <a:rPr lang="en-US" altLang="zh-CN" sz="2000" dirty="0">
                <a:solidFill>
                  <a:schemeClr val="accent6"/>
                </a:solidFill>
              </a:rPr>
              <a:t>20</a:t>
            </a:r>
            <a:endParaRPr lang="zh-CN" altLang="en-US" sz="2000" dirty="0">
              <a:solidFill>
                <a:schemeClr val="accent6"/>
              </a:solidFill>
            </a:endParaRPr>
          </a:p>
        </p:txBody>
      </p:sp>
      <p:sp>
        <p:nvSpPr>
          <p:cNvPr id="13" name="Text Box 2">
            <a:extLst>
              <a:ext uri="{FF2B5EF4-FFF2-40B4-BE49-F238E27FC236}">
                <a16:creationId xmlns:a16="http://schemas.microsoft.com/office/drawing/2014/main" id="{E0575983-8D6F-8E55-9335-07C6E0A9C5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53833" y="5513076"/>
            <a:ext cx="486030" cy="416524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t" anchorCtr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umimoji="1" sz="2800" b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defRPr kumimoji="1" sz="2400" b="1"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lnSpc>
                <a:spcPct val="114000"/>
              </a:lnSpc>
            </a:pPr>
            <a:r>
              <a:rPr lang="en-US" altLang="zh-CN" sz="2000" dirty="0">
                <a:solidFill>
                  <a:schemeClr val="accent6"/>
                </a:solidFill>
              </a:rPr>
              <a:t>35</a:t>
            </a:r>
            <a:endParaRPr lang="zh-CN" altLang="en-US" sz="2000" dirty="0">
              <a:solidFill>
                <a:schemeClr val="accent6"/>
              </a:solidFill>
            </a:endParaRPr>
          </a:p>
        </p:txBody>
      </p:sp>
      <p:sp>
        <p:nvSpPr>
          <p:cNvPr id="14" name="Text Box 2">
            <a:extLst>
              <a:ext uri="{FF2B5EF4-FFF2-40B4-BE49-F238E27FC236}">
                <a16:creationId xmlns:a16="http://schemas.microsoft.com/office/drawing/2014/main" id="{4FE341B6-6A2B-4EB4-1187-DE5AABA39758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3009697" y="4468133"/>
            <a:ext cx="697627" cy="4153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t" anchorCtr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umimoji="1" sz="2800" b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defRPr kumimoji="1" sz="2400" b="1"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lnSpc>
                <a:spcPct val="114000"/>
              </a:lnSpc>
            </a:pPr>
            <a:r>
              <a:rPr lang="en-US" altLang="zh-CN" sz="2000" dirty="0">
                <a:solidFill>
                  <a:schemeClr val="accent6"/>
                </a:solidFill>
                <a:cs typeface="Times New Roman" panose="02020603050405020304" pitchFamily="18" charset="0"/>
                <a:sym typeface="Symbol" pitchFamily="18" charset="2"/>
              </a:rPr>
              <a:t></a:t>
            </a:r>
            <a:r>
              <a:rPr lang="en-US" altLang="zh-CN" sz="2000" dirty="0">
                <a:solidFill>
                  <a:schemeClr val="accent6"/>
                </a:solidFill>
              </a:rPr>
              <a:t>16</a:t>
            </a:r>
            <a:endParaRPr lang="zh-CN" altLang="en-US" sz="2000" dirty="0">
              <a:solidFill>
                <a:schemeClr val="accent6"/>
              </a:solidFill>
            </a:endParaRPr>
          </a:p>
        </p:txBody>
      </p:sp>
      <p:sp>
        <p:nvSpPr>
          <p:cNvPr id="15" name="Text Box 2">
            <a:extLst>
              <a:ext uri="{FF2B5EF4-FFF2-40B4-BE49-F238E27FC236}">
                <a16:creationId xmlns:a16="http://schemas.microsoft.com/office/drawing/2014/main" id="{BE02C459-0896-3FF9-90FE-5A3A83B11CF9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6684144" y="4491885"/>
            <a:ext cx="697627" cy="4153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t" anchorCtr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umimoji="1" sz="2800" b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defRPr kumimoji="1" sz="2400" b="1"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lnSpc>
                <a:spcPct val="114000"/>
              </a:lnSpc>
            </a:pPr>
            <a:r>
              <a:rPr lang="en-US" altLang="zh-CN" sz="2000" dirty="0">
                <a:solidFill>
                  <a:schemeClr val="accent6"/>
                </a:solidFill>
                <a:cs typeface="Times New Roman" panose="02020603050405020304" pitchFamily="18" charset="0"/>
                <a:sym typeface="Symbol" pitchFamily="18" charset="2"/>
              </a:rPr>
              <a:t></a:t>
            </a:r>
            <a:r>
              <a:rPr lang="en-US" altLang="zh-CN" sz="2000" dirty="0">
                <a:solidFill>
                  <a:schemeClr val="accent6"/>
                </a:solidFill>
              </a:rPr>
              <a:t>10</a:t>
            </a:r>
            <a:endParaRPr lang="zh-CN" altLang="en-US" sz="2000" dirty="0">
              <a:solidFill>
                <a:schemeClr val="accent6"/>
              </a:solidFill>
            </a:endParaRPr>
          </a:p>
        </p:txBody>
      </p:sp>
      <p:sp>
        <p:nvSpPr>
          <p:cNvPr id="17" name="Text Box 2">
            <a:extLst>
              <a:ext uri="{FF2B5EF4-FFF2-40B4-BE49-F238E27FC236}">
                <a16:creationId xmlns:a16="http://schemas.microsoft.com/office/drawing/2014/main" id="{F7CE65AA-95A1-E627-6FE1-B2B870B882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2099" y="2567699"/>
            <a:ext cx="5416868" cy="48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t" anchorCtr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umimoji="1" sz="2800" b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defRPr kumimoji="1" sz="2400" b="1"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lnSpc>
                <a:spcPct val="114000"/>
              </a:lnSpc>
            </a:pPr>
            <a:r>
              <a:rPr lang="zh-CN" altLang="en-US" sz="2400" dirty="0">
                <a:solidFill>
                  <a:srgbClr val="C00000"/>
                </a:solidFill>
              </a:rPr>
              <a:t>水平方向字头向上，垂直方向字头向左</a:t>
            </a: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B2CD66A7-6960-C87E-0DFC-BE9A624E97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4232" y="2579824"/>
            <a:ext cx="659652" cy="671646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C8110652-B6DB-D49A-2B3C-C9132AD22A2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097" b="-1"/>
          <a:stretch/>
        </p:blipFill>
        <p:spPr>
          <a:xfrm>
            <a:off x="9084540" y="2579825"/>
            <a:ext cx="667975" cy="671646"/>
          </a:xfrm>
          <a:prstGeom prst="rect">
            <a:avLst/>
          </a:prstGeom>
        </p:spPr>
      </p:pic>
      <p:pic>
        <p:nvPicPr>
          <p:cNvPr id="32" name="图片 31">
            <a:extLst>
              <a:ext uri="{FF2B5EF4-FFF2-40B4-BE49-F238E27FC236}">
                <a16:creationId xmlns:a16="http://schemas.microsoft.com/office/drawing/2014/main" id="{B153F414-116B-9EA1-27A0-A87483C44E2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3075"/>
          <a:stretch/>
        </p:blipFill>
        <p:spPr>
          <a:xfrm>
            <a:off x="9993171" y="2587509"/>
            <a:ext cx="690714" cy="660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645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/>
      <p:bldP spid="3" grpId="0"/>
      <p:bldP spid="6" grpId="0"/>
      <p:bldP spid="12" grpId="0"/>
      <p:bldP spid="13" grpId="0" animBg="1"/>
      <p:bldP spid="14" grpId="0"/>
      <p:bldP spid="15" grpId="0"/>
      <p:bldP spid="17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5F9050-41CB-0A5F-A9A7-E6AF58F73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>
            <a:extLst>
              <a:ext uri="{FF2B5EF4-FFF2-40B4-BE49-F238E27FC236}">
                <a16:creationId xmlns:a16="http://schemas.microsoft.com/office/drawing/2014/main" id="{31F518DD-7C17-E8C0-8885-8874BBA525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19" y="412176"/>
            <a:ext cx="6051657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11.1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尺寸标准基本的要求与规则</a:t>
            </a:r>
          </a:p>
        </p:txBody>
      </p:sp>
      <p:sp>
        <p:nvSpPr>
          <p:cNvPr id="16" name="灯片编号占位符 3">
            <a:extLst>
              <a:ext uri="{FF2B5EF4-FFF2-40B4-BE49-F238E27FC236}">
                <a16:creationId xmlns:a16="http://schemas.microsoft.com/office/drawing/2014/main" id="{09178E0E-41BE-0C80-55A7-1E050FC39692}"/>
              </a:ext>
            </a:extLst>
          </p:cNvPr>
          <p:cNvSpPr txBox="1">
            <a:spLocks/>
          </p:cNvSpPr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  <a:pPr/>
              <a:t>58</a:t>
            </a:fld>
            <a:endParaRPr lang="en-US" altLang="zh-CN" dirty="0"/>
          </a:p>
        </p:txBody>
      </p:sp>
      <p:sp>
        <p:nvSpPr>
          <p:cNvPr id="8" name="Text Box 87">
            <a:extLst>
              <a:ext uri="{FF2B5EF4-FFF2-40B4-BE49-F238E27FC236}">
                <a16:creationId xmlns:a16="http://schemas.microsoft.com/office/drawing/2014/main" id="{9FFB39B9-7B83-784D-C960-D9432D12EC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376" y="1268089"/>
            <a:ext cx="244169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fontAlgn="base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尺寸的组成</a:t>
            </a:r>
          </a:p>
        </p:txBody>
      </p:sp>
      <p:sp>
        <p:nvSpPr>
          <p:cNvPr id="11" name="Text Box 2">
            <a:extLst>
              <a:ext uri="{FF2B5EF4-FFF2-40B4-BE49-F238E27FC236}">
                <a16:creationId xmlns:a16="http://schemas.microsoft.com/office/drawing/2014/main" id="{5EC289C0-7AA5-D49B-3CB5-787C3780F6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408" y="1929063"/>
            <a:ext cx="1784463" cy="48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t" anchorCtr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umimoji="1" sz="2800" b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defRPr kumimoji="1" sz="2400" b="1"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lnSpc>
                <a:spcPct val="114000"/>
              </a:lnSpc>
            </a:pPr>
            <a:r>
              <a:rPr lang="en-US" altLang="zh-CN" sz="2400" b="1" dirty="0">
                <a:solidFill>
                  <a:schemeClr val="accent4"/>
                </a:solidFill>
              </a:rPr>
              <a:t>3. </a:t>
            </a:r>
            <a:r>
              <a:rPr lang="zh-CN" altLang="en-US" sz="2400" b="1" dirty="0">
                <a:solidFill>
                  <a:schemeClr val="accent4"/>
                </a:solidFill>
              </a:rPr>
              <a:t>尺寸数字</a:t>
            </a:r>
          </a:p>
        </p:txBody>
      </p:sp>
      <p:sp>
        <p:nvSpPr>
          <p:cNvPr id="72" name="Text Box 2">
            <a:extLst>
              <a:ext uri="{FF2B5EF4-FFF2-40B4-BE49-F238E27FC236}">
                <a16:creationId xmlns:a16="http://schemas.microsoft.com/office/drawing/2014/main" id="{663C28BF-395C-FAEE-9875-624CF39F32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6209" y="1929063"/>
            <a:ext cx="9073008" cy="902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 anchorCtr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umimoji="1" sz="2800" b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defRPr kumimoji="1" sz="2400" b="1"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lnSpc>
                <a:spcPct val="114000"/>
              </a:lnSpc>
            </a:pPr>
            <a:r>
              <a:rPr lang="en-US" altLang="zh-CN" sz="2400" dirty="0">
                <a:solidFill>
                  <a:schemeClr val="accent4"/>
                </a:solidFill>
              </a:rPr>
              <a:t>(2) </a:t>
            </a:r>
            <a:r>
              <a:rPr lang="zh-CN" altLang="en-US" sz="2400" dirty="0">
                <a:solidFill>
                  <a:schemeClr val="accent4"/>
                </a:solidFill>
              </a:rPr>
              <a:t>线性尺寸数字的方向，一般应按下图所示方向注写，</a:t>
            </a:r>
            <a:r>
              <a:rPr lang="zh-CN" altLang="en-US" sz="2400" dirty="0">
                <a:solidFill>
                  <a:srgbClr val="C00000"/>
                </a:solidFill>
              </a:rPr>
              <a:t>并尽可能避免在图示</a:t>
            </a:r>
            <a:r>
              <a:rPr lang="en-US" altLang="zh-CN" sz="2400" dirty="0">
                <a:solidFill>
                  <a:srgbClr val="C00000"/>
                </a:solidFill>
              </a:rPr>
              <a:t>30°</a:t>
            </a:r>
            <a:r>
              <a:rPr lang="zh-CN" altLang="en-US" sz="2400" dirty="0">
                <a:solidFill>
                  <a:srgbClr val="C00000"/>
                </a:solidFill>
              </a:rPr>
              <a:t>范围内标注尺寸</a:t>
            </a:r>
            <a:r>
              <a:rPr lang="zh-CN" altLang="en-US" sz="2400" dirty="0">
                <a:solidFill>
                  <a:schemeClr val="accent4"/>
                </a:solidFill>
              </a:rPr>
              <a:t>，无法避免时应引出标注。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F31CDF4-EF3C-2062-8DE9-3806B4B09A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440" y="3814723"/>
            <a:ext cx="3384376" cy="202913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672575E0-F39E-A659-E494-8B6E7BDE78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7888" y="3844038"/>
            <a:ext cx="1912550" cy="1970506"/>
          </a:xfrm>
          <a:prstGeom prst="rect">
            <a:avLst/>
          </a:prstGeom>
        </p:spPr>
      </p:pic>
      <p:sp>
        <p:nvSpPr>
          <p:cNvPr id="23" name="Text Box 2">
            <a:extLst>
              <a:ext uri="{FF2B5EF4-FFF2-40B4-BE49-F238E27FC236}">
                <a16:creationId xmlns:a16="http://schemas.microsoft.com/office/drawing/2014/main" id="{EF0DA17D-0A4E-3744-0C0F-145A83A1B6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5053" y="2969180"/>
            <a:ext cx="9073008" cy="48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 anchorCtr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umimoji="1" sz="2800" b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defRPr kumimoji="1" sz="2400" b="1"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lnSpc>
                <a:spcPct val="114000"/>
              </a:lnSpc>
            </a:pPr>
            <a:r>
              <a:rPr lang="en-US" altLang="zh-CN" sz="2400" dirty="0">
                <a:solidFill>
                  <a:schemeClr val="accent4"/>
                </a:solidFill>
              </a:rPr>
              <a:t>(3) </a:t>
            </a:r>
            <a:r>
              <a:rPr lang="zh-CN" altLang="en-US" sz="2400" dirty="0">
                <a:solidFill>
                  <a:srgbClr val="C00000"/>
                </a:solidFill>
              </a:rPr>
              <a:t>尺寸数字不可被任何图线所通过</a:t>
            </a:r>
            <a:r>
              <a:rPr lang="zh-CN" altLang="en-US" sz="2400" dirty="0">
                <a:solidFill>
                  <a:schemeClr val="accent4"/>
                </a:solidFill>
              </a:rPr>
              <a:t>，否则必须将该图线断开。</a:t>
            </a:r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40F0284E-1D25-D089-E251-1923B0EA86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4192" y="4009297"/>
            <a:ext cx="3759536" cy="1584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042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/>
      <p:bldP spid="23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067AD-587B-3B1D-E66C-ECD53A5D6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5A8286-4F71-CCF0-4F56-02179C5A3B10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2219785" y="2727903"/>
            <a:ext cx="7752443" cy="830997"/>
          </a:xfr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4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11.2 </a:t>
            </a:r>
            <a:r>
              <a:rPr lang="zh-CN" altLang="en-US" sz="4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组合体的尺寸标注方法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0A9650B1-326D-FCA2-0D88-948AADC74C3F}"/>
              </a:ext>
            </a:extLst>
          </p:cNvPr>
          <p:cNvSpPr/>
          <p:nvPr/>
        </p:nvSpPr>
        <p:spPr>
          <a:xfrm>
            <a:off x="2737145" y="1136817"/>
            <a:ext cx="51167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3200" b="1" dirty="0">
                <a:solidFill>
                  <a:srgbClr val="A50021"/>
                </a:solidFill>
                <a:latin typeface="华文新魏" pitchFamily="2" charset="-122"/>
                <a:ea typeface="华文新魏" pitchFamily="2" charset="-122"/>
              </a:rPr>
              <a:t>11</a:t>
            </a:r>
            <a:endParaRPr lang="zh-CN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1286304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35AB97-BB6B-4A9D-28FE-2F1D05167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>
            <a:extLst>
              <a:ext uri="{FF2B5EF4-FFF2-40B4-BE49-F238E27FC236}">
                <a16:creationId xmlns:a16="http://schemas.microsoft.com/office/drawing/2014/main" id="{2A4430BB-2C52-A00F-DF47-40FB0D8956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19" y="412176"/>
            <a:ext cx="5230919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11.2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组合体的尺寸标注方法</a:t>
            </a:r>
          </a:p>
        </p:txBody>
      </p:sp>
      <p:sp>
        <p:nvSpPr>
          <p:cNvPr id="16" name="灯片编号占位符 3">
            <a:extLst>
              <a:ext uri="{FF2B5EF4-FFF2-40B4-BE49-F238E27FC236}">
                <a16:creationId xmlns:a16="http://schemas.microsoft.com/office/drawing/2014/main" id="{601177A2-F5A6-3FEE-BA6C-96EBBCC85F9E}"/>
              </a:ext>
            </a:extLst>
          </p:cNvPr>
          <p:cNvSpPr txBox="1">
            <a:spLocks/>
          </p:cNvSpPr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  <a:pPr/>
              <a:t>60</a:t>
            </a:fld>
            <a:endParaRPr lang="en-US" altLang="zh-CN" dirty="0"/>
          </a:p>
        </p:txBody>
      </p:sp>
      <p:sp>
        <p:nvSpPr>
          <p:cNvPr id="2" name="Text Box 87">
            <a:extLst>
              <a:ext uri="{FF2B5EF4-FFF2-40B4-BE49-F238E27FC236}">
                <a16:creationId xmlns:a16="http://schemas.microsoft.com/office/drawing/2014/main" id="{03B16B3A-8EB4-08BD-24C1-143892C5A0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376" y="1268089"/>
            <a:ext cx="428675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fontAlgn="base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基本方法 </a:t>
            </a:r>
            <a:r>
              <a:rPr lang="en-US" altLang="zh-CN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– </a:t>
            </a: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形体分析法</a:t>
            </a:r>
          </a:p>
        </p:txBody>
      </p:sp>
      <p:sp>
        <p:nvSpPr>
          <p:cNvPr id="3" name="Text Box 2">
            <a:extLst>
              <a:ext uri="{FF2B5EF4-FFF2-40B4-BE49-F238E27FC236}">
                <a16:creationId xmlns:a16="http://schemas.microsoft.com/office/drawing/2014/main" id="{739DB3D8-1AB2-A376-72D4-4B47B377C2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9456" y="1916832"/>
            <a:ext cx="9937104" cy="4165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 anchorCtr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umimoji="1" sz="2800" b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defRPr kumimoji="1" sz="2400" b="1"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lnSpc>
                <a:spcPct val="114000"/>
              </a:lnSpc>
              <a:spcAft>
                <a:spcPts val="600"/>
              </a:spcAft>
            </a:pPr>
            <a:r>
              <a:rPr lang="zh-CN" altLang="en-US" sz="2000" dirty="0">
                <a:solidFill>
                  <a:schemeClr val="tx1"/>
                </a:solidFill>
              </a:rPr>
              <a:t>将组合体分解为若干个基本体和简单体，在形体分析的基础上标注 </a:t>
            </a:r>
            <a:r>
              <a:rPr lang="zh-CN" altLang="en-US" sz="2000" b="1" dirty="0">
                <a:solidFill>
                  <a:srgbClr val="C00000"/>
                </a:solidFill>
              </a:rPr>
              <a:t>三类尺寸</a:t>
            </a:r>
            <a:r>
              <a:rPr lang="zh-CN" altLang="en-US" sz="2000" dirty="0">
                <a:solidFill>
                  <a:schemeClr val="tx1"/>
                </a:solidFill>
              </a:rPr>
              <a:t>：</a:t>
            </a:r>
          </a:p>
        </p:txBody>
      </p:sp>
      <p:sp>
        <p:nvSpPr>
          <p:cNvPr id="4" name="Text Box 2">
            <a:extLst>
              <a:ext uri="{FF2B5EF4-FFF2-40B4-BE49-F238E27FC236}">
                <a16:creationId xmlns:a16="http://schemas.microsoft.com/office/drawing/2014/main" id="{9571D88A-C71D-261C-D281-F22706DB85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9456" y="2458879"/>
            <a:ext cx="5872916" cy="8443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 anchorCtr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umimoji="1" sz="2800" b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defRPr kumimoji="1" sz="2400" b="1"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9pPr>
          </a:lstStyle>
          <a:p>
            <a:pPr marL="457200" indent="-457200">
              <a:lnSpc>
                <a:spcPct val="114000"/>
              </a:lnSpc>
              <a:spcAft>
                <a:spcPts val="600"/>
              </a:spcAft>
              <a:buAutoNum type="arabicParenBoth"/>
            </a:pPr>
            <a:r>
              <a:rPr lang="zh-CN" altLang="en-US" sz="2000" b="1" dirty="0">
                <a:solidFill>
                  <a:schemeClr val="accent4"/>
                </a:solidFill>
              </a:rPr>
              <a:t>定形尺寸</a:t>
            </a:r>
            <a:endParaRPr lang="en-US" altLang="zh-CN" sz="2000" b="1" dirty="0">
              <a:solidFill>
                <a:schemeClr val="accent4"/>
              </a:solidFill>
            </a:endParaRPr>
          </a:p>
          <a:p>
            <a:pPr marL="342900" indent="-342900">
              <a:lnSpc>
                <a:spcPct val="114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chemeClr val="accent4"/>
                </a:solidFill>
              </a:rPr>
              <a:t>确定各基本体形状和大小的尺寸</a:t>
            </a:r>
            <a:endParaRPr lang="en-US" altLang="zh-CN" sz="1600" dirty="0">
              <a:solidFill>
                <a:schemeClr val="tx1"/>
              </a:solidFill>
            </a:endParaRPr>
          </a:p>
        </p:txBody>
      </p:sp>
      <p:sp>
        <p:nvSpPr>
          <p:cNvPr id="5" name="Text Box 2">
            <a:extLst>
              <a:ext uri="{FF2B5EF4-FFF2-40B4-BE49-F238E27FC236}">
                <a16:creationId xmlns:a16="http://schemas.microsoft.com/office/drawing/2014/main" id="{0D8A507F-49DC-100D-2A31-45B9305587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9456" y="3717032"/>
            <a:ext cx="10369152" cy="20508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 anchorCtr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umimoji="1" sz="2800" b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defRPr kumimoji="1" sz="2400" b="1"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lnSpc>
                <a:spcPct val="114000"/>
              </a:lnSpc>
              <a:spcAft>
                <a:spcPts val="600"/>
              </a:spcAft>
            </a:pPr>
            <a:r>
              <a:rPr lang="en-US" altLang="zh-CN" sz="2000" b="1" dirty="0">
                <a:solidFill>
                  <a:schemeClr val="accent4"/>
                </a:solidFill>
              </a:rPr>
              <a:t>(2) </a:t>
            </a:r>
            <a:r>
              <a:rPr lang="zh-CN" altLang="en-US" sz="2000" b="1" dirty="0">
                <a:solidFill>
                  <a:schemeClr val="accent4"/>
                </a:solidFill>
              </a:rPr>
              <a:t>定位尺寸</a:t>
            </a:r>
            <a:endParaRPr lang="en-US" altLang="zh-CN" sz="2000" b="1" dirty="0">
              <a:solidFill>
                <a:schemeClr val="accent4"/>
              </a:solidFill>
            </a:endParaRPr>
          </a:p>
          <a:p>
            <a:pPr marL="342900" indent="-342900">
              <a:lnSpc>
                <a:spcPct val="114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chemeClr val="accent4"/>
                </a:solidFill>
              </a:rPr>
              <a:t>确定各基本体之间相对位置的尺寸</a:t>
            </a:r>
            <a:endParaRPr lang="en-US" altLang="zh-CN" sz="1600" dirty="0">
              <a:solidFill>
                <a:schemeClr val="tx1"/>
              </a:solidFill>
            </a:endParaRPr>
          </a:p>
          <a:p>
            <a:pPr marL="342900" indent="-342900">
              <a:lnSpc>
                <a:spcPct val="114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chemeClr val="accent4"/>
                </a:solidFill>
              </a:rPr>
              <a:t>要标注定位尺寸，必须先选定尺寸基准。零件有长、宽、高三个方向的尺寸，每个方向至少要有一个基准</a:t>
            </a:r>
            <a:endParaRPr lang="en-US" altLang="zh-CN" sz="2000" dirty="0">
              <a:solidFill>
                <a:schemeClr val="accent4"/>
              </a:solidFill>
            </a:endParaRPr>
          </a:p>
          <a:p>
            <a:pPr marL="342900" indent="-342900">
              <a:lnSpc>
                <a:spcPct val="114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chemeClr val="accent4"/>
                </a:solidFill>
              </a:rPr>
              <a:t>通常以零件的 </a:t>
            </a:r>
            <a:r>
              <a:rPr lang="zh-CN" altLang="en-US" sz="2000" b="1" dirty="0">
                <a:solidFill>
                  <a:srgbClr val="C00000"/>
                </a:solidFill>
              </a:rPr>
              <a:t>底面、端面、对称面和轴线 </a:t>
            </a:r>
            <a:r>
              <a:rPr lang="zh-CN" altLang="en-US" sz="2000" dirty="0">
                <a:solidFill>
                  <a:schemeClr val="accent4"/>
                </a:solidFill>
              </a:rPr>
              <a:t>作为基准</a:t>
            </a:r>
            <a:endParaRPr lang="en-US" altLang="zh-CN" sz="20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3028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5143C8-3356-8110-F865-00935C949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>
            <a:extLst>
              <a:ext uri="{FF2B5EF4-FFF2-40B4-BE49-F238E27FC236}">
                <a16:creationId xmlns:a16="http://schemas.microsoft.com/office/drawing/2014/main" id="{4C468C01-EA47-9CD5-8350-F2C42006EE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19" y="412176"/>
            <a:ext cx="5230919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11.2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组合体的尺寸标注方法</a:t>
            </a:r>
          </a:p>
        </p:txBody>
      </p:sp>
      <p:sp>
        <p:nvSpPr>
          <p:cNvPr id="16" name="灯片编号占位符 3">
            <a:extLst>
              <a:ext uri="{FF2B5EF4-FFF2-40B4-BE49-F238E27FC236}">
                <a16:creationId xmlns:a16="http://schemas.microsoft.com/office/drawing/2014/main" id="{9B987191-B866-0AE6-ED0A-9ABB7E0B6D60}"/>
              </a:ext>
            </a:extLst>
          </p:cNvPr>
          <p:cNvSpPr txBox="1">
            <a:spLocks/>
          </p:cNvSpPr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  <a:pPr/>
              <a:t>61</a:t>
            </a:fld>
            <a:endParaRPr lang="en-US" altLang="zh-CN" dirty="0"/>
          </a:p>
        </p:txBody>
      </p:sp>
      <p:sp>
        <p:nvSpPr>
          <p:cNvPr id="2" name="Text Box 87">
            <a:extLst>
              <a:ext uri="{FF2B5EF4-FFF2-40B4-BE49-F238E27FC236}">
                <a16:creationId xmlns:a16="http://schemas.microsoft.com/office/drawing/2014/main" id="{044F2788-D5D0-AAE4-8BA7-AD47D4FEB5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376" y="1268089"/>
            <a:ext cx="428675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fontAlgn="base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基本方法 </a:t>
            </a:r>
            <a:r>
              <a:rPr lang="en-US" altLang="zh-CN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– </a:t>
            </a: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形体分析法</a:t>
            </a:r>
          </a:p>
        </p:txBody>
      </p:sp>
      <p:sp>
        <p:nvSpPr>
          <p:cNvPr id="3" name="Text Box 2">
            <a:extLst>
              <a:ext uri="{FF2B5EF4-FFF2-40B4-BE49-F238E27FC236}">
                <a16:creationId xmlns:a16="http://schemas.microsoft.com/office/drawing/2014/main" id="{41D9172A-B9AA-8BE4-2098-A7BB9F097F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9456" y="1916832"/>
            <a:ext cx="9937104" cy="4165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 anchorCtr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umimoji="1" sz="2800" b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defRPr kumimoji="1" sz="2400" b="1"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lnSpc>
                <a:spcPct val="114000"/>
              </a:lnSpc>
              <a:spcAft>
                <a:spcPts val="600"/>
              </a:spcAft>
            </a:pPr>
            <a:r>
              <a:rPr lang="zh-CN" altLang="en-US" sz="2000" dirty="0">
                <a:solidFill>
                  <a:schemeClr val="tx1"/>
                </a:solidFill>
              </a:rPr>
              <a:t>将组合体分解为若干个基本体和简单体，在形体分析的基础上标注 </a:t>
            </a:r>
            <a:r>
              <a:rPr lang="zh-CN" altLang="en-US" sz="2000" b="1" dirty="0">
                <a:solidFill>
                  <a:srgbClr val="C00000"/>
                </a:solidFill>
              </a:rPr>
              <a:t>三类尺寸</a:t>
            </a:r>
            <a:r>
              <a:rPr lang="zh-CN" altLang="en-US" sz="2000" dirty="0">
                <a:solidFill>
                  <a:schemeClr val="tx1"/>
                </a:solidFill>
              </a:rPr>
              <a:t>：</a:t>
            </a:r>
          </a:p>
        </p:txBody>
      </p:sp>
      <p:sp>
        <p:nvSpPr>
          <p:cNvPr id="5" name="Text Box 2">
            <a:extLst>
              <a:ext uri="{FF2B5EF4-FFF2-40B4-BE49-F238E27FC236}">
                <a16:creationId xmlns:a16="http://schemas.microsoft.com/office/drawing/2014/main" id="{FDB31AD1-6030-0F5B-5BB6-777CCE7FC6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9456" y="2564904"/>
            <a:ext cx="10369152" cy="12721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 anchorCtr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umimoji="1" sz="2800" b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defRPr kumimoji="1" sz="2400" b="1"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 b="1"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 b="1"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 b="1"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lnSpc>
                <a:spcPct val="114000"/>
              </a:lnSpc>
              <a:spcAft>
                <a:spcPts val="600"/>
              </a:spcAft>
            </a:pPr>
            <a:r>
              <a:rPr lang="en-US" altLang="zh-CN" sz="2000" b="1" dirty="0">
                <a:solidFill>
                  <a:schemeClr val="accent4"/>
                </a:solidFill>
              </a:rPr>
              <a:t>(3) </a:t>
            </a:r>
            <a:r>
              <a:rPr lang="zh-CN" altLang="en-US" sz="2000" b="1" dirty="0">
                <a:solidFill>
                  <a:schemeClr val="accent4"/>
                </a:solidFill>
              </a:rPr>
              <a:t>总体尺寸</a:t>
            </a:r>
            <a:endParaRPr lang="en-US" altLang="zh-CN" sz="2000" b="1" dirty="0">
              <a:solidFill>
                <a:schemeClr val="accent4"/>
              </a:solidFill>
            </a:endParaRPr>
          </a:p>
          <a:p>
            <a:pPr marL="342900" indent="-342900">
              <a:lnSpc>
                <a:spcPct val="114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chemeClr val="accent4"/>
                </a:solidFill>
              </a:rPr>
              <a:t>零件的长、宽、高三个方向的最大尺寸</a:t>
            </a:r>
            <a:endParaRPr lang="en-US" altLang="zh-CN" sz="2000" dirty="0">
              <a:solidFill>
                <a:schemeClr val="accent4"/>
              </a:solidFill>
            </a:endParaRPr>
          </a:p>
          <a:p>
            <a:pPr marL="342900" indent="-342900">
              <a:lnSpc>
                <a:spcPct val="114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chemeClr val="accent4"/>
                </a:solidFill>
              </a:rPr>
              <a:t>总体尺寸、定位尺寸、定形尺寸可能重合，这时需要进行调整，以免出现多余尺寸</a:t>
            </a:r>
            <a:endParaRPr lang="en-US" altLang="zh-CN" sz="20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4744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C183A-7792-9FB3-B662-9948DA51F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>
            <a:extLst>
              <a:ext uri="{FF2B5EF4-FFF2-40B4-BE49-F238E27FC236}">
                <a16:creationId xmlns:a16="http://schemas.microsoft.com/office/drawing/2014/main" id="{1497611A-BB86-216A-1B8E-F932616228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19" y="412176"/>
            <a:ext cx="5230919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11.2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组合体的尺寸标注方法</a:t>
            </a:r>
          </a:p>
        </p:txBody>
      </p:sp>
      <p:sp>
        <p:nvSpPr>
          <p:cNvPr id="16" name="灯片编号占位符 3">
            <a:extLst>
              <a:ext uri="{FF2B5EF4-FFF2-40B4-BE49-F238E27FC236}">
                <a16:creationId xmlns:a16="http://schemas.microsoft.com/office/drawing/2014/main" id="{D85E7C5F-2B99-512C-6B84-30AC2F1C8766}"/>
              </a:ext>
            </a:extLst>
          </p:cNvPr>
          <p:cNvSpPr txBox="1">
            <a:spLocks/>
          </p:cNvSpPr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  <a:pPr/>
              <a:t>62</a:t>
            </a:fld>
            <a:endParaRPr lang="en-US" altLang="zh-CN" dirty="0"/>
          </a:p>
        </p:txBody>
      </p:sp>
      <p:sp>
        <p:nvSpPr>
          <p:cNvPr id="2" name="Text Box 3" descr="蓝色砂纸">
            <a:extLst>
              <a:ext uri="{FF2B5EF4-FFF2-40B4-BE49-F238E27FC236}">
                <a16:creationId xmlns:a16="http://schemas.microsoft.com/office/drawing/2014/main" id="{B50507F5-D6B4-805B-0137-173AEBDA72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360" y="1174077"/>
            <a:ext cx="11521280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要完整标注组合体的尺寸，必须包括基本形体的定形尺寸、定位尺寸以及组合体的总体尺寸，能够完全确定组合体的形状和大小。 </a:t>
            </a:r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55FE4673-3648-C058-164D-EAF2EDFB05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3819" y="2482254"/>
            <a:ext cx="1571625" cy="474663"/>
          </a:xfrm>
          <a:prstGeom prst="flowChartProcess">
            <a:avLst/>
          </a:prstGeom>
          <a:solidFill>
            <a:schemeClr val="accent1"/>
          </a:solidFill>
          <a:ln w="0">
            <a:solidFill>
              <a:srgbClr val="000000"/>
            </a:solidFill>
            <a:miter lim="800000"/>
            <a:headEnd type="none" w="sm" len="lg"/>
            <a:tailEnd type="none" w="sm" len="lg"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ea typeface="黑体" pitchFamily="2" charset="-122"/>
              </a:rPr>
              <a:t>形体分析</a:t>
            </a:r>
          </a:p>
        </p:txBody>
      </p:sp>
      <p:sp>
        <p:nvSpPr>
          <p:cNvPr id="4" name="AutoShape 5">
            <a:extLst>
              <a:ext uri="{FF2B5EF4-FFF2-40B4-BE49-F238E27FC236}">
                <a16:creationId xmlns:a16="http://schemas.microsoft.com/office/drawing/2014/main" id="{930ABC92-6173-7F8F-1B7A-1C79F521D8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2331" y="2480667"/>
            <a:ext cx="1571625" cy="474662"/>
          </a:xfrm>
          <a:prstGeom prst="flowChartProcess">
            <a:avLst/>
          </a:prstGeom>
          <a:solidFill>
            <a:schemeClr val="accent1"/>
          </a:solidFill>
          <a:ln w="0">
            <a:solidFill>
              <a:srgbClr val="000000"/>
            </a:solidFill>
            <a:miter lim="800000"/>
            <a:headEnd type="none" w="sm" len="lg"/>
            <a:tailEnd type="none" w="sm" len="lg"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ea typeface="黑体" pitchFamily="2" charset="-122"/>
              </a:rPr>
              <a:t>尺寸基准</a:t>
            </a:r>
          </a:p>
        </p:txBody>
      </p:sp>
      <p:sp>
        <p:nvSpPr>
          <p:cNvPr id="5" name="AutoShape 6">
            <a:extLst>
              <a:ext uri="{FF2B5EF4-FFF2-40B4-BE49-F238E27FC236}">
                <a16:creationId xmlns:a16="http://schemas.microsoft.com/office/drawing/2014/main" id="{A6FF2AA2-BFB6-196E-36EE-979C90CD52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3069" y="2487017"/>
            <a:ext cx="1571625" cy="474662"/>
          </a:xfrm>
          <a:prstGeom prst="flowChartProcess">
            <a:avLst/>
          </a:prstGeom>
          <a:solidFill>
            <a:srgbClr val="00B0F0"/>
          </a:solidFill>
          <a:ln w="0">
            <a:solidFill>
              <a:srgbClr val="000000"/>
            </a:solidFill>
            <a:miter lim="800000"/>
            <a:headEnd type="none" w="sm" len="lg"/>
            <a:tailEnd type="none" w="sm" len="lg"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ea typeface="黑体" pitchFamily="2" charset="-122"/>
              </a:rPr>
              <a:t>定位尺寸</a:t>
            </a:r>
          </a:p>
        </p:txBody>
      </p:sp>
      <p:sp>
        <p:nvSpPr>
          <p:cNvPr id="6" name="AutoShape 7">
            <a:extLst>
              <a:ext uri="{FF2B5EF4-FFF2-40B4-BE49-F238E27FC236}">
                <a16:creationId xmlns:a16="http://schemas.microsoft.com/office/drawing/2014/main" id="{07964BC7-AFFE-20EE-2DA5-0C48CAFD80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6881" y="3391892"/>
            <a:ext cx="1571625" cy="474662"/>
          </a:xfrm>
          <a:prstGeom prst="flowChartProcess">
            <a:avLst/>
          </a:prstGeom>
          <a:solidFill>
            <a:srgbClr val="00B0F0"/>
          </a:solidFill>
          <a:ln w="0">
            <a:solidFill>
              <a:srgbClr val="000000"/>
            </a:solidFill>
            <a:miter lim="800000"/>
            <a:headEnd type="none" w="sm" len="lg"/>
            <a:tailEnd type="none" w="sm" len="lg"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ea typeface="黑体" pitchFamily="2" charset="-122"/>
              </a:rPr>
              <a:t>定形尺寸</a:t>
            </a:r>
          </a:p>
        </p:txBody>
      </p:sp>
      <p:sp>
        <p:nvSpPr>
          <p:cNvPr id="7" name="AutoShape 8">
            <a:extLst>
              <a:ext uri="{FF2B5EF4-FFF2-40B4-BE49-F238E27FC236}">
                <a16:creationId xmlns:a16="http://schemas.microsoft.com/office/drawing/2014/main" id="{B6286F5C-3C92-793A-FF22-DAD10BEA2B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1419" y="2601317"/>
            <a:ext cx="501650" cy="209550"/>
          </a:xfrm>
          <a:prstGeom prst="rightArrow">
            <a:avLst>
              <a:gd name="adj1" fmla="val 50000"/>
              <a:gd name="adj2" fmla="val 59848"/>
            </a:avLst>
          </a:prstGeom>
          <a:solidFill>
            <a:srgbClr val="FF0000"/>
          </a:solidFill>
          <a:ln w="0">
            <a:solidFill>
              <a:schemeClr val="tx1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8" name="AutoShape 9">
            <a:extLst>
              <a:ext uri="{FF2B5EF4-FFF2-40B4-BE49-F238E27FC236}">
                <a16:creationId xmlns:a16="http://schemas.microsoft.com/office/drawing/2014/main" id="{1A9401E1-2784-F83B-49A3-5D79DB0B09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7756" y="2983904"/>
            <a:ext cx="258763" cy="396875"/>
          </a:xfrm>
          <a:prstGeom prst="downArrow">
            <a:avLst>
              <a:gd name="adj1" fmla="val 50000"/>
              <a:gd name="adj2" fmla="val 38343"/>
            </a:avLst>
          </a:prstGeom>
          <a:solidFill>
            <a:srgbClr val="FF0000"/>
          </a:solidFill>
          <a:ln w="0">
            <a:solidFill>
              <a:schemeClr val="tx1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9" name="AutoShape 10">
            <a:extLst>
              <a:ext uri="{FF2B5EF4-FFF2-40B4-BE49-F238E27FC236}">
                <a16:creationId xmlns:a16="http://schemas.microsoft.com/office/drawing/2014/main" id="{06421B8F-FBD4-AADC-565E-631D53F08A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0206" y="2615604"/>
            <a:ext cx="501650" cy="209550"/>
          </a:xfrm>
          <a:prstGeom prst="rightArrow">
            <a:avLst>
              <a:gd name="adj1" fmla="val 50000"/>
              <a:gd name="adj2" fmla="val 59848"/>
            </a:avLst>
          </a:prstGeom>
          <a:solidFill>
            <a:srgbClr val="FF0000"/>
          </a:solidFill>
          <a:ln w="0">
            <a:solidFill>
              <a:schemeClr val="tx1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10" name="AutoShape 11">
            <a:extLst>
              <a:ext uri="{FF2B5EF4-FFF2-40B4-BE49-F238E27FC236}">
                <a16:creationId xmlns:a16="http://schemas.microsoft.com/office/drawing/2014/main" id="{0537091A-FA70-5E21-3E6D-0E278363C1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78031" y="3399829"/>
            <a:ext cx="715963" cy="284163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2147483647 w 21600"/>
              <a:gd name="T7" fmla="*/ 2147483647 h 21600"/>
              <a:gd name="T8" fmla="*/ 2147483647 w 21600"/>
              <a:gd name="T9" fmla="*/ 2147483647 h 21600"/>
              <a:gd name="T10" fmla="*/ 2147483647 w 21600"/>
              <a:gd name="T11" fmla="*/ 2147483647 h 21600"/>
              <a:gd name="T12" fmla="*/ 17694720 60000 65536"/>
              <a:gd name="T13" fmla="*/ 11796480 60000 65536"/>
              <a:gd name="T14" fmla="*/ 11796480 60000 65536"/>
              <a:gd name="T15" fmla="*/ 5898240 60000 65536"/>
              <a:gd name="T16" fmla="*/ 0 60000 65536"/>
              <a:gd name="T17" fmla="*/ 0 60000 65536"/>
              <a:gd name="T18" fmla="*/ 0 w 21600"/>
              <a:gd name="T19" fmla="*/ 14400 h 21600"/>
              <a:gd name="T20" fmla="*/ 18514 w 21600"/>
              <a:gd name="T21" fmla="*/ 21600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5429" y="0"/>
                </a:moveTo>
                <a:lnTo>
                  <a:pt x="9257" y="7200"/>
                </a:lnTo>
                <a:lnTo>
                  <a:pt x="12343" y="7200"/>
                </a:lnTo>
                <a:lnTo>
                  <a:pt x="12343" y="14400"/>
                </a:lnTo>
                <a:lnTo>
                  <a:pt x="0" y="14400"/>
                </a:lnTo>
                <a:lnTo>
                  <a:pt x="0" y="21600"/>
                </a:lnTo>
                <a:lnTo>
                  <a:pt x="18514" y="21600"/>
                </a:lnTo>
                <a:lnTo>
                  <a:pt x="18514" y="7200"/>
                </a:lnTo>
                <a:lnTo>
                  <a:pt x="21600" y="7200"/>
                </a:lnTo>
                <a:lnTo>
                  <a:pt x="15429" y="0"/>
                </a:lnTo>
                <a:close/>
              </a:path>
            </a:pathLst>
          </a:custGeom>
          <a:solidFill>
            <a:srgbClr val="FF0000"/>
          </a:solidFill>
          <a:ln w="0">
            <a:solidFill>
              <a:srgbClr val="000000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" name="Rectangle 12">
            <a:extLst>
              <a:ext uri="{FF2B5EF4-FFF2-40B4-BE49-F238E27FC236}">
                <a16:creationId xmlns:a16="http://schemas.microsoft.com/office/drawing/2014/main" id="{98D95BB1-CE79-84DC-81F9-5D217D54E4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35231" y="2671167"/>
            <a:ext cx="111125" cy="733425"/>
          </a:xfrm>
          <a:prstGeom prst="rect">
            <a:avLst/>
          </a:prstGeom>
          <a:solidFill>
            <a:srgbClr val="FF0000"/>
          </a:solidFill>
          <a:ln w="0">
            <a:solidFill>
              <a:srgbClr val="FF0000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12" name="AutoShape 13">
            <a:extLst>
              <a:ext uri="{FF2B5EF4-FFF2-40B4-BE49-F238E27FC236}">
                <a16:creationId xmlns:a16="http://schemas.microsoft.com/office/drawing/2014/main" id="{0945115A-80B8-958F-6DC9-701D265065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7231" y="2623542"/>
            <a:ext cx="620713" cy="198437"/>
          </a:xfrm>
          <a:prstGeom prst="leftArrow">
            <a:avLst>
              <a:gd name="adj1" fmla="val 50000"/>
              <a:gd name="adj2" fmla="val 78200"/>
            </a:avLst>
          </a:prstGeom>
          <a:solidFill>
            <a:srgbClr val="FF0000"/>
          </a:solidFill>
          <a:ln w="0">
            <a:solidFill>
              <a:srgbClr val="FF0000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13" name="AutoShape 14">
            <a:extLst>
              <a:ext uri="{FF2B5EF4-FFF2-40B4-BE49-F238E27FC236}">
                <a16:creationId xmlns:a16="http://schemas.microsoft.com/office/drawing/2014/main" id="{BFCA5306-D9C8-32F4-2DEB-206EF5D8FD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8469" y="4282479"/>
            <a:ext cx="1571625" cy="474663"/>
          </a:xfrm>
          <a:prstGeom prst="flowChartProcess">
            <a:avLst/>
          </a:prstGeom>
          <a:solidFill>
            <a:schemeClr val="accent1"/>
          </a:solidFill>
          <a:ln w="0">
            <a:solidFill>
              <a:srgbClr val="000000"/>
            </a:solidFill>
            <a:miter lim="800000"/>
            <a:headEnd type="none" w="sm" len="lg"/>
            <a:tailEnd type="none" w="sm" len="lg"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ea typeface="黑体" pitchFamily="2" charset="-122"/>
              </a:rPr>
              <a:t>总体尺寸</a:t>
            </a:r>
          </a:p>
        </p:txBody>
      </p:sp>
      <p:sp>
        <p:nvSpPr>
          <p:cNvPr id="14" name="AutoShape 15">
            <a:extLst>
              <a:ext uri="{FF2B5EF4-FFF2-40B4-BE49-F238E27FC236}">
                <a16:creationId xmlns:a16="http://schemas.microsoft.com/office/drawing/2014/main" id="{F08BB6AB-BC11-80C8-7B85-2F0DA4155A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9344" y="3882429"/>
            <a:ext cx="258762" cy="396875"/>
          </a:xfrm>
          <a:prstGeom prst="downArrow">
            <a:avLst>
              <a:gd name="adj1" fmla="val 50000"/>
              <a:gd name="adj2" fmla="val 38344"/>
            </a:avLst>
          </a:prstGeom>
          <a:solidFill>
            <a:srgbClr val="FF0000"/>
          </a:solidFill>
          <a:ln w="0">
            <a:solidFill>
              <a:schemeClr val="tx1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15" name="AutoShape 16">
            <a:extLst>
              <a:ext uri="{FF2B5EF4-FFF2-40B4-BE49-F238E27FC236}">
                <a16:creationId xmlns:a16="http://schemas.microsoft.com/office/drawing/2014/main" id="{D5468798-8259-234F-4443-D5138F180D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0056" y="5157192"/>
            <a:ext cx="1571625" cy="474662"/>
          </a:xfrm>
          <a:prstGeom prst="flowChartProcess">
            <a:avLst/>
          </a:prstGeom>
          <a:solidFill>
            <a:schemeClr val="accent1"/>
          </a:solidFill>
          <a:ln w="0">
            <a:solidFill>
              <a:srgbClr val="000000"/>
            </a:solidFill>
            <a:miter lim="800000"/>
            <a:headEnd type="none" w="sm" len="lg"/>
            <a:tailEnd type="none" w="sm" len="lg"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ea typeface="黑体" pitchFamily="2" charset="-122"/>
              </a:rPr>
              <a:t>尺寸调整</a:t>
            </a:r>
          </a:p>
        </p:txBody>
      </p:sp>
      <p:sp>
        <p:nvSpPr>
          <p:cNvPr id="17" name="AutoShape 17">
            <a:extLst>
              <a:ext uri="{FF2B5EF4-FFF2-40B4-BE49-F238E27FC236}">
                <a16:creationId xmlns:a16="http://schemas.microsoft.com/office/drawing/2014/main" id="{10805CFB-D9E1-2443-8270-1730724406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50931" y="4773017"/>
            <a:ext cx="258763" cy="396875"/>
          </a:xfrm>
          <a:prstGeom prst="downArrow">
            <a:avLst>
              <a:gd name="adj1" fmla="val 50000"/>
              <a:gd name="adj2" fmla="val 38343"/>
            </a:avLst>
          </a:prstGeom>
          <a:solidFill>
            <a:srgbClr val="FF0000"/>
          </a:solidFill>
          <a:ln w="0">
            <a:solidFill>
              <a:schemeClr val="tx1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E725DC8B-26B7-EE22-60B8-8BEC32964C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3619" y="3304579"/>
            <a:ext cx="3484562" cy="414338"/>
          </a:xfrm>
          <a:prstGeom prst="wedgeRoundRectCallout">
            <a:avLst>
              <a:gd name="adj1" fmla="val 43074"/>
              <a:gd name="adj2" fmla="val -134292"/>
              <a:gd name="adj3" fmla="val 16667"/>
            </a:avLst>
          </a:prstGeom>
          <a:solidFill>
            <a:srgbClr val="9999FF"/>
          </a:solidFill>
          <a:ln w="0">
            <a:solidFill>
              <a:srgbClr val="000000"/>
            </a:solidFill>
            <a:miter lim="800000"/>
            <a:headEnd type="none" w="sm" len="lg"/>
            <a:tailEnd type="none" w="sm" len="lg"/>
          </a:ln>
        </p:spPr>
        <p:txBody>
          <a:bodyPr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2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对称面</a:t>
            </a:r>
            <a:r>
              <a:rPr lang="en-US" altLang="zh-CN" sz="22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,</a:t>
            </a:r>
            <a:r>
              <a:rPr lang="zh-CN" altLang="en-US" sz="22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底面</a:t>
            </a:r>
            <a:r>
              <a:rPr lang="en-US" altLang="zh-CN" sz="22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,</a:t>
            </a:r>
            <a:r>
              <a:rPr lang="zh-CN" altLang="en-US" sz="22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端面</a:t>
            </a:r>
            <a:r>
              <a:rPr lang="en-US" altLang="zh-CN" sz="22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,</a:t>
            </a:r>
            <a:r>
              <a:rPr lang="zh-CN" altLang="en-US" sz="22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中心</a:t>
            </a:r>
          </a:p>
        </p:txBody>
      </p:sp>
      <p:sp>
        <p:nvSpPr>
          <p:cNvPr id="19" name="AutoShape 19">
            <a:extLst>
              <a:ext uri="{FF2B5EF4-FFF2-40B4-BE49-F238E27FC236}">
                <a16:creationId xmlns:a16="http://schemas.microsoft.com/office/drawing/2014/main" id="{C861AAA5-C966-A925-DFFD-84270A8170C9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3556819" y="4476154"/>
            <a:ext cx="2638425" cy="447675"/>
          </a:xfrm>
          <a:prstGeom prst="wedgeRoundRectCallout">
            <a:avLst>
              <a:gd name="adj1" fmla="val 61731"/>
              <a:gd name="adj2" fmla="val 53542"/>
              <a:gd name="adj3" fmla="val 16667"/>
            </a:avLst>
          </a:prstGeom>
          <a:solidFill>
            <a:srgbClr val="9999FF"/>
          </a:solidFill>
          <a:ln w="0">
            <a:solidFill>
              <a:srgbClr val="000000"/>
            </a:solidFill>
            <a:miter lim="800000"/>
            <a:headEnd type="none" w="sm" len="lg"/>
            <a:tailEnd type="none" w="sm" len="lg"/>
          </a:ln>
        </p:spPr>
        <p:txBody>
          <a:bodyPr rot="10800000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2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总长、总高、总宽</a:t>
            </a:r>
          </a:p>
        </p:txBody>
      </p:sp>
      <p:sp>
        <p:nvSpPr>
          <p:cNvPr id="20" name="AutoShape 20">
            <a:extLst>
              <a:ext uri="{FF2B5EF4-FFF2-40B4-BE49-F238E27FC236}">
                <a16:creationId xmlns:a16="http://schemas.microsoft.com/office/drawing/2014/main" id="{294A8A3D-4B40-407E-F173-134D00669A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06669" y="5158779"/>
            <a:ext cx="854075" cy="473075"/>
          </a:xfrm>
          <a:prstGeom prst="flowChartTerminator">
            <a:avLst/>
          </a:prstGeom>
          <a:solidFill>
            <a:schemeClr val="accent1"/>
          </a:solidFill>
          <a:ln w="0">
            <a:solidFill>
              <a:srgbClr val="000000"/>
            </a:solidFill>
            <a:miter lim="800000"/>
            <a:headEnd type="none" w="sm" len="lg"/>
            <a:tailEnd type="none" w="sm" len="lg"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ea typeface="黑体" pitchFamily="2" charset="-122"/>
              </a:rPr>
              <a:t>结束</a:t>
            </a:r>
          </a:p>
        </p:txBody>
      </p:sp>
      <p:sp>
        <p:nvSpPr>
          <p:cNvPr id="21" name="AutoShape 21">
            <a:extLst>
              <a:ext uri="{FF2B5EF4-FFF2-40B4-BE49-F238E27FC236}">
                <a16:creationId xmlns:a16="http://schemas.microsoft.com/office/drawing/2014/main" id="{5D3A3C46-8727-5728-7AC7-A716C5D355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0731" y="5298479"/>
            <a:ext cx="501650" cy="209550"/>
          </a:xfrm>
          <a:prstGeom prst="rightArrow">
            <a:avLst>
              <a:gd name="adj1" fmla="val 50000"/>
              <a:gd name="adj2" fmla="val 59848"/>
            </a:avLst>
          </a:prstGeom>
          <a:solidFill>
            <a:srgbClr val="FF0000"/>
          </a:solidFill>
          <a:ln w="0">
            <a:solidFill>
              <a:schemeClr val="tx1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22" name="AutoShape 22">
            <a:extLst>
              <a:ext uri="{FF2B5EF4-FFF2-40B4-BE49-F238E27FC236}">
                <a16:creationId xmlns:a16="http://schemas.microsoft.com/office/drawing/2014/main" id="{F669B2C0-573C-D9E1-51F9-9F4703DB76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6819" y="5525492"/>
            <a:ext cx="2616200" cy="474662"/>
          </a:xfrm>
          <a:prstGeom prst="wedgeRoundRectCallout">
            <a:avLst>
              <a:gd name="adj1" fmla="val 64319"/>
              <a:gd name="adj2" fmla="val -107523"/>
              <a:gd name="adj3" fmla="val 16667"/>
            </a:avLst>
          </a:prstGeom>
          <a:solidFill>
            <a:srgbClr val="9999FF"/>
          </a:solidFill>
          <a:ln w="0">
            <a:solidFill>
              <a:srgbClr val="000000"/>
            </a:solidFill>
            <a:miter lim="800000"/>
            <a:headEnd type="none" w="sm" len="lg"/>
            <a:tailEnd type="none" w="sm" len="lg"/>
          </a:ln>
        </p:spPr>
        <p:txBody>
          <a:bodyPr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2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避免出现多余尺寸</a:t>
            </a:r>
          </a:p>
        </p:txBody>
      </p:sp>
      <p:sp>
        <p:nvSpPr>
          <p:cNvPr id="23" name="AutoShape 23">
            <a:extLst>
              <a:ext uri="{FF2B5EF4-FFF2-40B4-BE49-F238E27FC236}">
                <a16:creationId xmlns:a16="http://schemas.microsoft.com/office/drawing/2014/main" id="{341228D2-3421-0960-6A83-FE21366DBD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69894" y="2487017"/>
            <a:ext cx="1571625" cy="474662"/>
          </a:xfrm>
          <a:prstGeom prst="flowChartProcess">
            <a:avLst/>
          </a:prstGeom>
          <a:solidFill>
            <a:srgbClr val="00B0F0"/>
          </a:solidFill>
          <a:ln w="0">
            <a:solidFill>
              <a:srgbClr val="000000"/>
            </a:solidFill>
            <a:miter lim="800000"/>
            <a:headEnd type="none" w="sm" len="lg"/>
            <a:tailEnd type="none" w="sm" len="lg"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ea typeface="黑体" pitchFamily="2" charset="-122"/>
              </a:rPr>
              <a:t>定位尺寸</a:t>
            </a:r>
          </a:p>
        </p:txBody>
      </p:sp>
      <p:sp>
        <p:nvSpPr>
          <p:cNvPr id="24" name="AutoShape 24">
            <a:extLst>
              <a:ext uri="{FF2B5EF4-FFF2-40B4-BE49-F238E27FC236}">
                <a16:creationId xmlns:a16="http://schemas.microsoft.com/office/drawing/2014/main" id="{31EE0A18-023B-E47B-77B6-1577808710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3706" y="3391892"/>
            <a:ext cx="1571625" cy="474662"/>
          </a:xfrm>
          <a:prstGeom prst="flowChartProcess">
            <a:avLst/>
          </a:prstGeom>
          <a:solidFill>
            <a:srgbClr val="00B0F0"/>
          </a:solidFill>
          <a:ln w="0">
            <a:solidFill>
              <a:srgbClr val="000000"/>
            </a:solidFill>
            <a:miter lim="800000"/>
            <a:headEnd type="none" w="sm" len="lg"/>
            <a:tailEnd type="none" w="sm" len="lg"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ea typeface="黑体" pitchFamily="2" charset="-122"/>
              </a:rPr>
              <a:t>定形尺寸</a:t>
            </a:r>
          </a:p>
        </p:txBody>
      </p:sp>
      <p:sp>
        <p:nvSpPr>
          <p:cNvPr id="25" name="AutoShape 25">
            <a:extLst>
              <a:ext uri="{FF2B5EF4-FFF2-40B4-BE49-F238E27FC236}">
                <a16:creationId xmlns:a16="http://schemas.microsoft.com/office/drawing/2014/main" id="{9D7B69CF-EAF4-7B97-988E-DEE82776C4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4581" y="2983904"/>
            <a:ext cx="258763" cy="396875"/>
          </a:xfrm>
          <a:prstGeom prst="downArrow">
            <a:avLst>
              <a:gd name="adj1" fmla="val 50000"/>
              <a:gd name="adj2" fmla="val 38343"/>
            </a:avLst>
          </a:prstGeom>
          <a:solidFill>
            <a:srgbClr val="FF0000"/>
          </a:solidFill>
          <a:ln w="0">
            <a:solidFill>
              <a:schemeClr val="tx1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26" name="AutoShape 26">
            <a:extLst>
              <a:ext uri="{FF2B5EF4-FFF2-40B4-BE49-F238E27FC236}">
                <a16:creationId xmlns:a16="http://schemas.microsoft.com/office/drawing/2014/main" id="{5C90F9DA-0B67-ABD5-245A-1F2FB0D2888E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8436794" y="1952029"/>
            <a:ext cx="1733550" cy="369888"/>
          </a:xfrm>
          <a:prstGeom prst="wedgeRoundRectCallout">
            <a:avLst>
              <a:gd name="adj1" fmla="val -78023"/>
              <a:gd name="adj2" fmla="val -85625"/>
              <a:gd name="adj3" fmla="val 16667"/>
            </a:avLst>
          </a:prstGeom>
          <a:solidFill>
            <a:srgbClr val="9999FF"/>
          </a:solidFill>
          <a:ln w="0">
            <a:solidFill>
              <a:srgbClr val="000000"/>
            </a:solidFill>
            <a:miter lim="800000"/>
            <a:headEnd type="none" w="sm" len="lg"/>
            <a:tailEnd type="none" w="sm" len="lg"/>
          </a:ln>
        </p:spPr>
        <p:txBody>
          <a:bodyPr rot="10800000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2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容易漏掉</a:t>
            </a:r>
          </a:p>
        </p:txBody>
      </p:sp>
    </p:spTree>
    <p:extLst>
      <p:ext uri="{BB962C8B-B14F-4D97-AF65-F5344CB8AC3E}">
        <p14:creationId xmlns:p14="http://schemas.microsoft.com/office/powerpoint/2010/main" val="666441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"/>
                            </p:stCondLst>
                            <p:childTnLst>
                              <p:par>
                                <p:cTn id="5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500"/>
                            </p:stCondLst>
                            <p:childTnLst>
                              <p:par>
                                <p:cTn id="5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2000"/>
                            </p:stCondLst>
                            <p:childTnLst>
                              <p:par>
                                <p:cTn id="6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2500"/>
                            </p:stCondLst>
                            <p:childTnLst>
                              <p:par>
                                <p:cTn id="65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8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8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00"/>
                            </p:stCondLst>
                            <p:childTnLst>
                              <p:par>
                                <p:cTn id="93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9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500"/>
                            </p:stCondLst>
                            <p:childTnLst>
                              <p:par>
                                <p:cTn id="10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 autoUpdateAnimBg="0"/>
      <p:bldP spid="4" grpId="0" animBg="1" autoUpdateAnimBg="0"/>
      <p:bldP spid="5" grpId="0" animBg="1" autoUpdateAnimBg="0"/>
      <p:bldP spid="6" grpId="0" animBg="1" autoUpdateAnimBg="0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 autoUpdateAnimBg="0"/>
      <p:bldP spid="14" grpId="0" animBg="1"/>
      <p:bldP spid="15" grpId="0" animBg="1" autoUpdateAnimBg="0"/>
      <p:bldP spid="17" grpId="0" animBg="1"/>
      <p:bldP spid="18" grpId="0" animBg="1" autoUpdateAnimBg="0"/>
      <p:bldP spid="19" grpId="0" animBg="1" autoUpdateAnimBg="0"/>
      <p:bldP spid="20" grpId="0" animBg="1" autoUpdateAnimBg="0"/>
      <p:bldP spid="21" grpId="0" animBg="1"/>
      <p:bldP spid="22" grpId="0" animBg="1" autoUpdateAnimBg="0"/>
      <p:bldP spid="23" grpId="0" animBg="1" autoUpdateAnimBg="0"/>
      <p:bldP spid="24" grpId="0" animBg="1" autoUpdateAnimBg="0"/>
      <p:bldP spid="25" grpId="0" animBg="1"/>
      <p:bldP spid="26" grpId="0" animBg="1" autoUpdateAnimBg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A926C-87DB-D792-92F8-59577E597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>
            <a:extLst>
              <a:ext uri="{FF2B5EF4-FFF2-40B4-BE49-F238E27FC236}">
                <a16:creationId xmlns:a16="http://schemas.microsoft.com/office/drawing/2014/main" id="{120FE1FD-22BB-F5B3-768A-1AFE4BEE44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19" y="412176"/>
            <a:ext cx="5230919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11.2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组合体的尺寸标注方法</a:t>
            </a:r>
          </a:p>
        </p:txBody>
      </p:sp>
      <p:sp>
        <p:nvSpPr>
          <p:cNvPr id="16" name="灯片编号占位符 3">
            <a:extLst>
              <a:ext uri="{FF2B5EF4-FFF2-40B4-BE49-F238E27FC236}">
                <a16:creationId xmlns:a16="http://schemas.microsoft.com/office/drawing/2014/main" id="{5CF19C59-52D5-C69F-37B8-027CB44A7298}"/>
              </a:ext>
            </a:extLst>
          </p:cNvPr>
          <p:cNvSpPr txBox="1">
            <a:spLocks/>
          </p:cNvSpPr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  <a:pPr/>
              <a:t>63</a:t>
            </a:fld>
            <a:endParaRPr lang="en-US" altLang="zh-CN" dirty="0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F4595082-D678-2445-D168-5A54569DC1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220" t="14017" r="26985" b="12111"/>
          <a:stretch>
            <a:fillRect/>
          </a:stretch>
        </p:blipFill>
        <p:spPr bwMode="auto">
          <a:xfrm>
            <a:off x="7792069" y="2132856"/>
            <a:ext cx="3592513" cy="409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 type="none" w="sm" len="lg"/>
                <a:tailEnd type="none" w="sm" len="lg"/>
              </a14:hiddenLine>
            </a:ext>
          </a:extLst>
        </p:spPr>
      </p:pic>
      <p:sp>
        <p:nvSpPr>
          <p:cNvPr id="3" name="AutoShape 5">
            <a:extLst>
              <a:ext uri="{FF2B5EF4-FFF2-40B4-BE49-F238E27FC236}">
                <a16:creationId xmlns:a16="http://schemas.microsoft.com/office/drawing/2014/main" id="{1241CA7A-E37F-7D5C-FA9F-223962C1E6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40216" y="1412776"/>
            <a:ext cx="1571625" cy="474663"/>
          </a:xfrm>
          <a:prstGeom prst="flowChartProcess">
            <a:avLst/>
          </a:prstGeom>
          <a:solidFill>
            <a:schemeClr val="accent1"/>
          </a:solidFill>
          <a:ln w="0">
            <a:solidFill>
              <a:srgbClr val="000000"/>
            </a:solidFill>
            <a:miter lim="800000"/>
            <a:headEnd type="none" w="sm" len="lg"/>
            <a:tailEnd type="none" w="sm" len="lg"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ea typeface="黑体" pitchFamily="2" charset="-122"/>
              </a:rPr>
              <a:t>形体分析</a:t>
            </a:r>
          </a:p>
        </p:txBody>
      </p:sp>
      <p:grpSp>
        <p:nvGrpSpPr>
          <p:cNvPr id="4" name="Group 6">
            <a:extLst>
              <a:ext uri="{FF2B5EF4-FFF2-40B4-BE49-F238E27FC236}">
                <a16:creationId xmlns:a16="http://schemas.microsoft.com/office/drawing/2014/main" id="{1FFF51FC-E7C4-F521-F97A-81A128170DD6}"/>
              </a:ext>
            </a:extLst>
          </p:cNvPr>
          <p:cNvGrpSpPr>
            <a:grpSpLocks/>
          </p:cNvGrpSpPr>
          <p:nvPr/>
        </p:nvGrpSpPr>
        <p:grpSpPr bwMode="auto">
          <a:xfrm>
            <a:off x="2246487" y="2024844"/>
            <a:ext cx="1393825" cy="912812"/>
            <a:chOff x="282" y="817"/>
            <a:chExt cx="878" cy="575"/>
          </a:xfrm>
        </p:grpSpPr>
        <p:grpSp>
          <p:nvGrpSpPr>
            <p:cNvPr id="5" name="Group 7">
              <a:extLst>
                <a:ext uri="{FF2B5EF4-FFF2-40B4-BE49-F238E27FC236}">
                  <a16:creationId xmlns:a16="http://schemas.microsoft.com/office/drawing/2014/main" id="{72621256-1DBB-1B19-7A6F-E857E0E96C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2" y="817"/>
              <a:ext cx="830" cy="531"/>
              <a:chOff x="282" y="817"/>
              <a:chExt cx="830" cy="531"/>
            </a:xfrm>
          </p:grpSpPr>
          <p:sp>
            <p:nvSpPr>
              <p:cNvPr id="7" name="Text Box 8">
                <a:extLst>
                  <a:ext uri="{FF2B5EF4-FFF2-40B4-BE49-F238E27FC236}">
                    <a16:creationId xmlns:a16="http://schemas.microsoft.com/office/drawing/2014/main" id="{3D5540D2-EE29-B03F-387C-E465EB4FE6B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2" y="817"/>
                <a:ext cx="219" cy="294"/>
              </a:xfrm>
              <a:prstGeom prst="rect">
                <a:avLst/>
              </a:prstGeom>
              <a:solidFill>
                <a:schemeClr val="hlink"/>
              </a:solidFill>
              <a:ln w="9525">
                <a:solidFill>
                  <a:srgbClr val="000066"/>
                </a:solidFill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l" eaLnBrk="1" hangingPunct="1">
                  <a:defRPr/>
                </a:pPr>
                <a:r>
                  <a:rPr lang="en-US" altLang="zh-CN"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黑体" pitchFamily="2" charset="-122"/>
                    <a:ea typeface="黑体" pitchFamily="2" charset="-122"/>
                  </a:rPr>
                  <a:t>3</a:t>
                </a:r>
              </a:p>
            </p:txBody>
          </p:sp>
          <p:sp>
            <p:nvSpPr>
              <p:cNvPr id="8" name="Line 9">
                <a:extLst>
                  <a:ext uri="{FF2B5EF4-FFF2-40B4-BE49-F238E27FC236}">
                    <a16:creationId xmlns:a16="http://schemas.microsoft.com/office/drawing/2014/main" id="{F4EE0C8F-76B1-8FA9-7812-67D98C44CE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05" y="1079"/>
                <a:ext cx="607" cy="269"/>
              </a:xfrm>
              <a:prstGeom prst="line">
                <a:avLst/>
              </a:prstGeom>
              <a:noFill/>
              <a:ln w="28575">
                <a:solidFill>
                  <a:srgbClr val="00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6" name="Oval 10">
              <a:extLst>
                <a:ext uri="{FF2B5EF4-FFF2-40B4-BE49-F238E27FC236}">
                  <a16:creationId xmlns:a16="http://schemas.microsoft.com/office/drawing/2014/main" id="{874B3412-FB87-74C5-6184-3FA893047A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7" y="1320"/>
              <a:ext cx="73" cy="72"/>
            </a:xfrm>
            <a:prstGeom prst="ellipse">
              <a:avLst/>
            </a:prstGeom>
            <a:solidFill>
              <a:srgbClr val="0000FF"/>
            </a:solidFill>
            <a:ln w="0">
              <a:solidFill>
                <a:srgbClr val="0000FF"/>
              </a:solidFill>
              <a:round/>
              <a:headEnd type="none" w="sm" len="lg"/>
              <a:tailEnd type="none" w="sm" len="lg"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</p:grpSp>
      <p:grpSp>
        <p:nvGrpSpPr>
          <p:cNvPr id="9" name="Group 11">
            <a:extLst>
              <a:ext uri="{FF2B5EF4-FFF2-40B4-BE49-F238E27FC236}">
                <a16:creationId xmlns:a16="http://schemas.microsoft.com/office/drawing/2014/main" id="{93925E8A-7D33-1189-FE3C-1D7E88A2ACFF}"/>
              </a:ext>
            </a:extLst>
          </p:cNvPr>
          <p:cNvGrpSpPr>
            <a:grpSpLocks/>
          </p:cNvGrpSpPr>
          <p:nvPr/>
        </p:nvGrpSpPr>
        <p:grpSpPr bwMode="auto">
          <a:xfrm>
            <a:off x="2257599" y="2561419"/>
            <a:ext cx="1647825" cy="893762"/>
            <a:chOff x="289" y="1220"/>
            <a:chExt cx="1038" cy="563"/>
          </a:xfrm>
        </p:grpSpPr>
        <p:grpSp>
          <p:nvGrpSpPr>
            <p:cNvPr id="10" name="Group 12">
              <a:extLst>
                <a:ext uri="{FF2B5EF4-FFF2-40B4-BE49-F238E27FC236}">
                  <a16:creationId xmlns:a16="http://schemas.microsoft.com/office/drawing/2014/main" id="{26E2467B-64BE-160C-BE97-2D387A8C02D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9" y="1220"/>
              <a:ext cx="1014" cy="526"/>
              <a:chOff x="289" y="1155"/>
              <a:chExt cx="1014" cy="526"/>
            </a:xfrm>
          </p:grpSpPr>
          <p:sp>
            <p:nvSpPr>
              <p:cNvPr id="12" name="Line 13">
                <a:extLst>
                  <a:ext uri="{FF2B5EF4-FFF2-40B4-BE49-F238E27FC236}">
                    <a16:creationId xmlns:a16="http://schemas.microsoft.com/office/drawing/2014/main" id="{548A2ADF-EA17-57A2-9DD5-F0C956AC1F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07" y="1418"/>
                <a:ext cx="796" cy="263"/>
              </a:xfrm>
              <a:prstGeom prst="line">
                <a:avLst/>
              </a:prstGeom>
              <a:noFill/>
              <a:ln w="28575">
                <a:solidFill>
                  <a:srgbClr val="00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" name="Text Box 14">
                <a:extLst>
                  <a:ext uri="{FF2B5EF4-FFF2-40B4-BE49-F238E27FC236}">
                    <a16:creationId xmlns:a16="http://schemas.microsoft.com/office/drawing/2014/main" id="{9F57B2A0-06CC-310A-99CD-98719084016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9" y="1155"/>
                <a:ext cx="219" cy="294"/>
              </a:xfrm>
              <a:prstGeom prst="rect">
                <a:avLst/>
              </a:prstGeom>
              <a:solidFill>
                <a:schemeClr val="hlink"/>
              </a:solidFill>
              <a:ln w="9525">
                <a:solidFill>
                  <a:srgbClr val="000066"/>
                </a:solidFill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l" eaLnBrk="1" hangingPunct="1">
                  <a:defRPr/>
                </a:pPr>
                <a:r>
                  <a:rPr lang="en-US" altLang="zh-CN"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黑体" pitchFamily="2" charset="-122"/>
                    <a:ea typeface="黑体" pitchFamily="2" charset="-122"/>
                  </a:rPr>
                  <a:t>2</a:t>
                </a:r>
              </a:p>
            </p:txBody>
          </p:sp>
        </p:grpSp>
        <p:sp>
          <p:nvSpPr>
            <p:cNvPr id="11" name="Oval 15">
              <a:extLst>
                <a:ext uri="{FF2B5EF4-FFF2-40B4-BE49-F238E27FC236}">
                  <a16:creationId xmlns:a16="http://schemas.microsoft.com/office/drawing/2014/main" id="{A550FE0B-577C-74A2-77E4-C9A76AAA90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4" y="1711"/>
              <a:ext cx="73" cy="72"/>
            </a:xfrm>
            <a:prstGeom prst="ellipse">
              <a:avLst/>
            </a:prstGeom>
            <a:solidFill>
              <a:srgbClr val="0000FF"/>
            </a:solidFill>
            <a:ln w="0">
              <a:solidFill>
                <a:srgbClr val="0000FF"/>
              </a:solidFill>
              <a:round/>
              <a:headEnd type="none" w="sm" len="lg"/>
              <a:tailEnd type="none" w="sm" len="lg"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</p:grpSp>
      <p:grpSp>
        <p:nvGrpSpPr>
          <p:cNvPr id="14" name="Group 16">
            <a:extLst>
              <a:ext uri="{FF2B5EF4-FFF2-40B4-BE49-F238E27FC236}">
                <a16:creationId xmlns:a16="http://schemas.microsoft.com/office/drawing/2014/main" id="{F4F2431C-95AE-FB08-AC05-73C290C58B24}"/>
              </a:ext>
            </a:extLst>
          </p:cNvPr>
          <p:cNvGrpSpPr>
            <a:grpSpLocks/>
          </p:cNvGrpSpPr>
          <p:nvPr/>
        </p:nvGrpSpPr>
        <p:grpSpPr bwMode="auto">
          <a:xfrm>
            <a:off x="2256012" y="3155144"/>
            <a:ext cx="1114425" cy="830262"/>
            <a:chOff x="288" y="1529"/>
            <a:chExt cx="702" cy="523"/>
          </a:xfrm>
        </p:grpSpPr>
        <p:grpSp>
          <p:nvGrpSpPr>
            <p:cNvPr id="15" name="Group 17">
              <a:extLst>
                <a:ext uri="{FF2B5EF4-FFF2-40B4-BE49-F238E27FC236}">
                  <a16:creationId xmlns:a16="http://schemas.microsoft.com/office/drawing/2014/main" id="{5EC8318C-0149-ED9A-B66C-B13BCC0F0BF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" y="1529"/>
              <a:ext cx="671" cy="489"/>
              <a:chOff x="209" y="1227"/>
              <a:chExt cx="671" cy="489"/>
            </a:xfrm>
          </p:grpSpPr>
          <p:sp>
            <p:nvSpPr>
              <p:cNvPr id="18" name="Line 18">
                <a:extLst>
                  <a:ext uri="{FF2B5EF4-FFF2-40B4-BE49-F238E27FC236}">
                    <a16:creationId xmlns:a16="http://schemas.microsoft.com/office/drawing/2014/main" id="{0F97DF35-87FC-6EDC-5C9D-3DB19AE801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87" y="1475"/>
                <a:ext cx="493" cy="241"/>
              </a:xfrm>
              <a:prstGeom prst="line">
                <a:avLst/>
              </a:prstGeom>
              <a:noFill/>
              <a:ln w="28575">
                <a:solidFill>
                  <a:srgbClr val="00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" name="Text Box 19">
                <a:extLst>
                  <a:ext uri="{FF2B5EF4-FFF2-40B4-BE49-F238E27FC236}">
                    <a16:creationId xmlns:a16="http://schemas.microsoft.com/office/drawing/2014/main" id="{2D3D15FB-2ECF-90C3-DDBD-B9C8F66B8D3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9" y="1227"/>
                <a:ext cx="219" cy="294"/>
              </a:xfrm>
              <a:prstGeom prst="rect">
                <a:avLst/>
              </a:prstGeom>
              <a:solidFill>
                <a:schemeClr val="hlink"/>
              </a:solidFill>
              <a:ln w="9525">
                <a:solidFill>
                  <a:srgbClr val="000066"/>
                </a:solidFill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l" eaLnBrk="1" hangingPunct="1">
                  <a:defRPr/>
                </a:pPr>
                <a:r>
                  <a:rPr lang="en-US" altLang="zh-CN"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黑体" pitchFamily="2" charset="-122"/>
                    <a:ea typeface="黑体" pitchFamily="2" charset="-122"/>
                  </a:rPr>
                  <a:t>1</a:t>
                </a:r>
              </a:p>
            </p:txBody>
          </p:sp>
        </p:grpSp>
        <p:sp>
          <p:nvSpPr>
            <p:cNvPr id="17" name="Oval 20">
              <a:extLst>
                <a:ext uri="{FF2B5EF4-FFF2-40B4-BE49-F238E27FC236}">
                  <a16:creationId xmlns:a16="http://schemas.microsoft.com/office/drawing/2014/main" id="{3D57186D-CE43-A5C7-B9B8-720EA296ED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7" y="1980"/>
              <a:ext cx="73" cy="72"/>
            </a:xfrm>
            <a:prstGeom prst="ellipse">
              <a:avLst/>
            </a:prstGeom>
            <a:solidFill>
              <a:srgbClr val="0000FF"/>
            </a:solidFill>
            <a:ln w="0">
              <a:solidFill>
                <a:srgbClr val="0000FF"/>
              </a:solidFill>
              <a:round/>
              <a:headEnd type="none" w="sm" len="lg"/>
              <a:tailEnd type="none" w="sm" len="lg"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</p:grpSp>
      <p:graphicFrame>
        <p:nvGraphicFramePr>
          <p:cNvPr id="20" name="Object 21">
            <a:extLst>
              <a:ext uri="{FF2B5EF4-FFF2-40B4-BE49-F238E27FC236}">
                <a16:creationId xmlns:a16="http://schemas.microsoft.com/office/drawing/2014/main" id="{1F0B9043-7211-F1F8-9D75-022C196D67B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11624" y="1772431"/>
          <a:ext cx="4381500" cy="429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utoCAD Drawing" r:id="rId4" imgW="11487150" imgH="7848600" progId="AutoCAD.Drawing.16">
                  <p:embed/>
                </p:oleObj>
              </mc:Choice>
              <mc:Fallback>
                <p:oleObj name="AutoCAD Drawing" r:id="rId4" imgW="11487150" imgH="7848600" progId="AutoCAD.Drawing.16">
                  <p:embed/>
                  <p:pic>
                    <p:nvPicPr>
                      <p:cNvPr id="20" name="Object 21">
                        <a:extLst>
                          <a:ext uri="{FF2B5EF4-FFF2-40B4-BE49-F238E27FC236}">
                            <a16:creationId xmlns:a16="http://schemas.microsoft.com/office/drawing/2014/main" id="{1F0B9043-7211-F1F8-9D75-022C196D67B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3051" r="23645" b="9140"/>
                      <a:stretch>
                        <a:fillRect/>
                      </a:stretch>
                    </p:blipFill>
                    <p:spPr bwMode="auto">
                      <a:xfrm>
                        <a:off x="2711624" y="1772431"/>
                        <a:ext cx="4381500" cy="429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0">
                            <a:solidFill>
                              <a:srgbClr val="000000"/>
                            </a:solidFill>
                            <a:miter lim="800000"/>
                            <a:headEnd type="none" w="sm" len="lg"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29268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 autoUpdateAnimBg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A94ED-0830-91F6-CE00-27B5985DA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>
            <a:extLst>
              <a:ext uri="{FF2B5EF4-FFF2-40B4-BE49-F238E27FC236}">
                <a16:creationId xmlns:a16="http://schemas.microsoft.com/office/drawing/2014/main" id="{51C33C9E-4627-83DB-9E29-407CB7862E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19" y="412176"/>
            <a:ext cx="5230919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11.2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组合体的尺寸标注方法</a:t>
            </a:r>
          </a:p>
        </p:txBody>
      </p:sp>
      <p:sp>
        <p:nvSpPr>
          <p:cNvPr id="16" name="灯片编号占位符 3">
            <a:extLst>
              <a:ext uri="{FF2B5EF4-FFF2-40B4-BE49-F238E27FC236}">
                <a16:creationId xmlns:a16="http://schemas.microsoft.com/office/drawing/2014/main" id="{032E7D42-BEF6-6D77-C86D-5BB84D7BC19A}"/>
              </a:ext>
            </a:extLst>
          </p:cNvPr>
          <p:cNvSpPr txBox="1">
            <a:spLocks/>
          </p:cNvSpPr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  <a:pPr/>
              <a:t>64</a:t>
            </a:fld>
            <a:endParaRPr lang="en-US" altLang="zh-CN" dirty="0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EECB3C4F-F1E3-E5C2-1E4E-578BA37816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38" t="23680" r="32745" b="20399"/>
          <a:stretch>
            <a:fillRect/>
          </a:stretch>
        </p:blipFill>
        <p:spPr bwMode="auto">
          <a:xfrm>
            <a:off x="6784206" y="2585245"/>
            <a:ext cx="3598863" cy="338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 type="none" w="sm" len="lg"/>
                <a:tailEnd type="none" w="sm" len="lg"/>
              </a14:hiddenLine>
            </a:ext>
          </a:extLst>
        </p:spPr>
      </p:pic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8E6DB644-490A-CD0A-3E3F-0F2326F8024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06562" y="1882452"/>
          <a:ext cx="4387850" cy="4029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utoCAD Drawing" r:id="rId4" imgW="11487150" imgH="7848600" progId="AutoCAD.Drawing.16">
                  <p:embed/>
                </p:oleObj>
              </mc:Choice>
              <mc:Fallback>
                <p:oleObj name="AutoCAD Drawing" r:id="rId4" imgW="11487150" imgH="7848600" progId="AutoCAD.Drawing.16">
                  <p:embed/>
                  <p:pic>
                    <p:nvPicPr>
                      <p:cNvPr id="3" name="Object 3">
                        <a:extLst>
                          <a:ext uri="{FF2B5EF4-FFF2-40B4-BE49-F238E27FC236}">
                            <a16:creationId xmlns:a16="http://schemas.microsoft.com/office/drawing/2014/main" id="{8E6DB644-490A-CD0A-3E3F-0F2326F8024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2891" t="859" r="13344"/>
                      <a:stretch>
                        <a:fillRect/>
                      </a:stretch>
                    </p:blipFill>
                    <p:spPr bwMode="auto">
                      <a:xfrm>
                        <a:off x="1706562" y="1882452"/>
                        <a:ext cx="4387850" cy="4029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0">
                            <a:solidFill>
                              <a:srgbClr val="000000"/>
                            </a:solidFill>
                            <a:miter lim="800000"/>
                            <a:headEnd type="none" w="sm" len="lg"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AutoShape 5">
            <a:extLst>
              <a:ext uri="{FF2B5EF4-FFF2-40B4-BE49-F238E27FC236}">
                <a16:creationId xmlns:a16="http://schemas.microsoft.com/office/drawing/2014/main" id="{7E404C6E-405C-AB00-187C-D530953416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04685" y="1247454"/>
            <a:ext cx="1571625" cy="474663"/>
          </a:xfrm>
          <a:prstGeom prst="flowChartProcess">
            <a:avLst/>
          </a:prstGeom>
          <a:solidFill>
            <a:srgbClr val="C0C0C0"/>
          </a:solidFill>
          <a:ln w="0">
            <a:solidFill>
              <a:srgbClr val="000000"/>
            </a:solidFill>
            <a:miter lim="800000"/>
            <a:headEnd type="none" w="sm" len="lg"/>
            <a:tailEnd type="none" w="sm" len="lg"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ea typeface="黑体" pitchFamily="2" charset="-122"/>
              </a:rPr>
              <a:t>形体分析</a:t>
            </a:r>
          </a:p>
        </p:txBody>
      </p:sp>
      <p:sp>
        <p:nvSpPr>
          <p:cNvPr id="5" name="AutoShape 6">
            <a:extLst>
              <a:ext uri="{FF2B5EF4-FFF2-40B4-BE49-F238E27FC236}">
                <a16:creationId xmlns:a16="http://schemas.microsoft.com/office/drawing/2014/main" id="{DE4EA356-32B2-EC7B-8D49-A90D9733D1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12622" y="1963417"/>
            <a:ext cx="1571625" cy="474662"/>
          </a:xfrm>
          <a:prstGeom prst="flowChartProcess">
            <a:avLst/>
          </a:prstGeom>
          <a:solidFill>
            <a:schemeClr val="accent1"/>
          </a:solidFill>
          <a:ln w="0">
            <a:solidFill>
              <a:srgbClr val="000000"/>
            </a:solidFill>
            <a:miter lim="800000"/>
            <a:headEnd type="none" w="sm" len="lg"/>
            <a:tailEnd type="none" w="sm" len="lg"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ea typeface="黑体" pitchFamily="2" charset="-122"/>
              </a:rPr>
              <a:t>尺寸基准</a:t>
            </a:r>
          </a:p>
        </p:txBody>
      </p:sp>
      <p:sp>
        <p:nvSpPr>
          <p:cNvPr id="6" name="AutoShape 7">
            <a:extLst>
              <a:ext uri="{FF2B5EF4-FFF2-40B4-BE49-F238E27FC236}">
                <a16:creationId xmlns:a16="http://schemas.microsoft.com/office/drawing/2014/main" id="{37E0D17D-2E3C-3303-A191-1F7EB6F372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61910" y="1733229"/>
            <a:ext cx="258762" cy="231775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FF0000"/>
          </a:solidFill>
          <a:ln w="0">
            <a:solidFill>
              <a:schemeClr val="tx1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7" name="Text Box 8">
            <a:extLst>
              <a:ext uri="{FF2B5EF4-FFF2-40B4-BE49-F238E27FC236}">
                <a16:creationId xmlns:a16="http://schemas.microsoft.com/office/drawing/2014/main" id="{1EB084AB-FCCC-F3BB-E420-FC6315BD98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3406" y="2570957"/>
            <a:ext cx="12858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 type="none" w="sm" len="lg"/>
                <a:tailEnd type="none" w="sm" len="lg"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1400">
                <a:solidFill>
                  <a:srgbClr val="0000FF"/>
                </a:solidFill>
                <a:ea typeface="黑体" pitchFamily="2" charset="-122"/>
              </a:rPr>
              <a:t>长度方向基准</a:t>
            </a:r>
          </a:p>
        </p:txBody>
      </p:sp>
      <p:sp>
        <p:nvSpPr>
          <p:cNvPr id="8" name="Text Box 9">
            <a:extLst>
              <a:ext uri="{FF2B5EF4-FFF2-40B4-BE49-F238E27FC236}">
                <a16:creationId xmlns:a16="http://schemas.microsoft.com/office/drawing/2014/main" id="{7176F160-9A5E-D438-EA68-F7C6681647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98794" y="5936457"/>
            <a:ext cx="12858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 type="none" w="sm" len="lg"/>
                <a:tailEnd type="none" w="sm" len="lg"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1400">
                <a:solidFill>
                  <a:srgbClr val="00CCFF"/>
                </a:solidFill>
                <a:ea typeface="黑体" pitchFamily="2" charset="-122"/>
              </a:rPr>
              <a:t>高度方向基准</a:t>
            </a:r>
          </a:p>
        </p:txBody>
      </p:sp>
      <p:sp>
        <p:nvSpPr>
          <p:cNvPr id="9" name="Text Box 10">
            <a:extLst>
              <a:ext uri="{FF2B5EF4-FFF2-40B4-BE49-F238E27FC236}">
                <a16:creationId xmlns:a16="http://schemas.microsoft.com/office/drawing/2014/main" id="{DB2FE92C-F523-AABD-1546-198D460545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56031" y="4206082"/>
            <a:ext cx="130333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 type="none" w="sm" len="lg"/>
                <a:tailEnd type="none" w="sm" len="lg"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1400">
                <a:solidFill>
                  <a:srgbClr val="FF33CC"/>
                </a:solidFill>
                <a:ea typeface="黑体" pitchFamily="2" charset="-122"/>
              </a:rPr>
              <a:t>宽度方向基准</a:t>
            </a:r>
          </a:p>
        </p:txBody>
      </p:sp>
      <p:sp>
        <p:nvSpPr>
          <p:cNvPr id="10" name="Text Box 11">
            <a:extLst>
              <a:ext uri="{FF2B5EF4-FFF2-40B4-BE49-F238E27FC236}">
                <a16:creationId xmlns:a16="http://schemas.microsoft.com/office/drawing/2014/main" id="{D8214FD1-18B8-4FE7-2C49-05E460C934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6950" y="3973190"/>
            <a:ext cx="1295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 type="none" w="sm" len="lg"/>
                <a:tailEnd type="none" w="sm" len="lg"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1400">
                <a:solidFill>
                  <a:srgbClr val="0000FF"/>
                </a:solidFill>
                <a:ea typeface="黑体" pitchFamily="2" charset="-122"/>
              </a:rPr>
              <a:t>长度方向基准</a:t>
            </a:r>
          </a:p>
        </p:txBody>
      </p:sp>
      <p:graphicFrame>
        <p:nvGraphicFramePr>
          <p:cNvPr id="11" name="Object 13">
            <a:extLst>
              <a:ext uri="{FF2B5EF4-FFF2-40B4-BE49-F238E27FC236}">
                <a16:creationId xmlns:a16="http://schemas.microsoft.com/office/drawing/2014/main" id="{BD70B68B-5514-C126-D89F-16019006C4F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16025" y="1849115"/>
          <a:ext cx="1625600" cy="406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utoCAD Drawing" r:id="rId6" imgW="11487150" imgH="7848600" progId="AutoCAD.Drawing.16">
                  <p:embed/>
                </p:oleObj>
              </mc:Choice>
              <mc:Fallback>
                <p:oleObj name="AutoCAD Drawing" r:id="rId6" imgW="11487150" imgH="7848600" progId="AutoCAD.Drawing.16">
                  <p:embed/>
                  <p:pic>
                    <p:nvPicPr>
                      <p:cNvPr id="11" name="Object 13">
                        <a:extLst>
                          <a:ext uri="{FF2B5EF4-FFF2-40B4-BE49-F238E27FC236}">
                            <a16:creationId xmlns:a16="http://schemas.microsoft.com/office/drawing/2014/main" id="{BD70B68B-5514-C126-D89F-16019006C4F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4643" r="68028"/>
                      <a:stretch>
                        <a:fillRect/>
                      </a:stretch>
                    </p:blipFill>
                    <p:spPr bwMode="auto">
                      <a:xfrm>
                        <a:off x="1216025" y="1849115"/>
                        <a:ext cx="1625600" cy="406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0">
                            <a:solidFill>
                              <a:srgbClr val="000000"/>
                            </a:solidFill>
                            <a:miter lim="800000"/>
                            <a:headEnd type="none" w="sm" len="lg"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14">
            <a:extLst>
              <a:ext uri="{FF2B5EF4-FFF2-40B4-BE49-F238E27FC236}">
                <a16:creationId xmlns:a16="http://schemas.microsoft.com/office/drawing/2014/main" id="{76147C0E-2B80-5C08-8355-56A003585A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64075" y="4181152"/>
            <a:ext cx="12858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 type="none" w="sm" len="lg"/>
                <a:tailEnd type="none" w="sm" len="lg"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1400">
                <a:solidFill>
                  <a:srgbClr val="00CCFF"/>
                </a:solidFill>
                <a:ea typeface="黑体" pitchFamily="2" charset="-122"/>
              </a:rPr>
              <a:t>高度方向基准</a:t>
            </a:r>
          </a:p>
        </p:txBody>
      </p:sp>
      <p:graphicFrame>
        <p:nvGraphicFramePr>
          <p:cNvPr id="13" name="Object 15">
            <a:extLst>
              <a:ext uri="{FF2B5EF4-FFF2-40B4-BE49-F238E27FC236}">
                <a16:creationId xmlns:a16="http://schemas.microsoft.com/office/drawing/2014/main" id="{E5391FD8-EA43-45E7-CF8F-9239CC8AEBF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44662" y="1933252"/>
          <a:ext cx="3195638" cy="2744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utoCAD Drawing" r:id="rId8" imgW="11487150" imgH="7848600" progId="AutoCAD.Drawing.16">
                  <p:embed/>
                </p:oleObj>
              </mc:Choice>
              <mc:Fallback>
                <p:oleObj name="AutoCAD Drawing" r:id="rId8" imgW="11487150" imgH="7848600" progId="AutoCAD.Drawing.16">
                  <p:embed/>
                  <p:pic>
                    <p:nvPicPr>
                      <p:cNvPr id="13" name="Object 15">
                        <a:extLst>
                          <a:ext uri="{FF2B5EF4-FFF2-40B4-BE49-F238E27FC236}">
                            <a16:creationId xmlns:a16="http://schemas.microsoft.com/office/drawing/2014/main" id="{E5391FD8-EA43-45E7-CF8F-9239CC8AEBF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3504" t="2109" r="32773" b="30351"/>
                      <a:stretch>
                        <a:fillRect/>
                      </a:stretch>
                    </p:blipFill>
                    <p:spPr bwMode="auto">
                      <a:xfrm>
                        <a:off x="1744662" y="1933252"/>
                        <a:ext cx="3195638" cy="2744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0">
                            <a:solidFill>
                              <a:srgbClr val="000000"/>
                            </a:solidFill>
                            <a:miter lim="800000"/>
                            <a:headEnd type="none" w="sm" len="lg"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Box 16">
            <a:extLst>
              <a:ext uri="{FF2B5EF4-FFF2-40B4-BE49-F238E27FC236}">
                <a16:creationId xmlns:a16="http://schemas.microsoft.com/office/drawing/2014/main" id="{1CDADEAB-AF12-5C72-2651-F4D529E84C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25800" y="2912740"/>
            <a:ext cx="13033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 type="none" w="sm" len="lg"/>
                <a:tailEnd type="none" w="sm" len="lg"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1400">
                <a:solidFill>
                  <a:srgbClr val="FF66FF"/>
                </a:solidFill>
                <a:ea typeface="黑体" pitchFamily="2" charset="-122"/>
              </a:rPr>
              <a:t>宽度方向基准</a:t>
            </a:r>
          </a:p>
        </p:txBody>
      </p:sp>
      <p:sp>
        <p:nvSpPr>
          <p:cNvPr id="15" name="Line 17">
            <a:extLst>
              <a:ext uri="{FF2B5EF4-FFF2-40B4-BE49-F238E27FC236}">
                <a16:creationId xmlns:a16="http://schemas.microsoft.com/office/drawing/2014/main" id="{CF728380-0196-1AFE-4F31-7104FE66DA2F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6019" y="2870995"/>
            <a:ext cx="258762" cy="534987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" name="Line 18">
            <a:extLst>
              <a:ext uri="{FF2B5EF4-FFF2-40B4-BE49-F238E27FC236}">
                <a16:creationId xmlns:a16="http://schemas.microsoft.com/office/drawing/2014/main" id="{5317F251-E9D6-A505-65AA-4F239CB717C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800331" y="5838032"/>
            <a:ext cx="463550" cy="241300"/>
          </a:xfrm>
          <a:prstGeom prst="line">
            <a:avLst/>
          </a:prstGeom>
          <a:noFill/>
          <a:ln w="28575">
            <a:solidFill>
              <a:srgbClr val="00FF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" name="Line 19">
            <a:extLst>
              <a:ext uri="{FF2B5EF4-FFF2-40B4-BE49-F238E27FC236}">
                <a16:creationId xmlns:a16="http://schemas.microsoft.com/office/drawing/2014/main" id="{362E004C-8E8D-CE23-A2AE-7CCDB3E50C8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0041756" y="4036220"/>
            <a:ext cx="346075" cy="214312"/>
          </a:xfrm>
          <a:prstGeom prst="line">
            <a:avLst/>
          </a:prstGeom>
          <a:noFill/>
          <a:ln w="28575">
            <a:solidFill>
              <a:srgbClr val="FF33CC"/>
            </a:solidFill>
            <a:round/>
            <a:headEnd type="none" w="sm" len="lg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9" name="Object 20">
            <a:extLst>
              <a:ext uri="{FF2B5EF4-FFF2-40B4-BE49-F238E27FC236}">
                <a16:creationId xmlns:a16="http://schemas.microsoft.com/office/drawing/2014/main" id="{387DC421-070F-B130-A7B5-38A90A29E37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52600" y="3789363"/>
          <a:ext cx="4343400" cy="750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utoCAD Drawing" r:id="rId10" imgW="11487150" imgH="7848600" progId="AutoCAD.Drawing.16">
                  <p:embed/>
                </p:oleObj>
              </mc:Choice>
              <mc:Fallback>
                <p:oleObj name="AutoCAD Drawing" r:id="rId10" imgW="11487150" imgH="7848600" progId="AutoCAD.Drawing.16">
                  <p:embed/>
                  <p:pic>
                    <p:nvPicPr>
                      <p:cNvPr id="19" name="Object 20">
                        <a:extLst>
                          <a:ext uri="{FF2B5EF4-FFF2-40B4-BE49-F238E27FC236}">
                            <a16:creationId xmlns:a16="http://schemas.microsoft.com/office/drawing/2014/main" id="{387DC421-070F-B130-A7B5-38A90A29E37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3638" t="47774" r="13344" b="33749"/>
                      <a:stretch>
                        <a:fillRect/>
                      </a:stretch>
                    </p:blipFill>
                    <p:spPr bwMode="auto">
                      <a:xfrm>
                        <a:off x="1752600" y="3789363"/>
                        <a:ext cx="4343400" cy="750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0">
                            <a:solidFill>
                              <a:srgbClr val="000000"/>
                            </a:solidFill>
                            <a:miter lim="800000"/>
                            <a:headEnd type="none" w="sm" len="lg"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51941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 autoUpdateAnimBg="0"/>
      <p:bldP spid="6" grpId="0" animBg="1"/>
      <p:bldP spid="7" grpId="0" autoUpdateAnimBg="0"/>
      <p:bldP spid="8" grpId="0" autoUpdateAnimBg="0"/>
      <p:bldP spid="9" grpId="0" autoUpdateAnimBg="0"/>
      <p:bldP spid="10" grpId="0" autoUpdateAnimBg="0"/>
      <p:bldP spid="12" grpId="0" autoUpdateAnimBg="0"/>
      <p:bldP spid="14" grpId="0" autoUpdateAnimBg="0"/>
      <p:bldP spid="15" grpId="0" animBg="1"/>
      <p:bldP spid="17" grpId="0" animBg="1"/>
      <p:bldP spid="18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3AFBD-4A95-3F96-019E-C51B78AB7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>
            <a:extLst>
              <a:ext uri="{FF2B5EF4-FFF2-40B4-BE49-F238E27FC236}">
                <a16:creationId xmlns:a16="http://schemas.microsoft.com/office/drawing/2014/main" id="{9594BD0D-F15B-0038-7993-1BE3620E04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19" y="412176"/>
            <a:ext cx="5230919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11.2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组合体的尺寸标注方法</a:t>
            </a:r>
          </a:p>
        </p:txBody>
      </p:sp>
      <p:sp>
        <p:nvSpPr>
          <p:cNvPr id="16" name="灯片编号占位符 3">
            <a:extLst>
              <a:ext uri="{FF2B5EF4-FFF2-40B4-BE49-F238E27FC236}">
                <a16:creationId xmlns:a16="http://schemas.microsoft.com/office/drawing/2014/main" id="{6BE4AD0D-F60E-5D18-E6DF-DBA8513560F5}"/>
              </a:ext>
            </a:extLst>
          </p:cNvPr>
          <p:cNvSpPr txBox="1">
            <a:spLocks/>
          </p:cNvSpPr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  <a:pPr/>
              <a:t>65</a:t>
            </a:fld>
            <a:endParaRPr lang="en-US" altLang="zh-CN" dirty="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438BB373-ED1E-6B1E-A95C-12312CAE3F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6370" y="4598319"/>
            <a:ext cx="334963" cy="1431925"/>
          </a:xfrm>
          <a:prstGeom prst="rect">
            <a:avLst/>
          </a:prstGeom>
          <a:solidFill>
            <a:srgbClr val="00FFFF"/>
          </a:solidFill>
          <a:ln w="0">
            <a:solidFill>
              <a:srgbClr val="00FFFF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5F136026-B8E6-48E1-646E-7DB7A0E515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9383" y="4564981"/>
            <a:ext cx="396875" cy="14922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771C107C-61C5-7C4D-CE1F-9B4174411B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7318" y="1585243"/>
            <a:ext cx="1604962" cy="404813"/>
          </a:xfrm>
          <a:prstGeom prst="wedgeRoundRectCallout">
            <a:avLst>
              <a:gd name="adj1" fmla="val 31505"/>
              <a:gd name="adj2" fmla="val 95884"/>
              <a:gd name="adj3" fmla="val 16667"/>
            </a:avLst>
          </a:prstGeom>
          <a:noFill/>
          <a:ln w="19050">
            <a:solidFill>
              <a:srgbClr val="FF3300"/>
            </a:solidFill>
            <a:miter lim="800000"/>
            <a:headEnd type="non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>
                <a:solidFill>
                  <a:srgbClr val="0000FF"/>
                </a:solidFill>
                <a:ea typeface="黑体" pitchFamily="2" charset="-122"/>
              </a:rPr>
              <a:t>无定位尺寸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3E3C57E-5C24-2995-7D5D-19974661B2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5880" y="1429668"/>
            <a:ext cx="1741488" cy="758825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6" name="AutoShape 7">
            <a:extLst>
              <a:ext uri="{FF2B5EF4-FFF2-40B4-BE49-F238E27FC236}">
                <a16:creationId xmlns:a16="http://schemas.microsoft.com/office/drawing/2014/main" id="{0128B0A6-D4E6-DA2E-351C-EC889B0F32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4989" y="1148681"/>
            <a:ext cx="1571625" cy="474663"/>
          </a:xfrm>
          <a:prstGeom prst="flowChartProcess">
            <a:avLst/>
          </a:prstGeom>
          <a:solidFill>
            <a:srgbClr val="C0C0C0"/>
          </a:solidFill>
          <a:ln w="0">
            <a:solidFill>
              <a:srgbClr val="000000"/>
            </a:solidFill>
            <a:miter lim="800000"/>
            <a:headEnd type="none" w="sm" len="lg"/>
            <a:tailEnd type="none" w="sm" len="lg"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ea typeface="黑体" pitchFamily="2" charset="-122"/>
              </a:rPr>
              <a:t>形体分析</a:t>
            </a:r>
          </a:p>
        </p:txBody>
      </p:sp>
      <p:sp>
        <p:nvSpPr>
          <p:cNvPr id="7" name="AutoShape 8">
            <a:extLst>
              <a:ext uri="{FF2B5EF4-FFF2-40B4-BE49-F238E27FC236}">
                <a16:creationId xmlns:a16="http://schemas.microsoft.com/office/drawing/2014/main" id="{DA0E759D-F652-B5F5-7CD1-3AA9D432CA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2926" y="1864644"/>
            <a:ext cx="1571625" cy="474662"/>
          </a:xfrm>
          <a:prstGeom prst="flowChartProcess">
            <a:avLst/>
          </a:prstGeom>
          <a:solidFill>
            <a:srgbClr val="C0C0C0"/>
          </a:solidFill>
          <a:ln w="0">
            <a:solidFill>
              <a:srgbClr val="000000"/>
            </a:solidFill>
            <a:miter lim="800000"/>
            <a:headEnd type="none" w="sm" len="lg"/>
            <a:tailEnd type="none" w="sm" len="lg"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ea typeface="黑体" pitchFamily="2" charset="-122"/>
              </a:rPr>
              <a:t>尺寸基准</a:t>
            </a:r>
          </a:p>
        </p:txBody>
      </p:sp>
      <p:sp>
        <p:nvSpPr>
          <p:cNvPr id="8" name="AutoShape 9">
            <a:extLst>
              <a:ext uri="{FF2B5EF4-FFF2-40B4-BE49-F238E27FC236}">
                <a16:creationId xmlns:a16="http://schemas.microsoft.com/office/drawing/2014/main" id="{80929A16-9234-C5A3-3FB7-102DCFB904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52214" y="1634456"/>
            <a:ext cx="258762" cy="231775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C0C0C0"/>
          </a:solidFill>
          <a:ln w="0">
            <a:solidFill>
              <a:schemeClr val="tx1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9" name="AutoShape 10">
            <a:extLst>
              <a:ext uri="{FF2B5EF4-FFF2-40B4-BE49-F238E27FC236}">
                <a16:creationId xmlns:a16="http://schemas.microsoft.com/office/drawing/2014/main" id="{1E381343-93ED-C975-446A-6FF352CF3E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339" y="2590131"/>
            <a:ext cx="1571625" cy="474663"/>
          </a:xfrm>
          <a:prstGeom prst="flowChartProcess">
            <a:avLst/>
          </a:prstGeom>
          <a:solidFill>
            <a:schemeClr val="accent1"/>
          </a:solidFill>
          <a:ln w="0">
            <a:solidFill>
              <a:srgbClr val="000000"/>
            </a:solidFill>
            <a:miter lim="800000"/>
            <a:headEnd type="none" w="sm" len="lg"/>
            <a:tailEnd type="none" w="sm" len="lg"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ea typeface="黑体" pitchFamily="2" charset="-122"/>
              </a:rPr>
              <a:t>定位尺寸</a:t>
            </a:r>
          </a:p>
        </p:txBody>
      </p:sp>
      <p:sp>
        <p:nvSpPr>
          <p:cNvPr id="10" name="AutoShape 11">
            <a:extLst>
              <a:ext uri="{FF2B5EF4-FFF2-40B4-BE49-F238E27FC236}">
                <a16:creationId xmlns:a16="http://schemas.microsoft.com/office/drawing/2014/main" id="{C4DE8037-5C8E-AAF6-66F0-C60570CFFA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53801" y="2358356"/>
            <a:ext cx="258763" cy="231775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FF0000"/>
          </a:solidFill>
          <a:ln w="0">
            <a:solidFill>
              <a:schemeClr val="tx1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zh-CN" sz="2400"/>
          </a:p>
        </p:txBody>
      </p:sp>
      <p:sp>
        <p:nvSpPr>
          <p:cNvPr id="11" name="AutoShape 12">
            <a:extLst>
              <a:ext uri="{FF2B5EF4-FFF2-40B4-BE49-F238E27FC236}">
                <a16:creationId xmlns:a16="http://schemas.microsoft.com/office/drawing/2014/main" id="{7312FB97-B5CF-1CAF-96DF-81720DF9DE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3401" y="3320381"/>
            <a:ext cx="1571625" cy="474663"/>
          </a:xfrm>
          <a:prstGeom prst="flowChartProcess">
            <a:avLst/>
          </a:prstGeom>
          <a:solidFill>
            <a:schemeClr val="accent1"/>
          </a:solidFill>
          <a:ln w="0">
            <a:solidFill>
              <a:srgbClr val="000000"/>
            </a:solidFill>
            <a:miter lim="800000"/>
            <a:headEnd type="none" w="sm" len="lg"/>
            <a:tailEnd type="none" w="sm" len="lg"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ea typeface="黑体" pitchFamily="2" charset="-122"/>
              </a:rPr>
              <a:t>定形尺寸</a:t>
            </a:r>
          </a:p>
        </p:txBody>
      </p:sp>
      <p:sp>
        <p:nvSpPr>
          <p:cNvPr id="12" name="AutoShape 13">
            <a:extLst>
              <a:ext uri="{FF2B5EF4-FFF2-40B4-BE49-F238E27FC236}">
                <a16:creationId xmlns:a16="http://schemas.microsoft.com/office/drawing/2014/main" id="{19C76E95-6E11-C52E-E6B6-CE76BF5AA6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55389" y="3082256"/>
            <a:ext cx="258762" cy="231775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FF0000"/>
          </a:solidFill>
          <a:ln w="0">
            <a:solidFill>
              <a:schemeClr val="tx1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zh-CN" sz="2400"/>
          </a:p>
        </p:txBody>
      </p:sp>
      <p:sp>
        <p:nvSpPr>
          <p:cNvPr id="13" name="AutoShape 14">
            <a:extLst>
              <a:ext uri="{FF2B5EF4-FFF2-40B4-BE49-F238E27FC236}">
                <a16:creationId xmlns:a16="http://schemas.microsoft.com/office/drawing/2014/main" id="{50298338-3513-8638-37F2-D38A9F5A15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02839" y="2609181"/>
            <a:ext cx="593725" cy="1208088"/>
          </a:xfrm>
          <a:prstGeom prst="rightArrowCallout">
            <a:avLst>
              <a:gd name="adj1" fmla="val 50869"/>
              <a:gd name="adj2" fmla="val 50869"/>
              <a:gd name="adj3" fmla="val 16667"/>
              <a:gd name="adj4" fmla="val 66667"/>
            </a:avLst>
          </a:prstGeom>
          <a:noFill/>
          <a:ln w="38100">
            <a:solidFill>
              <a:srgbClr val="0000FF"/>
            </a:solidFill>
            <a:miter lim="800000"/>
            <a:headEnd type="non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FF0066"/>
                </a:solidFill>
                <a:latin typeface="黑体" pitchFamily="2" charset="-122"/>
                <a:ea typeface="黑体" pitchFamily="2" charset="-122"/>
              </a:rPr>
              <a:t>形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FF0066"/>
                </a:solidFill>
                <a:latin typeface="黑体" pitchFamily="2" charset="-122"/>
                <a:ea typeface="黑体" pitchFamily="2" charset="-122"/>
              </a:rPr>
              <a:t>体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solidFill>
                  <a:srgbClr val="FF0066"/>
                </a:solidFill>
              </a:rPr>
              <a:t>I</a:t>
            </a:r>
            <a:endParaRPr lang="en-US" altLang="zh-CN" sz="2400">
              <a:solidFill>
                <a:srgbClr val="FF0066"/>
              </a:solidFill>
              <a:ea typeface="黑体" pitchFamily="2" charset="-122"/>
            </a:endParaRPr>
          </a:p>
        </p:txBody>
      </p:sp>
      <p:sp>
        <p:nvSpPr>
          <p:cNvPr id="14" name="AutoShape 15">
            <a:extLst>
              <a:ext uri="{FF2B5EF4-FFF2-40B4-BE49-F238E27FC236}">
                <a16:creationId xmlns:a16="http://schemas.microsoft.com/office/drawing/2014/main" id="{570C3240-D5A9-1337-46D8-0C53EB3DA5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5351" y="4063331"/>
            <a:ext cx="811213" cy="706438"/>
          </a:xfrm>
          <a:prstGeom prst="flowChartMultidocument">
            <a:avLst/>
          </a:prstGeom>
          <a:noFill/>
          <a:ln w="28575">
            <a:solidFill>
              <a:srgbClr val="0000FF"/>
            </a:solidFill>
            <a:miter lim="800000"/>
            <a:headEnd type="non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FF0066"/>
                </a:solidFill>
                <a:ea typeface="黑体" pitchFamily="2" charset="-122"/>
              </a:rPr>
              <a:t>切口</a:t>
            </a:r>
          </a:p>
        </p:txBody>
      </p:sp>
      <p:sp>
        <p:nvSpPr>
          <p:cNvPr id="15" name="AutoShape 16">
            <a:extLst>
              <a:ext uri="{FF2B5EF4-FFF2-40B4-BE49-F238E27FC236}">
                <a16:creationId xmlns:a16="http://schemas.microsoft.com/office/drawing/2014/main" id="{F34C5330-8874-CAEA-ECA6-92987181F1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56814" y="3826794"/>
            <a:ext cx="258762" cy="231775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2010F6"/>
          </a:solidFill>
          <a:ln w="0">
            <a:solidFill>
              <a:srgbClr val="0000FF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grpSp>
        <p:nvGrpSpPr>
          <p:cNvPr id="17" name="Group 17">
            <a:extLst>
              <a:ext uri="{FF2B5EF4-FFF2-40B4-BE49-F238E27FC236}">
                <a16:creationId xmlns:a16="http://schemas.microsoft.com/office/drawing/2014/main" id="{A0868BB2-6587-C8D8-2308-6E589BD73267}"/>
              </a:ext>
            </a:extLst>
          </p:cNvPr>
          <p:cNvGrpSpPr>
            <a:grpSpLocks/>
          </p:cNvGrpSpPr>
          <p:nvPr/>
        </p:nvGrpSpPr>
        <p:grpSpPr bwMode="auto">
          <a:xfrm>
            <a:off x="1591683" y="2686969"/>
            <a:ext cx="1114425" cy="830262"/>
            <a:chOff x="288" y="1529"/>
            <a:chExt cx="702" cy="523"/>
          </a:xfrm>
        </p:grpSpPr>
        <p:grpSp>
          <p:nvGrpSpPr>
            <p:cNvPr id="18" name="Group 18">
              <a:extLst>
                <a:ext uri="{FF2B5EF4-FFF2-40B4-BE49-F238E27FC236}">
                  <a16:creationId xmlns:a16="http://schemas.microsoft.com/office/drawing/2014/main" id="{9021927B-14E6-862E-0538-E7C0AA59463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" y="1529"/>
              <a:ext cx="671" cy="489"/>
              <a:chOff x="209" y="1227"/>
              <a:chExt cx="671" cy="489"/>
            </a:xfrm>
          </p:grpSpPr>
          <p:sp>
            <p:nvSpPr>
              <p:cNvPr id="20" name="Line 19">
                <a:extLst>
                  <a:ext uri="{FF2B5EF4-FFF2-40B4-BE49-F238E27FC236}">
                    <a16:creationId xmlns:a16="http://schemas.microsoft.com/office/drawing/2014/main" id="{65A3BA52-D436-B5D8-770B-484114661C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87" y="1475"/>
                <a:ext cx="493" cy="241"/>
              </a:xfrm>
              <a:prstGeom prst="line">
                <a:avLst/>
              </a:prstGeom>
              <a:noFill/>
              <a:ln w="28575">
                <a:solidFill>
                  <a:srgbClr val="00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" name="Text Box 20">
                <a:extLst>
                  <a:ext uri="{FF2B5EF4-FFF2-40B4-BE49-F238E27FC236}">
                    <a16:creationId xmlns:a16="http://schemas.microsoft.com/office/drawing/2014/main" id="{455B968E-7902-6140-F56E-212318D6751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9" y="1227"/>
                <a:ext cx="219" cy="294"/>
              </a:xfrm>
              <a:prstGeom prst="rect">
                <a:avLst/>
              </a:prstGeom>
              <a:solidFill>
                <a:schemeClr val="hlink"/>
              </a:solidFill>
              <a:ln w="9525">
                <a:solidFill>
                  <a:srgbClr val="000066"/>
                </a:solidFill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l" eaLnBrk="1" hangingPunct="1">
                  <a:defRPr/>
                </a:pPr>
                <a:r>
                  <a:rPr lang="en-US" altLang="zh-CN"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黑体" pitchFamily="2" charset="-122"/>
                    <a:ea typeface="黑体" pitchFamily="2" charset="-122"/>
                  </a:rPr>
                  <a:t>1</a:t>
                </a:r>
              </a:p>
            </p:txBody>
          </p:sp>
        </p:grpSp>
        <p:sp>
          <p:nvSpPr>
            <p:cNvPr id="19" name="Oval 21">
              <a:extLst>
                <a:ext uri="{FF2B5EF4-FFF2-40B4-BE49-F238E27FC236}">
                  <a16:creationId xmlns:a16="http://schemas.microsoft.com/office/drawing/2014/main" id="{47D5831A-E877-4668-4683-027768F1C2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7" y="1980"/>
              <a:ext cx="73" cy="72"/>
            </a:xfrm>
            <a:prstGeom prst="ellipse">
              <a:avLst/>
            </a:prstGeom>
            <a:solidFill>
              <a:srgbClr val="0000FF"/>
            </a:solidFill>
            <a:ln w="0">
              <a:solidFill>
                <a:srgbClr val="0000FF"/>
              </a:solidFill>
              <a:round/>
              <a:headEnd type="none" w="sm" len="lg"/>
              <a:tailEnd type="none" w="sm" len="lg"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</p:grpSp>
      <p:graphicFrame>
        <p:nvGraphicFramePr>
          <p:cNvPr id="22" name="Object 23">
            <a:extLst>
              <a:ext uri="{FF2B5EF4-FFF2-40B4-BE49-F238E27FC236}">
                <a16:creationId xmlns:a16="http://schemas.microsoft.com/office/drawing/2014/main" id="{9A63E5AD-6FED-A8E0-EAAD-F08A543E95D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82220" y="3633119"/>
          <a:ext cx="2324100" cy="671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utoCAD Drawing" r:id="rId3" imgW="11487150" imgH="7848600" progId="AutoCAD.Drawing.16">
                  <p:embed/>
                </p:oleObj>
              </mc:Choice>
              <mc:Fallback>
                <p:oleObj name="AutoCAD Drawing" r:id="rId3" imgW="11487150" imgH="7848600" progId="AutoCAD.Drawing.16">
                  <p:embed/>
                  <p:pic>
                    <p:nvPicPr>
                      <p:cNvPr id="22" name="Object 23">
                        <a:extLst>
                          <a:ext uri="{FF2B5EF4-FFF2-40B4-BE49-F238E27FC236}">
                            <a16:creationId xmlns:a16="http://schemas.microsoft.com/office/drawing/2014/main" id="{9A63E5AD-6FED-A8E0-EAAD-F08A543E95D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9637" t="48222" r="50479" b="39139"/>
                      <a:stretch>
                        <a:fillRect/>
                      </a:stretch>
                    </p:blipFill>
                    <p:spPr bwMode="auto">
                      <a:xfrm>
                        <a:off x="2082220" y="3633119"/>
                        <a:ext cx="2324100" cy="671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0">
                            <a:solidFill>
                              <a:srgbClr val="000000"/>
                            </a:solidFill>
                            <a:miter lim="800000"/>
                            <a:headEnd type="none" w="sm" len="lg"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4">
            <a:extLst>
              <a:ext uri="{FF2B5EF4-FFF2-40B4-BE49-F238E27FC236}">
                <a16:creationId xmlns:a16="http://schemas.microsoft.com/office/drawing/2014/main" id="{85DED17C-B9B7-D51E-31DB-A6DE2E5A160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58695" y="4591969"/>
          <a:ext cx="746125" cy="1430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utoCAD Drawing" r:id="rId5" imgW="11487150" imgH="7848600" progId="AutoCAD.Drawing.16">
                  <p:embed/>
                </p:oleObj>
              </mc:Choice>
              <mc:Fallback>
                <p:oleObj name="AutoCAD Drawing" r:id="rId5" imgW="11487150" imgH="7848600" progId="AutoCAD.Drawing.16">
                  <p:embed/>
                  <p:pic>
                    <p:nvPicPr>
                      <p:cNvPr id="23" name="Object 24">
                        <a:extLst>
                          <a:ext uri="{FF2B5EF4-FFF2-40B4-BE49-F238E27FC236}">
                            <a16:creationId xmlns:a16="http://schemas.microsoft.com/office/drawing/2014/main" id="{85DED17C-B9B7-D51E-31DB-A6DE2E5A160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48581" t="66747" r="41826" b="6334"/>
                      <a:stretch>
                        <a:fillRect/>
                      </a:stretch>
                    </p:blipFill>
                    <p:spPr bwMode="auto">
                      <a:xfrm>
                        <a:off x="4358695" y="4591969"/>
                        <a:ext cx="746125" cy="1430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0">
                            <a:solidFill>
                              <a:srgbClr val="000000"/>
                            </a:solidFill>
                            <a:miter lim="800000"/>
                            <a:headEnd type="none" w="sm" len="lg"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25">
            <a:extLst>
              <a:ext uri="{FF2B5EF4-FFF2-40B4-BE49-F238E27FC236}">
                <a16:creationId xmlns:a16="http://schemas.microsoft.com/office/drawing/2014/main" id="{68374E48-6A82-9B81-E056-966391366F4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07895" y="3004469"/>
          <a:ext cx="488950" cy="1000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utoCAD Drawing" r:id="rId7" imgW="11487150" imgH="7848600" progId="AutoCAD.Drawing.16">
                  <p:embed/>
                </p:oleObj>
              </mc:Choice>
              <mc:Fallback>
                <p:oleObj name="AutoCAD Drawing" r:id="rId7" imgW="11487150" imgH="7848600" progId="AutoCAD.Drawing.16">
                  <p:embed/>
                  <p:pic>
                    <p:nvPicPr>
                      <p:cNvPr id="24" name="Object 25">
                        <a:extLst>
                          <a:ext uri="{FF2B5EF4-FFF2-40B4-BE49-F238E27FC236}">
                            <a16:creationId xmlns:a16="http://schemas.microsoft.com/office/drawing/2014/main" id="{68374E48-6A82-9B81-E056-966391366F4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48030" t="36690" r="45683" b="44487"/>
                      <a:stretch>
                        <a:fillRect/>
                      </a:stretch>
                    </p:blipFill>
                    <p:spPr bwMode="auto">
                      <a:xfrm>
                        <a:off x="4307895" y="3004469"/>
                        <a:ext cx="488950" cy="1000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0">
                            <a:solidFill>
                              <a:srgbClr val="000000"/>
                            </a:solidFill>
                            <a:miter lim="800000"/>
                            <a:headEnd type="none" w="sm" len="lg"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26">
            <a:extLst>
              <a:ext uri="{FF2B5EF4-FFF2-40B4-BE49-F238E27FC236}">
                <a16:creationId xmlns:a16="http://schemas.microsoft.com/office/drawing/2014/main" id="{A321FAA0-C1CA-C43D-1CB6-20A07EF186D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45708" y="1196306"/>
          <a:ext cx="5160962" cy="4975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utoCAD Drawing" r:id="rId9" imgW="11487150" imgH="7848600" progId="AutoCAD.Drawing.16">
                  <p:embed/>
                </p:oleObj>
              </mc:Choice>
              <mc:Fallback>
                <p:oleObj name="AutoCAD Drawing" r:id="rId9" imgW="11487150" imgH="7848600" progId="AutoCAD.Drawing.16">
                  <p:embed/>
                  <p:pic>
                    <p:nvPicPr>
                      <p:cNvPr id="25" name="Object 26">
                        <a:extLst>
                          <a:ext uri="{FF2B5EF4-FFF2-40B4-BE49-F238E27FC236}">
                            <a16:creationId xmlns:a16="http://schemas.microsoft.com/office/drawing/2014/main" id="{A321FAA0-C1CA-C43D-1CB6-20A07EF186D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9148" t="2753" r="14510" b="3624"/>
                      <a:stretch>
                        <a:fillRect/>
                      </a:stretch>
                    </p:blipFill>
                    <p:spPr bwMode="auto">
                      <a:xfrm>
                        <a:off x="2045708" y="1196306"/>
                        <a:ext cx="5160962" cy="4975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0">
                            <a:solidFill>
                              <a:srgbClr val="000000"/>
                            </a:solidFill>
                            <a:miter lim="800000"/>
                            <a:headEnd type="none" w="sm" len="lg"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27">
            <a:extLst>
              <a:ext uri="{FF2B5EF4-FFF2-40B4-BE49-F238E27FC236}">
                <a16:creationId xmlns:a16="http://schemas.microsoft.com/office/drawing/2014/main" id="{04504F9B-3B38-A00E-016F-914C22C4F96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93383" y="3629944"/>
          <a:ext cx="1512887" cy="369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utoCAD Drawing" r:id="rId11" imgW="11487150" imgH="7848600" progId="AutoCAD.Drawing.16">
                  <p:embed/>
                </p:oleObj>
              </mc:Choice>
              <mc:Fallback>
                <p:oleObj name="AutoCAD Drawing" r:id="rId11" imgW="11487150" imgH="7848600" progId="AutoCAD.Drawing.16">
                  <p:embed/>
                  <p:pic>
                    <p:nvPicPr>
                      <p:cNvPr id="26" name="Object 27">
                        <a:extLst>
                          <a:ext uri="{FF2B5EF4-FFF2-40B4-BE49-F238E27FC236}">
                            <a16:creationId xmlns:a16="http://schemas.microsoft.com/office/drawing/2014/main" id="{04504F9B-3B38-A00E-016F-914C22C4F96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24861" t="48880" r="55685" b="44159"/>
                      <a:stretch>
                        <a:fillRect/>
                      </a:stretch>
                    </p:blipFill>
                    <p:spPr bwMode="auto">
                      <a:xfrm>
                        <a:off x="2493383" y="3629944"/>
                        <a:ext cx="1512887" cy="369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0">
                            <a:solidFill>
                              <a:srgbClr val="000000"/>
                            </a:solidFill>
                            <a:miter lim="800000"/>
                            <a:headEnd type="none" w="sm" len="lg"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28">
            <a:extLst>
              <a:ext uri="{FF2B5EF4-FFF2-40B4-BE49-F238E27FC236}">
                <a16:creationId xmlns:a16="http://schemas.microsoft.com/office/drawing/2014/main" id="{6F599922-72B4-FD3E-A537-0DEAB6A6B04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06208" y="3152106"/>
          <a:ext cx="477837" cy="766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utoCAD Drawing" r:id="rId13" imgW="11487150" imgH="7848600" progId="AutoCAD.Drawing.16">
                  <p:embed/>
                </p:oleObj>
              </mc:Choice>
              <mc:Fallback>
                <p:oleObj name="AutoCAD Drawing" r:id="rId13" imgW="11487150" imgH="7848600" progId="AutoCAD.Drawing.16">
                  <p:embed/>
                  <p:pic>
                    <p:nvPicPr>
                      <p:cNvPr id="27" name="Object 28">
                        <a:extLst>
                          <a:ext uri="{FF2B5EF4-FFF2-40B4-BE49-F238E27FC236}">
                            <a16:creationId xmlns:a16="http://schemas.microsoft.com/office/drawing/2014/main" id="{6F599922-72B4-FD3E-A537-0DEAB6A6B04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38048" t="39288" r="55807" b="46281"/>
                      <a:stretch>
                        <a:fillRect/>
                      </a:stretch>
                    </p:blipFill>
                    <p:spPr bwMode="auto">
                      <a:xfrm>
                        <a:off x="3506208" y="3152106"/>
                        <a:ext cx="477837" cy="766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0">
                            <a:solidFill>
                              <a:srgbClr val="000000"/>
                            </a:solidFill>
                            <a:miter lim="800000"/>
                            <a:headEnd type="none" w="sm" len="lg"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AutoShape 29">
            <a:extLst>
              <a:ext uri="{FF2B5EF4-FFF2-40B4-BE49-F238E27FC236}">
                <a16:creationId xmlns:a16="http://schemas.microsoft.com/office/drawing/2014/main" id="{A20F863A-DB28-BDA5-EAD9-F246425B96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47401" y="4069681"/>
            <a:ext cx="811213" cy="706438"/>
          </a:xfrm>
          <a:prstGeom prst="flowChartMultidocument">
            <a:avLst/>
          </a:prstGeom>
          <a:noFill/>
          <a:ln w="28575">
            <a:solidFill>
              <a:srgbClr val="0000FF"/>
            </a:solidFill>
            <a:miter lim="800000"/>
            <a:headEnd type="non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FF0066"/>
                </a:solidFill>
                <a:ea typeface="黑体" pitchFamily="2" charset="-122"/>
              </a:rPr>
              <a:t>四孔</a:t>
            </a:r>
          </a:p>
        </p:txBody>
      </p:sp>
      <p:sp>
        <p:nvSpPr>
          <p:cNvPr id="29" name="AutoShape 30">
            <a:extLst>
              <a:ext uri="{FF2B5EF4-FFF2-40B4-BE49-F238E27FC236}">
                <a16:creationId xmlns:a16="http://schemas.microsoft.com/office/drawing/2014/main" id="{70B1BC96-55AC-1AB2-6DE7-9AB0AB767506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8909264" y="4237956"/>
            <a:ext cx="336550" cy="241300"/>
          </a:xfrm>
          <a:prstGeom prst="leftArrow">
            <a:avLst>
              <a:gd name="adj1" fmla="val 50000"/>
              <a:gd name="adj2" fmla="val 34868"/>
            </a:avLst>
          </a:prstGeom>
          <a:solidFill>
            <a:srgbClr val="2010F6"/>
          </a:solidFill>
          <a:ln w="0">
            <a:solidFill>
              <a:srgbClr val="0000FF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grpSp>
        <p:nvGrpSpPr>
          <p:cNvPr id="30" name="Group 31">
            <a:extLst>
              <a:ext uri="{FF2B5EF4-FFF2-40B4-BE49-F238E27FC236}">
                <a16:creationId xmlns:a16="http://schemas.microsoft.com/office/drawing/2014/main" id="{F334F76F-D5F9-EAC8-1357-DB09EF1D054D}"/>
              </a:ext>
            </a:extLst>
          </p:cNvPr>
          <p:cNvGrpSpPr>
            <a:grpSpLocks/>
          </p:cNvGrpSpPr>
          <p:nvPr/>
        </p:nvGrpSpPr>
        <p:grpSpPr bwMode="auto">
          <a:xfrm>
            <a:off x="8975939" y="4798344"/>
            <a:ext cx="1341437" cy="501650"/>
            <a:chOff x="4210" y="2527"/>
            <a:chExt cx="845" cy="316"/>
          </a:xfrm>
        </p:grpSpPr>
        <p:sp>
          <p:nvSpPr>
            <p:cNvPr id="31" name="AutoShape 32">
              <a:extLst>
                <a:ext uri="{FF2B5EF4-FFF2-40B4-BE49-F238E27FC236}">
                  <a16:creationId xmlns:a16="http://schemas.microsoft.com/office/drawing/2014/main" id="{C5BA397A-C958-054D-0ED8-AE83F746E7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39" y="2527"/>
              <a:ext cx="179" cy="158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rgbClr val="2010F6"/>
            </a:solidFill>
            <a:ln w="0">
              <a:solidFill>
                <a:srgbClr val="0000FF"/>
              </a:solidFill>
              <a:miter lim="800000"/>
              <a:headEnd type="none" w="sm" len="lg"/>
              <a:tailEnd type="none" w="sm" len="lg"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32" name="Rectangle 33">
              <a:extLst>
                <a:ext uri="{FF2B5EF4-FFF2-40B4-BE49-F238E27FC236}">
                  <a16:creationId xmlns:a16="http://schemas.microsoft.com/office/drawing/2014/main" id="{5A7455FA-8634-0716-5FE9-ADE536A55C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5" y="2646"/>
              <a:ext cx="755" cy="76"/>
            </a:xfrm>
            <a:prstGeom prst="rect">
              <a:avLst/>
            </a:prstGeom>
            <a:solidFill>
              <a:srgbClr val="2010F6"/>
            </a:solidFill>
            <a:ln w="0">
              <a:solidFill>
                <a:srgbClr val="0000FF"/>
              </a:solidFill>
              <a:miter lim="800000"/>
              <a:headEnd type="none" w="sm" len="lg"/>
              <a:tailEnd type="none" w="sm" len="lg"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33" name="AutoShape 34">
              <a:extLst>
                <a:ext uri="{FF2B5EF4-FFF2-40B4-BE49-F238E27FC236}">
                  <a16:creationId xmlns:a16="http://schemas.microsoft.com/office/drawing/2014/main" id="{81E8BF1E-49BF-C981-ECED-B752A32BEF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2722"/>
              <a:ext cx="179" cy="120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rgbClr val="2010F6"/>
            </a:solidFill>
            <a:ln w="0">
              <a:solidFill>
                <a:srgbClr val="0000FF"/>
              </a:solidFill>
              <a:miter lim="800000"/>
              <a:headEnd type="none" w="sm" len="lg"/>
              <a:tailEnd type="none" w="sm" len="lg"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34" name="AutoShape 35">
              <a:extLst>
                <a:ext uri="{FF2B5EF4-FFF2-40B4-BE49-F238E27FC236}">
                  <a16:creationId xmlns:a16="http://schemas.microsoft.com/office/drawing/2014/main" id="{257E688A-56C1-4106-7C36-8EC8D91D93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6" y="2723"/>
              <a:ext cx="179" cy="120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rgbClr val="2010F6"/>
            </a:solidFill>
            <a:ln w="0">
              <a:solidFill>
                <a:srgbClr val="0000FF"/>
              </a:solidFill>
              <a:miter lim="800000"/>
              <a:headEnd type="none" w="sm" len="lg"/>
              <a:tailEnd type="none" w="sm" len="lg"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</p:grpSp>
      <p:sp>
        <p:nvSpPr>
          <p:cNvPr id="35" name="Rectangle 36">
            <a:extLst>
              <a:ext uri="{FF2B5EF4-FFF2-40B4-BE49-F238E27FC236}">
                <a16:creationId xmlns:a16="http://schemas.microsoft.com/office/drawing/2014/main" id="{BA1090B1-CDBD-31AA-2405-547ACBE7CE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3389" y="5307931"/>
            <a:ext cx="439737" cy="838200"/>
          </a:xfrm>
          <a:prstGeom prst="rect">
            <a:avLst/>
          </a:prstGeom>
          <a:noFill/>
          <a:ln w="28575">
            <a:solidFill>
              <a:srgbClr val="0000FF"/>
            </a:solidFill>
            <a:miter lim="800000"/>
            <a:headEnd type="non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FF0066"/>
                </a:solidFill>
                <a:ea typeface="黑体" pitchFamily="2" charset="-122"/>
              </a:rPr>
              <a:t>定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FF0066"/>
                </a:solidFill>
                <a:ea typeface="黑体" pitchFamily="2" charset="-122"/>
              </a:rPr>
              <a:t>位</a:t>
            </a:r>
          </a:p>
        </p:txBody>
      </p:sp>
      <p:sp>
        <p:nvSpPr>
          <p:cNvPr id="36" name="Rectangle 37">
            <a:extLst>
              <a:ext uri="{FF2B5EF4-FFF2-40B4-BE49-F238E27FC236}">
                <a16:creationId xmlns:a16="http://schemas.microsoft.com/office/drawing/2014/main" id="{5D62D1BB-1E4B-1577-A845-DE4F3EA1D6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58601" y="5309519"/>
            <a:ext cx="439738" cy="838200"/>
          </a:xfrm>
          <a:prstGeom prst="rect">
            <a:avLst/>
          </a:prstGeom>
          <a:noFill/>
          <a:ln w="28575">
            <a:solidFill>
              <a:srgbClr val="0000FF"/>
            </a:solidFill>
            <a:miter lim="800000"/>
            <a:headEnd type="non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FF0066"/>
                </a:solidFill>
                <a:ea typeface="黑体" pitchFamily="2" charset="-122"/>
              </a:rPr>
              <a:t>定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FF0066"/>
                </a:solidFill>
                <a:ea typeface="黑体" pitchFamily="2" charset="-122"/>
              </a:rPr>
              <a:t>形</a:t>
            </a:r>
          </a:p>
        </p:txBody>
      </p:sp>
      <p:graphicFrame>
        <p:nvGraphicFramePr>
          <p:cNvPr id="38" name="Object 38">
            <a:extLst>
              <a:ext uri="{FF2B5EF4-FFF2-40B4-BE49-F238E27FC236}">
                <a16:creationId xmlns:a16="http://schemas.microsoft.com/office/drawing/2014/main" id="{8848B4B7-AE43-3ECD-4024-CBF13FCF8BC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07645" y="4253831"/>
          <a:ext cx="1858963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utoCAD Drawing" r:id="rId15" imgW="11487150" imgH="7848600" progId="AutoCAD.Drawing.16">
                  <p:embed/>
                </p:oleObj>
              </mc:Choice>
              <mc:Fallback>
                <p:oleObj name="AutoCAD Drawing" r:id="rId15" imgW="11487150" imgH="7848600" progId="AutoCAD.Drawing.16">
                  <p:embed/>
                  <p:pic>
                    <p:nvPicPr>
                      <p:cNvPr id="38" name="Object 38">
                        <a:extLst>
                          <a:ext uri="{FF2B5EF4-FFF2-40B4-BE49-F238E27FC236}">
                            <a16:creationId xmlns:a16="http://schemas.microsoft.com/office/drawing/2014/main" id="{8848B4B7-AE43-3ECD-4024-CBF13FCF8BC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22514" t="60054" r="53583" b="30534"/>
                      <a:stretch>
                        <a:fillRect/>
                      </a:stretch>
                    </p:blipFill>
                    <p:spPr bwMode="auto">
                      <a:xfrm>
                        <a:off x="2307645" y="4253831"/>
                        <a:ext cx="1858963" cy="500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0">
                            <a:solidFill>
                              <a:srgbClr val="000000"/>
                            </a:solidFill>
                            <a:miter lim="800000"/>
                            <a:headEnd type="none" w="sm" len="lg"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Object 39">
            <a:extLst>
              <a:ext uri="{FF2B5EF4-FFF2-40B4-BE49-F238E27FC236}">
                <a16:creationId xmlns:a16="http://schemas.microsoft.com/office/drawing/2014/main" id="{7278E328-720A-30EF-6556-5CABD0DFCA5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58683" y="4276056"/>
          <a:ext cx="584200" cy="1533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utoCAD Drawing" r:id="rId17" imgW="11487150" imgH="7848600" progId="AutoCAD.Drawing.16">
                  <p:embed/>
                </p:oleObj>
              </mc:Choice>
              <mc:Fallback>
                <p:oleObj name="AutoCAD Drawing" r:id="rId17" imgW="11487150" imgH="7848600" progId="AutoCAD.Drawing.16">
                  <p:embed/>
                  <p:pic>
                    <p:nvPicPr>
                      <p:cNvPr id="39" name="Object 39">
                        <a:extLst>
                          <a:ext uri="{FF2B5EF4-FFF2-40B4-BE49-F238E27FC236}">
                            <a16:creationId xmlns:a16="http://schemas.microsoft.com/office/drawing/2014/main" id="{7278E328-720A-30EF-6556-5CABD0DFCA5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47581" t="60890" r="44928" b="10397"/>
                      <a:stretch>
                        <a:fillRect/>
                      </a:stretch>
                    </p:blipFill>
                    <p:spPr bwMode="auto">
                      <a:xfrm>
                        <a:off x="4258683" y="4276056"/>
                        <a:ext cx="584200" cy="1533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0">
                            <a:solidFill>
                              <a:srgbClr val="000000"/>
                            </a:solidFill>
                            <a:miter lim="800000"/>
                            <a:headEnd type="none" w="sm" len="lg"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0" name="Group 40">
            <a:extLst>
              <a:ext uri="{FF2B5EF4-FFF2-40B4-BE49-F238E27FC236}">
                <a16:creationId xmlns:a16="http://schemas.microsoft.com/office/drawing/2014/main" id="{234055B2-3DC6-8D56-6EB2-C1898148CCC8}"/>
              </a:ext>
            </a:extLst>
          </p:cNvPr>
          <p:cNvGrpSpPr>
            <a:grpSpLocks/>
          </p:cNvGrpSpPr>
          <p:nvPr/>
        </p:nvGrpSpPr>
        <p:grpSpPr bwMode="auto">
          <a:xfrm>
            <a:off x="3798308" y="2552031"/>
            <a:ext cx="1503362" cy="841375"/>
            <a:chOff x="1463" y="1444"/>
            <a:chExt cx="947" cy="530"/>
          </a:xfrm>
        </p:grpSpPr>
        <p:grpSp>
          <p:nvGrpSpPr>
            <p:cNvPr id="41" name="Group 41">
              <a:extLst>
                <a:ext uri="{FF2B5EF4-FFF2-40B4-BE49-F238E27FC236}">
                  <a16:creationId xmlns:a16="http://schemas.microsoft.com/office/drawing/2014/main" id="{DE11DA50-968E-440A-6930-A803CB733CF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63" y="1444"/>
              <a:ext cx="947" cy="187"/>
              <a:chOff x="3570" y="3310"/>
              <a:chExt cx="947" cy="187"/>
            </a:xfrm>
          </p:grpSpPr>
          <p:sp>
            <p:nvSpPr>
              <p:cNvPr id="43" name="Text Box 42">
                <a:extLst>
                  <a:ext uri="{FF2B5EF4-FFF2-40B4-BE49-F238E27FC236}">
                    <a16:creationId xmlns:a16="http://schemas.microsoft.com/office/drawing/2014/main" id="{1400EDC5-81C7-304F-CFC5-56039BF915C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70" y="3314"/>
                <a:ext cx="947" cy="1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300" i="1">
                    <a:solidFill>
                      <a:srgbClr val="F31313"/>
                    </a:solidFill>
                    <a:latin typeface="ISOCPEUR" pitchFamily="34" charset="0"/>
                  </a:rPr>
                  <a:t>4X</a:t>
                </a:r>
                <a:r>
                  <a:rPr lang="en-US" altLang="zh-CN" sz="1300" b="0" i="1">
                    <a:solidFill>
                      <a:srgbClr val="F31313"/>
                    </a:solidFill>
                    <a:latin typeface="ISOCPEUR" pitchFamily="34" charset="0"/>
                  </a:rPr>
                  <a:t>   </a:t>
                </a:r>
                <a:r>
                  <a:rPr lang="en-US" altLang="zh-CN" sz="1300" i="1">
                    <a:solidFill>
                      <a:srgbClr val="F31313"/>
                    </a:solidFill>
                    <a:latin typeface="ISOCPEUR" pitchFamily="34" charset="0"/>
                    <a:sym typeface="Technic" pitchFamily="2" charset="2"/>
                  </a:rPr>
                  <a:t>2</a:t>
                </a:r>
              </a:p>
            </p:txBody>
          </p:sp>
          <p:sp>
            <p:nvSpPr>
              <p:cNvPr id="44" name="Text Box 43">
                <a:extLst>
                  <a:ext uri="{FF2B5EF4-FFF2-40B4-BE49-F238E27FC236}">
                    <a16:creationId xmlns:a16="http://schemas.microsoft.com/office/drawing/2014/main" id="{7B952EC1-9830-D7DD-4EC5-C41F0514658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20760055">
                <a:off x="3673" y="3310"/>
                <a:ext cx="242" cy="1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300" dirty="0">
                    <a:solidFill>
                      <a:srgbClr val="F31313"/>
                    </a:solidFill>
                    <a:latin typeface="ISOCPEUR" pitchFamily="34" charset="0"/>
                    <a:sym typeface="Symbol" pitchFamily="18" charset="2"/>
                  </a:rPr>
                  <a:t> </a:t>
                </a:r>
              </a:p>
            </p:txBody>
          </p:sp>
        </p:grpSp>
        <p:graphicFrame>
          <p:nvGraphicFramePr>
            <p:cNvPr id="42" name="Object 44">
              <a:extLst>
                <a:ext uri="{FF2B5EF4-FFF2-40B4-BE49-F238E27FC236}">
                  <a16:creationId xmlns:a16="http://schemas.microsoft.com/office/drawing/2014/main" id="{2C1C6C08-F337-D0CE-186E-E50C608E8B8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70" y="1596"/>
            <a:ext cx="419" cy="3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AutoCAD Drawing" r:id="rId19" imgW="11487150" imgH="7848600" progId="AutoCAD.Drawing.16">
                    <p:embed/>
                  </p:oleObj>
                </mc:Choice>
                <mc:Fallback>
                  <p:oleObj name="AutoCAD Drawing" r:id="rId19" imgW="11487150" imgH="7848600" progId="AutoCAD.Drawing.16">
                    <p:embed/>
                    <p:pic>
                      <p:nvPicPr>
                        <p:cNvPr id="42" name="Object 44">
                          <a:extLst>
                            <a:ext uri="{FF2B5EF4-FFF2-40B4-BE49-F238E27FC236}">
                              <a16:creationId xmlns:a16="http://schemas.microsoft.com/office/drawing/2014/main" id="{2C1C6C08-F337-D0CE-186E-E50C608E8B8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l="41931" t="32841" r="49767" b="56187"/>
                        <a:stretch>
                          <a:fillRect/>
                        </a:stretch>
                      </p:blipFill>
                      <p:spPr bwMode="auto">
                        <a:xfrm>
                          <a:off x="1470" y="1596"/>
                          <a:ext cx="419" cy="3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0">
                              <a:solidFill>
                                <a:srgbClr val="000000"/>
                              </a:solidFill>
                              <a:miter lim="800000"/>
                              <a:headEnd type="none" w="sm" len="lg"/>
                              <a:tailEnd type="none" w="sm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774354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000"/>
                            </p:stCondLst>
                            <p:childTnLst>
                              <p:par>
                                <p:cTn id="5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500"/>
                            </p:stCondLst>
                            <p:childTnLst>
                              <p:par>
                                <p:cTn id="5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 autoUpdateAnimBg="0"/>
      <p:bldP spid="5" grpId="0" animBg="1"/>
      <p:bldP spid="9" grpId="0" animBg="1" autoUpdateAnimBg="0"/>
      <p:bldP spid="10" grpId="0" animBg="1" autoUpdateAnimBg="0"/>
      <p:bldP spid="11" grpId="0" animBg="1" autoUpdateAnimBg="0"/>
      <p:bldP spid="12" grpId="0" animBg="1" autoUpdateAnimBg="0"/>
      <p:bldP spid="13" grpId="0" animBg="1" autoUpdateAnimBg="0"/>
      <p:bldP spid="14" grpId="0" animBg="1" autoUpdateAnimBg="0"/>
      <p:bldP spid="15" grpId="0" animBg="1"/>
      <p:bldP spid="28" grpId="0" animBg="1" autoUpdateAnimBg="0"/>
      <p:bldP spid="29" grpId="0" animBg="1"/>
      <p:bldP spid="35" grpId="0" animBg="1" autoUpdateAnimBg="0"/>
      <p:bldP spid="36" grpId="0" animBg="1" autoUpdateAnimBg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653634-AE3E-8C9E-DEAB-9439FF860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>
            <a:extLst>
              <a:ext uri="{FF2B5EF4-FFF2-40B4-BE49-F238E27FC236}">
                <a16:creationId xmlns:a16="http://schemas.microsoft.com/office/drawing/2014/main" id="{9B9E7C42-2056-7100-7B25-C5CA1A945E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19" y="412176"/>
            <a:ext cx="5230919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11.2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组合体的尺寸标注方法</a:t>
            </a:r>
          </a:p>
        </p:txBody>
      </p:sp>
      <p:sp>
        <p:nvSpPr>
          <p:cNvPr id="16" name="灯片编号占位符 3">
            <a:extLst>
              <a:ext uri="{FF2B5EF4-FFF2-40B4-BE49-F238E27FC236}">
                <a16:creationId xmlns:a16="http://schemas.microsoft.com/office/drawing/2014/main" id="{7FFACAAC-BEBF-1FE3-8E1E-EA3557D7DEA0}"/>
              </a:ext>
            </a:extLst>
          </p:cNvPr>
          <p:cNvSpPr txBox="1">
            <a:spLocks/>
          </p:cNvSpPr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  <a:pPr/>
              <a:t>66</a:t>
            </a:fld>
            <a:endParaRPr lang="en-US" altLang="zh-CN" dirty="0"/>
          </a:p>
        </p:txBody>
      </p:sp>
      <p:sp>
        <p:nvSpPr>
          <p:cNvPr id="54" name="Rectangle 2">
            <a:extLst>
              <a:ext uri="{FF2B5EF4-FFF2-40B4-BE49-F238E27FC236}">
                <a16:creationId xmlns:a16="http://schemas.microsoft.com/office/drawing/2014/main" id="{D08A892C-F146-F57C-AA0E-7CDC6A6049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7254" y="3013299"/>
            <a:ext cx="344487" cy="976312"/>
          </a:xfrm>
          <a:prstGeom prst="rect">
            <a:avLst/>
          </a:prstGeom>
          <a:solidFill>
            <a:srgbClr val="F313DE"/>
          </a:solidFill>
          <a:ln w="0">
            <a:solidFill>
              <a:srgbClr val="FFFFFF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55" name="Rectangle 3">
            <a:extLst>
              <a:ext uri="{FF2B5EF4-FFF2-40B4-BE49-F238E27FC236}">
                <a16:creationId xmlns:a16="http://schemas.microsoft.com/office/drawing/2014/main" id="{BCD5FC56-78D9-2B3D-F1A8-2A5F9AEC42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8679" y="2959324"/>
            <a:ext cx="438150" cy="10541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56" name="AutoShape 5">
            <a:extLst>
              <a:ext uri="{FF2B5EF4-FFF2-40B4-BE49-F238E27FC236}">
                <a16:creationId xmlns:a16="http://schemas.microsoft.com/office/drawing/2014/main" id="{45A9358E-6BF9-4694-4616-41425CDE5D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18166" y="1143484"/>
            <a:ext cx="1571625" cy="474663"/>
          </a:xfrm>
          <a:prstGeom prst="flowChartProcess">
            <a:avLst/>
          </a:prstGeom>
          <a:solidFill>
            <a:srgbClr val="C0C0C0"/>
          </a:solidFill>
          <a:ln w="0">
            <a:solidFill>
              <a:srgbClr val="000000"/>
            </a:solidFill>
            <a:miter lim="800000"/>
            <a:headEnd type="none" w="sm" len="lg"/>
            <a:tailEnd type="none" w="sm" len="lg"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ea typeface="黑体" pitchFamily="2" charset="-122"/>
              </a:rPr>
              <a:t>形体分析</a:t>
            </a:r>
          </a:p>
        </p:txBody>
      </p:sp>
      <p:sp>
        <p:nvSpPr>
          <p:cNvPr id="57" name="AutoShape 6">
            <a:extLst>
              <a:ext uri="{FF2B5EF4-FFF2-40B4-BE49-F238E27FC236}">
                <a16:creationId xmlns:a16="http://schemas.microsoft.com/office/drawing/2014/main" id="{7FAD8E8B-A65E-4F1B-E089-B8506D7183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26103" y="1859447"/>
            <a:ext cx="1571625" cy="474662"/>
          </a:xfrm>
          <a:prstGeom prst="flowChartProcess">
            <a:avLst/>
          </a:prstGeom>
          <a:solidFill>
            <a:srgbClr val="C0C0C0"/>
          </a:solidFill>
          <a:ln w="0">
            <a:solidFill>
              <a:srgbClr val="000000"/>
            </a:solidFill>
            <a:miter lim="800000"/>
            <a:headEnd type="none" w="sm" len="lg"/>
            <a:tailEnd type="none" w="sm" len="lg"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ea typeface="黑体" pitchFamily="2" charset="-122"/>
              </a:rPr>
              <a:t>尺寸基准</a:t>
            </a:r>
          </a:p>
        </p:txBody>
      </p:sp>
      <p:sp>
        <p:nvSpPr>
          <p:cNvPr id="58" name="AutoShape 7">
            <a:extLst>
              <a:ext uri="{FF2B5EF4-FFF2-40B4-BE49-F238E27FC236}">
                <a16:creationId xmlns:a16="http://schemas.microsoft.com/office/drawing/2014/main" id="{B56CE359-AEB0-DA40-FC8F-AB238DBAAF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75391" y="1629259"/>
            <a:ext cx="258762" cy="231775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C0C0C0"/>
          </a:solidFill>
          <a:ln w="0">
            <a:solidFill>
              <a:schemeClr val="tx1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59" name="AutoShape 9">
            <a:extLst>
              <a:ext uri="{FF2B5EF4-FFF2-40B4-BE49-F238E27FC236}">
                <a16:creationId xmlns:a16="http://schemas.microsoft.com/office/drawing/2014/main" id="{88CF41A3-C3C1-C84E-F211-8962E825A2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24516" y="2584934"/>
            <a:ext cx="1571625" cy="474663"/>
          </a:xfrm>
          <a:prstGeom prst="flowChartProcess">
            <a:avLst/>
          </a:prstGeom>
          <a:solidFill>
            <a:schemeClr val="accent1"/>
          </a:solidFill>
          <a:ln w="0">
            <a:solidFill>
              <a:srgbClr val="000000"/>
            </a:solidFill>
            <a:miter lim="800000"/>
            <a:headEnd type="none" w="sm" len="lg"/>
            <a:tailEnd type="none" w="sm" len="lg"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ea typeface="黑体" pitchFamily="2" charset="-122"/>
              </a:rPr>
              <a:t>定位尺寸</a:t>
            </a:r>
          </a:p>
        </p:txBody>
      </p:sp>
      <p:sp>
        <p:nvSpPr>
          <p:cNvPr id="60" name="AutoShape 10">
            <a:extLst>
              <a:ext uri="{FF2B5EF4-FFF2-40B4-BE49-F238E27FC236}">
                <a16:creationId xmlns:a16="http://schemas.microsoft.com/office/drawing/2014/main" id="{858270C1-FF67-25B3-FD74-88F32135CC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76978" y="2353159"/>
            <a:ext cx="258763" cy="231775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FF0000"/>
          </a:solidFill>
          <a:ln w="0">
            <a:solidFill>
              <a:schemeClr val="tx1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61" name="AutoShape 11">
            <a:extLst>
              <a:ext uri="{FF2B5EF4-FFF2-40B4-BE49-F238E27FC236}">
                <a16:creationId xmlns:a16="http://schemas.microsoft.com/office/drawing/2014/main" id="{19028FFA-A3F9-951B-0CC0-E4E1E4B41D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16578" y="3315184"/>
            <a:ext cx="1571625" cy="474663"/>
          </a:xfrm>
          <a:prstGeom prst="flowChartProcess">
            <a:avLst/>
          </a:prstGeom>
          <a:solidFill>
            <a:schemeClr val="accent1"/>
          </a:solidFill>
          <a:ln w="0">
            <a:solidFill>
              <a:srgbClr val="000000"/>
            </a:solidFill>
            <a:miter lim="800000"/>
            <a:headEnd type="none" w="sm" len="lg"/>
            <a:tailEnd type="none" w="sm" len="lg"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ea typeface="黑体" pitchFamily="2" charset="-122"/>
              </a:rPr>
              <a:t>定形尺寸</a:t>
            </a:r>
          </a:p>
        </p:txBody>
      </p:sp>
      <p:sp>
        <p:nvSpPr>
          <p:cNvPr id="62" name="AutoShape 12">
            <a:extLst>
              <a:ext uri="{FF2B5EF4-FFF2-40B4-BE49-F238E27FC236}">
                <a16:creationId xmlns:a16="http://schemas.microsoft.com/office/drawing/2014/main" id="{506D9CA3-D068-7B48-3E84-0BCA4B7C63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78566" y="3077059"/>
            <a:ext cx="258762" cy="231775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FF0000"/>
          </a:solidFill>
          <a:ln w="0">
            <a:solidFill>
              <a:schemeClr val="tx1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63" name="AutoShape 13">
            <a:extLst>
              <a:ext uri="{FF2B5EF4-FFF2-40B4-BE49-F238E27FC236}">
                <a16:creationId xmlns:a16="http://schemas.microsoft.com/office/drawing/2014/main" id="{4321E43F-CF15-6AEF-EFA5-AC92B850D6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6016" y="2603984"/>
            <a:ext cx="593725" cy="1208088"/>
          </a:xfrm>
          <a:prstGeom prst="rightArrowCallout">
            <a:avLst>
              <a:gd name="adj1" fmla="val 50869"/>
              <a:gd name="adj2" fmla="val 50869"/>
              <a:gd name="adj3" fmla="val 16667"/>
              <a:gd name="adj4" fmla="val 66667"/>
            </a:avLst>
          </a:prstGeom>
          <a:noFill/>
          <a:ln w="38100">
            <a:solidFill>
              <a:srgbClr val="0000FF"/>
            </a:solidFill>
            <a:miter lim="800000"/>
            <a:headEnd type="non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FF0066"/>
                </a:solidFill>
                <a:latin typeface="黑体" pitchFamily="2" charset="-122"/>
                <a:ea typeface="黑体" pitchFamily="2" charset="-122"/>
              </a:rPr>
              <a:t>形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FF0066"/>
                </a:solidFill>
                <a:latin typeface="黑体" pitchFamily="2" charset="-122"/>
                <a:ea typeface="黑体" pitchFamily="2" charset="-122"/>
              </a:rPr>
              <a:t>体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100">
                <a:solidFill>
                  <a:srgbClr val="FF0066"/>
                </a:solidFill>
              </a:rPr>
              <a:t>III</a:t>
            </a:r>
          </a:p>
        </p:txBody>
      </p:sp>
      <p:grpSp>
        <p:nvGrpSpPr>
          <p:cNvPr id="64" name="Group 14">
            <a:extLst>
              <a:ext uri="{FF2B5EF4-FFF2-40B4-BE49-F238E27FC236}">
                <a16:creationId xmlns:a16="http://schemas.microsoft.com/office/drawing/2014/main" id="{962C796B-52B7-D730-C775-F4C76A2B58E7}"/>
              </a:ext>
            </a:extLst>
          </p:cNvPr>
          <p:cNvGrpSpPr>
            <a:grpSpLocks/>
          </p:cNvGrpSpPr>
          <p:nvPr/>
        </p:nvGrpSpPr>
        <p:grpSpPr bwMode="auto">
          <a:xfrm>
            <a:off x="1631504" y="2689449"/>
            <a:ext cx="1114425" cy="830262"/>
            <a:chOff x="288" y="1529"/>
            <a:chExt cx="702" cy="523"/>
          </a:xfrm>
        </p:grpSpPr>
        <p:grpSp>
          <p:nvGrpSpPr>
            <p:cNvPr id="65" name="Group 15">
              <a:extLst>
                <a:ext uri="{FF2B5EF4-FFF2-40B4-BE49-F238E27FC236}">
                  <a16:creationId xmlns:a16="http://schemas.microsoft.com/office/drawing/2014/main" id="{947291CD-1B24-A4BC-8EE0-E1A4E072DAE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" y="1529"/>
              <a:ext cx="671" cy="489"/>
              <a:chOff x="209" y="1227"/>
              <a:chExt cx="671" cy="489"/>
            </a:xfrm>
          </p:grpSpPr>
          <p:sp>
            <p:nvSpPr>
              <p:cNvPr id="67" name="Line 16">
                <a:extLst>
                  <a:ext uri="{FF2B5EF4-FFF2-40B4-BE49-F238E27FC236}">
                    <a16:creationId xmlns:a16="http://schemas.microsoft.com/office/drawing/2014/main" id="{E8D1846D-05E2-B7FE-FB19-FC41C27D45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87" y="1475"/>
                <a:ext cx="493" cy="241"/>
              </a:xfrm>
              <a:prstGeom prst="line">
                <a:avLst/>
              </a:prstGeom>
              <a:noFill/>
              <a:ln w="28575">
                <a:solidFill>
                  <a:srgbClr val="00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8" name="Text Box 17">
                <a:extLst>
                  <a:ext uri="{FF2B5EF4-FFF2-40B4-BE49-F238E27FC236}">
                    <a16:creationId xmlns:a16="http://schemas.microsoft.com/office/drawing/2014/main" id="{6C98040A-D736-67F8-902F-4906021F1BA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9" y="1227"/>
                <a:ext cx="219" cy="294"/>
              </a:xfrm>
              <a:prstGeom prst="rect">
                <a:avLst/>
              </a:prstGeom>
              <a:solidFill>
                <a:schemeClr val="hlink"/>
              </a:solidFill>
              <a:ln w="9525">
                <a:solidFill>
                  <a:srgbClr val="000066"/>
                </a:solidFill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l" eaLnBrk="1" hangingPunct="1">
                  <a:defRPr/>
                </a:pPr>
                <a:r>
                  <a:rPr lang="en-US" altLang="zh-CN"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黑体" pitchFamily="2" charset="-122"/>
                    <a:ea typeface="黑体" pitchFamily="2" charset="-122"/>
                  </a:rPr>
                  <a:t>1</a:t>
                </a:r>
              </a:p>
            </p:txBody>
          </p:sp>
        </p:grpSp>
        <p:sp>
          <p:nvSpPr>
            <p:cNvPr id="66" name="Oval 18">
              <a:extLst>
                <a:ext uri="{FF2B5EF4-FFF2-40B4-BE49-F238E27FC236}">
                  <a16:creationId xmlns:a16="http://schemas.microsoft.com/office/drawing/2014/main" id="{C1C08121-5028-6FD9-D616-8F3ED45CFD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7" y="1980"/>
              <a:ext cx="73" cy="72"/>
            </a:xfrm>
            <a:prstGeom prst="ellipse">
              <a:avLst/>
            </a:prstGeom>
            <a:solidFill>
              <a:srgbClr val="0000FF"/>
            </a:solidFill>
            <a:ln w="0">
              <a:solidFill>
                <a:srgbClr val="0000FF"/>
              </a:solidFill>
              <a:round/>
              <a:headEnd type="none" w="sm" len="lg"/>
              <a:tailEnd type="none" w="sm" len="lg"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</p:grpSp>
      <p:grpSp>
        <p:nvGrpSpPr>
          <p:cNvPr id="69" name="Group 19">
            <a:extLst>
              <a:ext uri="{FF2B5EF4-FFF2-40B4-BE49-F238E27FC236}">
                <a16:creationId xmlns:a16="http://schemas.microsoft.com/office/drawing/2014/main" id="{9B11BD56-945C-A7E7-6F55-9C545354E3CA}"/>
              </a:ext>
            </a:extLst>
          </p:cNvPr>
          <p:cNvGrpSpPr>
            <a:grpSpLocks/>
          </p:cNvGrpSpPr>
          <p:nvPr/>
        </p:nvGrpSpPr>
        <p:grpSpPr bwMode="auto">
          <a:xfrm>
            <a:off x="1637854" y="1487711"/>
            <a:ext cx="1393825" cy="912813"/>
            <a:chOff x="282" y="817"/>
            <a:chExt cx="878" cy="575"/>
          </a:xfrm>
        </p:grpSpPr>
        <p:grpSp>
          <p:nvGrpSpPr>
            <p:cNvPr id="70" name="Group 20">
              <a:extLst>
                <a:ext uri="{FF2B5EF4-FFF2-40B4-BE49-F238E27FC236}">
                  <a16:creationId xmlns:a16="http://schemas.microsoft.com/office/drawing/2014/main" id="{B2D63B9F-8048-AB98-2381-5BF57795A8A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2" y="817"/>
              <a:ext cx="830" cy="531"/>
              <a:chOff x="282" y="817"/>
              <a:chExt cx="830" cy="531"/>
            </a:xfrm>
          </p:grpSpPr>
          <p:sp>
            <p:nvSpPr>
              <p:cNvPr id="72" name="Text Box 21">
                <a:extLst>
                  <a:ext uri="{FF2B5EF4-FFF2-40B4-BE49-F238E27FC236}">
                    <a16:creationId xmlns:a16="http://schemas.microsoft.com/office/drawing/2014/main" id="{2AC37C29-507E-6230-F154-FFAA624C784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2" y="817"/>
                <a:ext cx="219" cy="294"/>
              </a:xfrm>
              <a:prstGeom prst="rect">
                <a:avLst/>
              </a:prstGeom>
              <a:solidFill>
                <a:schemeClr val="hlink"/>
              </a:solidFill>
              <a:ln w="9525">
                <a:solidFill>
                  <a:srgbClr val="000066"/>
                </a:solidFill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l" eaLnBrk="1" hangingPunct="1">
                  <a:defRPr/>
                </a:pPr>
                <a:r>
                  <a:rPr lang="en-US" altLang="zh-CN"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黑体" pitchFamily="2" charset="-122"/>
                    <a:ea typeface="黑体" pitchFamily="2" charset="-122"/>
                  </a:rPr>
                  <a:t>3</a:t>
                </a:r>
              </a:p>
            </p:txBody>
          </p:sp>
          <p:sp>
            <p:nvSpPr>
              <p:cNvPr id="73" name="Line 22">
                <a:extLst>
                  <a:ext uri="{FF2B5EF4-FFF2-40B4-BE49-F238E27FC236}">
                    <a16:creationId xmlns:a16="http://schemas.microsoft.com/office/drawing/2014/main" id="{3F41BE2B-082C-9CA8-106E-7097B00470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05" y="1079"/>
                <a:ext cx="607" cy="269"/>
              </a:xfrm>
              <a:prstGeom prst="line">
                <a:avLst/>
              </a:prstGeom>
              <a:noFill/>
              <a:ln w="28575">
                <a:solidFill>
                  <a:srgbClr val="00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71" name="Oval 23">
              <a:extLst>
                <a:ext uri="{FF2B5EF4-FFF2-40B4-BE49-F238E27FC236}">
                  <a16:creationId xmlns:a16="http://schemas.microsoft.com/office/drawing/2014/main" id="{CB4F3ECE-177D-D361-0C80-A5843A0D89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7" y="1320"/>
              <a:ext cx="73" cy="72"/>
            </a:xfrm>
            <a:prstGeom prst="ellipse">
              <a:avLst/>
            </a:prstGeom>
            <a:solidFill>
              <a:srgbClr val="0000FF"/>
            </a:solidFill>
            <a:ln w="0">
              <a:solidFill>
                <a:srgbClr val="0000FF"/>
              </a:solidFill>
              <a:round/>
              <a:headEnd type="none" w="sm" len="lg"/>
              <a:tailEnd type="none" w="sm" len="lg"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</p:grpSp>
      <p:sp>
        <p:nvSpPr>
          <p:cNvPr id="74" name="AutoShape 24">
            <a:extLst>
              <a:ext uri="{FF2B5EF4-FFF2-40B4-BE49-F238E27FC236}">
                <a16:creationId xmlns:a16="http://schemas.microsoft.com/office/drawing/2014/main" id="{7B8EE6C4-20D0-C6D9-0E49-3F42651EC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78516" y="4064484"/>
            <a:ext cx="811212" cy="706438"/>
          </a:xfrm>
          <a:prstGeom prst="flowChartMultidocument">
            <a:avLst/>
          </a:prstGeom>
          <a:noFill/>
          <a:ln w="28575">
            <a:solidFill>
              <a:srgbClr val="0000FF"/>
            </a:solidFill>
            <a:miter lim="800000"/>
            <a:headEnd type="non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FF0066"/>
                </a:solidFill>
                <a:ea typeface="黑体" pitchFamily="2" charset="-122"/>
              </a:rPr>
              <a:t>通孔</a:t>
            </a:r>
          </a:p>
        </p:txBody>
      </p:sp>
      <p:sp>
        <p:nvSpPr>
          <p:cNvPr id="75" name="AutoShape 25">
            <a:extLst>
              <a:ext uri="{FF2B5EF4-FFF2-40B4-BE49-F238E27FC236}">
                <a16:creationId xmlns:a16="http://schemas.microsoft.com/office/drawing/2014/main" id="{F143E340-208B-08B6-3B56-9086DE8E34FE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8940378" y="4232759"/>
            <a:ext cx="336550" cy="241300"/>
          </a:xfrm>
          <a:prstGeom prst="leftArrow">
            <a:avLst>
              <a:gd name="adj1" fmla="val 50000"/>
              <a:gd name="adj2" fmla="val 34868"/>
            </a:avLst>
          </a:prstGeom>
          <a:solidFill>
            <a:srgbClr val="2010F6"/>
          </a:solidFill>
          <a:ln w="0">
            <a:solidFill>
              <a:srgbClr val="0000FF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76" name="AutoShape 26">
            <a:extLst>
              <a:ext uri="{FF2B5EF4-FFF2-40B4-BE49-F238E27FC236}">
                <a16:creationId xmlns:a16="http://schemas.microsoft.com/office/drawing/2014/main" id="{83DE152A-8CB8-A064-2C96-56D222F34C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08528" y="4058134"/>
            <a:ext cx="811213" cy="706438"/>
          </a:xfrm>
          <a:prstGeom prst="flowChartMultidocument">
            <a:avLst/>
          </a:prstGeom>
          <a:noFill/>
          <a:ln w="28575">
            <a:solidFill>
              <a:srgbClr val="0000FF"/>
            </a:solidFill>
            <a:miter lim="800000"/>
            <a:headEnd type="non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FF0066"/>
                </a:solidFill>
                <a:ea typeface="黑体" pitchFamily="2" charset="-122"/>
              </a:rPr>
              <a:t>竖板</a:t>
            </a:r>
          </a:p>
        </p:txBody>
      </p:sp>
      <p:sp>
        <p:nvSpPr>
          <p:cNvPr id="77" name="AutoShape 27">
            <a:extLst>
              <a:ext uri="{FF2B5EF4-FFF2-40B4-BE49-F238E27FC236}">
                <a16:creationId xmlns:a16="http://schemas.microsoft.com/office/drawing/2014/main" id="{A74CB01F-5E89-C254-F91F-6363F896C3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9991" y="3821597"/>
            <a:ext cx="258762" cy="231775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0000FF"/>
          </a:solidFill>
          <a:ln w="0">
            <a:solidFill>
              <a:srgbClr val="0000FF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grpSp>
        <p:nvGrpSpPr>
          <p:cNvPr id="78" name="Group 28">
            <a:extLst>
              <a:ext uri="{FF2B5EF4-FFF2-40B4-BE49-F238E27FC236}">
                <a16:creationId xmlns:a16="http://schemas.microsoft.com/office/drawing/2014/main" id="{EED07A5E-B702-C8EA-86AA-99DD471D0E79}"/>
              </a:ext>
            </a:extLst>
          </p:cNvPr>
          <p:cNvGrpSpPr>
            <a:grpSpLocks/>
          </p:cNvGrpSpPr>
          <p:nvPr/>
        </p:nvGrpSpPr>
        <p:grpSpPr bwMode="auto">
          <a:xfrm>
            <a:off x="7951366" y="4793147"/>
            <a:ext cx="1063625" cy="355600"/>
            <a:chOff x="4210" y="2527"/>
            <a:chExt cx="845" cy="316"/>
          </a:xfrm>
        </p:grpSpPr>
        <p:sp>
          <p:nvSpPr>
            <p:cNvPr id="79" name="AutoShape 29">
              <a:extLst>
                <a:ext uri="{FF2B5EF4-FFF2-40B4-BE49-F238E27FC236}">
                  <a16:creationId xmlns:a16="http://schemas.microsoft.com/office/drawing/2014/main" id="{E9A71577-6901-E8B1-0623-8AA073ABC4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39" y="2527"/>
              <a:ext cx="179" cy="158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rgbClr val="2010F6"/>
            </a:solidFill>
            <a:ln w="0">
              <a:solidFill>
                <a:srgbClr val="0000FF"/>
              </a:solidFill>
              <a:miter lim="800000"/>
              <a:headEnd type="none" w="sm" len="lg"/>
              <a:tailEnd type="none" w="sm" len="lg"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80" name="Rectangle 30">
              <a:extLst>
                <a:ext uri="{FF2B5EF4-FFF2-40B4-BE49-F238E27FC236}">
                  <a16:creationId xmlns:a16="http://schemas.microsoft.com/office/drawing/2014/main" id="{26D99BDD-6498-BDD5-F9E4-EEDC79EF28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5" y="2646"/>
              <a:ext cx="755" cy="76"/>
            </a:xfrm>
            <a:prstGeom prst="rect">
              <a:avLst/>
            </a:prstGeom>
            <a:solidFill>
              <a:srgbClr val="2010F6"/>
            </a:solidFill>
            <a:ln w="0">
              <a:solidFill>
                <a:srgbClr val="0000FF"/>
              </a:solidFill>
              <a:miter lim="800000"/>
              <a:headEnd type="none" w="sm" len="lg"/>
              <a:tailEnd type="none" w="sm" len="lg"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81" name="AutoShape 31">
              <a:extLst>
                <a:ext uri="{FF2B5EF4-FFF2-40B4-BE49-F238E27FC236}">
                  <a16:creationId xmlns:a16="http://schemas.microsoft.com/office/drawing/2014/main" id="{62BD50E3-4EBC-2688-4EDD-1C2CE92567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2722"/>
              <a:ext cx="179" cy="120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rgbClr val="2010F6"/>
            </a:solidFill>
            <a:ln w="0">
              <a:solidFill>
                <a:srgbClr val="0000FF"/>
              </a:solidFill>
              <a:miter lim="800000"/>
              <a:headEnd type="none" w="sm" len="lg"/>
              <a:tailEnd type="none" w="sm" len="lg"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82" name="AutoShape 32">
              <a:extLst>
                <a:ext uri="{FF2B5EF4-FFF2-40B4-BE49-F238E27FC236}">
                  <a16:creationId xmlns:a16="http://schemas.microsoft.com/office/drawing/2014/main" id="{10357BC6-C377-15EC-A821-327689B799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6" y="2723"/>
              <a:ext cx="179" cy="120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rgbClr val="2010F6"/>
            </a:solidFill>
            <a:ln w="0">
              <a:solidFill>
                <a:srgbClr val="0000FF"/>
              </a:solidFill>
              <a:miter lim="800000"/>
              <a:headEnd type="none" w="sm" len="lg"/>
              <a:tailEnd type="none" w="sm" len="lg"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</p:grpSp>
      <p:sp>
        <p:nvSpPr>
          <p:cNvPr id="83" name="Rectangle 33">
            <a:extLst>
              <a:ext uri="{FF2B5EF4-FFF2-40B4-BE49-F238E27FC236}">
                <a16:creationId xmlns:a16="http://schemas.microsoft.com/office/drawing/2014/main" id="{DA78BA52-65DE-0D13-79A2-47E219ADCD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5003" y="5159859"/>
            <a:ext cx="439738" cy="838200"/>
          </a:xfrm>
          <a:prstGeom prst="rect">
            <a:avLst/>
          </a:prstGeom>
          <a:noFill/>
          <a:ln w="28575">
            <a:solidFill>
              <a:srgbClr val="0000FF"/>
            </a:solidFill>
            <a:miter lim="800000"/>
            <a:headEnd type="non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FF0066"/>
                </a:solidFill>
                <a:ea typeface="黑体" pitchFamily="2" charset="-122"/>
              </a:rPr>
              <a:t>定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FF0066"/>
                </a:solidFill>
                <a:ea typeface="黑体" pitchFamily="2" charset="-122"/>
              </a:rPr>
              <a:t>位</a:t>
            </a:r>
          </a:p>
        </p:txBody>
      </p:sp>
      <p:sp>
        <p:nvSpPr>
          <p:cNvPr id="84" name="Rectangle 34">
            <a:extLst>
              <a:ext uri="{FF2B5EF4-FFF2-40B4-BE49-F238E27FC236}">
                <a16:creationId xmlns:a16="http://schemas.microsoft.com/office/drawing/2014/main" id="{FEBECC25-F36A-7FB5-DF67-8336E26384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0028" y="5161447"/>
            <a:ext cx="439738" cy="838200"/>
          </a:xfrm>
          <a:prstGeom prst="rect">
            <a:avLst/>
          </a:prstGeom>
          <a:noFill/>
          <a:ln w="28575">
            <a:solidFill>
              <a:srgbClr val="0000FF"/>
            </a:solidFill>
            <a:miter lim="800000"/>
            <a:headEnd type="non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FF0066"/>
                </a:solidFill>
                <a:ea typeface="黑体" pitchFamily="2" charset="-122"/>
              </a:rPr>
              <a:t>定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FF0066"/>
                </a:solidFill>
                <a:ea typeface="黑体" pitchFamily="2" charset="-122"/>
              </a:rPr>
              <a:t>形</a:t>
            </a:r>
          </a:p>
        </p:txBody>
      </p:sp>
      <p:grpSp>
        <p:nvGrpSpPr>
          <p:cNvPr id="85" name="Group 35">
            <a:extLst>
              <a:ext uri="{FF2B5EF4-FFF2-40B4-BE49-F238E27FC236}">
                <a16:creationId xmlns:a16="http://schemas.microsoft.com/office/drawing/2014/main" id="{24939931-D8A3-8DB1-CB27-5A1A5644A5AC}"/>
              </a:ext>
            </a:extLst>
          </p:cNvPr>
          <p:cNvGrpSpPr>
            <a:grpSpLocks/>
          </p:cNvGrpSpPr>
          <p:nvPr/>
        </p:nvGrpSpPr>
        <p:grpSpPr bwMode="auto">
          <a:xfrm>
            <a:off x="9397578" y="4794734"/>
            <a:ext cx="1063625" cy="355600"/>
            <a:chOff x="4210" y="2527"/>
            <a:chExt cx="845" cy="316"/>
          </a:xfrm>
        </p:grpSpPr>
        <p:sp>
          <p:nvSpPr>
            <p:cNvPr id="86" name="AutoShape 36">
              <a:extLst>
                <a:ext uri="{FF2B5EF4-FFF2-40B4-BE49-F238E27FC236}">
                  <a16:creationId xmlns:a16="http://schemas.microsoft.com/office/drawing/2014/main" id="{F9F5D337-CD44-DB0E-C272-45A695027B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39" y="2527"/>
              <a:ext cx="179" cy="158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rgbClr val="2010F6"/>
            </a:solidFill>
            <a:ln w="0">
              <a:solidFill>
                <a:srgbClr val="0000FF"/>
              </a:solidFill>
              <a:miter lim="800000"/>
              <a:headEnd type="none" w="sm" len="lg"/>
              <a:tailEnd type="none" w="sm" len="lg"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87" name="Rectangle 37">
              <a:extLst>
                <a:ext uri="{FF2B5EF4-FFF2-40B4-BE49-F238E27FC236}">
                  <a16:creationId xmlns:a16="http://schemas.microsoft.com/office/drawing/2014/main" id="{E5ED5F3A-4A3B-FC96-7AB6-4CAFDBD958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5" y="2646"/>
              <a:ext cx="755" cy="76"/>
            </a:xfrm>
            <a:prstGeom prst="rect">
              <a:avLst/>
            </a:prstGeom>
            <a:solidFill>
              <a:srgbClr val="2010F6"/>
            </a:solidFill>
            <a:ln w="0">
              <a:solidFill>
                <a:srgbClr val="0000FF"/>
              </a:solidFill>
              <a:miter lim="800000"/>
              <a:headEnd type="none" w="sm" len="lg"/>
              <a:tailEnd type="none" w="sm" len="lg"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88" name="AutoShape 38">
              <a:extLst>
                <a:ext uri="{FF2B5EF4-FFF2-40B4-BE49-F238E27FC236}">
                  <a16:creationId xmlns:a16="http://schemas.microsoft.com/office/drawing/2014/main" id="{1EC3FC01-F024-2D1F-8CA6-7AC88190A3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2722"/>
              <a:ext cx="179" cy="120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rgbClr val="2010F6"/>
            </a:solidFill>
            <a:ln w="0">
              <a:solidFill>
                <a:srgbClr val="0000FF"/>
              </a:solidFill>
              <a:miter lim="800000"/>
              <a:headEnd type="none" w="sm" len="lg"/>
              <a:tailEnd type="none" w="sm" len="lg"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89" name="AutoShape 39">
              <a:extLst>
                <a:ext uri="{FF2B5EF4-FFF2-40B4-BE49-F238E27FC236}">
                  <a16:creationId xmlns:a16="http://schemas.microsoft.com/office/drawing/2014/main" id="{6D48F765-23CE-7D4E-E4E7-94E85212FC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6" y="2723"/>
              <a:ext cx="179" cy="120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rgbClr val="2010F6"/>
            </a:solidFill>
            <a:ln w="0">
              <a:solidFill>
                <a:srgbClr val="0000FF"/>
              </a:solidFill>
              <a:miter lim="800000"/>
              <a:headEnd type="none" w="sm" len="lg"/>
              <a:tailEnd type="none" w="sm" len="lg"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</p:grpSp>
      <p:sp>
        <p:nvSpPr>
          <p:cNvPr id="90" name="Rectangle 40">
            <a:extLst>
              <a:ext uri="{FF2B5EF4-FFF2-40B4-BE49-F238E27FC236}">
                <a16:creationId xmlns:a16="http://schemas.microsoft.com/office/drawing/2014/main" id="{C6405412-E91A-44BC-B73C-CFBA447DFF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91216" y="5161447"/>
            <a:ext cx="439737" cy="838200"/>
          </a:xfrm>
          <a:prstGeom prst="rect">
            <a:avLst/>
          </a:prstGeom>
          <a:noFill/>
          <a:ln w="28575">
            <a:solidFill>
              <a:srgbClr val="0000FF"/>
            </a:solidFill>
            <a:miter lim="800000"/>
            <a:headEnd type="non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FF0066"/>
                </a:solidFill>
                <a:ea typeface="黑体" pitchFamily="2" charset="-122"/>
              </a:rPr>
              <a:t>定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FF0066"/>
                </a:solidFill>
                <a:ea typeface="黑体" pitchFamily="2" charset="-122"/>
              </a:rPr>
              <a:t>位</a:t>
            </a:r>
          </a:p>
        </p:txBody>
      </p:sp>
      <p:sp>
        <p:nvSpPr>
          <p:cNvPr id="91" name="Rectangle 41">
            <a:extLst>
              <a:ext uri="{FF2B5EF4-FFF2-40B4-BE49-F238E27FC236}">
                <a16:creationId xmlns:a16="http://schemas.microsoft.com/office/drawing/2014/main" id="{AFAD4612-2BF3-C8DC-B9E2-CBA4112FBF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26241" y="5163034"/>
            <a:ext cx="439737" cy="838200"/>
          </a:xfrm>
          <a:prstGeom prst="rect">
            <a:avLst/>
          </a:prstGeom>
          <a:noFill/>
          <a:ln w="28575">
            <a:solidFill>
              <a:srgbClr val="0000FF"/>
            </a:solidFill>
            <a:miter lim="800000"/>
            <a:headEnd type="non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FF0066"/>
                </a:solidFill>
                <a:ea typeface="黑体" pitchFamily="2" charset="-122"/>
              </a:rPr>
              <a:t>定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FF0066"/>
                </a:solidFill>
                <a:ea typeface="黑体" pitchFamily="2" charset="-122"/>
              </a:rPr>
              <a:t>形</a:t>
            </a:r>
          </a:p>
        </p:txBody>
      </p:sp>
      <p:graphicFrame>
        <p:nvGraphicFramePr>
          <p:cNvPr id="92" name="Object 42">
            <a:extLst>
              <a:ext uri="{FF2B5EF4-FFF2-40B4-BE49-F238E27FC236}">
                <a16:creationId xmlns:a16="http://schemas.microsoft.com/office/drawing/2014/main" id="{32417AA3-4404-87DA-D1A8-3C792F48C3B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04716" y="1141636"/>
          <a:ext cx="1117600" cy="912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utoCAD Drawing" r:id="rId3" imgW="11487150" imgH="7848600" progId="AutoCAD.Drawing.16">
                  <p:embed/>
                </p:oleObj>
              </mc:Choice>
              <mc:Fallback>
                <p:oleObj name="AutoCAD Drawing" r:id="rId3" imgW="11487150" imgH="7848600" progId="AutoCAD.Drawing.16">
                  <p:embed/>
                  <p:pic>
                    <p:nvPicPr>
                      <p:cNvPr id="92" name="Object 42">
                        <a:extLst>
                          <a:ext uri="{FF2B5EF4-FFF2-40B4-BE49-F238E27FC236}">
                            <a16:creationId xmlns:a16="http://schemas.microsoft.com/office/drawing/2014/main" id="{32417AA3-4404-87DA-D1A8-3C792F48C3B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33618" t="1643" r="52011" b="81177"/>
                      <a:stretch>
                        <a:fillRect/>
                      </a:stretch>
                    </p:blipFill>
                    <p:spPr bwMode="auto">
                      <a:xfrm>
                        <a:off x="3204716" y="1141636"/>
                        <a:ext cx="1117600" cy="912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0">
                            <a:solidFill>
                              <a:srgbClr val="000000"/>
                            </a:solidFill>
                            <a:miter lim="800000"/>
                            <a:headEnd type="none" w="sm" len="lg"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" name="Object 43">
            <a:extLst>
              <a:ext uri="{FF2B5EF4-FFF2-40B4-BE49-F238E27FC236}">
                <a16:creationId xmlns:a16="http://schemas.microsoft.com/office/drawing/2014/main" id="{E28C0FD6-8604-678D-3994-87EB4FAB7DE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00229" y="1052736"/>
          <a:ext cx="1022350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utoCAD Drawing" r:id="rId5" imgW="11487150" imgH="7848600" progId="AutoCAD.Drawing.16">
                  <p:embed/>
                </p:oleObj>
              </mc:Choice>
              <mc:Fallback>
                <p:oleObj name="AutoCAD Drawing" r:id="rId5" imgW="11487150" imgH="7848600" progId="AutoCAD.Drawing.16">
                  <p:embed/>
                  <p:pic>
                    <p:nvPicPr>
                      <p:cNvPr id="93" name="Object 43">
                        <a:extLst>
                          <a:ext uri="{FF2B5EF4-FFF2-40B4-BE49-F238E27FC236}">
                            <a16:creationId xmlns:a16="http://schemas.microsoft.com/office/drawing/2014/main" id="{E28C0FD6-8604-678D-3994-87EB4FAB7DE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61787" r="25067" b="92053"/>
                      <a:stretch>
                        <a:fillRect/>
                      </a:stretch>
                    </p:blipFill>
                    <p:spPr bwMode="auto">
                      <a:xfrm>
                        <a:off x="5400229" y="1052736"/>
                        <a:ext cx="1022350" cy="42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0">
                            <a:solidFill>
                              <a:srgbClr val="000000"/>
                            </a:solidFill>
                            <a:miter lim="800000"/>
                            <a:headEnd type="none" w="sm" len="lg"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4" name="Group 44">
            <a:extLst>
              <a:ext uri="{FF2B5EF4-FFF2-40B4-BE49-F238E27FC236}">
                <a16:creationId xmlns:a16="http://schemas.microsoft.com/office/drawing/2014/main" id="{6D1C5717-0B4E-66E1-04BB-5649B53F3DCC}"/>
              </a:ext>
            </a:extLst>
          </p:cNvPr>
          <p:cNvGrpSpPr>
            <a:grpSpLocks/>
          </p:cNvGrpSpPr>
          <p:nvPr/>
        </p:nvGrpSpPr>
        <p:grpSpPr bwMode="auto">
          <a:xfrm>
            <a:off x="5292279" y="1638524"/>
            <a:ext cx="488950" cy="741362"/>
            <a:chOff x="2379" y="867"/>
            <a:chExt cx="308" cy="467"/>
          </a:xfrm>
        </p:grpSpPr>
        <p:graphicFrame>
          <p:nvGraphicFramePr>
            <p:cNvPr id="95" name="Object 45">
              <a:extLst>
                <a:ext uri="{FF2B5EF4-FFF2-40B4-BE49-F238E27FC236}">
                  <a16:creationId xmlns:a16="http://schemas.microsoft.com/office/drawing/2014/main" id="{661BB59D-790B-EA1F-9639-8E7C6D6CC52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66" y="867"/>
            <a:ext cx="221" cy="4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AutoCAD Drawing" r:id="rId7" imgW="11487150" imgH="7848600" progId="AutoCAD.Drawing.16">
                    <p:embed/>
                  </p:oleObj>
                </mc:Choice>
                <mc:Fallback>
                  <p:oleObj name="AutoCAD Drawing" r:id="rId7" imgW="11487150" imgH="7848600" progId="AutoCAD.Drawing.16">
                    <p:embed/>
                    <p:pic>
                      <p:nvPicPr>
                        <p:cNvPr id="95" name="Object 45">
                          <a:extLst>
                            <a:ext uri="{FF2B5EF4-FFF2-40B4-BE49-F238E27FC236}">
                              <a16:creationId xmlns:a16="http://schemas.microsoft.com/office/drawing/2014/main" id="{661BB59D-790B-EA1F-9639-8E7C6D6CC52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l="62442" t="10875" r="33047" b="75172"/>
                        <a:stretch>
                          <a:fillRect/>
                        </a:stretch>
                      </p:blipFill>
                      <p:spPr bwMode="auto">
                        <a:xfrm>
                          <a:off x="2466" y="867"/>
                          <a:ext cx="221" cy="46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0">
                              <a:solidFill>
                                <a:srgbClr val="000000"/>
                              </a:solidFill>
                              <a:miter lim="800000"/>
                              <a:headEnd type="none" w="sm" len="lg"/>
                              <a:tailEnd type="none" w="sm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6" name="Text Box 46">
              <a:extLst>
                <a:ext uri="{FF2B5EF4-FFF2-40B4-BE49-F238E27FC236}">
                  <a16:creationId xmlns:a16="http://schemas.microsoft.com/office/drawing/2014/main" id="{DD1D8AC7-44DF-91E8-B03C-FBD93B628B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5400000">
              <a:off x="2344" y="1008"/>
              <a:ext cx="271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 type="none" w="sm" len="lg"/>
                  <a:tailEnd type="none" w="sm" len="lg"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500">
                  <a:solidFill>
                    <a:srgbClr val="F31313"/>
                  </a:solidFill>
                  <a:latin typeface="ISOCPEUR" pitchFamily="34" charset="0"/>
                  <a:sym typeface="Symbol" pitchFamily="18" charset="2"/>
                </a:rPr>
                <a:t></a:t>
              </a:r>
              <a:r>
                <a:rPr lang="en-US" altLang="zh-CN" sz="1500" i="1">
                  <a:solidFill>
                    <a:srgbClr val="F31313"/>
                  </a:solidFill>
                  <a:latin typeface="ISOCPEUR" pitchFamily="34" charset="0"/>
                </a:rPr>
                <a:t>5</a:t>
              </a:r>
              <a:endParaRPr lang="en-US" altLang="zh-CN" sz="1500">
                <a:solidFill>
                  <a:srgbClr val="F31313"/>
                </a:solidFill>
                <a:latin typeface="ISOCPEUR" pitchFamily="34" charset="0"/>
              </a:endParaRPr>
            </a:p>
          </p:txBody>
        </p:sp>
      </p:grpSp>
      <p:graphicFrame>
        <p:nvGraphicFramePr>
          <p:cNvPr id="97" name="Object 47">
            <a:extLst>
              <a:ext uri="{FF2B5EF4-FFF2-40B4-BE49-F238E27FC236}">
                <a16:creationId xmlns:a16="http://schemas.microsoft.com/office/drawing/2014/main" id="{73CF36B1-6C08-5D27-086B-B6F224A26A4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11141" y="1944911"/>
          <a:ext cx="1333500" cy="176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utoCAD Drawing" r:id="rId9" imgW="11487150" imgH="7848600" progId="AutoCAD.Drawing.16">
                  <p:embed/>
                </p:oleObj>
              </mc:Choice>
              <mc:Fallback>
                <p:oleObj name="AutoCAD Drawing" r:id="rId9" imgW="11487150" imgH="7848600" progId="AutoCAD.Drawing.16">
                  <p:embed/>
                  <p:pic>
                    <p:nvPicPr>
                      <p:cNvPr id="97" name="Object 47">
                        <a:extLst>
                          <a:ext uri="{FF2B5EF4-FFF2-40B4-BE49-F238E27FC236}">
                            <a16:creationId xmlns:a16="http://schemas.microsoft.com/office/drawing/2014/main" id="{73CF36B1-6C08-5D27-086B-B6F224A26A4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41151" t="16731" r="41702" b="50015"/>
                      <a:stretch>
                        <a:fillRect/>
                      </a:stretch>
                    </p:blipFill>
                    <p:spPr bwMode="auto">
                      <a:xfrm>
                        <a:off x="3811141" y="1944911"/>
                        <a:ext cx="1333500" cy="1766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0">
                            <a:solidFill>
                              <a:srgbClr val="000000"/>
                            </a:solidFill>
                            <a:miter lim="800000"/>
                            <a:headEnd type="none" w="sm" len="lg"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" name="Object 48">
            <a:extLst>
              <a:ext uri="{FF2B5EF4-FFF2-40B4-BE49-F238E27FC236}">
                <a16:creationId xmlns:a16="http://schemas.microsoft.com/office/drawing/2014/main" id="{807E3C96-711A-BEEE-8F0B-083C9E2E460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00029" y="1960786"/>
          <a:ext cx="1003300" cy="1431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utoCAD Drawing" r:id="rId11" imgW="11487150" imgH="7848600" progId="AutoCAD.Drawing.16">
                  <p:embed/>
                </p:oleObj>
              </mc:Choice>
              <mc:Fallback>
                <p:oleObj name="AutoCAD Drawing" r:id="rId11" imgW="11487150" imgH="7848600" progId="AutoCAD.Drawing.16">
                  <p:embed/>
                  <p:pic>
                    <p:nvPicPr>
                      <p:cNvPr id="98" name="Object 48">
                        <a:extLst>
                          <a:ext uri="{FF2B5EF4-FFF2-40B4-BE49-F238E27FC236}">
                            <a16:creationId xmlns:a16="http://schemas.microsoft.com/office/drawing/2014/main" id="{807E3C96-711A-BEEE-8F0B-083C9E2E460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41273" t="17030" r="45825" b="56020"/>
                      <a:stretch>
                        <a:fillRect/>
                      </a:stretch>
                    </p:blipFill>
                    <p:spPr bwMode="auto">
                      <a:xfrm>
                        <a:off x="3800029" y="1960786"/>
                        <a:ext cx="1003300" cy="1431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0">
                            <a:solidFill>
                              <a:srgbClr val="000000"/>
                            </a:solidFill>
                            <a:miter lim="800000"/>
                            <a:headEnd type="none" w="sm" len="lg"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9" name="Group 49">
            <a:extLst>
              <a:ext uri="{FF2B5EF4-FFF2-40B4-BE49-F238E27FC236}">
                <a16:creationId xmlns:a16="http://schemas.microsoft.com/office/drawing/2014/main" id="{5CE9D34C-558D-A430-0F69-F0AC38B5AC75}"/>
              </a:ext>
            </a:extLst>
          </p:cNvPr>
          <p:cNvGrpSpPr>
            <a:grpSpLocks/>
          </p:cNvGrpSpPr>
          <p:nvPr/>
        </p:nvGrpSpPr>
        <p:grpSpPr bwMode="auto">
          <a:xfrm>
            <a:off x="2083941" y="1376586"/>
            <a:ext cx="5129213" cy="4994275"/>
            <a:chOff x="358" y="702"/>
            <a:chExt cx="3231" cy="3146"/>
          </a:xfrm>
        </p:grpSpPr>
        <p:graphicFrame>
          <p:nvGraphicFramePr>
            <p:cNvPr id="100" name="Object 50">
              <a:extLst>
                <a:ext uri="{FF2B5EF4-FFF2-40B4-BE49-F238E27FC236}">
                  <a16:creationId xmlns:a16="http://schemas.microsoft.com/office/drawing/2014/main" id="{FD61AF95-5561-4D6C-27B3-E92CCF866C2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58" y="702"/>
            <a:ext cx="3231" cy="31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AutoCAD Drawing" r:id="rId13" imgW="11487150" imgH="7848600" progId="AutoCAD.Drawing.16">
                    <p:embed/>
                  </p:oleObj>
                </mc:Choice>
                <mc:Fallback>
                  <p:oleObj name="AutoCAD Drawing" r:id="rId13" imgW="11487150" imgH="7848600" progId="AutoCAD.Drawing.16">
                    <p:embed/>
                    <p:pic>
                      <p:nvPicPr>
                        <p:cNvPr id="100" name="Object 50">
                          <a:extLst>
                            <a:ext uri="{FF2B5EF4-FFF2-40B4-BE49-F238E27FC236}">
                              <a16:creationId xmlns:a16="http://schemas.microsoft.com/office/drawing/2014/main" id="{FD61AF95-5561-4D6C-27B3-E92CCF866C2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l="19188" t="6006" r="14861"/>
                        <a:stretch>
                          <a:fillRect/>
                        </a:stretch>
                      </p:blipFill>
                      <p:spPr bwMode="auto">
                        <a:xfrm>
                          <a:off x="358" y="702"/>
                          <a:ext cx="3231" cy="31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0">
                              <a:solidFill>
                                <a:srgbClr val="000000"/>
                              </a:solidFill>
                              <a:miter lim="800000"/>
                              <a:headEnd type="none" w="sm" len="lg"/>
                              <a:tailEnd type="none" w="sm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01" name="Group 51">
              <a:extLst>
                <a:ext uri="{FF2B5EF4-FFF2-40B4-BE49-F238E27FC236}">
                  <a16:creationId xmlns:a16="http://schemas.microsoft.com/office/drawing/2014/main" id="{EE272BDB-B9A3-E8B3-249B-449DC73977B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2" y="1459"/>
              <a:ext cx="947" cy="190"/>
              <a:chOff x="3570" y="3307"/>
              <a:chExt cx="947" cy="190"/>
            </a:xfrm>
          </p:grpSpPr>
          <p:sp>
            <p:nvSpPr>
              <p:cNvPr id="102" name="Text Box 52">
                <a:extLst>
                  <a:ext uri="{FF2B5EF4-FFF2-40B4-BE49-F238E27FC236}">
                    <a16:creationId xmlns:a16="http://schemas.microsoft.com/office/drawing/2014/main" id="{40D878B2-E6AA-7D1A-24FE-6F68547E874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70" y="3314"/>
                <a:ext cx="947" cy="1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300" i="1" dirty="0">
                    <a:latin typeface="ISOCPEUR" pitchFamily="34" charset="0"/>
                  </a:rPr>
                  <a:t>4X</a:t>
                </a:r>
                <a:r>
                  <a:rPr lang="en-US" altLang="zh-CN" sz="1300" b="0" i="1" dirty="0">
                    <a:latin typeface="ISOCPEUR" pitchFamily="34" charset="0"/>
                  </a:rPr>
                  <a:t>   </a:t>
                </a:r>
                <a:r>
                  <a:rPr lang="en-US" altLang="zh-CN" sz="1300" i="1" dirty="0">
                    <a:latin typeface="ISOCPEUR" pitchFamily="34" charset="0"/>
                    <a:sym typeface="Technic" pitchFamily="2" charset="2"/>
                  </a:rPr>
                  <a:t>2</a:t>
                </a:r>
              </a:p>
            </p:txBody>
          </p:sp>
          <p:sp>
            <p:nvSpPr>
              <p:cNvPr id="103" name="Text Box 53">
                <a:extLst>
                  <a:ext uri="{FF2B5EF4-FFF2-40B4-BE49-F238E27FC236}">
                    <a16:creationId xmlns:a16="http://schemas.microsoft.com/office/drawing/2014/main" id="{87BF589E-9580-6CCC-31FF-B9C4A816BE4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20760055">
                <a:off x="3676" y="3307"/>
                <a:ext cx="242" cy="1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300" dirty="0">
                    <a:latin typeface="ISOCPEUR" pitchFamily="34" charset="0"/>
                    <a:sym typeface="Symbol" pitchFamily="18" charset="2"/>
                  </a:rPr>
                  <a:t> 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67165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91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 animBg="1"/>
      <p:bldP spid="55" grpId="0" animBg="1"/>
      <p:bldP spid="63" grpId="0" animBg="1" autoUpdateAnimBg="0"/>
      <p:bldP spid="74" grpId="0" animBg="1" autoUpdateAnimBg="0"/>
      <p:bldP spid="75" grpId="0" animBg="1"/>
      <p:bldP spid="76" grpId="0" animBg="1" autoUpdateAnimBg="0"/>
      <p:bldP spid="77" grpId="0" animBg="1"/>
      <p:bldP spid="83" grpId="0" animBg="1" autoUpdateAnimBg="0"/>
      <p:bldP spid="84" grpId="0" animBg="1" autoUpdateAnimBg="0"/>
      <p:bldP spid="90" grpId="0" animBg="1" autoUpdateAnimBg="0"/>
      <p:bldP spid="91" grpId="0" animBg="1" autoUpdateAnimBg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133E22-36DF-538C-0527-55D3B180E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>
            <a:extLst>
              <a:ext uri="{FF2B5EF4-FFF2-40B4-BE49-F238E27FC236}">
                <a16:creationId xmlns:a16="http://schemas.microsoft.com/office/drawing/2014/main" id="{1906625F-3308-6945-59DF-E6AEF06B28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19" y="412176"/>
            <a:ext cx="5230919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11.2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组合体的尺寸标注方法</a:t>
            </a:r>
          </a:p>
        </p:txBody>
      </p:sp>
      <p:sp>
        <p:nvSpPr>
          <p:cNvPr id="16" name="灯片编号占位符 3">
            <a:extLst>
              <a:ext uri="{FF2B5EF4-FFF2-40B4-BE49-F238E27FC236}">
                <a16:creationId xmlns:a16="http://schemas.microsoft.com/office/drawing/2014/main" id="{72495675-76C3-74FE-0597-F535C44B2931}"/>
              </a:ext>
            </a:extLst>
          </p:cNvPr>
          <p:cNvSpPr txBox="1">
            <a:spLocks/>
          </p:cNvSpPr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  <a:pPr/>
              <a:t>67</a:t>
            </a:fld>
            <a:endParaRPr lang="en-US" altLang="zh-CN" dirty="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A5A913C0-F449-F426-1137-2610F69A00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5878" y="3170261"/>
            <a:ext cx="327025" cy="906463"/>
          </a:xfrm>
          <a:prstGeom prst="rect">
            <a:avLst/>
          </a:prstGeom>
          <a:solidFill>
            <a:srgbClr val="F313DE"/>
          </a:solidFill>
          <a:ln w="0">
            <a:solidFill>
              <a:srgbClr val="FFFFFF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D2C9D3BD-BBDF-5EA2-6DC0-9D0E536E6F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5203" y="1170011"/>
            <a:ext cx="1017588" cy="301625"/>
          </a:xfrm>
          <a:prstGeom prst="rect">
            <a:avLst/>
          </a:prstGeom>
          <a:solidFill>
            <a:srgbClr val="F313DE"/>
          </a:solidFill>
          <a:ln w="0">
            <a:solidFill>
              <a:srgbClr val="FFFFFF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DC2DCBD-72AF-A8CA-F4D2-07C868F697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0153" y="1108099"/>
            <a:ext cx="2120900" cy="30035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5" name="AutoShape 7">
            <a:extLst>
              <a:ext uri="{FF2B5EF4-FFF2-40B4-BE49-F238E27FC236}">
                <a16:creationId xmlns:a16="http://schemas.microsoft.com/office/drawing/2014/main" id="{5EB06812-67B8-3E36-A5A9-12281D192B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9860" y="2838227"/>
            <a:ext cx="593725" cy="1208088"/>
          </a:xfrm>
          <a:prstGeom prst="rightArrowCallout">
            <a:avLst>
              <a:gd name="adj1" fmla="val 50869"/>
              <a:gd name="adj2" fmla="val 50869"/>
              <a:gd name="adj3" fmla="val 16667"/>
              <a:gd name="adj4" fmla="val 66667"/>
            </a:avLst>
          </a:prstGeom>
          <a:noFill/>
          <a:ln w="38100">
            <a:solidFill>
              <a:srgbClr val="0000FF"/>
            </a:solidFill>
            <a:miter lim="800000"/>
            <a:headEnd type="non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FF0066"/>
                </a:solidFill>
                <a:latin typeface="黑体" pitchFamily="2" charset="-122"/>
                <a:ea typeface="黑体" pitchFamily="2" charset="-122"/>
              </a:rPr>
              <a:t>形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FF0066"/>
                </a:solidFill>
                <a:latin typeface="黑体" pitchFamily="2" charset="-122"/>
                <a:ea typeface="黑体" pitchFamily="2" charset="-122"/>
              </a:rPr>
              <a:t>体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solidFill>
                  <a:srgbClr val="FF0066"/>
                </a:solidFill>
              </a:rPr>
              <a:t>II</a:t>
            </a:r>
            <a:endParaRPr lang="en-US" altLang="zh-CN" sz="2400">
              <a:solidFill>
                <a:srgbClr val="FF0066"/>
              </a:solidFill>
              <a:ea typeface="黑体" pitchFamily="2" charset="-122"/>
            </a:endParaRPr>
          </a:p>
        </p:txBody>
      </p:sp>
      <p:grpSp>
        <p:nvGrpSpPr>
          <p:cNvPr id="6" name="Group 8">
            <a:extLst>
              <a:ext uri="{FF2B5EF4-FFF2-40B4-BE49-F238E27FC236}">
                <a16:creationId xmlns:a16="http://schemas.microsoft.com/office/drawing/2014/main" id="{E75CC5BC-E2E8-1C93-D033-52A40D094899}"/>
              </a:ext>
            </a:extLst>
          </p:cNvPr>
          <p:cNvGrpSpPr>
            <a:grpSpLocks/>
          </p:cNvGrpSpPr>
          <p:nvPr/>
        </p:nvGrpSpPr>
        <p:grpSpPr bwMode="auto">
          <a:xfrm>
            <a:off x="1642666" y="2768624"/>
            <a:ext cx="1114425" cy="830262"/>
            <a:chOff x="288" y="1529"/>
            <a:chExt cx="702" cy="523"/>
          </a:xfrm>
        </p:grpSpPr>
        <p:grpSp>
          <p:nvGrpSpPr>
            <p:cNvPr id="7" name="Group 9">
              <a:extLst>
                <a:ext uri="{FF2B5EF4-FFF2-40B4-BE49-F238E27FC236}">
                  <a16:creationId xmlns:a16="http://schemas.microsoft.com/office/drawing/2014/main" id="{E3650E42-E183-6A71-7F6D-92FC6D52E8B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" y="1529"/>
              <a:ext cx="671" cy="489"/>
              <a:chOff x="209" y="1227"/>
              <a:chExt cx="671" cy="489"/>
            </a:xfrm>
          </p:grpSpPr>
          <p:sp>
            <p:nvSpPr>
              <p:cNvPr id="9" name="Line 10">
                <a:extLst>
                  <a:ext uri="{FF2B5EF4-FFF2-40B4-BE49-F238E27FC236}">
                    <a16:creationId xmlns:a16="http://schemas.microsoft.com/office/drawing/2014/main" id="{6F2BB694-05F2-40B6-9362-DA84B2A55E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87" y="1475"/>
                <a:ext cx="493" cy="241"/>
              </a:xfrm>
              <a:prstGeom prst="line">
                <a:avLst/>
              </a:prstGeom>
              <a:noFill/>
              <a:ln w="28575">
                <a:solidFill>
                  <a:srgbClr val="00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" name="Text Box 11">
                <a:extLst>
                  <a:ext uri="{FF2B5EF4-FFF2-40B4-BE49-F238E27FC236}">
                    <a16:creationId xmlns:a16="http://schemas.microsoft.com/office/drawing/2014/main" id="{13474738-C024-558D-118F-6C39F3F53F0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9" y="1227"/>
                <a:ext cx="219" cy="294"/>
              </a:xfrm>
              <a:prstGeom prst="rect">
                <a:avLst/>
              </a:prstGeom>
              <a:solidFill>
                <a:schemeClr val="hlink"/>
              </a:solidFill>
              <a:ln w="9525">
                <a:solidFill>
                  <a:srgbClr val="000066"/>
                </a:solidFill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l" eaLnBrk="1" hangingPunct="1">
                  <a:defRPr/>
                </a:pPr>
                <a:r>
                  <a:rPr lang="en-US" altLang="zh-CN"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黑体" pitchFamily="2" charset="-122"/>
                    <a:ea typeface="黑体" pitchFamily="2" charset="-122"/>
                  </a:rPr>
                  <a:t>1</a:t>
                </a:r>
              </a:p>
            </p:txBody>
          </p:sp>
        </p:grpSp>
        <p:sp>
          <p:nvSpPr>
            <p:cNvPr id="8" name="Oval 12">
              <a:extLst>
                <a:ext uri="{FF2B5EF4-FFF2-40B4-BE49-F238E27FC236}">
                  <a16:creationId xmlns:a16="http://schemas.microsoft.com/office/drawing/2014/main" id="{0E8FD8BF-E597-E07D-8335-5FCC59A54A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7" y="1980"/>
              <a:ext cx="73" cy="72"/>
            </a:xfrm>
            <a:prstGeom prst="ellipse">
              <a:avLst/>
            </a:prstGeom>
            <a:solidFill>
              <a:srgbClr val="0000FF"/>
            </a:solidFill>
            <a:ln w="0">
              <a:solidFill>
                <a:srgbClr val="0000FF"/>
              </a:solidFill>
              <a:round/>
              <a:headEnd type="none" w="sm" len="lg"/>
              <a:tailEnd type="none" w="sm" len="lg"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</p:grpSp>
      <p:grpSp>
        <p:nvGrpSpPr>
          <p:cNvPr id="11" name="Group 13">
            <a:extLst>
              <a:ext uri="{FF2B5EF4-FFF2-40B4-BE49-F238E27FC236}">
                <a16:creationId xmlns:a16="http://schemas.microsoft.com/office/drawing/2014/main" id="{ECA28D08-A3FB-C150-2F5B-AA03D1D14EE9}"/>
              </a:ext>
            </a:extLst>
          </p:cNvPr>
          <p:cNvGrpSpPr>
            <a:grpSpLocks/>
          </p:cNvGrpSpPr>
          <p:nvPr/>
        </p:nvGrpSpPr>
        <p:grpSpPr bwMode="auto">
          <a:xfrm>
            <a:off x="1644253" y="2119336"/>
            <a:ext cx="1647825" cy="893763"/>
            <a:chOff x="289" y="1220"/>
            <a:chExt cx="1038" cy="563"/>
          </a:xfrm>
        </p:grpSpPr>
        <p:grpSp>
          <p:nvGrpSpPr>
            <p:cNvPr id="12" name="Group 14">
              <a:extLst>
                <a:ext uri="{FF2B5EF4-FFF2-40B4-BE49-F238E27FC236}">
                  <a16:creationId xmlns:a16="http://schemas.microsoft.com/office/drawing/2014/main" id="{7F253100-B562-0B7F-0ABB-24DEFFCDB82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9" y="1220"/>
              <a:ext cx="1014" cy="526"/>
              <a:chOff x="289" y="1155"/>
              <a:chExt cx="1014" cy="526"/>
            </a:xfrm>
          </p:grpSpPr>
          <p:sp>
            <p:nvSpPr>
              <p:cNvPr id="14" name="Line 15">
                <a:extLst>
                  <a:ext uri="{FF2B5EF4-FFF2-40B4-BE49-F238E27FC236}">
                    <a16:creationId xmlns:a16="http://schemas.microsoft.com/office/drawing/2014/main" id="{4D3BC426-5650-5C7C-F408-039C4B9974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07" y="1418"/>
                <a:ext cx="796" cy="263"/>
              </a:xfrm>
              <a:prstGeom prst="line">
                <a:avLst/>
              </a:prstGeom>
              <a:noFill/>
              <a:ln w="28575">
                <a:solidFill>
                  <a:srgbClr val="00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" name="Text Box 16">
                <a:extLst>
                  <a:ext uri="{FF2B5EF4-FFF2-40B4-BE49-F238E27FC236}">
                    <a16:creationId xmlns:a16="http://schemas.microsoft.com/office/drawing/2014/main" id="{8F1E344E-851A-3735-5E72-348B8539902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9" y="1155"/>
                <a:ext cx="219" cy="294"/>
              </a:xfrm>
              <a:prstGeom prst="rect">
                <a:avLst/>
              </a:prstGeom>
              <a:solidFill>
                <a:schemeClr val="hlink"/>
              </a:solidFill>
              <a:ln w="9525">
                <a:solidFill>
                  <a:srgbClr val="000066"/>
                </a:solidFill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l" eaLnBrk="1" hangingPunct="1">
                  <a:defRPr/>
                </a:pPr>
                <a:r>
                  <a:rPr lang="en-US" altLang="zh-CN"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黑体" pitchFamily="2" charset="-122"/>
                    <a:ea typeface="黑体" pitchFamily="2" charset="-122"/>
                  </a:rPr>
                  <a:t>2</a:t>
                </a:r>
              </a:p>
            </p:txBody>
          </p:sp>
        </p:grpSp>
        <p:sp>
          <p:nvSpPr>
            <p:cNvPr id="13" name="Oval 17">
              <a:extLst>
                <a:ext uri="{FF2B5EF4-FFF2-40B4-BE49-F238E27FC236}">
                  <a16:creationId xmlns:a16="http://schemas.microsoft.com/office/drawing/2014/main" id="{1062161B-1C3A-1D85-E420-5FC370D733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4" y="1711"/>
              <a:ext cx="73" cy="72"/>
            </a:xfrm>
            <a:prstGeom prst="ellipse">
              <a:avLst/>
            </a:prstGeom>
            <a:solidFill>
              <a:srgbClr val="0000FF"/>
            </a:solidFill>
            <a:ln w="0">
              <a:solidFill>
                <a:srgbClr val="0000FF"/>
              </a:solidFill>
              <a:round/>
              <a:headEnd type="none" w="sm" len="lg"/>
              <a:tailEnd type="none" w="sm" len="lg"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</p:grpSp>
      <p:sp>
        <p:nvSpPr>
          <p:cNvPr id="17" name="AutoShape 18">
            <a:extLst>
              <a:ext uri="{FF2B5EF4-FFF2-40B4-BE49-F238E27FC236}">
                <a16:creationId xmlns:a16="http://schemas.microsoft.com/office/drawing/2014/main" id="{62868546-3A51-682C-9922-42EBC5F994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22010" y="1377727"/>
            <a:ext cx="1571625" cy="474663"/>
          </a:xfrm>
          <a:prstGeom prst="flowChartProcess">
            <a:avLst/>
          </a:prstGeom>
          <a:solidFill>
            <a:srgbClr val="C0C0C0"/>
          </a:solidFill>
          <a:ln w="0">
            <a:solidFill>
              <a:srgbClr val="000000"/>
            </a:solidFill>
            <a:miter lim="800000"/>
            <a:headEnd type="none" w="sm" len="lg"/>
            <a:tailEnd type="none" w="sm" len="lg"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ea typeface="黑体" pitchFamily="2" charset="-122"/>
              </a:rPr>
              <a:t>形体分析</a:t>
            </a:r>
          </a:p>
        </p:txBody>
      </p:sp>
      <p:sp>
        <p:nvSpPr>
          <p:cNvPr id="18" name="AutoShape 19">
            <a:extLst>
              <a:ext uri="{FF2B5EF4-FFF2-40B4-BE49-F238E27FC236}">
                <a16:creationId xmlns:a16="http://schemas.microsoft.com/office/drawing/2014/main" id="{173B1AA3-CCCE-C31A-0B51-75146098BF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29948" y="2093690"/>
            <a:ext cx="1571625" cy="474662"/>
          </a:xfrm>
          <a:prstGeom prst="flowChartProcess">
            <a:avLst/>
          </a:prstGeom>
          <a:solidFill>
            <a:srgbClr val="C0C0C0"/>
          </a:solidFill>
          <a:ln w="0">
            <a:solidFill>
              <a:srgbClr val="000000"/>
            </a:solidFill>
            <a:miter lim="800000"/>
            <a:headEnd type="none" w="sm" len="lg"/>
            <a:tailEnd type="none" w="sm" len="lg"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ea typeface="黑体" pitchFamily="2" charset="-122"/>
              </a:rPr>
              <a:t>尺寸基准</a:t>
            </a:r>
          </a:p>
        </p:txBody>
      </p:sp>
      <p:sp>
        <p:nvSpPr>
          <p:cNvPr id="19" name="AutoShape 20">
            <a:extLst>
              <a:ext uri="{FF2B5EF4-FFF2-40B4-BE49-F238E27FC236}">
                <a16:creationId xmlns:a16="http://schemas.microsoft.com/office/drawing/2014/main" id="{63EEBF72-8CCB-C272-5072-10D75B4A8F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79235" y="1863502"/>
            <a:ext cx="258763" cy="231775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C0C0C0"/>
          </a:solidFill>
          <a:ln w="0">
            <a:solidFill>
              <a:schemeClr val="tx1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20" name="AutoShape 21">
            <a:extLst>
              <a:ext uri="{FF2B5EF4-FFF2-40B4-BE49-F238E27FC236}">
                <a16:creationId xmlns:a16="http://schemas.microsoft.com/office/drawing/2014/main" id="{53CBE540-AECA-D3D5-EB45-2C6FC5B62F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28360" y="2819177"/>
            <a:ext cx="1571625" cy="474663"/>
          </a:xfrm>
          <a:prstGeom prst="flowChartProcess">
            <a:avLst/>
          </a:prstGeom>
          <a:solidFill>
            <a:schemeClr val="accent1"/>
          </a:solidFill>
          <a:ln w="0">
            <a:solidFill>
              <a:srgbClr val="000000"/>
            </a:solidFill>
            <a:miter lim="800000"/>
            <a:headEnd type="none" w="sm" len="lg"/>
            <a:tailEnd type="none" w="sm" len="lg"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ea typeface="黑体" pitchFamily="2" charset="-122"/>
              </a:rPr>
              <a:t>定位尺寸</a:t>
            </a:r>
          </a:p>
        </p:txBody>
      </p:sp>
      <p:sp>
        <p:nvSpPr>
          <p:cNvPr id="21" name="AutoShape 22">
            <a:extLst>
              <a:ext uri="{FF2B5EF4-FFF2-40B4-BE49-F238E27FC236}">
                <a16:creationId xmlns:a16="http://schemas.microsoft.com/office/drawing/2014/main" id="{261802CD-B140-24FD-6800-306519D133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80823" y="2587402"/>
            <a:ext cx="258762" cy="231775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FF0000"/>
          </a:solidFill>
          <a:ln w="0">
            <a:solidFill>
              <a:schemeClr val="tx1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22" name="AutoShape 23">
            <a:extLst>
              <a:ext uri="{FF2B5EF4-FFF2-40B4-BE49-F238E27FC236}">
                <a16:creationId xmlns:a16="http://schemas.microsoft.com/office/drawing/2014/main" id="{974667C9-FC4B-CA97-C44D-0EE7FA15B8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20423" y="3549427"/>
            <a:ext cx="1571625" cy="474663"/>
          </a:xfrm>
          <a:prstGeom prst="flowChartProcess">
            <a:avLst/>
          </a:prstGeom>
          <a:solidFill>
            <a:schemeClr val="accent1"/>
          </a:solidFill>
          <a:ln w="0">
            <a:solidFill>
              <a:srgbClr val="000000"/>
            </a:solidFill>
            <a:miter lim="800000"/>
            <a:headEnd type="none" w="sm" len="lg"/>
            <a:tailEnd type="none" w="sm" len="lg"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ea typeface="黑体" pitchFamily="2" charset="-122"/>
              </a:rPr>
              <a:t>定形尺寸</a:t>
            </a:r>
          </a:p>
        </p:txBody>
      </p:sp>
      <p:sp>
        <p:nvSpPr>
          <p:cNvPr id="23" name="AutoShape 24">
            <a:extLst>
              <a:ext uri="{FF2B5EF4-FFF2-40B4-BE49-F238E27FC236}">
                <a16:creationId xmlns:a16="http://schemas.microsoft.com/office/drawing/2014/main" id="{275BF844-05EB-CB34-300B-D0C1416323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82410" y="3311302"/>
            <a:ext cx="258763" cy="231775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FF0000"/>
          </a:solidFill>
          <a:ln w="0">
            <a:solidFill>
              <a:schemeClr val="tx1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grpSp>
        <p:nvGrpSpPr>
          <p:cNvPr id="24" name="Group 25">
            <a:extLst>
              <a:ext uri="{FF2B5EF4-FFF2-40B4-BE49-F238E27FC236}">
                <a16:creationId xmlns:a16="http://schemas.microsoft.com/office/drawing/2014/main" id="{FDB6AA5D-0EFF-AC52-1A5F-12EE3F7D851D}"/>
              </a:ext>
            </a:extLst>
          </p:cNvPr>
          <p:cNvGrpSpPr>
            <a:grpSpLocks/>
          </p:cNvGrpSpPr>
          <p:nvPr/>
        </p:nvGrpSpPr>
        <p:grpSpPr bwMode="auto">
          <a:xfrm>
            <a:off x="1649016" y="1566886"/>
            <a:ext cx="1393825" cy="912813"/>
            <a:chOff x="282" y="817"/>
            <a:chExt cx="878" cy="575"/>
          </a:xfrm>
        </p:grpSpPr>
        <p:grpSp>
          <p:nvGrpSpPr>
            <p:cNvPr id="25" name="Group 26">
              <a:extLst>
                <a:ext uri="{FF2B5EF4-FFF2-40B4-BE49-F238E27FC236}">
                  <a16:creationId xmlns:a16="http://schemas.microsoft.com/office/drawing/2014/main" id="{5425B944-A06F-357E-CC78-9F549330A6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2" y="817"/>
              <a:ext cx="830" cy="531"/>
              <a:chOff x="282" y="817"/>
              <a:chExt cx="830" cy="531"/>
            </a:xfrm>
          </p:grpSpPr>
          <p:sp>
            <p:nvSpPr>
              <p:cNvPr id="27" name="Text Box 27">
                <a:extLst>
                  <a:ext uri="{FF2B5EF4-FFF2-40B4-BE49-F238E27FC236}">
                    <a16:creationId xmlns:a16="http://schemas.microsoft.com/office/drawing/2014/main" id="{21F60B0A-8B04-7FD7-8B65-32188CBABF8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2" y="817"/>
                <a:ext cx="219" cy="294"/>
              </a:xfrm>
              <a:prstGeom prst="rect">
                <a:avLst/>
              </a:prstGeom>
              <a:solidFill>
                <a:schemeClr val="hlink"/>
              </a:solidFill>
              <a:ln w="9525">
                <a:solidFill>
                  <a:srgbClr val="000066"/>
                </a:solidFill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l" eaLnBrk="1" hangingPunct="1">
                  <a:defRPr/>
                </a:pPr>
                <a:r>
                  <a:rPr lang="en-US" altLang="zh-CN"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黑体" pitchFamily="2" charset="-122"/>
                    <a:ea typeface="黑体" pitchFamily="2" charset="-122"/>
                  </a:rPr>
                  <a:t>3</a:t>
                </a:r>
              </a:p>
            </p:txBody>
          </p:sp>
          <p:sp>
            <p:nvSpPr>
              <p:cNvPr id="28" name="Line 28">
                <a:extLst>
                  <a:ext uri="{FF2B5EF4-FFF2-40B4-BE49-F238E27FC236}">
                    <a16:creationId xmlns:a16="http://schemas.microsoft.com/office/drawing/2014/main" id="{8FDDC7DD-6BF4-CEE5-DE56-9CC8665871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05" y="1079"/>
                <a:ext cx="607" cy="269"/>
              </a:xfrm>
              <a:prstGeom prst="line">
                <a:avLst/>
              </a:prstGeom>
              <a:noFill/>
              <a:ln w="28575">
                <a:solidFill>
                  <a:srgbClr val="00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6" name="Oval 29">
              <a:extLst>
                <a:ext uri="{FF2B5EF4-FFF2-40B4-BE49-F238E27FC236}">
                  <a16:creationId xmlns:a16="http://schemas.microsoft.com/office/drawing/2014/main" id="{B1E4FDAF-3511-FA04-4A66-04D684F7A0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7" y="1320"/>
              <a:ext cx="73" cy="72"/>
            </a:xfrm>
            <a:prstGeom prst="ellipse">
              <a:avLst/>
            </a:prstGeom>
            <a:solidFill>
              <a:srgbClr val="0000FF"/>
            </a:solidFill>
            <a:ln w="0">
              <a:solidFill>
                <a:srgbClr val="0000FF"/>
              </a:solidFill>
              <a:round/>
              <a:headEnd type="none" w="sm" len="lg"/>
              <a:tailEnd type="none" w="sm" len="lg"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</p:grpSp>
      <p:grpSp>
        <p:nvGrpSpPr>
          <p:cNvPr id="29" name="Group 30">
            <a:extLst>
              <a:ext uri="{FF2B5EF4-FFF2-40B4-BE49-F238E27FC236}">
                <a16:creationId xmlns:a16="http://schemas.microsoft.com/office/drawing/2014/main" id="{E939B3A1-427B-FC38-6BF4-5D921C8F4EA2}"/>
              </a:ext>
            </a:extLst>
          </p:cNvPr>
          <p:cNvGrpSpPr>
            <a:grpSpLocks/>
          </p:cNvGrpSpPr>
          <p:nvPr/>
        </p:nvGrpSpPr>
        <p:grpSpPr bwMode="auto">
          <a:xfrm>
            <a:off x="7794898" y="4051077"/>
            <a:ext cx="1063625" cy="355600"/>
            <a:chOff x="4210" y="2527"/>
            <a:chExt cx="845" cy="316"/>
          </a:xfrm>
        </p:grpSpPr>
        <p:sp>
          <p:nvSpPr>
            <p:cNvPr id="30" name="AutoShape 31">
              <a:extLst>
                <a:ext uri="{FF2B5EF4-FFF2-40B4-BE49-F238E27FC236}">
                  <a16:creationId xmlns:a16="http://schemas.microsoft.com/office/drawing/2014/main" id="{51412015-1FD6-DA30-93D7-FCC7D3D270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39" y="2527"/>
              <a:ext cx="179" cy="158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rgbClr val="2010F6"/>
            </a:solidFill>
            <a:ln w="0">
              <a:solidFill>
                <a:srgbClr val="0000FF"/>
              </a:solidFill>
              <a:miter lim="800000"/>
              <a:headEnd type="none" w="sm" len="lg"/>
              <a:tailEnd type="none" w="sm" len="lg"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31" name="Rectangle 32">
              <a:extLst>
                <a:ext uri="{FF2B5EF4-FFF2-40B4-BE49-F238E27FC236}">
                  <a16:creationId xmlns:a16="http://schemas.microsoft.com/office/drawing/2014/main" id="{62237089-61EF-8545-9BBC-ED7B5AEEAB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5" y="2646"/>
              <a:ext cx="755" cy="76"/>
            </a:xfrm>
            <a:prstGeom prst="rect">
              <a:avLst/>
            </a:prstGeom>
            <a:solidFill>
              <a:srgbClr val="2010F6"/>
            </a:solidFill>
            <a:ln w="0">
              <a:solidFill>
                <a:srgbClr val="0000FF"/>
              </a:solidFill>
              <a:miter lim="800000"/>
              <a:headEnd type="none" w="sm" len="lg"/>
              <a:tailEnd type="none" w="sm" len="lg"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32" name="AutoShape 33">
              <a:extLst>
                <a:ext uri="{FF2B5EF4-FFF2-40B4-BE49-F238E27FC236}">
                  <a16:creationId xmlns:a16="http://schemas.microsoft.com/office/drawing/2014/main" id="{211A115F-BE11-7AE8-DA68-B8D6F95939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2722"/>
              <a:ext cx="179" cy="120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rgbClr val="2010F6"/>
            </a:solidFill>
            <a:ln w="0">
              <a:solidFill>
                <a:srgbClr val="0000FF"/>
              </a:solidFill>
              <a:miter lim="800000"/>
              <a:headEnd type="none" w="sm" len="lg"/>
              <a:tailEnd type="none" w="sm" len="lg"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33" name="AutoShape 34">
              <a:extLst>
                <a:ext uri="{FF2B5EF4-FFF2-40B4-BE49-F238E27FC236}">
                  <a16:creationId xmlns:a16="http://schemas.microsoft.com/office/drawing/2014/main" id="{05342E68-C350-F960-409E-487865CD49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6" y="2723"/>
              <a:ext cx="179" cy="120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rgbClr val="2010F6"/>
            </a:solidFill>
            <a:ln w="0">
              <a:solidFill>
                <a:srgbClr val="0000FF"/>
              </a:solidFill>
              <a:miter lim="800000"/>
              <a:headEnd type="none" w="sm" len="lg"/>
              <a:tailEnd type="none" w="sm" len="lg"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</p:grpSp>
      <p:sp>
        <p:nvSpPr>
          <p:cNvPr id="34" name="Rectangle 35">
            <a:extLst>
              <a:ext uri="{FF2B5EF4-FFF2-40B4-BE49-F238E27FC236}">
                <a16:creationId xmlns:a16="http://schemas.microsoft.com/office/drawing/2014/main" id="{56674C1C-6AAB-4E7A-671C-7D33644115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8535" y="4425727"/>
            <a:ext cx="439738" cy="838200"/>
          </a:xfrm>
          <a:prstGeom prst="rect">
            <a:avLst/>
          </a:prstGeom>
          <a:noFill/>
          <a:ln w="28575">
            <a:solidFill>
              <a:srgbClr val="0000FF"/>
            </a:solidFill>
            <a:miter lim="800000"/>
            <a:headEnd type="non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FF0066"/>
                </a:solidFill>
                <a:ea typeface="黑体" pitchFamily="2" charset="-122"/>
              </a:rPr>
              <a:t>定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FF0066"/>
                </a:solidFill>
                <a:ea typeface="黑体" pitchFamily="2" charset="-122"/>
              </a:rPr>
              <a:t>位</a:t>
            </a:r>
          </a:p>
        </p:txBody>
      </p:sp>
      <p:sp>
        <p:nvSpPr>
          <p:cNvPr id="35" name="Rectangle 36">
            <a:extLst>
              <a:ext uri="{FF2B5EF4-FFF2-40B4-BE49-F238E27FC236}">
                <a16:creationId xmlns:a16="http://schemas.microsoft.com/office/drawing/2014/main" id="{623A68AA-8D9E-8EC3-1A4F-9AB9204A27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23560" y="4427315"/>
            <a:ext cx="439738" cy="838200"/>
          </a:xfrm>
          <a:prstGeom prst="rect">
            <a:avLst/>
          </a:prstGeom>
          <a:noFill/>
          <a:ln w="28575">
            <a:solidFill>
              <a:srgbClr val="0000FF"/>
            </a:solidFill>
            <a:miter lim="800000"/>
            <a:headEnd type="non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FF0066"/>
                </a:solidFill>
                <a:ea typeface="黑体" pitchFamily="2" charset="-122"/>
              </a:rPr>
              <a:t>定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FF0066"/>
                </a:solidFill>
                <a:ea typeface="黑体" pitchFamily="2" charset="-122"/>
              </a:rPr>
              <a:t>形</a:t>
            </a:r>
          </a:p>
        </p:txBody>
      </p:sp>
      <p:sp>
        <p:nvSpPr>
          <p:cNvPr id="36" name="Text Box 38">
            <a:extLst>
              <a:ext uri="{FF2B5EF4-FFF2-40B4-BE49-F238E27FC236}">
                <a16:creationId xmlns:a16="http://schemas.microsoft.com/office/drawing/2014/main" id="{C21A08BE-CBD1-31CB-B8C1-E68D12010D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95328" y="2659086"/>
            <a:ext cx="15033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i="1">
                <a:solidFill>
                  <a:srgbClr val="000000"/>
                </a:solidFill>
                <a:latin typeface="ISOCPEUR" pitchFamily="34" charset="0"/>
              </a:rPr>
              <a:t>4X</a:t>
            </a:r>
            <a:r>
              <a:rPr lang="en-US" altLang="zh-CN" sz="1400" b="0" i="1">
                <a:solidFill>
                  <a:srgbClr val="000000"/>
                </a:solidFill>
                <a:latin typeface="ISOCPEUR" pitchFamily="34" charset="0"/>
              </a:rPr>
              <a:t>   </a:t>
            </a:r>
            <a:r>
              <a:rPr lang="en-US" altLang="zh-CN" sz="1400" i="1">
                <a:solidFill>
                  <a:srgbClr val="000000"/>
                </a:solidFill>
                <a:latin typeface="ISOCPEUR" pitchFamily="34" charset="0"/>
                <a:sym typeface="Technic" pitchFamily="2" charset="2"/>
              </a:rPr>
              <a:t>2</a:t>
            </a:r>
          </a:p>
        </p:txBody>
      </p:sp>
      <p:sp>
        <p:nvSpPr>
          <p:cNvPr id="38" name="Text Box 39">
            <a:extLst>
              <a:ext uri="{FF2B5EF4-FFF2-40B4-BE49-F238E27FC236}">
                <a16:creationId xmlns:a16="http://schemas.microsoft.com/office/drawing/2014/main" id="{06749F18-19F0-3615-B5C5-0CED45410465}"/>
              </a:ext>
            </a:extLst>
          </p:cNvPr>
          <p:cNvSpPr txBox="1">
            <a:spLocks noChangeArrowheads="1"/>
          </p:cNvSpPr>
          <p:nvPr/>
        </p:nvSpPr>
        <p:spPr bwMode="auto">
          <a:xfrm rot="20760055">
            <a:off x="4063972" y="2608286"/>
            <a:ext cx="4191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>
                <a:solidFill>
                  <a:srgbClr val="000000"/>
                </a:solidFill>
                <a:latin typeface="ISOCPEUR" pitchFamily="34" charset="0"/>
                <a:sym typeface="Symbol" pitchFamily="18" charset="2"/>
              </a:rPr>
              <a:t></a:t>
            </a:r>
            <a:r>
              <a:rPr lang="en-US" altLang="zh-CN" sz="1800">
                <a:solidFill>
                  <a:srgbClr val="000000"/>
                </a:solidFill>
                <a:latin typeface="ISOCPEUR" pitchFamily="34" charset="0"/>
                <a:sym typeface="Symbol" pitchFamily="18" charset="2"/>
              </a:rPr>
              <a:t> </a:t>
            </a:r>
          </a:p>
        </p:txBody>
      </p:sp>
      <p:sp>
        <p:nvSpPr>
          <p:cNvPr id="39" name="Text Box 40">
            <a:extLst>
              <a:ext uri="{FF2B5EF4-FFF2-40B4-BE49-F238E27FC236}">
                <a16:creationId xmlns:a16="http://schemas.microsoft.com/office/drawing/2014/main" id="{B9998EAE-698A-A8D6-44B5-31F076394108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5286773" y="1867717"/>
            <a:ext cx="430212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lg"/>
                <a:tailEnd type="none" w="sm" len="lg"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500">
                <a:latin typeface="ISOCPEUR" pitchFamily="34" charset="0"/>
                <a:sym typeface="Symbol" pitchFamily="18" charset="2"/>
              </a:rPr>
              <a:t></a:t>
            </a:r>
            <a:r>
              <a:rPr lang="en-US" altLang="zh-CN" sz="1500" i="1">
                <a:latin typeface="ISOCPEUR" pitchFamily="34" charset="0"/>
              </a:rPr>
              <a:t>5</a:t>
            </a:r>
            <a:endParaRPr lang="en-US" altLang="zh-CN" sz="1500">
              <a:latin typeface="ISOCPEUR" pitchFamily="34" charset="0"/>
            </a:endParaRPr>
          </a:p>
        </p:txBody>
      </p:sp>
      <p:grpSp>
        <p:nvGrpSpPr>
          <p:cNvPr id="40" name="Group 42">
            <a:extLst>
              <a:ext uri="{FF2B5EF4-FFF2-40B4-BE49-F238E27FC236}">
                <a16:creationId xmlns:a16="http://schemas.microsoft.com/office/drawing/2014/main" id="{8B7DD6FD-B504-459E-4CD6-DDA99EFCAB32}"/>
              </a:ext>
            </a:extLst>
          </p:cNvPr>
          <p:cNvGrpSpPr>
            <a:grpSpLocks/>
          </p:cNvGrpSpPr>
          <p:nvPr/>
        </p:nvGrpSpPr>
        <p:grpSpPr bwMode="auto">
          <a:xfrm>
            <a:off x="2790428" y="3019449"/>
            <a:ext cx="1014413" cy="277812"/>
            <a:chOff x="796" y="1687"/>
            <a:chExt cx="639" cy="175"/>
          </a:xfrm>
        </p:grpSpPr>
        <p:pic>
          <p:nvPicPr>
            <p:cNvPr id="41" name="Picture 43" descr="空白">
              <a:extLst>
                <a:ext uri="{FF2B5EF4-FFF2-40B4-BE49-F238E27FC236}">
                  <a16:creationId xmlns:a16="http://schemas.microsoft.com/office/drawing/2014/main" id="{AB6DDFCE-A06A-562F-0A26-D29038A15AE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556"/>
            <a:stretch>
              <a:fillRect/>
            </a:stretch>
          </p:blipFill>
          <p:spPr bwMode="auto">
            <a:xfrm>
              <a:off x="1038" y="1687"/>
              <a:ext cx="139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aphicFrame>
          <p:nvGraphicFramePr>
            <p:cNvPr id="42" name="Object 44">
              <a:extLst>
                <a:ext uri="{FF2B5EF4-FFF2-40B4-BE49-F238E27FC236}">
                  <a16:creationId xmlns:a16="http://schemas.microsoft.com/office/drawing/2014/main" id="{FF25EF1E-91F3-C367-C62B-61986FF4EED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96" y="1688"/>
            <a:ext cx="639" cy="1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AutoCAD Drawing" r:id="rId4" imgW="11487150" imgH="7848600" progId="AutoCAD.Drawing.16">
                    <p:embed/>
                  </p:oleObj>
                </mc:Choice>
                <mc:Fallback>
                  <p:oleObj name="AutoCAD Drawing" r:id="rId4" imgW="11487150" imgH="7848600" progId="AutoCAD.Drawing.16">
                    <p:embed/>
                    <p:pic>
                      <p:nvPicPr>
                        <p:cNvPr id="42" name="Object 44">
                          <a:extLst>
                            <a:ext uri="{FF2B5EF4-FFF2-40B4-BE49-F238E27FC236}">
                              <a16:creationId xmlns:a16="http://schemas.microsoft.com/office/drawing/2014/main" id="{FF25EF1E-91F3-C367-C62B-61986FF4EED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l="28067" t="31491" r="58890" b="63310"/>
                        <a:stretch>
                          <a:fillRect/>
                        </a:stretch>
                      </p:blipFill>
                      <p:spPr bwMode="auto">
                        <a:xfrm>
                          <a:off x="796" y="1688"/>
                          <a:ext cx="639" cy="1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0">
                              <a:solidFill>
                                <a:srgbClr val="000000"/>
                              </a:solidFill>
                              <a:miter lim="800000"/>
                              <a:headEnd type="none" w="sm" len="lg"/>
                              <a:tailEnd type="none" w="sm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3" name="Object 45">
            <a:extLst>
              <a:ext uri="{FF2B5EF4-FFF2-40B4-BE49-F238E27FC236}">
                <a16:creationId xmlns:a16="http://schemas.microsoft.com/office/drawing/2014/main" id="{1D172611-EFBA-B528-2C01-37415B19A43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35203" y="2663849"/>
          <a:ext cx="720725" cy="801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utoCAD Drawing" r:id="rId6" imgW="11487150" imgH="7848600" progId="AutoCAD.Drawing.16">
                  <p:embed/>
                </p:oleObj>
              </mc:Choice>
              <mc:Fallback>
                <p:oleObj name="AutoCAD Drawing" r:id="rId6" imgW="11487150" imgH="7848600" progId="AutoCAD.Drawing.16">
                  <p:embed/>
                  <p:pic>
                    <p:nvPicPr>
                      <p:cNvPr id="43" name="Object 45">
                        <a:extLst>
                          <a:ext uri="{FF2B5EF4-FFF2-40B4-BE49-F238E27FC236}">
                            <a16:creationId xmlns:a16="http://schemas.microsoft.com/office/drawing/2014/main" id="{1D172611-EFBA-B528-2C01-37415B19A43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61891" t="28741" r="28842" b="56171"/>
                      <a:stretch>
                        <a:fillRect/>
                      </a:stretch>
                    </p:blipFill>
                    <p:spPr bwMode="auto">
                      <a:xfrm>
                        <a:off x="5435203" y="2663849"/>
                        <a:ext cx="720725" cy="801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0">
                            <a:solidFill>
                              <a:srgbClr val="000000"/>
                            </a:solidFill>
                            <a:miter lim="800000"/>
                            <a:headEnd type="none" w="sm" len="lg"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Object 46">
            <a:extLst>
              <a:ext uri="{FF2B5EF4-FFF2-40B4-BE49-F238E27FC236}">
                <a16:creationId xmlns:a16="http://schemas.microsoft.com/office/drawing/2014/main" id="{8C03B8CB-583C-38CE-BA53-B2364899375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0841" y="2320949"/>
          <a:ext cx="971550" cy="1147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utoCAD Drawing" r:id="rId8" imgW="11487150" imgH="7848600" progId="AutoCAD.Drawing.16">
                  <p:embed/>
                </p:oleObj>
              </mc:Choice>
              <mc:Fallback>
                <p:oleObj name="AutoCAD Drawing" r:id="rId8" imgW="11487150" imgH="7848600" progId="AutoCAD.Drawing.16">
                  <p:embed/>
                  <p:pic>
                    <p:nvPicPr>
                      <p:cNvPr id="44" name="Object 46">
                        <a:extLst>
                          <a:ext uri="{FF2B5EF4-FFF2-40B4-BE49-F238E27FC236}">
                            <a16:creationId xmlns:a16="http://schemas.microsoft.com/office/drawing/2014/main" id="{8C03B8CB-583C-38CE-BA53-B2364899375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70096" t="22885" r="17412" b="55513"/>
                      <a:stretch>
                        <a:fillRect/>
                      </a:stretch>
                    </p:blipFill>
                    <p:spPr bwMode="auto">
                      <a:xfrm>
                        <a:off x="6090841" y="2320949"/>
                        <a:ext cx="971550" cy="1147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0">
                            <a:solidFill>
                              <a:srgbClr val="000000"/>
                            </a:solidFill>
                            <a:miter lim="800000"/>
                            <a:headEnd type="none" w="sm" len="lg"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Object 47">
            <a:extLst>
              <a:ext uri="{FF2B5EF4-FFF2-40B4-BE49-F238E27FC236}">
                <a16:creationId xmlns:a16="http://schemas.microsoft.com/office/drawing/2014/main" id="{87806CA8-ECC0-FE8E-B808-C7D4B6A0692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81213" y="1182688"/>
          <a:ext cx="5167312" cy="5045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utoCAD Drawing" r:id="rId10" imgW="11487150" imgH="7848600" progId="AutoCAD.Drawing.16">
                  <p:embed/>
                </p:oleObj>
              </mc:Choice>
              <mc:Fallback>
                <p:oleObj name="AutoCAD Drawing" r:id="rId10" imgW="11487150" imgH="7848600" progId="AutoCAD.Drawing.16">
                  <p:embed/>
                  <p:pic>
                    <p:nvPicPr>
                      <p:cNvPr id="45" name="Object 47">
                        <a:extLst>
                          <a:ext uri="{FF2B5EF4-FFF2-40B4-BE49-F238E27FC236}">
                            <a16:creationId xmlns:a16="http://schemas.microsoft.com/office/drawing/2014/main" id="{87806CA8-ECC0-FE8E-B808-C7D4B6A0692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8961" t="1331" r="15074" b="4404"/>
                      <a:stretch>
                        <a:fillRect/>
                      </a:stretch>
                    </p:blipFill>
                    <p:spPr bwMode="auto">
                      <a:xfrm>
                        <a:off x="2081213" y="1182688"/>
                        <a:ext cx="5167312" cy="5045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0">
                            <a:solidFill>
                              <a:srgbClr val="000000"/>
                            </a:solidFill>
                            <a:miter lim="800000"/>
                            <a:headEnd type="none" w="sm" len="lg"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86641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 autoUpdateAnimBg="0"/>
      <p:bldP spid="34" grpId="0" animBg="1" autoUpdateAnimBg="0"/>
      <p:bldP spid="35" grpId="0" animBg="1" autoUpdateAnimBg="0"/>
      <p:bldP spid="39" grpId="0" autoUpdateAnimBg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2C5373-6EFD-7590-0B70-292171D1C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>
            <a:extLst>
              <a:ext uri="{FF2B5EF4-FFF2-40B4-BE49-F238E27FC236}">
                <a16:creationId xmlns:a16="http://schemas.microsoft.com/office/drawing/2014/main" id="{99FCCA84-CD3B-3BBB-948E-F19B3A8EA1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19" y="412176"/>
            <a:ext cx="5230919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11.2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组合体的尺寸标注方法</a:t>
            </a:r>
          </a:p>
        </p:txBody>
      </p:sp>
      <p:sp>
        <p:nvSpPr>
          <p:cNvPr id="16" name="灯片编号占位符 3">
            <a:extLst>
              <a:ext uri="{FF2B5EF4-FFF2-40B4-BE49-F238E27FC236}">
                <a16:creationId xmlns:a16="http://schemas.microsoft.com/office/drawing/2014/main" id="{60864CBB-9D82-1A82-A0AE-A9004DA89184}"/>
              </a:ext>
            </a:extLst>
          </p:cNvPr>
          <p:cNvSpPr txBox="1">
            <a:spLocks/>
          </p:cNvSpPr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  <a:pPr/>
              <a:t>68</a:t>
            </a:fld>
            <a:endParaRPr lang="en-US" altLang="zh-CN" dirty="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A36D058E-723B-48A4-84E3-BC934D5325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0489" y="2049240"/>
            <a:ext cx="327025" cy="1733550"/>
          </a:xfrm>
          <a:prstGeom prst="rect">
            <a:avLst/>
          </a:prstGeom>
          <a:solidFill>
            <a:srgbClr val="F313DE"/>
          </a:solidFill>
          <a:ln w="0">
            <a:solidFill>
              <a:srgbClr val="FFFFFF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8C8C3FE8-A25D-7796-908C-93F47026D0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1164" y="1253902"/>
            <a:ext cx="492125" cy="231775"/>
          </a:xfrm>
          <a:prstGeom prst="rect">
            <a:avLst/>
          </a:prstGeom>
          <a:solidFill>
            <a:srgbClr val="F313DE"/>
          </a:solidFill>
          <a:ln w="0">
            <a:solidFill>
              <a:srgbClr val="FFFFFF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A548DCA-2809-4489-77A5-6B6972D7A7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4939" y="4705127"/>
            <a:ext cx="284163" cy="1404938"/>
          </a:xfrm>
          <a:prstGeom prst="rect">
            <a:avLst/>
          </a:prstGeom>
          <a:solidFill>
            <a:srgbClr val="F313DE"/>
          </a:solidFill>
          <a:ln w="0">
            <a:solidFill>
              <a:srgbClr val="FFFFFF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9AC664A-45F0-1109-9B66-F6587C72F2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7614" y="4081240"/>
            <a:ext cx="2346325" cy="233362"/>
          </a:xfrm>
          <a:prstGeom prst="rect">
            <a:avLst/>
          </a:prstGeom>
          <a:solidFill>
            <a:srgbClr val="F313DE"/>
          </a:solidFill>
          <a:ln w="0">
            <a:solidFill>
              <a:srgbClr val="FFFFFF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4E05D27-E320-87F7-26CF-F06CEDE347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2214" y="1215802"/>
            <a:ext cx="3165475" cy="4994275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7" name="AutoShape 8">
            <a:extLst>
              <a:ext uri="{FF2B5EF4-FFF2-40B4-BE49-F238E27FC236}">
                <a16:creationId xmlns:a16="http://schemas.microsoft.com/office/drawing/2014/main" id="{C656C904-9DB7-3D1A-A2FC-FBC3F8553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4171" y="1213867"/>
            <a:ext cx="1571625" cy="474663"/>
          </a:xfrm>
          <a:prstGeom prst="flowChartProcess">
            <a:avLst/>
          </a:prstGeom>
          <a:solidFill>
            <a:schemeClr val="bg2">
              <a:lumMod val="40000"/>
              <a:lumOff val="60000"/>
            </a:schemeClr>
          </a:solidFill>
          <a:ln w="0">
            <a:solidFill>
              <a:srgbClr val="000000"/>
            </a:solidFill>
            <a:miter lim="800000"/>
            <a:headEnd type="none" w="sm" len="lg"/>
            <a:tailEnd type="none" w="sm" len="lg"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ea typeface="黑体" pitchFamily="2" charset="-122"/>
              </a:rPr>
              <a:t>形体分析</a:t>
            </a:r>
          </a:p>
        </p:txBody>
      </p:sp>
      <p:sp>
        <p:nvSpPr>
          <p:cNvPr id="8" name="AutoShape 9">
            <a:extLst>
              <a:ext uri="{FF2B5EF4-FFF2-40B4-BE49-F238E27FC236}">
                <a16:creationId xmlns:a16="http://schemas.microsoft.com/office/drawing/2014/main" id="{1B675A3F-61C8-4743-D00E-D4FE06EE18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52109" y="1929830"/>
            <a:ext cx="1571625" cy="474662"/>
          </a:xfrm>
          <a:prstGeom prst="flowChartProcess">
            <a:avLst/>
          </a:prstGeom>
          <a:solidFill>
            <a:schemeClr val="bg2">
              <a:lumMod val="40000"/>
              <a:lumOff val="60000"/>
            </a:schemeClr>
          </a:solidFill>
          <a:ln w="0">
            <a:solidFill>
              <a:srgbClr val="000000"/>
            </a:solidFill>
            <a:miter lim="800000"/>
            <a:headEnd type="none" w="sm" len="lg"/>
            <a:tailEnd type="none" w="sm" len="lg"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ea typeface="黑体" pitchFamily="2" charset="-122"/>
              </a:rPr>
              <a:t>尺寸基准</a:t>
            </a:r>
          </a:p>
        </p:txBody>
      </p:sp>
      <p:sp>
        <p:nvSpPr>
          <p:cNvPr id="9" name="AutoShape 10">
            <a:extLst>
              <a:ext uri="{FF2B5EF4-FFF2-40B4-BE49-F238E27FC236}">
                <a16:creationId xmlns:a16="http://schemas.microsoft.com/office/drawing/2014/main" id="{45F3BEC8-2BFA-97AA-208F-23B9E954B5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1396" y="1699642"/>
            <a:ext cx="258763" cy="231775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bg2">
              <a:lumMod val="40000"/>
              <a:lumOff val="60000"/>
            </a:schemeClr>
          </a:solidFill>
          <a:ln w="0">
            <a:solidFill>
              <a:schemeClr val="tx1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10" name="AutoShape 11">
            <a:extLst>
              <a:ext uri="{FF2B5EF4-FFF2-40B4-BE49-F238E27FC236}">
                <a16:creationId xmlns:a16="http://schemas.microsoft.com/office/drawing/2014/main" id="{F1CDD810-44F8-6C15-EA18-E639DF1D94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50521" y="2663255"/>
            <a:ext cx="1571625" cy="474662"/>
          </a:xfrm>
          <a:prstGeom prst="flowChartProcess">
            <a:avLst/>
          </a:prstGeom>
          <a:solidFill>
            <a:schemeClr val="bg2">
              <a:lumMod val="40000"/>
              <a:lumOff val="60000"/>
            </a:schemeClr>
          </a:solidFill>
          <a:ln w="0">
            <a:solidFill>
              <a:srgbClr val="000000"/>
            </a:solidFill>
            <a:miter lim="800000"/>
            <a:headEnd type="none" w="sm" len="lg"/>
            <a:tailEnd type="none" w="sm" len="lg"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ea typeface="黑体" pitchFamily="2" charset="-122"/>
              </a:rPr>
              <a:t>定位尺寸</a:t>
            </a:r>
          </a:p>
        </p:txBody>
      </p:sp>
      <p:sp>
        <p:nvSpPr>
          <p:cNvPr id="11" name="AutoShape 12">
            <a:extLst>
              <a:ext uri="{FF2B5EF4-FFF2-40B4-BE49-F238E27FC236}">
                <a16:creationId xmlns:a16="http://schemas.microsoft.com/office/drawing/2014/main" id="{8B157D90-CF83-2F25-6035-9D9C0C2B47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2584" y="3393505"/>
            <a:ext cx="1571625" cy="474662"/>
          </a:xfrm>
          <a:prstGeom prst="flowChartProcess">
            <a:avLst/>
          </a:prstGeom>
          <a:solidFill>
            <a:schemeClr val="bg2">
              <a:lumMod val="40000"/>
              <a:lumOff val="60000"/>
            </a:schemeClr>
          </a:solidFill>
          <a:ln w="0">
            <a:solidFill>
              <a:srgbClr val="000000"/>
            </a:solidFill>
            <a:miter lim="800000"/>
            <a:headEnd type="none" w="sm" len="lg"/>
            <a:tailEnd type="none" w="sm" len="lg"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ea typeface="黑体" pitchFamily="2" charset="-122"/>
              </a:rPr>
              <a:t>定形尺寸</a:t>
            </a:r>
          </a:p>
        </p:txBody>
      </p:sp>
      <p:sp>
        <p:nvSpPr>
          <p:cNvPr id="12" name="AutoShape 13">
            <a:extLst>
              <a:ext uri="{FF2B5EF4-FFF2-40B4-BE49-F238E27FC236}">
                <a16:creationId xmlns:a16="http://schemas.microsoft.com/office/drawing/2014/main" id="{658D3E8B-818F-79B6-2CD9-4D9C688E4B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52109" y="4125342"/>
            <a:ext cx="1571625" cy="474663"/>
          </a:xfrm>
          <a:prstGeom prst="flowChartProcess">
            <a:avLst/>
          </a:prstGeom>
          <a:solidFill>
            <a:schemeClr val="bg2">
              <a:lumMod val="40000"/>
              <a:lumOff val="60000"/>
            </a:schemeClr>
          </a:solidFill>
          <a:ln w="0">
            <a:solidFill>
              <a:srgbClr val="000000"/>
            </a:solidFill>
            <a:miter lim="800000"/>
            <a:headEnd type="none" w="sm" len="lg"/>
            <a:tailEnd type="none" w="sm" len="lg"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ea typeface="黑体" pitchFamily="2" charset="-122"/>
              </a:rPr>
              <a:t>总体尺寸</a:t>
            </a:r>
          </a:p>
        </p:txBody>
      </p:sp>
      <p:sp>
        <p:nvSpPr>
          <p:cNvPr id="13" name="AutoShape 14">
            <a:extLst>
              <a:ext uri="{FF2B5EF4-FFF2-40B4-BE49-F238E27FC236}">
                <a16:creationId xmlns:a16="http://schemas.microsoft.com/office/drawing/2014/main" id="{D4988151-0BCC-4EE5-73E7-47DE9B61D4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5759" y="4849242"/>
            <a:ext cx="1571625" cy="474663"/>
          </a:xfrm>
          <a:prstGeom prst="flowChartProcess">
            <a:avLst/>
          </a:prstGeom>
          <a:solidFill>
            <a:schemeClr val="bg2">
              <a:lumMod val="40000"/>
              <a:lumOff val="60000"/>
            </a:schemeClr>
          </a:solidFill>
          <a:ln w="0">
            <a:solidFill>
              <a:srgbClr val="000000"/>
            </a:solidFill>
            <a:miter lim="800000"/>
            <a:headEnd type="none" w="sm" len="lg"/>
            <a:tailEnd type="none" w="sm" len="lg"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ea typeface="黑体" pitchFamily="2" charset="-122"/>
              </a:rPr>
              <a:t>尺寸调整</a:t>
            </a:r>
          </a:p>
        </p:txBody>
      </p:sp>
      <p:sp>
        <p:nvSpPr>
          <p:cNvPr id="14" name="AutoShape 15">
            <a:extLst>
              <a:ext uri="{FF2B5EF4-FFF2-40B4-BE49-F238E27FC236}">
                <a16:creationId xmlns:a16="http://schemas.microsoft.com/office/drawing/2014/main" id="{9C002B9F-2799-5BB8-5E66-0E9844F53B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2984" y="2423542"/>
            <a:ext cx="258762" cy="231775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bg2">
              <a:lumMod val="40000"/>
              <a:lumOff val="60000"/>
            </a:schemeClr>
          </a:solidFill>
          <a:ln w="0">
            <a:solidFill>
              <a:schemeClr val="tx1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15" name="AutoShape 16">
            <a:extLst>
              <a:ext uri="{FF2B5EF4-FFF2-40B4-BE49-F238E27FC236}">
                <a16:creationId xmlns:a16="http://schemas.microsoft.com/office/drawing/2014/main" id="{713CCA00-71DA-72EF-E624-A7B757C033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4571" y="3155380"/>
            <a:ext cx="258763" cy="231775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bg2">
              <a:lumMod val="40000"/>
              <a:lumOff val="60000"/>
            </a:schemeClr>
          </a:solidFill>
          <a:ln w="0">
            <a:solidFill>
              <a:schemeClr val="tx1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17" name="AutoShape 17">
            <a:extLst>
              <a:ext uri="{FF2B5EF4-FFF2-40B4-BE49-F238E27FC236}">
                <a16:creationId xmlns:a16="http://schemas.microsoft.com/office/drawing/2014/main" id="{777BBE3A-F0B6-EC6F-74AE-5B8E20BAF1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6159" y="3879280"/>
            <a:ext cx="258762" cy="231775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bg2">
              <a:lumMod val="40000"/>
              <a:lumOff val="60000"/>
            </a:schemeClr>
          </a:solidFill>
          <a:ln w="0">
            <a:solidFill>
              <a:schemeClr val="tx1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6CECBB00-159F-16D9-03E7-45AB829D8F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99809" y="4603180"/>
            <a:ext cx="258762" cy="231775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bg2">
              <a:lumMod val="40000"/>
              <a:lumOff val="60000"/>
            </a:schemeClr>
          </a:solidFill>
          <a:ln w="0">
            <a:solidFill>
              <a:schemeClr val="tx1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grpSp>
        <p:nvGrpSpPr>
          <p:cNvPr id="19" name="Group 19">
            <a:extLst>
              <a:ext uri="{FF2B5EF4-FFF2-40B4-BE49-F238E27FC236}">
                <a16:creationId xmlns:a16="http://schemas.microsoft.com/office/drawing/2014/main" id="{60B89E9A-307B-798B-F08A-6886C57CDCCC}"/>
              </a:ext>
            </a:extLst>
          </p:cNvPr>
          <p:cNvGrpSpPr>
            <a:grpSpLocks/>
          </p:cNvGrpSpPr>
          <p:nvPr/>
        </p:nvGrpSpPr>
        <p:grpSpPr bwMode="auto">
          <a:xfrm>
            <a:off x="1663427" y="2771552"/>
            <a:ext cx="1114425" cy="830263"/>
            <a:chOff x="288" y="1529"/>
            <a:chExt cx="702" cy="523"/>
          </a:xfrm>
        </p:grpSpPr>
        <p:grpSp>
          <p:nvGrpSpPr>
            <p:cNvPr id="20" name="Group 20">
              <a:extLst>
                <a:ext uri="{FF2B5EF4-FFF2-40B4-BE49-F238E27FC236}">
                  <a16:creationId xmlns:a16="http://schemas.microsoft.com/office/drawing/2014/main" id="{33837E4E-46DF-A5BB-3472-3FBE365018E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" y="1529"/>
              <a:ext cx="671" cy="489"/>
              <a:chOff x="209" y="1227"/>
              <a:chExt cx="671" cy="489"/>
            </a:xfrm>
          </p:grpSpPr>
          <p:sp>
            <p:nvSpPr>
              <p:cNvPr id="22" name="Line 21">
                <a:extLst>
                  <a:ext uri="{FF2B5EF4-FFF2-40B4-BE49-F238E27FC236}">
                    <a16:creationId xmlns:a16="http://schemas.microsoft.com/office/drawing/2014/main" id="{5751ECC5-7159-6518-1714-97D04E63AD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87" y="1475"/>
                <a:ext cx="493" cy="241"/>
              </a:xfrm>
              <a:prstGeom prst="line">
                <a:avLst/>
              </a:prstGeom>
              <a:noFill/>
              <a:ln w="28575">
                <a:solidFill>
                  <a:srgbClr val="00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" name="Text Box 22">
                <a:extLst>
                  <a:ext uri="{FF2B5EF4-FFF2-40B4-BE49-F238E27FC236}">
                    <a16:creationId xmlns:a16="http://schemas.microsoft.com/office/drawing/2014/main" id="{3ED73B64-2D21-9597-3058-290C44E4DB2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9" y="1227"/>
                <a:ext cx="219" cy="294"/>
              </a:xfrm>
              <a:prstGeom prst="rect">
                <a:avLst/>
              </a:prstGeom>
              <a:solidFill>
                <a:schemeClr val="hlink"/>
              </a:solidFill>
              <a:ln w="9525">
                <a:solidFill>
                  <a:srgbClr val="000066"/>
                </a:solidFill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l" eaLnBrk="1" hangingPunct="1">
                  <a:defRPr/>
                </a:pPr>
                <a:r>
                  <a:rPr lang="en-US" altLang="zh-CN"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黑体" pitchFamily="2" charset="-122"/>
                    <a:ea typeface="黑体" pitchFamily="2" charset="-122"/>
                  </a:rPr>
                  <a:t>1</a:t>
                </a:r>
              </a:p>
            </p:txBody>
          </p:sp>
        </p:grpSp>
        <p:sp>
          <p:nvSpPr>
            <p:cNvPr id="21" name="Oval 23">
              <a:extLst>
                <a:ext uri="{FF2B5EF4-FFF2-40B4-BE49-F238E27FC236}">
                  <a16:creationId xmlns:a16="http://schemas.microsoft.com/office/drawing/2014/main" id="{82F58707-42A2-3BDE-8C80-3E8C556D30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7" y="1980"/>
              <a:ext cx="73" cy="72"/>
            </a:xfrm>
            <a:prstGeom prst="ellipse">
              <a:avLst/>
            </a:prstGeom>
            <a:solidFill>
              <a:srgbClr val="0000FF"/>
            </a:solidFill>
            <a:ln w="0">
              <a:solidFill>
                <a:srgbClr val="0000FF"/>
              </a:solidFill>
              <a:round/>
              <a:headEnd type="none" w="sm" len="lg"/>
              <a:tailEnd type="none" w="sm" len="lg"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</p:grpSp>
      <p:grpSp>
        <p:nvGrpSpPr>
          <p:cNvPr id="24" name="Group 24">
            <a:extLst>
              <a:ext uri="{FF2B5EF4-FFF2-40B4-BE49-F238E27FC236}">
                <a16:creationId xmlns:a16="http://schemas.microsoft.com/office/drawing/2014/main" id="{D32B4883-20E3-F946-2AFA-984864AA16A8}"/>
              </a:ext>
            </a:extLst>
          </p:cNvPr>
          <p:cNvGrpSpPr>
            <a:grpSpLocks/>
          </p:cNvGrpSpPr>
          <p:nvPr/>
        </p:nvGrpSpPr>
        <p:grpSpPr bwMode="auto">
          <a:xfrm>
            <a:off x="1665014" y="2122265"/>
            <a:ext cx="1647825" cy="893762"/>
            <a:chOff x="289" y="1220"/>
            <a:chExt cx="1038" cy="563"/>
          </a:xfrm>
        </p:grpSpPr>
        <p:grpSp>
          <p:nvGrpSpPr>
            <p:cNvPr id="25" name="Group 25">
              <a:extLst>
                <a:ext uri="{FF2B5EF4-FFF2-40B4-BE49-F238E27FC236}">
                  <a16:creationId xmlns:a16="http://schemas.microsoft.com/office/drawing/2014/main" id="{051C7D06-A248-B905-86EF-4293921A581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9" y="1220"/>
              <a:ext cx="1014" cy="526"/>
              <a:chOff x="289" y="1155"/>
              <a:chExt cx="1014" cy="526"/>
            </a:xfrm>
          </p:grpSpPr>
          <p:sp>
            <p:nvSpPr>
              <p:cNvPr id="27" name="Line 26">
                <a:extLst>
                  <a:ext uri="{FF2B5EF4-FFF2-40B4-BE49-F238E27FC236}">
                    <a16:creationId xmlns:a16="http://schemas.microsoft.com/office/drawing/2014/main" id="{90866264-BF38-E420-BC39-A45D4E75EB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07" y="1418"/>
                <a:ext cx="796" cy="263"/>
              </a:xfrm>
              <a:prstGeom prst="line">
                <a:avLst/>
              </a:prstGeom>
              <a:noFill/>
              <a:ln w="28575">
                <a:solidFill>
                  <a:srgbClr val="00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" name="Text Box 27">
                <a:extLst>
                  <a:ext uri="{FF2B5EF4-FFF2-40B4-BE49-F238E27FC236}">
                    <a16:creationId xmlns:a16="http://schemas.microsoft.com/office/drawing/2014/main" id="{9CC8E150-EEA7-BCCE-5311-E5D356402A4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9" y="1155"/>
                <a:ext cx="219" cy="294"/>
              </a:xfrm>
              <a:prstGeom prst="rect">
                <a:avLst/>
              </a:prstGeom>
              <a:solidFill>
                <a:schemeClr val="hlink"/>
              </a:solidFill>
              <a:ln w="9525">
                <a:solidFill>
                  <a:srgbClr val="000066"/>
                </a:solidFill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l" eaLnBrk="1" hangingPunct="1">
                  <a:defRPr/>
                </a:pPr>
                <a:r>
                  <a:rPr lang="en-US" altLang="zh-CN"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黑体" pitchFamily="2" charset="-122"/>
                    <a:ea typeface="黑体" pitchFamily="2" charset="-122"/>
                  </a:rPr>
                  <a:t>2</a:t>
                </a:r>
              </a:p>
            </p:txBody>
          </p:sp>
        </p:grpSp>
        <p:sp>
          <p:nvSpPr>
            <p:cNvPr id="26" name="Oval 28">
              <a:extLst>
                <a:ext uri="{FF2B5EF4-FFF2-40B4-BE49-F238E27FC236}">
                  <a16:creationId xmlns:a16="http://schemas.microsoft.com/office/drawing/2014/main" id="{407E527D-C9BA-1B15-F842-F1F6644857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4" y="1711"/>
              <a:ext cx="73" cy="72"/>
            </a:xfrm>
            <a:prstGeom prst="ellipse">
              <a:avLst/>
            </a:prstGeom>
            <a:solidFill>
              <a:srgbClr val="0000FF"/>
            </a:solidFill>
            <a:ln w="0">
              <a:solidFill>
                <a:srgbClr val="0000FF"/>
              </a:solidFill>
              <a:round/>
              <a:headEnd type="none" w="sm" len="lg"/>
              <a:tailEnd type="none" w="sm" len="lg"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C60A0E8A-8E50-0646-17E6-F9FB3E90D8A1}"/>
              </a:ext>
            </a:extLst>
          </p:cNvPr>
          <p:cNvGrpSpPr>
            <a:grpSpLocks/>
          </p:cNvGrpSpPr>
          <p:nvPr/>
        </p:nvGrpSpPr>
        <p:grpSpPr bwMode="auto">
          <a:xfrm>
            <a:off x="1669777" y="1569815"/>
            <a:ext cx="1393825" cy="912812"/>
            <a:chOff x="282" y="817"/>
            <a:chExt cx="878" cy="575"/>
          </a:xfrm>
        </p:grpSpPr>
        <p:grpSp>
          <p:nvGrpSpPr>
            <p:cNvPr id="30" name="Group 30">
              <a:extLst>
                <a:ext uri="{FF2B5EF4-FFF2-40B4-BE49-F238E27FC236}">
                  <a16:creationId xmlns:a16="http://schemas.microsoft.com/office/drawing/2014/main" id="{6F551426-FA9D-94B0-0B2D-DD71E2976B1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2" y="817"/>
              <a:ext cx="830" cy="531"/>
              <a:chOff x="282" y="817"/>
              <a:chExt cx="830" cy="531"/>
            </a:xfrm>
          </p:grpSpPr>
          <p:sp>
            <p:nvSpPr>
              <p:cNvPr id="32" name="Text Box 31">
                <a:extLst>
                  <a:ext uri="{FF2B5EF4-FFF2-40B4-BE49-F238E27FC236}">
                    <a16:creationId xmlns:a16="http://schemas.microsoft.com/office/drawing/2014/main" id="{C57E7013-B6C8-B709-830C-22834FCE3AD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2" y="817"/>
                <a:ext cx="219" cy="294"/>
              </a:xfrm>
              <a:prstGeom prst="rect">
                <a:avLst/>
              </a:prstGeom>
              <a:solidFill>
                <a:schemeClr val="hlink"/>
              </a:solidFill>
              <a:ln w="9525">
                <a:solidFill>
                  <a:srgbClr val="000066"/>
                </a:solidFill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l" eaLnBrk="1" hangingPunct="1">
                  <a:defRPr/>
                </a:pPr>
                <a:r>
                  <a:rPr lang="en-US" altLang="zh-CN"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黑体" pitchFamily="2" charset="-122"/>
                    <a:ea typeface="黑体" pitchFamily="2" charset="-122"/>
                  </a:rPr>
                  <a:t>3</a:t>
                </a:r>
              </a:p>
            </p:txBody>
          </p:sp>
          <p:sp>
            <p:nvSpPr>
              <p:cNvPr id="33" name="Line 32">
                <a:extLst>
                  <a:ext uri="{FF2B5EF4-FFF2-40B4-BE49-F238E27FC236}">
                    <a16:creationId xmlns:a16="http://schemas.microsoft.com/office/drawing/2014/main" id="{70FFABCC-9297-0C87-60C1-2771DC1E19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05" y="1079"/>
                <a:ext cx="607" cy="269"/>
              </a:xfrm>
              <a:prstGeom prst="line">
                <a:avLst/>
              </a:prstGeom>
              <a:noFill/>
              <a:ln w="28575">
                <a:solidFill>
                  <a:srgbClr val="00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31" name="Oval 33">
              <a:extLst>
                <a:ext uri="{FF2B5EF4-FFF2-40B4-BE49-F238E27FC236}">
                  <a16:creationId xmlns:a16="http://schemas.microsoft.com/office/drawing/2014/main" id="{05F599B9-D3CC-B4D5-023F-CC793E3EB8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7" y="1320"/>
              <a:ext cx="73" cy="72"/>
            </a:xfrm>
            <a:prstGeom prst="ellipse">
              <a:avLst/>
            </a:prstGeom>
            <a:solidFill>
              <a:srgbClr val="0000FF"/>
            </a:solidFill>
            <a:ln w="0">
              <a:solidFill>
                <a:srgbClr val="0000FF"/>
              </a:solidFill>
              <a:round/>
              <a:headEnd type="none" w="sm" len="lg"/>
              <a:tailEnd type="none" w="sm" len="lg"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</p:grpSp>
      <p:sp>
        <p:nvSpPr>
          <p:cNvPr id="34" name="AutoShape 35">
            <a:extLst>
              <a:ext uri="{FF2B5EF4-FFF2-40B4-BE49-F238E27FC236}">
                <a16:creationId xmlns:a16="http://schemas.microsoft.com/office/drawing/2014/main" id="{4D75B14D-E243-77E3-CFF0-0DC2ED3582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10884" y="5566792"/>
            <a:ext cx="854075" cy="473075"/>
          </a:xfrm>
          <a:prstGeom prst="flowChartTerminator">
            <a:avLst/>
          </a:prstGeom>
          <a:solidFill>
            <a:schemeClr val="bg2">
              <a:lumMod val="40000"/>
              <a:lumOff val="60000"/>
            </a:schemeClr>
          </a:solidFill>
          <a:ln w="0">
            <a:solidFill>
              <a:srgbClr val="000000"/>
            </a:solidFill>
            <a:miter lim="800000"/>
            <a:headEnd type="none" w="sm" len="lg"/>
            <a:tailEnd type="none" w="sm" len="lg"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ea typeface="黑体" pitchFamily="2" charset="-122"/>
              </a:rPr>
              <a:t>结束</a:t>
            </a:r>
          </a:p>
        </p:txBody>
      </p:sp>
      <p:sp>
        <p:nvSpPr>
          <p:cNvPr id="35" name="AutoShape 36">
            <a:extLst>
              <a:ext uri="{FF2B5EF4-FFF2-40B4-BE49-F238E27FC236}">
                <a16:creationId xmlns:a16="http://schemas.microsoft.com/office/drawing/2014/main" id="{677978E5-C578-8F54-3B80-7F460569DF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1396" y="5335017"/>
            <a:ext cx="258763" cy="231775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bg2">
              <a:lumMod val="40000"/>
              <a:lumOff val="60000"/>
            </a:schemeClr>
          </a:solidFill>
          <a:ln w="0">
            <a:solidFill>
              <a:schemeClr val="tx1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pic>
        <p:nvPicPr>
          <p:cNvPr id="36" name="Picture 37" descr="空白">
            <a:extLst>
              <a:ext uri="{FF2B5EF4-FFF2-40B4-BE49-F238E27FC236}">
                <a16:creationId xmlns:a16="http://schemas.microsoft.com/office/drawing/2014/main" id="{2D10878D-DFF3-66FF-9CF2-6504B35236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556"/>
          <a:stretch>
            <a:fillRect/>
          </a:stretch>
        </p:blipFill>
        <p:spPr bwMode="auto">
          <a:xfrm>
            <a:off x="8533059" y="3876105"/>
            <a:ext cx="1658937" cy="744537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</p:pic>
      <p:grpSp>
        <p:nvGrpSpPr>
          <p:cNvPr id="38" name="Group 38">
            <a:extLst>
              <a:ext uri="{FF2B5EF4-FFF2-40B4-BE49-F238E27FC236}">
                <a16:creationId xmlns:a16="http://schemas.microsoft.com/office/drawing/2014/main" id="{464D60A9-778D-9D2A-BD37-26663C5DE8AE}"/>
              </a:ext>
            </a:extLst>
          </p:cNvPr>
          <p:cNvGrpSpPr>
            <a:grpSpLocks/>
          </p:cNvGrpSpPr>
          <p:nvPr/>
        </p:nvGrpSpPr>
        <p:grpSpPr bwMode="auto">
          <a:xfrm>
            <a:off x="8552109" y="3879280"/>
            <a:ext cx="1571625" cy="720725"/>
            <a:chOff x="4222" y="1912"/>
            <a:chExt cx="990" cy="454"/>
          </a:xfrm>
          <a:solidFill>
            <a:schemeClr val="bg2">
              <a:lumMod val="40000"/>
              <a:lumOff val="60000"/>
            </a:schemeClr>
          </a:solidFill>
        </p:grpSpPr>
        <p:sp>
          <p:nvSpPr>
            <p:cNvPr id="39" name="AutoShape 39">
              <a:extLst>
                <a:ext uri="{FF2B5EF4-FFF2-40B4-BE49-F238E27FC236}">
                  <a16:creationId xmlns:a16="http://schemas.microsoft.com/office/drawing/2014/main" id="{F95883B2-0AE5-0B5E-3DF3-14684799A3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2" y="2067"/>
              <a:ext cx="990" cy="299"/>
            </a:xfrm>
            <a:prstGeom prst="flowChartProcess">
              <a:avLst/>
            </a:prstGeom>
            <a:grpFill/>
            <a:ln w="0">
              <a:solidFill>
                <a:srgbClr val="000000"/>
              </a:solidFill>
              <a:miter lim="800000"/>
              <a:headEnd type="none" w="sm" len="lg"/>
              <a:tailEnd type="none" w="sm" len="lg"/>
            </a:ln>
            <a:effectLst>
              <a:outerShdw dist="35921" dir="2700000" algn="ctr" rotWithShape="0">
                <a:srgbClr val="808080"/>
              </a:outerShdw>
            </a:effec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>
                  <a:ea typeface="黑体" pitchFamily="2" charset="-122"/>
                </a:rPr>
                <a:t>总体尺寸</a:t>
              </a:r>
            </a:p>
          </p:txBody>
        </p:sp>
        <p:sp>
          <p:nvSpPr>
            <p:cNvPr id="40" name="AutoShape 40">
              <a:extLst>
                <a:ext uri="{FF2B5EF4-FFF2-40B4-BE49-F238E27FC236}">
                  <a16:creationId xmlns:a16="http://schemas.microsoft.com/office/drawing/2014/main" id="{07DFF1DC-A232-3C32-059C-2762FE6D52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34" y="1912"/>
              <a:ext cx="163" cy="146"/>
            </a:xfrm>
            <a:prstGeom prst="downArrow">
              <a:avLst>
                <a:gd name="adj1" fmla="val 50000"/>
                <a:gd name="adj2" fmla="val 25000"/>
              </a:avLst>
            </a:prstGeom>
            <a:grpFill/>
            <a:ln w="0">
              <a:solidFill>
                <a:schemeClr val="tx1"/>
              </a:solidFill>
              <a:miter lim="800000"/>
              <a:headEnd type="none" w="sm" len="lg"/>
              <a:tailEnd type="none" w="sm" len="lg"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</p:grpSp>
      <p:pic>
        <p:nvPicPr>
          <p:cNvPr id="41" name="Picture 41" descr="空白">
            <a:extLst>
              <a:ext uri="{FF2B5EF4-FFF2-40B4-BE49-F238E27FC236}">
                <a16:creationId xmlns:a16="http://schemas.microsoft.com/office/drawing/2014/main" id="{2907AA32-0947-029B-FA01-4CE42D4AD9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556"/>
          <a:stretch>
            <a:fillRect/>
          </a:stretch>
        </p:blipFill>
        <p:spPr bwMode="auto">
          <a:xfrm>
            <a:off x="8523534" y="4601592"/>
            <a:ext cx="1658937" cy="75247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</p:pic>
      <p:pic>
        <p:nvPicPr>
          <p:cNvPr id="42" name="Picture 42" descr="空白">
            <a:extLst>
              <a:ext uri="{FF2B5EF4-FFF2-40B4-BE49-F238E27FC236}">
                <a16:creationId xmlns:a16="http://schemas.microsoft.com/office/drawing/2014/main" id="{E6494FAD-E953-AEC2-E00B-313A425FFD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556"/>
          <a:stretch>
            <a:fillRect/>
          </a:stretch>
        </p:blipFill>
        <p:spPr bwMode="auto">
          <a:xfrm>
            <a:off x="8514009" y="5350892"/>
            <a:ext cx="1658937" cy="74453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</p:pic>
      <p:grpSp>
        <p:nvGrpSpPr>
          <p:cNvPr id="43" name="Group 43">
            <a:extLst>
              <a:ext uri="{FF2B5EF4-FFF2-40B4-BE49-F238E27FC236}">
                <a16:creationId xmlns:a16="http://schemas.microsoft.com/office/drawing/2014/main" id="{71CF4E5F-C582-12B2-A043-6A40E5F9D4A5}"/>
              </a:ext>
            </a:extLst>
          </p:cNvPr>
          <p:cNvGrpSpPr>
            <a:grpSpLocks/>
          </p:cNvGrpSpPr>
          <p:nvPr/>
        </p:nvGrpSpPr>
        <p:grpSpPr bwMode="auto">
          <a:xfrm>
            <a:off x="8910884" y="5335017"/>
            <a:ext cx="854075" cy="704850"/>
            <a:chOff x="4448" y="2834"/>
            <a:chExt cx="538" cy="444"/>
          </a:xfrm>
          <a:solidFill>
            <a:schemeClr val="bg2">
              <a:lumMod val="40000"/>
              <a:lumOff val="60000"/>
            </a:schemeClr>
          </a:solidFill>
        </p:grpSpPr>
        <p:sp>
          <p:nvSpPr>
            <p:cNvPr id="44" name="AutoShape 44">
              <a:extLst>
                <a:ext uri="{FF2B5EF4-FFF2-40B4-BE49-F238E27FC236}">
                  <a16:creationId xmlns:a16="http://schemas.microsoft.com/office/drawing/2014/main" id="{F89A0056-1E29-F1CA-CC82-FBC09BE151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" y="2980"/>
              <a:ext cx="538" cy="298"/>
            </a:xfrm>
            <a:prstGeom prst="flowChartTerminator">
              <a:avLst/>
            </a:prstGeom>
            <a:grpFill/>
            <a:ln w="0">
              <a:solidFill>
                <a:srgbClr val="000000"/>
              </a:solidFill>
              <a:miter lim="800000"/>
              <a:headEnd type="none" w="sm" len="lg"/>
              <a:tailEnd type="none" w="sm" len="lg"/>
            </a:ln>
            <a:effectLst>
              <a:outerShdw dist="35921" dir="2700000" algn="ctr" rotWithShape="0">
                <a:srgbClr val="808080"/>
              </a:outerShdw>
            </a:effec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>
                  <a:ea typeface="黑体" pitchFamily="2" charset="-122"/>
                </a:rPr>
                <a:t>结束</a:t>
              </a:r>
            </a:p>
          </p:txBody>
        </p:sp>
        <p:sp>
          <p:nvSpPr>
            <p:cNvPr id="45" name="AutoShape 45">
              <a:extLst>
                <a:ext uri="{FF2B5EF4-FFF2-40B4-BE49-F238E27FC236}">
                  <a16:creationId xmlns:a16="http://schemas.microsoft.com/office/drawing/2014/main" id="{B6D973BA-1A72-BCD3-BC9A-E87B6C5D4B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31" y="2834"/>
              <a:ext cx="163" cy="146"/>
            </a:xfrm>
            <a:prstGeom prst="downArrow">
              <a:avLst>
                <a:gd name="adj1" fmla="val 50000"/>
                <a:gd name="adj2" fmla="val 25000"/>
              </a:avLst>
            </a:prstGeom>
            <a:grpFill/>
            <a:ln w="0">
              <a:solidFill>
                <a:schemeClr val="tx1"/>
              </a:solidFill>
              <a:miter lim="800000"/>
              <a:headEnd type="none" w="sm" len="lg"/>
              <a:tailEnd type="none" w="sm" len="lg"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</p:grpSp>
      <p:grpSp>
        <p:nvGrpSpPr>
          <p:cNvPr id="46" name="Group 46">
            <a:extLst>
              <a:ext uri="{FF2B5EF4-FFF2-40B4-BE49-F238E27FC236}">
                <a16:creationId xmlns:a16="http://schemas.microsoft.com/office/drawing/2014/main" id="{EE30B1D5-9789-23A8-0A99-7F1203B5F426}"/>
              </a:ext>
            </a:extLst>
          </p:cNvPr>
          <p:cNvGrpSpPr>
            <a:grpSpLocks/>
          </p:cNvGrpSpPr>
          <p:nvPr/>
        </p:nvGrpSpPr>
        <p:grpSpPr bwMode="auto">
          <a:xfrm>
            <a:off x="8545759" y="4603180"/>
            <a:ext cx="1571625" cy="720725"/>
            <a:chOff x="4218" y="2373"/>
            <a:chExt cx="990" cy="454"/>
          </a:xfrm>
          <a:solidFill>
            <a:schemeClr val="bg2">
              <a:lumMod val="40000"/>
              <a:lumOff val="60000"/>
            </a:schemeClr>
          </a:solidFill>
        </p:grpSpPr>
        <p:sp>
          <p:nvSpPr>
            <p:cNvPr id="47" name="AutoShape 47">
              <a:extLst>
                <a:ext uri="{FF2B5EF4-FFF2-40B4-BE49-F238E27FC236}">
                  <a16:creationId xmlns:a16="http://schemas.microsoft.com/office/drawing/2014/main" id="{114A95D8-93DD-50E7-C8B6-51006E7241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2528"/>
              <a:ext cx="990" cy="299"/>
            </a:xfrm>
            <a:prstGeom prst="flowChartProcess">
              <a:avLst/>
            </a:prstGeom>
            <a:grpFill/>
            <a:ln w="0">
              <a:solidFill>
                <a:srgbClr val="000000"/>
              </a:solidFill>
              <a:miter lim="800000"/>
              <a:headEnd type="none" w="sm" len="lg"/>
              <a:tailEnd type="none" w="sm" len="lg"/>
            </a:ln>
            <a:effectLst>
              <a:outerShdw dist="35921" dir="2700000" algn="ctr" rotWithShape="0">
                <a:srgbClr val="808080"/>
              </a:outerShdw>
            </a:effec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>
                  <a:ea typeface="黑体" pitchFamily="2" charset="-122"/>
                </a:rPr>
                <a:t>尺寸调整</a:t>
              </a:r>
            </a:p>
          </p:txBody>
        </p:sp>
        <p:sp>
          <p:nvSpPr>
            <p:cNvPr id="48" name="AutoShape 48">
              <a:extLst>
                <a:ext uri="{FF2B5EF4-FFF2-40B4-BE49-F238E27FC236}">
                  <a16:creationId xmlns:a16="http://schemas.microsoft.com/office/drawing/2014/main" id="{5B932FFB-52DD-8E59-29FC-252CE84C79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30" y="2373"/>
              <a:ext cx="163" cy="146"/>
            </a:xfrm>
            <a:prstGeom prst="downArrow">
              <a:avLst>
                <a:gd name="adj1" fmla="val 50000"/>
                <a:gd name="adj2" fmla="val 25000"/>
              </a:avLst>
            </a:prstGeom>
            <a:grpFill/>
            <a:ln w="0">
              <a:solidFill>
                <a:schemeClr val="tx1"/>
              </a:solidFill>
              <a:miter lim="800000"/>
              <a:headEnd type="none" w="sm" len="lg"/>
              <a:tailEnd type="none" w="sm" len="lg"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</p:grpSp>
      <p:sp>
        <p:nvSpPr>
          <p:cNvPr id="49" name="Oval 49">
            <a:extLst>
              <a:ext uri="{FF2B5EF4-FFF2-40B4-BE49-F238E27FC236}">
                <a16:creationId xmlns:a16="http://schemas.microsoft.com/office/drawing/2014/main" id="{9A54552D-874B-4435-D8F1-EA38BF0D10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9164" y="1888902"/>
            <a:ext cx="887413" cy="2198688"/>
          </a:xfrm>
          <a:prstGeom prst="ellipse">
            <a:avLst/>
          </a:prstGeom>
          <a:noFill/>
          <a:ln w="38100">
            <a:solidFill>
              <a:srgbClr val="FF3300"/>
            </a:solidFill>
            <a:round/>
            <a:headEnd type="non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graphicFrame>
        <p:nvGraphicFramePr>
          <p:cNvPr id="53" name="Object 53">
            <a:extLst>
              <a:ext uri="{FF2B5EF4-FFF2-40B4-BE49-F238E27FC236}">
                <a16:creationId xmlns:a16="http://schemas.microsoft.com/office/drawing/2014/main" id="{929B5B4B-C6E3-4242-45E6-01904FFB024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00289" y="2077815"/>
          <a:ext cx="296863" cy="139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utoCAD Drawing" r:id="rId4" imgW="11487150" imgH="7848600" progId="AutoCAD.Drawing.16">
                  <p:embed/>
                </p:oleObj>
              </mc:Choice>
              <mc:Fallback>
                <p:oleObj name="AutoCAD Drawing" r:id="rId4" imgW="11487150" imgH="7848600" progId="AutoCAD.Drawing.16">
                  <p:embed/>
                  <p:pic>
                    <p:nvPicPr>
                      <p:cNvPr id="53" name="Object 53">
                        <a:extLst>
                          <a:ext uri="{FF2B5EF4-FFF2-40B4-BE49-F238E27FC236}">
                            <a16:creationId xmlns:a16="http://schemas.microsoft.com/office/drawing/2014/main" id="{929B5B4B-C6E3-4242-45E6-01904FFB024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49704" t="17538" r="46478" b="56169"/>
                      <a:stretch>
                        <a:fillRect/>
                      </a:stretch>
                    </p:blipFill>
                    <p:spPr bwMode="auto">
                      <a:xfrm>
                        <a:off x="4500289" y="2077815"/>
                        <a:ext cx="296863" cy="1397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0">
                            <a:solidFill>
                              <a:srgbClr val="000000"/>
                            </a:solidFill>
                            <a:miter lim="800000"/>
                            <a:headEnd type="none" w="sm" len="lg"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" name="Rectangle 54">
            <a:extLst>
              <a:ext uri="{FF2B5EF4-FFF2-40B4-BE49-F238E27FC236}">
                <a16:creationId xmlns:a16="http://schemas.microsoft.com/office/drawing/2014/main" id="{C1E4D3D5-CB55-397F-973D-7D67E09D4D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4364" y="1474565"/>
            <a:ext cx="3871913" cy="43815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58" name="Text Box 59">
            <a:extLst>
              <a:ext uri="{FF2B5EF4-FFF2-40B4-BE49-F238E27FC236}">
                <a16:creationId xmlns:a16="http://schemas.microsoft.com/office/drawing/2014/main" id="{BB07B702-8AC1-83C5-4F75-19BD4A7E44BD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5286896" y="1957958"/>
            <a:ext cx="430212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lg"/>
                <a:tailEnd type="none" w="sm" len="lg"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500">
                <a:latin typeface="ISOCPEUR" pitchFamily="34" charset="0"/>
                <a:sym typeface="Symbol" pitchFamily="18" charset="2"/>
              </a:rPr>
              <a:t></a:t>
            </a:r>
            <a:r>
              <a:rPr lang="en-US" altLang="zh-CN" sz="1500" i="1">
                <a:latin typeface="ISOCPEUR" pitchFamily="34" charset="0"/>
              </a:rPr>
              <a:t>5</a:t>
            </a:r>
            <a:endParaRPr lang="en-US" altLang="zh-CN" sz="1500">
              <a:latin typeface="ISOCPEUR" pitchFamily="34" charset="0"/>
            </a:endParaRPr>
          </a:p>
        </p:txBody>
      </p:sp>
      <p:graphicFrame>
        <p:nvGraphicFramePr>
          <p:cNvPr id="59" name="Object 60">
            <a:extLst>
              <a:ext uri="{FF2B5EF4-FFF2-40B4-BE49-F238E27FC236}">
                <a16:creationId xmlns:a16="http://schemas.microsoft.com/office/drawing/2014/main" id="{D492F7C8-1B71-0A3A-F701-50EC739B6DB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28440" y="1184275"/>
          <a:ext cx="5119688" cy="5056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utoCAD Drawing" r:id="rId6" imgW="11487150" imgH="7848600" progId="AutoCAD.Drawing.16">
                  <p:embed/>
                </p:oleObj>
              </mc:Choice>
              <mc:Fallback>
                <p:oleObj name="AutoCAD Drawing" r:id="rId6" imgW="11487150" imgH="7848600" progId="AutoCAD.Drawing.16">
                  <p:embed/>
                  <p:pic>
                    <p:nvPicPr>
                      <p:cNvPr id="59" name="Object 60">
                        <a:extLst>
                          <a:ext uri="{FF2B5EF4-FFF2-40B4-BE49-F238E27FC236}">
                            <a16:creationId xmlns:a16="http://schemas.microsoft.com/office/drawing/2014/main" id="{D492F7C8-1B71-0A3A-F701-50EC739B6DB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9086" t="957" r="15085" b="3883"/>
                      <a:stretch>
                        <a:fillRect/>
                      </a:stretch>
                    </p:blipFill>
                    <p:spPr bwMode="auto">
                      <a:xfrm>
                        <a:off x="2128440" y="1184275"/>
                        <a:ext cx="5119688" cy="5056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0">
                            <a:solidFill>
                              <a:srgbClr val="000000"/>
                            </a:solidFill>
                            <a:miter lim="800000"/>
                            <a:headEnd type="none" w="sm" len="lg"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1" name="图片 60">
            <a:extLst>
              <a:ext uri="{FF2B5EF4-FFF2-40B4-BE49-F238E27FC236}">
                <a16:creationId xmlns:a16="http://schemas.microsoft.com/office/drawing/2014/main" id="{2A5095D9-DDDC-2731-188D-B25C397CA88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43225" y="2721944"/>
            <a:ext cx="423727" cy="202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850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000"/>
                            </p:stCondLst>
                            <p:childTnLst>
                              <p:par>
                                <p:cTn id="6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0"/>
                            </p:stCondLst>
                            <p:childTnLst>
                              <p:par>
                                <p:cTn id="8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500"/>
                            </p:stCondLst>
                            <p:childTnLst>
                              <p:par>
                                <p:cTn id="8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2" grpId="0" animBg="1" autoUpdateAnimBg="0"/>
      <p:bldP spid="13" grpId="0" animBg="1" autoUpdateAnimBg="0"/>
      <p:bldP spid="17" grpId="0" animBg="1"/>
      <p:bldP spid="18" grpId="0" animBg="1"/>
      <p:bldP spid="34" grpId="0" animBg="1" autoUpdateAnimBg="0"/>
      <p:bldP spid="35" grpId="0" animBg="1"/>
      <p:bldP spid="49" grpId="0" animBg="1"/>
      <p:bldP spid="54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449E63-A9C3-BA41-617C-4C36EE3D2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8">
            <a:extLst>
              <a:ext uri="{FF2B5EF4-FFF2-40B4-BE49-F238E27FC236}">
                <a16:creationId xmlns:a16="http://schemas.microsoft.com/office/drawing/2014/main" id="{424D131C-8BF6-732C-F5C6-E1FF00D6B7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67375" y="412176"/>
            <a:ext cx="3057248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习题集练习建议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9FD774A-74FF-3024-A150-D17D9B426DDC}"/>
              </a:ext>
            </a:extLst>
          </p:cNvPr>
          <p:cNvSpPr txBox="1">
            <a:spLocks/>
          </p:cNvSpPr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  <a:pPr/>
              <a:t>69</a:t>
            </a:fld>
            <a:endParaRPr lang="en-US" altLang="zh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760A306-18F8-8BB7-A402-B7E42F2B2546}"/>
              </a:ext>
            </a:extLst>
          </p:cNvPr>
          <p:cNvSpPr txBox="1"/>
          <p:nvPr/>
        </p:nvSpPr>
        <p:spPr>
          <a:xfrm>
            <a:off x="776612" y="1268760"/>
            <a:ext cx="10638777" cy="48167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期末复习自主习题练习建议（习题集）：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相贯：P26-8，P27、P28自选，P29-10，P31-4；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较简单的组合体：P33、P34、P35自选；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切割式组合体：P36全部；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叠加式组合体（含全剖、半剖）（较复杂）：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spcAft>
                <a:spcPts val="600"/>
              </a:spcAft>
              <a:buFont typeface="+mj-ea"/>
              <a:buAutoNum type="circleNumDbPlain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二求三：P37（可自行取全剖或半剖练习），P43全部，P45-18；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spcAft>
                <a:spcPts val="600"/>
              </a:spcAft>
              <a:buFont typeface="+mj-ea"/>
              <a:buAutoNum type="circleNumDbPlain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改错题：P38全部，P44全部，改错题对练习提高投影能力非常合适。（重点是投影能力，读图+画图）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尺寸标注：P49、P50、P51每页自选1-2个题。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说明：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（1）以上题目仅供期末复习时自主选择练习之用，可以根据自己的情况选择一部分题目练习。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（2）期末考试的范围是：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相贯、组合体、表达方法、尺寸标注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。要复习好每部分的主要内容，可以以课堂讲授的例题和教材中的例题、图例为线索复习。</a:t>
            </a:r>
          </a:p>
        </p:txBody>
      </p:sp>
    </p:spTree>
    <p:extLst>
      <p:ext uri="{BB962C8B-B14F-4D97-AF65-F5344CB8AC3E}">
        <p14:creationId xmlns:p14="http://schemas.microsoft.com/office/powerpoint/2010/main" val="2131272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1581E-3800-B441-2A51-D08CBFF3F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灯片编号占位符 3">
            <a:extLst>
              <a:ext uri="{FF2B5EF4-FFF2-40B4-BE49-F238E27FC236}">
                <a16:creationId xmlns:a16="http://schemas.microsoft.com/office/drawing/2014/main" id="{DE9F0F95-C10F-FE03-2EA9-6EF99C37E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0616" y="6425394"/>
            <a:ext cx="269625" cy="276999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/>
              <a:pPr/>
              <a:t>70</a:t>
            </a:fld>
            <a:endParaRPr lang="en-US" altLang="zh-CN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414F715-769D-64C7-B845-E55AC90BF24E}"/>
              </a:ext>
            </a:extLst>
          </p:cNvPr>
          <p:cNvSpPr/>
          <p:nvPr/>
        </p:nvSpPr>
        <p:spPr>
          <a:xfrm>
            <a:off x="2419625" y="1661493"/>
            <a:ext cx="2031325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点、线、面的投影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84911640-F6E1-8781-4DB0-0D347D3AFC4C}"/>
              </a:ext>
            </a:extLst>
          </p:cNvPr>
          <p:cNvGrpSpPr/>
          <p:nvPr/>
        </p:nvGrpSpPr>
        <p:grpSpPr>
          <a:xfrm>
            <a:off x="2996706" y="2075100"/>
            <a:ext cx="877163" cy="747813"/>
            <a:chOff x="1476673" y="2299081"/>
            <a:chExt cx="877163" cy="747813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5EB64200-1E38-A292-6D59-37EA6E14B1C6}"/>
                </a:ext>
              </a:extLst>
            </p:cNvPr>
            <p:cNvSpPr/>
            <p:nvPr/>
          </p:nvSpPr>
          <p:spPr>
            <a:xfrm>
              <a:off x="1476673" y="2677562"/>
              <a:ext cx="877163" cy="36933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</a:rPr>
                <a:t>基本体</a:t>
              </a:r>
            </a:p>
          </p:txBody>
        </p:sp>
        <p:sp>
          <p:nvSpPr>
            <p:cNvPr id="8" name="箭头: 下 7">
              <a:extLst>
                <a:ext uri="{FF2B5EF4-FFF2-40B4-BE49-F238E27FC236}">
                  <a16:creationId xmlns:a16="http://schemas.microsoft.com/office/drawing/2014/main" id="{A397530F-6FD0-9D1A-A70E-77F5832C54D7}"/>
                </a:ext>
              </a:extLst>
            </p:cNvPr>
            <p:cNvSpPr/>
            <p:nvPr/>
          </p:nvSpPr>
          <p:spPr>
            <a:xfrm>
              <a:off x="1771238" y="2299081"/>
              <a:ext cx="288032" cy="334206"/>
            </a:xfrm>
            <a:prstGeom prst="downArrow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4CB4D939-6E57-8132-5BB4-08E34FA3CAB4}"/>
              </a:ext>
            </a:extLst>
          </p:cNvPr>
          <p:cNvGrpSpPr/>
          <p:nvPr/>
        </p:nvGrpSpPr>
        <p:grpSpPr>
          <a:xfrm>
            <a:off x="2535041" y="2823687"/>
            <a:ext cx="1800493" cy="599925"/>
            <a:chOff x="1015008" y="3047668"/>
            <a:chExt cx="1800493" cy="599925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C56E26A3-03A4-16CB-E7BD-7B0C9882FE29}"/>
                </a:ext>
              </a:extLst>
            </p:cNvPr>
            <p:cNvSpPr/>
            <p:nvPr/>
          </p:nvSpPr>
          <p:spPr>
            <a:xfrm>
              <a:off x="1015008" y="3278261"/>
              <a:ext cx="1800493" cy="36933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</a:rPr>
                <a:t>平面与立体相交</a:t>
              </a:r>
            </a:p>
          </p:txBody>
        </p:sp>
        <p:sp>
          <p:nvSpPr>
            <p:cNvPr id="11" name="箭头: 下 10">
              <a:extLst>
                <a:ext uri="{FF2B5EF4-FFF2-40B4-BE49-F238E27FC236}">
                  <a16:creationId xmlns:a16="http://schemas.microsoft.com/office/drawing/2014/main" id="{622DC4C0-CBBE-0EF0-38A8-B5BEBEA78AED}"/>
                </a:ext>
              </a:extLst>
            </p:cNvPr>
            <p:cNvSpPr/>
            <p:nvPr/>
          </p:nvSpPr>
          <p:spPr>
            <a:xfrm>
              <a:off x="1771238" y="3047668"/>
              <a:ext cx="288032" cy="229819"/>
            </a:xfrm>
            <a:prstGeom prst="downArrow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B53D20FA-EFC3-FA24-2E6C-3ADE6BE92393}"/>
              </a:ext>
            </a:extLst>
          </p:cNvPr>
          <p:cNvGrpSpPr/>
          <p:nvPr/>
        </p:nvGrpSpPr>
        <p:grpSpPr>
          <a:xfrm>
            <a:off x="2535041" y="3424386"/>
            <a:ext cx="1800493" cy="599925"/>
            <a:chOff x="1015008" y="3648367"/>
            <a:chExt cx="1800493" cy="599925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26856D6E-5FD5-5AD2-F674-E8C9FE927A46}"/>
                </a:ext>
              </a:extLst>
            </p:cNvPr>
            <p:cNvSpPr/>
            <p:nvPr/>
          </p:nvSpPr>
          <p:spPr>
            <a:xfrm>
              <a:off x="1015008" y="3878960"/>
              <a:ext cx="1800493" cy="36933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</a:rPr>
                <a:t>立体与立体相交</a:t>
              </a:r>
            </a:p>
          </p:txBody>
        </p:sp>
        <p:sp>
          <p:nvSpPr>
            <p:cNvPr id="14" name="箭头: 下 13">
              <a:extLst>
                <a:ext uri="{FF2B5EF4-FFF2-40B4-BE49-F238E27FC236}">
                  <a16:creationId xmlns:a16="http://schemas.microsoft.com/office/drawing/2014/main" id="{202069CB-2B0A-015C-46C7-6A8DA1DAFE18}"/>
                </a:ext>
              </a:extLst>
            </p:cNvPr>
            <p:cNvSpPr/>
            <p:nvPr/>
          </p:nvSpPr>
          <p:spPr>
            <a:xfrm>
              <a:off x="1771238" y="3648367"/>
              <a:ext cx="288032" cy="229819"/>
            </a:xfrm>
            <a:prstGeom prst="downArrow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6F9E79B4-3234-CD31-2A44-150680199FC3}"/>
              </a:ext>
            </a:extLst>
          </p:cNvPr>
          <p:cNvGrpSpPr/>
          <p:nvPr/>
        </p:nvGrpSpPr>
        <p:grpSpPr>
          <a:xfrm>
            <a:off x="2996705" y="4025085"/>
            <a:ext cx="877164" cy="599927"/>
            <a:chOff x="1476672" y="4249066"/>
            <a:chExt cx="877164" cy="599927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22C79744-B5C8-BAC1-549D-21959A269B8D}"/>
                </a:ext>
              </a:extLst>
            </p:cNvPr>
            <p:cNvSpPr/>
            <p:nvPr/>
          </p:nvSpPr>
          <p:spPr>
            <a:xfrm>
              <a:off x="1476672" y="4479661"/>
              <a:ext cx="877164" cy="36933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</a:rPr>
                <a:t>组合体</a:t>
              </a:r>
            </a:p>
          </p:txBody>
        </p:sp>
        <p:sp>
          <p:nvSpPr>
            <p:cNvPr id="17" name="箭头: 下 16">
              <a:extLst>
                <a:ext uri="{FF2B5EF4-FFF2-40B4-BE49-F238E27FC236}">
                  <a16:creationId xmlns:a16="http://schemas.microsoft.com/office/drawing/2014/main" id="{681310BE-D146-FF68-3068-D839D98DDBD3}"/>
                </a:ext>
              </a:extLst>
            </p:cNvPr>
            <p:cNvSpPr/>
            <p:nvPr/>
          </p:nvSpPr>
          <p:spPr>
            <a:xfrm>
              <a:off x="1771238" y="4249066"/>
              <a:ext cx="288032" cy="229819"/>
            </a:xfrm>
            <a:prstGeom prst="downArrow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5619D090-C0A2-D598-4589-2942F02779EC}"/>
              </a:ext>
            </a:extLst>
          </p:cNvPr>
          <p:cNvGrpSpPr/>
          <p:nvPr/>
        </p:nvGrpSpPr>
        <p:grpSpPr>
          <a:xfrm>
            <a:off x="4986263" y="3745030"/>
            <a:ext cx="2031326" cy="598610"/>
            <a:chOff x="3466230" y="3969011"/>
            <a:chExt cx="2031326" cy="598610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C6196613-B45B-17C3-4F75-924E16B4DCB8}"/>
                </a:ext>
              </a:extLst>
            </p:cNvPr>
            <p:cNvSpPr/>
            <p:nvPr/>
          </p:nvSpPr>
          <p:spPr>
            <a:xfrm>
              <a:off x="3466230" y="4198289"/>
              <a:ext cx="2031326" cy="369332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</a:rPr>
                <a:t>外形：多视图表达</a:t>
              </a:r>
            </a:p>
          </p:txBody>
        </p:sp>
        <p:sp>
          <p:nvSpPr>
            <p:cNvPr id="20" name="箭头: 下 19">
              <a:extLst>
                <a:ext uri="{FF2B5EF4-FFF2-40B4-BE49-F238E27FC236}">
                  <a16:creationId xmlns:a16="http://schemas.microsoft.com/office/drawing/2014/main" id="{25F5BDFE-91D8-91E0-1DA4-A7F1F2601D18}"/>
                </a:ext>
              </a:extLst>
            </p:cNvPr>
            <p:cNvSpPr/>
            <p:nvPr/>
          </p:nvSpPr>
          <p:spPr>
            <a:xfrm>
              <a:off x="4355976" y="3969011"/>
              <a:ext cx="288032" cy="229819"/>
            </a:xfrm>
            <a:prstGeom prst="downArrow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1215ED07-5001-68A7-3FF1-52B1051CD910}"/>
              </a:ext>
            </a:extLst>
          </p:cNvPr>
          <p:cNvGrpSpPr/>
          <p:nvPr/>
        </p:nvGrpSpPr>
        <p:grpSpPr>
          <a:xfrm>
            <a:off x="4755431" y="4343099"/>
            <a:ext cx="2492991" cy="598610"/>
            <a:chOff x="3235398" y="4567080"/>
            <a:chExt cx="2492991" cy="598610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85146F61-EEDD-1968-A7F4-1B8CD7A01229}"/>
                </a:ext>
              </a:extLst>
            </p:cNvPr>
            <p:cNvSpPr/>
            <p:nvPr/>
          </p:nvSpPr>
          <p:spPr>
            <a:xfrm>
              <a:off x="3235398" y="4796358"/>
              <a:ext cx="2492991" cy="369332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</a:rPr>
                <a:t>内形：剖视图、断面图</a:t>
              </a:r>
            </a:p>
          </p:txBody>
        </p:sp>
        <p:sp>
          <p:nvSpPr>
            <p:cNvPr id="23" name="箭头: 下 22">
              <a:extLst>
                <a:ext uri="{FF2B5EF4-FFF2-40B4-BE49-F238E27FC236}">
                  <a16:creationId xmlns:a16="http://schemas.microsoft.com/office/drawing/2014/main" id="{E92C02AA-92EF-5391-F0BD-688AD1E27BCB}"/>
                </a:ext>
              </a:extLst>
            </p:cNvPr>
            <p:cNvSpPr/>
            <p:nvPr/>
          </p:nvSpPr>
          <p:spPr>
            <a:xfrm>
              <a:off x="4355976" y="4567080"/>
              <a:ext cx="288032" cy="229819"/>
            </a:xfrm>
            <a:prstGeom prst="downArrow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DAF6F242-10A9-E764-C2CB-351D2FBC8076}"/>
              </a:ext>
            </a:extLst>
          </p:cNvPr>
          <p:cNvGrpSpPr/>
          <p:nvPr/>
        </p:nvGrpSpPr>
        <p:grpSpPr>
          <a:xfrm>
            <a:off x="5447928" y="4941168"/>
            <a:ext cx="1107996" cy="598610"/>
            <a:chOff x="3927895" y="5165149"/>
            <a:chExt cx="1107996" cy="598610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D653EFF1-7F2D-7F2E-469B-D1DDB92ED172}"/>
                </a:ext>
              </a:extLst>
            </p:cNvPr>
            <p:cNvSpPr/>
            <p:nvPr/>
          </p:nvSpPr>
          <p:spPr>
            <a:xfrm>
              <a:off x="3927895" y="5394427"/>
              <a:ext cx="1107996" cy="369332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</a:rPr>
                <a:t>尺寸标注</a:t>
              </a:r>
            </a:p>
          </p:txBody>
        </p:sp>
        <p:sp>
          <p:nvSpPr>
            <p:cNvPr id="26" name="箭头: 下 25">
              <a:extLst>
                <a:ext uri="{FF2B5EF4-FFF2-40B4-BE49-F238E27FC236}">
                  <a16:creationId xmlns:a16="http://schemas.microsoft.com/office/drawing/2014/main" id="{8FAD6929-21A6-E85C-FF68-E7E0340701FF}"/>
                </a:ext>
              </a:extLst>
            </p:cNvPr>
            <p:cNvSpPr/>
            <p:nvPr/>
          </p:nvSpPr>
          <p:spPr>
            <a:xfrm>
              <a:off x="4355976" y="5165149"/>
              <a:ext cx="288032" cy="229819"/>
            </a:xfrm>
            <a:prstGeom prst="downArrow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59296BA6-1EE9-C9BC-A001-12A883D10195}"/>
              </a:ext>
            </a:extLst>
          </p:cNvPr>
          <p:cNvGrpSpPr/>
          <p:nvPr/>
        </p:nvGrpSpPr>
        <p:grpSpPr>
          <a:xfrm>
            <a:off x="4434968" y="2587512"/>
            <a:ext cx="2351789" cy="1903566"/>
            <a:chOff x="2914935" y="2811493"/>
            <a:chExt cx="2351789" cy="1903566"/>
          </a:xfrm>
        </p:grpSpPr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1043508A-AFB3-1B7C-922C-E4083C10E6EC}"/>
                </a:ext>
              </a:extLst>
            </p:cNvPr>
            <p:cNvSpPr/>
            <p:nvPr/>
          </p:nvSpPr>
          <p:spPr>
            <a:xfrm>
              <a:off x="3697063" y="3600220"/>
              <a:ext cx="1569661" cy="369332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</a:rPr>
                <a:t>复杂形体表达</a:t>
              </a:r>
            </a:p>
          </p:txBody>
        </p:sp>
        <p:sp>
          <p:nvSpPr>
            <p:cNvPr id="29" name="左大括号 28">
              <a:extLst>
                <a:ext uri="{FF2B5EF4-FFF2-40B4-BE49-F238E27FC236}">
                  <a16:creationId xmlns:a16="http://schemas.microsoft.com/office/drawing/2014/main" id="{F9272D74-010D-7B98-85B4-BC246984B0BD}"/>
                </a:ext>
              </a:extLst>
            </p:cNvPr>
            <p:cNvSpPr/>
            <p:nvPr/>
          </p:nvSpPr>
          <p:spPr>
            <a:xfrm flipH="1">
              <a:off x="2914935" y="2811493"/>
              <a:ext cx="288031" cy="1903566"/>
            </a:xfrm>
            <a:prstGeom prst="leftBrace">
              <a:avLst>
                <a:gd name="adj1" fmla="val 93007"/>
                <a:gd name="adj2" fmla="val 50000"/>
              </a:avLst>
            </a:prstGeom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82847D86-D164-A6BC-5036-894710DCD215}"/>
              </a:ext>
            </a:extLst>
          </p:cNvPr>
          <p:cNvGrpSpPr/>
          <p:nvPr/>
        </p:nvGrpSpPr>
        <p:grpSpPr>
          <a:xfrm>
            <a:off x="7358565" y="3565059"/>
            <a:ext cx="2246630" cy="1800200"/>
            <a:chOff x="5838532" y="3789040"/>
            <a:chExt cx="2246630" cy="1800200"/>
          </a:xfrm>
        </p:grpSpPr>
        <p:sp>
          <p:nvSpPr>
            <p:cNvPr id="31" name="左大括号 30">
              <a:extLst>
                <a:ext uri="{FF2B5EF4-FFF2-40B4-BE49-F238E27FC236}">
                  <a16:creationId xmlns:a16="http://schemas.microsoft.com/office/drawing/2014/main" id="{1E3E13DF-01AB-8B77-7E1A-2C7239C45149}"/>
                </a:ext>
              </a:extLst>
            </p:cNvPr>
            <p:cNvSpPr/>
            <p:nvPr/>
          </p:nvSpPr>
          <p:spPr>
            <a:xfrm flipH="1">
              <a:off x="5838532" y="3789040"/>
              <a:ext cx="288031" cy="1800200"/>
            </a:xfrm>
            <a:prstGeom prst="leftBrace">
              <a:avLst>
                <a:gd name="adj1" fmla="val 93007"/>
                <a:gd name="adj2" fmla="val 50000"/>
              </a:avLst>
            </a:prstGeom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B2C4C0AF-5664-3327-B7DF-6E6C212C8699}"/>
                </a:ext>
              </a:extLst>
            </p:cNvPr>
            <p:cNvSpPr/>
            <p:nvPr/>
          </p:nvSpPr>
          <p:spPr>
            <a:xfrm>
              <a:off x="6284669" y="4354452"/>
              <a:ext cx="1800493" cy="646331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</a:rPr>
                <a:t>标准件与常用件</a:t>
              </a:r>
            </a:p>
            <a:p>
              <a:pPr algn="ctr"/>
              <a:r>
                <a:rPr lang="zh-CN" altLang="en-US" dirty="0">
                  <a:solidFill>
                    <a:schemeClr val="tx1"/>
                  </a:solidFill>
                </a:rPr>
                <a:t>零件图、装配图</a:t>
              </a:r>
              <a:endParaRPr lang="en-US" altLang="zh-CN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15B80E5F-FC88-A198-2E1F-8BED8E886DAA}"/>
              </a:ext>
            </a:extLst>
          </p:cNvPr>
          <p:cNvGrpSpPr/>
          <p:nvPr/>
        </p:nvGrpSpPr>
        <p:grpSpPr>
          <a:xfrm>
            <a:off x="7804702" y="4829876"/>
            <a:ext cx="1800493" cy="986901"/>
            <a:chOff x="6284669" y="5053857"/>
            <a:chExt cx="1800493" cy="986901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FEFC4FA1-391B-B9C4-C500-E5C1C345D000}"/>
                </a:ext>
              </a:extLst>
            </p:cNvPr>
            <p:cNvSpPr/>
            <p:nvPr/>
          </p:nvSpPr>
          <p:spPr>
            <a:xfrm>
              <a:off x="6284669" y="5394427"/>
              <a:ext cx="1800493" cy="64633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</a:rPr>
                <a:t>建筑图、水工图</a:t>
              </a:r>
              <a:endParaRPr lang="en-US" altLang="zh-CN" dirty="0">
                <a:solidFill>
                  <a:schemeClr val="tx1"/>
                </a:solidFill>
              </a:endParaRPr>
            </a:p>
            <a:p>
              <a:pPr algn="ctr"/>
              <a:r>
                <a:rPr lang="en-US" altLang="zh-CN" dirty="0">
                  <a:solidFill>
                    <a:schemeClr val="tx1"/>
                  </a:solidFill>
                </a:rPr>
                <a:t>……</a:t>
              </a:r>
            </a:p>
          </p:txBody>
        </p:sp>
        <p:sp>
          <p:nvSpPr>
            <p:cNvPr id="35" name="箭头: 下 34">
              <a:extLst>
                <a:ext uri="{FF2B5EF4-FFF2-40B4-BE49-F238E27FC236}">
                  <a16:creationId xmlns:a16="http://schemas.microsoft.com/office/drawing/2014/main" id="{57340A64-3FB6-D033-88FD-F5F3A97D2261}"/>
                </a:ext>
              </a:extLst>
            </p:cNvPr>
            <p:cNvSpPr/>
            <p:nvPr/>
          </p:nvSpPr>
          <p:spPr>
            <a:xfrm>
              <a:off x="7040899" y="5053857"/>
              <a:ext cx="288032" cy="287496"/>
            </a:xfrm>
            <a:prstGeom prst="downArrow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6" name="波形 35">
            <a:extLst>
              <a:ext uri="{FF2B5EF4-FFF2-40B4-BE49-F238E27FC236}">
                <a16:creationId xmlns:a16="http://schemas.microsoft.com/office/drawing/2014/main" id="{4C24ABAF-5F2E-338F-686C-6D06B20C5226}"/>
              </a:ext>
            </a:extLst>
          </p:cNvPr>
          <p:cNvSpPr/>
          <p:nvPr/>
        </p:nvSpPr>
        <p:spPr>
          <a:xfrm>
            <a:off x="4605276" y="1634781"/>
            <a:ext cx="1130424" cy="607422"/>
          </a:xfrm>
          <a:prstGeom prst="wav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国家标准</a:t>
            </a:r>
          </a:p>
        </p:txBody>
      </p:sp>
      <p:sp>
        <p:nvSpPr>
          <p:cNvPr id="37" name="波形 36">
            <a:extLst>
              <a:ext uri="{FF2B5EF4-FFF2-40B4-BE49-F238E27FC236}">
                <a16:creationId xmlns:a16="http://schemas.microsoft.com/office/drawing/2014/main" id="{A59FA80C-9FBE-8EBB-7B44-B70ACD7D4DF6}"/>
              </a:ext>
            </a:extLst>
          </p:cNvPr>
          <p:cNvSpPr/>
          <p:nvPr/>
        </p:nvSpPr>
        <p:spPr>
          <a:xfrm>
            <a:off x="5454813" y="2703737"/>
            <a:ext cx="1130424" cy="607422"/>
          </a:xfrm>
          <a:prstGeom prst="wav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国家标准</a:t>
            </a:r>
          </a:p>
        </p:txBody>
      </p:sp>
      <p:sp>
        <p:nvSpPr>
          <p:cNvPr id="38" name="波形 37">
            <a:extLst>
              <a:ext uri="{FF2B5EF4-FFF2-40B4-BE49-F238E27FC236}">
                <a16:creationId xmlns:a16="http://schemas.microsoft.com/office/drawing/2014/main" id="{365832B5-C1EF-4D40-019E-A9D17112EDA1}"/>
              </a:ext>
            </a:extLst>
          </p:cNvPr>
          <p:cNvSpPr/>
          <p:nvPr/>
        </p:nvSpPr>
        <p:spPr>
          <a:xfrm>
            <a:off x="8139736" y="3469975"/>
            <a:ext cx="1130424" cy="607422"/>
          </a:xfrm>
          <a:prstGeom prst="wav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国家标准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C92E892D-32DC-BE13-F580-00251F0419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11782" y="1384032"/>
            <a:ext cx="3865161" cy="876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ClrTx/>
              <a:buSzTx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能力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：形体构造、形体表达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ClrTx/>
              <a:buSzTx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手段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：二维工程图、三维建模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Text Box 18">
            <a:extLst>
              <a:ext uri="{FF2B5EF4-FFF2-40B4-BE49-F238E27FC236}">
                <a16:creationId xmlns:a16="http://schemas.microsoft.com/office/drawing/2014/main" id="{BD542A49-B80D-D07D-7249-FA892104A0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67375" y="412176"/>
            <a:ext cx="3057248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课程的整体脉络</a:t>
            </a:r>
          </a:p>
        </p:txBody>
      </p:sp>
    </p:spTree>
    <p:extLst>
      <p:ext uri="{BB962C8B-B14F-4D97-AF65-F5344CB8AC3E}">
        <p14:creationId xmlns:p14="http://schemas.microsoft.com/office/powerpoint/2010/main" val="2941307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7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6" grpId="0" animBg="1"/>
      <p:bldP spid="37" grpId="0" animBg="1"/>
      <p:bldP spid="38" grpId="0" animBg="1"/>
      <p:bldP spid="39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90FEB24-C1B4-16EE-FD86-6FF4C2AA327B}"/>
              </a:ext>
            </a:extLst>
          </p:cNvPr>
          <p:cNvSpPr/>
          <p:nvPr/>
        </p:nvSpPr>
        <p:spPr>
          <a:xfrm>
            <a:off x="729516" y="2182433"/>
            <a:ext cx="1467068" cy="115416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lang="zh-CN" altLang="en-US" sz="2400" dirty="0">
                <a:solidFill>
                  <a:schemeClr val="tx1"/>
                </a:solidFill>
              </a:rPr>
              <a:t>画 图</a:t>
            </a:r>
            <a:endParaRPr lang="en-US" altLang="zh-CN" dirty="0">
              <a:solidFill>
                <a:schemeClr val="tx1"/>
              </a:solidFill>
            </a:endParaRPr>
          </a:p>
          <a:p>
            <a:pPr algn="ctr"/>
            <a:r>
              <a:rPr lang="zh-CN" altLang="en-US" sz="2000" dirty="0">
                <a:solidFill>
                  <a:schemeClr val="tx1"/>
                </a:solidFill>
              </a:rPr>
              <a:t>二维工程图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algn="ctr"/>
            <a:r>
              <a:rPr lang="zh-CN" altLang="en-US" sz="2000" dirty="0">
                <a:solidFill>
                  <a:schemeClr val="tx1"/>
                </a:solidFill>
              </a:rPr>
              <a:t>三维建模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054429C-92C0-0C17-932D-1A69EA270B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220" y="3374724"/>
            <a:ext cx="1569660" cy="3965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工程师的语言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4DB154C1-21CC-D5A6-5C96-CEAE7594A08F}"/>
              </a:ext>
            </a:extLst>
          </p:cNvPr>
          <p:cNvGrpSpPr/>
          <p:nvPr/>
        </p:nvGrpSpPr>
        <p:grpSpPr>
          <a:xfrm>
            <a:off x="2319849" y="2501098"/>
            <a:ext cx="2384409" cy="461665"/>
            <a:chOff x="2319849" y="2501098"/>
            <a:chExt cx="2384409" cy="461665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FD46B5F2-3D0A-F036-52E7-D2948E1B7632}"/>
                </a:ext>
              </a:extLst>
            </p:cNvPr>
            <p:cNvSpPr/>
            <p:nvPr/>
          </p:nvSpPr>
          <p:spPr>
            <a:xfrm>
              <a:off x="2672933" y="2501098"/>
              <a:ext cx="2031325" cy="46166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zh-CN" altLang="en-US" sz="2400" dirty="0">
                  <a:solidFill>
                    <a:schemeClr val="tx1"/>
                  </a:solidFill>
                </a:rPr>
                <a:t>表达设计思想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箭头: 下 9">
              <a:extLst>
                <a:ext uri="{FF2B5EF4-FFF2-40B4-BE49-F238E27FC236}">
                  <a16:creationId xmlns:a16="http://schemas.microsoft.com/office/drawing/2014/main" id="{530323E8-8E72-FA9B-4BB6-27BD1363A94A}"/>
                </a:ext>
              </a:extLst>
            </p:cNvPr>
            <p:cNvSpPr/>
            <p:nvPr/>
          </p:nvSpPr>
          <p:spPr>
            <a:xfrm rot="16200000">
              <a:off x="2290743" y="2617020"/>
              <a:ext cx="288032" cy="229819"/>
            </a:xfrm>
            <a:prstGeom prst="downArrow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8B99010C-67E8-509D-A619-737ACCFFE3AA}"/>
              </a:ext>
            </a:extLst>
          </p:cNvPr>
          <p:cNvGrpSpPr/>
          <p:nvPr/>
        </p:nvGrpSpPr>
        <p:grpSpPr>
          <a:xfrm>
            <a:off x="4717056" y="1521150"/>
            <a:ext cx="1930620" cy="985051"/>
            <a:chOff x="4717056" y="1521150"/>
            <a:chExt cx="1930620" cy="985051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70D36196-2A40-AAB6-DBC5-4B0B26153084}"/>
                </a:ext>
              </a:extLst>
            </p:cNvPr>
            <p:cNvSpPr/>
            <p:nvPr/>
          </p:nvSpPr>
          <p:spPr>
            <a:xfrm>
              <a:off x="5231904" y="1521150"/>
              <a:ext cx="1415772" cy="90794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zh-CN" altLang="en-US" sz="2400" dirty="0">
                  <a:solidFill>
                    <a:schemeClr val="tx1"/>
                  </a:solidFill>
                </a:rPr>
                <a:t>别人设计</a:t>
              </a:r>
              <a:endParaRPr lang="en-US" altLang="zh-CN" sz="2400" dirty="0">
                <a:solidFill>
                  <a:schemeClr val="tx1"/>
                </a:solidFill>
              </a:endParaRPr>
            </a:p>
            <a:p>
              <a:pPr algn="ctr">
                <a:spcAft>
                  <a:spcPts val="600"/>
                </a:spcAft>
              </a:pPr>
              <a:r>
                <a:rPr lang="zh-CN" altLang="en-US" sz="2400" dirty="0">
                  <a:solidFill>
                    <a:schemeClr val="tx1"/>
                  </a:solidFill>
                </a:rPr>
                <a:t>你来表达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箭头: 下 10">
              <a:extLst>
                <a:ext uri="{FF2B5EF4-FFF2-40B4-BE49-F238E27FC236}">
                  <a16:creationId xmlns:a16="http://schemas.microsoft.com/office/drawing/2014/main" id="{C9241570-3EA2-8D5E-34A7-D6DB0C2EB760}"/>
                </a:ext>
              </a:extLst>
            </p:cNvPr>
            <p:cNvSpPr/>
            <p:nvPr/>
          </p:nvSpPr>
          <p:spPr>
            <a:xfrm rot="14350662">
              <a:off x="4824064" y="2111161"/>
              <a:ext cx="288032" cy="502048"/>
            </a:xfrm>
            <a:prstGeom prst="downArrow">
              <a:avLst>
                <a:gd name="adj1" fmla="val 50000"/>
                <a:gd name="adj2" fmla="val 88430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33B53784-2288-2D5F-C113-0D2B6EE378A5}"/>
              </a:ext>
            </a:extLst>
          </p:cNvPr>
          <p:cNvGrpSpPr/>
          <p:nvPr/>
        </p:nvGrpSpPr>
        <p:grpSpPr>
          <a:xfrm>
            <a:off x="4702625" y="2975029"/>
            <a:ext cx="1945051" cy="907941"/>
            <a:chOff x="4702625" y="2975029"/>
            <a:chExt cx="1945051" cy="907941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3CB392C9-B8C7-A1CB-9B33-1FCCCFE15CD5}"/>
                </a:ext>
              </a:extLst>
            </p:cNvPr>
            <p:cNvSpPr/>
            <p:nvPr/>
          </p:nvSpPr>
          <p:spPr>
            <a:xfrm>
              <a:off x="5231904" y="2975029"/>
              <a:ext cx="1415772" cy="90794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zh-CN" altLang="en-US" sz="2400" dirty="0">
                  <a:solidFill>
                    <a:schemeClr val="tx1"/>
                  </a:solidFill>
                </a:rPr>
                <a:t>自己设计</a:t>
              </a:r>
              <a:endParaRPr lang="en-US" altLang="zh-CN" sz="2400" dirty="0">
                <a:solidFill>
                  <a:schemeClr val="tx1"/>
                </a:solidFill>
              </a:endParaRPr>
            </a:p>
            <a:p>
              <a:pPr algn="ctr">
                <a:spcAft>
                  <a:spcPts val="600"/>
                </a:spcAft>
              </a:pPr>
              <a:r>
                <a:rPr lang="zh-CN" altLang="en-US" sz="2400" dirty="0">
                  <a:solidFill>
                    <a:schemeClr val="tx1"/>
                  </a:solidFill>
                </a:rPr>
                <a:t>自己表达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2" name="箭头: 下 11">
              <a:extLst>
                <a:ext uri="{FF2B5EF4-FFF2-40B4-BE49-F238E27FC236}">
                  <a16:creationId xmlns:a16="http://schemas.microsoft.com/office/drawing/2014/main" id="{0284A787-A4D0-200D-F98D-A3134A51DEAD}"/>
                </a:ext>
              </a:extLst>
            </p:cNvPr>
            <p:cNvSpPr/>
            <p:nvPr/>
          </p:nvSpPr>
          <p:spPr>
            <a:xfrm rot="7249338" flipV="1">
              <a:off x="4809633" y="2877216"/>
              <a:ext cx="288032" cy="502048"/>
            </a:xfrm>
            <a:prstGeom prst="downArrow">
              <a:avLst>
                <a:gd name="adj1" fmla="val 50000"/>
                <a:gd name="adj2" fmla="val 88430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B495107C-4A09-2CFD-277C-3991DEF9B010}"/>
              </a:ext>
            </a:extLst>
          </p:cNvPr>
          <p:cNvGrpSpPr/>
          <p:nvPr/>
        </p:nvGrpSpPr>
        <p:grpSpPr>
          <a:xfrm>
            <a:off x="6773302" y="1390345"/>
            <a:ext cx="3503659" cy="1169551"/>
            <a:chOff x="6773302" y="1390345"/>
            <a:chExt cx="3503659" cy="1169551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5002B724-527B-EC70-06ED-D67DFCC75990}"/>
                </a:ext>
              </a:extLst>
            </p:cNvPr>
            <p:cNvSpPr/>
            <p:nvPr/>
          </p:nvSpPr>
          <p:spPr>
            <a:xfrm>
              <a:off x="7527490" y="1390345"/>
              <a:ext cx="2749471" cy="116955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zh-CN" altLang="en-US" sz="2000" dirty="0">
                  <a:solidFill>
                    <a:schemeClr val="tx1"/>
                  </a:solidFill>
                </a:rPr>
                <a:t>投影基础</a:t>
              </a:r>
              <a:endParaRPr lang="en-US" altLang="zh-CN" sz="2000" dirty="0">
                <a:solidFill>
                  <a:schemeClr val="tx1"/>
                </a:solidFill>
              </a:endParaRPr>
            </a:p>
            <a:p>
              <a:pPr>
                <a:spcAft>
                  <a:spcPts val="600"/>
                </a:spcAft>
              </a:pPr>
              <a:r>
                <a:rPr lang="zh-CN" altLang="en-US" sz="2000" dirty="0">
                  <a:solidFill>
                    <a:schemeClr val="tx1"/>
                  </a:solidFill>
                </a:rPr>
                <a:t>表达方法（国家标准）</a:t>
              </a:r>
              <a:endParaRPr lang="en-US" altLang="zh-CN" sz="2000" dirty="0">
                <a:solidFill>
                  <a:schemeClr val="tx1"/>
                </a:solidFill>
              </a:endParaRPr>
            </a:p>
            <a:p>
              <a:pPr>
                <a:spcAft>
                  <a:spcPts val="600"/>
                </a:spcAft>
              </a:pPr>
              <a:r>
                <a:rPr lang="zh-CN" altLang="en-US" sz="2000" dirty="0">
                  <a:solidFill>
                    <a:schemeClr val="tx1"/>
                  </a:solidFill>
                </a:rPr>
                <a:t>软件工作（</a:t>
              </a:r>
              <a:r>
                <a:rPr lang="en-US" altLang="zh-CN" sz="2000" dirty="0">
                  <a:solidFill>
                    <a:schemeClr val="tx1"/>
                  </a:solidFill>
                </a:rPr>
                <a:t>2D/3D</a:t>
              </a:r>
              <a:r>
                <a:rPr lang="zh-CN" altLang="en-US" sz="2000" dirty="0">
                  <a:solidFill>
                    <a:schemeClr val="tx1"/>
                  </a:solidFill>
                </a:rPr>
                <a:t>）</a:t>
              </a:r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3" name="箭头: 下 12">
              <a:extLst>
                <a:ext uri="{FF2B5EF4-FFF2-40B4-BE49-F238E27FC236}">
                  <a16:creationId xmlns:a16="http://schemas.microsoft.com/office/drawing/2014/main" id="{240A9534-9137-2DB8-C98A-437B730F60A1}"/>
                </a:ext>
              </a:extLst>
            </p:cNvPr>
            <p:cNvSpPr/>
            <p:nvPr/>
          </p:nvSpPr>
          <p:spPr>
            <a:xfrm rot="16200000">
              <a:off x="6880310" y="1724097"/>
              <a:ext cx="288032" cy="502048"/>
            </a:xfrm>
            <a:prstGeom prst="downArrow">
              <a:avLst>
                <a:gd name="adj1" fmla="val 50000"/>
                <a:gd name="adj2" fmla="val 88430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5B8C0E60-3D9D-C37C-01B4-1D657E5481AC}"/>
              </a:ext>
            </a:extLst>
          </p:cNvPr>
          <p:cNvGrpSpPr/>
          <p:nvPr/>
        </p:nvGrpSpPr>
        <p:grpSpPr>
          <a:xfrm>
            <a:off x="6773302" y="3036584"/>
            <a:ext cx="3503659" cy="784830"/>
            <a:chOff x="6773302" y="3036584"/>
            <a:chExt cx="3503659" cy="784830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7E7C5E48-B956-97DD-D497-77DF06D9DBBA}"/>
                </a:ext>
              </a:extLst>
            </p:cNvPr>
            <p:cNvSpPr/>
            <p:nvPr/>
          </p:nvSpPr>
          <p:spPr>
            <a:xfrm>
              <a:off x="7527490" y="3036584"/>
              <a:ext cx="2749471" cy="78483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zh-CN" altLang="en-US" sz="2000" dirty="0">
                  <a:solidFill>
                    <a:schemeClr val="tx1"/>
                  </a:solidFill>
                </a:rPr>
                <a:t>先要解决“设计”问题</a:t>
              </a:r>
              <a:endParaRPr lang="en-US" altLang="zh-CN" sz="2000" dirty="0">
                <a:solidFill>
                  <a:schemeClr val="tx1"/>
                </a:solidFill>
              </a:endParaRPr>
            </a:p>
            <a:p>
              <a:pPr algn="ctr">
                <a:spcAft>
                  <a:spcPts val="600"/>
                </a:spcAft>
              </a:pPr>
              <a:r>
                <a:rPr lang="zh-CN" altLang="en-US" sz="2000" dirty="0">
                  <a:solidFill>
                    <a:schemeClr val="tx1"/>
                  </a:solidFill>
                </a:rPr>
                <a:t>然后解决“表达”问题</a:t>
              </a:r>
              <a:endParaRPr lang="en-US" altLang="zh-CN" sz="2000" dirty="0">
                <a:solidFill>
                  <a:schemeClr val="tx1"/>
                </a:solidFill>
              </a:endParaRPr>
            </a:p>
          </p:txBody>
        </p:sp>
        <p:sp>
          <p:nvSpPr>
            <p:cNvPr id="14" name="箭头: 下 13">
              <a:extLst>
                <a:ext uri="{FF2B5EF4-FFF2-40B4-BE49-F238E27FC236}">
                  <a16:creationId xmlns:a16="http://schemas.microsoft.com/office/drawing/2014/main" id="{DB08C38C-B246-7D81-D2FE-F874F96588D2}"/>
                </a:ext>
              </a:extLst>
            </p:cNvPr>
            <p:cNvSpPr/>
            <p:nvPr/>
          </p:nvSpPr>
          <p:spPr>
            <a:xfrm rot="16200000">
              <a:off x="6880310" y="3177976"/>
              <a:ext cx="288032" cy="502048"/>
            </a:xfrm>
            <a:prstGeom prst="downArrow">
              <a:avLst>
                <a:gd name="adj1" fmla="val 50000"/>
                <a:gd name="adj2" fmla="val 88430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90364959-5E99-104F-38DD-D00F55F31F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71945" y="1785850"/>
            <a:ext cx="1338828" cy="3965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本课程基础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AFD6A07-5475-CB58-B839-8D0100CAC7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71945" y="3230707"/>
            <a:ext cx="1338828" cy="3965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实践中学习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Text Box 18">
            <a:extLst>
              <a:ext uri="{FF2B5EF4-FFF2-40B4-BE49-F238E27FC236}">
                <a16:creationId xmlns:a16="http://schemas.microsoft.com/office/drawing/2014/main" id="{4ACF5D7D-A000-4732-36B8-041C4D2CAA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67375" y="412176"/>
            <a:ext cx="3057248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课程的整体脉络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8AF256A-2242-2639-088F-466B9A9B08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6650" y="1238348"/>
            <a:ext cx="1980029" cy="5656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会画图吗？</a:t>
            </a:r>
            <a:endParaRPr lang="en-US" altLang="zh-CN" sz="2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43D1FDC-CE1B-3B9D-486E-D96E5921F2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2455" y="4243519"/>
            <a:ext cx="3187091" cy="5656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会画图 </a:t>
            </a: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会设计？</a:t>
            </a:r>
            <a:endParaRPr lang="en-US" altLang="zh-CN" sz="2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023DDE9-602A-934D-5D11-532F945C3F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20240" y="4809123"/>
            <a:ext cx="5650906" cy="14311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>
              <a:spcBef>
                <a:spcPct val="0"/>
              </a:spcBef>
              <a:spcAft>
                <a:spcPts val="600"/>
              </a:spcAft>
              <a:buClrTx/>
              <a:buSzTx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画图是设计思想具象化的方法，是沟通交流的手段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spcBef>
                <a:spcPct val="0"/>
              </a:spcBef>
              <a:spcAft>
                <a:spcPts val="600"/>
              </a:spcAft>
              <a:buClrTx/>
              <a:buSzTx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画图更多是为完成任务，而设计则是为了解决问题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spcBef>
                <a:spcPct val="0"/>
              </a:spcBef>
              <a:spcAft>
                <a:spcPts val="600"/>
              </a:spcAft>
              <a:buClrTx/>
              <a:buSzTx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设计要从问题出发，需了解当前设计中存在的问题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spcBef>
                <a:spcPct val="0"/>
              </a:spcBef>
              <a:spcAft>
                <a:spcPts val="600"/>
              </a:spcAft>
              <a:buClrTx/>
              <a:buSzTx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没有最好的设计，只有不断优化、不断完善的设计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62686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9" grpId="0"/>
      <p:bldP spid="15" grpId="0"/>
      <p:bldP spid="16" grpId="0"/>
      <p:bldP spid="18" grpId="0"/>
      <p:bldP spid="19" grpId="0"/>
      <p:bldP spid="20" grpId="0" build="p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71a95fcf66203d38bc361677577eb4a2de51b675"/>
</p:tagLst>
</file>

<file path=ppt/theme/theme1.xml><?xml version="1.0" encoding="utf-8"?>
<a:theme xmlns:a="http://schemas.openxmlformats.org/drawingml/2006/main" name="Office 主题​​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0C0C0C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7309</TotalTime>
  <Words>4302</Words>
  <Application>Microsoft Office PowerPoint</Application>
  <PresentationFormat>宽屏</PresentationFormat>
  <Paragraphs>793</Paragraphs>
  <Slides>71</Slides>
  <Notes>33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71</vt:i4>
      </vt:variant>
    </vt:vector>
  </HeadingPairs>
  <TitlesOfParts>
    <vt:vector size="89" baseType="lpstr">
      <vt:lpstr>ISOCPEUR</vt:lpstr>
      <vt:lpstr>黑体</vt:lpstr>
      <vt:lpstr>华文细黑</vt:lpstr>
      <vt:lpstr>华文新魏</vt:lpstr>
      <vt:lpstr>宋体</vt:lpstr>
      <vt:lpstr>微软雅黑</vt:lpstr>
      <vt:lpstr>Arial</vt:lpstr>
      <vt:lpstr>Calibri</vt:lpstr>
      <vt:lpstr>Segoe UI Semibold</vt:lpstr>
      <vt:lpstr>Symbol</vt:lpstr>
      <vt:lpstr>Tahoma</vt:lpstr>
      <vt:lpstr>Times New Roman</vt:lpstr>
      <vt:lpstr>Wingdings</vt:lpstr>
      <vt:lpstr>Office 主题​​</vt:lpstr>
      <vt:lpstr>位图图像</vt:lpstr>
      <vt:lpstr>Drawing</vt:lpstr>
      <vt:lpstr>BMP 图象</vt:lpstr>
      <vt:lpstr>AutoCAD Drawing</vt:lpstr>
      <vt:lpstr>PowerPoint 演示文稿</vt:lpstr>
      <vt:lpstr>课程总结</vt:lpstr>
      <vt:lpstr>立体与立体相交</vt:lpstr>
      <vt:lpstr>PowerPoint 演示文稿</vt:lpstr>
      <vt:lpstr>PowerPoint 演示文稿</vt:lpstr>
      <vt:lpstr>PowerPoint 演示文稿</vt:lpstr>
      <vt:lpstr>8.3 回转体与回转体相交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组合体</vt:lpstr>
      <vt:lpstr>PowerPoint 演示文稿</vt:lpstr>
      <vt:lpstr>PowerPoint 演示文稿</vt:lpstr>
      <vt:lpstr>PowerPoint 演示文稿</vt:lpstr>
      <vt:lpstr>PowerPoint 演示文稿</vt:lpstr>
      <vt:lpstr>9.3 组合体的读图方法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表达方法</vt:lpstr>
      <vt:lpstr>PowerPoint 演示文稿</vt:lpstr>
      <vt:lpstr>10.2 剖视图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10.3 断面图</vt:lpstr>
      <vt:lpstr>PowerPoint 演示文稿</vt:lpstr>
      <vt:lpstr>PowerPoint 演示文稿</vt:lpstr>
      <vt:lpstr>PowerPoint 演示文稿</vt:lpstr>
      <vt:lpstr>PowerPoint 演示文稿</vt:lpstr>
      <vt:lpstr>尺寸标注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11.2 组合体的尺寸标注方法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wyh</dc:creator>
  <cp:lastModifiedBy>Yao Jiang</cp:lastModifiedBy>
  <cp:revision>1544</cp:revision>
  <dcterms:created xsi:type="dcterms:W3CDTF">2013-06-24T05:49:57Z</dcterms:created>
  <dcterms:modified xsi:type="dcterms:W3CDTF">2025-05-25T13:41:46Z</dcterms:modified>
</cp:coreProperties>
</file>