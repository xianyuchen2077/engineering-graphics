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282" r:id="rId2"/>
    <p:sldId id="259" r:id="rId3"/>
    <p:sldId id="262" r:id="rId4"/>
    <p:sldId id="481" r:id="rId5"/>
    <p:sldId id="482" r:id="rId6"/>
    <p:sldId id="483" r:id="rId7"/>
    <p:sldId id="484" r:id="rId8"/>
    <p:sldId id="374" r:id="rId9"/>
    <p:sldId id="478" r:id="rId10"/>
    <p:sldId id="485" r:id="rId11"/>
    <p:sldId id="491" r:id="rId12"/>
    <p:sldId id="486" r:id="rId13"/>
    <p:sldId id="492" r:id="rId14"/>
    <p:sldId id="493" r:id="rId15"/>
    <p:sldId id="494" r:id="rId16"/>
    <p:sldId id="495" r:id="rId17"/>
    <p:sldId id="496" r:id="rId18"/>
    <p:sldId id="498" r:id="rId19"/>
    <p:sldId id="497" r:id="rId20"/>
    <p:sldId id="499" r:id="rId21"/>
    <p:sldId id="500" r:id="rId22"/>
    <p:sldId id="501" r:id="rId23"/>
    <p:sldId id="502" r:id="rId24"/>
    <p:sldId id="504" r:id="rId25"/>
    <p:sldId id="503" r:id="rId26"/>
    <p:sldId id="505" r:id="rId27"/>
    <p:sldId id="506" r:id="rId28"/>
    <p:sldId id="520" r:id="rId29"/>
  </p:sldIdLst>
  <p:sldSz cx="12192000" cy="6858000"/>
  <p:notesSz cx="6858000" cy="9144000"/>
  <p:custDataLst>
    <p:tags r:id="rId31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049"/>
    <a:srgbClr val="650D67"/>
    <a:srgbClr val="8A128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41A4A8D-E945-4940-9F49-0B23D964A89C}" v="1" dt="2025-03-24T00:54:32.12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515" autoAdjust="0"/>
    <p:restoredTop sz="93469" autoAdjust="0"/>
  </p:normalViewPr>
  <p:slideViewPr>
    <p:cSldViewPr>
      <p:cViewPr varScale="1">
        <p:scale>
          <a:sx n="77" d="100"/>
          <a:sy n="77" d="100"/>
        </p:scale>
        <p:origin x="54" y="711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ao Jiang" userId="19a87579752ee5ee" providerId="LiveId" clId="{541A4A8D-E945-4940-9F49-0B23D964A89C}"/>
    <pc:docChg chg="custSel modSld">
      <pc:chgData name="Yao Jiang" userId="19a87579752ee5ee" providerId="LiveId" clId="{541A4A8D-E945-4940-9F49-0B23D964A89C}" dt="2025-03-24T00:54:32.121" v="1"/>
      <pc:docMkLst>
        <pc:docMk/>
      </pc:docMkLst>
      <pc:sldChg chg="addSp delSp modSp mod">
        <pc:chgData name="Yao Jiang" userId="19a87579752ee5ee" providerId="LiveId" clId="{541A4A8D-E945-4940-9F49-0B23D964A89C}" dt="2025-03-24T00:54:32.121" v="1"/>
        <pc:sldMkLst>
          <pc:docMk/>
          <pc:sldMk cId="2477219797" sldId="520"/>
        </pc:sldMkLst>
        <pc:spChg chg="add mod">
          <ac:chgData name="Yao Jiang" userId="19a87579752ee5ee" providerId="LiveId" clId="{541A4A8D-E945-4940-9F49-0B23D964A89C}" dt="2025-03-24T00:54:32.121" v="1"/>
          <ac:spMkLst>
            <pc:docMk/>
            <pc:sldMk cId="2477219797" sldId="520"/>
            <ac:spMk id="4" creationId="{5DFA2DCA-AA97-B7EB-7C66-1C74F5A6C478}"/>
          </ac:spMkLst>
        </pc:spChg>
        <pc:spChg chg="del">
          <ac:chgData name="Yao Jiang" userId="19a87579752ee5ee" providerId="LiveId" clId="{541A4A8D-E945-4940-9F49-0B23D964A89C}" dt="2025-03-24T00:54:28.478" v="0" actId="478"/>
          <ac:spMkLst>
            <pc:docMk/>
            <pc:sldMk cId="2477219797" sldId="520"/>
            <ac:spMk id="11" creationId="{5CC1F409-EBA0-3CCC-C6E8-4259867BA0A4}"/>
          </ac:spMkLst>
        </pc:spChg>
      </pc:sldChg>
    </pc:docChg>
  </pc:docChgLst>
  <pc:docChgLst>
    <pc:chgData name="Yao Jiang" userId="19a87579752ee5ee" providerId="LiveId" clId="{8FEA0026-DC8D-4698-AA8D-A41AC2EF10EA}"/>
    <pc:docChg chg="custSel modSld">
      <pc:chgData name="Yao Jiang" userId="19a87579752ee5ee" providerId="LiveId" clId="{8FEA0026-DC8D-4698-AA8D-A41AC2EF10EA}" dt="2025-03-23T14:59:14.020" v="0" actId="478"/>
      <pc:docMkLst>
        <pc:docMk/>
      </pc:docMkLst>
      <pc:sldChg chg="delSp mod">
        <pc:chgData name="Yao Jiang" userId="19a87579752ee5ee" providerId="LiveId" clId="{8FEA0026-DC8D-4698-AA8D-A41AC2EF10EA}" dt="2025-03-23T14:59:14.020" v="0" actId="478"/>
        <pc:sldMkLst>
          <pc:docMk/>
          <pc:sldMk cId="2477219797" sldId="520"/>
        </pc:sldMkLst>
        <pc:spChg chg="del">
          <ac:chgData name="Yao Jiang" userId="19a87579752ee5ee" providerId="LiveId" clId="{8FEA0026-DC8D-4698-AA8D-A41AC2EF10EA}" dt="2025-03-23T14:59:14.020" v="0" actId="478"/>
          <ac:spMkLst>
            <pc:docMk/>
            <pc:sldMk cId="2477219797" sldId="520"/>
            <ac:spMk id="11" creationId="{5CC1F409-EBA0-3CCC-C6E8-4259867BA0A4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</a:defRPr>
            </a:lvl1pPr>
          </a:lstStyle>
          <a:p>
            <a:pPr>
              <a:defRPr/>
            </a:pPr>
            <a:fld id="{42BA9AD9-FC80-4497-8484-7A4D9608DE10}" type="datetimeFigureOut">
              <a:rPr lang="zh-CN" altLang="en-US"/>
              <a:pPr>
                <a:defRPr/>
              </a:pPr>
              <a:t>2025/3/24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</a:defRPr>
            </a:lvl1pPr>
          </a:lstStyle>
          <a:p>
            <a:pPr>
              <a:defRPr/>
            </a:pPr>
            <a:fld id="{D718B667-CE80-41CC-B4D3-969832BB2FC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065240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Wingdings" panose="05000000000000000000" pitchFamily="2" charset="2"/>
              <a:buChar char="l"/>
            </a:pPr>
            <a:r>
              <a:rPr lang="zh-CN" altLang="en-US" dirty="0"/>
              <a:t>相交同样是构建复杂形体的一种手段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718B667-CE80-41CC-B4D3-969832BB2FCC}" type="slidenum">
              <a:rPr lang="zh-CN" altLang="en-US" smtClean="0"/>
              <a:pPr>
                <a:defRPr/>
              </a:pPr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81808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718B667-CE80-41CC-B4D3-969832BB2FCC}" type="slidenum">
              <a:rPr lang="zh-CN" altLang="en-US" smtClean="0"/>
              <a:pPr>
                <a:defRPr/>
              </a:pPr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Wingdings" panose="05000000000000000000" pitchFamily="2" charset="2"/>
              <a:buChar char="l"/>
            </a:pPr>
            <a:r>
              <a:rPr lang="zh-CN" altLang="en-US" dirty="0"/>
              <a:t>相贯和相贯线的基本概念</a:t>
            </a:r>
            <a:endParaRPr lang="en-US" altLang="zh-CN" dirty="0"/>
          </a:p>
          <a:p>
            <a:pPr marL="171450" indent="-171450">
              <a:buFont typeface="Wingdings" panose="05000000000000000000" pitchFamily="2" charset="2"/>
              <a:buChar char="l"/>
            </a:pPr>
            <a:r>
              <a:rPr lang="zh-CN" altLang="en-US" dirty="0"/>
              <a:t>三种基本的相贯形式：按照立体的形状来划分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718B667-CE80-41CC-B4D3-969832BB2FCC}" type="slidenum">
              <a:rPr lang="zh-CN" altLang="en-US" smtClean="0"/>
              <a:pPr>
                <a:defRPr/>
              </a:pPr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09640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Wingdings" panose="05000000000000000000" pitchFamily="2" charset="2"/>
              <a:buChar char="l"/>
            </a:pPr>
            <a:r>
              <a:rPr lang="zh-CN" altLang="en-US" dirty="0"/>
              <a:t>相贯的形式：按照立体的相对位置关系划分</a:t>
            </a:r>
            <a:endParaRPr lang="en-US" altLang="zh-CN" dirty="0"/>
          </a:p>
          <a:p>
            <a:pPr marL="171450" indent="-171450">
              <a:buFont typeface="Wingdings" panose="05000000000000000000" pitchFamily="2" charset="2"/>
              <a:buChar char="l"/>
            </a:pPr>
            <a:r>
              <a:rPr lang="zh-CN" altLang="en-US" dirty="0"/>
              <a:t>正交：轴线垂直相交</a:t>
            </a:r>
            <a:endParaRPr lang="en-US" altLang="zh-CN" dirty="0"/>
          </a:p>
          <a:p>
            <a:pPr marL="171450" indent="-171450">
              <a:buFont typeface="Wingdings" panose="05000000000000000000" pitchFamily="2" charset="2"/>
              <a:buChar char="l"/>
            </a:pPr>
            <a:r>
              <a:rPr lang="zh-CN" altLang="en-US" dirty="0"/>
              <a:t>偏交：轴线异面垂直</a:t>
            </a:r>
            <a:endParaRPr lang="en-US" altLang="zh-CN" dirty="0"/>
          </a:p>
          <a:p>
            <a:pPr marL="171450" indent="-171450">
              <a:buFont typeface="Wingdings" panose="05000000000000000000" pitchFamily="2" charset="2"/>
              <a:buChar char="l"/>
            </a:pPr>
            <a:r>
              <a:rPr lang="zh-CN" altLang="en-US" dirty="0"/>
              <a:t>斜交：轴线倾斜相交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718B667-CE80-41CC-B4D3-969832BB2FCC}" type="slidenum">
              <a:rPr lang="zh-CN" altLang="en-US" smtClean="0"/>
              <a:pPr>
                <a:defRPr/>
              </a:pPr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28643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Wingdings" panose="05000000000000000000" pitchFamily="2" charset="2"/>
              <a:buChar char="l"/>
            </a:pPr>
            <a:r>
              <a:rPr lang="zh-CN" altLang="en-US" dirty="0"/>
              <a:t>相贯线的形状</a:t>
            </a:r>
            <a:endParaRPr lang="en-US" altLang="zh-CN" dirty="0"/>
          </a:p>
          <a:p>
            <a:pPr marL="171450" indent="-171450">
              <a:buFont typeface="Wingdings" panose="05000000000000000000" pitchFamily="2" charset="2"/>
              <a:buChar char="l"/>
            </a:pPr>
            <a:r>
              <a:rPr lang="zh-CN" altLang="en-US" dirty="0"/>
              <a:t>相贯线的投影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718B667-CE80-41CC-B4D3-969832BB2FCC}" type="slidenum">
              <a:rPr lang="zh-CN" altLang="en-US" smtClean="0"/>
              <a:pPr>
                <a:defRPr/>
              </a:pPr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64283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Wingdings" panose="05000000000000000000" pitchFamily="2" charset="2"/>
              <a:buChar char="l"/>
            </a:pPr>
            <a:r>
              <a:rPr lang="zh-CN" altLang="en-US" dirty="0"/>
              <a:t>相贯线的主要性质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718B667-CE80-41CC-B4D3-969832BB2FCC}" type="slidenum">
              <a:rPr lang="zh-CN" altLang="en-US" smtClean="0"/>
              <a:pPr>
                <a:defRPr/>
              </a:pPr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4880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Wingdings" panose="05000000000000000000" pitchFamily="2" charset="2"/>
              <a:buChar char="l"/>
            </a:pPr>
            <a:r>
              <a:rPr lang="zh-CN" altLang="en-US" dirty="0"/>
              <a:t>读图：哪两个平面体相交，分别是四棱柱和梯形棱柱</a:t>
            </a:r>
            <a:endParaRPr lang="en-US" altLang="zh-CN" dirty="0"/>
          </a:p>
          <a:p>
            <a:pPr marL="171450" indent="-171450">
              <a:buFont typeface="Wingdings" panose="05000000000000000000" pitchFamily="2" charset="2"/>
              <a:buChar char="l"/>
            </a:pPr>
            <a:r>
              <a:rPr lang="zh-CN" altLang="en-US" dirty="0"/>
              <a:t>空间分析：相贯线是封闭的空间折线，由几条直线围成的相贯线？</a:t>
            </a:r>
            <a:endParaRPr lang="en-US" altLang="zh-CN" dirty="0"/>
          </a:p>
          <a:p>
            <a:pPr marL="628650" lvl="1" indent="-171450">
              <a:buFont typeface="Wingdings" panose="05000000000000000000" pitchFamily="2" charset="2"/>
              <a:buChar char="l"/>
            </a:pPr>
            <a:r>
              <a:rPr lang="zh-CN" altLang="en-US" dirty="0"/>
              <a:t>哪些表面发生了相交：四棱柱的侧面</a:t>
            </a:r>
            <a:endParaRPr lang="en-US" altLang="zh-CN" dirty="0"/>
          </a:p>
          <a:p>
            <a:pPr marL="628650" lvl="1" indent="-171450">
              <a:buFont typeface="Wingdings" panose="05000000000000000000" pitchFamily="2" charset="2"/>
              <a:buChar char="l"/>
            </a:pPr>
            <a:r>
              <a:rPr lang="zh-CN" altLang="en-US" dirty="0"/>
              <a:t>前后两个棱面各有一条交线，左右两个棱面各有三条交线</a:t>
            </a:r>
            <a:endParaRPr lang="en-US" altLang="zh-CN" dirty="0"/>
          </a:p>
          <a:p>
            <a:pPr marL="171450" indent="-171450">
              <a:buFont typeface="Wingdings" panose="05000000000000000000" pitchFamily="2" charset="2"/>
              <a:buChar char="l"/>
            </a:pPr>
            <a:r>
              <a:rPr lang="zh-CN" altLang="en-US" dirty="0"/>
              <a:t>投影分析：相贯线是两个立体表面的公有线</a:t>
            </a:r>
            <a:endParaRPr lang="en-US" altLang="zh-CN" dirty="0"/>
          </a:p>
          <a:p>
            <a:pPr marL="628650" lvl="1" indent="-171450">
              <a:buFont typeface="Wingdings" panose="05000000000000000000" pitchFamily="2" charset="2"/>
              <a:buChar char="l"/>
            </a:pPr>
            <a:r>
              <a:rPr lang="zh-CN" altLang="en-US" dirty="0"/>
              <a:t>相贯线在俯视图中的投影：四棱柱的四个侧面在俯视图的投影具有积聚性，相贯线的水平投影也应该积聚在这四条直线上，标上顶点序号</a:t>
            </a:r>
            <a:endParaRPr lang="en-US" altLang="zh-CN" dirty="0"/>
          </a:p>
          <a:p>
            <a:pPr marL="628650" lvl="1" indent="-171450">
              <a:buFont typeface="Wingdings" panose="05000000000000000000" pitchFamily="2" charset="2"/>
              <a:buChar char="l"/>
            </a:pPr>
            <a:r>
              <a:rPr lang="zh-CN" altLang="en-US" dirty="0"/>
              <a:t>相贯线在左视图中的投影：梯形棱柱的前面、后面、顶面在左视图中的投影具有积聚性</a:t>
            </a:r>
            <a:endParaRPr lang="en-US" altLang="zh-CN" dirty="0"/>
          </a:p>
          <a:p>
            <a:pPr marL="628650" lvl="1" indent="-171450">
              <a:buFont typeface="Wingdings" panose="05000000000000000000" pitchFamily="2" charset="2"/>
              <a:buChar char="l"/>
            </a:pPr>
            <a:r>
              <a:rPr lang="zh-CN" altLang="en-US" dirty="0"/>
              <a:t>相贯线在主视图中的投影：知道了交点的两个投影，可以求出主视图中的投影，顺序连接</a:t>
            </a:r>
            <a:endParaRPr lang="en-US" altLang="zh-CN" dirty="0"/>
          </a:p>
          <a:p>
            <a:pPr marL="0" lvl="1" indent="-171450">
              <a:buFont typeface="Wingdings" panose="05000000000000000000" pitchFamily="2" charset="2"/>
              <a:buChar char="l"/>
            </a:pPr>
            <a:r>
              <a:rPr lang="zh-CN" altLang="en-US" dirty="0"/>
              <a:t>作图检查：可见性判断，相交组成整体后轮廓线消失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718B667-CE80-41CC-B4D3-969832BB2FCC}" type="slidenum">
              <a:rPr lang="zh-CN" altLang="en-US" smtClean="0"/>
              <a:pPr>
                <a:defRPr/>
              </a:pPr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21987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Wingdings" panose="05000000000000000000" pitchFamily="2" charset="2"/>
              <a:buChar char="l"/>
            </a:pPr>
            <a:r>
              <a:rPr lang="zh-CN" altLang="en-US" dirty="0"/>
              <a:t>读图：圆柱和四棱柱相贯；</a:t>
            </a:r>
            <a:endParaRPr lang="en-US" altLang="zh-CN" dirty="0"/>
          </a:p>
          <a:p>
            <a:pPr marL="171450" indent="-171450">
              <a:buFont typeface="Wingdings" panose="05000000000000000000" pitchFamily="2" charset="2"/>
              <a:buChar char="l"/>
            </a:pPr>
            <a:r>
              <a:rPr lang="zh-CN" altLang="en-US" dirty="0"/>
              <a:t>空间分析：相贯线是一条封闭的空间折线，四棱柱四个侧面都相交，产生四条交线</a:t>
            </a:r>
            <a:endParaRPr lang="en-US" altLang="zh-CN" dirty="0"/>
          </a:p>
          <a:p>
            <a:pPr marL="628650" lvl="1" indent="-171450">
              <a:buFont typeface="Wingdings" panose="05000000000000000000" pitchFamily="2" charset="2"/>
              <a:buChar char="l"/>
            </a:pPr>
            <a:r>
              <a:rPr lang="zh-CN" altLang="en-US" dirty="0"/>
              <a:t>前后交线：前后侧面与圆柱轴线平行，交线为两条直线；</a:t>
            </a:r>
            <a:endParaRPr lang="en-US" altLang="zh-CN" dirty="0"/>
          </a:p>
          <a:p>
            <a:pPr marL="628650" lvl="1" indent="-171450">
              <a:buFont typeface="Wingdings" panose="05000000000000000000" pitchFamily="2" charset="2"/>
              <a:buChar char="l"/>
            </a:pPr>
            <a:r>
              <a:rPr lang="zh-CN" altLang="en-US" dirty="0"/>
              <a:t>左右交线：左右侧面与圆柱轴线处置，交线是两条圆弧；</a:t>
            </a:r>
            <a:endParaRPr lang="en-US" altLang="zh-CN" dirty="0"/>
          </a:p>
          <a:p>
            <a:pPr marL="0" lvl="1" indent="-171450">
              <a:buFont typeface="Wingdings" panose="05000000000000000000" pitchFamily="2" charset="2"/>
              <a:buChar char="l"/>
            </a:pPr>
            <a:r>
              <a:rPr lang="zh-CN" altLang="en-US" dirty="0"/>
              <a:t>投影分析：四条交线在俯视图和左视图中的投影特性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718B667-CE80-41CC-B4D3-969832BB2FCC}" type="slidenum">
              <a:rPr lang="zh-CN" altLang="en-US" smtClean="0"/>
              <a:pPr>
                <a:defRPr/>
              </a:pPr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67266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Wingdings" panose="05000000000000000000" pitchFamily="2" charset="2"/>
              <a:buChar char="l"/>
            </a:pPr>
            <a:r>
              <a:rPr lang="zh-CN" altLang="en-US" dirty="0"/>
              <a:t>一个圆柱和四棱柱孔的相贯，与圆柱和四棱柱相贯线求法完全一样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718B667-CE80-41CC-B4D3-969832BB2FCC}" type="slidenum">
              <a:rPr lang="zh-CN" altLang="en-US" smtClean="0"/>
              <a:pPr>
                <a:defRPr/>
              </a:pPr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661026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718B667-CE80-41CC-B4D3-969832BB2FCC}" type="slidenum">
              <a:rPr lang="zh-CN" altLang="en-US" smtClean="0"/>
              <a:pPr>
                <a:defRPr/>
              </a:pPr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26956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每讲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2">
            <a:extLst>
              <a:ext uri="{FF2B5EF4-FFF2-40B4-BE49-F238E27FC236}">
                <a16:creationId xmlns:a16="http://schemas.microsoft.com/office/drawing/2014/main" id="{3FD1ADF5-EE4E-39EE-1BA6-7A74EDA84F58}"/>
              </a:ext>
            </a:extLst>
          </p:cNvPr>
          <p:cNvSpPr>
            <a:spLocks noGrp="1" noChangeArrowheads="1"/>
          </p:cNvSpPr>
          <p:nvPr>
            <p:ph type="ctrTitle" idx="4294967295" hasCustomPrompt="1"/>
          </p:nvPr>
        </p:nvSpPr>
        <p:spPr>
          <a:xfrm>
            <a:off x="719403" y="2420888"/>
            <a:ext cx="10464800" cy="13716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b="1" dirty="0">
                <a:latin typeface="黑体" pitchFamily="2" charset="-122"/>
                <a:ea typeface="黑体" pitchFamily="2" charset="-122"/>
              </a:rPr>
              <a:t>第 </a:t>
            </a:r>
            <a:r>
              <a:rPr lang="en-US" altLang="zh-CN" b="1" dirty="0">
                <a:latin typeface="黑体" pitchFamily="2" charset="-122"/>
                <a:ea typeface="黑体" pitchFamily="2" charset="-122"/>
              </a:rPr>
              <a:t># </a:t>
            </a:r>
            <a:r>
              <a:rPr lang="zh-CN" altLang="en-US" b="1" dirty="0">
                <a:latin typeface="黑体" pitchFamily="2" charset="-122"/>
                <a:ea typeface="黑体" pitchFamily="2" charset="-122"/>
              </a:rPr>
              <a:t>讲  标题</a:t>
            </a:r>
            <a:endParaRPr lang="zh-CN" altLang="en-US" sz="2000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A0EADD4F-B52D-2552-BF53-E0DD1E8958A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216749" y="1656783"/>
            <a:ext cx="1586541" cy="45719"/>
          </a:xfrm>
          <a:prstGeom prst="rect">
            <a:avLst/>
          </a:prstGeom>
          <a:gradFill rotWithShape="0">
            <a:gsLst>
              <a:gs pos="0">
                <a:srgbClr val="DCDCEA"/>
              </a:gs>
              <a:gs pos="100000">
                <a:srgbClr val="000066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zh-CN" altLang="en-US" sz="2000"/>
          </a:p>
        </p:txBody>
      </p:sp>
      <p:sp>
        <p:nvSpPr>
          <p:cNvPr id="15" name="Text Box 10">
            <a:extLst>
              <a:ext uri="{FF2B5EF4-FFF2-40B4-BE49-F238E27FC236}">
                <a16:creationId xmlns:a16="http://schemas.microsoft.com/office/drawing/2014/main" id="{78098E69-5CD5-2A70-2A10-E335D62D2D9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2228395" y="1056171"/>
            <a:ext cx="1563248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3600" b="1" dirty="0">
                <a:solidFill>
                  <a:srgbClr val="010000"/>
                </a:solidFill>
                <a:latin typeface="华文新魏" pitchFamily="2" charset="-122"/>
                <a:ea typeface="华文新魏" pitchFamily="2" charset="-122"/>
              </a:rPr>
              <a:t>第    讲</a:t>
            </a:r>
          </a:p>
        </p:txBody>
      </p:sp>
      <p:pic>
        <p:nvPicPr>
          <p:cNvPr id="16" name="Picture 2">
            <a:extLst>
              <a:ext uri="{FF2B5EF4-FFF2-40B4-BE49-F238E27FC236}">
                <a16:creationId xmlns:a16="http://schemas.microsoft.com/office/drawing/2014/main" id="{2F8AE709-BF43-5C8B-DE1E-F391A4678E8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832" y="366323"/>
            <a:ext cx="1561418" cy="13796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每讲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建筑的设计&#10;&#10;描述已自动生成">
            <a:extLst>
              <a:ext uri="{FF2B5EF4-FFF2-40B4-BE49-F238E27FC236}">
                <a16:creationId xmlns:a16="http://schemas.microsoft.com/office/drawing/2014/main" id="{972AEAC3-0302-341E-6F87-50346F1DF3F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83" r="2347"/>
          <a:stretch/>
        </p:blipFill>
        <p:spPr>
          <a:xfrm>
            <a:off x="8184232" y="3733164"/>
            <a:ext cx="4170330" cy="3124836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8375B0FB-1E37-B12D-5EFF-9DEEF7C85CB7}"/>
              </a:ext>
            </a:extLst>
          </p:cNvPr>
          <p:cNvSpPr/>
          <p:nvPr userDrawn="1"/>
        </p:nvSpPr>
        <p:spPr>
          <a:xfrm>
            <a:off x="0" y="1624935"/>
            <a:ext cx="12192000" cy="144000"/>
          </a:xfrm>
          <a:prstGeom prst="rect">
            <a:avLst/>
          </a:prstGeom>
          <a:gradFill>
            <a:gsLst>
              <a:gs pos="50000">
                <a:schemeClr val="accent3">
                  <a:lumMod val="20000"/>
                  <a:lumOff val="80000"/>
                </a:schemeClr>
              </a:gs>
              <a:gs pos="0">
                <a:schemeClr val="accent3"/>
              </a:gs>
              <a:gs pos="25000">
                <a:srgbClr val="800D90">
                  <a:alpha val="50000"/>
                  <a:lumMod val="100000"/>
                </a:srgbClr>
              </a:gs>
              <a:gs pos="75000">
                <a:srgbClr val="800D90">
                  <a:alpha val="50000"/>
                  <a:lumMod val="100000"/>
                </a:srgbClr>
              </a:gs>
              <a:gs pos="100000">
                <a:schemeClr val="accent3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660874"/>
              </a:solidFill>
            </a:endParaRPr>
          </a:p>
        </p:txBody>
      </p:sp>
      <p:sp>
        <p:nvSpPr>
          <p:cNvPr id="4" name="文本占位符 19">
            <a:extLst>
              <a:ext uri="{FF2B5EF4-FFF2-40B4-BE49-F238E27FC236}">
                <a16:creationId xmlns:a16="http://schemas.microsoft.com/office/drawing/2014/main" id="{5A6056A7-A330-90D3-3148-148D1D93595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58334" y="2789966"/>
            <a:ext cx="7075334" cy="646331"/>
          </a:xfrm>
        </p:spPr>
        <p:txBody>
          <a:bodyPr wrap="none" anchor="ctr" anchorCtr="0">
            <a:spAutoFit/>
          </a:bodyPr>
          <a:lstStyle>
            <a:lvl1pPr marL="0" indent="0" algn="ctr">
              <a:buNone/>
              <a:defRPr sz="3600" b="1" i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kumimoji="1" lang="zh-CN" altLang="en-US" dirty="0"/>
              <a:t>标题，微软雅黑，</a:t>
            </a:r>
            <a:r>
              <a:rPr kumimoji="1" lang="en-US" altLang="zh-CN" dirty="0"/>
              <a:t>regular</a:t>
            </a:r>
            <a:r>
              <a:rPr kumimoji="1" lang="zh-CN" altLang="en-US" dirty="0"/>
              <a:t>，</a:t>
            </a:r>
            <a:r>
              <a:rPr kumimoji="1" lang="en-US" altLang="zh-CN" dirty="0"/>
              <a:t>36pt</a:t>
            </a:r>
            <a:endParaRPr kumimoji="1"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519F77B-332D-BA54-C2E9-B244C626D6F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74076" y="123774"/>
            <a:ext cx="3988851" cy="1348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42728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431371" y="1351309"/>
            <a:ext cx="10972800" cy="4525963"/>
          </a:xfrm>
        </p:spPr>
        <p:txBody>
          <a:bodyPr/>
          <a:lstStyle>
            <a:lvl1pPr>
              <a:defRPr b="1">
                <a:latin typeface="黑体" pitchFamily="49" charset="-122"/>
                <a:ea typeface="黑体" pitchFamily="49" charset="-122"/>
              </a:defRPr>
            </a:lvl1pPr>
            <a:lvl2pPr>
              <a:buNone/>
              <a:defRPr>
                <a:latin typeface="黑体" pitchFamily="49" charset="-122"/>
                <a:ea typeface="黑体" pitchFamily="49" charset="-122"/>
              </a:defRPr>
            </a:lvl2pPr>
          </a:lstStyle>
          <a:p>
            <a:pPr lvl="0"/>
            <a:r>
              <a:rPr lang="zh-CN" altLang="en-US" dirty="0"/>
              <a:t>三级标题 黑体 </a:t>
            </a:r>
            <a:r>
              <a:rPr lang="en-US" altLang="zh-CN" dirty="0"/>
              <a:t>30</a:t>
            </a:r>
            <a:r>
              <a:rPr lang="zh-CN" altLang="en-US" dirty="0"/>
              <a:t>磅</a:t>
            </a:r>
          </a:p>
          <a:p>
            <a:pPr lvl="1"/>
            <a:r>
              <a:rPr lang="zh-CN" altLang="en-US" dirty="0"/>
              <a:t>正文 （</a:t>
            </a:r>
            <a:r>
              <a:rPr lang="en-US" altLang="zh-CN" dirty="0"/>
              <a:t>24~30</a:t>
            </a:r>
            <a:r>
              <a:rPr lang="zh-CN" altLang="en-US" dirty="0"/>
              <a:t>磅）</a:t>
            </a:r>
          </a:p>
        </p:txBody>
      </p:sp>
      <p:sp>
        <p:nvSpPr>
          <p:cNvPr id="7" name="矩形 4"/>
          <p:cNvSpPr/>
          <p:nvPr userDrawn="1"/>
        </p:nvSpPr>
        <p:spPr>
          <a:xfrm>
            <a:off x="0" y="332659"/>
            <a:ext cx="12192000" cy="720079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2060"/>
              </a:solidFill>
            </a:endParaRPr>
          </a:p>
        </p:txBody>
      </p:sp>
      <p:sp>
        <p:nvSpPr>
          <p:cNvPr id="11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9168341" y="6425394"/>
            <a:ext cx="2844800" cy="276999"/>
          </a:xfrm>
        </p:spPr>
        <p:txBody>
          <a:bodyPr wrap="square">
            <a:spAutoFit/>
          </a:bodyPr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/>
            </a:pPr>
            <a:fld id="{E5434602-5AA4-4CE6-AF47-D5586F532BC3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15" name="Rectangle 14"/>
          <p:cNvSpPr>
            <a:spLocks noChangeArrowheads="1"/>
          </p:cNvSpPr>
          <p:nvPr userDrawn="1"/>
        </p:nvSpPr>
        <p:spPr bwMode="auto">
          <a:xfrm flipV="1">
            <a:off x="526734" y="6332240"/>
            <a:ext cx="11665268" cy="49091"/>
          </a:xfrm>
          <a:prstGeom prst="rect">
            <a:avLst/>
          </a:prstGeom>
          <a:solidFill>
            <a:schemeClr val="accent6">
              <a:lumMod val="50000"/>
              <a:alpha val="81175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anchor="ctr"/>
          <a:lstStyle/>
          <a:p>
            <a:pPr algn="ctr"/>
            <a:endParaRPr lang="zh-CN" altLang="zh-CN" sz="4400">
              <a:solidFill>
                <a:srgbClr val="1F497D"/>
              </a:solidFill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526732" y="6433594"/>
            <a:ext cx="126188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《</a:t>
            </a:r>
            <a:r>
              <a:rPr lang="zh-CN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工程图学</a:t>
            </a:r>
            <a:r>
              <a:rPr lang="en-US" altLang="zh-CN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》</a:t>
            </a:r>
            <a:endParaRPr lang="zh-CN" altLang="en-US" sz="1400" b="1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9168341" y="6381331"/>
            <a:ext cx="28448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/>
            </a:pPr>
            <a:fld id="{E5434602-5AA4-4CE6-AF47-D5586F532BC3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Rectangle 5"/>
          <p:cNvSpPr>
            <a:spLocks noChangeArrowheads="1"/>
          </p:cNvSpPr>
          <p:nvPr userDrawn="1"/>
        </p:nvSpPr>
        <p:spPr bwMode="auto">
          <a:xfrm flipV="1">
            <a:off x="526734" y="6332240"/>
            <a:ext cx="11665268" cy="49091"/>
          </a:xfrm>
          <a:prstGeom prst="rect">
            <a:avLst/>
          </a:prstGeom>
          <a:solidFill>
            <a:schemeClr val="accent6">
              <a:lumMod val="50000"/>
              <a:alpha val="81175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anchor="ctr"/>
          <a:lstStyle/>
          <a:p>
            <a:pPr algn="ctr"/>
            <a:endParaRPr lang="zh-CN" altLang="zh-CN" sz="4400">
              <a:solidFill>
                <a:srgbClr val="1F497D"/>
              </a:solidFill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526732" y="6433594"/>
            <a:ext cx="126188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《</a:t>
            </a:r>
            <a:r>
              <a:rPr lang="zh-CN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工程图学</a:t>
            </a:r>
            <a:r>
              <a:rPr lang="en-US" altLang="zh-CN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》</a:t>
            </a:r>
            <a:endParaRPr lang="zh-CN" altLang="en-US" sz="1400" b="1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FF4F1FC-A211-41D3-9527-7868687E14E0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8D5F606-63DB-4A4B-B594-22747EE2947F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标题占位符 1"/>
          <p:cNvSpPr>
            <a:spLocks noGrp="1"/>
          </p:cNvSpPr>
          <p:nvPr>
            <p:ph type="title"/>
          </p:nvPr>
        </p:nvSpPr>
        <p:spPr bwMode="auto">
          <a:xfrm>
            <a:off x="2351584" y="692696"/>
            <a:ext cx="9230816" cy="724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8435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609600" y="1600203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9C7F1263-A734-46DB-B37F-609C84242B91}" type="datetimeFigureOut">
              <a:rPr lang="zh-CN" altLang="en-US"/>
              <a:pPr>
                <a:defRPr/>
              </a:pPr>
              <a:t>2025/3/24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E5434602-5AA4-4CE6-AF47-D5586F532BC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64" r:id="rId2"/>
    <p:sldLayoutId id="2147483658" r:id="rId3"/>
    <p:sldLayoutId id="2147483660" r:id="rId4"/>
    <p:sldLayoutId id="2147483661" r:id="rId5"/>
    <p:sldLayoutId id="2147483662" r:id="rId6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oleObject" Target="../embeddings/oleObject1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4.png"/><Relationship Id="rId7" Type="http://schemas.openxmlformats.org/officeDocument/2006/relationships/oleObject" Target="../embeddings/oleObject3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11" Type="http://schemas.openxmlformats.org/officeDocument/2006/relationships/image" Target="../media/image7.png"/><Relationship Id="rId5" Type="http://schemas.openxmlformats.org/officeDocument/2006/relationships/oleObject" Target="../embeddings/oleObject2.bin"/><Relationship Id="rId10" Type="http://schemas.openxmlformats.org/officeDocument/2006/relationships/oleObject" Target="../embeddings/oleObject1.bin"/><Relationship Id="rId4" Type="http://schemas.openxmlformats.org/officeDocument/2006/relationships/image" Target="../media/image5.png"/><Relationship Id="rId9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2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9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7.png"/><Relationship Id="rId4" Type="http://schemas.openxmlformats.org/officeDocument/2006/relationships/oleObject" Target="../embeddings/oleObject1.bin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7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oleObject" Target="../embeddings/oleObject4.bin"/><Relationship Id="rId7" Type="http://schemas.openxmlformats.org/officeDocument/2006/relationships/image" Target="../media/image31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wmf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D1E89DEE-9DA1-3252-8124-710DEFD86A6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229146" y="2697634"/>
            <a:ext cx="3733714" cy="830997"/>
          </a:xfrm>
        </p:spPr>
        <p:txBody>
          <a:bodyPr/>
          <a:lstStyle/>
          <a:p>
            <a:r>
              <a:rPr lang="zh-CN" altLang="en-US" sz="4800" spc="600" dirty="0">
                <a:solidFill>
                  <a:srgbClr val="00206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工 程 图 学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66B4EE6F-EAC9-E67A-9242-B328EC12A3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49506" y="4218819"/>
            <a:ext cx="2492990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姜   峣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副研究员</a:t>
            </a:r>
            <a:endParaRPr lang="en-US" altLang="zh-CN" sz="18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清华大学，机械工程系</a:t>
            </a:r>
            <a:endParaRPr lang="en-US" altLang="zh-CN" sz="18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910BD971-1F4C-C04A-6CEB-F357AD1D89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2860" y="162352"/>
            <a:ext cx="3865161" cy="134038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  <a:effectLst/>
        </p:spPr>
        <p:txBody>
          <a:bodyPr wrap="none" lIns="91440" tIns="60120" rIns="91440" bIns="63720">
            <a:spAutoFit/>
          </a:bodyPr>
          <a:lstStyle>
            <a:lvl1pPr marL="342900" indent="-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联系方式：</a:t>
            </a:r>
            <a:endParaRPr lang="en-US" altLang="zh-CN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办公室：李兆基科技大楼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A1011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手机号：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18210064570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邮箱：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jiangyao@mail.tsinghua.edu.cn</a:t>
            </a:r>
            <a:endParaRPr lang="en-US" altLang="zh-CN" sz="12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63466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ctrTitle" idx="4294967295"/>
          </p:nvPr>
        </p:nvSpPr>
        <p:spPr>
          <a:xfrm>
            <a:off x="3849232" y="2727903"/>
            <a:ext cx="4493538" cy="830997"/>
          </a:xfr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zh-CN" altLang="en-US" sz="48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立体与立体相交</a:t>
            </a:r>
          </a:p>
        </p:txBody>
      </p:sp>
      <p:sp>
        <p:nvSpPr>
          <p:cNvPr id="3" name="Rectangle 2"/>
          <p:cNvSpPr/>
          <p:nvPr/>
        </p:nvSpPr>
        <p:spPr>
          <a:xfrm>
            <a:off x="2783632" y="1136817"/>
            <a:ext cx="41870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A50021"/>
                </a:solidFill>
                <a:latin typeface="华文新魏" pitchFamily="2" charset="-122"/>
                <a:ea typeface="华文新魏" pitchFamily="2" charset="-122"/>
              </a:rPr>
              <a:t>8</a:t>
            </a:r>
            <a:endParaRPr lang="zh-CN" altLang="en-US" sz="3200" b="1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6"/>
          <p:cNvSpPr txBox="1">
            <a:spLocks/>
          </p:cNvSpPr>
          <p:nvPr/>
        </p:nvSpPr>
        <p:spPr bwMode="auto">
          <a:xfrm>
            <a:off x="4081667" y="2132856"/>
            <a:ext cx="4028667" cy="3247877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514350" indent="-514350">
              <a:lnSpc>
                <a:spcPct val="150000"/>
              </a:lnSpc>
              <a:defRPr/>
            </a:pPr>
            <a:r>
              <a:rPr lang="en-US" altLang="zh-CN" sz="28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8.1 </a:t>
            </a:r>
            <a:r>
              <a:rPr lang="zh-CN" altLang="en-US" sz="28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立体与立体相交简介</a:t>
            </a:r>
            <a:endParaRPr lang="en-US" altLang="zh-CN" sz="2800" dirty="0">
              <a:solidFill>
                <a:schemeClr val="accent6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  <a:p>
            <a:pPr marL="514350" indent="-514350">
              <a:lnSpc>
                <a:spcPct val="150000"/>
              </a:lnSpc>
              <a:defRPr/>
            </a:pPr>
            <a:r>
              <a:rPr lang="en-US" altLang="zh-CN" sz="28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8.2 </a:t>
            </a:r>
            <a:r>
              <a:rPr lang="zh-CN" altLang="en-US" sz="28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平面体与平面体相交</a:t>
            </a:r>
            <a:endParaRPr lang="en-US" altLang="zh-CN" sz="2800" dirty="0">
              <a:solidFill>
                <a:schemeClr val="accent6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  <a:p>
            <a:pPr marL="514350" indent="-514350">
              <a:lnSpc>
                <a:spcPct val="150000"/>
              </a:lnSpc>
              <a:defRPr/>
            </a:pPr>
            <a:r>
              <a:rPr lang="en-US" altLang="zh-CN" sz="28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8.3 </a:t>
            </a:r>
            <a:r>
              <a:rPr lang="zh-CN" altLang="en-US" sz="28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平面体与回转体相交</a:t>
            </a:r>
            <a:endParaRPr lang="en-US" altLang="zh-CN" sz="2800" dirty="0">
              <a:solidFill>
                <a:schemeClr val="accent6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  <a:p>
            <a:pPr marL="514350" indent="-514350">
              <a:lnSpc>
                <a:spcPct val="150000"/>
              </a:lnSpc>
              <a:defRPr/>
            </a:pPr>
            <a:r>
              <a:rPr lang="en-US" altLang="zh-CN" sz="2800" dirty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8.4 </a:t>
            </a:r>
            <a:r>
              <a:rPr lang="zh-CN" altLang="en-US" sz="2800" dirty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回转体与回转体相交</a:t>
            </a:r>
            <a:endParaRPr lang="en-US" altLang="zh-CN" sz="2800" dirty="0">
              <a:solidFill>
                <a:schemeClr val="bg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  <a:p>
            <a:pPr marL="514350" indent="-514350">
              <a:lnSpc>
                <a:spcPct val="150000"/>
              </a:lnSpc>
              <a:defRPr/>
            </a:pPr>
            <a:r>
              <a:rPr lang="en-US" altLang="zh-CN" sz="2800" dirty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8.5 </a:t>
            </a:r>
            <a:r>
              <a:rPr lang="zh-CN" altLang="en-US" sz="2800" dirty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多形体相交</a:t>
            </a:r>
            <a:endParaRPr lang="en-US" altLang="zh-CN" sz="2800" dirty="0">
              <a:solidFill>
                <a:schemeClr val="bg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8" name="Title 6"/>
          <p:cNvSpPr txBox="1">
            <a:spLocks/>
          </p:cNvSpPr>
          <p:nvPr/>
        </p:nvSpPr>
        <p:spPr bwMode="auto">
          <a:xfrm>
            <a:off x="5202166" y="454425"/>
            <a:ext cx="1787669" cy="769441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>
              <a:defRPr/>
            </a:pPr>
            <a:r>
              <a:rPr lang="zh-CN" altLang="en-US" sz="4400" b="1" dirty="0">
                <a:solidFill>
                  <a:srgbClr val="C00000"/>
                </a:solidFill>
                <a:latin typeface="+mj-lt"/>
                <a:ea typeface="+mj-ea"/>
                <a:cs typeface="+mj-cs"/>
              </a:rPr>
              <a:t>内   容</a:t>
            </a:r>
          </a:p>
        </p:txBody>
      </p:sp>
      <p:grpSp>
        <p:nvGrpSpPr>
          <p:cNvPr id="2" name="组合 12"/>
          <p:cNvGrpSpPr/>
          <p:nvPr/>
        </p:nvGrpSpPr>
        <p:grpSpPr>
          <a:xfrm flipV="1">
            <a:off x="191344" y="1412776"/>
            <a:ext cx="11809312" cy="288032"/>
            <a:chOff x="-40060" y="4227605"/>
            <a:chExt cx="15641884" cy="367574"/>
          </a:xfrm>
          <a:solidFill>
            <a:schemeClr val="accent6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10" name="组合 13"/>
            <p:cNvGrpSpPr/>
            <p:nvPr/>
          </p:nvGrpSpPr>
          <p:grpSpPr>
            <a:xfrm>
              <a:off x="-40060" y="4227605"/>
              <a:ext cx="7820942" cy="364510"/>
              <a:chOff x="4635815" y="4227605"/>
              <a:chExt cx="7820942" cy="364510"/>
            </a:xfrm>
            <a:grpFill/>
          </p:grpSpPr>
          <p:sp>
            <p:nvSpPr>
              <p:cNvPr id="16" name="矩形 18"/>
              <p:cNvSpPr/>
              <p:nvPr/>
            </p:nvSpPr>
            <p:spPr>
              <a:xfrm>
                <a:off x="6786027" y="4320679"/>
                <a:ext cx="5670730" cy="27003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zh-CN" altLang="en-US"/>
              </a:p>
            </p:txBody>
          </p:sp>
          <p:sp>
            <p:nvSpPr>
              <p:cNvPr id="17" name="矩形 19"/>
              <p:cNvSpPr/>
              <p:nvPr/>
            </p:nvSpPr>
            <p:spPr>
              <a:xfrm>
                <a:off x="4635815" y="4227605"/>
                <a:ext cx="1800000" cy="27003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zh-CN" altLang="en-US"/>
              </a:p>
            </p:txBody>
          </p:sp>
          <p:sp>
            <p:nvSpPr>
              <p:cNvPr id="18" name="矩形 4"/>
              <p:cNvSpPr/>
              <p:nvPr/>
            </p:nvSpPr>
            <p:spPr>
              <a:xfrm>
                <a:off x="6426510" y="4227606"/>
                <a:ext cx="368581" cy="364509"/>
              </a:xfrm>
              <a:custGeom>
                <a:avLst/>
                <a:gdLst>
                  <a:gd name="connsiteX0" fmla="*/ 0 w 360000"/>
                  <a:gd name="connsiteY0" fmla="*/ 0 h 270030"/>
                  <a:gd name="connsiteX1" fmla="*/ 360000 w 360000"/>
                  <a:gd name="connsiteY1" fmla="*/ 0 h 270030"/>
                  <a:gd name="connsiteX2" fmla="*/ 360000 w 360000"/>
                  <a:gd name="connsiteY2" fmla="*/ 270030 h 270030"/>
                  <a:gd name="connsiteX3" fmla="*/ 0 w 360000"/>
                  <a:gd name="connsiteY3" fmla="*/ 270030 h 270030"/>
                  <a:gd name="connsiteX4" fmla="*/ 0 w 360000"/>
                  <a:gd name="connsiteY4" fmla="*/ 0 h 270030"/>
                  <a:gd name="connsiteX0" fmla="*/ 0 w 364864"/>
                  <a:gd name="connsiteY0" fmla="*/ 0 h 270030"/>
                  <a:gd name="connsiteX1" fmla="*/ 364864 w 364864"/>
                  <a:gd name="connsiteY1" fmla="*/ 72957 h 270030"/>
                  <a:gd name="connsiteX2" fmla="*/ 360000 w 364864"/>
                  <a:gd name="connsiteY2" fmla="*/ 270030 h 270030"/>
                  <a:gd name="connsiteX3" fmla="*/ 0 w 364864"/>
                  <a:gd name="connsiteY3" fmla="*/ 270030 h 270030"/>
                  <a:gd name="connsiteX4" fmla="*/ 0 w 364864"/>
                  <a:gd name="connsiteY4" fmla="*/ 0 h 270030"/>
                  <a:gd name="connsiteX0" fmla="*/ 0 w 364864"/>
                  <a:gd name="connsiteY0" fmla="*/ 0 h 294349"/>
                  <a:gd name="connsiteX1" fmla="*/ 364864 w 364864"/>
                  <a:gd name="connsiteY1" fmla="*/ 72957 h 294349"/>
                  <a:gd name="connsiteX2" fmla="*/ 364864 w 364864"/>
                  <a:gd name="connsiteY2" fmla="*/ 294349 h 294349"/>
                  <a:gd name="connsiteX3" fmla="*/ 0 w 364864"/>
                  <a:gd name="connsiteY3" fmla="*/ 270030 h 294349"/>
                  <a:gd name="connsiteX4" fmla="*/ 0 w 364864"/>
                  <a:gd name="connsiteY4" fmla="*/ 0 h 294349"/>
                  <a:gd name="connsiteX0" fmla="*/ 0 w 364864"/>
                  <a:gd name="connsiteY0" fmla="*/ 0 h 290893"/>
                  <a:gd name="connsiteX1" fmla="*/ 364864 w 364864"/>
                  <a:gd name="connsiteY1" fmla="*/ 72957 h 290893"/>
                  <a:gd name="connsiteX2" fmla="*/ 363396 w 364864"/>
                  <a:gd name="connsiteY2" fmla="*/ 290893 h 290893"/>
                  <a:gd name="connsiteX3" fmla="*/ 358533 w 364864"/>
                  <a:gd name="connsiteY3" fmla="*/ 266574 h 290893"/>
                  <a:gd name="connsiteX4" fmla="*/ 0 w 364864"/>
                  <a:gd name="connsiteY4" fmla="*/ 270030 h 290893"/>
                  <a:gd name="connsiteX5" fmla="*/ 0 w 364864"/>
                  <a:gd name="connsiteY5" fmla="*/ 0 h 290893"/>
                  <a:gd name="connsiteX0" fmla="*/ 0 w 368581"/>
                  <a:gd name="connsiteY0" fmla="*/ 0 h 321274"/>
                  <a:gd name="connsiteX1" fmla="*/ 364864 w 368581"/>
                  <a:gd name="connsiteY1" fmla="*/ 72957 h 321274"/>
                  <a:gd name="connsiteX2" fmla="*/ 363396 w 368581"/>
                  <a:gd name="connsiteY2" fmla="*/ 290893 h 321274"/>
                  <a:gd name="connsiteX3" fmla="*/ 368261 w 368581"/>
                  <a:gd name="connsiteY3" fmla="*/ 320076 h 321274"/>
                  <a:gd name="connsiteX4" fmla="*/ 0 w 368581"/>
                  <a:gd name="connsiteY4" fmla="*/ 270030 h 321274"/>
                  <a:gd name="connsiteX5" fmla="*/ 0 w 368581"/>
                  <a:gd name="connsiteY5" fmla="*/ 0 h 321274"/>
                  <a:gd name="connsiteX0" fmla="*/ 0 w 368581"/>
                  <a:gd name="connsiteY0" fmla="*/ 0 h 321274"/>
                  <a:gd name="connsiteX1" fmla="*/ 364864 w 368581"/>
                  <a:gd name="connsiteY1" fmla="*/ 87549 h 321274"/>
                  <a:gd name="connsiteX2" fmla="*/ 363396 w 368581"/>
                  <a:gd name="connsiteY2" fmla="*/ 290893 h 321274"/>
                  <a:gd name="connsiteX3" fmla="*/ 368261 w 368581"/>
                  <a:gd name="connsiteY3" fmla="*/ 320076 h 321274"/>
                  <a:gd name="connsiteX4" fmla="*/ 0 w 368581"/>
                  <a:gd name="connsiteY4" fmla="*/ 270030 h 321274"/>
                  <a:gd name="connsiteX5" fmla="*/ 0 w 368581"/>
                  <a:gd name="connsiteY5" fmla="*/ 0 h 321274"/>
                  <a:gd name="connsiteX0" fmla="*/ 0 w 368581"/>
                  <a:gd name="connsiteY0" fmla="*/ 0 h 364509"/>
                  <a:gd name="connsiteX1" fmla="*/ 364864 w 368581"/>
                  <a:gd name="connsiteY1" fmla="*/ 87549 h 364509"/>
                  <a:gd name="connsiteX2" fmla="*/ 363396 w 368581"/>
                  <a:gd name="connsiteY2" fmla="*/ 290893 h 364509"/>
                  <a:gd name="connsiteX3" fmla="*/ 368261 w 368581"/>
                  <a:gd name="connsiteY3" fmla="*/ 363850 h 364509"/>
                  <a:gd name="connsiteX4" fmla="*/ 0 w 368581"/>
                  <a:gd name="connsiteY4" fmla="*/ 270030 h 364509"/>
                  <a:gd name="connsiteX5" fmla="*/ 0 w 368581"/>
                  <a:gd name="connsiteY5" fmla="*/ 0 h 3645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68581" h="364509">
                    <a:moveTo>
                      <a:pt x="0" y="0"/>
                    </a:moveTo>
                    <a:lnTo>
                      <a:pt x="364864" y="87549"/>
                    </a:lnTo>
                    <a:cubicBezTo>
                      <a:pt x="364375" y="160194"/>
                      <a:pt x="363885" y="218248"/>
                      <a:pt x="363396" y="290893"/>
                    </a:cubicBezTo>
                    <a:cubicBezTo>
                      <a:pt x="361286" y="281635"/>
                      <a:pt x="370371" y="373108"/>
                      <a:pt x="368261" y="363850"/>
                    </a:cubicBezTo>
                    <a:lnTo>
                      <a:pt x="0" y="27003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zh-CN" altLang="en-US"/>
              </a:p>
            </p:txBody>
          </p:sp>
        </p:grpSp>
        <p:grpSp>
          <p:nvGrpSpPr>
            <p:cNvPr id="11" name="组合 14"/>
            <p:cNvGrpSpPr/>
            <p:nvPr/>
          </p:nvGrpSpPr>
          <p:grpSpPr>
            <a:xfrm flipH="1">
              <a:off x="7780882" y="4230669"/>
              <a:ext cx="7820942" cy="364510"/>
              <a:chOff x="4635815" y="4227605"/>
              <a:chExt cx="7820942" cy="364510"/>
            </a:xfrm>
            <a:grpFill/>
          </p:grpSpPr>
          <p:sp>
            <p:nvSpPr>
              <p:cNvPr id="13" name="矩形 15"/>
              <p:cNvSpPr/>
              <p:nvPr/>
            </p:nvSpPr>
            <p:spPr>
              <a:xfrm>
                <a:off x="6786027" y="4320679"/>
                <a:ext cx="5670730" cy="27003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zh-CN" altLang="en-US"/>
              </a:p>
            </p:txBody>
          </p:sp>
          <p:sp>
            <p:nvSpPr>
              <p:cNvPr id="14" name="矩形 16"/>
              <p:cNvSpPr/>
              <p:nvPr/>
            </p:nvSpPr>
            <p:spPr>
              <a:xfrm>
                <a:off x="4635815" y="4227605"/>
                <a:ext cx="1800000" cy="27003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zh-CN" altLang="en-US"/>
              </a:p>
            </p:txBody>
          </p:sp>
          <p:sp>
            <p:nvSpPr>
              <p:cNvPr id="15" name="矩形 4"/>
              <p:cNvSpPr/>
              <p:nvPr/>
            </p:nvSpPr>
            <p:spPr>
              <a:xfrm>
                <a:off x="6426510" y="4227606"/>
                <a:ext cx="368581" cy="364509"/>
              </a:xfrm>
              <a:custGeom>
                <a:avLst/>
                <a:gdLst>
                  <a:gd name="connsiteX0" fmla="*/ 0 w 360000"/>
                  <a:gd name="connsiteY0" fmla="*/ 0 h 270030"/>
                  <a:gd name="connsiteX1" fmla="*/ 360000 w 360000"/>
                  <a:gd name="connsiteY1" fmla="*/ 0 h 270030"/>
                  <a:gd name="connsiteX2" fmla="*/ 360000 w 360000"/>
                  <a:gd name="connsiteY2" fmla="*/ 270030 h 270030"/>
                  <a:gd name="connsiteX3" fmla="*/ 0 w 360000"/>
                  <a:gd name="connsiteY3" fmla="*/ 270030 h 270030"/>
                  <a:gd name="connsiteX4" fmla="*/ 0 w 360000"/>
                  <a:gd name="connsiteY4" fmla="*/ 0 h 270030"/>
                  <a:gd name="connsiteX0" fmla="*/ 0 w 364864"/>
                  <a:gd name="connsiteY0" fmla="*/ 0 h 270030"/>
                  <a:gd name="connsiteX1" fmla="*/ 364864 w 364864"/>
                  <a:gd name="connsiteY1" fmla="*/ 72957 h 270030"/>
                  <a:gd name="connsiteX2" fmla="*/ 360000 w 364864"/>
                  <a:gd name="connsiteY2" fmla="*/ 270030 h 270030"/>
                  <a:gd name="connsiteX3" fmla="*/ 0 w 364864"/>
                  <a:gd name="connsiteY3" fmla="*/ 270030 h 270030"/>
                  <a:gd name="connsiteX4" fmla="*/ 0 w 364864"/>
                  <a:gd name="connsiteY4" fmla="*/ 0 h 270030"/>
                  <a:gd name="connsiteX0" fmla="*/ 0 w 364864"/>
                  <a:gd name="connsiteY0" fmla="*/ 0 h 294349"/>
                  <a:gd name="connsiteX1" fmla="*/ 364864 w 364864"/>
                  <a:gd name="connsiteY1" fmla="*/ 72957 h 294349"/>
                  <a:gd name="connsiteX2" fmla="*/ 364864 w 364864"/>
                  <a:gd name="connsiteY2" fmla="*/ 294349 h 294349"/>
                  <a:gd name="connsiteX3" fmla="*/ 0 w 364864"/>
                  <a:gd name="connsiteY3" fmla="*/ 270030 h 294349"/>
                  <a:gd name="connsiteX4" fmla="*/ 0 w 364864"/>
                  <a:gd name="connsiteY4" fmla="*/ 0 h 294349"/>
                  <a:gd name="connsiteX0" fmla="*/ 0 w 364864"/>
                  <a:gd name="connsiteY0" fmla="*/ 0 h 290893"/>
                  <a:gd name="connsiteX1" fmla="*/ 364864 w 364864"/>
                  <a:gd name="connsiteY1" fmla="*/ 72957 h 290893"/>
                  <a:gd name="connsiteX2" fmla="*/ 363396 w 364864"/>
                  <a:gd name="connsiteY2" fmla="*/ 290893 h 290893"/>
                  <a:gd name="connsiteX3" fmla="*/ 358533 w 364864"/>
                  <a:gd name="connsiteY3" fmla="*/ 266574 h 290893"/>
                  <a:gd name="connsiteX4" fmla="*/ 0 w 364864"/>
                  <a:gd name="connsiteY4" fmla="*/ 270030 h 290893"/>
                  <a:gd name="connsiteX5" fmla="*/ 0 w 364864"/>
                  <a:gd name="connsiteY5" fmla="*/ 0 h 290893"/>
                  <a:gd name="connsiteX0" fmla="*/ 0 w 368581"/>
                  <a:gd name="connsiteY0" fmla="*/ 0 h 321274"/>
                  <a:gd name="connsiteX1" fmla="*/ 364864 w 368581"/>
                  <a:gd name="connsiteY1" fmla="*/ 72957 h 321274"/>
                  <a:gd name="connsiteX2" fmla="*/ 363396 w 368581"/>
                  <a:gd name="connsiteY2" fmla="*/ 290893 h 321274"/>
                  <a:gd name="connsiteX3" fmla="*/ 368261 w 368581"/>
                  <a:gd name="connsiteY3" fmla="*/ 320076 h 321274"/>
                  <a:gd name="connsiteX4" fmla="*/ 0 w 368581"/>
                  <a:gd name="connsiteY4" fmla="*/ 270030 h 321274"/>
                  <a:gd name="connsiteX5" fmla="*/ 0 w 368581"/>
                  <a:gd name="connsiteY5" fmla="*/ 0 h 321274"/>
                  <a:gd name="connsiteX0" fmla="*/ 0 w 368581"/>
                  <a:gd name="connsiteY0" fmla="*/ 0 h 321274"/>
                  <a:gd name="connsiteX1" fmla="*/ 364864 w 368581"/>
                  <a:gd name="connsiteY1" fmla="*/ 87549 h 321274"/>
                  <a:gd name="connsiteX2" fmla="*/ 363396 w 368581"/>
                  <a:gd name="connsiteY2" fmla="*/ 290893 h 321274"/>
                  <a:gd name="connsiteX3" fmla="*/ 368261 w 368581"/>
                  <a:gd name="connsiteY3" fmla="*/ 320076 h 321274"/>
                  <a:gd name="connsiteX4" fmla="*/ 0 w 368581"/>
                  <a:gd name="connsiteY4" fmla="*/ 270030 h 321274"/>
                  <a:gd name="connsiteX5" fmla="*/ 0 w 368581"/>
                  <a:gd name="connsiteY5" fmla="*/ 0 h 321274"/>
                  <a:gd name="connsiteX0" fmla="*/ 0 w 368581"/>
                  <a:gd name="connsiteY0" fmla="*/ 0 h 364509"/>
                  <a:gd name="connsiteX1" fmla="*/ 364864 w 368581"/>
                  <a:gd name="connsiteY1" fmla="*/ 87549 h 364509"/>
                  <a:gd name="connsiteX2" fmla="*/ 363396 w 368581"/>
                  <a:gd name="connsiteY2" fmla="*/ 290893 h 364509"/>
                  <a:gd name="connsiteX3" fmla="*/ 368261 w 368581"/>
                  <a:gd name="connsiteY3" fmla="*/ 363850 h 364509"/>
                  <a:gd name="connsiteX4" fmla="*/ 0 w 368581"/>
                  <a:gd name="connsiteY4" fmla="*/ 270030 h 364509"/>
                  <a:gd name="connsiteX5" fmla="*/ 0 w 368581"/>
                  <a:gd name="connsiteY5" fmla="*/ 0 h 3645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68581" h="364509">
                    <a:moveTo>
                      <a:pt x="0" y="0"/>
                    </a:moveTo>
                    <a:lnTo>
                      <a:pt x="364864" y="87549"/>
                    </a:lnTo>
                    <a:cubicBezTo>
                      <a:pt x="364375" y="160194"/>
                      <a:pt x="363885" y="218248"/>
                      <a:pt x="363396" y="290893"/>
                    </a:cubicBezTo>
                    <a:cubicBezTo>
                      <a:pt x="361286" y="281635"/>
                      <a:pt x="370371" y="373108"/>
                      <a:pt x="368261" y="363850"/>
                    </a:cubicBezTo>
                    <a:lnTo>
                      <a:pt x="0" y="27003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zh-CN" altLang="en-US"/>
              </a:p>
            </p:txBody>
          </p:sp>
        </p:grpSp>
      </p:grpSp>
      <p:sp>
        <p:nvSpPr>
          <p:cNvPr id="19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11640616" y="6425394"/>
            <a:ext cx="269625" cy="276999"/>
          </a:xfrm>
        </p:spPr>
        <p:txBody>
          <a:bodyPr wrap="none">
            <a:spAutoFit/>
          </a:bodyPr>
          <a:lstStyle/>
          <a:p>
            <a:fld id="{0A5DABDC-C7A3-4A62-BB87-5F550D6AD4B8}" type="slidenum">
              <a:rPr lang="en-US" altLang="zh-CN"/>
              <a:pPr/>
              <a:t>3</a:t>
            </a:fld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组合 42">
            <a:extLst>
              <a:ext uri="{FF2B5EF4-FFF2-40B4-BE49-F238E27FC236}">
                <a16:creationId xmlns:a16="http://schemas.microsoft.com/office/drawing/2014/main" id="{E9A92D3C-98D5-DFD6-2957-F9992B739827}"/>
              </a:ext>
            </a:extLst>
          </p:cNvPr>
          <p:cNvGrpSpPr/>
          <p:nvPr/>
        </p:nvGrpSpPr>
        <p:grpSpPr>
          <a:xfrm>
            <a:off x="3659707" y="4053385"/>
            <a:ext cx="2492990" cy="2088743"/>
            <a:chOff x="3958779" y="4053385"/>
            <a:chExt cx="2492990" cy="2088743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493CBBED-C8F8-2DAE-04C0-17A254FC52B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lum bright="18000" contrast="6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52774" y="4053385"/>
              <a:ext cx="1905000" cy="15636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" name="Text Box 3">
              <a:extLst>
                <a:ext uri="{FF2B5EF4-FFF2-40B4-BE49-F238E27FC236}">
                  <a16:creationId xmlns:a16="http://schemas.microsoft.com/office/drawing/2014/main" id="{D5264DE6-05CA-6FB7-DDBF-BEDF0B80A6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58779" y="5742018"/>
              <a:ext cx="249299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lang="zh-CN" altLang="en-US" sz="20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平面体与回转体相贯</a:t>
              </a:r>
            </a:p>
          </p:txBody>
        </p:sp>
      </p:grp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4EA640F8-54B5-CB2B-8102-6895C0803785}"/>
              </a:ext>
            </a:extLst>
          </p:cNvPr>
          <p:cNvGrpSpPr/>
          <p:nvPr/>
        </p:nvGrpSpPr>
        <p:grpSpPr>
          <a:xfrm>
            <a:off x="6560252" y="4069259"/>
            <a:ext cx="2492990" cy="2072869"/>
            <a:chOff x="7067644" y="4069259"/>
            <a:chExt cx="2492990" cy="2072869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4C6B1A35-0991-28BE-F300-F1BBE1501BD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lum bright="18000" contrast="6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99739" y="4069259"/>
              <a:ext cx="1828800" cy="15319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" name="Text Box 5">
              <a:extLst>
                <a:ext uri="{FF2B5EF4-FFF2-40B4-BE49-F238E27FC236}">
                  <a16:creationId xmlns:a16="http://schemas.microsoft.com/office/drawing/2014/main" id="{C14A1D35-2FEF-54D3-1A3A-87BCEAF6D0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67644" y="5742018"/>
              <a:ext cx="249299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lang="zh-CN" altLang="en-US" sz="20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回转体与回转体相贯</a:t>
              </a:r>
            </a:p>
          </p:txBody>
        </p:sp>
      </p:grpSp>
      <p:grpSp>
        <p:nvGrpSpPr>
          <p:cNvPr id="7" name="Group 10">
            <a:extLst>
              <a:ext uri="{FF2B5EF4-FFF2-40B4-BE49-F238E27FC236}">
                <a16:creationId xmlns:a16="http://schemas.microsoft.com/office/drawing/2014/main" id="{4695F54A-0142-B48B-B17A-24C9F155384F}"/>
              </a:ext>
            </a:extLst>
          </p:cNvPr>
          <p:cNvGrpSpPr>
            <a:grpSpLocks/>
          </p:cNvGrpSpPr>
          <p:nvPr/>
        </p:nvGrpSpPr>
        <p:grpSpPr bwMode="auto">
          <a:xfrm>
            <a:off x="8788230" y="1558599"/>
            <a:ext cx="1352550" cy="1368425"/>
            <a:chOff x="542" y="1087"/>
            <a:chExt cx="1304" cy="1244"/>
          </a:xfrm>
        </p:grpSpPr>
        <p:sp>
          <p:nvSpPr>
            <p:cNvPr id="8" name="Freeform 11">
              <a:extLst>
                <a:ext uri="{FF2B5EF4-FFF2-40B4-BE49-F238E27FC236}">
                  <a16:creationId xmlns:a16="http://schemas.microsoft.com/office/drawing/2014/main" id="{F0682375-A7CF-B193-C68E-8C4BAE2F182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6" y="1126"/>
              <a:ext cx="1250" cy="1162"/>
            </a:xfrm>
            <a:custGeom>
              <a:avLst/>
              <a:gdLst>
                <a:gd name="T0" fmla="*/ 0 w 1334"/>
                <a:gd name="T1" fmla="*/ 114 h 1240"/>
                <a:gd name="T2" fmla="*/ 71 w 1334"/>
                <a:gd name="T3" fmla="*/ 73 h 1240"/>
                <a:gd name="T4" fmla="*/ 90 w 1334"/>
                <a:gd name="T5" fmla="*/ 81 h 1240"/>
                <a:gd name="T6" fmla="*/ 105 w 1334"/>
                <a:gd name="T7" fmla="*/ 89 h 1240"/>
                <a:gd name="T8" fmla="*/ 112 w 1334"/>
                <a:gd name="T9" fmla="*/ 98 h 1240"/>
                <a:gd name="T10" fmla="*/ 121 w 1334"/>
                <a:gd name="T11" fmla="*/ 114 h 1240"/>
                <a:gd name="T12" fmla="*/ 148 w 1334"/>
                <a:gd name="T13" fmla="*/ 128 h 1240"/>
                <a:gd name="T14" fmla="*/ 176 w 1334"/>
                <a:gd name="T15" fmla="*/ 134 h 1240"/>
                <a:gd name="T16" fmla="*/ 202 w 1334"/>
                <a:gd name="T17" fmla="*/ 131 h 1240"/>
                <a:gd name="T18" fmla="*/ 208 w 1334"/>
                <a:gd name="T19" fmla="*/ 118 h 1240"/>
                <a:gd name="T20" fmla="*/ 215 w 1334"/>
                <a:gd name="T21" fmla="*/ 96 h 1240"/>
                <a:gd name="T22" fmla="*/ 216 w 1334"/>
                <a:gd name="T23" fmla="*/ 76 h 1240"/>
                <a:gd name="T24" fmla="*/ 219 w 1334"/>
                <a:gd name="T25" fmla="*/ 54 h 1240"/>
                <a:gd name="T26" fmla="*/ 215 w 1334"/>
                <a:gd name="T27" fmla="*/ 31 h 1240"/>
                <a:gd name="T28" fmla="*/ 205 w 1334"/>
                <a:gd name="T29" fmla="*/ 16 h 1240"/>
                <a:gd name="T30" fmla="*/ 192 w 1334"/>
                <a:gd name="T31" fmla="*/ 7 h 1240"/>
                <a:gd name="T32" fmla="*/ 201 w 1334"/>
                <a:gd name="T33" fmla="*/ 0 h 1240"/>
                <a:gd name="T34" fmla="*/ 215 w 1334"/>
                <a:gd name="T35" fmla="*/ 0 h 1240"/>
                <a:gd name="T36" fmla="*/ 229 w 1334"/>
                <a:gd name="T37" fmla="*/ 7 h 1240"/>
                <a:gd name="T38" fmla="*/ 243 w 1334"/>
                <a:gd name="T39" fmla="*/ 7 h 1240"/>
                <a:gd name="T40" fmla="*/ 256 w 1334"/>
                <a:gd name="T41" fmla="*/ 16 h 1240"/>
                <a:gd name="T42" fmla="*/ 269 w 1334"/>
                <a:gd name="T43" fmla="*/ 22 h 1240"/>
                <a:gd name="T44" fmla="*/ 278 w 1334"/>
                <a:gd name="T45" fmla="*/ 31 h 1240"/>
                <a:gd name="T46" fmla="*/ 288 w 1334"/>
                <a:gd name="T47" fmla="*/ 45 h 1240"/>
                <a:gd name="T48" fmla="*/ 297 w 1334"/>
                <a:gd name="T49" fmla="*/ 55 h 1240"/>
                <a:gd name="T50" fmla="*/ 305 w 1334"/>
                <a:gd name="T51" fmla="*/ 71 h 1240"/>
                <a:gd name="T52" fmla="*/ 310 w 1334"/>
                <a:gd name="T53" fmla="*/ 81 h 1240"/>
                <a:gd name="T54" fmla="*/ 317 w 1334"/>
                <a:gd name="T55" fmla="*/ 100 h 1240"/>
                <a:gd name="T56" fmla="*/ 318 w 1334"/>
                <a:gd name="T57" fmla="*/ 119 h 1240"/>
                <a:gd name="T58" fmla="*/ 318 w 1334"/>
                <a:gd name="T59" fmla="*/ 136 h 1240"/>
                <a:gd name="T60" fmla="*/ 315 w 1334"/>
                <a:gd name="T61" fmla="*/ 153 h 1240"/>
                <a:gd name="T62" fmla="*/ 310 w 1334"/>
                <a:gd name="T63" fmla="*/ 166 h 1240"/>
                <a:gd name="T64" fmla="*/ 303 w 1334"/>
                <a:gd name="T65" fmla="*/ 177 h 1240"/>
                <a:gd name="T66" fmla="*/ 219 w 1334"/>
                <a:gd name="T67" fmla="*/ 228 h 1240"/>
                <a:gd name="T68" fmla="*/ 98 w 1334"/>
                <a:gd name="T69" fmla="*/ 297 h 1240"/>
                <a:gd name="T70" fmla="*/ 111 w 1334"/>
                <a:gd name="T71" fmla="*/ 278 h 1240"/>
                <a:gd name="T72" fmla="*/ 121 w 1334"/>
                <a:gd name="T73" fmla="*/ 259 h 1240"/>
                <a:gd name="T74" fmla="*/ 124 w 1334"/>
                <a:gd name="T75" fmla="*/ 230 h 1240"/>
                <a:gd name="T76" fmla="*/ 117 w 1334"/>
                <a:gd name="T77" fmla="*/ 202 h 1240"/>
                <a:gd name="T78" fmla="*/ 105 w 1334"/>
                <a:gd name="T79" fmla="*/ 177 h 1240"/>
                <a:gd name="T80" fmla="*/ 97 w 1334"/>
                <a:gd name="T81" fmla="*/ 163 h 1240"/>
                <a:gd name="T82" fmla="*/ 81 w 1334"/>
                <a:gd name="T83" fmla="*/ 146 h 1240"/>
                <a:gd name="T84" fmla="*/ 64 w 1334"/>
                <a:gd name="T85" fmla="*/ 131 h 1240"/>
                <a:gd name="T86" fmla="*/ 37 w 1334"/>
                <a:gd name="T87" fmla="*/ 118 h 1240"/>
                <a:gd name="T88" fmla="*/ 18 w 1334"/>
                <a:gd name="T89" fmla="*/ 112 h 1240"/>
                <a:gd name="T90" fmla="*/ 0 w 1334"/>
                <a:gd name="T91" fmla="*/ 114 h 1240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w 1334"/>
                <a:gd name="T139" fmla="*/ 0 h 1240"/>
                <a:gd name="T140" fmla="*/ 1334 w 1334"/>
                <a:gd name="T141" fmla="*/ 1240 h 1240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T138" t="T139" r="T140" b="T141"/>
              <a:pathLst>
                <a:path w="1334" h="1240">
                  <a:moveTo>
                    <a:pt x="0" y="478"/>
                  </a:moveTo>
                  <a:lnTo>
                    <a:pt x="300" y="305"/>
                  </a:lnTo>
                  <a:lnTo>
                    <a:pt x="374" y="341"/>
                  </a:lnTo>
                  <a:lnTo>
                    <a:pt x="437" y="371"/>
                  </a:lnTo>
                  <a:lnTo>
                    <a:pt x="466" y="408"/>
                  </a:lnTo>
                  <a:lnTo>
                    <a:pt x="509" y="478"/>
                  </a:lnTo>
                  <a:lnTo>
                    <a:pt x="620" y="536"/>
                  </a:lnTo>
                  <a:lnTo>
                    <a:pt x="741" y="557"/>
                  </a:lnTo>
                  <a:lnTo>
                    <a:pt x="846" y="546"/>
                  </a:lnTo>
                  <a:lnTo>
                    <a:pt x="872" y="489"/>
                  </a:lnTo>
                  <a:lnTo>
                    <a:pt x="898" y="399"/>
                  </a:lnTo>
                  <a:lnTo>
                    <a:pt x="909" y="315"/>
                  </a:lnTo>
                  <a:lnTo>
                    <a:pt x="919" y="226"/>
                  </a:lnTo>
                  <a:lnTo>
                    <a:pt x="893" y="126"/>
                  </a:lnTo>
                  <a:lnTo>
                    <a:pt x="861" y="63"/>
                  </a:lnTo>
                  <a:lnTo>
                    <a:pt x="804" y="16"/>
                  </a:lnTo>
                  <a:lnTo>
                    <a:pt x="840" y="0"/>
                  </a:lnTo>
                  <a:lnTo>
                    <a:pt x="898" y="0"/>
                  </a:lnTo>
                  <a:lnTo>
                    <a:pt x="956" y="11"/>
                  </a:lnTo>
                  <a:lnTo>
                    <a:pt x="1014" y="26"/>
                  </a:lnTo>
                  <a:lnTo>
                    <a:pt x="1071" y="63"/>
                  </a:lnTo>
                  <a:lnTo>
                    <a:pt x="1124" y="95"/>
                  </a:lnTo>
                  <a:lnTo>
                    <a:pt x="1166" y="131"/>
                  </a:lnTo>
                  <a:lnTo>
                    <a:pt x="1208" y="184"/>
                  </a:lnTo>
                  <a:lnTo>
                    <a:pt x="1239" y="231"/>
                  </a:lnTo>
                  <a:lnTo>
                    <a:pt x="1276" y="299"/>
                  </a:lnTo>
                  <a:lnTo>
                    <a:pt x="1297" y="342"/>
                  </a:lnTo>
                  <a:lnTo>
                    <a:pt x="1323" y="420"/>
                  </a:lnTo>
                  <a:lnTo>
                    <a:pt x="1334" y="494"/>
                  </a:lnTo>
                  <a:lnTo>
                    <a:pt x="1334" y="562"/>
                  </a:lnTo>
                  <a:lnTo>
                    <a:pt x="1318" y="636"/>
                  </a:lnTo>
                  <a:lnTo>
                    <a:pt x="1297" y="699"/>
                  </a:lnTo>
                  <a:lnTo>
                    <a:pt x="1266" y="736"/>
                  </a:lnTo>
                  <a:lnTo>
                    <a:pt x="919" y="946"/>
                  </a:lnTo>
                  <a:lnTo>
                    <a:pt x="410" y="1240"/>
                  </a:lnTo>
                  <a:lnTo>
                    <a:pt x="462" y="1161"/>
                  </a:lnTo>
                  <a:lnTo>
                    <a:pt x="509" y="1082"/>
                  </a:lnTo>
                  <a:lnTo>
                    <a:pt x="520" y="962"/>
                  </a:lnTo>
                  <a:lnTo>
                    <a:pt x="488" y="851"/>
                  </a:lnTo>
                  <a:lnTo>
                    <a:pt x="441" y="741"/>
                  </a:lnTo>
                  <a:lnTo>
                    <a:pt x="404" y="678"/>
                  </a:lnTo>
                  <a:lnTo>
                    <a:pt x="341" y="615"/>
                  </a:lnTo>
                  <a:lnTo>
                    <a:pt x="268" y="546"/>
                  </a:lnTo>
                  <a:lnTo>
                    <a:pt x="152" y="489"/>
                  </a:lnTo>
                  <a:lnTo>
                    <a:pt x="74" y="473"/>
                  </a:lnTo>
                  <a:lnTo>
                    <a:pt x="0" y="478"/>
                  </a:lnTo>
                  <a:close/>
                </a:path>
              </a:pathLst>
            </a:custGeom>
            <a:gradFill rotWithShape="0">
              <a:gsLst>
                <a:gs pos="0">
                  <a:srgbClr val="006200"/>
                </a:gs>
                <a:gs pos="50000">
                  <a:srgbClr val="008000"/>
                </a:gs>
                <a:gs pos="100000">
                  <a:srgbClr val="006200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Oval 12">
              <a:extLst>
                <a:ext uri="{FF2B5EF4-FFF2-40B4-BE49-F238E27FC236}">
                  <a16:creationId xmlns:a16="http://schemas.microsoft.com/office/drawing/2014/main" id="{C4C8ACA6-416C-0BEA-4A4A-DC9BB4A68BA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1801384">
              <a:off x="542" y="1523"/>
              <a:ext cx="511" cy="808"/>
            </a:xfrm>
            <a:prstGeom prst="ellipse">
              <a:avLst/>
            </a:prstGeom>
            <a:solidFill>
              <a:srgbClr val="3399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Freeform 13">
              <a:extLst>
                <a:ext uri="{FF2B5EF4-FFF2-40B4-BE49-F238E27FC236}">
                  <a16:creationId xmlns:a16="http://schemas.microsoft.com/office/drawing/2014/main" id="{6306A29A-9879-CD12-4BC1-6F6668A99446}"/>
                </a:ext>
              </a:extLst>
            </p:cNvPr>
            <p:cNvSpPr>
              <a:spLocks/>
            </p:cNvSpPr>
            <p:nvPr/>
          </p:nvSpPr>
          <p:spPr bwMode="auto">
            <a:xfrm>
              <a:off x="881" y="1244"/>
              <a:ext cx="581" cy="439"/>
            </a:xfrm>
            <a:custGeom>
              <a:avLst/>
              <a:gdLst>
                <a:gd name="T0" fmla="*/ 0 w 1416"/>
                <a:gd name="T1" fmla="*/ 0 h 1068"/>
                <a:gd name="T2" fmla="*/ 0 w 1416"/>
                <a:gd name="T3" fmla="*/ 0 h 1068"/>
                <a:gd name="T4" fmla="*/ 0 w 1416"/>
                <a:gd name="T5" fmla="*/ 0 h 1068"/>
                <a:gd name="T6" fmla="*/ 0 w 1416"/>
                <a:gd name="T7" fmla="*/ 0 h 1068"/>
                <a:gd name="T8" fmla="*/ 0 w 1416"/>
                <a:gd name="T9" fmla="*/ 0 h 1068"/>
                <a:gd name="T10" fmla="*/ 0 w 1416"/>
                <a:gd name="T11" fmla="*/ 0 h 1068"/>
                <a:gd name="T12" fmla="*/ 0 w 1416"/>
                <a:gd name="T13" fmla="*/ 0 h 1068"/>
                <a:gd name="T14" fmla="*/ 0 w 1416"/>
                <a:gd name="T15" fmla="*/ 0 h 1068"/>
                <a:gd name="T16" fmla="*/ 0 w 1416"/>
                <a:gd name="T17" fmla="*/ 0 h 1068"/>
                <a:gd name="T18" fmla="*/ 0 w 1416"/>
                <a:gd name="T19" fmla="*/ 0 h 1068"/>
                <a:gd name="T20" fmla="*/ 0 w 1416"/>
                <a:gd name="T21" fmla="*/ 0 h 1068"/>
                <a:gd name="T22" fmla="*/ 0 w 1416"/>
                <a:gd name="T23" fmla="*/ 0 h 1068"/>
                <a:gd name="T24" fmla="*/ 0 w 1416"/>
                <a:gd name="T25" fmla="*/ 0 h 1068"/>
                <a:gd name="T26" fmla="*/ 0 w 1416"/>
                <a:gd name="T27" fmla="*/ 0 h 1068"/>
                <a:gd name="T28" fmla="*/ 0 w 1416"/>
                <a:gd name="T29" fmla="*/ 0 h 1068"/>
                <a:gd name="T30" fmla="*/ 0 w 1416"/>
                <a:gd name="T31" fmla="*/ 0 h 1068"/>
                <a:gd name="T32" fmla="*/ 0 w 1416"/>
                <a:gd name="T33" fmla="*/ 0 h 1068"/>
                <a:gd name="T34" fmla="*/ 0 w 1416"/>
                <a:gd name="T35" fmla="*/ 0 h 1068"/>
                <a:gd name="T36" fmla="*/ 0 w 1416"/>
                <a:gd name="T37" fmla="*/ 0 h 1068"/>
                <a:gd name="T38" fmla="*/ 0 w 1416"/>
                <a:gd name="T39" fmla="*/ 0 h 1068"/>
                <a:gd name="T40" fmla="*/ 0 w 1416"/>
                <a:gd name="T41" fmla="*/ 0 h 1068"/>
                <a:gd name="T42" fmla="*/ 0 w 1416"/>
                <a:gd name="T43" fmla="*/ 0 h 1068"/>
                <a:gd name="T44" fmla="*/ 0 w 1416"/>
                <a:gd name="T45" fmla="*/ 0 h 1068"/>
                <a:gd name="T46" fmla="*/ 0 w 1416"/>
                <a:gd name="T47" fmla="*/ 0 h 1068"/>
                <a:gd name="T48" fmla="*/ 0 w 1416"/>
                <a:gd name="T49" fmla="*/ 0 h 1068"/>
                <a:gd name="T50" fmla="*/ 0 w 1416"/>
                <a:gd name="T51" fmla="*/ 0 h 1068"/>
                <a:gd name="T52" fmla="*/ 0 w 1416"/>
                <a:gd name="T53" fmla="*/ 0 h 1068"/>
                <a:gd name="T54" fmla="*/ 0 w 1416"/>
                <a:gd name="T55" fmla="*/ 0 h 1068"/>
                <a:gd name="T56" fmla="*/ 0 w 1416"/>
                <a:gd name="T57" fmla="*/ 0 h 1068"/>
                <a:gd name="T58" fmla="*/ 0 w 1416"/>
                <a:gd name="T59" fmla="*/ 0 h 1068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w 1416"/>
                <a:gd name="T91" fmla="*/ 0 h 1068"/>
                <a:gd name="T92" fmla="*/ 1416 w 1416"/>
                <a:gd name="T93" fmla="*/ 1068 h 1068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T90" t="T91" r="T92" b="T93"/>
              <a:pathLst>
                <a:path w="1416" h="1068">
                  <a:moveTo>
                    <a:pt x="0" y="36"/>
                  </a:moveTo>
                  <a:lnTo>
                    <a:pt x="0" y="408"/>
                  </a:lnTo>
                  <a:lnTo>
                    <a:pt x="168" y="552"/>
                  </a:lnTo>
                  <a:lnTo>
                    <a:pt x="300" y="684"/>
                  </a:lnTo>
                  <a:lnTo>
                    <a:pt x="420" y="792"/>
                  </a:lnTo>
                  <a:lnTo>
                    <a:pt x="552" y="900"/>
                  </a:lnTo>
                  <a:lnTo>
                    <a:pt x="672" y="984"/>
                  </a:lnTo>
                  <a:lnTo>
                    <a:pt x="804" y="1044"/>
                  </a:lnTo>
                  <a:lnTo>
                    <a:pt x="924" y="1068"/>
                  </a:lnTo>
                  <a:lnTo>
                    <a:pt x="1044" y="1056"/>
                  </a:lnTo>
                  <a:lnTo>
                    <a:pt x="1128" y="1032"/>
                  </a:lnTo>
                  <a:lnTo>
                    <a:pt x="1248" y="972"/>
                  </a:lnTo>
                  <a:lnTo>
                    <a:pt x="1332" y="852"/>
                  </a:lnTo>
                  <a:lnTo>
                    <a:pt x="1380" y="744"/>
                  </a:lnTo>
                  <a:lnTo>
                    <a:pt x="1404" y="576"/>
                  </a:lnTo>
                  <a:lnTo>
                    <a:pt x="1416" y="492"/>
                  </a:lnTo>
                  <a:lnTo>
                    <a:pt x="1416" y="0"/>
                  </a:lnTo>
                  <a:lnTo>
                    <a:pt x="1332" y="168"/>
                  </a:lnTo>
                  <a:lnTo>
                    <a:pt x="1272" y="276"/>
                  </a:lnTo>
                  <a:lnTo>
                    <a:pt x="1164" y="348"/>
                  </a:lnTo>
                  <a:lnTo>
                    <a:pt x="1032" y="396"/>
                  </a:lnTo>
                  <a:lnTo>
                    <a:pt x="936" y="408"/>
                  </a:lnTo>
                  <a:lnTo>
                    <a:pt x="768" y="444"/>
                  </a:lnTo>
                  <a:lnTo>
                    <a:pt x="660" y="456"/>
                  </a:lnTo>
                  <a:lnTo>
                    <a:pt x="468" y="432"/>
                  </a:lnTo>
                  <a:lnTo>
                    <a:pt x="372" y="372"/>
                  </a:lnTo>
                  <a:lnTo>
                    <a:pt x="240" y="336"/>
                  </a:lnTo>
                  <a:lnTo>
                    <a:pt x="132" y="240"/>
                  </a:lnTo>
                  <a:lnTo>
                    <a:pt x="72" y="180"/>
                  </a:lnTo>
                  <a:lnTo>
                    <a:pt x="0" y="36"/>
                  </a:lnTo>
                  <a:close/>
                </a:path>
              </a:pathLst>
            </a:custGeom>
            <a:gradFill rotWithShape="0">
              <a:gsLst>
                <a:gs pos="0">
                  <a:srgbClr val="9B3E00"/>
                </a:gs>
                <a:gs pos="50000">
                  <a:srgbClr val="FF6600"/>
                </a:gs>
                <a:gs pos="100000">
                  <a:srgbClr val="9B3E0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Oval 14">
              <a:extLst>
                <a:ext uri="{FF2B5EF4-FFF2-40B4-BE49-F238E27FC236}">
                  <a16:creationId xmlns:a16="http://schemas.microsoft.com/office/drawing/2014/main" id="{1F5CABF5-AF33-6AC1-7EE0-92FB4197D9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7" y="1087"/>
              <a:ext cx="570" cy="363"/>
            </a:xfrm>
            <a:prstGeom prst="ellipse">
              <a:avLst/>
            </a:prstGeom>
            <a:solidFill>
              <a:srgbClr val="FF66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Freeform 15">
              <a:extLst>
                <a:ext uri="{FF2B5EF4-FFF2-40B4-BE49-F238E27FC236}">
                  <a16:creationId xmlns:a16="http://schemas.microsoft.com/office/drawing/2014/main" id="{3C2F4F03-E275-A532-0B47-A7F82175EA0C}"/>
                </a:ext>
              </a:extLst>
            </p:cNvPr>
            <p:cNvSpPr>
              <a:spLocks/>
            </p:cNvSpPr>
            <p:nvPr/>
          </p:nvSpPr>
          <p:spPr bwMode="auto">
            <a:xfrm>
              <a:off x="990" y="2008"/>
              <a:ext cx="478" cy="319"/>
            </a:xfrm>
            <a:custGeom>
              <a:avLst/>
              <a:gdLst>
                <a:gd name="T0" fmla="*/ 0 w 1164"/>
                <a:gd name="T1" fmla="*/ 0 h 780"/>
                <a:gd name="T2" fmla="*/ 0 w 1164"/>
                <a:gd name="T3" fmla="*/ 0 h 780"/>
                <a:gd name="T4" fmla="*/ 0 w 1164"/>
                <a:gd name="T5" fmla="*/ 0 h 780"/>
                <a:gd name="T6" fmla="*/ 0 w 1164"/>
                <a:gd name="T7" fmla="*/ 0 h 780"/>
                <a:gd name="T8" fmla="*/ 0 w 1164"/>
                <a:gd name="T9" fmla="*/ 0 h 780"/>
                <a:gd name="T10" fmla="*/ 0 w 1164"/>
                <a:gd name="T11" fmla="*/ 0 h 780"/>
                <a:gd name="T12" fmla="*/ 0 w 1164"/>
                <a:gd name="T13" fmla="*/ 0 h 780"/>
                <a:gd name="T14" fmla="*/ 0 w 1164"/>
                <a:gd name="T15" fmla="*/ 0 h 780"/>
                <a:gd name="T16" fmla="*/ 0 w 1164"/>
                <a:gd name="T17" fmla="*/ 0 h 780"/>
                <a:gd name="T18" fmla="*/ 0 w 1164"/>
                <a:gd name="T19" fmla="*/ 0 h 780"/>
                <a:gd name="T20" fmla="*/ 0 w 1164"/>
                <a:gd name="T21" fmla="*/ 0 h 780"/>
                <a:gd name="T22" fmla="*/ 0 w 1164"/>
                <a:gd name="T23" fmla="*/ 0 h 780"/>
                <a:gd name="T24" fmla="*/ 0 w 1164"/>
                <a:gd name="T25" fmla="*/ 0 h 780"/>
                <a:gd name="T26" fmla="*/ 0 w 1164"/>
                <a:gd name="T27" fmla="*/ 0 h 780"/>
                <a:gd name="T28" fmla="*/ 0 w 1164"/>
                <a:gd name="T29" fmla="*/ 0 h 780"/>
                <a:gd name="T30" fmla="*/ 0 w 1164"/>
                <a:gd name="T31" fmla="*/ 0 h 780"/>
                <a:gd name="T32" fmla="*/ 0 w 1164"/>
                <a:gd name="T33" fmla="*/ 0 h 780"/>
                <a:gd name="T34" fmla="*/ 0 w 1164"/>
                <a:gd name="T35" fmla="*/ 0 h 780"/>
                <a:gd name="T36" fmla="*/ 0 w 1164"/>
                <a:gd name="T37" fmla="*/ 0 h 780"/>
                <a:gd name="T38" fmla="*/ 0 w 1164"/>
                <a:gd name="T39" fmla="*/ 0 h 780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1164"/>
                <a:gd name="T61" fmla="*/ 0 h 780"/>
                <a:gd name="T62" fmla="*/ 1164 w 1164"/>
                <a:gd name="T63" fmla="*/ 780 h 780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1164" h="780">
                  <a:moveTo>
                    <a:pt x="0" y="660"/>
                  </a:moveTo>
                  <a:lnTo>
                    <a:pt x="660" y="264"/>
                  </a:lnTo>
                  <a:lnTo>
                    <a:pt x="732" y="204"/>
                  </a:lnTo>
                  <a:lnTo>
                    <a:pt x="804" y="132"/>
                  </a:lnTo>
                  <a:lnTo>
                    <a:pt x="888" y="60"/>
                  </a:lnTo>
                  <a:lnTo>
                    <a:pt x="984" y="12"/>
                  </a:lnTo>
                  <a:lnTo>
                    <a:pt x="1080" y="0"/>
                  </a:lnTo>
                  <a:lnTo>
                    <a:pt x="1164" y="0"/>
                  </a:lnTo>
                  <a:lnTo>
                    <a:pt x="1164" y="336"/>
                  </a:lnTo>
                  <a:lnTo>
                    <a:pt x="1116" y="456"/>
                  </a:lnTo>
                  <a:lnTo>
                    <a:pt x="1056" y="552"/>
                  </a:lnTo>
                  <a:lnTo>
                    <a:pt x="936" y="648"/>
                  </a:lnTo>
                  <a:lnTo>
                    <a:pt x="816" y="720"/>
                  </a:lnTo>
                  <a:lnTo>
                    <a:pt x="708" y="756"/>
                  </a:lnTo>
                  <a:lnTo>
                    <a:pt x="600" y="780"/>
                  </a:lnTo>
                  <a:lnTo>
                    <a:pt x="468" y="780"/>
                  </a:lnTo>
                  <a:lnTo>
                    <a:pt x="312" y="768"/>
                  </a:lnTo>
                  <a:lnTo>
                    <a:pt x="228" y="756"/>
                  </a:lnTo>
                  <a:lnTo>
                    <a:pt x="144" y="708"/>
                  </a:lnTo>
                  <a:lnTo>
                    <a:pt x="0" y="660"/>
                  </a:lnTo>
                  <a:close/>
                </a:path>
              </a:pathLst>
            </a:custGeom>
            <a:gradFill rotWithShape="0">
              <a:gsLst>
                <a:gs pos="0">
                  <a:srgbClr val="AF4600"/>
                </a:gs>
                <a:gs pos="50000">
                  <a:srgbClr val="FF6600"/>
                </a:gs>
                <a:gs pos="100000">
                  <a:srgbClr val="AF460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3" name="Group 16">
            <a:extLst>
              <a:ext uri="{FF2B5EF4-FFF2-40B4-BE49-F238E27FC236}">
                <a16:creationId xmlns:a16="http://schemas.microsoft.com/office/drawing/2014/main" id="{2AD0E58D-3764-AB54-FE7C-D3B3E06CF51E}"/>
              </a:ext>
            </a:extLst>
          </p:cNvPr>
          <p:cNvGrpSpPr>
            <a:grpSpLocks/>
          </p:cNvGrpSpPr>
          <p:nvPr/>
        </p:nvGrpSpPr>
        <p:grpSpPr bwMode="auto">
          <a:xfrm>
            <a:off x="6795918" y="1215699"/>
            <a:ext cx="1349375" cy="1525588"/>
            <a:chOff x="3235" y="836"/>
            <a:chExt cx="1311" cy="1317"/>
          </a:xfrm>
        </p:grpSpPr>
        <p:sp>
          <p:nvSpPr>
            <p:cNvPr id="14" name="Freeform 17">
              <a:extLst>
                <a:ext uri="{FF2B5EF4-FFF2-40B4-BE49-F238E27FC236}">
                  <a16:creationId xmlns:a16="http://schemas.microsoft.com/office/drawing/2014/main" id="{A11359F1-A79D-492F-4123-54B00EE924FA}"/>
                </a:ext>
              </a:extLst>
            </p:cNvPr>
            <p:cNvSpPr>
              <a:spLocks/>
            </p:cNvSpPr>
            <p:nvPr/>
          </p:nvSpPr>
          <p:spPr bwMode="auto">
            <a:xfrm>
              <a:off x="3294" y="966"/>
              <a:ext cx="1252" cy="1138"/>
            </a:xfrm>
            <a:custGeom>
              <a:avLst/>
              <a:gdLst>
                <a:gd name="T0" fmla="*/ 0 w 2880"/>
                <a:gd name="T1" fmla="*/ 0 h 2616"/>
                <a:gd name="T2" fmla="*/ 0 w 2880"/>
                <a:gd name="T3" fmla="*/ 0 h 2616"/>
                <a:gd name="T4" fmla="*/ 0 w 2880"/>
                <a:gd name="T5" fmla="*/ 0 h 2616"/>
                <a:gd name="T6" fmla="*/ 0 w 2880"/>
                <a:gd name="T7" fmla="*/ 0 h 2616"/>
                <a:gd name="T8" fmla="*/ 0 w 2880"/>
                <a:gd name="T9" fmla="*/ 0 h 2616"/>
                <a:gd name="T10" fmla="*/ 0 w 2880"/>
                <a:gd name="T11" fmla="*/ 0 h 2616"/>
                <a:gd name="T12" fmla="*/ 0 w 2880"/>
                <a:gd name="T13" fmla="*/ 0 h 2616"/>
                <a:gd name="T14" fmla="*/ 0 w 2880"/>
                <a:gd name="T15" fmla="*/ 0 h 2616"/>
                <a:gd name="T16" fmla="*/ 0 w 2880"/>
                <a:gd name="T17" fmla="*/ 0 h 2616"/>
                <a:gd name="T18" fmla="*/ 0 w 2880"/>
                <a:gd name="T19" fmla="*/ 0 h 2616"/>
                <a:gd name="T20" fmla="*/ 0 w 2880"/>
                <a:gd name="T21" fmla="*/ 0 h 2616"/>
                <a:gd name="T22" fmla="*/ 0 w 2880"/>
                <a:gd name="T23" fmla="*/ 0 h 2616"/>
                <a:gd name="T24" fmla="*/ 0 w 2880"/>
                <a:gd name="T25" fmla="*/ 0 h 2616"/>
                <a:gd name="T26" fmla="*/ 0 w 2880"/>
                <a:gd name="T27" fmla="*/ 0 h 2616"/>
                <a:gd name="T28" fmla="*/ 0 w 2880"/>
                <a:gd name="T29" fmla="*/ 0 h 2616"/>
                <a:gd name="T30" fmla="*/ 0 w 2880"/>
                <a:gd name="T31" fmla="*/ 0 h 2616"/>
                <a:gd name="T32" fmla="*/ 0 w 2880"/>
                <a:gd name="T33" fmla="*/ 0 h 2616"/>
                <a:gd name="T34" fmla="*/ 0 w 2880"/>
                <a:gd name="T35" fmla="*/ 0 h 2616"/>
                <a:gd name="T36" fmla="*/ 0 w 2880"/>
                <a:gd name="T37" fmla="*/ 0 h 2616"/>
                <a:gd name="T38" fmla="*/ 0 w 2880"/>
                <a:gd name="T39" fmla="*/ 0 h 2616"/>
                <a:gd name="T40" fmla="*/ 0 w 2880"/>
                <a:gd name="T41" fmla="*/ 0 h 2616"/>
                <a:gd name="T42" fmla="*/ 0 w 2880"/>
                <a:gd name="T43" fmla="*/ 0 h 2616"/>
                <a:gd name="T44" fmla="*/ 0 w 2880"/>
                <a:gd name="T45" fmla="*/ 0 h 2616"/>
                <a:gd name="T46" fmla="*/ 0 w 2880"/>
                <a:gd name="T47" fmla="*/ 0 h 2616"/>
                <a:gd name="T48" fmla="*/ 0 w 2880"/>
                <a:gd name="T49" fmla="*/ 0 h 2616"/>
                <a:gd name="T50" fmla="*/ 0 w 2880"/>
                <a:gd name="T51" fmla="*/ 0 h 2616"/>
                <a:gd name="T52" fmla="*/ 0 w 2880"/>
                <a:gd name="T53" fmla="*/ 0 h 2616"/>
                <a:gd name="T54" fmla="*/ 0 w 2880"/>
                <a:gd name="T55" fmla="*/ 0 h 2616"/>
                <a:gd name="T56" fmla="*/ 0 w 2880"/>
                <a:gd name="T57" fmla="*/ 0 h 2616"/>
                <a:gd name="T58" fmla="*/ 0 w 2880"/>
                <a:gd name="T59" fmla="*/ 0 h 2616"/>
                <a:gd name="T60" fmla="*/ 0 w 2880"/>
                <a:gd name="T61" fmla="*/ 0 h 2616"/>
                <a:gd name="T62" fmla="*/ 0 w 2880"/>
                <a:gd name="T63" fmla="*/ 0 h 2616"/>
                <a:gd name="T64" fmla="*/ 0 w 2880"/>
                <a:gd name="T65" fmla="*/ 0 h 2616"/>
                <a:gd name="T66" fmla="*/ 0 w 2880"/>
                <a:gd name="T67" fmla="*/ 0 h 2616"/>
                <a:gd name="T68" fmla="*/ 0 w 2880"/>
                <a:gd name="T69" fmla="*/ 0 h 2616"/>
                <a:gd name="T70" fmla="*/ 0 w 2880"/>
                <a:gd name="T71" fmla="*/ 0 h 2616"/>
                <a:gd name="T72" fmla="*/ 0 w 2880"/>
                <a:gd name="T73" fmla="*/ 0 h 2616"/>
                <a:gd name="T74" fmla="*/ 0 w 2880"/>
                <a:gd name="T75" fmla="*/ 0 h 2616"/>
                <a:gd name="T76" fmla="*/ 0 w 2880"/>
                <a:gd name="T77" fmla="*/ 0 h 2616"/>
                <a:gd name="T78" fmla="*/ 0 w 2880"/>
                <a:gd name="T79" fmla="*/ 0 h 2616"/>
                <a:gd name="T80" fmla="*/ 0 w 2880"/>
                <a:gd name="T81" fmla="*/ 0 h 2616"/>
                <a:gd name="T82" fmla="*/ 0 w 2880"/>
                <a:gd name="T83" fmla="*/ 0 h 261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2880"/>
                <a:gd name="T127" fmla="*/ 0 h 2616"/>
                <a:gd name="T128" fmla="*/ 2880 w 2880"/>
                <a:gd name="T129" fmla="*/ 2616 h 2616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2880" h="2616">
                  <a:moveTo>
                    <a:pt x="0" y="1032"/>
                  </a:moveTo>
                  <a:lnTo>
                    <a:pt x="552" y="708"/>
                  </a:lnTo>
                  <a:lnTo>
                    <a:pt x="624" y="672"/>
                  </a:lnTo>
                  <a:lnTo>
                    <a:pt x="684" y="708"/>
                  </a:lnTo>
                  <a:lnTo>
                    <a:pt x="804" y="756"/>
                  </a:lnTo>
                  <a:lnTo>
                    <a:pt x="876" y="792"/>
                  </a:lnTo>
                  <a:lnTo>
                    <a:pt x="924" y="852"/>
                  </a:lnTo>
                  <a:lnTo>
                    <a:pt x="984" y="900"/>
                  </a:lnTo>
                  <a:lnTo>
                    <a:pt x="1068" y="960"/>
                  </a:lnTo>
                  <a:lnTo>
                    <a:pt x="1128" y="996"/>
                  </a:lnTo>
                  <a:lnTo>
                    <a:pt x="1176" y="1116"/>
                  </a:lnTo>
                  <a:lnTo>
                    <a:pt x="2196" y="528"/>
                  </a:lnTo>
                  <a:lnTo>
                    <a:pt x="2196" y="84"/>
                  </a:lnTo>
                  <a:lnTo>
                    <a:pt x="2112" y="0"/>
                  </a:lnTo>
                  <a:lnTo>
                    <a:pt x="2232" y="48"/>
                  </a:lnTo>
                  <a:lnTo>
                    <a:pt x="2364" y="132"/>
                  </a:lnTo>
                  <a:lnTo>
                    <a:pt x="2484" y="228"/>
                  </a:lnTo>
                  <a:lnTo>
                    <a:pt x="2568" y="312"/>
                  </a:lnTo>
                  <a:lnTo>
                    <a:pt x="2652" y="420"/>
                  </a:lnTo>
                  <a:lnTo>
                    <a:pt x="2736" y="540"/>
                  </a:lnTo>
                  <a:lnTo>
                    <a:pt x="2796" y="696"/>
                  </a:lnTo>
                  <a:lnTo>
                    <a:pt x="2844" y="852"/>
                  </a:lnTo>
                  <a:lnTo>
                    <a:pt x="2880" y="1044"/>
                  </a:lnTo>
                  <a:lnTo>
                    <a:pt x="2868" y="1236"/>
                  </a:lnTo>
                  <a:lnTo>
                    <a:pt x="2808" y="1428"/>
                  </a:lnTo>
                  <a:lnTo>
                    <a:pt x="2724" y="1536"/>
                  </a:lnTo>
                  <a:lnTo>
                    <a:pt x="2604" y="1620"/>
                  </a:lnTo>
                  <a:lnTo>
                    <a:pt x="900" y="2616"/>
                  </a:lnTo>
                  <a:lnTo>
                    <a:pt x="888" y="2436"/>
                  </a:lnTo>
                  <a:lnTo>
                    <a:pt x="1092" y="2292"/>
                  </a:lnTo>
                  <a:lnTo>
                    <a:pt x="1116" y="2148"/>
                  </a:lnTo>
                  <a:lnTo>
                    <a:pt x="1092" y="1980"/>
                  </a:lnTo>
                  <a:lnTo>
                    <a:pt x="1032" y="1812"/>
                  </a:lnTo>
                  <a:lnTo>
                    <a:pt x="960" y="1644"/>
                  </a:lnTo>
                  <a:lnTo>
                    <a:pt x="876" y="1464"/>
                  </a:lnTo>
                  <a:lnTo>
                    <a:pt x="792" y="1356"/>
                  </a:lnTo>
                  <a:lnTo>
                    <a:pt x="684" y="1260"/>
                  </a:lnTo>
                  <a:lnTo>
                    <a:pt x="528" y="1152"/>
                  </a:lnTo>
                  <a:lnTo>
                    <a:pt x="360" y="1044"/>
                  </a:lnTo>
                  <a:lnTo>
                    <a:pt x="240" y="996"/>
                  </a:lnTo>
                  <a:lnTo>
                    <a:pt x="120" y="1008"/>
                  </a:lnTo>
                  <a:lnTo>
                    <a:pt x="0" y="1032"/>
                  </a:lnTo>
                  <a:close/>
                </a:path>
              </a:pathLst>
            </a:custGeom>
            <a:gradFill rotWithShape="0">
              <a:gsLst>
                <a:gs pos="0">
                  <a:srgbClr val="7E542A"/>
                </a:gs>
                <a:gs pos="50000">
                  <a:srgbClr val="996633"/>
                </a:gs>
                <a:gs pos="100000">
                  <a:srgbClr val="7E542A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Oval 18">
              <a:extLst>
                <a:ext uri="{FF2B5EF4-FFF2-40B4-BE49-F238E27FC236}">
                  <a16:creationId xmlns:a16="http://schemas.microsoft.com/office/drawing/2014/main" id="{CD77C9B1-579C-C3DF-B734-A9AC2EEE18D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1823920">
              <a:off x="3235" y="1365"/>
              <a:ext cx="503" cy="788"/>
            </a:xfrm>
            <a:prstGeom prst="ellipse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Freeform 19">
              <a:extLst>
                <a:ext uri="{FF2B5EF4-FFF2-40B4-BE49-F238E27FC236}">
                  <a16:creationId xmlns:a16="http://schemas.microsoft.com/office/drawing/2014/main" id="{C14C0CD1-58F8-990C-DB7F-F9215EE2AB91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4" y="1087"/>
              <a:ext cx="276" cy="370"/>
            </a:xfrm>
            <a:custGeom>
              <a:avLst/>
              <a:gdLst>
                <a:gd name="T0" fmla="*/ 0 w 636"/>
                <a:gd name="T1" fmla="*/ 0 h 852"/>
                <a:gd name="T2" fmla="*/ 0 w 636"/>
                <a:gd name="T3" fmla="*/ 0 h 852"/>
                <a:gd name="T4" fmla="*/ 0 w 636"/>
                <a:gd name="T5" fmla="*/ 0 h 852"/>
                <a:gd name="T6" fmla="*/ 0 w 636"/>
                <a:gd name="T7" fmla="*/ 0 h 852"/>
                <a:gd name="T8" fmla="*/ 0 w 636"/>
                <a:gd name="T9" fmla="*/ 0 h 852"/>
                <a:gd name="T10" fmla="*/ 0 w 636"/>
                <a:gd name="T11" fmla="*/ 0 h 852"/>
                <a:gd name="T12" fmla="*/ 0 w 636"/>
                <a:gd name="T13" fmla="*/ 0 h 852"/>
                <a:gd name="T14" fmla="*/ 0 w 636"/>
                <a:gd name="T15" fmla="*/ 0 h 852"/>
                <a:gd name="T16" fmla="*/ 0 w 636"/>
                <a:gd name="T17" fmla="*/ 0 h 852"/>
                <a:gd name="T18" fmla="*/ 0 w 636"/>
                <a:gd name="T19" fmla="*/ 0 h 852"/>
                <a:gd name="T20" fmla="*/ 0 w 636"/>
                <a:gd name="T21" fmla="*/ 0 h 85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636"/>
                <a:gd name="T34" fmla="*/ 0 h 852"/>
                <a:gd name="T35" fmla="*/ 636 w 636"/>
                <a:gd name="T36" fmla="*/ 852 h 852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636" h="852">
                  <a:moveTo>
                    <a:pt x="0" y="0"/>
                  </a:moveTo>
                  <a:lnTo>
                    <a:pt x="636" y="372"/>
                  </a:lnTo>
                  <a:lnTo>
                    <a:pt x="636" y="852"/>
                  </a:lnTo>
                  <a:lnTo>
                    <a:pt x="528" y="732"/>
                  </a:lnTo>
                  <a:lnTo>
                    <a:pt x="444" y="660"/>
                  </a:lnTo>
                  <a:lnTo>
                    <a:pt x="360" y="600"/>
                  </a:lnTo>
                  <a:lnTo>
                    <a:pt x="276" y="540"/>
                  </a:lnTo>
                  <a:lnTo>
                    <a:pt x="180" y="504"/>
                  </a:lnTo>
                  <a:lnTo>
                    <a:pt x="84" y="480"/>
                  </a:lnTo>
                  <a:lnTo>
                    <a:pt x="0" y="48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18472F"/>
                </a:gs>
                <a:gs pos="100000">
                  <a:srgbClr val="339966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Freeform 20">
              <a:extLst>
                <a:ext uri="{FF2B5EF4-FFF2-40B4-BE49-F238E27FC236}">
                  <a16:creationId xmlns:a16="http://schemas.microsoft.com/office/drawing/2014/main" id="{19288BBC-38C8-8775-A5B7-0877E6986224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5" y="977"/>
              <a:ext cx="455" cy="485"/>
            </a:xfrm>
            <a:custGeom>
              <a:avLst/>
              <a:gdLst>
                <a:gd name="T0" fmla="*/ 0 w 455"/>
                <a:gd name="T1" fmla="*/ 245 h 485"/>
                <a:gd name="T2" fmla="*/ 10 w 455"/>
                <a:gd name="T3" fmla="*/ 297 h 485"/>
                <a:gd name="T4" fmla="*/ 10 w 455"/>
                <a:gd name="T5" fmla="*/ 485 h 485"/>
                <a:gd name="T6" fmla="*/ 454 w 455"/>
                <a:gd name="T7" fmla="*/ 235 h 485"/>
                <a:gd name="T8" fmla="*/ 455 w 455"/>
                <a:gd name="T9" fmla="*/ 0 h 485"/>
                <a:gd name="T10" fmla="*/ 0 w 455"/>
                <a:gd name="T11" fmla="*/ 245 h 48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455"/>
                <a:gd name="T19" fmla="*/ 0 h 485"/>
                <a:gd name="T20" fmla="*/ 455 w 455"/>
                <a:gd name="T21" fmla="*/ 485 h 48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455" h="485">
                  <a:moveTo>
                    <a:pt x="0" y="245"/>
                  </a:moveTo>
                  <a:cubicBezTo>
                    <a:pt x="0" y="255"/>
                    <a:pt x="10" y="287"/>
                    <a:pt x="10" y="297"/>
                  </a:cubicBezTo>
                  <a:lnTo>
                    <a:pt x="10" y="485"/>
                  </a:lnTo>
                  <a:lnTo>
                    <a:pt x="454" y="235"/>
                  </a:lnTo>
                  <a:lnTo>
                    <a:pt x="455" y="0"/>
                  </a:lnTo>
                  <a:lnTo>
                    <a:pt x="0" y="245"/>
                  </a:lnTo>
                  <a:close/>
                </a:path>
              </a:pathLst>
            </a:custGeom>
            <a:solidFill>
              <a:srgbClr val="3399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Freeform 21">
              <a:extLst>
                <a:ext uri="{FF2B5EF4-FFF2-40B4-BE49-F238E27FC236}">
                  <a16:creationId xmlns:a16="http://schemas.microsoft.com/office/drawing/2014/main" id="{9C7AAE2D-601A-ABDB-42B0-11EBBC109EA6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4" y="836"/>
              <a:ext cx="709" cy="407"/>
            </a:xfrm>
            <a:custGeom>
              <a:avLst/>
              <a:gdLst>
                <a:gd name="T0" fmla="*/ 0 w 1632"/>
                <a:gd name="T1" fmla="*/ 0 h 936"/>
                <a:gd name="T2" fmla="*/ 0 w 1632"/>
                <a:gd name="T3" fmla="*/ 0 h 936"/>
                <a:gd name="T4" fmla="*/ 0 w 1632"/>
                <a:gd name="T5" fmla="*/ 0 h 936"/>
                <a:gd name="T6" fmla="*/ 0 w 1632"/>
                <a:gd name="T7" fmla="*/ 0 h 936"/>
                <a:gd name="T8" fmla="*/ 0 w 1632"/>
                <a:gd name="T9" fmla="*/ 0 h 9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32"/>
                <a:gd name="T16" fmla="*/ 0 h 936"/>
                <a:gd name="T17" fmla="*/ 1632 w 1632"/>
                <a:gd name="T18" fmla="*/ 936 h 9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32" h="936">
                  <a:moveTo>
                    <a:pt x="0" y="576"/>
                  </a:moveTo>
                  <a:lnTo>
                    <a:pt x="612" y="936"/>
                  </a:lnTo>
                  <a:lnTo>
                    <a:pt x="1632" y="348"/>
                  </a:lnTo>
                  <a:lnTo>
                    <a:pt x="1020" y="0"/>
                  </a:lnTo>
                  <a:lnTo>
                    <a:pt x="0" y="576"/>
                  </a:lnTo>
                  <a:close/>
                </a:path>
              </a:pathLst>
            </a:custGeom>
            <a:solidFill>
              <a:srgbClr val="00CC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06B184F8-F7B2-CA5C-9A23-30A58A5E791D}"/>
              </a:ext>
            </a:extLst>
          </p:cNvPr>
          <p:cNvGrpSpPr/>
          <p:nvPr/>
        </p:nvGrpSpPr>
        <p:grpSpPr>
          <a:xfrm>
            <a:off x="844762" y="4009728"/>
            <a:ext cx="2492990" cy="2132400"/>
            <a:chOff x="844762" y="4009728"/>
            <a:chExt cx="2492990" cy="2132400"/>
          </a:xfrm>
        </p:grpSpPr>
        <p:grpSp>
          <p:nvGrpSpPr>
            <p:cNvPr id="23" name="Group 31">
              <a:extLst>
                <a:ext uri="{FF2B5EF4-FFF2-40B4-BE49-F238E27FC236}">
                  <a16:creationId xmlns:a16="http://schemas.microsoft.com/office/drawing/2014/main" id="{6403655B-6494-13B2-E147-8DD26222B10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70507" y="4009728"/>
              <a:ext cx="1841500" cy="1651000"/>
              <a:chOff x="388" y="2016"/>
              <a:chExt cx="1160" cy="1040"/>
            </a:xfrm>
          </p:grpSpPr>
          <p:sp>
            <p:nvSpPr>
              <p:cNvPr id="24" name="Freeform 32">
                <a:extLst>
                  <a:ext uri="{FF2B5EF4-FFF2-40B4-BE49-F238E27FC236}">
                    <a16:creationId xmlns:a16="http://schemas.microsoft.com/office/drawing/2014/main" id="{C8F7B368-BF27-F63D-A964-AADC6878769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8" y="2316"/>
                <a:ext cx="1152" cy="308"/>
              </a:xfrm>
              <a:custGeom>
                <a:avLst/>
                <a:gdLst>
                  <a:gd name="T0" fmla="*/ 424 w 1152"/>
                  <a:gd name="T1" fmla="*/ 32 h 308"/>
                  <a:gd name="T2" fmla="*/ 0 w 1152"/>
                  <a:gd name="T3" fmla="*/ 68 h 308"/>
                  <a:gd name="T4" fmla="*/ 320 w 1152"/>
                  <a:gd name="T5" fmla="*/ 308 h 308"/>
                  <a:gd name="T6" fmla="*/ 1152 w 1152"/>
                  <a:gd name="T7" fmla="*/ 240 h 308"/>
                  <a:gd name="T8" fmla="*/ 852 w 1152"/>
                  <a:gd name="T9" fmla="*/ 0 h 308"/>
                  <a:gd name="T10" fmla="*/ 744 w 1152"/>
                  <a:gd name="T11" fmla="*/ 12 h 308"/>
                  <a:gd name="T12" fmla="*/ 784 w 1152"/>
                  <a:gd name="T13" fmla="*/ 84 h 308"/>
                  <a:gd name="T14" fmla="*/ 612 w 1152"/>
                  <a:gd name="T15" fmla="*/ 168 h 308"/>
                  <a:gd name="T16" fmla="*/ 384 w 1152"/>
                  <a:gd name="T17" fmla="*/ 104 h 308"/>
                  <a:gd name="T18" fmla="*/ 424 w 1152"/>
                  <a:gd name="T19" fmla="*/ 32 h 308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152"/>
                  <a:gd name="T31" fmla="*/ 0 h 308"/>
                  <a:gd name="T32" fmla="*/ 1152 w 1152"/>
                  <a:gd name="T33" fmla="*/ 308 h 308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152" h="308">
                    <a:moveTo>
                      <a:pt x="424" y="32"/>
                    </a:moveTo>
                    <a:lnTo>
                      <a:pt x="0" y="68"/>
                    </a:lnTo>
                    <a:lnTo>
                      <a:pt x="320" y="308"/>
                    </a:lnTo>
                    <a:lnTo>
                      <a:pt x="1152" y="240"/>
                    </a:lnTo>
                    <a:lnTo>
                      <a:pt x="852" y="0"/>
                    </a:lnTo>
                    <a:lnTo>
                      <a:pt x="744" y="12"/>
                    </a:lnTo>
                    <a:lnTo>
                      <a:pt x="784" y="84"/>
                    </a:lnTo>
                    <a:lnTo>
                      <a:pt x="612" y="168"/>
                    </a:lnTo>
                    <a:lnTo>
                      <a:pt x="384" y="104"/>
                    </a:lnTo>
                    <a:lnTo>
                      <a:pt x="424" y="3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76765E"/>
                  </a:gs>
                  <a:gs pos="100000">
                    <a:srgbClr val="FFFFCC"/>
                  </a:gs>
                </a:gsLst>
                <a:lin ang="5400000" scaled="1"/>
              </a:gradFill>
              <a:ln w="12700" cmpd="sng">
                <a:solidFill>
                  <a:srgbClr val="CC99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5" name="Freeform 33">
                <a:extLst>
                  <a:ext uri="{FF2B5EF4-FFF2-40B4-BE49-F238E27FC236}">
                    <a16:creationId xmlns:a16="http://schemas.microsoft.com/office/drawing/2014/main" id="{D2B8365D-B048-3ABD-148F-776A62D223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6" y="2552"/>
                <a:ext cx="972" cy="224"/>
              </a:xfrm>
              <a:custGeom>
                <a:avLst/>
                <a:gdLst>
                  <a:gd name="T0" fmla="*/ 120 w 972"/>
                  <a:gd name="T1" fmla="*/ 64 h 224"/>
                  <a:gd name="T2" fmla="*/ 0 w 972"/>
                  <a:gd name="T3" fmla="*/ 224 h 224"/>
                  <a:gd name="T4" fmla="*/ 360 w 972"/>
                  <a:gd name="T5" fmla="*/ 200 h 224"/>
                  <a:gd name="T6" fmla="*/ 436 w 972"/>
                  <a:gd name="T7" fmla="*/ 88 h 224"/>
                  <a:gd name="T8" fmla="*/ 552 w 972"/>
                  <a:gd name="T9" fmla="*/ 188 h 224"/>
                  <a:gd name="T10" fmla="*/ 856 w 972"/>
                  <a:gd name="T11" fmla="*/ 156 h 224"/>
                  <a:gd name="T12" fmla="*/ 972 w 972"/>
                  <a:gd name="T13" fmla="*/ 0 h 224"/>
                  <a:gd name="T14" fmla="*/ 120 w 972"/>
                  <a:gd name="T15" fmla="*/ 64 h 22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972"/>
                  <a:gd name="T25" fmla="*/ 0 h 224"/>
                  <a:gd name="T26" fmla="*/ 972 w 972"/>
                  <a:gd name="T27" fmla="*/ 224 h 224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972" h="224">
                    <a:moveTo>
                      <a:pt x="120" y="64"/>
                    </a:moveTo>
                    <a:lnTo>
                      <a:pt x="0" y="224"/>
                    </a:lnTo>
                    <a:lnTo>
                      <a:pt x="360" y="200"/>
                    </a:lnTo>
                    <a:lnTo>
                      <a:pt x="436" y="88"/>
                    </a:lnTo>
                    <a:lnTo>
                      <a:pt x="552" y="188"/>
                    </a:lnTo>
                    <a:lnTo>
                      <a:pt x="856" y="156"/>
                    </a:lnTo>
                    <a:lnTo>
                      <a:pt x="972" y="0"/>
                    </a:lnTo>
                    <a:lnTo>
                      <a:pt x="120" y="64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FFCC"/>
                  </a:gs>
                  <a:gs pos="100000">
                    <a:srgbClr val="76765E"/>
                  </a:gs>
                </a:gsLst>
                <a:lin ang="5400000" scaled="1"/>
              </a:gradFill>
              <a:ln w="12700" cmpd="sng">
                <a:solidFill>
                  <a:srgbClr val="CC99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6" name="Freeform 34">
                <a:extLst>
                  <a:ext uri="{FF2B5EF4-FFF2-40B4-BE49-F238E27FC236}">
                    <a16:creationId xmlns:a16="http://schemas.microsoft.com/office/drawing/2014/main" id="{AAD089C3-274E-953E-2A3D-A8CCB21AD2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2" y="2388"/>
                <a:ext cx="308" cy="392"/>
              </a:xfrm>
              <a:custGeom>
                <a:avLst/>
                <a:gdLst>
                  <a:gd name="T0" fmla="*/ 0 w 308"/>
                  <a:gd name="T1" fmla="*/ 0 h 392"/>
                  <a:gd name="T2" fmla="*/ 308 w 308"/>
                  <a:gd name="T3" fmla="*/ 228 h 392"/>
                  <a:gd name="T4" fmla="*/ 188 w 308"/>
                  <a:gd name="T5" fmla="*/ 392 h 392"/>
                  <a:gd name="T6" fmla="*/ 0 w 308"/>
                  <a:gd name="T7" fmla="*/ 0 h 39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08"/>
                  <a:gd name="T13" fmla="*/ 0 h 392"/>
                  <a:gd name="T14" fmla="*/ 308 w 308"/>
                  <a:gd name="T15" fmla="*/ 392 h 39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08" h="392">
                    <a:moveTo>
                      <a:pt x="0" y="0"/>
                    </a:moveTo>
                    <a:lnTo>
                      <a:pt x="308" y="228"/>
                    </a:lnTo>
                    <a:lnTo>
                      <a:pt x="188" y="392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76765E"/>
                  </a:gs>
                  <a:gs pos="100000">
                    <a:srgbClr val="FFFFCC"/>
                  </a:gs>
                </a:gsLst>
                <a:lin ang="0" scaled="1"/>
              </a:gradFill>
              <a:ln w="12700" cmpd="sng">
                <a:solidFill>
                  <a:srgbClr val="CC99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7" name="Freeform 35">
                <a:extLst>
                  <a:ext uri="{FF2B5EF4-FFF2-40B4-BE49-F238E27FC236}">
                    <a16:creationId xmlns:a16="http://schemas.microsoft.com/office/drawing/2014/main" id="{672A6771-50F3-E69E-A962-199DAADB01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0" y="2636"/>
                <a:ext cx="508" cy="420"/>
              </a:xfrm>
              <a:custGeom>
                <a:avLst/>
                <a:gdLst>
                  <a:gd name="T0" fmla="*/ 72 w 508"/>
                  <a:gd name="T1" fmla="*/ 136 h 420"/>
                  <a:gd name="T2" fmla="*/ 0 w 508"/>
                  <a:gd name="T3" fmla="*/ 280 h 420"/>
                  <a:gd name="T4" fmla="*/ 508 w 508"/>
                  <a:gd name="T5" fmla="*/ 420 h 420"/>
                  <a:gd name="T6" fmla="*/ 478 w 508"/>
                  <a:gd name="T7" fmla="*/ 0 h 420"/>
                  <a:gd name="T8" fmla="*/ 396 w 508"/>
                  <a:gd name="T9" fmla="*/ 116 h 420"/>
                  <a:gd name="T10" fmla="*/ 72 w 508"/>
                  <a:gd name="T11" fmla="*/ 136 h 42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508"/>
                  <a:gd name="T19" fmla="*/ 0 h 420"/>
                  <a:gd name="T20" fmla="*/ 508 w 508"/>
                  <a:gd name="T21" fmla="*/ 420 h 420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508" h="420">
                    <a:moveTo>
                      <a:pt x="72" y="136"/>
                    </a:moveTo>
                    <a:lnTo>
                      <a:pt x="0" y="280"/>
                    </a:lnTo>
                    <a:lnTo>
                      <a:pt x="508" y="420"/>
                    </a:lnTo>
                    <a:lnTo>
                      <a:pt x="478" y="0"/>
                    </a:lnTo>
                    <a:lnTo>
                      <a:pt x="396" y="116"/>
                    </a:lnTo>
                    <a:lnTo>
                      <a:pt x="72" y="13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475E76"/>
                  </a:gs>
                  <a:gs pos="100000">
                    <a:srgbClr val="99CCFF"/>
                  </a:gs>
                </a:gsLst>
                <a:lin ang="0" scaled="1"/>
              </a:gradFill>
              <a:ln w="12700" cmpd="sng">
                <a:solidFill>
                  <a:srgbClr val="333399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8" name="Freeform 36">
                <a:extLst>
                  <a:ext uri="{FF2B5EF4-FFF2-40B4-BE49-F238E27FC236}">
                    <a16:creationId xmlns:a16="http://schemas.microsoft.com/office/drawing/2014/main" id="{02A500E8-B553-4338-9F02-7CFF4AC2B2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6" y="2640"/>
                <a:ext cx="396" cy="416"/>
              </a:xfrm>
              <a:custGeom>
                <a:avLst/>
                <a:gdLst>
                  <a:gd name="T0" fmla="*/ 0 w 396"/>
                  <a:gd name="T1" fmla="*/ 0 h 416"/>
                  <a:gd name="T2" fmla="*/ 36 w 396"/>
                  <a:gd name="T3" fmla="*/ 416 h 416"/>
                  <a:gd name="T4" fmla="*/ 396 w 396"/>
                  <a:gd name="T5" fmla="*/ 212 h 416"/>
                  <a:gd name="T6" fmla="*/ 328 w 396"/>
                  <a:gd name="T7" fmla="*/ 72 h 416"/>
                  <a:gd name="T8" fmla="*/ 324 w 396"/>
                  <a:gd name="T9" fmla="*/ 72 h 416"/>
                  <a:gd name="T10" fmla="*/ 104 w 396"/>
                  <a:gd name="T11" fmla="*/ 96 h 416"/>
                  <a:gd name="T12" fmla="*/ 0 w 396"/>
                  <a:gd name="T13" fmla="*/ 0 h 41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396"/>
                  <a:gd name="T22" fmla="*/ 0 h 416"/>
                  <a:gd name="T23" fmla="*/ 396 w 396"/>
                  <a:gd name="T24" fmla="*/ 416 h 41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396" h="416">
                    <a:moveTo>
                      <a:pt x="0" y="0"/>
                    </a:moveTo>
                    <a:lnTo>
                      <a:pt x="36" y="416"/>
                    </a:lnTo>
                    <a:lnTo>
                      <a:pt x="396" y="212"/>
                    </a:lnTo>
                    <a:lnTo>
                      <a:pt x="328" y="72"/>
                    </a:lnTo>
                    <a:lnTo>
                      <a:pt x="324" y="72"/>
                    </a:lnTo>
                    <a:lnTo>
                      <a:pt x="104" y="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CCFF"/>
                  </a:gs>
                  <a:gs pos="100000">
                    <a:srgbClr val="475E76"/>
                  </a:gs>
                </a:gsLst>
                <a:lin ang="0" scaled="1"/>
              </a:gradFill>
              <a:ln w="12700" cmpd="sng">
                <a:solidFill>
                  <a:srgbClr val="333399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9" name="Line 37">
                <a:extLst>
                  <a:ext uri="{FF2B5EF4-FFF2-40B4-BE49-F238E27FC236}">
                    <a16:creationId xmlns:a16="http://schemas.microsoft.com/office/drawing/2014/main" id="{007EFA31-599B-8F80-B838-B12075E4A3C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44" y="2332"/>
                <a:ext cx="220" cy="172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0" name="Freeform 38">
                <a:extLst>
                  <a:ext uri="{FF2B5EF4-FFF2-40B4-BE49-F238E27FC236}">
                    <a16:creationId xmlns:a16="http://schemas.microsoft.com/office/drawing/2014/main" id="{B207DD36-6FDC-228F-7071-56D296A2F5E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2" y="2016"/>
                <a:ext cx="246" cy="476"/>
              </a:xfrm>
              <a:custGeom>
                <a:avLst/>
                <a:gdLst>
                  <a:gd name="T0" fmla="*/ 198 w 246"/>
                  <a:gd name="T1" fmla="*/ 0 h 476"/>
                  <a:gd name="T2" fmla="*/ 0 w 246"/>
                  <a:gd name="T3" fmla="*/ 426 h 476"/>
                  <a:gd name="T4" fmla="*/ 246 w 246"/>
                  <a:gd name="T5" fmla="*/ 476 h 476"/>
                  <a:gd name="T6" fmla="*/ 198 w 246"/>
                  <a:gd name="T7" fmla="*/ 0 h 47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46"/>
                  <a:gd name="T13" fmla="*/ 0 h 476"/>
                  <a:gd name="T14" fmla="*/ 246 w 246"/>
                  <a:gd name="T15" fmla="*/ 476 h 47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46" h="476">
                    <a:moveTo>
                      <a:pt x="198" y="0"/>
                    </a:moveTo>
                    <a:lnTo>
                      <a:pt x="0" y="426"/>
                    </a:lnTo>
                    <a:lnTo>
                      <a:pt x="246" y="476"/>
                    </a:lnTo>
                    <a:lnTo>
                      <a:pt x="198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475E76"/>
                  </a:gs>
                  <a:gs pos="100000">
                    <a:srgbClr val="99CCFF"/>
                  </a:gs>
                </a:gsLst>
                <a:lin ang="0" scaled="1"/>
              </a:gradFill>
              <a:ln w="12700" cmpd="sng">
                <a:solidFill>
                  <a:srgbClr val="333399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1" name="Freeform 39">
                <a:extLst>
                  <a:ext uri="{FF2B5EF4-FFF2-40B4-BE49-F238E27FC236}">
                    <a16:creationId xmlns:a16="http://schemas.microsoft.com/office/drawing/2014/main" id="{618792A1-0E7B-28E5-8CB2-8DBC370F39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0" y="2016"/>
                <a:ext cx="216" cy="468"/>
              </a:xfrm>
              <a:custGeom>
                <a:avLst/>
                <a:gdLst>
                  <a:gd name="T0" fmla="*/ 0 w 216"/>
                  <a:gd name="T1" fmla="*/ 0 h 468"/>
                  <a:gd name="T2" fmla="*/ 216 w 216"/>
                  <a:gd name="T3" fmla="*/ 396 h 468"/>
                  <a:gd name="T4" fmla="*/ 44 w 216"/>
                  <a:gd name="T5" fmla="*/ 468 h 468"/>
                  <a:gd name="T6" fmla="*/ 0 w 216"/>
                  <a:gd name="T7" fmla="*/ 0 h 46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6"/>
                  <a:gd name="T13" fmla="*/ 0 h 468"/>
                  <a:gd name="T14" fmla="*/ 216 w 216"/>
                  <a:gd name="T15" fmla="*/ 468 h 46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" h="468">
                    <a:moveTo>
                      <a:pt x="0" y="0"/>
                    </a:moveTo>
                    <a:lnTo>
                      <a:pt x="216" y="396"/>
                    </a:lnTo>
                    <a:lnTo>
                      <a:pt x="44" y="4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CCFF"/>
                  </a:gs>
                  <a:gs pos="100000">
                    <a:srgbClr val="475E76"/>
                  </a:gs>
                </a:gsLst>
                <a:lin ang="0" scaled="1"/>
              </a:gradFill>
              <a:ln w="12700" cmpd="sng">
                <a:solidFill>
                  <a:srgbClr val="333399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32" name="Text Box 40">
              <a:extLst>
                <a:ext uri="{FF2B5EF4-FFF2-40B4-BE49-F238E27FC236}">
                  <a16:creationId xmlns:a16="http://schemas.microsoft.com/office/drawing/2014/main" id="{DA22F815-2E40-F1B1-BE30-FD1417C056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4762" y="5742018"/>
              <a:ext cx="249299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lang="zh-CN" altLang="en-US" sz="20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平面体与平面体相贯</a:t>
              </a:r>
            </a:p>
          </p:txBody>
        </p:sp>
      </p:grpSp>
      <p:sp>
        <p:nvSpPr>
          <p:cNvPr id="33" name="Text Box 42">
            <a:extLst>
              <a:ext uri="{FF2B5EF4-FFF2-40B4-BE49-F238E27FC236}">
                <a16:creationId xmlns:a16="http://schemas.microsoft.com/office/drawing/2014/main" id="{2FA8E978-3C71-282E-339A-3ECD675B34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1201" y="1706038"/>
            <a:ext cx="422423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342900" indent="-342900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立体与立体相交称为</a:t>
            </a:r>
            <a:r>
              <a:rPr kumimoji="1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相贯</a:t>
            </a:r>
            <a:r>
              <a:rPr kumimoji="1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34" name="Text Box 43">
            <a:extLst>
              <a:ext uri="{FF2B5EF4-FFF2-40B4-BE49-F238E27FC236}">
                <a16:creationId xmlns:a16="http://schemas.microsoft.com/office/drawing/2014/main" id="{CB5345E8-02C9-3EED-730A-A739119A32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1201" y="2153713"/>
            <a:ext cx="483978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342900" indent="-342900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其表面产生的交线叫做</a:t>
            </a: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相贯线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6536C2F2-05B7-4789-9AD4-7911F2380B53}"/>
              </a:ext>
            </a:extLst>
          </p:cNvPr>
          <p:cNvGrpSpPr/>
          <p:nvPr/>
        </p:nvGrpSpPr>
        <p:grpSpPr>
          <a:xfrm>
            <a:off x="7091193" y="1661787"/>
            <a:ext cx="2640012" cy="1736427"/>
            <a:chOff x="7091193" y="1661787"/>
            <a:chExt cx="2640012" cy="1736427"/>
          </a:xfrm>
        </p:grpSpPr>
        <p:grpSp>
          <p:nvGrpSpPr>
            <p:cNvPr id="19" name="Group 23">
              <a:extLst>
                <a:ext uri="{FF2B5EF4-FFF2-40B4-BE49-F238E27FC236}">
                  <a16:creationId xmlns:a16="http://schemas.microsoft.com/office/drawing/2014/main" id="{02C02861-9A34-C1C1-5A09-DDF1F08046A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091193" y="1661787"/>
              <a:ext cx="771525" cy="295275"/>
              <a:chOff x="3465" y="637"/>
              <a:chExt cx="486" cy="186"/>
            </a:xfrm>
          </p:grpSpPr>
          <p:sp>
            <p:nvSpPr>
              <p:cNvPr id="20" name="Line 24">
                <a:extLst>
                  <a:ext uri="{FF2B5EF4-FFF2-40B4-BE49-F238E27FC236}">
                    <a16:creationId xmlns:a16="http://schemas.microsoft.com/office/drawing/2014/main" id="{DAB1749F-38CF-706A-2493-CAABF0D5AF3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21219981" flipV="1">
                <a:off x="3650" y="637"/>
                <a:ext cx="301" cy="164"/>
              </a:xfrm>
              <a:prstGeom prst="line">
                <a:avLst/>
              </a:prstGeom>
              <a:noFill/>
              <a:ln w="28575">
                <a:solidFill>
                  <a:srgbClr val="FFF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1" name="Freeform 25">
                <a:extLst>
                  <a:ext uri="{FF2B5EF4-FFF2-40B4-BE49-F238E27FC236}">
                    <a16:creationId xmlns:a16="http://schemas.microsoft.com/office/drawing/2014/main" id="{54E53DFC-58A0-301D-D3CC-66DBCDE3ABD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65" y="685"/>
                <a:ext cx="198" cy="138"/>
              </a:xfrm>
              <a:custGeom>
                <a:avLst/>
                <a:gdLst>
                  <a:gd name="T0" fmla="*/ 1473 w 180"/>
                  <a:gd name="T1" fmla="*/ 934 h 126"/>
                  <a:gd name="T2" fmla="*/ 1166 w 180"/>
                  <a:gd name="T3" fmla="*/ 647 h 126"/>
                  <a:gd name="T4" fmla="*/ 976 w 180"/>
                  <a:gd name="T5" fmla="*/ 450 h 126"/>
                  <a:gd name="T6" fmla="*/ 734 w 180"/>
                  <a:gd name="T7" fmla="*/ 238 h 126"/>
                  <a:gd name="T8" fmla="*/ 543 w 180"/>
                  <a:gd name="T9" fmla="*/ 112 h 126"/>
                  <a:gd name="T10" fmla="*/ 266 w 180"/>
                  <a:gd name="T11" fmla="*/ 49 h 126"/>
                  <a:gd name="T12" fmla="*/ 0 w 180"/>
                  <a:gd name="T13" fmla="*/ 0 h 12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80"/>
                  <a:gd name="T22" fmla="*/ 0 h 126"/>
                  <a:gd name="T23" fmla="*/ 180 w 180"/>
                  <a:gd name="T24" fmla="*/ 126 h 12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80" h="126">
                    <a:moveTo>
                      <a:pt x="180" y="126"/>
                    </a:moveTo>
                    <a:cubicBezTo>
                      <a:pt x="167" y="112"/>
                      <a:pt x="154" y="98"/>
                      <a:pt x="144" y="87"/>
                    </a:cubicBezTo>
                    <a:cubicBezTo>
                      <a:pt x="134" y="76"/>
                      <a:pt x="129" y="69"/>
                      <a:pt x="120" y="60"/>
                    </a:cubicBezTo>
                    <a:cubicBezTo>
                      <a:pt x="111" y="51"/>
                      <a:pt x="99" y="40"/>
                      <a:pt x="90" y="33"/>
                    </a:cubicBezTo>
                    <a:cubicBezTo>
                      <a:pt x="81" y="26"/>
                      <a:pt x="76" y="20"/>
                      <a:pt x="66" y="15"/>
                    </a:cubicBezTo>
                    <a:cubicBezTo>
                      <a:pt x="56" y="10"/>
                      <a:pt x="44" y="8"/>
                      <a:pt x="33" y="6"/>
                    </a:cubicBezTo>
                    <a:cubicBezTo>
                      <a:pt x="22" y="4"/>
                      <a:pt x="35" y="0"/>
                      <a:pt x="0" y="0"/>
                    </a:cubicBezTo>
                  </a:path>
                </a:pathLst>
              </a:custGeom>
              <a:noFill/>
              <a:ln w="28575" cmpd="sng">
                <a:solidFill>
                  <a:srgbClr val="FFF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22" name="Freeform 26">
              <a:extLst>
                <a:ext uri="{FF2B5EF4-FFF2-40B4-BE49-F238E27FC236}">
                  <a16:creationId xmlns:a16="http://schemas.microsoft.com/office/drawing/2014/main" id="{60970E46-1889-D733-D69E-BBA2A021D99B}"/>
                </a:ext>
              </a:extLst>
            </p:cNvPr>
            <p:cNvSpPr>
              <a:spLocks/>
            </p:cNvSpPr>
            <p:nvPr/>
          </p:nvSpPr>
          <p:spPr bwMode="auto">
            <a:xfrm>
              <a:off x="9137480" y="1920549"/>
              <a:ext cx="593725" cy="293688"/>
            </a:xfrm>
            <a:custGeom>
              <a:avLst/>
              <a:gdLst>
                <a:gd name="T0" fmla="*/ 0 w 374"/>
                <a:gd name="T1" fmla="*/ 0 h 185"/>
                <a:gd name="T2" fmla="*/ 2147483647 w 374"/>
                <a:gd name="T3" fmla="*/ 2147483647 h 185"/>
                <a:gd name="T4" fmla="*/ 2147483647 w 374"/>
                <a:gd name="T5" fmla="*/ 2147483647 h 185"/>
                <a:gd name="T6" fmla="*/ 2147483647 w 374"/>
                <a:gd name="T7" fmla="*/ 2147483647 h 185"/>
                <a:gd name="T8" fmla="*/ 2147483647 w 374"/>
                <a:gd name="T9" fmla="*/ 2147483647 h 185"/>
                <a:gd name="T10" fmla="*/ 2147483647 w 374"/>
                <a:gd name="T11" fmla="*/ 2147483647 h 185"/>
                <a:gd name="T12" fmla="*/ 2147483647 w 374"/>
                <a:gd name="T13" fmla="*/ 2147483647 h 185"/>
                <a:gd name="T14" fmla="*/ 2147483647 w 374"/>
                <a:gd name="T15" fmla="*/ 2147483647 h 185"/>
                <a:gd name="T16" fmla="*/ 2147483647 w 374"/>
                <a:gd name="T17" fmla="*/ 2147483647 h 185"/>
                <a:gd name="T18" fmla="*/ 2147483647 w 374"/>
                <a:gd name="T19" fmla="*/ 2147483647 h 185"/>
                <a:gd name="T20" fmla="*/ 2147483647 w 374"/>
                <a:gd name="T21" fmla="*/ 2147483647 h 185"/>
                <a:gd name="T22" fmla="*/ 2147483647 w 374"/>
                <a:gd name="T23" fmla="*/ 2147483647 h 185"/>
                <a:gd name="T24" fmla="*/ 2147483647 w 374"/>
                <a:gd name="T25" fmla="*/ 2147483647 h 185"/>
                <a:gd name="T26" fmla="*/ 2147483647 w 374"/>
                <a:gd name="T27" fmla="*/ 2147483647 h 185"/>
                <a:gd name="T28" fmla="*/ 2147483647 w 374"/>
                <a:gd name="T29" fmla="*/ 2147483647 h 185"/>
                <a:gd name="T30" fmla="*/ 2147483647 w 374"/>
                <a:gd name="T31" fmla="*/ 2147483647 h 185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374"/>
                <a:gd name="T49" fmla="*/ 0 h 185"/>
                <a:gd name="T50" fmla="*/ 374 w 374"/>
                <a:gd name="T51" fmla="*/ 185 h 185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374" h="185">
                  <a:moveTo>
                    <a:pt x="0" y="0"/>
                  </a:moveTo>
                  <a:cubicBezTo>
                    <a:pt x="9" y="6"/>
                    <a:pt x="19" y="13"/>
                    <a:pt x="24" y="18"/>
                  </a:cubicBezTo>
                  <a:cubicBezTo>
                    <a:pt x="29" y="23"/>
                    <a:pt x="25" y="23"/>
                    <a:pt x="32" y="30"/>
                  </a:cubicBezTo>
                  <a:cubicBezTo>
                    <a:pt x="39" y="37"/>
                    <a:pt x="56" y="50"/>
                    <a:pt x="66" y="60"/>
                  </a:cubicBezTo>
                  <a:cubicBezTo>
                    <a:pt x="76" y="70"/>
                    <a:pt x="85" y="81"/>
                    <a:pt x="94" y="90"/>
                  </a:cubicBezTo>
                  <a:cubicBezTo>
                    <a:pt x="103" y="99"/>
                    <a:pt x="112" y="105"/>
                    <a:pt x="120" y="112"/>
                  </a:cubicBezTo>
                  <a:cubicBezTo>
                    <a:pt x="128" y="119"/>
                    <a:pt x="135" y="127"/>
                    <a:pt x="144" y="134"/>
                  </a:cubicBezTo>
                  <a:cubicBezTo>
                    <a:pt x="153" y="141"/>
                    <a:pt x="163" y="147"/>
                    <a:pt x="174" y="154"/>
                  </a:cubicBezTo>
                  <a:cubicBezTo>
                    <a:pt x="185" y="161"/>
                    <a:pt x="197" y="169"/>
                    <a:pt x="208" y="174"/>
                  </a:cubicBezTo>
                  <a:cubicBezTo>
                    <a:pt x="219" y="179"/>
                    <a:pt x="228" y="183"/>
                    <a:pt x="240" y="184"/>
                  </a:cubicBezTo>
                  <a:cubicBezTo>
                    <a:pt x="252" y="185"/>
                    <a:pt x="267" y="184"/>
                    <a:pt x="278" y="182"/>
                  </a:cubicBezTo>
                  <a:cubicBezTo>
                    <a:pt x="289" y="180"/>
                    <a:pt x="297" y="177"/>
                    <a:pt x="306" y="174"/>
                  </a:cubicBezTo>
                  <a:cubicBezTo>
                    <a:pt x="315" y="171"/>
                    <a:pt x="323" y="170"/>
                    <a:pt x="330" y="164"/>
                  </a:cubicBezTo>
                  <a:cubicBezTo>
                    <a:pt x="337" y="158"/>
                    <a:pt x="344" y="145"/>
                    <a:pt x="350" y="136"/>
                  </a:cubicBezTo>
                  <a:cubicBezTo>
                    <a:pt x="356" y="127"/>
                    <a:pt x="360" y="118"/>
                    <a:pt x="364" y="110"/>
                  </a:cubicBezTo>
                  <a:cubicBezTo>
                    <a:pt x="368" y="102"/>
                    <a:pt x="372" y="93"/>
                    <a:pt x="374" y="88"/>
                  </a:cubicBezTo>
                </a:path>
              </a:pathLst>
            </a:custGeom>
            <a:noFill/>
            <a:ln w="28575" cmpd="sng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48" name="组合 47">
              <a:extLst>
                <a:ext uri="{FF2B5EF4-FFF2-40B4-BE49-F238E27FC236}">
                  <a16:creationId xmlns:a16="http://schemas.microsoft.com/office/drawing/2014/main" id="{28DA0B66-8F94-1BCC-8645-69284B245093}"/>
                </a:ext>
              </a:extLst>
            </p:cNvPr>
            <p:cNvGrpSpPr/>
            <p:nvPr/>
          </p:nvGrpSpPr>
          <p:grpSpPr>
            <a:xfrm>
              <a:off x="7561911" y="1837750"/>
              <a:ext cx="1679719" cy="1560464"/>
              <a:chOff x="7561911" y="1837750"/>
              <a:chExt cx="1679719" cy="1560464"/>
            </a:xfrm>
          </p:grpSpPr>
          <p:sp>
            <p:nvSpPr>
              <p:cNvPr id="35" name="Text Box 47">
                <a:extLst>
                  <a:ext uri="{FF2B5EF4-FFF2-40B4-BE49-F238E27FC236}">
                    <a16:creationId xmlns:a16="http://schemas.microsoft.com/office/drawing/2014/main" id="{92F02101-5CAF-DC3E-70FD-A7ECEFCF345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728613" y="2936549"/>
                <a:ext cx="1107996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zh-CN" altLang="en-US" sz="2400" dirty="0">
                    <a:solidFill>
                      <a:srgbClr val="CC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相贯线</a:t>
                </a:r>
              </a:p>
            </p:txBody>
          </p:sp>
          <p:sp>
            <p:nvSpPr>
              <p:cNvPr id="36" name="Line 48">
                <a:extLst>
                  <a:ext uri="{FF2B5EF4-FFF2-40B4-BE49-F238E27FC236}">
                    <a16:creationId xmlns:a16="http://schemas.microsoft.com/office/drawing/2014/main" id="{E9A00623-06A2-E680-A2BF-13795E5F466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561911" y="1837750"/>
                <a:ext cx="583381" cy="1098799"/>
              </a:xfrm>
              <a:prstGeom prst="line">
                <a:avLst/>
              </a:prstGeom>
              <a:noFill/>
              <a:ln w="19050">
                <a:solidFill>
                  <a:srgbClr val="CC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7" name="Line 49">
                <a:extLst>
                  <a:ext uri="{FF2B5EF4-FFF2-40B4-BE49-F238E27FC236}">
                    <a16:creationId xmlns:a16="http://schemas.microsoft.com/office/drawing/2014/main" id="{6A8C7CFD-EA9B-4D86-A36A-F407AD307E0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548517" y="2000806"/>
                <a:ext cx="693113" cy="940505"/>
              </a:xfrm>
              <a:prstGeom prst="line">
                <a:avLst/>
              </a:prstGeom>
              <a:noFill/>
              <a:ln w="19050">
                <a:solidFill>
                  <a:srgbClr val="CC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A84BE997-2685-006E-E3DE-44D3399F92D0}"/>
              </a:ext>
            </a:extLst>
          </p:cNvPr>
          <p:cNvGrpSpPr/>
          <p:nvPr/>
        </p:nvGrpSpPr>
        <p:grpSpPr>
          <a:xfrm>
            <a:off x="9570702" y="4079578"/>
            <a:ext cx="1752600" cy="2062550"/>
            <a:chOff x="9869774" y="4079578"/>
            <a:chExt cx="1752600" cy="2062550"/>
          </a:xfrm>
        </p:grpSpPr>
        <p:pic>
          <p:nvPicPr>
            <p:cNvPr id="38" name="Picture 6">
              <a:extLst>
                <a:ext uri="{FF2B5EF4-FFF2-40B4-BE49-F238E27FC236}">
                  <a16:creationId xmlns:a16="http://schemas.microsoft.com/office/drawing/2014/main" id="{733ACE8B-FB8C-153F-F36A-EAF1B2E4A81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lum bright="18000" contrast="6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69774" y="4079578"/>
              <a:ext cx="1752600" cy="1511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9" name="Text Box 7">
              <a:extLst>
                <a:ext uri="{FF2B5EF4-FFF2-40B4-BE49-F238E27FC236}">
                  <a16:creationId xmlns:a16="http://schemas.microsoft.com/office/drawing/2014/main" id="{52221B57-21FD-5314-4F03-2A3588CB6C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140780" y="5742018"/>
              <a:ext cx="1210588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lang="zh-CN" altLang="en-US" sz="20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多体相贯</a:t>
              </a:r>
            </a:p>
          </p:txBody>
        </p:sp>
      </p:grpSp>
      <p:sp>
        <p:nvSpPr>
          <p:cNvPr id="40" name="Text Box 41">
            <a:extLst>
              <a:ext uri="{FF2B5EF4-FFF2-40B4-BE49-F238E27FC236}">
                <a16:creationId xmlns:a16="http://schemas.microsoft.com/office/drawing/2014/main" id="{A247672B-44E0-AC8F-C1DF-F21144517B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2550" y="1185290"/>
            <a:ext cx="1980029" cy="52322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相贯的概念</a:t>
            </a:r>
          </a:p>
        </p:txBody>
      </p:sp>
      <p:sp>
        <p:nvSpPr>
          <p:cNvPr id="41" name="Text Box 42">
            <a:extLst>
              <a:ext uri="{FF2B5EF4-FFF2-40B4-BE49-F238E27FC236}">
                <a16:creationId xmlns:a16="http://schemas.microsoft.com/office/drawing/2014/main" id="{951071FE-6AEA-1FF9-0C1B-BAB0315A1A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2550" y="3107091"/>
            <a:ext cx="3825086" cy="52322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相贯的形式 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– 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立体形状</a:t>
            </a:r>
          </a:p>
        </p:txBody>
      </p:sp>
      <p:sp>
        <p:nvSpPr>
          <p:cNvPr id="42" name="灯片编号占位符 3">
            <a:extLst>
              <a:ext uri="{FF2B5EF4-FFF2-40B4-BE49-F238E27FC236}">
                <a16:creationId xmlns:a16="http://schemas.microsoft.com/office/drawing/2014/main" id="{63E1C818-34B7-33BB-820C-E9A392DC6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40616" y="6425394"/>
            <a:ext cx="269625" cy="276999"/>
          </a:xfrm>
        </p:spPr>
        <p:txBody>
          <a:bodyPr wrap="none">
            <a:spAutoFit/>
          </a:bodyPr>
          <a:lstStyle/>
          <a:p>
            <a:fld id="{0A5DABDC-C7A3-4A62-BB87-5F550D6AD4B8}" type="slidenum">
              <a:rPr lang="en-US" altLang="zh-CN"/>
              <a:pPr/>
              <a:t>4</a:t>
            </a:fld>
            <a:endParaRPr lang="en-US" altLang="zh-CN" dirty="0"/>
          </a:p>
        </p:txBody>
      </p:sp>
      <p:sp>
        <p:nvSpPr>
          <p:cNvPr id="47" name="Text Box 18">
            <a:extLst>
              <a:ext uri="{FF2B5EF4-FFF2-40B4-BE49-F238E27FC236}">
                <a16:creationId xmlns:a16="http://schemas.microsoft.com/office/drawing/2014/main" id="{68DECDAC-1D11-4D16-0043-D663DE183C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619" y="412176"/>
            <a:ext cx="45801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8.1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立体与立体相交简介</a:t>
            </a:r>
          </a:p>
        </p:txBody>
      </p:sp>
    </p:spTree>
    <p:extLst>
      <p:ext uri="{BB962C8B-B14F-4D97-AF65-F5344CB8AC3E}">
        <p14:creationId xmlns:p14="http://schemas.microsoft.com/office/powerpoint/2010/main" val="3431626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34" grpId="0"/>
      <p:bldP spid="4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C8F5C2-5AF8-5B8A-1340-363173DFF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>
            <a:extLst>
              <a:ext uri="{FF2B5EF4-FFF2-40B4-BE49-F238E27FC236}">
                <a16:creationId xmlns:a16="http://schemas.microsoft.com/office/drawing/2014/main" id="{1553788C-D140-343F-ED38-0354FC1FF6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24266" y="4302124"/>
            <a:ext cx="80021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正交</a:t>
            </a:r>
          </a:p>
        </p:txBody>
      </p:sp>
      <p:sp>
        <p:nvSpPr>
          <p:cNvPr id="42" name="Text Box 5">
            <a:extLst>
              <a:ext uri="{FF2B5EF4-FFF2-40B4-BE49-F238E27FC236}">
                <a16:creationId xmlns:a16="http://schemas.microsoft.com/office/drawing/2014/main" id="{728F8BD0-B581-C75C-B725-1F6C52D68F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9880" y="4302124"/>
            <a:ext cx="80021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偏交</a:t>
            </a:r>
          </a:p>
        </p:txBody>
      </p:sp>
      <p:sp>
        <p:nvSpPr>
          <p:cNvPr id="43" name="Text Box 7">
            <a:extLst>
              <a:ext uri="{FF2B5EF4-FFF2-40B4-BE49-F238E27FC236}">
                <a16:creationId xmlns:a16="http://schemas.microsoft.com/office/drawing/2014/main" id="{4E805C92-C456-04EB-38EA-88F79985BD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64352" y="4302124"/>
            <a:ext cx="80021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斜交</a:t>
            </a:r>
          </a:p>
        </p:txBody>
      </p:sp>
      <p:sp>
        <p:nvSpPr>
          <p:cNvPr id="44" name="Text Box 41">
            <a:extLst>
              <a:ext uri="{FF2B5EF4-FFF2-40B4-BE49-F238E27FC236}">
                <a16:creationId xmlns:a16="http://schemas.microsoft.com/office/drawing/2014/main" id="{52C2E8CA-3581-314F-549E-E8F0E23354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376" y="1268760"/>
            <a:ext cx="4543231" cy="52322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相贯的形式 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– 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立体相对位置</a:t>
            </a:r>
          </a:p>
        </p:txBody>
      </p:sp>
      <p:pic>
        <p:nvPicPr>
          <p:cNvPr id="45" name="Picture 4">
            <a:extLst>
              <a:ext uri="{FF2B5EF4-FFF2-40B4-BE49-F238E27FC236}">
                <a16:creationId xmlns:a16="http://schemas.microsoft.com/office/drawing/2014/main" id="{AB5F8414-172B-9A8E-7C11-85BBC510ED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18000" contras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9975" y="2636912"/>
            <a:ext cx="1828800" cy="153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46" name="Object 26">
            <a:extLst>
              <a:ext uri="{FF2B5EF4-FFF2-40B4-BE49-F238E27FC236}">
                <a16:creationId xmlns:a16="http://schemas.microsoft.com/office/drawing/2014/main" id="{D9B7911E-4BA2-DCF9-5222-07FD3D3DC55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34970054"/>
              </p:ext>
            </p:extLst>
          </p:nvPr>
        </p:nvGraphicFramePr>
        <p:xfrm>
          <a:off x="5308133" y="2578968"/>
          <a:ext cx="1763713" cy="164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位图图像" r:id="rId4" imgW="2343477" imgH="2190476" progId="Paint.Picture">
                  <p:embed/>
                </p:oleObj>
              </mc:Choice>
              <mc:Fallback>
                <p:oleObj name="位图图像" r:id="rId4" imgW="2343477" imgH="2190476" progId="Paint.Picture">
                  <p:embed/>
                  <p:pic>
                    <p:nvPicPr>
                      <p:cNvPr id="46" name="Object 26">
                        <a:extLst>
                          <a:ext uri="{FF2B5EF4-FFF2-40B4-BE49-F238E27FC236}">
                            <a16:creationId xmlns:a16="http://schemas.microsoft.com/office/drawing/2014/main" id="{D9B7911E-4BA2-DCF9-5222-07FD3D3DC55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08133" y="2578968"/>
                        <a:ext cx="1763713" cy="1647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7" name="Picture 58">
            <a:extLst>
              <a:ext uri="{FF2B5EF4-FFF2-40B4-BE49-F238E27FC236}">
                <a16:creationId xmlns:a16="http://schemas.microsoft.com/office/drawing/2014/main" id="{2590BB19-C8AF-35D6-B4C7-29092BD859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1205" y="2591668"/>
            <a:ext cx="2016125" cy="162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2"/>
                </a:solidFill>
                <a:prstDash val="lgDash"/>
                <a:miter lim="800000"/>
                <a:headEnd/>
                <a:tailEnd/>
              </a14:hiddenLine>
            </a:ext>
          </a:extLst>
        </p:spPr>
      </p:pic>
      <p:sp>
        <p:nvSpPr>
          <p:cNvPr id="48" name="灯片编号占位符 3">
            <a:extLst>
              <a:ext uri="{FF2B5EF4-FFF2-40B4-BE49-F238E27FC236}">
                <a16:creationId xmlns:a16="http://schemas.microsoft.com/office/drawing/2014/main" id="{527D85AE-7385-AE08-4A9E-7DE2DE3A92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40616" y="6425394"/>
            <a:ext cx="269625" cy="276999"/>
          </a:xfrm>
        </p:spPr>
        <p:txBody>
          <a:bodyPr wrap="none">
            <a:spAutoFit/>
          </a:bodyPr>
          <a:lstStyle/>
          <a:p>
            <a:fld id="{0A5DABDC-C7A3-4A62-BB87-5F550D6AD4B8}" type="slidenum">
              <a:rPr lang="en-US" altLang="zh-CN"/>
              <a:pPr/>
              <a:t>5</a:t>
            </a:fld>
            <a:endParaRPr lang="en-US" altLang="zh-CN" dirty="0"/>
          </a:p>
        </p:txBody>
      </p:sp>
      <p:sp>
        <p:nvSpPr>
          <p:cNvPr id="4" name="Text Box 18">
            <a:extLst>
              <a:ext uri="{FF2B5EF4-FFF2-40B4-BE49-F238E27FC236}">
                <a16:creationId xmlns:a16="http://schemas.microsoft.com/office/drawing/2014/main" id="{4C2F8704-22D0-4A91-8D92-A031041776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619" y="412176"/>
            <a:ext cx="45801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8.1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立体与立体相交简介</a:t>
            </a:r>
          </a:p>
        </p:txBody>
      </p:sp>
    </p:spTree>
    <p:extLst>
      <p:ext uri="{BB962C8B-B14F-4D97-AF65-F5344CB8AC3E}">
        <p14:creationId xmlns:p14="http://schemas.microsoft.com/office/powerpoint/2010/main" val="12373483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2" grpId="0"/>
      <p:bldP spid="4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37E3A7-0B5C-BAE0-2EA0-39DA1C642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18A6526D-F377-DBAA-3963-0E6CC91CE9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18000" contras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9163" y="1598560"/>
            <a:ext cx="1836738" cy="150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8E701F29-CC6B-057D-74E0-0FC4E10E2B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lum bright="18000" contras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3540" y="1597766"/>
            <a:ext cx="1800225" cy="1509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5" name="Object 27">
            <a:extLst>
              <a:ext uri="{FF2B5EF4-FFF2-40B4-BE49-F238E27FC236}">
                <a16:creationId xmlns:a16="http://schemas.microsoft.com/office/drawing/2014/main" id="{3776E2C8-18FF-2CE3-A811-5104935C378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09027678"/>
              </p:ext>
            </p:extLst>
          </p:nvPr>
        </p:nvGraphicFramePr>
        <p:xfrm>
          <a:off x="10466026" y="1614435"/>
          <a:ext cx="1439863" cy="1476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位图图像" r:id="rId5" imgW="2991268" imgH="3067478" progId="Paint.Picture">
                  <p:embed/>
                </p:oleObj>
              </mc:Choice>
              <mc:Fallback>
                <p:oleObj name="位图图像" r:id="rId5" imgW="2991268" imgH="3067478" progId="Paint.Picture">
                  <p:embed/>
                  <p:pic>
                    <p:nvPicPr>
                      <p:cNvPr id="5" name="Object 27">
                        <a:extLst>
                          <a:ext uri="{FF2B5EF4-FFF2-40B4-BE49-F238E27FC236}">
                            <a16:creationId xmlns:a16="http://schemas.microsoft.com/office/drawing/2014/main" id="{3776E2C8-18FF-2CE3-A811-5104935C378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66026" y="1614435"/>
                        <a:ext cx="1439863" cy="1476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" name="Group 3">
            <a:extLst>
              <a:ext uri="{FF2B5EF4-FFF2-40B4-BE49-F238E27FC236}">
                <a16:creationId xmlns:a16="http://schemas.microsoft.com/office/drawing/2014/main" id="{C84FEB2E-55C0-1DAE-9D0C-268F3F387D6B}"/>
              </a:ext>
            </a:extLst>
          </p:cNvPr>
          <p:cNvGrpSpPr>
            <a:grpSpLocks/>
          </p:cNvGrpSpPr>
          <p:nvPr/>
        </p:nvGrpSpPr>
        <p:grpSpPr bwMode="auto">
          <a:xfrm>
            <a:off x="6736495" y="3802402"/>
            <a:ext cx="1362075" cy="1511300"/>
            <a:chOff x="2362" y="363"/>
            <a:chExt cx="1322" cy="1394"/>
          </a:xfrm>
        </p:grpSpPr>
        <p:sp>
          <p:nvSpPr>
            <p:cNvPr id="13" name="Freeform 4">
              <a:extLst>
                <a:ext uri="{FF2B5EF4-FFF2-40B4-BE49-F238E27FC236}">
                  <a16:creationId xmlns:a16="http://schemas.microsoft.com/office/drawing/2014/main" id="{B3026B9C-C0A2-92D6-2D14-690F0FDDC38D}"/>
                </a:ext>
              </a:extLst>
            </p:cNvPr>
            <p:cNvSpPr>
              <a:spLocks/>
            </p:cNvSpPr>
            <p:nvPr/>
          </p:nvSpPr>
          <p:spPr bwMode="auto">
            <a:xfrm>
              <a:off x="2409" y="461"/>
              <a:ext cx="1275" cy="1177"/>
            </a:xfrm>
            <a:custGeom>
              <a:avLst/>
              <a:gdLst>
                <a:gd name="T0" fmla="*/ 0 w 2964"/>
                <a:gd name="T1" fmla="*/ 0 h 2736"/>
                <a:gd name="T2" fmla="*/ 0 w 2964"/>
                <a:gd name="T3" fmla="*/ 0 h 2736"/>
                <a:gd name="T4" fmla="*/ 0 w 2964"/>
                <a:gd name="T5" fmla="*/ 0 h 2736"/>
                <a:gd name="T6" fmla="*/ 0 w 2964"/>
                <a:gd name="T7" fmla="*/ 0 h 2736"/>
                <a:gd name="T8" fmla="*/ 0 w 2964"/>
                <a:gd name="T9" fmla="*/ 0 h 2736"/>
                <a:gd name="T10" fmla="*/ 0 w 2964"/>
                <a:gd name="T11" fmla="*/ 0 h 2736"/>
                <a:gd name="T12" fmla="*/ 0 w 2964"/>
                <a:gd name="T13" fmla="*/ 0 h 2736"/>
                <a:gd name="T14" fmla="*/ 0 w 2964"/>
                <a:gd name="T15" fmla="*/ 0 h 2736"/>
                <a:gd name="T16" fmla="*/ 0 w 2964"/>
                <a:gd name="T17" fmla="*/ 0 h 2736"/>
                <a:gd name="T18" fmla="*/ 0 w 2964"/>
                <a:gd name="T19" fmla="*/ 0 h 2736"/>
                <a:gd name="T20" fmla="*/ 0 w 2964"/>
                <a:gd name="T21" fmla="*/ 0 h 2736"/>
                <a:gd name="T22" fmla="*/ 0 w 2964"/>
                <a:gd name="T23" fmla="*/ 0 h 2736"/>
                <a:gd name="T24" fmla="*/ 0 w 2964"/>
                <a:gd name="T25" fmla="*/ 0 h 2736"/>
                <a:gd name="T26" fmla="*/ 0 w 2964"/>
                <a:gd name="T27" fmla="*/ 0 h 2736"/>
                <a:gd name="T28" fmla="*/ 0 w 2964"/>
                <a:gd name="T29" fmla="*/ 0 h 2736"/>
                <a:gd name="T30" fmla="*/ 0 w 2964"/>
                <a:gd name="T31" fmla="*/ 0 h 2736"/>
                <a:gd name="T32" fmla="*/ 0 w 2964"/>
                <a:gd name="T33" fmla="*/ 0 h 2736"/>
                <a:gd name="T34" fmla="*/ 0 w 2964"/>
                <a:gd name="T35" fmla="*/ 0 h 2736"/>
                <a:gd name="T36" fmla="*/ 0 w 2964"/>
                <a:gd name="T37" fmla="*/ 0 h 2736"/>
                <a:gd name="T38" fmla="*/ 0 w 2964"/>
                <a:gd name="T39" fmla="*/ 0 h 2736"/>
                <a:gd name="T40" fmla="*/ 0 w 2964"/>
                <a:gd name="T41" fmla="*/ 0 h 2736"/>
                <a:gd name="T42" fmla="*/ 0 w 2964"/>
                <a:gd name="T43" fmla="*/ 0 h 2736"/>
                <a:gd name="T44" fmla="*/ 0 w 2964"/>
                <a:gd name="T45" fmla="*/ 0 h 2736"/>
                <a:gd name="T46" fmla="*/ 0 w 2964"/>
                <a:gd name="T47" fmla="*/ 0 h 2736"/>
                <a:gd name="T48" fmla="*/ 0 w 2964"/>
                <a:gd name="T49" fmla="*/ 0 h 2736"/>
                <a:gd name="T50" fmla="*/ 0 w 2964"/>
                <a:gd name="T51" fmla="*/ 0 h 2736"/>
                <a:gd name="T52" fmla="*/ 0 w 2964"/>
                <a:gd name="T53" fmla="*/ 0 h 2736"/>
                <a:gd name="T54" fmla="*/ 0 w 2964"/>
                <a:gd name="T55" fmla="*/ 0 h 2736"/>
                <a:gd name="T56" fmla="*/ 0 w 2964"/>
                <a:gd name="T57" fmla="*/ 0 h 2736"/>
                <a:gd name="T58" fmla="*/ 0 w 2964"/>
                <a:gd name="T59" fmla="*/ 0 h 2736"/>
                <a:gd name="T60" fmla="*/ 0 w 2964"/>
                <a:gd name="T61" fmla="*/ 0 h 2736"/>
                <a:gd name="T62" fmla="*/ 0 w 2964"/>
                <a:gd name="T63" fmla="*/ 0 h 2736"/>
                <a:gd name="T64" fmla="*/ 0 w 2964"/>
                <a:gd name="T65" fmla="*/ 0 h 2736"/>
                <a:gd name="T66" fmla="*/ 0 w 2964"/>
                <a:gd name="T67" fmla="*/ 0 h 2736"/>
                <a:gd name="T68" fmla="*/ 0 w 2964"/>
                <a:gd name="T69" fmla="*/ 0 h 2736"/>
                <a:gd name="T70" fmla="*/ 0 w 2964"/>
                <a:gd name="T71" fmla="*/ 0 h 2736"/>
                <a:gd name="T72" fmla="*/ 0 w 2964"/>
                <a:gd name="T73" fmla="*/ 0 h 2736"/>
                <a:gd name="T74" fmla="*/ 0 w 2964"/>
                <a:gd name="T75" fmla="*/ 0 h 2736"/>
                <a:gd name="T76" fmla="*/ 0 w 2964"/>
                <a:gd name="T77" fmla="*/ 0 h 2736"/>
                <a:gd name="T78" fmla="*/ 0 w 2964"/>
                <a:gd name="T79" fmla="*/ 0 h 2736"/>
                <a:gd name="T80" fmla="*/ 0 w 2964"/>
                <a:gd name="T81" fmla="*/ 0 h 2736"/>
                <a:gd name="T82" fmla="*/ 0 w 2964"/>
                <a:gd name="T83" fmla="*/ 0 h 2736"/>
                <a:gd name="T84" fmla="*/ 0 w 2964"/>
                <a:gd name="T85" fmla="*/ 0 h 2736"/>
                <a:gd name="T86" fmla="*/ 0 w 2964"/>
                <a:gd name="T87" fmla="*/ 0 h 2736"/>
                <a:gd name="T88" fmla="*/ 0 w 2964"/>
                <a:gd name="T89" fmla="*/ 0 h 2736"/>
                <a:gd name="T90" fmla="*/ 0 w 2964"/>
                <a:gd name="T91" fmla="*/ 0 h 2736"/>
                <a:gd name="T92" fmla="*/ 0 w 2964"/>
                <a:gd name="T93" fmla="*/ 0 h 2736"/>
                <a:gd name="T94" fmla="*/ 0 w 2964"/>
                <a:gd name="T95" fmla="*/ 0 h 27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964"/>
                <a:gd name="T145" fmla="*/ 0 h 2736"/>
                <a:gd name="T146" fmla="*/ 2964 w 2964"/>
                <a:gd name="T147" fmla="*/ 2736 h 27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964" h="2736">
                  <a:moveTo>
                    <a:pt x="0" y="1140"/>
                  </a:moveTo>
                  <a:lnTo>
                    <a:pt x="561" y="816"/>
                  </a:lnTo>
                  <a:lnTo>
                    <a:pt x="852" y="912"/>
                  </a:lnTo>
                  <a:lnTo>
                    <a:pt x="1116" y="996"/>
                  </a:lnTo>
                  <a:lnTo>
                    <a:pt x="1668" y="1332"/>
                  </a:lnTo>
                  <a:lnTo>
                    <a:pt x="1860" y="1464"/>
                  </a:lnTo>
                  <a:lnTo>
                    <a:pt x="1992" y="1596"/>
                  </a:lnTo>
                  <a:lnTo>
                    <a:pt x="2100" y="1392"/>
                  </a:lnTo>
                  <a:lnTo>
                    <a:pt x="2148" y="1200"/>
                  </a:lnTo>
                  <a:lnTo>
                    <a:pt x="2184" y="1020"/>
                  </a:lnTo>
                  <a:lnTo>
                    <a:pt x="2220" y="720"/>
                  </a:lnTo>
                  <a:lnTo>
                    <a:pt x="2220" y="552"/>
                  </a:lnTo>
                  <a:lnTo>
                    <a:pt x="2208" y="384"/>
                  </a:lnTo>
                  <a:lnTo>
                    <a:pt x="2160" y="168"/>
                  </a:lnTo>
                  <a:lnTo>
                    <a:pt x="2100" y="0"/>
                  </a:lnTo>
                  <a:lnTo>
                    <a:pt x="2184" y="12"/>
                  </a:lnTo>
                  <a:lnTo>
                    <a:pt x="2352" y="72"/>
                  </a:lnTo>
                  <a:lnTo>
                    <a:pt x="2436" y="144"/>
                  </a:lnTo>
                  <a:lnTo>
                    <a:pt x="2520" y="204"/>
                  </a:lnTo>
                  <a:lnTo>
                    <a:pt x="2604" y="276"/>
                  </a:lnTo>
                  <a:lnTo>
                    <a:pt x="2712" y="396"/>
                  </a:lnTo>
                  <a:lnTo>
                    <a:pt x="2808" y="540"/>
                  </a:lnTo>
                  <a:lnTo>
                    <a:pt x="2880" y="684"/>
                  </a:lnTo>
                  <a:lnTo>
                    <a:pt x="2916" y="804"/>
                  </a:lnTo>
                  <a:lnTo>
                    <a:pt x="2940" y="960"/>
                  </a:lnTo>
                  <a:lnTo>
                    <a:pt x="2964" y="1116"/>
                  </a:lnTo>
                  <a:lnTo>
                    <a:pt x="2952" y="1248"/>
                  </a:lnTo>
                  <a:lnTo>
                    <a:pt x="2928" y="1368"/>
                  </a:lnTo>
                  <a:lnTo>
                    <a:pt x="2880" y="1428"/>
                  </a:lnTo>
                  <a:lnTo>
                    <a:pt x="2820" y="1500"/>
                  </a:lnTo>
                  <a:lnTo>
                    <a:pt x="2256" y="1826"/>
                  </a:lnTo>
                  <a:lnTo>
                    <a:pt x="2184" y="1860"/>
                  </a:lnTo>
                  <a:lnTo>
                    <a:pt x="2064" y="1728"/>
                  </a:lnTo>
                  <a:lnTo>
                    <a:pt x="1896" y="1980"/>
                  </a:lnTo>
                  <a:lnTo>
                    <a:pt x="1608" y="2244"/>
                  </a:lnTo>
                  <a:lnTo>
                    <a:pt x="1356" y="2448"/>
                  </a:lnTo>
                  <a:lnTo>
                    <a:pt x="960" y="2676"/>
                  </a:lnTo>
                  <a:lnTo>
                    <a:pt x="816" y="2736"/>
                  </a:lnTo>
                  <a:lnTo>
                    <a:pt x="828" y="2544"/>
                  </a:lnTo>
                  <a:lnTo>
                    <a:pt x="936" y="2196"/>
                  </a:lnTo>
                  <a:lnTo>
                    <a:pt x="888" y="1896"/>
                  </a:lnTo>
                  <a:lnTo>
                    <a:pt x="804" y="1656"/>
                  </a:lnTo>
                  <a:lnTo>
                    <a:pt x="696" y="1464"/>
                  </a:lnTo>
                  <a:lnTo>
                    <a:pt x="612" y="1356"/>
                  </a:lnTo>
                  <a:lnTo>
                    <a:pt x="408" y="1248"/>
                  </a:lnTo>
                  <a:lnTo>
                    <a:pt x="252" y="1188"/>
                  </a:lnTo>
                  <a:lnTo>
                    <a:pt x="120" y="1176"/>
                  </a:lnTo>
                  <a:lnTo>
                    <a:pt x="0" y="1140"/>
                  </a:lnTo>
                  <a:close/>
                </a:path>
              </a:pathLst>
            </a:custGeom>
            <a:gradFill rotWithShape="0">
              <a:gsLst>
                <a:gs pos="0">
                  <a:srgbClr val="1B5136"/>
                </a:gs>
                <a:gs pos="50000">
                  <a:srgbClr val="339966"/>
                </a:gs>
                <a:gs pos="100000">
                  <a:srgbClr val="1B5136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3EAA0FE1-B1A5-AC1A-44A4-47896BA4FCA8}"/>
                </a:ext>
              </a:extLst>
            </p:cNvPr>
            <p:cNvSpPr>
              <a:spLocks/>
            </p:cNvSpPr>
            <p:nvPr/>
          </p:nvSpPr>
          <p:spPr bwMode="auto">
            <a:xfrm>
              <a:off x="2626" y="575"/>
              <a:ext cx="754" cy="609"/>
            </a:xfrm>
            <a:custGeom>
              <a:avLst/>
              <a:gdLst>
                <a:gd name="T0" fmla="*/ 0 w 1752"/>
                <a:gd name="T1" fmla="*/ 0 h 1416"/>
                <a:gd name="T2" fmla="*/ 0 w 1752"/>
                <a:gd name="T3" fmla="*/ 0 h 1416"/>
                <a:gd name="T4" fmla="*/ 0 w 1752"/>
                <a:gd name="T5" fmla="*/ 0 h 1416"/>
                <a:gd name="T6" fmla="*/ 0 w 1752"/>
                <a:gd name="T7" fmla="*/ 0 h 1416"/>
                <a:gd name="T8" fmla="*/ 0 w 1752"/>
                <a:gd name="T9" fmla="*/ 0 h 1416"/>
                <a:gd name="T10" fmla="*/ 0 w 1752"/>
                <a:gd name="T11" fmla="*/ 0 h 1416"/>
                <a:gd name="T12" fmla="*/ 0 w 1752"/>
                <a:gd name="T13" fmla="*/ 0 h 1416"/>
                <a:gd name="T14" fmla="*/ 0 w 1752"/>
                <a:gd name="T15" fmla="*/ 0 h 1416"/>
                <a:gd name="T16" fmla="*/ 0 w 1752"/>
                <a:gd name="T17" fmla="*/ 0 h 1416"/>
                <a:gd name="T18" fmla="*/ 0 w 1752"/>
                <a:gd name="T19" fmla="*/ 0 h 1416"/>
                <a:gd name="T20" fmla="*/ 0 w 1752"/>
                <a:gd name="T21" fmla="*/ 0 h 1416"/>
                <a:gd name="T22" fmla="*/ 0 w 1752"/>
                <a:gd name="T23" fmla="*/ 0 h 1416"/>
                <a:gd name="T24" fmla="*/ 0 w 1752"/>
                <a:gd name="T25" fmla="*/ 0 h 1416"/>
                <a:gd name="T26" fmla="*/ 0 w 1752"/>
                <a:gd name="T27" fmla="*/ 0 h 1416"/>
                <a:gd name="T28" fmla="*/ 0 w 1752"/>
                <a:gd name="T29" fmla="*/ 0 h 1416"/>
                <a:gd name="T30" fmla="*/ 0 w 1752"/>
                <a:gd name="T31" fmla="*/ 0 h 1416"/>
                <a:gd name="T32" fmla="*/ 0 w 1752"/>
                <a:gd name="T33" fmla="*/ 0 h 141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752"/>
                <a:gd name="T52" fmla="*/ 0 h 1416"/>
                <a:gd name="T53" fmla="*/ 1752 w 1752"/>
                <a:gd name="T54" fmla="*/ 1416 h 141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752" h="1416">
                  <a:moveTo>
                    <a:pt x="1752" y="12"/>
                  </a:moveTo>
                  <a:lnTo>
                    <a:pt x="1752" y="612"/>
                  </a:lnTo>
                  <a:lnTo>
                    <a:pt x="1740" y="828"/>
                  </a:lnTo>
                  <a:lnTo>
                    <a:pt x="1704" y="972"/>
                  </a:lnTo>
                  <a:lnTo>
                    <a:pt x="1668" y="1128"/>
                  </a:lnTo>
                  <a:lnTo>
                    <a:pt x="1608" y="1284"/>
                  </a:lnTo>
                  <a:lnTo>
                    <a:pt x="1536" y="1416"/>
                  </a:lnTo>
                  <a:lnTo>
                    <a:pt x="1392" y="1296"/>
                  </a:lnTo>
                  <a:lnTo>
                    <a:pt x="1212" y="1152"/>
                  </a:lnTo>
                  <a:lnTo>
                    <a:pt x="1008" y="1020"/>
                  </a:lnTo>
                  <a:lnTo>
                    <a:pt x="828" y="924"/>
                  </a:lnTo>
                  <a:lnTo>
                    <a:pt x="576" y="780"/>
                  </a:lnTo>
                  <a:lnTo>
                    <a:pt x="396" y="708"/>
                  </a:lnTo>
                  <a:lnTo>
                    <a:pt x="192" y="636"/>
                  </a:lnTo>
                  <a:lnTo>
                    <a:pt x="0" y="600"/>
                  </a:lnTo>
                  <a:lnTo>
                    <a:pt x="0" y="0"/>
                  </a:lnTo>
                  <a:lnTo>
                    <a:pt x="1752" y="12"/>
                  </a:lnTo>
                  <a:close/>
                </a:path>
              </a:pathLst>
            </a:custGeom>
            <a:gradFill rotWithShape="0">
              <a:gsLst>
                <a:gs pos="0">
                  <a:srgbClr val="A00040"/>
                </a:gs>
                <a:gs pos="50000">
                  <a:srgbClr val="FF0066"/>
                </a:gs>
                <a:gs pos="100000">
                  <a:srgbClr val="A0004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5" name="Oval 6">
              <a:extLst>
                <a:ext uri="{FF2B5EF4-FFF2-40B4-BE49-F238E27FC236}">
                  <a16:creationId xmlns:a16="http://schemas.microsoft.com/office/drawing/2014/main" id="{A105519E-079B-4508-D7A3-9C3F9582F6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6" y="363"/>
              <a:ext cx="754" cy="444"/>
            </a:xfrm>
            <a:prstGeom prst="ellipse">
              <a:avLst/>
            </a:prstGeom>
            <a:solidFill>
              <a:srgbClr val="FF99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6" name="Freeform 7">
              <a:extLst>
                <a:ext uri="{FF2B5EF4-FFF2-40B4-BE49-F238E27FC236}">
                  <a16:creationId xmlns:a16="http://schemas.microsoft.com/office/drawing/2014/main" id="{205F5EF7-D986-98F4-9AD7-69F00C85BF2C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2" y="1179"/>
              <a:ext cx="738" cy="578"/>
            </a:xfrm>
            <a:custGeom>
              <a:avLst/>
              <a:gdLst>
                <a:gd name="T0" fmla="*/ 0 w 1716"/>
                <a:gd name="T1" fmla="*/ 0 h 1344"/>
                <a:gd name="T2" fmla="*/ 0 w 1716"/>
                <a:gd name="T3" fmla="*/ 0 h 1344"/>
                <a:gd name="T4" fmla="*/ 0 w 1716"/>
                <a:gd name="T5" fmla="*/ 0 h 1344"/>
                <a:gd name="T6" fmla="*/ 0 w 1716"/>
                <a:gd name="T7" fmla="*/ 0 h 1344"/>
                <a:gd name="T8" fmla="*/ 0 w 1716"/>
                <a:gd name="T9" fmla="*/ 0 h 1344"/>
                <a:gd name="T10" fmla="*/ 0 w 1716"/>
                <a:gd name="T11" fmla="*/ 0 h 1344"/>
                <a:gd name="T12" fmla="*/ 0 w 1716"/>
                <a:gd name="T13" fmla="*/ 0 h 1344"/>
                <a:gd name="T14" fmla="*/ 0 w 1716"/>
                <a:gd name="T15" fmla="*/ 0 h 1344"/>
                <a:gd name="T16" fmla="*/ 0 w 1716"/>
                <a:gd name="T17" fmla="*/ 0 h 1344"/>
                <a:gd name="T18" fmla="*/ 0 w 1716"/>
                <a:gd name="T19" fmla="*/ 0 h 1344"/>
                <a:gd name="T20" fmla="*/ 0 w 1716"/>
                <a:gd name="T21" fmla="*/ 0 h 1344"/>
                <a:gd name="T22" fmla="*/ 0 w 1716"/>
                <a:gd name="T23" fmla="*/ 0 h 1344"/>
                <a:gd name="T24" fmla="*/ 0 w 1716"/>
                <a:gd name="T25" fmla="*/ 0 h 1344"/>
                <a:gd name="T26" fmla="*/ 0 w 1716"/>
                <a:gd name="T27" fmla="*/ 0 h 1344"/>
                <a:gd name="T28" fmla="*/ 0 w 1716"/>
                <a:gd name="T29" fmla="*/ 0 h 1344"/>
                <a:gd name="T30" fmla="*/ 0 w 1716"/>
                <a:gd name="T31" fmla="*/ 0 h 1344"/>
                <a:gd name="T32" fmla="*/ 0 w 1716"/>
                <a:gd name="T33" fmla="*/ 0 h 1344"/>
                <a:gd name="T34" fmla="*/ 0 w 1716"/>
                <a:gd name="T35" fmla="*/ 0 h 1344"/>
                <a:gd name="T36" fmla="*/ 0 w 1716"/>
                <a:gd name="T37" fmla="*/ 0 h 1344"/>
                <a:gd name="T38" fmla="*/ 0 w 1716"/>
                <a:gd name="T39" fmla="*/ 0 h 1344"/>
                <a:gd name="T40" fmla="*/ 0 w 1716"/>
                <a:gd name="T41" fmla="*/ 0 h 1344"/>
                <a:gd name="T42" fmla="*/ 0 w 1716"/>
                <a:gd name="T43" fmla="*/ 0 h 1344"/>
                <a:gd name="T44" fmla="*/ 0 w 1716"/>
                <a:gd name="T45" fmla="*/ 0 h 1344"/>
                <a:gd name="T46" fmla="*/ 0 w 1716"/>
                <a:gd name="T47" fmla="*/ 0 h 1344"/>
                <a:gd name="T48" fmla="*/ 0 w 1716"/>
                <a:gd name="T49" fmla="*/ 0 h 1344"/>
                <a:gd name="T50" fmla="*/ 0 w 1716"/>
                <a:gd name="T51" fmla="*/ 0 h 1344"/>
                <a:gd name="T52" fmla="*/ 0 w 1716"/>
                <a:gd name="T53" fmla="*/ 0 h 1344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w 1716"/>
                <a:gd name="T82" fmla="*/ 0 h 1344"/>
                <a:gd name="T83" fmla="*/ 1716 w 1716"/>
                <a:gd name="T84" fmla="*/ 1344 h 1344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T81" t="T82" r="T83" b="T84"/>
              <a:pathLst>
                <a:path w="1716" h="1344">
                  <a:moveTo>
                    <a:pt x="1416" y="108"/>
                  </a:moveTo>
                  <a:lnTo>
                    <a:pt x="1320" y="240"/>
                  </a:lnTo>
                  <a:lnTo>
                    <a:pt x="1236" y="336"/>
                  </a:lnTo>
                  <a:lnTo>
                    <a:pt x="1140" y="432"/>
                  </a:lnTo>
                  <a:lnTo>
                    <a:pt x="1056" y="504"/>
                  </a:lnTo>
                  <a:lnTo>
                    <a:pt x="948" y="588"/>
                  </a:lnTo>
                  <a:lnTo>
                    <a:pt x="852" y="684"/>
                  </a:lnTo>
                  <a:lnTo>
                    <a:pt x="312" y="996"/>
                  </a:lnTo>
                  <a:lnTo>
                    <a:pt x="0" y="960"/>
                  </a:lnTo>
                  <a:lnTo>
                    <a:pt x="72" y="1032"/>
                  </a:lnTo>
                  <a:lnTo>
                    <a:pt x="144" y="1128"/>
                  </a:lnTo>
                  <a:lnTo>
                    <a:pt x="240" y="1176"/>
                  </a:lnTo>
                  <a:lnTo>
                    <a:pt x="372" y="1236"/>
                  </a:lnTo>
                  <a:lnTo>
                    <a:pt x="504" y="1296"/>
                  </a:lnTo>
                  <a:lnTo>
                    <a:pt x="648" y="1320"/>
                  </a:lnTo>
                  <a:lnTo>
                    <a:pt x="864" y="1344"/>
                  </a:lnTo>
                  <a:lnTo>
                    <a:pt x="1092" y="1308"/>
                  </a:lnTo>
                  <a:lnTo>
                    <a:pt x="1308" y="1248"/>
                  </a:lnTo>
                  <a:lnTo>
                    <a:pt x="1500" y="1140"/>
                  </a:lnTo>
                  <a:lnTo>
                    <a:pt x="1632" y="1032"/>
                  </a:lnTo>
                  <a:lnTo>
                    <a:pt x="1692" y="864"/>
                  </a:lnTo>
                  <a:lnTo>
                    <a:pt x="1716" y="684"/>
                  </a:lnTo>
                  <a:lnTo>
                    <a:pt x="1716" y="168"/>
                  </a:lnTo>
                  <a:lnTo>
                    <a:pt x="1656" y="108"/>
                  </a:lnTo>
                  <a:lnTo>
                    <a:pt x="1584" y="48"/>
                  </a:lnTo>
                  <a:lnTo>
                    <a:pt x="1500" y="0"/>
                  </a:lnTo>
                  <a:lnTo>
                    <a:pt x="1416" y="108"/>
                  </a:lnTo>
                  <a:close/>
                </a:path>
              </a:pathLst>
            </a:custGeom>
            <a:gradFill rotWithShape="0">
              <a:gsLst>
                <a:gs pos="0">
                  <a:srgbClr val="A50042"/>
                </a:gs>
                <a:gs pos="50000">
                  <a:srgbClr val="FF0066"/>
                </a:gs>
                <a:gs pos="100000">
                  <a:srgbClr val="A5004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7" name="Oval 8">
              <a:extLst>
                <a:ext uri="{FF2B5EF4-FFF2-40B4-BE49-F238E27FC236}">
                  <a16:creationId xmlns:a16="http://schemas.microsoft.com/office/drawing/2014/main" id="{24EAA09D-458B-9264-5CAB-9E5FAC05306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1875859">
              <a:off x="2362" y="900"/>
              <a:ext cx="472" cy="754"/>
            </a:xfrm>
            <a:prstGeom prst="ellipse">
              <a:avLst/>
            </a:prstGeom>
            <a:solidFill>
              <a:srgbClr val="33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aphicFrame>
        <p:nvGraphicFramePr>
          <p:cNvPr id="18" name="Object 58">
            <a:extLst>
              <a:ext uri="{FF2B5EF4-FFF2-40B4-BE49-F238E27FC236}">
                <a16:creationId xmlns:a16="http://schemas.microsoft.com/office/drawing/2014/main" id="{E09EF6B4-6B4B-582E-4CD4-8F477B5A5EC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9697273"/>
              </p:ext>
            </p:extLst>
          </p:nvPr>
        </p:nvGraphicFramePr>
        <p:xfrm>
          <a:off x="10488488" y="3750523"/>
          <a:ext cx="1333500" cy="1636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位图图像" r:id="rId7" imgW="2676899" imgH="3285714" progId="Paint.Picture">
                  <p:embed/>
                </p:oleObj>
              </mc:Choice>
              <mc:Fallback>
                <p:oleObj name="位图图像" r:id="rId7" imgW="2676899" imgH="3285714" progId="Paint.Picture">
                  <p:embed/>
                  <p:pic>
                    <p:nvPicPr>
                      <p:cNvPr id="18" name="Object 58">
                        <a:extLst>
                          <a:ext uri="{FF2B5EF4-FFF2-40B4-BE49-F238E27FC236}">
                            <a16:creationId xmlns:a16="http://schemas.microsoft.com/office/drawing/2014/main" id="{E09EF6B4-6B4B-582E-4CD4-8F477B5A5EC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88488" y="3750523"/>
                        <a:ext cx="1333500" cy="1636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9" name="Picture 55">
            <a:extLst>
              <a:ext uri="{FF2B5EF4-FFF2-40B4-BE49-F238E27FC236}">
                <a16:creationId xmlns:a16="http://schemas.microsoft.com/office/drawing/2014/main" id="{6BF42C3A-D18F-5691-BFC5-16EDD2DB94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0478"/>
          <a:stretch>
            <a:fillRect/>
          </a:stretch>
        </p:blipFill>
        <p:spPr bwMode="auto">
          <a:xfrm>
            <a:off x="4731007" y="1557285"/>
            <a:ext cx="1724025" cy="159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Text Box 5">
            <a:extLst>
              <a:ext uri="{FF2B5EF4-FFF2-40B4-BE49-F238E27FC236}">
                <a16:creationId xmlns:a16="http://schemas.microsoft.com/office/drawing/2014/main" id="{D2F8BBA7-1239-8786-4B57-06E51FFB31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8461" y="4491363"/>
            <a:ext cx="3469307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342900" marR="0" lvl="0" indent="-34290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Symbol" panose="05050102010706020507" pitchFamily="18" charset="2"/>
              <a:buChar char="·"/>
              <a:tabLst/>
              <a:defRPr/>
            </a:pPr>
            <a:r>
              <a:rPr kumimoji="1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相交立体对投影面的相对位置</a:t>
            </a:r>
          </a:p>
        </p:txBody>
      </p:sp>
      <p:sp>
        <p:nvSpPr>
          <p:cNvPr id="21" name="Text Box 8">
            <a:extLst>
              <a:ext uri="{FF2B5EF4-FFF2-40B4-BE49-F238E27FC236}">
                <a16:creationId xmlns:a16="http://schemas.microsoft.com/office/drawing/2014/main" id="{88DB2D5A-7F15-0C54-8F29-79D5742D85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8461" y="3993502"/>
            <a:ext cx="3518912" cy="49244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defPPr>
              <a:defRPr lang="zh-CN"/>
            </a:defPPr>
            <a:lvl1pPr marL="0" marR="0" lvl="0" indent="0" defTabSz="914400" eaLnBrk="0" latinLnBrk="0" hangingPunct="0">
              <a:lnSpc>
                <a:spcPct val="100000"/>
              </a:lnSpc>
              <a:buClrTx/>
              <a:buSzTx/>
              <a:buFontTx/>
              <a:buNone/>
              <a:tabLst/>
              <a:defRPr kumimoji="1" sz="2800" b="1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600" dirty="0"/>
              <a:t>相贯线的投影取决于：</a:t>
            </a:r>
          </a:p>
        </p:txBody>
      </p:sp>
      <p:sp>
        <p:nvSpPr>
          <p:cNvPr id="22" name="Text Box 5">
            <a:extLst>
              <a:ext uri="{FF2B5EF4-FFF2-40B4-BE49-F238E27FC236}">
                <a16:creationId xmlns:a16="http://schemas.microsoft.com/office/drawing/2014/main" id="{5E41E33A-9C10-0B00-EF41-4DBC6234E9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8461" y="2033869"/>
            <a:ext cx="259398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</a:t>
            </a:r>
            <a:r>
              <a:rPr kumimoji="1" lang="en-US" altLang="zh-CN" sz="28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 </a:t>
            </a:r>
            <a:r>
              <a:rPr kumimoji="1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相交立体的形状</a:t>
            </a:r>
          </a:p>
        </p:txBody>
      </p:sp>
      <p:sp>
        <p:nvSpPr>
          <p:cNvPr id="23" name="Text Box 8">
            <a:extLst>
              <a:ext uri="{FF2B5EF4-FFF2-40B4-BE49-F238E27FC236}">
                <a16:creationId xmlns:a16="http://schemas.microsoft.com/office/drawing/2014/main" id="{C77E499A-33E5-B373-A35D-DC01C57A95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8461" y="1594905"/>
            <a:ext cx="3518912" cy="49244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defPPr>
              <a:defRPr lang="zh-CN"/>
            </a:defPPr>
            <a:lvl1pPr marL="0" marR="0" lvl="0" indent="0" defTabSz="914400" eaLnBrk="0" latinLnBrk="0" hangingPunct="0">
              <a:lnSpc>
                <a:spcPct val="100000"/>
              </a:lnSpc>
              <a:buClrTx/>
              <a:buSzTx/>
              <a:buFontTx/>
              <a:buNone/>
              <a:tabLst/>
              <a:defRPr kumimoji="1" sz="2800" b="1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600" dirty="0"/>
              <a:t>相贯线的形状取决于：</a:t>
            </a:r>
          </a:p>
        </p:txBody>
      </p:sp>
      <p:sp>
        <p:nvSpPr>
          <p:cNvPr id="24" name="Text Box 5">
            <a:extLst>
              <a:ext uri="{FF2B5EF4-FFF2-40B4-BE49-F238E27FC236}">
                <a16:creationId xmlns:a16="http://schemas.microsoft.com/office/drawing/2014/main" id="{84FF7E01-A29C-2169-EB6D-2A955939BB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8461" y="2488222"/>
            <a:ext cx="320953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</a:t>
            </a:r>
            <a:r>
              <a:rPr kumimoji="1" lang="en-US" altLang="zh-CN" sz="28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 </a:t>
            </a:r>
            <a:r>
              <a:rPr kumimoji="1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相交立体的相对大小</a:t>
            </a:r>
          </a:p>
        </p:txBody>
      </p:sp>
      <p:sp>
        <p:nvSpPr>
          <p:cNvPr id="25" name="Text Box 5">
            <a:extLst>
              <a:ext uri="{FF2B5EF4-FFF2-40B4-BE49-F238E27FC236}">
                <a16:creationId xmlns:a16="http://schemas.microsoft.com/office/drawing/2014/main" id="{66989F20-4000-C04D-0E26-164589E818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8461" y="2942575"/>
            <a:ext cx="320953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</a:t>
            </a:r>
            <a:r>
              <a:rPr kumimoji="1" lang="en-US" altLang="zh-CN" sz="28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 </a:t>
            </a:r>
            <a:r>
              <a:rPr kumimoji="1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相交立体的相对位置</a:t>
            </a:r>
          </a:p>
        </p:txBody>
      </p:sp>
      <p:sp>
        <p:nvSpPr>
          <p:cNvPr id="26" name="灯片编号占位符 3">
            <a:extLst>
              <a:ext uri="{FF2B5EF4-FFF2-40B4-BE49-F238E27FC236}">
                <a16:creationId xmlns:a16="http://schemas.microsoft.com/office/drawing/2014/main" id="{22631E8E-BC72-ACBB-709E-ACEDD7A9D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40616" y="6425394"/>
            <a:ext cx="269625" cy="276999"/>
          </a:xfrm>
        </p:spPr>
        <p:txBody>
          <a:bodyPr wrap="none">
            <a:spAutoFit/>
          </a:bodyPr>
          <a:lstStyle/>
          <a:p>
            <a:fld id="{0A5DABDC-C7A3-4A62-BB87-5F550D6AD4B8}" type="slidenum">
              <a:rPr lang="en-US" altLang="zh-CN"/>
              <a:pPr/>
              <a:t>6</a:t>
            </a:fld>
            <a:endParaRPr lang="en-US" altLang="zh-CN" dirty="0"/>
          </a:p>
        </p:txBody>
      </p:sp>
      <p:sp>
        <p:nvSpPr>
          <p:cNvPr id="6" name="Text Box 18">
            <a:extLst>
              <a:ext uri="{FF2B5EF4-FFF2-40B4-BE49-F238E27FC236}">
                <a16:creationId xmlns:a16="http://schemas.microsoft.com/office/drawing/2014/main" id="{301521EC-C0BD-5D90-EA85-814833D81B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619" y="412176"/>
            <a:ext cx="45801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8.1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立体与立体相交简介</a:t>
            </a:r>
          </a:p>
        </p:txBody>
      </p:sp>
      <p:grpSp>
        <p:nvGrpSpPr>
          <p:cNvPr id="7" name="Group 15">
            <a:extLst>
              <a:ext uri="{FF2B5EF4-FFF2-40B4-BE49-F238E27FC236}">
                <a16:creationId xmlns:a16="http://schemas.microsoft.com/office/drawing/2014/main" id="{550B8F01-CB43-51E1-FAB2-8DDD3F71A2D5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951138" y="3811555"/>
            <a:ext cx="1283762" cy="1492994"/>
            <a:chOff x="4280" y="375"/>
            <a:chExt cx="1156" cy="1377"/>
          </a:xfrm>
        </p:grpSpPr>
        <p:sp>
          <p:nvSpPr>
            <p:cNvPr id="8" name="Freeform 16">
              <a:extLst>
                <a:ext uri="{FF2B5EF4-FFF2-40B4-BE49-F238E27FC236}">
                  <a16:creationId xmlns:a16="http://schemas.microsoft.com/office/drawing/2014/main" id="{5212E990-E3D0-BA26-0794-94A1DDC83B72}"/>
                </a:ext>
              </a:extLst>
            </p:cNvPr>
            <p:cNvSpPr>
              <a:spLocks/>
            </p:cNvSpPr>
            <p:nvPr/>
          </p:nvSpPr>
          <p:spPr bwMode="auto">
            <a:xfrm>
              <a:off x="4431" y="612"/>
              <a:ext cx="821" cy="1140"/>
            </a:xfrm>
            <a:custGeom>
              <a:avLst/>
              <a:gdLst>
                <a:gd name="T0" fmla="*/ 0 w 2028"/>
                <a:gd name="T1" fmla="*/ 0 h 2832"/>
                <a:gd name="T2" fmla="*/ 0 w 2028"/>
                <a:gd name="T3" fmla="*/ 0 h 2832"/>
                <a:gd name="T4" fmla="*/ 0 w 2028"/>
                <a:gd name="T5" fmla="*/ 0 h 2832"/>
                <a:gd name="T6" fmla="*/ 0 w 2028"/>
                <a:gd name="T7" fmla="*/ 0 h 2832"/>
                <a:gd name="T8" fmla="*/ 0 w 2028"/>
                <a:gd name="T9" fmla="*/ 0 h 2832"/>
                <a:gd name="T10" fmla="*/ 0 w 2028"/>
                <a:gd name="T11" fmla="*/ 0 h 2832"/>
                <a:gd name="T12" fmla="*/ 0 w 2028"/>
                <a:gd name="T13" fmla="*/ 0 h 2832"/>
                <a:gd name="T14" fmla="*/ 0 w 2028"/>
                <a:gd name="T15" fmla="*/ 0 h 2832"/>
                <a:gd name="T16" fmla="*/ 0 w 2028"/>
                <a:gd name="T17" fmla="*/ 0 h 2832"/>
                <a:gd name="T18" fmla="*/ 0 w 2028"/>
                <a:gd name="T19" fmla="*/ 0 h 2832"/>
                <a:gd name="T20" fmla="*/ 0 w 2028"/>
                <a:gd name="T21" fmla="*/ 0 h 2832"/>
                <a:gd name="T22" fmla="*/ 0 w 2028"/>
                <a:gd name="T23" fmla="*/ 0 h 2832"/>
                <a:gd name="T24" fmla="*/ 0 w 2028"/>
                <a:gd name="T25" fmla="*/ 0 h 2832"/>
                <a:gd name="T26" fmla="*/ 0 w 2028"/>
                <a:gd name="T27" fmla="*/ 0 h 2832"/>
                <a:gd name="T28" fmla="*/ 0 w 2028"/>
                <a:gd name="T29" fmla="*/ 0 h 2832"/>
                <a:gd name="T30" fmla="*/ 0 w 2028"/>
                <a:gd name="T31" fmla="*/ 0 h 2832"/>
                <a:gd name="T32" fmla="*/ 0 w 2028"/>
                <a:gd name="T33" fmla="*/ 0 h 2832"/>
                <a:gd name="T34" fmla="*/ 0 w 2028"/>
                <a:gd name="T35" fmla="*/ 0 h 2832"/>
                <a:gd name="T36" fmla="*/ 0 w 2028"/>
                <a:gd name="T37" fmla="*/ 0 h 2832"/>
                <a:gd name="T38" fmla="*/ 0 w 2028"/>
                <a:gd name="T39" fmla="*/ 0 h 2832"/>
                <a:gd name="T40" fmla="*/ 0 w 2028"/>
                <a:gd name="T41" fmla="*/ 0 h 2832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2028"/>
                <a:gd name="T64" fmla="*/ 0 h 2832"/>
                <a:gd name="T65" fmla="*/ 2028 w 2028"/>
                <a:gd name="T66" fmla="*/ 2832 h 2832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2028" h="2832">
                  <a:moveTo>
                    <a:pt x="0" y="48"/>
                  </a:moveTo>
                  <a:lnTo>
                    <a:pt x="0" y="2208"/>
                  </a:lnTo>
                  <a:lnTo>
                    <a:pt x="24" y="2304"/>
                  </a:lnTo>
                  <a:lnTo>
                    <a:pt x="96" y="2460"/>
                  </a:lnTo>
                  <a:lnTo>
                    <a:pt x="192" y="2556"/>
                  </a:lnTo>
                  <a:lnTo>
                    <a:pt x="336" y="2652"/>
                  </a:lnTo>
                  <a:lnTo>
                    <a:pt x="468" y="2724"/>
                  </a:lnTo>
                  <a:lnTo>
                    <a:pt x="636" y="2784"/>
                  </a:lnTo>
                  <a:lnTo>
                    <a:pt x="768" y="2820"/>
                  </a:lnTo>
                  <a:lnTo>
                    <a:pt x="936" y="2832"/>
                  </a:lnTo>
                  <a:lnTo>
                    <a:pt x="1116" y="2832"/>
                  </a:lnTo>
                  <a:lnTo>
                    <a:pt x="1296" y="2808"/>
                  </a:lnTo>
                  <a:lnTo>
                    <a:pt x="1452" y="2784"/>
                  </a:lnTo>
                  <a:lnTo>
                    <a:pt x="1596" y="2724"/>
                  </a:lnTo>
                  <a:lnTo>
                    <a:pt x="1716" y="2664"/>
                  </a:lnTo>
                  <a:lnTo>
                    <a:pt x="1836" y="2580"/>
                  </a:lnTo>
                  <a:lnTo>
                    <a:pt x="1944" y="2460"/>
                  </a:lnTo>
                  <a:lnTo>
                    <a:pt x="2016" y="2328"/>
                  </a:lnTo>
                  <a:lnTo>
                    <a:pt x="2028" y="2208"/>
                  </a:lnTo>
                  <a:lnTo>
                    <a:pt x="2028" y="0"/>
                  </a:lnTo>
                  <a:lnTo>
                    <a:pt x="0" y="48"/>
                  </a:lnTo>
                  <a:close/>
                </a:path>
              </a:pathLst>
            </a:custGeom>
            <a:gradFill rotWithShape="0">
              <a:gsLst>
                <a:gs pos="0">
                  <a:srgbClr val="76002F"/>
                </a:gs>
                <a:gs pos="50000">
                  <a:srgbClr val="FF0066"/>
                </a:gs>
                <a:gs pos="100000">
                  <a:srgbClr val="76002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" name="Oval 17">
              <a:extLst>
                <a:ext uri="{FF2B5EF4-FFF2-40B4-BE49-F238E27FC236}">
                  <a16:creationId xmlns:a16="http://schemas.microsoft.com/office/drawing/2014/main" id="{FE051E9C-330C-D578-ADCD-70ED5897AC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31" y="375"/>
              <a:ext cx="817" cy="488"/>
            </a:xfrm>
            <a:prstGeom prst="ellipse">
              <a:avLst/>
            </a:prstGeom>
            <a:solidFill>
              <a:srgbClr val="FF99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" name="Freeform 18">
              <a:extLst>
                <a:ext uri="{FF2B5EF4-FFF2-40B4-BE49-F238E27FC236}">
                  <a16:creationId xmlns:a16="http://schemas.microsoft.com/office/drawing/2014/main" id="{245B2490-CCB2-AFE0-A3D2-9CDD217767BF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0" y="955"/>
              <a:ext cx="541" cy="584"/>
            </a:xfrm>
            <a:custGeom>
              <a:avLst/>
              <a:gdLst>
                <a:gd name="T0" fmla="*/ 0 w 1344"/>
                <a:gd name="T1" fmla="*/ 0 h 1452"/>
                <a:gd name="T2" fmla="*/ 0 w 1344"/>
                <a:gd name="T3" fmla="*/ 0 h 1452"/>
                <a:gd name="T4" fmla="*/ 0 w 1344"/>
                <a:gd name="T5" fmla="*/ 0 h 1452"/>
                <a:gd name="T6" fmla="*/ 0 w 1344"/>
                <a:gd name="T7" fmla="*/ 0 h 1452"/>
                <a:gd name="T8" fmla="*/ 0 w 1344"/>
                <a:gd name="T9" fmla="*/ 0 h 1452"/>
                <a:gd name="T10" fmla="*/ 0 w 1344"/>
                <a:gd name="T11" fmla="*/ 0 h 1452"/>
                <a:gd name="T12" fmla="*/ 0 w 1344"/>
                <a:gd name="T13" fmla="*/ 0 h 1452"/>
                <a:gd name="T14" fmla="*/ 0 w 1344"/>
                <a:gd name="T15" fmla="*/ 0 h 1452"/>
                <a:gd name="T16" fmla="*/ 0 w 1344"/>
                <a:gd name="T17" fmla="*/ 0 h 1452"/>
                <a:gd name="T18" fmla="*/ 0 w 1344"/>
                <a:gd name="T19" fmla="*/ 0 h 1452"/>
                <a:gd name="T20" fmla="*/ 0 w 1344"/>
                <a:gd name="T21" fmla="*/ 0 h 1452"/>
                <a:gd name="T22" fmla="*/ 0 w 1344"/>
                <a:gd name="T23" fmla="*/ 0 h 1452"/>
                <a:gd name="T24" fmla="*/ 0 w 1344"/>
                <a:gd name="T25" fmla="*/ 0 h 1452"/>
                <a:gd name="T26" fmla="*/ 0 w 1344"/>
                <a:gd name="T27" fmla="*/ 0 h 1452"/>
                <a:gd name="T28" fmla="*/ 0 w 1344"/>
                <a:gd name="T29" fmla="*/ 0 h 1452"/>
                <a:gd name="T30" fmla="*/ 0 w 1344"/>
                <a:gd name="T31" fmla="*/ 0 h 1452"/>
                <a:gd name="T32" fmla="*/ 0 w 1344"/>
                <a:gd name="T33" fmla="*/ 0 h 1452"/>
                <a:gd name="T34" fmla="*/ 0 w 1344"/>
                <a:gd name="T35" fmla="*/ 0 h 1452"/>
                <a:gd name="T36" fmla="*/ 0 w 1344"/>
                <a:gd name="T37" fmla="*/ 0 h 1452"/>
                <a:gd name="T38" fmla="*/ 0 w 1344"/>
                <a:gd name="T39" fmla="*/ 0 h 1452"/>
                <a:gd name="T40" fmla="*/ 0 w 1344"/>
                <a:gd name="T41" fmla="*/ 0 h 1452"/>
                <a:gd name="T42" fmla="*/ 0 w 1344"/>
                <a:gd name="T43" fmla="*/ 0 h 1452"/>
                <a:gd name="T44" fmla="*/ 0 w 1344"/>
                <a:gd name="T45" fmla="*/ 0 h 1452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w 1344"/>
                <a:gd name="T70" fmla="*/ 0 h 1452"/>
                <a:gd name="T71" fmla="*/ 1344 w 1344"/>
                <a:gd name="T72" fmla="*/ 1452 h 1452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T69" t="T70" r="T71" b="T72"/>
              <a:pathLst>
                <a:path w="1344" h="1452">
                  <a:moveTo>
                    <a:pt x="0" y="168"/>
                  </a:moveTo>
                  <a:lnTo>
                    <a:pt x="192" y="216"/>
                  </a:lnTo>
                  <a:lnTo>
                    <a:pt x="420" y="348"/>
                  </a:lnTo>
                  <a:lnTo>
                    <a:pt x="660" y="576"/>
                  </a:lnTo>
                  <a:lnTo>
                    <a:pt x="756" y="804"/>
                  </a:lnTo>
                  <a:lnTo>
                    <a:pt x="792" y="1080"/>
                  </a:lnTo>
                  <a:lnTo>
                    <a:pt x="732" y="1308"/>
                  </a:lnTo>
                  <a:lnTo>
                    <a:pt x="696" y="1452"/>
                  </a:lnTo>
                  <a:lnTo>
                    <a:pt x="1008" y="1272"/>
                  </a:lnTo>
                  <a:lnTo>
                    <a:pt x="1140" y="1176"/>
                  </a:lnTo>
                  <a:lnTo>
                    <a:pt x="1236" y="1056"/>
                  </a:lnTo>
                  <a:lnTo>
                    <a:pt x="1308" y="936"/>
                  </a:lnTo>
                  <a:lnTo>
                    <a:pt x="1344" y="780"/>
                  </a:lnTo>
                  <a:lnTo>
                    <a:pt x="1344" y="636"/>
                  </a:lnTo>
                  <a:lnTo>
                    <a:pt x="1296" y="504"/>
                  </a:lnTo>
                  <a:lnTo>
                    <a:pt x="1200" y="396"/>
                  </a:lnTo>
                  <a:lnTo>
                    <a:pt x="1080" y="312"/>
                  </a:lnTo>
                  <a:lnTo>
                    <a:pt x="900" y="216"/>
                  </a:lnTo>
                  <a:lnTo>
                    <a:pt x="732" y="144"/>
                  </a:lnTo>
                  <a:lnTo>
                    <a:pt x="528" y="84"/>
                  </a:lnTo>
                  <a:lnTo>
                    <a:pt x="408" y="36"/>
                  </a:lnTo>
                  <a:lnTo>
                    <a:pt x="276" y="0"/>
                  </a:lnTo>
                  <a:lnTo>
                    <a:pt x="0" y="168"/>
                  </a:lnTo>
                  <a:close/>
                </a:path>
              </a:pathLst>
            </a:custGeom>
            <a:gradFill rotWithShape="0">
              <a:gsLst>
                <a:gs pos="0">
                  <a:srgbClr val="18472F"/>
                </a:gs>
                <a:gs pos="50000">
                  <a:srgbClr val="339966"/>
                </a:gs>
                <a:gs pos="100000">
                  <a:srgbClr val="18472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" name="Oval 19">
              <a:extLst>
                <a:ext uri="{FF2B5EF4-FFF2-40B4-BE49-F238E27FC236}">
                  <a16:creationId xmlns:a16="http://schemas.microsoft.com/office/drawing/2014/main" id="{418ECB65-DDF9-74F0-0988-C62A1B1B9B7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1847301">
              <a:off x="4280" y="983"/>
              <a:ext cx="368" cy="587"/>
            </a:xfrm>
            <a:prstGeom prst="ellipse">
              <a:avLst/>
            </a:prstGeom>
            <a:solidFill>
              <a:srgbClr val="33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" name="Freeform 20">
              <a:extLst>
                <a:ext uri="{FF2B5EF4-FFF2-40B4-BE49-F238E27FC236}">
                  <a16:creationId xmlns:a16="http://schemas.microsoft.com/office/drawing/2014/main" id="{08F7B240-5296-E72B-20D1-F1F91664387F}"/>
                </a:ext>
              </a:extLst>
            </p:cNvPr>
            <p:cNvSpPr>
              <a:spLocks/>
            </p:cNvSpPr>
            <p:nvPr/>
          </p:nvSpPr>
          <p:spPr bwMode="auto">
            <a:xfrm>
              <a:off x="5223" y="612"/>
              <a:ext cx="213" cy="551"/>
            </a:xfrm>
            <a:custGeom>
              <a:avLst/>
              <a:gdLst>
                <a:gd name="T0" fmla="*/ 0 w 528"/>
                <a:gd name="T1" fmla="*/ 0 h 1368"/>
                <a:gd name="T2" fmla="*/ 0 w 528"/>
                <a:gd name="T3" fmla="*/ 0 h 1368"/>
                <a:gd name="T4" fmla="*/ 0 w 528"/>
                <a:gd name="T5" fmla="*/ 0 h 1368"/>
                <a:gd name="T6" fmla="*/ 0 w 528"/>
                <a:gd name="T7" fmla="*/ 0 h 1368"/>
                <a:gd name="T8" fmla="*/ 0 w 528"/>
                <a:gd name="T9" fmla="*/ 0 h 1368"/>
                <a:gd name="T10" fmla="*/ 0 w 528"/>
                <a:gd name="T11" fmla="*/ 0 h 1368"/>
                <a:gd name="T12" fmla="*/ 0 w 528"/>
                <a:gd name="T13" fmla="*/ 0 h 1368"/>
                <a:gd name="T14" fmla="*/ 0 w 528"/>
                <a:gd name="T15" fmla="*/ 0 h 1368"/>
                <a:gd name="T16" fmla="*/ 0 w 528"/>
                <a:gd name="T17" fmla="*/ 0 h 1368"/>
                <a:gd name="T18" fmla="*/ 0 w 528"/>
                <a:gd name="T19" fmla="*/ 0 h 1368"/>
                <a:gd name="T20" fmla="*/ 0 w 528"/>
                <a:gd name="T21" fmla="*/ 0 h 1368"/>
                <a:gd name="T22" fmla="*/ 0 w 528"/>
                <a:gd name="T23" fmla="*/ 0 h 1368"/>
                <a:gd name="T24" fmla="*/ 0 w 528"/>
                <a:gd name="T25" fmla="*/ 0 h 1368"/>
                <a:gd name="T26" fmla="*/ 0 w 528"/>
                <a:gd name="T27" fmla="*/ 0 h 1368"/>
                <a:gd name="T28" fmla="*/ 0 w 528"/>
                <a:gd name="T29" fmla="*/ 0 h 1368"/>
                <a:gd name="T30" fmla="*/ 0 w 528"/>
                <a:gd name="T31" fmla="*/ 0 h 1368"/>
                <a:gd name="T32" fmla="*/ 0 w 528"/>
                <a:gd name="T33" fmla="*/ 0 h 1368"/>
                <a:gd name="T34" fmla="*/ 0 w 528"/>
                <a:gd name="T35" fmla="*/ 0 h 1368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528"/>
                <a:gd name="T55" fmla="*/ 0 h 1368"/>
                <a:gd name="T56" fmla="*/ 528 w 528"/>
                <a:gd name="T57" fmla="*/ 1368 h 1368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528" h="1368">
                  <a:moveTo>
                    <a:pt x="72" y="0"/>
                  </a:moveTo>
                  <a:lnTo>
                    <a:pt x="72" y="684"/>
                  </a:lnTo>
                  <a:lnTo>
                    <a:pt x="36" y="876"/>
                  </a:lnTo>
                  <a:lnTo>
                    <a:pt x="0" y="1044"/>
                  </a:lnTo>
                  <a:lnTo>
                    <a:pt x="0" y="1152"/>
                  </a:lnTo>
                  <a:lnTo>
                    <a:pt x="36" y="1284"/>
                  </a:lnTo>
                  <a:lnTo>
                    <a:pt x="60" y="1368"/>
                  </a:lnTo>
                  <a:lnTo>
                    <a:pt x="413" y="1164"/>
                  </a:lnTo>
                  <a:lnTo>
                    <a:pt x="492" y="1056"/>
                  </a:lnTo>
                  <a:lnTo>
                    <a:pt x="528" y="924"/>
                  </a:lnTo>
                  <a:lnTo>
                    <a:pt x="528" y="768"/>
                  </a:lnTo>
                  <a:lnTo>
                    <a:pt x="516" y="612"/>
                  </a:lnTo>
                  <a:lnTo>
                    <a:pt x="480" y="480"/>
                  </a:lnTo>
                  <a:lnTo>
                    <a:pt x="420" y="372"/>
                  </a:lnTo>
                  <a:lnTo>
                    <a:pt x="348" y="252"/>
                  </a:lnTo>
                  <a:lnTo>
                    <a:pt x="264" y="144"/>
                  </a:lnTo>
                  <a:lnTo>
                    <a:pt x="180" y="60"/>
                  </a:lnTo>
                  <a:lnTo>
                    <a:pt x="72" y="0"/>
                  </a:lnTo>
                  <a:close/>
                </a:path>
              </a:pathLst>
            </a:custGeom>
            <a:gradFill rotWithShape="0">
              <a:gsLst>
                <a:gs pos="0">
                  <a:srgbClr val="18472F"/>
                </a:gs>
                <a:gs pos="100000">
                  <a:srgbClr val="339966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aphicFrame>
        <p:nvGraphicFramePr>
          <p:cNvPr id="29" name="Object 26">
            <a:extLst>
              <a:ext uri="{FF2B5EF4-FFF2-40B4-BE49-F238E27FC236}">
                <a16:creationId xmlns:a16="http://schemas.microsoft.com/office/drawing/2014/main" id="{5DFADBB1-C297-285E-AFCD-FB1500CC769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8864151"/>
              </p:ext>
            </p:extLst>
          </p:nvPr>
        </p:nvGraphicFramePr>
        <p:xfrm>
          <a:off x="8440052" y="3750808"/>
          <a:ext cx="1727200" cy="1614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位图图像" r:id="rId10" imgW="2343477" imgH="2190476" progId="Paint.Picture">
                  <p:embed/>
                </p:oleObj>
              </mc:Choice>
              <mc:Fallback>
                <p:oleObj name="位图图像" r:id="rId10" imgW="2343477" imgH="2190476" progId="Paint.Picture">
                  <p:embed/>
                  <p:pic>
                    <p:nvPicPr>
                      <p:cNvPr id="29" name="Object 26">
                        <a:extLst>
                          <a:ext uri="{FF2B5EF4-FFF2-40B4-BE49-F238E27FC236}">
                            <a16:creationId xmlns:a16="http://schemas.microsoft.com/office/drawing/2014/main" id="{5DFADBB1-C297-285E-AFCD-FB1500CC769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40052" y="3750808"/>
                        <a:ext cx="1727200" cy="1614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64888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  <p:bldP spid="22" grpId="0"/>
      <p:bldP spid="23" grpId="0"/>
      <p:bldP spid="24" grpId="0"/>
      <p:bldP spid="2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CEA442-03C0-19B9-0A4A-9A64AE958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>
            <a:extLst>
              <a:ext uri="{FF2B5EF4-FFF2-40B4-BE49-F238E27FC236}">
                <a16:creationId xmlns:a16="http://schemas.microsoft.com/office/drawing/2014/main" id="{73DA5FDC-8A17-01E3-139E-F01CD84AC7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7495" y="1203168"/>
            <a:ext cx="2852063" cy="49244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相贯线的主要性质</a:t>
            </a:r>
          </a:p>
        </p:txBody>
      </p:sp>
      <p:sp>
        <p:nvSpPr>
          <p:cNvPr id="3" name="Text Box 3">
            <a:extLst>
              <a:ext uri="{FF2B5EF4-FFF2-40B4-BE49-F238E27FC236}">
                <a16:creationId xmlns:a16="http://schemas.microsoft.com/office/drawing/2014/main" id="{859A704E-CD66-ACBF-06E6-2FC388E6A7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9982" y="4404709"/>
            <a:ext cx="145424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342900" indent="-34290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公有性</a:t>
            </a:r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1D71EDA6-E041-4FD3-F574-F26C3744C8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9982" y="1728599"/>
            <a:ext cx="145424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342900" indent="-34290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表面性</a:t>
            </a:r>
          </a:p>
        </p:txBody>
      </p:sp>
      <p:sp>
        <p:nvSpPr>
          <p:cNvPr id="5" name="Text Box 5">
            <a:extLst>
              <a:ext uri="{FF2B5EF4-FFF2-40B4-BE49-F238E27FC236}">
                <a16:creationId xmlns:a16="http://schemas.microsoft.com/office/drawing/2014/main" id="{F3EEC80F-42DD-4FE3-7637-B49C602695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979" y="2198372"/>
            <a:ext cx="418576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相贯线位于两立体的表面上。</a:t>
            </a:r>
          </a:p>
        </p:txBody>
      </p:sp>
      <p:sp>
        <p:nvSpPr>
          <p:cNvPr id="6" name="Text Box 6">
            <a:extLst>
              <a:ext uri="{FF2B5EF4-FFF2-40B4-BE49-F238E27FC236}">
                <a16:creationId xmlns:a16="http://schemas.microsoft.com/office/drawing/2014/main" id="{32B3BDD4-9C8B-5EE9-DC94-3A88333768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17584" y="4873324"/>
            <a:ext cx="449353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相贯线是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两立体表面的共有线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7" name="Text Box 7">
            <a:extLst>
              <a:ext uri="{FF2B5EF4-FFF2-40B4-BE49-F238E27FC236}">
                <a16:creationId xmlns:a16="http://schemas.microsoft.com/office/drawing/2014/main" id="{F6041C04-E183-D3F9-69E3-FAE7645FAF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9982" y="2841983"/>
            <a:ext cx="145424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342900" indent="-34290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封闭性</a:t>
            </a:r>
          </a:p>
        </p:txBody>
      </p:sp>
      <p:sp>
        <p:nvSpPr>
          <p:cNvPr id="8" name="Text Box 8">
            <a:extLst>
              <a:ext uri="{FF2B5EF4-FFF2-40B4-BE49-F238E27FC236}">
                <a16:creationId xmlns:a16="http://schemas.microsoft.com/office/drawing/2014/main" id="{3CE97E95-4FA7-1665-7C5B-90D2A9593D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17584" y="3311756"/>
            <a:ext cx="6032421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just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相贯线一般是</a:t>
            </a:r>
            <a:r>
              <a:rPr kumimoji="1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封闭的空间折线</a:t>
            </a:r>
            <a:r>
              <a:rPr kumimoji="1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（通常由直线</a:t>
            </a:r>
            <a:endParaRPr kumimoji="1" lang="en-US" altLang="zh-CN" sz="24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just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和曲线组成）</a:t>
            </a:r>
            <a:r>
              <a:rPr kumimoji="1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或空间曲线。</a:t>
            </a:r>
          </a:p>
        </p:txBody>
      </p:sp>
      <p:sp>
        <p:nvSpPr>
          <p:cNvPr id="9" name="Text Box 5">
            <a:extLst>
              <a:ext uri="{FF2B5EF4-FFF2-40B4-BE49-F238E27FC236}">
                <a16:creationId xmlns:a16="http://schemas.microsoft.com/office/drawing/2014/main" id="{0A892274-2B53-1C6B-1EFB-3EFFBFDC80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17584" y="5351155"/>
            <a:ext cx="6032421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其作图实质是找出相贯的两立体表面的若干</a:t>
            </a:r>
            <a:endParaRPr lang="en-US" altLang="zh-CN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公有点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的投影。</a:t>
            </a:r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8444202F-858F-B022-A044-4A291CCE38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18000" contras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76222" y="1871998"/>
            <a:ext cx="1654175" cy="1357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4">
            <a:extLst>
              <a:ext uri="{FF2B5EF4-FFF2-40B4-BE49-F238E27FC236}">
                <a16:creationId xmlns:a16="http://schemas.microsoft.com/office/drawing/2014/main" id="{EB223AD2-8483-B6F0-629E-91A2D74527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lum bright="18000" contras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3348" y="3933055"/>
            <a:ext cx="1584325" cy="1327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2" name="Group 26">
            <a:extLst>
              <a:ext uri="{FF2B5EF4-FFF2-40B4-BE49-F238E27FC236}">
                <a16:creationId xmlns:a16="http://schemas.microsoft.com/office/drawing/2014/main" id="{D6B89C86-AADE-A303-D18C-F4DD5B949D0E}"/>
              </a:ext>
            </a:extLst>
          </p:cNvPr>
          <p:cNvGrpSpPr>
            <a:grpSpLocks/>
          </p:cNvGrpSpPr>
          <p:nvPr/>
        </p:nvGrpSpPr>
        <p:grpSpPr bwMode="auto">
          <a:xfrm>
            <a:off x="9983378" y="3924324"/>
            <a:ext cx="1439863" cy="1344613"/>
            <a:chOff x="2444" y="1408"/>
            <a:chExt cx="1089" cy="1011"/>
          </a:xfrm>
        </p:grpSpPr>
        <p:sp>
          <p:nvSpPr>
            <p:cNvPr id="13" name="Freeform 27">
              <a:extLst>
                <a:ext uri="{FF2B5EF4-FFF2-40B4-BE49-F238E27FC236}">
                  <a16:creationId xmlns:a16="http://schemas.microsoft.com/office/drawing/2014/main" id="{50BC0DB4-DC0F-00FB-A50A-DEE436D8449F}"/>
                </a:ext>
              </a:extLst>
            </p:cNvPr>
            <p:cNvSpPr>
              <a:spLocks/>
            </p:cNvSpPr>
            <p:nvPr/>
          </p:nvSpPr>
          <p:spPr bwMode="auto">
            <a:xfrm>
              <a:off x="2498" y="1408"/>
              <a:ext cx="1035" cy="968"/>
            </a:xfrm>
            <a:custGeom>
              <a:avLst/>
              <a:gdLst>
                <a:gd name="T0" fmla="*/ 0 w 1333"/>
                <a:gd name="T1" fmla="*/ 226 h 1246"/>
                <a:gd name="T2" fmla="*/ 170 w 1333"/>
                <a:gd name="T3" fmla="*/ 131 h 1246"/>
                <a:gd name="T4" fmla="*/ 180 w 1333"/>
                <a:gd name="T5" fmla="*/ 163 h 1246"/>
                <a:gd name="T6" fmla="*/ 200 w 1333"/>
                <a:gd name="T7" fmla="*/ 177 h 1246"/>
                <a:gd name="T8" fmla="*/ 248 w 1333"/>
                <a:gd name="T9" fmla="*/ 213 h 1246"/>
                <a:gd name="T10" fmla="*/ 309 w 1333"/>
                <a:gd name="T11" fmla="*/ 228 h 1246"/>
                <a:gd name="T12" fmla="*/ 376 w 1333"/>
                <a:gd name="T13" fmla="*/ 208 h 1246"/>
                <a:gd name="T14" fmla="*/ 403 w 1333"/>
                <a:gd name="T15" fmla="*/ 150 h 1246"/>
                <a:gd name="T16" fmla="*/ 393 w 1333"/>
                <a:gd name="T17" fmla="*/ 107 h 1246"/>
                <a:gd name="T18" fmla="*/ 368 w 1333"/>
                <a:gd name="T19" fmla="*/ 74 h 1246"/>
                <a:gd name="T20" fmla="*/ 340 w 1333"/>
                <a:gd name="T21" fmla="*/ 54 h 1246"/>
                <a:gd name="T22" fmla="*/ 313 w 1333"/>
                <a:gd name="T23" fmla="*/ 48 h 1246"/>
                <a:gd name="T24" fmla="*/ 378 w 1333"/>
                <a:gd name="T25" fmla="*/ 7 h 1246"/>
                <a:gd name="T26" fmla="*/ 406 w 1333"/>
                <a:gd name="T27" fmla="*/ 0 h 1246"/>
                <a:gd name="T28" fmla="*/ 441 w 1333"/>
                <a:gd name="T29" fmla="*/ 5 h 1246"/>
                <a:gd name="T30" fmla="*/ 469 w 1333"/>
                <a:gd name="T31" fmla="*/ 12 h 1246"/>
                <a:gd name="T32" fmla="*/ 502 w 1333"/>
                <a:gd name="T33" fmla="*/ 33 h 1246"/>
                <a:gd name="T34" fmla="*/ 527 w 1333"/>
                <a:gd name="T35" fmla="*/ 54 h 1246"/>
                <a:gd name="T36" fmla="*/ 553 w 1333"/>
                <a:gd name="T37" fmla="*/ 79 h 1246"/>
                <a:gd name="T38" fmla="*/ 571 w 1333"/>
                <a:gd name="T39" fmla="*/ 104 h 1246"/>
                <a:gd name="T40" fmla="*/ 596 w 1333"/>
                <a:gd name="T41" fmla="*/ 145 h 1246"/>
                <a:gd name="T42" fmla="*/ 613 w 1333"/>
                <a:gd name="T43" fmla="*/ 183 h 1246"/>
                <a:gd name="T44" fmla="*/ 622 w 1333"/>
                <a:gd name="T45" fmla="*/ 228 h 1246"/>
                <a:gd name="T46" fmla="*/ 624 w 1333"/>
                <a:gd name="T47" fmla="*/ 263 h 1246"/>
                <a:gd name="T48" fmla="*/ 616 w 1333"/>
                <a:gd name="T49" fmla="*/ 308 h 1246"/>
                <a:gd name="T50" fmla="*/ 604 w 1333"/>
                <a:gd name="T51" fmla="*/ 338 h 1246"/>
                <a:gd name="T52" fmla="*/ 581 w 1333"/>
                <a:gd name="T53" fmla="*/ 360 h 1246"/>
                <a:gd name="T54" fmla="*/ 439 w 1333"/>
                <a:gd name="T55" fmla="*/ 447 h 1246"/>
                <a:gd name="T56" fmla="*/ 416 w 1333"/>
                <a:gd name="T57" fmla="*/ 450 h 1246"/>
                <a:gd name="T58" fmla="*/ 393 w 1333"/>
                <a:gd name="T59" fmla="*/ 455 h 1246"/>
                <a:gd name="T60" fmla="*/ 370 w 1333"/>
                <a:gd name="T61" fmla="*/ 463 h 1246"/>
                <a:gd name="T62" fmla="*/ 349 w 1333"/>
                <a:gd name="T63" fmla="*/ 483 h 1246"/>
                <a:gd name="T64" fmla="*/ 328 w 1333"/>
                <a:gd name="T65" fmla="*/ 510 h 1246"/>
                <a:gd name="T66" fmla="*/ 194 w 1333"/>
                <a:gd name="T67" fmla="*/ 584 h 1246"/>
                <a:gd name="T68" fmla="*/ 221 w 1333"/>
                <a:gd name="T69" fmla="*/ 556 h 1246"/>
                <a:gd name="T70" fmla="*/ 236 w 1333"/>
                <a:gd name="T71" fmla="*/ 518 h 1246"/>
                <a:gd name="T72" fmla="*/ 238 w 1333"/>
                <a:gd name="T73" fmla="*/ 469 h 1246"/>
                <a:gd name="T74" fmla="*/ 228 w 1333"/>
                <a:gd name="T75" fmla="*/ 430 h 1246"/>
                <a:gd name="T76" fmla="*/ 213 w 1333"/>
                <a:gd name="T77" fmla="*/ 373 h 1246"/>
                <a:gd name="T78" fmla="*/ 185 w 1333"/>
                <a:gd name="T79" fmla="*/ 330 h 1246"/>
                <a:gd name="T80" fmla="*/ 134 w 1333"/>
                <a:gd name="T81" fmla="*/ 280 h 1246"/>
                <a:gd name="T82" fmla="*/ 71 w 1333"/>
                <a:gd name="T83" fmla="*/ 246 h 1246"/>
                <a:gd name="T84" fmla="*/ 0 w 1333"/>
                <a:gd name="T85" fmla="*/ 226 h 124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1333" h="1246">
                  <a:moveTo>
                    <a:pt x="0" y="482"/>
                  </a:moveTo>
                  <a:lnTo>
                    <a:pt x="363" y="279"/>
                  </a:lnTo>
                  <a:lnTo>
                    <a:pt x="385" y="347"/>
                  </a:lnTo>
                  <a:lnTo>
                    <a:pt x="428" y="379"/>
                  </a:lnTo>
                  <a:lnTo>
                    <a:pt x="531" y="455"/>
                  </a:lnTo>
                  <a:lnTo>
                    <a:pt x="661" y="488"/>
                  </a:lnTo>
                  <a:lnTo>
                    <a:pt x="802" y="444"/>
                  </a:lnTo>
                  <a:lnTo>
                    <a:pt x="862" y="320"/>
                  </a:lnTo>
                  <a:lnTo>
                    <a:pt x="840" y="228"/>
                  </a:lnTo>
                  <a:lnTo>
                    <a:pt x="786" y="157"/>
                  </a:lnTo>
                  <a:lnTo>
                    <a:pt x="726" y="114"/>
                  </a:lnTo>
                  <a:lnTo>
                    <a:pt x="669" y="103"/>
                  </a:lnTo>
                  <a:lnTo>
                    <a:pt x="807" y="16"/>
                  </a:lnTo>
                  <a:lnTo>
                    <a:pt x="867" y="0"/>
                  </a:lnTo>
                  <a:lnTo>
                    <a:pt x="943" y="11"/>
                  </a:lnTo>
                  <a:lnTo>
                    <a:pt x="1002" y="27"/>
                  </a:lnTo>
                  <a:lnTo>
                    <a:pt x="1073" y="70"/>
                  </a:lnTo>
                  <a:lnTo>
                    <a:pt x="1127" y="114"/>
                  </a:lnTo>
                  <a:lnTo>
                    <a:pt x="1181" y="168"/>
                  </a:lnTo>
                  <a:lnTo>
                    <a:pt x="1219" y="222"/>
                  </a:lnTo>
                  <a:lnTo>
                    <a:pt x="1273" y="309"/>
                  </a:lnTo>
                  <a:lnTo>
                    <a:pt x="1311" y="390"/>
                  </a:lnTo>
                  <a:lnTo>
                    <a:pt x="1328" y="488"/>
                  </a:lnTo>
                  <a:lnTo>
                    <a:pt x="1333" y="563"/>
                  </a:lnTo>
                  <a:lnTo>
                    <a:pt x="1317" y="656"/>
                  </a:lnTo>
                  <a:lnTo>
                    <a:pt x="1290" y="721"/>
                  </a:lnTo>
                  <a:lnTo>
                    <a:pt x="1241" y="769"/>
                  </a:lnTo>
                  <a:lnTo>
                    <a:pt x="937" y="953"/>
                  </a:lnTo>
                  <a:lnTo>
                    <a:pt x="889" y="959"/>
                  </a:lnTo>
                  <a:lnTo>
                    <a:pt x="840" y="970"/>
                  </a:lnTo>
                  <a:lnTo>
                    <a:pt x="789" y="987"/>
                  </a:lnTo>
                  <a:lnTo>
                    <a:pt x="746" y="1031"/>
                  </a:lnTo>
                  <a:lnTo>
                    <a:pt x="702" y="1089"/>
                  </a:lnTo>
                  <a:lnTo>
                    <a:pt x="415" y="1246"/>
                  </a:lnTo>
                  <a:lnTo>
                    <a:pt x="471" y="1186"/>
                  </a:lnTo>
                  <a:lnTo>
                    <a:pt x="504" y="1105"/>
                  </a:lnTo>
                  <a:lnTo>
                    <a:pt x="509" y="1002"/>
                  </a:lnTo>
                  <a:lnTo>
                    <a:pt x="488" y="916"/>
                  </a:lnTo>
                  <a:lnTo>
                    <a:pt x="455" y="796"/>
                  </a:lnTo>
                  <a:lnTo>
                    <a:pt x="396" y="704"/>
                  </a:lnTo>
                  <a:lnTo>
                    <a:pt x="287" y="596"/>
                  </a:lnTo>
                  <a:lnTo>
                    <a:pt x="152" y="525"/>
                  </a:lnTo>
                  <a:lnTo>
                    <a:pt x="0" y="482"/>
                  </a:lnTo>
                  <a:close/>
                </a:path>
              </a:pathLst>
            </a:custGeom>
            <a:gradFill rotWithShape="0">
              <a:gsLst>
                <a:gs pos="0">
                  <a:srgbClr val="004E00"/>
                </a:gs>
                <a:gs pos="50000">
                  <a:srgbClr val="008000"/>
                </a:gs>
                <a:gs pos="100000">
                  <a:srgbClr val="004E00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4" name="Oval 28">
              <a:extLst>
                <a:ext uri="{FF2B5EF4-FFF2-40B4-BE49-F238E27FC236}">
                  <a16:creationId xmlns:a16="http://schemas.microsoft.com/office/drawing/2014/main" id="{23C67907-155B-D3D2-8ED3-801AC99CC38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1827933">
              <a:off x="2444" y="1741"/>
              <a:ext cx="431" cy="678"/>
            </a:xfrm>
            <a:prstGeom prst="ellipse">
              <a:avLst/>
            </a:prstGeom>
            <a:solidFill>
              <a:srgbClr val="00CC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5" name="Freeform 29">
              <a:extLst>
                <a:ext uri="{FF2B5EF4-FFF2-40B4-BE49-F238E27FC236}">
                  <a16:creationId xmlns:a16="http://schemas.microsoft.com/office/drawing/2014/main" id="{9D1793DE-25C3-3536-BDA5-641707CB42F1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8" y="1479"/>
              <a:ext cx="407" cy="324"/>
            </a:xfrm>
            <a:custGeom>
              <a:avLst/>
              <a:gdLst>
                <a:gd name="T0" fmla="*/ 22 w 1164"/>
                <a:gd name="T1" fmla="*/ 13 h 924"/>
                <a:gd name="T2" fmla="*/ 27 w 1164"/>
                <a:gd name="T3" fmla="*/ 9 h 924"/>
                <a:gd name="T4" fmla="*/ 29 w 1164"/>
                <a:gd name="T5" fmla="*/ 6 h 924"/>
                <a:gd name="T6" fmla="*/ 30 w 1164"/>
                <a:gd name="T7" fmla="*/ 1 h 924"/>
                <a:gd name="T8" fmla="*/ 35 w 1164"/>
                <a:gd name="T9" fmla="*/ 0 h 924"/>
                <a:gd name="T10" fmla="*/ 39 w 1164"/>
                <a:gd name="T11" fmla="*/ 2 h 924"/>
                <a:gd name="T12" fmla="*/ 44 w 1164"/>
                <a:gd name="T13" fmla="*/ 5 h 924"/>
                <a:gd name="T14" fmla="*/ 47 w 1164"/>
                <a:gd name="T15" fmla="*/ 9 h 924"/>
                <a:gd name="T16" fmla="*/ 49 w 1164"/>
                <a:gd name="T17" fmla="*/ 12 h 924"/>
                <a:gd name="T18" fmla="*/ 50 w 1164"/>
                <a:gd name="T19" fmla="*/ 17 h 924"/>
                <a:gd name="T20" fmla="*/ 50 w 1164"/>
                <a:gd name="T21" fmla="*/ 22 h 924"/>
                <a:gd name="T22" fmla="*/ 49 w 1164"/>
                <a:gd name="T23" fmla="*/ 27 h 924"/>
                <a:gd name="T24" fmla="*/ 47 w 1164"/>
                <a:gd name="T25" fmla="*/ 32 h 924"/>
                <a:gd name="T26" fmla="*/ 45 w 1164"/>
                <a:gd name="T27" fmla="*/ 36 h 924"/>
                <a:gd name="T28" fmla="*/ 41 w 1164"/>
                <a:gd name="T29" fmla="*/ 38 h 924"/>
                <a:gd name="T30" fmla="*/ 35 w 1164"/>
                <a:gd name="T31" fmla="*/ 40 h 924"/>
                <a:gd name="T32" fmla="*/ 27 w 1164"/>
                <a:gd name="T33" fmla="*/ 40 h 924"/>
                <a:gd name="T34" fmla="*/ 22 w 1164"/>
                <a:gd name="T35" fmla="*/ 38 h 924"/>
                <a:gd name="T36" fmla="*/ 17 w 1164"/>
                <a:gd name="T37" fmla="*/ 36 h 924"/>
                <a:gd name="T38" fmla="*/ 12 w 1164"/>
                <a:gd name="T39" fmla="*/ 33 h 924"/>
                <a:gd name="T40" fmla="*/ 8 w 1164"/>
                <a:gd name="T41" fmla="*/ 31 h 924"/>
                <a:gd name="T42" fmla="*/ 4 w 1164"/>
                <a:gd name="T43" fmla="*/ 27 h 924"/>
                <a:gd name="T44" fmla="*/ 0 w 1164"/>
                <a:gd name="T45" fmla="*/ 23 h 924"/>
                <a:gd name="T46" fmla="*/ 0 w 1164"/>
                <a:gd name="T47" fmla="*/ 19 h 924"/>
                <a:gd name="T48" fmla="*/ 3 w 1164"/>
                <a:gd name="T49" fmla="*/ 17 h 924"/>
                <a:gd name="T50" fmla="*/ 8 w 1164"/>
                <a:gd name="T51" fmla="*/ 17 h 924"/>
                <a:gd name="T52" fmla="*/ 12 w 1164"/>
                <a:gd name="T53" fmla="*/ 16 h 924"/>
                <a:gd name="T54" fmla="*/ 18 w 1164"/>
                <a:gd name="T55" fmla="*/ 15 h 924"/>
                <a:gd name="T56" fmla="*/ 22 w 1164"/>
                <a:gd name="T57" fmla="*/ 13 h 924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1164" h="924">
                  <a:moveTo>
                    <a:pt x="516" y="300"/>
                  </a:moveTo>
                  <a:lnTo>
                    <a:pt x="624" y="216"/>
                  </a:lnTo>
                  <a:lnTo>
                    <a:pt x="672" y="132"/>
                  </a:lnTo>
                  <a:cubicBezTo>
                    <a:pt x="708" y="72"/>
                    <a:pt x="684" y="46"/>
                    <a:pt x="708" y="24"/>
                  </a:cubicBezTo>
                  <a:lnTo>
                    <a:pt x="816" y="0"/>
                  </a:lnTo>
                  <a:lnTo>
                    <a:pt x="912" y="36"/>
                  </a:lnTo>
                  <a:lnTo>
                    <a:pt x="1020" y="108"/>
                  </a:lnTo>
                  <a:lnTo>
                    <a:pt x="1092" y="204"/>
                  </a:lnTo>
                  <a:lnTo>
                    <a:pt x="1140" y="288"/>
                  </a:lnTo>
                  <a:lnTo>
                    <a:pt x="1164" y="396"/>
                  </a:lnTo>
                  <a:lnTo>
                    <a:pt x="1164" y="516"/>
                  </a:lnTo>
                  <a:lnTo>
                    <a:pt x="1152" y="636"/>
                  </a:lnTo>
                  <a:lnTo>
                    <a:pt x="1092" y="744"/>
                  </a:lnTo>
                  <a:lnTo>
                    <a:pt x="1044" y="828"/>
                  </a:lnTo>
                  <a:lnTo>
                    <a:pt x="948" y="888"/>
                  </a:lnTo>
                  <a:lnTo>
                    <a:pt x="816" y="924"/>
                  </a:lnTo>
                  <a:lnTo>
                    <a:pt x="636" y="924"/>
                  </a:lnTo>
                  <a:lnTo>
                    <a:pt x="504" y="876"/>
                  </a:lnTo>
                  <a:lnTo>
                    <a:pt x="396" y="828"/>
                  </a:lnTo>
                  <a:lnTo>
                    <a:pt x="288" y="768"/>
                  </a:lnTo>
                  <a:lnTo>
                    <a:pt x="192" y="708"/>
                  </a:lnTo>
                  <a:lnTo>
                    <a:pt x="96" y="624"/>
                  </a:lnTo>
                  <a:lnTo>
                    <a:pt x="12" y="528"/>
                  </a:lnTo>
                  <a:lnTo>
                    <a:pt x="0" y="444"/>
                  </a:lnTo>
                  <a:lnTo>
                    <a:pt x="70" y="403"/>
                  </a:lnTo>
                  <a:lnTo>
                    <a:pt x="180" y="396"/>
                  </a:lnTo>
                  <a:lnTo>
                    <a:pt x="276" y="384"/>
                  </a:lnTo>
                  <a:lnTo>
                    <a:pt x="420" y="348"/>
                  </a:lnTo>
                  <a:lnTo>
                    <a:pt x="516" y="300"/>
                  </a:lnTo>
                  <a:close/>
                </a:path>
              </a:pathLst>
            </a:custGeom>
            <a:gradFill rotWithShape="0">
              <a:gsLst>
                <a:gs pos="0">
                  <a:srgbClr val="76002F"/>
                </a:gs>
                <a:gs pos="50000">
                  <a:srgbClr val="FF0066"/>
                </a:gs>
                <a:gs pos="100000">
                  <a:srgbClr val="76002F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pic>
        <p:nvPicPr>
          <p:cNvPr id="16" name="Picture 31">
            <a:extLst>
              <a:ext uri="{FF2B5EF4-FFF2-40B4-BE49-F238E27FC236}">
                <a16:creationId xmlns:a16="http://schemas.microsoft.com/office/drawing/2014/main" id="{76093CB2-1BA3-CFB5-97B7-D8C9BBC9D4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5398" y="1797385"/>
            <a:ext cx="1800225" cy="1506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灯片编号占位符 3">
            <a:extLst>
              <a:ext uri="{FF2B5EF4-FFF2-40B4-BE49-F238E27FC236}">
                <a16:creationId xmlns:a16="http://schemas.microsoft.com/office/drawing/2014/main" id="{E2B30E59-3608-B9C6-8BEF-1DB00C4CF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40616" y="6425394"/>
            <a:ext cx="269625" cy="276999"/>
          </a:xfrm>
        </p:spPr>
        <p:txBody>
          <a:bodyPr wrap="none">
            <a:spAutoFit/>
          </a:bodyPr>
          <a:lstStyle/>
          <a:p>
            <a:fld id="{0A5DABDC-C7A3-4A62-BB87-5F550D6AD4B8}" type="slidenum">
              <a:rPr lang="en-US" altLang="zh-CN"/>
              <a:pPr/>
              <a:t>7</a:t>
            </a:fld>
            <a:endParaRPr lang="en-US" altLang="zh-CN" dirty="0"/>
          </a:p>
        </p:txBody>
      </p:sp>
      <p:sp>
        <p:nvSpPr>
          <p:cNvPr id="19" name="Text Box 18">
            <a:extLst>
              <a:ext uri="{FF2B5EF4-FFF2-40B4-BE49-F238E27FC236}">
                <a16:creationId xmlns:a16="http://schemas.microsoft.com/office/drawing/2014/main" id="{7FA92C2F-8E3D-3ED2-2090-2D169CB079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619" y="412176"/>
            <a:ext cx="45801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8.1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立体与立体相交简介</a:t>
            </a:r>
          </a:p>
        </p:txBody>
      </p:sp>
    </p:spTree>
    <p:extLst>
      <p:ext uri="{BB962C8B-B14F-4D97-AF65-F5344CB8AC3E}">
        <p14:creationId xmlns:p14="http://schemas.microsoft.com/office/powerpoint/2010/main" val="1661617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/>
      <p:bldP spid="8" grpId="0"/>
      <p:bldP spid="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C5939C-FDDB-2267-0005-AA9E4D2D7E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991B867-7032-343B-F88B-740300D07381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2707898" y="2727903"/>
            <a:ext cx="6776215" cy="830997"/>
          </a:xfr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zh-CN" sz="48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8.2 </a:t>
            </a:r>
            <a:r>
              <a:rPr lang="zh-CN" altLang="en-US" sz="48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平面体与平面体相交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72BE140D-8A39-A6AD-F199-7A29A83B8AF3}"/>
              </a:ext>
            </a:extLst>
          </p:cNvPr>
          <p:cNvSpPr/>
          <p:nvPr/>
        </p:nvSpPr>
        <p:spPr>
          <a:xfrm>
            <a:off x="2783632" y="1136817"/>
            <a:ext cx="41870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A50021"/>
                </a:solidFill>
                <a:latin typeface="华文新魏" pitchFamily="2" charset="-122"/>
                <a:ea typeface="华文新魏" pitchFamily="2" charset="-122"/>
              </a:rPr>
              <a:t>8</a:t>
            </a:r>
            <a:endParaRPr lang="zh-CN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22968377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539C24-2525-2989-E85B-B8C268691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8">
            <a:extLst>
              <a:ext uri="{FF2B5EF4-FFF2-40B4-BE49-F238E27FC236}">
                <a16:creationId xmlns:a16="http://schemas.microsoft.com/office/drawing/2014/main" id="{C691E32E-08D2-8E50-54DF-1B7B8C9207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619" y="412176"/>
            <a:ext cx="45801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8.2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平面体与平面体相交</a:t>
            </a:r>
          </a:p>
        </p:txBody>
      </p:sp>
      <p:sp>
        <p:nvSpPr>
          <p:cNvPr id="16" name="灯片编号占位符 3">
            <a:extLst>
              <a:ext uri="{FF2B5EF4-FFF2-40B4-BE49-F238E27FC236}">
                <a16:creationId xmlns:a16="http://schemas.microsoft.com/office/drawing/2014/main" id="{E59597C2-7EFB-37D6-B7FF-B793D8B5EE65}"/>
              </a:ext>
            </a:extLst>
          </p:cNvPr>
          <p:cNvSpPr txBox="1">
            <a:spLocks/>
          </p:cNvSpPr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  <a:pPr/>
              <a:t>9</a:t>
            </a:fld>
            <a:endParaRPr lang="en-US" altLang="zh-CN" dirty="0"/>
          </a:p>
        </p:txBody>
      </p:sp>
      <p:sp>
        <p:nvSpPr>
          <p:cNvPr id="17" name="Text Box 2">
            <a:extLst>
              <a:ext uri="{FF2B5EF4-FFF2-40B4-BE49-F238E27FC236}">
                <a16:creationId xmlns:a16="http://schemas.microsoft.com/office/drawing/2014/main" id="{FB184080-472F-287A-ECAB-330D115052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3207" y="1309637"/>
            <a:ext cx="277031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相贯线的形状</a:t>
            </a:r>
          </a:p>
        </p:txBody>
      </p:sp>
      <p:sp>
        <p:nvSpPr>
          <p:cNvPr id="18" name="Text Box 4">
            <a:extLst>
              <a:ext uri="{FF2B5EF4-FFF2-40B4-BE49-F238E27FC236}">
                <a16:creationId xmlns:a16="http://schemas.microsoft.com/office/drawing/2014/main" id="{F483EE18-4726-FB9D-DC45-4761DE916E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3476" y="1954212"/>
            <a:ext cx="8443337" cy="48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相贯线是</a:t>
            </a:r>
            <a:r>
              <a:rPr kumimoji="1" lang="zh-CN" altLang="en-US" sz="28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由若干段平面直线组成的封闭的</a:t>
            </a:r>
            <a:r>
              <a:rPr kumimoji="1" lang="zh-CN" altLang="en-US" sz="280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空间折线</a:t>
            </a:r>
            <a:r>
              <a:rPr kumimoji="1" lang="zh-CN" altLang="en-US" sz="28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19" name="Text Box 5">
            <a:extLst>
              <a:ext uri="{FF2B5EF4-FFF2-40B4-BE49-F238E27FC236}">
                <a16:creationId xmlns:a16="http://schemas.microsoft.com/office/drawing/2014/main" id="{FE82D76F-D490-AAB5-047D-25AD664926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3207" y="3270249"/>
            <a:ext cx="277031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相贯线的求法</a:t>
            </a:r>
          </a:p>
        </p:txBody>
      </p:sp>
      <p:sp>
        <p:nvSpPr>
          <p:cNvPr id="20" name="Text Box 6">
            <a:extLst>
              <a:ext uri="{FF2B5EF4-FFF2-40B4-BE49-F238E27FC236}">
                <a16:creationId xmlns:a16="http://schemas.microsoft.com/office/drawing/2014/main" id="{E3020231-BED5-B501-A2FD-A4DCF1F9A0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3476" y="3861048"/>
            <a:ext cx="700704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求平面体各表面与另一平面体表面的交线。</a:t>
            </a:r>
          </a:p>
        </p:txBody>
      </p:sp>
      <p:sp>
        <p:nvSpPr>
          <p:cNvPr id="21" name="AutoShape 8">
            <a:extLst>
              <a:ext uri="{FF2B5EF4-FFF2-40B4-BE49-F238E27FC236}">
                <a16:creationId xmlns:a16="http://schemas.microsoft.com/office/drawing/2014/main" id="{15470C56-16D8-2734-B219-C00C073849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79976" y="4797152"/>
            <a:ext cx="2106365" cy="552450"/>
          </a:xfrm>
          <a:prstGeom prst="wedgeRoundRectCallout">
            <a:avLst>
              <a:gd name="adj1" fmla="val 15542"/>
              <a:gd name="adj2" fmla="val -121551"/>
              <a:gd name="adj3" fmla="val 16667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accent5">
                <a:lumMod val="40000"/>
                <a:lumOff val="60000"/>
              </a:schemeClr>
            </a:solidFill>
            <a:miter lim="800000"/>
            <a:headEnd/>
            <a:tailEnd/>
          </a:ln>
          <a:effectLst/>
        </p:spPr>
        <p:txBody>
          <a:bodyPr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求截交线问题</a:t>
            </a:r>
          </a:p>
        </p:txBody>
      </p:sp>
      <p:pic>
        <p:nvPicPr>
          <p:cNvPr id="22" name="Picture 9">
            <a:extLst>
              <a:ext uri="{FF2B5EF4-FFF2-40B4-BE49-F238E27FC236}">
                <a16:creationId xmlns:a16="http://schemas.microsoft.com/office/drawing/2014/main" id="{403581F4-3D71-456C-28FE-B8BDE23A32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63" r="51796" b="8423"/>
          <a:stretch>
            <a:fillRect/>
          </a:stretch>
        </p:blipFill>
        <p:spPr bwMode="auto">
          <a:xfrm>
            <a:off x="9430146" y="3861048"/>
            <a:ext cx="1968500" cy="166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" name="Picture 55">
            <a:extLst>
              <a:ext uri="{FF2B5EF4-FFF2-40B4-BE49-F238E27FC236}">
                <a16:creationId xmlns:a16="http://schemas.microsoft.com/office/drawing/2014/main" id="{A01B697E-0931-F96B-AB98-651D1159E0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0478"/>
          <a:stretch>
            <a:fillRect/>
          </a:stretch>
        </p:blipFill>
        <p:spPr bwMode="auto">
          <a:xfrm>
            <a:off x="9552384" y="1582640"/>
            <a:ext cx="1724025" cy="159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38079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/>
      <p:bldP spid="2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EBD89A-D818-B4BD-74BE-4BC342073C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8">
            <a:extLst>
              <a:ext uri="{FF2B5EF4-FFF2-40B4-BE49-F238E27FC236}">
                <a16:creationId xmlns:a16="http://schemas.microsoft.com/office/drawing/2014/main" id="{B50E96F8-5A8B-54FB-3812-DFB7BD52F3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619" y="412176"/>
            <a:ext cx="45801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8.2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平面体与平面体相交</a:t>
            </a:r>
          </a:p>
        </p:txBody>
      </p:sp>
      <p:sp>
        <p:nvSpPr>
          <p:cNvPr id="16" name="灯片编号占位符 3">
            <a:extLst>
              <a:ext uri="{FF2B5EF4-FFF2-40B4-BE49-F238E27FC236}">
                <a16:creationId xmlns:a16="http://schemas.microsoft.com/office/drawing/2014/main" id="{5725E4FB-86D5-4EF2-8A22-EA443756E393}"/>
              </a:ext>
            </a:extLst>
          </p:cNvPr>
          <p:cNvSpPr txBox="1">
            <a:spLocks/>
          </p:cNvSpPr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  <a:pPr/>
              <a:t>10</a:t>
            </a:fld>
            <a:endParaRPr lang="en-US" altLang="zh-CN" dirty="0"/>
          </a:p>
        </p:txBody>
      </p:sp>
      <p:sp>
        <p:nvSpPr>
          <p:cNvPr id="2" name="Line 2">
            <a:extLst>
              <a:ext uri="{FF2B5EF4-FFF2-40B4-BE49-F238E27FC236}">
                <a16:creationId xmlns:a16="http://schemas.microsoft.com/office/drawing/2014/main" id="{D8C370A1-E7CA-BB38-8204-4E9F2F8641D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939836" y="2040143"/>
            <a:ext cx="0" cy="168116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" name="Line 3">
            <a:extLst>
              <a:ext uri="{FF2B5EF4-FFF2-40B4-BE49-F238E27FC236}">
                <a16:creationId xmlns:a16="http://schemas.microsoft.com/office/drawing/2014/main" id="{ABAC443E-A872-5520-F3EE-13CE240E8BB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943011" y="2060780"/>
            <a:ext cx="0" cy="273050"/>
          </a:xfrm>
          <a:prstGeom prst="line">
            <a:avLst/>
          </a:prstGeom>
          <a:noFill/>
          <a:ln w="9525">
            <a:solidFill>
              <a:srgbClr val="0066FF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" name="Line 4">
            <a:extLst>
              <a:ext uri="{FF2B5EF4-FFF2-40B4-BE49-F238E27FC236}">
                <a16:creationId xmlns:a16="http://schemas.microsoft.com/office/drawing/2014/main" id="{966A1E9B-D15A-68E6-EEF4-46C4840F3CA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677774" y="2032205"/>
            <a:ext cx="0" cy="168116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5" name="Picture 5">
            <a:extLst>
              <a:ext uri="{FF2B5EF4-FFF2-40B4-BE49-F238E27FC236}">
                <a16:creationId xmlns:a16="http://schemas.microsoft.com/office/drawing/2014/main" id="{BC66E634-C938-FB03-658F-CDCDDDF954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984" t="4947" b="11363"/>
          <a:stretch>
            <a:fillRect/>
          </a:stretch>
        </p:blipFill>
        <p:spPr bwMode="auto">
          <a:xfrm>
            <a:off x="9187321" y="3573016"/>
            <a:ext cx="2603500" cy="1987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6">
            <a:extLst>
              <a:ext uri="{FF2B5EF4-FFF2-40B4-BE49-F238E27FC236}">
                <a16:creationId xmlns:a16="http://schemas.microsoft.com/office/drawing/2014/main" id="{8A73D44D-6042-3A2E-64EA-2ADDD0126B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66811" y="1740105"/>
            <a:ext cx="67999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0" lang="en-US" altLang="zh-CN" sz="1800" b="1" dirty="0">
                <a:solidFill>
                  <a:srgbClr val="000000"/>
                </a:solidFill>
                <a:latin typeface="Segoe UI Semibold" panose="020B0702040204020203" pitchFamily="34" charset="0"/>
              </a:rPr>
              <a:t>8’,7’ </a:t>
            </a:r>
          </a:p>
        </p:txBody>
      </p:sp>
      <p:sp>
        <p:nvSpPr>
          <p:cNvPr id="7" name="Text Box 7">
            <a:extLst>
              <a:ext uri="{FF2B5EF4-FFF2-40B4-BE49-F238E27FC236}">
                <a16:creationId xmlns:a16="http://schemas.microsoft.com/office/drawing/2014/main" id="{C82405AA-2FAE-1C6D-75B9-A4BB1D9224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53924" y="5080205"/>
            <a:ext cx="38258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0" lang="en-US" altLang="zh-CN" sz="1800" b="1" i="1" dirty="0">
                <a:solidFill>
                  <a:srgbClr val="000000"/>
                </a:solidFill>
                <a:latin typeface="ISOCPEUR" pitchFamily="34" charset="0"/>
              </a:rPr>
              <a:t>2 </a:t>
            </a:r>
          </a:p>
        </p:txBody>
      </p:sp>
      <p:sp>
        <p:nvSpPr>
          <p:cNvPr id="8" name="Text Box 8">
            <a:extLst>
              <a:ext uri="{FF2B5EF4-FFF2-40B4-BE49-F238E27FC236}">
                <a16:creationId xmlns:a16="http://schemas.microsoft.com/office/drawing/2014/main" id="{4C78EAF7-F4D8-AFEA-255F-6E30037DD5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16024" y="5080205"/>
            <a:ext cx="3524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0" lang="en-US" altLang="zh-CN" sz="1800" b="1" i="1" dirty="0">
                <a:solidFill>
                  <a:srgbClr val="000000"/>
                </a:solidFill>
                <a:latin typeface="ISOCPEUR" pitchFamily="34" charset="0"/>
              </a:rPr>
              <a:t>1 </a:t>
            </a:r>
          </a:p>
        </p:txBody>
      </p:sp>
      <p:sp>
        <p:nvSpPr>
          <p:cNvPr id="9" name="Text Box 9">
            <a:extLst>
              <a:ext uri="{FF2B5EF4-FFF2-40B4-BE49-F238E27FC236}">
                <a16:creationId xmlns:a16="http://schemas.microsoft.com/office/drawing/2014/main" id="{5278ABCE-233D-F8AB-17B8-6F7D333D71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66783" y="4181029"/>
            <a:ext cx="49053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0" lang="en-US" altLang="zh-CN" sz="1800" b="1" i="1">
                <a:solidFill>
                  <a:srgbClr val="000000"/>
                </a:solidFill>
                <a:latin typeface="ISOCPEUR" pitchFamily="34" charset="0"/>
                <a:ea typeface="黑体" panose="02010609060101010101" pitchFamily="49" charset="-122"/>
              </a:rPr>
              <a:t>4  </a:t>
            </a:r>
          </a:p>
        </p:txBody>
      </p:sp>
      <p:sp>
        <p:nvSpPr>
          <p:cNvPr id="10" name="Text Box 10">
            <a:extLst>
              <a:ext uri="{FF2B5EF4-FFF2-40B4-BE49-F238E27FC236}">
                <a16:creationId xmlns:a16="http://schemas.microsoft.com/office/drawing/2014/main" id="{F4E57FD1-00C8-83F5-5C23-237645C114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23971" y="4344541"/>
            <a:ext cx="38258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0" lang="en-US" altLang="zh-CN" sz="1800" b="1" i="1">
                <a:solidFill>
                  <a:srgbClr val="000000"/>
                </a:solidFill>
                <a:latin typeface="ISOCPEUR" pitchFamily="34" charset="0"/>
                <a:ea typeface="黑体" panose="02010609060101010101" pitchFamily="49" charset="-122"/>
              </a:rPr>
              <a:t>3 </a:t>
            </a:r>
          </a:p>
        </p:txBody>
      </p:sp>
      <p:sp>
        <p:nvSpPr>
          <p:cNvPr id="11" name="Text Box 11">
            <a:extLst>
              <a:ext uri="{FF2B5EF4-FFF2-40B4-BE49-F238E27FC236}">
                <a16:creationId xmlns:a16="http://schemas.microsoft.com/office/drawing/2014/main" id="{0A08F1BF-A1CD-3916-5C0F-BC280B70D6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36721" y="5114479"/>
            <a:ext cx="38258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0" lang="en-US" altLang="zh-CN" sz="1800" b="1" i="1">
                <a:solidFill>
                  <a:srgbClr val="000000"/>
                </a:solidFill>
                <a:latin typeface="ISOCPEUR" pitchFamily="34" charset="0"/>
                <a:ea typeface="黑体" panose="02010609060101010101" pitchFamily="49" charset="-122"/>
              </a:rPr>
              <a:t>2 </a:t>
            </a:r>
          </a:p>
        </p:txBody>
      </p:sp>
      <p:sp>
        <p:nvSpPr>
          <p:cNvPr id="12" name="Text Box 12">
            <a:extLst>
              <a:ext uri="{FF2B5EF4-FFF2-40B4-BE49-F238E27FC236}">
                <a16:creationId xmlns:a16="http://schemas.microsoft.com/office/drawing/2014/main" id="{530D9B7A-9DF6-5449-087D-283F42292E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20921" y="4600129"/>
            <a:ext cx="3524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0" lang="en-US" altLang="zh-CN" sz="1800" b="1" i="1">
                <a:solidFill>
                  <a:srgbClr val="000000"/>
                </a:solidFill>
                <a:latin typeface="ISOCPEUR" pitchFamily="34" charset="0"/>
                <a:ea typeface="黑体" panose="02010609060101010101" pitchFamily="49" charset="-122"/>
              </a:rPr>
              <a:t>1 </a:t>
            </a:r>
          </a:p>
        </p:txBody>
      </p:sp>
      <p:sp>
        <p:nvSpPr>
          <p:cNvPr id="13" name="Text Box 13">
            <a:extLst>
              <a:ext uri="{FF2B5EF4-FFF2-40B4-BE49-F238E27FC236}">
                <a16:creationId xmlns:a16="http://schemas.microsoft.com/office/drawing/2014/main" id="{201612C3-2A1B-B3D2-48C9-12613AC14A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50724" y="1724231"/>
            <a:ext cx="6667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0" lang="en-US" altLang="zh-CN" sz="1800" b="1" dirty="0">
                <a:solidFill>
                  <a:srgbClr val="000000"/>
                </a:solidFill>
                <a:latin typeface="Segoe UI Semibold" panose="020B0702040204020203" pitchFamily="34" charset="0"/>
              </a:rPr>
              <a:t>3’,4’ </a:t>
            </a:r>
          </a:p>
        </p:txBody>
      </p:sp>
      <p:sp>
        <p:nvSpPr>
          <p:cNvPr id="14" name="Text Box 14">
            <a:extLst>
              <a:ext uri="{FF2B5EF4-FFF2-40B4-BE49-F238E27FC236}">
                <a16:creationId xmlns:a16="http://schemas.microsoft.com/office/drawing/2014/main" id="{ADA7FFD2-B2B3-3F58-6DA1-E67E2CBDC3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68211" y="2302080"/>
            <a:ext cx="86518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0" lang="en-US" altLang="zh-CN" sz="1800" b="1" dirty="0">
                <a:solidFill>
                  <a:srgbClr val="000000"/>
                </a:solidFill>
                <a:latin typeface="Segoe UI Semibold" panose="020B0702040204020203" pitchFamily="34" charset="0"/>
              </a:rPr>
              <a:t>2’</a:t>
            </a:r>
            <a:r>
              <a:rPr kumimoji="0" lang="en-US" altLang="zh-CN" sz="1800" b="1" dirty="0">
                <a:solidFill>
                  <a:srgbClr val="000000"/>
                </a:solidFill>
                <a:latin typeface="Segoe UI Semibold" panose="020B0702040204020203" pitchFamily="34" charset="0"/>
                <a:ea typeface="黑体" panose="02010609060101010101" pitchFamily="49" charset="-122"/>
              </a:rPr>
              <a:t> </a:t>
            </a:r>
            <a:endParaRPr kumimoji="0" lang="en-US" altLang="zh-CN" sz="1800" b="1" dirty="0">
              <a:solidFill>
                <a:srgbClr val="000000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15" name="Text Box 15">
            <a:extLst>
              <a:ext uri="{FF2B5EF4-FFF2-40B4-BE49-F238E27FC236}">
                <a16:creationId xmlns:a16="http://schemas.microsoft.com/office/drawing/2014/main" id="{9706C6CE-06E2-4D83-2927-EFB9CEAEE6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83141" y="1743280"/>
            <a:ext cx="819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0" lang="en-US" altLang="zh-CN" sz="1800" b="1" dirty="0">
                <a:solidFill>
                  <a:srgbClr val="000000"/>
                </a:solidFill>
                <a:latin typeface="Segoe UI Semibold" panose="020B0702040204020203" pitchFamily="34" charset="0"/>
              </a:rPr>
              <a:t>3”,8”  </a:t>
            </a:r>
          </a:p>
        </p:txBody>
      </p:sp>
      <p:sp>
        <p:nvSpPr>
          <p:cNvPr id="17" name="Text Box 16">
            <a:extLst>
              <a:ext uri="{FF2B5EF4-FFF2-40B4-BE49-F238E27FC236}">
                <a16:creationId xmlns:a16="http://schemas.microsoft.com/office/drawing/2014/main" id="{A606F4DD-25D9-2C45-FDA3-89766FAAF0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69799" y="4418218"/>
            <a:ext cx="38258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0" lang="en-US" altLang="zh-CN" sz="1800" b="1" i="1">
                <a:solidFill>
                  <a:srgbClr val="000000"/>
                </a:solidFill>
                <a:latin typeface="ISOCPEUR" pitchFamily="34" charset="0"/>
              </a:rPr>
              <a:t>3 </a:t>
            </a:r>
          </a:p>
        </p:txBody>
      </p:sp>
      <p:sp>
        <p:nvSpPr>
          <p:cNvPr id="18" name="Text Box 17">
            <a:extLst>
              <a:ext uri="{FF2B5EF4-FFF2-40B4-BE49-F238E27FC236}">
                <a16:creationId xmlns:a16="http://schemas.microsoft.com/office/drawing/2014/main" id="{7C0BF5E7-8B9C-046F-AB63-E843D9F377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69799" y="3948318"/>
            <a:ext cx="38258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0" lang="en-US" altLang="zh-CN" sz="1800" b="1" i="1">
                <a:solidFill>
                  <a:srgbClr val="000000"/>
                </a:solidFill>
                <a:latin typeface="ISOCPEUR" pitchFamily="34" charset="0"/>
              </a:rPr>
              <a:t>4 </a:t>
            </a:r>
          </a:p>
        </p:txBody>
      </p:sp>
      <p:sp>
        <p:nvSpPr>
          <p:cNvPr id="19" name="Text Box 18">
            <a:extLst>
              <a:ext uri="{FF2B5EF4-FFF2-40B4-BE49-F238E27FC236}">
                <a16:creationId xmlns:a16="http://schemas.microsoft.com/office/drawing/2014/main" id="{8397C50D-7D74-850C-2752-C62BA13538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88849" y="3495880"/>
            <a:ext cx="38258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0" lang="en-US" altLang="zh-CN" sz="1800" b="1" i="1" dirty="0">
                <a:solidFill>
                  <a:srgbClr val="000000"/>
                </a:solidFill>
                <a:latin typeface="ISOCPEUR" pitchFamily="34" charset="0"/>
              </a:rPr>
              <a:t>5 </a:t>
            </a:r>
          </a:p>
        </p:txBody>
      </p:sp>
      <p:sp>
        <p:nvSpPr>
          <p:cNvPr id="20" name="Text Box 19">
            <a:extLst>
              <a:ext uri="{FF2B5EF4-FFF2-40B4-BE49-F238E27FC236}">
                <a16:creationId xmlns:a16="http://schemas.microsoft.com/office/drawing/2014/main" id="{81B4FC82-E0A2-84C0-BAB5-2D207B7096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00149" y="3495880"/>
            <a:ext cx="38258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0" lang="en-US" altLang="zh-CN" sz="1800" b="1" i="1">
                <a:solidFill>
                  <a:srgbClr val="000000"/>
                </a:solidFill>
                <a:latin typeface="ISOCPEUR" pitchFamily="34" charset="0"/>
              </a:rPr>
              <a:t>6 </a:t>
            </a:r>
          </a:p>
        </p:txBody>
      </p:sp>
      <p:sp>
        <p:nvSpPr>
          <p:cNvPr id="21" name="Text Box 20">
            <a:extLst>
              <a:ext uri="{FF2B5EF4-FFF2-40B4-BE49-F238E27FC236}">
                <a16:creationId xmlns:a16="http://schemas.microsoft.com/office/drawing/2014/main" id="{48A15DD3-16A6-0C03-3905-29D95FBB8E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87383" y="4303266"/>
            <a:ext cx="38258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0" lang="en-US" altLang="zh-CN" sz="1800" b="1" i="1">
                <a:solidFill>
                  <a:srgbClr val="000000"/>
                </a:solidFill>
                <a:latin typeface="ISOCPEUR" pitchFamily="34" charset="0"/>
                <a:ea typeface="黑体" panose="02010609060101010101" pitchFamily="49" charset="-122"/>
              </a:rPr>
              <a:t>5 </a:t>
            </a:r>
          </a:p>
        </p:txBody>
      </p:sp>
      <p:sp>
        <p:nvSpPr>
          <p:cNvPr id="22" name="Text Box 21">
            <a:extLst>
              <a:ext uri="{FF2B5EF4-FFF2-40B4-BE49-F238E27FC236}">
                <a16:creationId xmlns:a16="http://schemas.microsoft.com/office/drawing/2014/main" id="{28F20529-D08E-239A-AD6B-B9D4A059BD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82686" y="3945143"/>
            <a:ext cx="38258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33CC"/>
                </a:solidFill>
                <a:prstDash val="lgDash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0" lang="en-US" altLang="zh-CN" sz="1800" b="1" i="1">
                <a:solidFill>
                  <a:srgbClr val="000000"/>
                </a:solidFill>
                <a:latin typeface="ISOCPEUR" pitchFamily="34" charset="0"/>
              </a:rPr>
              <a:t>7 </a:t>
            </a:r>
          </a:p>
        </p:txBody>
      </p:sp>
      <p:sp>
        <p:nvSpPr>
          <p:cNvPr id="23" name="Text Box 22">
            <a:extLst>
              <a:ext uri="{FF2B5EF4-FFF2-40B4-BE49-F238E27FC236}">
                <a16:creationId xmlns:a16="http://schemas.microsoft.com/office/drawing/2014/main" id="{9143AD15-279C-C2EC-0007-E593123A38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00149" y="4395993"/>
            <a:ext cx="38258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0" lang="en-US" altLang="zh-CN" sz="1800" b="1" i="1">
                <a:solidFill>
                  <a:srgbClr val="000000"/>
                </a:solidFill>
                <a:latin typeface="ISOCPEUR" pitchFamily="34" charset="0"/>
              </a:rPr>
              <a:t>8</a:t>
            </a:r>
          </a:p>
        </p:txBody>
      </p:sp>
      <p:sp>
        <p:nvSpPr>
          <p:cNvPr id="24" name="Text Box 23">
            <a:extLst>
              <a:ext uri="{FF2B5EF4-FFF2-40B4-BE49-F238E27FC236}">
                <a16:creationId xmlns:a16="http://schemas.microsoft.com/office/drawing/2014/main" id="{69D5FACA-47CD-232E-2A45-6BD8809945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87449" y="2297318"/>
            <a:ext cx="38258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0" lang="en-US" altLang="zh-CN" sz="1800" b="1">
                <a:solidFill>
                  <a:srgbClr val="000000"/>
                </a:solidFill>
                <a:latin typeface="Segoe UI Semibold" panose="020B0702040204020203" pitchFamily="34" charset="0"/>
              </a:rPr>
              <a:t>1’ </a:t>
            </a:r>
          </a:p>
        </p:txBody>
      </p:sp>
      <p:sp>
        <p:nvSpPr>
          <p:cNvPr id="25" name="Text Box 24">
            <a:extLst>
              <a:ext uri="{FF2B5EF4-FFF2-40B4-BE49-F238E27FC236}">
                <a16:creationId xmlns:a16="http://schemas.microsoft.com/office/drawing/2014/main" id="{728AA53C-7752-1BF1-CAAA-9FF7492785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6636" y="1700418"/>
            <a:ext cx="8350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0" lang="en-US" altLang="zh-CN" sz="1800" b="1">
                <a:solidFill>
                  <a:srgbClr val="000000"/>
                </a:solidFill>
                <a:latin typeface="Segoe UI Semibold" panose="020B0702040204020203" pitchFamily="34" charset="0"/>
                <a:ea typeface="黑体" panose="02010609060101010101" pitchFamily="49" charset="-122"/>
              </a:rPr>
              <a:t>4”,7” </a:t>
            </a:r>
            <a:r>
              <a:rPr kumimoji="0" lang="en-US" altLang="zh-CN" sz="1800" b="1">
                <a:solidFill>
                  <a:srgbClr val="000000"/>
                </a:solidFill>
                <a:latin typeface="Segoe UI Semibold" panose="020B0702040204020203" pitchFamily="34" charset="0"/>
              </a:rPr>
              <a:t> </a:t>
            </a:r>
          </a:p>
        </p:txBody>
      </p:sp>
      <p:sp>
        <p:nvSpPr>
          <p:cNvPr id="26" name="Text Box 25">
            <a:extLst>
              <a:ext uri="{FF2B5EF4-FFF2-40B4-BE49-F238E27FC236}">
                <a16:creationId xmlns:a16="http://schemas.microsoft.com/office/drawing/2014/main" id="{E969A5EC-BB9B-22DF-7622-45575A58C9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17936" y="2311605"/>
            <a:ext cx="838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0" lang="en-US" altLang="zh-CN" sz="1800" b="1">
                <a:solidFill>
                  <a:srgbClr val="000000"/>
                </a:solidFill>
                <a:latin typeface="Segoe UI Semibold" panose="020B0702040204020203" pitchFamily="34" charset="0"/>
                <a:ea typeface="黑体" panose="02010609060101010101" pitchFamily="49" charset="-122"/>
              </a:rPr>
              <a:t>1”,2”</a:t>
            </a:r>
            <a:endParaRPr kumimoji="0" lang="en-US" altLang="zh-CN" sz="1800" b="1">
              <a:solidFill>
                <a:srgbClr val="000000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27" name="Text Box 26">
            <a:extLst>
              <a:ext uri="{FF2B5EF4-FFF2-40B4-BE49-F238E27FC236}">
                <a16:creationId xmlns:a16="http://schemas.microsoft.com/office/drawing/2014/main" id="{2A43B2FA-6B4B-511F-DF8F-3E578BC4FF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49486" y="2146505"/>
            <a:ext cx="819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0" lang="en-US" altLang="zh-CN" sz="1800" b="1">
                <a:solidFill>
                  <a:srgbClr val="000000"/>
                </a:solidFill>
                <a:latin typeface="Segoe UI Semibold" panose="020B0702040204020203" pitchFamily="34" charset="0"/>
                <a:ea typeface="黑体" panose="02010609060101010101" pitchFamily="49" charset="-122"/>
              </a:rPr>
              <a:t>5”,6”  </a:t>
            </a:r>
            <a:endParaRPr kumimoji="0" lang="en-US" altLang="zh-CN" sz="1800" b="1">
              <a:solidFill>
                <a:srgbClr val="000000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28" name="Text Box 27">
            <a:extLst>
              <a:ext uri="{FF2B5EF4-FFF2-40B4-BE49-F238E27FC236}">
                <a16:creationId xmlns:a16="http://schemas.microsoft.com/office/drawing/2014/main" id="{1FC813AE-D599-E7D0-DEB7-F8B3288B36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6936" y="1250308"/>
            <a:ext cx="305724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FF3300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CN" altLang="en-US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补全主视图</a:t>
            </a:r>
          </a:p>
        </p:txBody>
      </p:sp>
      <p:sp>
        <p:nvSpPr>
          <p:cNvPr id="29" name="Text Box 28">
            <a:extLst>
              <a:ext uri="{FF2B5EF4-FFF2-40B4-BE49-F238E27FC236}">
                <a16:creationId xmlns:a16="http://schemas.microsoft.com/office/drawing/2014/main" id="{FEE05009-560A-20E0-6A90-AF632C8950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8328" y="1915404"/>
            <a:ext cx="18473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FF3300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zh-CN" altLang="en-US" sz="20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Text Box 29">
            <a:extLst>
              <a:ext uri="{FF2B5EF4-FFF2-40B4-BE49-F238E27FC236}">
                <a16:creationId xmlns:a16="http://schemas.microsoft.com/office/drawing/2014/main" id="{CA75D028-A0A7-EB7F-4EC7-D2ACA52D02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85861" y="2038555"/>
            <a:ext cx="43656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0" lang="en-US" altLang="zh-CN" sz="1800" b="1">
                <a:solidFill>
                  <a:srgbClr val="000000"/>
                </a:solidFill>
                <a:latin typeface="Segoe UI Semibold" panose="020B0702040204020203" pitchFamily="34" charset="0"/>
              </a:rPr>
              <a:t>6’ </a:t>
            </a:r>
          </a:p>
        </p:txBody>
      </p:sp>
      <p:sp>
        <p:nvSpPr>
          <p:cNvPr id="31" name="Text Box 30">
            <a:extLst>
              <a:ext uri="{FF2B5EF4-FFF2-40B4-BE49-F238E27FC236}">
                <a16:creationId xmlns:a16="http://schemas.microsoft.com/office/drawing/2014/main" id="{2C362AAC-6668-F233-F981-7408A08C81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4180" y="4492969"/>
            <a:ext cx="116891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FF3300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3. 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作图</a:t>
            </a:r>
          </a:p>
        </p:txBody>
      </p:sp>
      <p:sp>
        <p:nvSpPr>
          <p:cNvPr id="32" name="Text Box 31">
            <a:extLst>
              <a:ext uri="{FF2B5EF4-FFF2-40B4-BE49-F238E27FC236}">
                <a16:creationId xmlns:a16="http://schemas.microsoft.com/office/drawing/2014/main" id="{4D4BEC2C-4E58-C34B-0D27-5222E04789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4180" y="3009662"/>
            <a:ext cx="178446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FF3300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投影分析</a:t>
            </a:r>
          </a:p>
        </p:txBody>
      </p:sp>
      <p:sp>
        <p:nvSpPr>
          <p:cNvPr id="33" name="Text Box 32">
            <a:extLst>
              <a:ext uri="{FF2B5EF4-FFF2-40B4-BE49-F238E27FC236}">
                <a16:creationId xmlns:a16="http://schemas.microsoft.com/office/drawing/2014/main" id="{3DCAEAFB-7A75-0B34-2D1F-A7ADAC769A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71386" y="2033792"/>
            <a:ext cx="436563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0" lang="en-US" altLang="zh-CN" sz="1800" b="1" dirty="0">
                <a:solidFill>
                  <a:srgbClr val="000000"/>
                </a:solidFill>
                <a:latin typeface="Segoe UI Semibold" panose="020B0702040204020203" pitchFamily="34" charset="0"/>
              </a:rPr>
              <a:t>5’ </a:t>
            </a:r>
          </a:p>
        </p:txBody>
      </p:sp>
      <p:sp>
        <p:nvSpPr>
          <p:cNvPr id="34" name="Text Box 33">
            <a:extLst>
              <a:ext uri="{FF2B5EF4-FFF2-40B4-BE49-F238E27FC236}">
                <a16:creationId xmlns:a16="http://schemas.microsoft.com/office/drawing/2014/main" id="{801A2A65-18A6-63F9-8766-707C292742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4180" y="5502611"/>
            <a:ext cx="116891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FF3300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4. 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检查</a:t>
            </a:r>
          </a:p>
        </p:txBody>
      </p:sp>
      <p:sp>
        <p:nvSpPr>
          <p:cNvPr id="35" name="Text Box 34">
            <a:extLst>
              <a:ext uri="{FF2B5EF4-FFF2-40B4-BE49-F238E27FC236}">
                <a16:creationId xmlns:a16="http://schemas.microsoft.com/office/drawing/2014/main" id="{4CD985AC-46DC-55D3-9353-4DCC00B869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4180" y="1976561"/>
            <a:ext cx="178446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FF3300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空间分析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149CB7FF-855F-4140-79DE-A9C6A66D570B}"/>
              </a:ext>
            </a:extLst>
          </p:cNvPr>
          <p:cNvSpPr>
            <a:spLocks/>
          </p:cNvSpPr>
          <p:nvPr/>
        </p:nvSpPr>
        <p:spPr bwMode="auto">
          <a:xfrm>
            <a:off x="9925508" y="4425504"/>
            <a:ext cx="852488" cy="806450"/>
          </a:xfrm>
          <a:custGeom>
            <a:avLst/>
            <a:gdLst>
              <a:gd name="T0" fmla="*/ 0 w 537"/>
              <a:gd name="T1" fmla="*/ 2147483647 h 508"/>
              <a:gd name="T2" fmla="*/ 2147483647 w 537"/>
              <a:gd name="T3" fmla="*/ 0 h 508"/>
              <a:gd name="T4" fmla="*/ 2147483647 w 537"/>
              <a:gd name="T5" fmla="*/ 2147483647 h 508"/>
              <a:gd name="T6" fmla="*/ 2147483647 w 537"/>
              <a:gd name="T7" fmla="*/ 2147483647 h 508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537" h="508">
                <a:moveTo>
                  <a:pt x="0" y="36"/>
                </a:moveTo>
                <a:lnTo>
                  <a:pt x="68" y="0"/>
                </a:lnTo>
                <a:lnTo>
                  <a:pt x="284" y="106"/>
                </a:lnTo>
                <a:lnTo>
                  <a:pt x="537" y="508"/>
                </a:lnTo>
              </a:path>
            </a:pathLst>
          </a:custGeom>
          <a:noFill/>
          <a:ln w="28575" cap="flat" cmpd="sng">
            <a:solidFill>
              <a:srgbClr val="00FFCC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8" name="Line 36">
            <a:extLst>
              <a:ext uri="{FF2B5EF4-FFF2-40B4-BE49-F238E27FC236}">
                <a16:creationId xmlns:a16="http://schemas.microsoft.com/office/drawing/2014/main" id="{9BDC4837-74CA-F3A1-1752-0F69BFEA969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773233" y="4701729"/>
            <a:ext cx="612775" cy="531812"/>
          </a:xfrm>
          <a:prstGeom prst="line">
            <a:avLst/>
          </a:prstGeom>
          <a:noFill/>
          <a:ln w="28575">
            <a:solidFill>
              <a:srgbClr val="00FF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9" name="Line 37">
            <a:extLst>
              <a:ext uri="{FF2B5EF4-FFF2-40B4-BE49-F238E27FC236}">
                <a16:creationId xmlns:a16="http://schemas.microsoft.com/office/drawing/2014/main" id="{D33B4EC5-9B90-AB67-70CC-C8E0A73D7CE7}"/>
              </a:ext>
            </a:extLst>
          </p:cNvPr>
          <p:cNvSpPr>
            <a:spLocks noChangeShapeType="1"/>
          </p:cNvSpPr>
          <p:nvPr/>
        </p:nvSpPr>
        <p:spPr bwMode="auto">
          <a:xfrm>
            <a:off x="6269786" y="2584655"/>
            <a:ext cx="42989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0" name="Freeform 38">
            <a:extLst>
              <a:ext uri="{FF2B5EF4-FFF2-40B4-BE49-F238E27FC236}">
                <a16:creationId xmlns:a16="http://schemas.microsoft.com/office/drawing/2014/main" id="{2AF0B9B3-AB51-1956-1985-1CC5ACEF66F5}"/>
              </a:ext>
            </a:extLst>
          </p:cNvPr>
          <p:cNvSpPr>
            <a:spLocks/>
          </p:cNvSpPr>
          <p:nvPr/>
        </p:nvSpPr>
        <p:spPr bwMode="auto">
          <a:xfrm>
            <a:off x="8982824" y="1663905"/>
            <a:ext cx="1585912" cy="828675"/>
          </a:xfrm>
          <a:custGeom>
            <a:avLst/>
            <a:gdLst>
              <a:gd name="T0" fmla="*/ 0 w 938"/>
              <a:gd name="T1" fmla="*/ 2147483647 h 522"/>
              <a:gd name="T2" fmla="*/ 0 w 938"/>
              <a:gd name="T3" fmla="*/ 0 h 522"/>
              <a:gd name="T4" fmla="*/ 2147483647 w 938"/>
              <a:gd name="T5" fmla="*/ 0 h 522"/>
              <a:gd name="T6" fmla="*/ 2147483647 w 938"/>
              <a:gd name="T7" fmla="*/ 2147483647 h 522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938" h="522">
                <a:moveTo>
                  <a:pt x="0" y="418"/>
                </a:moveTo>
                <a:lnTo>
                  <a:pt x="0" y="0"/>
                </a:lnTo>
                <a:lnTo>
                  <a:pt x="938" y="0"/>
                </a:lnTo>
                <a:lnTo>
                  <a:pt x="938" y="522"/>
                </a:lnTo>
              </a:path>
            </a:pathLst>
          </a:custGeom>
          <a:noFill/>
          <a:ln w="31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1" name="Freeform 39">
            <a:extLst>
              <a:ext uri="{FF2B5EF4-FFF2-40B4-BE49-F238E27FC236}">
                <a16:creationId xmlns:a16="http://schemas.microsoft.com/office/drawing/2014/main" id="{1A28D383-0A5D-9AD9-6E54-944BEA051422}"/>
              </a:ext>
            </a:extLst>
          </p:cNvPr>
          <p:cNvSpPr>
            <a:spLocks/>
          </p:cNvSpPr>
          <p:nvPr/>
        </p:nvSpPr>
        <p:spPr bwMode="auto">
          <a:xfrm>
            <a:off x="6276136" y="1660730"/>
            <a:ext cx="2082800" cy="1127125"/>
          </a:xfrm>
          <a:custGeom>
            <a:avLst/>
            <a:gdLst>
              <a:gd name="T0" fmla="*/ 0 w 1312"/>
              <a:gd name="T1" fmla="*/ 2147483647 h 710"/>
              <a:gd name="T2" fmla="*/ 0 w 1312"/>
              <a:gd name="T3" fmla="*/ 2147483647 h 710"/>
              <a:gd name="T4" fmla="*/ 2147483647 w 1312"/>
              <a:gd name="T5" fmla="*/ 2147483647 h 710"/>
              <a:gd name="T6" fmla="*/ 2147483647 w 1312"/>
              <a:gd name="T7" fmla="*/ 0 h 710"/>
              <a:gd name="T8" fmla="*/ 2147483647 w 1312"/>
              <a:gd name="T9" fmla="*/ 0 h 710"/>
              <a:gd name="T10" fmla="*/ 2147483647 w 1312"/>
              <a:gd name="T11" fmla="*/ 2147483647 h 710"/>
              <a:gd name="T12" fmla="*/ 2147483647 w 1312"/>
              <a:gd name="T13" fmla="*/ 2147483647 h 710"/>
              <a:gd name="T14" fmla="*/ 2147483647 w 1312"/>
              <a:gd name="T15" fmla="*/ 2147483647 h 710"/>
              <a:gd name="T16" fmla="*/ 0 w 1312"/>
              <a:gd name="T17" fmla="*/ 2147483647 h 710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1312" h="710">
                <a:moveTo>
                  <a:pt x="0" y="710"/>
                </a:moveTo>
                <a:lnTo>
                  <a:pt x="0" y="252"/>
                </a:lnTo>
                <a:lnTo>
                  <a:pt x="254" y="252"/>
                </a:lnTo>
                <a:lnTo>
                  <a:pt x="254" y="0"/>
                </a:lnTo>
                <a:lnTo>
                  <a:pt x="1048" y="0"/>
                </a:lnTo>
                <a:lnTo>
                  <a:pt x="1048" y="254"/>
                </a:lnTo>
                <a:lnTo>
                  <a:pt x="1312" y="254"/>
                </a:lnTo>
                <a:lnTo>
                  <a:pt x="1312" y="710"/>
                </a:lnTo>
                <a:lnTo>
                  <a:pt x="0" y="710"/>
                </a:lnTo>
                <a:close/>
              </a:path>
            </a:pathLst>
          </a:cu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2" name="Line 40">
            <a:extLst>
              <a:ext uri="{FF2B5EF4-FFF2-40B4-BE49-F238E27FC236}">
                <a16:creationId xmlns:a16="http://schemas.microsoft.com/office/drawing/2014/main" id="{EACD33BE-B806-AB44-D7AA-629F2FC71FDA}"/>
              </a:ext>
            </a:extLst>
          </p:cNvPr>
          <p:cNvSpPr>
            <a:spLocks noChangeShapeType="1"/>
          </p:cNvSpPr>
          <p:nvPr/>
        </p:nvSpPr>
        <p:spPr bwMode="auto">
          <a:xfrm>
            <a:off x="6279311" y="2316368"/>
            <a:ext cx="2703513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43" name="Group 41">
            <a:extLst>
              <a:ext uri="{FF2B5EF4-FFF2-40B4-BE49-F238E27FC236}">
                <a16:creationId xmlns:a16="http://schemas.microsoft.com/office/drawing/2014/main" id="{6AB94D06-6C50-E94A-7A8C-A01CB8344113}"/>
              </a:ext>
            </a:extLst>
          </p:cNvPr>
          <p:cNvGrpSpPr>
            <a:grpSpLocks/>
          </p:cNvGrpSpPr>
          <p:nvPr/>
        </p:nvGrpSpPr>
        <p:grpSpPr bwMode="auto">
          <a:xfrm>
            <a:off x="8512924" y="1663905"/>
            <a:ext cx="2257425" cy="1123950"/>
            <a:chOff x="3935" y="466"/>
            <a:chExt cx="1422" cy="708"/>
          </a:xfrm>
        </p:grpSpPr>
        <p:sp>
          <p:nvSpPr>
            <p:cNvPr id="44" name="Freeform 42">
              <a:extLst>
                <a:ext uri="{FF2B5EF4-FFF2-40B4-BE49-F238E27FC236}">
                  <a16:creationId xmlns:a16="http://schemas.microsoft.com/office/drawing/2014/main" id="{03F56B9D-F787-FE2F-D667-06DDAE36024E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5" y="720"/>
              <a:ext cx="1422" cy="454"/>
            </a:xfrm>
            <a:custGeom>
              <a:avLst/>
              <a:gdLst>
                <a:gd name="T0" fmla="*/ 0 w 1422"/>
                <a:gd name="T1" fmla="*/ 454 h 454"/>
                <a:gd name="T2" fmla="*/ 452 w 1422"/>
                <a:gd name="T3" fmla="*/ 0 h 454"/>
                <a:gd name="T4" fmla="*/ 968 w 1422"/>
                <a:gd name="T5" fmla="*/ 0 h 454"/>
                <a:gd name="T6" fmla="*/ 1422 w 1422"/>
                <a:gd name="T7" fmla="*/ 454 h 454"/>
                <a:gd name="T8" fmla="*/ 0 w 1422"/>
                <a:gd name="T9" fmla="*/ 454 h 45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22" h="454">
                  <a:moveTo>
                    <a:pt x="0" y="454"/>
                  </a:moveTo>
                  <a:lnTo>
                    <a:pt x="452" y="0"/>
                  </a:lnTo>
                  <a:lnTo>
                    <a:pt x="968" y="0"/>
                  </a:lnTo>
                  <a:lnTo>
                    <a:pt x="1422" y="454"/>
                  </a:lnTo>
                  <a:lnTo>
                    <a:pt x="0" y="454"/>
                  </a:lnTo>
                  <a:close/>
                </a:path>
              </a:pathLst>
            </a:cu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5" name="Freeform 43">
              <a:extLst>
                <a:ext uri="{FF2B5EF4-FFF2-40B4-BE49-F238E27FC236}">
                  <a16:creationId xmlns:a16="http://schemas.microsoft.com/office/drawing/2014/main" id="{50B03224-EBCF-411B-E5B6-7512B88C2AC0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1" y="466"/>
              <a:ext cx="998" cy="580"/>
            </a:xfrm>
            <a:custGeom>
              <a:avLst/>
              <a:gdLst>
                <a:gd name="T0" fmla="*/ 0 w 998"/>
                <a:gd name="T1" fmla="*/ 414 h 580"/>
                <a:gd name="T2" fmla="*/ 0 w 998"/>
                <a:gd name="T3" fmla="*/ 0 h 580"/>
                <a:gd name="T4" fmla="*/ 998 w 998"/>
                <a:gd name="T5" fmla="*/ 0 h 580"/>
                <a:gd name="T6" fmla="*/ 998 w 998"/>
                <a:gd name="T7" fmla="*/ 580 h 58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98" h="580">
                  <a:moveTo>
                    <a:pt x="0" y="414"/>
                  </a:moveTo>
                  <a:lnTo>
                    <a:pt x="0" y="0"/>
                  </a:lnTo>
                  <a:lnTo>
                    <a:pt x="998" y="0"/>
                  </a:lnTo>
                  <a:lnTo>
                    <a:pt x="998" y="580"/>
                  </a:lnTo>
                </a:path>
              </a:pathLst>
            </a:cu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46" name="Group 44">
            <a:extLst>
              <a:ext uri="{FF2B5EF4-FFF2-40B4-BE49-F238E27FC236}">
                <a16:creationId xmlns:a16="http://schemas.microsoft.com/office/drawing/2014/main" id="{C6D76813-601C-7E49-3FCA-8ECD16DCA5E2}"/>
              </a:ext>
            </a:extLst>
          </p:cNvPr>
          <p:cNvGrpSpPr>
            <a:grpSpLocks/>
          </p:cNvGrpSpPr>
          <p:nvPr/>
        </p:nvGrpSpPr>
        <p:grpSpPr bwMode="auto">
          <a:xfrm>
            <a:off x="6271374" y="3240293"/>
            <a:ext cx="2082800" cy="2257425"/>
            <a:chOff x="2525" y="1459"/>
            <a:chExt cx="1312" cy="1422"/>
          </a:xfrm>
        </p:grpSpPr>
        <p:sp>
          <p:nvSpPr>
            <p:cNvPr id="47" name="Rectangle 45">
              <a:extLst>
                <a:ext uri="{FF2B5EF4-FFF2-40B4-BE49-F238E27FC236}">
                  <a16:creationId xmlns:a16="http://schemas.microsoft.com/office/drawing/2014/main" id="{DB2DEFF5-0DD0-C4CE-AF6C-C706239AD9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28" y="1459"/>
              <a:ext cx="1309" cy="1422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8" name="Rectangle 46">
              <a:extLst>
                <a:ext uri="{FF2B5EF4-FFF2-40B4-BE49-F238E27FC236}">
                  <a16:creationId xmlns:a16="http://schemas.microsoft.com/office/drawing/2014/main" id="{866631AD-3069-2EF6-9E6F-B894734E9E3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2678" y="1860"/>
              <a:ext cx="1000" cy="790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9" name="Line 47">
              <a:extLst>
                <a:ext uri="{FF2B5EF4-FFF2-40B4-BE49-F238E27FC236}">
                  <a16:creationId xmlns:a16="http://schemas.microsoft.com/office/drawing/2014/main" id="{FE1FED14-0581-6EB1-E140-15D16D2510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25" y="1917"/>
              <a:ext cx="257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0" name="Line 48">
              <a:extLst>
                <a:ext uri="{FF2B5EF4-FFF2-40B4-BE49-F238E27FC236}">
                  <a16:creationId xmlns:a16="http://schemas.microsoft.com/office/drawing/2014/main" id="{0BDD1055-89D9-CAF8-B558-B15D5B7892F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528" y="2430"/>
              <a:ext cx="253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1" name="Line 49">
              <a:extLst>
                <a:ext uri="{FF2B5EF4-FFF2-40B4-BE49-F238E27FC236}">
                  <a16:creationId xmlns:a16="http://schemas.microsoft.com/office/drawing/2014/main" id="{DA6F45DD-2C51-226F-0E30-0B42D8E08F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73" y="1919"/>
              <a:ext cx="257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2" name="Line 50">
              <a:extLst>
                <a:ext uri="{FF2B5EF4-FFF2-40B4-BE49-F238E27FC236}">
                  <a16:creationId xmlns:a16="http://schemas.microsoft.com/office/drawing/2014/main" id="{4F849E9B-B9D4-13C2-14FC-36DA3513ADC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576" y="2432"/>
              <a:ext cx="253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53" name="Line 51">
            <a:extLst>
              <a:ext uri="{FF2B5EF4-FFF2-40B4-BE49-F238E27FC236}">
                <a16:creationId xmlns:a16="http://schemas.microsoft.com/office/drawing/2014/main" id="{A0CAFD12-FBB2-52F7-400C-CC508F0C2BE4}"/>
              </a:ext>
            </a:extLst>
          </p:cNvPr>
          <p:cNvSpPr>
            <a:spLocks noChangeShapeType="1"/>
          </p:cNvSpPr>
          <p:nvPr/>
        </p:nvSpPr>
        <p:spPr bwMode="auto">
          <a:xfrm>
            <a:off x="6680949" y="2067130"/>
            <a:ext cx="0" cy="517525"/>
          </a:xfrm>
          <a:prstGeom prst="line">
            <a:avLst/>
          </a:prstGeom>
          <a:noFill/>
          <a:ln w="28575">
            <a:solidFill>
              <a:srgbClr val="0066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4" name="Line 52">
            <a:extLst>
              <a:ext uri="{FF2B5EF4-FFF2-40B4-BE49-F238E27FC236}">
                <a16:creationId xmlns:a16="http://schemas.microsoft.com/office/drawing/2014/main" id="{AC1FE7DA-CF82-2D7A-FCF3-451F32145CF3}"/>
              </a:ext>
            </a:extLst>
          </p:cNvPr>
          <p:cNvSpPr>
            <a:spLocks noChangeShapeType="1"/>
          </p:cNvSpPr>
          <p:nvPr/>
        </p:nvSpPr>
        <p:spPr bwMode="auto">
          <a:xfrm>
            <a:off x="7941424" y="2067130"/>
            <a:ext cx="0" cy="517525"/>
          </a:xfrm>
          <a:prstGeom prst="line">
            <a:avLst/>
          </a:prstGeom>
          <a:noFill/>
          <a:ln w="28575">
            <a:solidFill>
              <a:srgbClr val="0066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5" name="Line 53">
            <a:extLst>
              <a:ext uri="{FF2B5EF4-FFF2-40B4-BE49-F238E27FC236}">
                <a16:creationId xmlns:a16="http://schemas.microsoft.com/office/drawing/2014/main" id="{91DE1525-DCB5-C62A-4AA4-001AEAD6B00D}"/>
              </a:ext>
            </a:extLst>
          </p:cNvPr>
          <p:cNvSpPr>
            <a:spLocks noChangeShapeType="1"/>
          </p:cNvSpPr>
          <p:nvPr/>
        </p:nvSpPr>
        <p:spPr bwMode="auto">
          <a:xfrm>
            <a:off x="6673011" y="2584655"/>
            <a:ext cx="1265238" cy="0"/>
          </a:xfrm>
          <a:prstGeom prst="line">
            <a:avLst/>
          </a:prstGeom>
          <a:noFill/>
          <a:ln w="28575">
            <a:solidFill>
              <a:srgbClr val="0066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6" name="Line 54">
            <a:extLst>
              <a:ext uri="{FF2B5EF4-FFF2-40B4-BE49-F238E27FC236}">
                <a16:creationId xmlns:a16="http://schemas.microsoft.com/office/drawing/2014/main" id="{8A27E190-6259-7D9C-961A-D45CDEB30560}"/>
              </a:ext>
            </a:extLst>
          </p:cNvPr>
          <p:cNvSpPr>
            <a:spLocks noChangeShapeType="1"/>
          </p:cNvSpPr>
          <p:nvPr/>
        </p:nvSpPr>
        <p:spPr bwMode="auto">
          <a:xfrm>
            <a:off x="6682536" y="2316368"/>
            <a:ext cx="1255713" cy="0"/>
          </a:xfrm>
          <a:prstGeom prst="line">
            <a:avLst/>
          </a:prstGeom>
          <a:noFill/>
          <a:ln w="15875">
            <a:solidFill>
              <a:srgbClr val="0066FF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7" name="AutoShape 55">
            <a:extLst>
              <a:ext uri="{FF2B5EF4-FFF2-40B4-BE49-F238E27FC236}">
                <a16:creationId xmlns:a16="http://schemas.microsoft.com/office/drawing/2014/main" id="{8F1D826C-71B3-E68B-4897-D145C7B58C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12849" y="2554493"/>
            <a:ext cx="53975" cy="53975"/>
          </a:xfrm>
          <a:prstGeom prst="flowChartConnector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 type="none" w="sm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8" name="AutoShape 56">
            <a:extLst>
              <a:ext uri="{FF2B5EF4-FFF2-40B4-BE49-F238E27FC236}">
                <a16:creationId xmlns:a16="http://schemas.microsoft.com/office/drawing/2014/main" id="{7FAAB8D1-A07A-CA13-3465-B4F21F096E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3961" y="2552905"/>
            <a:ext cx="53975" cy="53975"/>
          </a:xfrm>
          <a:prstGeom prst="flowChartConnector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 type="none" w="sm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9" name="AutoShape 57">
            <a:extLst>
              <a:ext uri="{FF2B5EF4-FFF2-40B4-BE49-F238E27FC236}">
                <a16:creationId xmlns:a16="http://schemas.microsoft.com/office/drawing/2014/main" id="{858C7DC6-656C-00E8-7063-FE25EC420B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2374" y="2030618"/>
            <a:ext cx="53975" cy="53975"/>
          </a:xfrm>
          <a:prstGeom prst="flowChartConnector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 type="none" w="sm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0" name="AutoShape 58">
            <a:extLst>
              <a:ext uri="{FF2B5EF4-FFF2-40B4-BE49-F238E27FC236}">
                <a16:creationId xmlns:a16="http://schemas.microsoft.com/office/drawing/2014/main" id="{C4BCC193-B401-8800-4DE4-307BEEADD9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3961" y="2286205"/>
            <a:ext cx="53975" cy="53975"/>
          </a:xfrm>
          <a:prstGeom prst="flowChartConnector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 type="none" w="sm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1" name="AutoShape 59">
            <a:extLst>
              <a:ext uri="{FF2B5EF4-FFF2-40B4-BE49-F238E27FC236}">
                <a16:creationId xmlns:a16="http://schemas.microsoft.com/office/drawing/2014/main" id="{AD952290-4710-50BB-471E-F2AC879EC9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12849" y="2284618"/>
            <a:ext cx="53975" cy="53975"/>
          </a:xfrm>
          <a:prstGeom prst="flowChartConnector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 type="none" w="sm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2" name="AutoShape 60">
            <a:extLst>
              <a:ext uri="{FF2B5EF4-FFF2-40B4-BE49-F238E27FC236}">
                <a16:creationId xmlns:a16="http://schemas.microsoft.com/office/drawing/2014/main" id="{1AFFF1E8-6218-BE3C-5AB4-2F8757C69C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14436" y="2035380"/>
            <a:ext cx="53975" cy="53975"/>
          </a:xfrm>
          <a:prstGeom prst="flowChartConnector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 type="none" w="sm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3" name="Freeform 61">
            <a:extLst>
              <a:ext uri="{FF2B5EF4-FFF2-40B4-BE49-F238E27FC236}">
                <a16:creationId xmlns:a16="http://schemas.microsoft.com/office/drawing/2014/main" id="{D6ECF6BF-14BA-B432-CC13-CEA67EA8FD9F}"/>
              </a:ext>
            </a:extLst>
          </p:cNvPr>
          <p:cNvSpPr>
            <a:spLocks/>
          </p:cNvSpPr>
          <p:nvPr/>
        </p:nvSpPr>
        <p:spPr bwMode="auto">
          <a:xfrm>
            <a:off x="10536696" y="3887341"/>
            <a:ext cx="852487" cy="806450"/>
          </a:xfrm>
          <a:custGeom>
            <a:avLst/>
            <a:gdLst>
              <a:gd name="T0" fmla="*/ 0 w 537"/>
              <a:gd name="T1" fmla="*/ 2147483647 h 508"/>
              <a:gd name="T2" fmla="*/ 2147483647 w 537"/>
              <a:gd name="T3" fmla="*/ 0 h 508"/>
              <a:gd name="T4" fmla="*/ 2147483647 w 537"/>
              <a:gd name="T5" fmla="*/ 2147483647 h 508"/>
              <a:gd name="T6" fmla="*/ 2147483647 w 537"/>
              <a:gd name="T7" fmla="*/ 2147483647 h 508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537" h="508">
                <a:moveTo>
                  <a:pt x="0" y="36"/>
                </a:moveTo>
                <a:lnTo>
                  <a:pt x="68" y="0"/>
                </a:lnTo>
                <a:lnTo>
                  <a:pt x="284" y="106"/>
                </a:lnTo>
                <a:lnTo>
                  <a:pt x="537" y="508"/>
                </a:lnTo>
              </a:path>
            </a:pathLst>
          </a:custGeom>
          <a:noFill/>
          <a:ln w="9525" cap="flat" cmpd="sng">
            <a:solidFill>
              <a:srgbClr val="00FFCC"/>
            </a:solidFill>
            <a:prstDash val="lgDash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4" name="Line 62">
            <a:extLst>
              <a:ext uri="{FF2B5EF4-FFF2-40B4-BE49-F238E27FC236}">
                <a16:creationId xmlns:a16="http://schemas.microsoft.com/office/drawing/2014/main" id="{7B83AEF7-858A-8A7C-9680-FA83D8B2914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927096" y="3941316"/>
            <a:ext cx="612775" cy="531813"/>
          </a:xfrm>
          <a:prstGeom prst="line">
            <a:avLst/>
          </a:prstGeom>
          <a:noFill/>
          <a:ln w="9525">
            <a:solidFill>
              <a:srgbClr val="00FFCC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5" name="Text Box 63">
            <a:extLst>
              <a:ext uri="{FF2B5EF4-FFF2-40B4-BE49-F238E27FC236}">
                <a16:creationId xmlns:a16="http://schemas.microsoft.com/office/drawing/2014/main" id="{908B93D4-6729-B248-6041-9D70927237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7078" y="2463975"/>
            <a:ext cx="307007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FF3300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交线为空间闭合折线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(8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段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en-US" altLang="zh-CN" sz="2000" i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6" name="Rectangle 64">
            <a:extLst>
              <a:ext uri="{FF2B5EF4-FFF2-40B4-BE49-F238E27FC236}">
                <a16:creationId xmlns:a16="http://schemas.microsoft.com/office/drawing/2014/main" id="{B2AD9541-2E70-1466-697F-41EF584267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74599" y="3714955"/>
            <a:ext cx="1254125" cy="1581150"/>
          </a:xfrm>
          <a:prstGeom prst="rect">
            <a:avLst/>
          </a:prstGeom>
          <a:noFill/>
          <a:ln w="38100">
            <a:solidFill>
              <a:srgbClr val="0066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7" name="Freeform 65">
            <a:extLst>
              <a:ext uri="{FF2B5EF4-FFF2-40B4-BE49-F238E27FC236}">
                <a16:creationId xmlns:a16="http://schemas.microsoft.com/office/drawing/2014/main" id="{5AAB7722-3808-D7A3-BEBB-2CCD40A5C5D3}"/>
              </a:ext>
            </a:extLst>
          </p:cNvPr>
          <p:cNvSpPr>
            <a:spLocks/>
          </p:cNvSpPr>
          <p:nvPr/>
        </p:nvSpPr>
        <p:spPr bwMode="auto">
          <a:xfrm>
            <a:off x="8981236" y="2063955"/>
            <a:ext cx="1581150" cy="514350"/>
          </a:xfrm>
          <a:custGeom>
            <a:avLst/>
            <a:gdLst>
              <a:gd name="T0" fmla="*/ 0 w 996"/>
              <a:gd name="T1" fmla="*/ 2147483647 h 324"/>
              <a:gd name="T2" fmla="*/ 2147483647 w 996"/>
              <a:gd name="T3" fmla="*/ 0 h 324"/>
              <a:gd name="T4" fmla="*/ 2147483647 w 996"/>
              <a:gd name="T5" fmla="*/ 0 h 324"/>
              <a:gd name="T6" fmla="*/ 2147483647 w 996"/>
              <a:gd name="T7" fmla="*/ 2147483647 h 324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996" h="324">
                <a:moveTo>
                  <a:pt x="0" y="158"/>
                </a:moveTo>
                <a:lnTo>
                  <a:pt x="158" y="0"/>
                </a:lnTo>
                <a:lnTo>
                  <a:pt x="672" y="0"/>
                </a:lnTo>
                <a:lnTo>
                  <a:pt x="996" y="324"/>
                </a:lnTo>
              </a:path>
            </a:pathLst>
          </a:custGeom>
          <a:noFill/>
          <a:ln w="38100" cap="flat" cmpd="sng">
            <a:solidFill>
              <a:srgbClr val="0066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8" name="Text Box 66">
            <a:extLst>
              <a:ext uri="{FF2B5EF4-FFF2-40B4-BE49-F238E27FC236}">
                <a16:creationId xmlns:a16="http://schemas.microsoft.com/office/drawing/2014/main" id="{354B11A2-BEBA-F28E-967E-1C69B290ED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92221" y="3704779"/>
            <a:ext cx="3524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0" lang="en-US" altLang="zh-CN" sz="1800" b="1" i="1">
                <a:solidFill>
                  <a:srgbClr val="000000"/>
                </a:solidFill>
                <a:latin typeface="ISOCPEUR" pitchFamily="34" charset="0"/>
              </a:rPr>
              <a:t>6 </a:t>
            </a:r>
          </a:p>
        </p:txBody>
      </p:sp>
      <p:sp>
        <p:nvSpPr>
          <p:cNvPr id="69" name="Text Box 67">
            <a:extLst>
              <a:ext uri="{FF2B5EF4-FFF2-40B4-BE49-F238E27FC236}">
                <a16:creationId xmlns:a16="http://schemas.microsoft.com/office/drawing/2014/main" id="{FA20D483-AE94-2CBE-149B-AD99282245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41458" y="3633341"/>
            <a:ext cx="38258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33CC"/>
                </a:solidFill>
                <a:prstDash val="lgDash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0" lang="en-US" altLang="zh-CN" sz="1800" b="1" i="1">
                <a:solidFill>
                  <a:srgbClr val="000000"/>
                </a:solidFill>
                <a:latin typeface="ISOCPEUR" pitchFamily="34" charset="0"/>
              </a:rPr>
              <a:t>7 </a:t>
            </a:r>
          </a:p>
        </p:txBody>
      </p:sp>
      <p:sp>
        <p:nvSpPr>
          <p:cNvPr id="70" name="Text Box 68">
            <a:extLst>
              <a:ext uri="{FF2B5EF4-FFF2-40B4-BE49-F238E27FC236}">
                <a16:creationId xmlns:a16="http://schemas.microsoft.com/office/drawing/2014/main" id="{039EAABE-E786-CAC9-B723-AD3A60E1E7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04996" y="3827016"/>
            <a:ext cx="38258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0" lang="en-US" altLang="zh-CN" sz="1800" b="1" i="1">
                <a:solidFill>
                  <a:srgbClr val="000000"/>
                </a:solidFill>
                <a:latin typeface="ISOCPEUR" pitchFamily="34" charset="0"/>
              </a:rPr>
              <a:t>8</a:t>
            </a:r>
          </a:p>
        </p:txBody>
      </p:sp>
      <p:sp>
        <p:nvSpPr>
          <p:cNvPr id="71" name="Text Box 69">
            <a:extLst>
              <a:ext uri="{FF2B5EF4-FFF2-40B4-BE49-F238E27FC236}">
                <a16:creationId xmlns:a16="http://schemas.microsoft.com/office/drawing/2014/main" id="{25919EAF-F350-A150-DDA2-62F1D88A4A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7078" y="3911043"/>
            <a:ext cx="223651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FF3300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侧面投影有积聚性</a:t>
            </a:r>
          </a:p>
        </p:txBody>
      </p:sp>
      <p:sp>
        <p:nvSpPr>
          <p:cNvPr id="72" name="Text Box 69">
            <a:extLst>
              <a:ext uri="{FF2B5EF4-FFF2-40B4-BE49-F238E27FC236}">
                <a16:creationId xmlns:a16="http://schemas.microsoft.com/office/drawing/2014/main" id="{13FA2CE6-F6DF-FEAB-BE81-2E1D509F86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7078" y="3472100"/>
            <a:ext cx="223651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FF3300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水平投影有积聚性</a:t>
            </a:r>
            <a:endParaRPr lang="zh-CN" altLang="en-US" sz="2000" i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3" name="Text Box 69">
            <a:extLst>
              <a:ext uri="{FF2B5EF4-FFF2-40B4-BE49-F238E27FC236}">
                <a16:creationId xmlns:a16="http://schemas.microsoft.com/office/drawing/2014/main" id="{746340DC-B316-B8E3-FDC3-218E592D62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7078" y="4954634"/>
            <a:ext cx="1723549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FF3300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面上找点方法</a:t>
            </a:r>
          </a:p>
        </p:txBody>
      </p:sp>
    </p:spTree>
    <p:extLst>
      <p:ext uri="{BB962C8B-B14F-4D97-AF65-F5344CB8AC3E}">
        <p14:creationId xmlns:p14="http://schemas.microsoft.com/office/powerpoint/2010/main" val="4152676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2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000"/>
                            </p:stCondLst>
                            <p:childTnLst>
                              <p:par>
                                <p:cTn id="48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500"/>
                            </p:stCondLst>
                            <p:childTnLst>
                              <p:par>
                                <p:cTn id="51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2000"/>
                            </p:stCondLst>
                            <p:childTnLst>
                              <p:par>
                                <p:cTn id="54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2500"/>
                            </p:stCondLst>
                            <p:childTnLst>
                              <p:par>
                                <p:cTn id="57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3000"/>
                            </p:stCondLst>
                            <p:childTnLst>
                              <p:par>
                                <p:cTn id="60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1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76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1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4)">
                                      <p:cBhvr>
                                        <p:cTn id="112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3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22" presetClass="exit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43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indefinite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indefinite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4" fill="hold">
                      <p:stCondLst>
                        <p:cond delay="indefinite"/>
                      </p:stCondLst>
                      <p:childTnLst>
                        <p:par>
                          <p:cTn id="195" fill="hold">
                            <p:stCondLst>
                              <p:cond delay="0"/>
                            </p:stCondLst>
                            <p:childTnLst>
                              <p:par>
                                <p:cTn id="19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>
                      <p:stCondLst>
                        <p:cond delay="indefinite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>
                      <p:stCondLst>
                        <p:cond delay="indefinite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6" fill="hold">
                      <p:stCondLst>
                        <p:cond delay="indefinite"/>
                      </p:stCondLst>
                      <p:childTnLst>
                        <p:par>
                          <p:cTn id="217" fill="hold">
                            <p:stCondLst>
                              <p:cond delay="0"/>
                            </p:stCondLst>
                            <p:childTnLst>
                              <p:par>
                                <p:cTn id="2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1" fill="hold">
                      <p:stCondLst>
                        <p:cond delay="indefinite"/>
                      </p:stCondLst>
                      <p:childTnLst>
                        <p:par>
                          <p:cTn id="222" fill="hold">
                            <p:stCondLst>
                              <p:cond delay="0"/>
                            </p:stCondLst>
                            <p:childTnLst>
                              <p:par>
                                <p:cTn id="2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6" fill="hold">
                      <p:stCondLst>
                        <p:cond delay="indefinite"/>
                      </p:stCondLst>
                      <p:childTnLst>
                        <p:par>
                          <p:cTn id="227" fill="hold">
                            <p:stCondLst>
                              <p:cond delay="0"/>
                            </p:stCondLst>
                            <p:childTnLst>
                              <p:par>
                                <p:cTn id="22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1" fill="hold">
                      <p:stCondLst>
                        <p:cond delay="indefinite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6" fill="hold">
                      <p:stCondLst>
                        <p:cond delay="indefinite"/>
                      </p:stCondLst>
                      <p:childTnLst>
                        <p:par>
                          <p:cTn id="237" fill="hold">
                            <p:stCondLst>
                              <p:cond delay="0"/>
                            </p:stCondLst>
                            <p:childTnLst>
                              <p:par>
                                <p:cTn id="238" presetID="22" presetClass="exit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3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1" presetID="22" presetClass="exit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4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4" fill="hold">
                            <p:stCondLst>
                              <p:cond delay="500"/>
                            </p:stCondLst>
                            <p:childTnLst>
                              <p:par>
                                <p:cTn id="245" presetID="22" presetClass="exit" presetSubtype="1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24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8" presetID="2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24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1" fill="hold">
                      <p:stCondLst>
                        <p:cond delay="indefinite"/>
                      </p:stCondLst>
                      <p:childTnLst>
                        <p:par>
                          <p:cTn id="252" fill="hold">
                            <p:stCondLst>
                              <p:cond delay="0"/>
                            </p:stCondLst>
                            <p:childTnLst>
                              <p:par>
                                <p:cTn id="2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3" grpId="0" animBg="1"/>
      <p:bldP spid="4" grpId="0" animBg="1"/>
      <p:bldP spid="4" grpId="1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30" grpId="0"/>
      <p:bldP spid="31" grpId="0"/>
      <p:bldP spid="32" grpId="0"/>
      <p:bldP spid="33" grpId="0"/>
      <p:bldP spid="34" grpId="0"/>
      <p:bldP spid="35" grpId="0"/>
      <p:bldP spid="36" grpId="0" animBg="1"/>
      <p:bldP spid="38" grpId="0" animBg="1"/>
      <p:bldP spid="39" grpId="0" animBg="1"/>
      <p:bldP spid="39" grpId="1" animBg="1"/>
      <p:bldP spid="42" grpId="0" animBg="1"/>
      <p:bldP spid="42" grpId="1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/>
      <p:bldP spid="66" grpId="0" animBg="1"/>
      <p:bldP spid="66" grpId="1" animBg="1"/>
      <p:bldP spid="67" grpId="0" animBg="1"/>
      <p:bldP spid="67" grpId="1" animBg="1"/>
      <p:bldP spid="68" grpId="0"/>
      <p:bldP spid="69" grpId="0"/>
      <p:bldP spid="70" grpId="0"/>
      <p:bldP spid="71" grpId="0"/>
      <p:bldP spid="72" grpId="0"/>
      <p:bldP spid="7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36B889-ADDF-2352-04D1-A0F74112D1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F5AB4AD-56B7-4BB7-E2BF-72CE284A2ECD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2707898" y="2727903"/>
            <a:ext cx="6776215" cy="830997"/>
          </a:xfr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zh-CN" sz="48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8.3 </a:t>
            </a:r>
            <a:r>
              <a:rPr lang="zh-CN" altLang="en-US" sz="48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平面体与回转体相交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B68C6652-E9D7-EC66-FD93-ACE9792777A1}"/>
              </a:ext>
            </a:extLst>
          </p:cNvPr>
          <p:cNvSpPr/>
          <p:nvPr/>
        </p:nvSpPr>
        <p:spPr>
          <a:xfrm>
            <a:off x="2783632" y="1136817"/>
            <a:ext cx="41870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A50021"/>
                </a:solidFill>
                <a:latin typeface="华文新魏" pitchFamily="2" charset="-122"/>
                <a:ea typeface="华文新魏" pitchFamily="2" charset="-122"/>
              </a:rPr>
              <a:t>8</a:t>
            </a:r>
            <a:endParaRPr lang="zh-CN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1592839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7A304C-22B9-3737-F390-DC46A16B6C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8">
            <a:extLst>
              <a:ext uri="{FF2B5EF4-FFF2-40B4-BE49-F238E27FC236}">
                <a16:creationId xmlns:a16="http://schemas.microsoft.com/office/drawing/2014/main" id="{A4683F59-333F-69AD-4D50-41D78CE721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619" y="412176"/>
            <a:ext cx="45801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8.3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平面体与回转体相交</a:t>
            </a:r>
          </a:p>
        </p:txBody>
      </p:sp>
      <p:sp>
        <p:nvSpPr>
          <p:cNvPr id="16" name="灯片编号占位符 3">
            <a:extLst>
              <a:ext uri="{FF2B5EF4-FFF2-40B4-BE49-F238E27FC236}">
                <a16:creationId xmlns:a16="http://schemas.microsoft.com/office/drawing/2014/main" id="{21465063-BD71-9FC1-E252-83379CFB5074}"/>
              </a:ext>
            </a:extLst>
          </p:cNvPr>
          <p:cNvSpPr txBox="1">
            <a:spLocks/>
          </p:cNvSpPr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  <a:pPr/>
              <a:t>12</a:t>
            </a:fld>
            <a:endParaRPr lang="en-US" altLang="zh-CN" dirty="0"/>
          </a:p>
        </p:txBody>
      </p:sp>
      <p:sp>
        <p:nvSpPr>
          <p:cNvPr id="2" name="Text Box 2">
            <a:extLst>
              <a:ext uri="{FF2B5EF4-FFF2-40B4-BE49-F238E27FC236}">
                <a16:creationId xmlns:a16="http://schemas.microsoft.com/office/drawing/2014/main" id="{0B08EBF9-04AE-67F1-B611-38F2E87794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384" y="1185782"/>
            <a:ext cx="277031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相贯线的形状</a:t>
            </a:r>
          </a:p>
        </p:txBody>
      </p:sp>
      <p:pic>
        <p:nvPicPr>
          <p:cNvPr id="3" name="Picture 3">
            <a:extLst>
              <a:ext uri="{FF2B5EF4-FFF2-40B4-BE49-F238E27FC236}">
                <a16:creationId xmlns:a16="http://schemas.microsoft.com/office/drawing/2014/main" id="{76D8903A-E8BB-2C7B-06E2-7C6EBC7A19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2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64280" y="1214029"/>
            <a:ext cx="2466975" cy="2005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 Box 4">
            <a:extLst>
              <a:ext uri="{FF2B5EF4-FFF2-40B4-BE49-F238E27FC236}">
                <a16:creationId xmlns:a16="http://schemas.microsoft.com/office/drawing/2014/main" id="{9921FB08-DE7F-00D8-4D31-17D0831E18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3381" y="1778410"/>
            <a:ext cx="6955750" cy="424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由若干段平面曲线（或直线）所组成的</a:t>
            </a:r>
            <a:r>
              <a:rPr kumimoji="1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空间折线</a:t>
            </a:r>
            <a:r>
              <a:rPr kumimoji="1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5" name="Text Box 5">
            <a:extLst>
              <a:ext uri="{FF2B5EF4-FFF2-40B4-BE49-F238E27FC236}">
                <a16:creationId xmlns:a16="http://schemas.microsoft.com/office/drawing/2014/main" id="{A794073A-D937-AA25-5829-FFABBDBA14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384" y="2407262"/>
            <a:ext cx="277031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相贯线的求法</a:t>
            </a:r>
          </a:p>
        </p:txBody>
      </p:sp>
      <p:sp>
        <p:nvSpPr>
          <p:cNvPr id="6" name="Text Box 6">
            <a:extLst>
              <a:ext uri="{FF2B5EF4-FFF2-40B4-BE49-F238E27FC236}">
                <a16:creationId xmlns:a16="http://schemas.microsoft.com/office/drawing/2014/main" id="{6C381B26-A54E-8A77-3239-DBC37EB2AA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3381" y="2976382"/>
            <a:ext cx="911018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求交线的实质是求平面体各棱面（平面）与回转体表面的截交线。</a:t>
            </a:r>
          </a:p>
        </p:txBody>
      </p:sp>
      <p:sp>
        <p:nvSpPr>
          <p:cNvPr id="7" name="AutoShape 8">
            <a:extLst>
              <a:ext uri="{FF2B5EF4-FFF2-40B4-BE49-F238E27FC236}">
                <a16:creationId xmlns:a16="http://schemas.microsoft.com/office/drawing/2014/main" id="{3247D03B-14D9-F1A7-D0E6-C5C557A5D4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68474" y="3634542"/>
            <a:ext cx="2148798" cy="552449"/>
          </a:xfrm>
          <a:prstGeom prst="wedgeRoundRectCallout">
            <a:avLst>
              <a:gd name="adj1" fmla="val 17131"/>
              <a:gd name="adj2" fmla="val -94776"/>
              <a:gd name="adj3" fmla="val 16667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accent5">
                <a:lumMod val="40000"/>
                <a:lumOff val="60000"/>
              </a:schemeClr>
            </a:solidFill>
            <a:miter lim="800000"/>
            <a:headEnd/>
            <a:tailEnd/>
          </a:ln>
          <a:effectLst/>
        </p:spPr>
        <p:txBody>
          <a:bodyPr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求截交线问题</a:t>
            </a:r>
          </a:p>
        </p:txBody>
      </p:sp>
      <p:sp>
        <p:nvSpPr>
          <p:cNvPr id="8" name="Text Box 13">
            <a:extLst>
              <a:ext uri="{FF2B5EF4-FFF2-40B4-BE49-F238E27FC236}">
                <a16:creationId xmlns:a16="http://schemas.microsoft.com/office/drawing/2014/main" id="{13352B5E-BB55-998A-1D95-8BC4A6F065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6571" y="4397485"/>
            <a:ext cx="9650399" cy="424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lnSpc>
                <a:spcPct val="90000"/>
              </a:lnSpc>
              <a:spcAft>
                <a:spcPct val="0"/>
              </a:spcAft>
              <a:buFont typeface="Symbol" panose="05050102010706020507" pitchFamily="18" charset="2"/>
              <a:buChar char="·"/>
            </a:pP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 空间分析：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分析各棱面与回转体的相对位置，判断交线的空间形状</a:t>
            </a:r>
            <a:endParaRPr lang="zh-CN" altLang="en-US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ext Box 14">
            <a:extLst>
              <a:ext uri="{FF2B5EF4-FFF2-40B4-BE49-F238E27FC236}">
                <a16:creationId xmlns:a16="http://schemas.microsoft.com/office/drawing/2014/main" id="{D86F3BC7-CC6A-F243-0F1C-46685A86DA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6571" y="5517232"/>
            <a:ext cx="9342622" cy="424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lnSpc>
                <a:spcPct val="90000"/>
              </a:lnSpc>
              <a:spcAft>
                <a:spcPct val="0"/>
              </a:spcAft>
              <a:buFont typeface="Symbol" panose="05050102010706020507" pitchFamily="18" charset="2"/>
              <a:buChar char="·"/>
            </a:pP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 作图：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求出各棱面与回转体表面的截交线，连接，并判断可见性</a:t>
            </a:r>
          </a:p>
        </p:txBody>
      </p:sp>
      <p:sp>
        <p:nvSpPr>
          <p:cNvPr id="10" name="Text Box 15">
            <a:extLst>
              <a:ext uri="{FF2B5EF4-FFF2-40B4-BE49-F238E27FC236}">
                <a16:creationId xmlns:a16="http://schemas.microsoft.com/office/drawing/2014/main" id="{3E7EBD8F-B903-5D82-B9BD-6A1722E15E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6571" y="4957358"/>
            <a:ext cx="9342622" cy="424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lnSpc>
                <a:spcPct val="90000"/>
              </a:lnSpc>
              <a:spcAft>
                <a:spcPct val="0"/>
              </a:spcAft>
              <a:buFont typeface="Symbol" panose="05050102010706020507" pitchFamily="18" charset="2"/>
              <a:buChar char="·"/>
            </a:pP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 投影分析：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分析各棱面相对于投影面的位置，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判断交线的已知投影</a:t>
            </a:r>
            <a:endParaRPr lang="zh-CN" altLang="en-US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135380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5" grpId="0"/>
      <p:bldP spid="6" grpId="0"/>
      <p:bldP spid="8" grpId="0"/>
      <p:bldP spid="9" grpId="0"/>
      <p:bldP spid="1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03500-827B-CA32-5A3C-8C25AA8027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8">
            <a:extLst>
              <a:ext uri="{FF2B5EF4-FFF2-40B4-BE49-F238E27FC236}">
                <a16:creationId xmlns:a16="http://schemas.microsoft.com/office/drawing/2014/main" id="{9FB01E78-067C-C0C1-B4AE-27DF56BF62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619" y="412176"/>
            <a:ext cx="45801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8.3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平面体与回转体相交</a:t>
            </a:r>
          </a:p>
        </p:txBody>
      </p:sp>
      <p:sp>
        <p:nvSpPr>
          <p:cNvPr id="16" name="灯片编号占位符 3">
            <a:extLst>
              <a:ext uri="{FF2B5EF4-FFF2-40B4-BE49-F238E27FC236}">
                <a16:creationId xmlns:a16="http://schemas.microsoft.com/office/drawing/2014/main" id="{4A72B933-7C57-FA42-E828-45B08F5EB549}"/>
              </a:ext>
            </a:extLst>
          </p:cNvPr>
          <p:cNvSpPr txBox="1">
            <a:spLocks/>
          </p:cNvSpPr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  <a:pPr/>
              <a:t>13</a:t>
            </a:fld>
            <a:endParaRPr lang="en-US" altLang="zh-CN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36E7E348-27A6-B446-0BA8-A0F4FDB0341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577" t="30309" r="24514" b="5839"/>
          <a:stretch/>
        </p:blipFill>
        <p:spPr>
          <a:xfrm>
            <a:off x="5194300" y="5098584"/>
            <a:ext cx="2984500" cy="215901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3CF7013E-96C1-0D95-297F-ADF850F0CF8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024" t="43698" r="37091" b="17802"/>
          <a:stretch/>
        </p:blipFill>
        <p:spPr>
          <a:xfrm rot="5400000">
            <a:off x="5968998" y="5171611"/>
            <a:ext cx="1425579" cy="130175"/>
          </a:xfrm>
          <a:prstGeom prst="rect">
            <a:avLst/>
          </a:prstGeom>
        </p:spPr>
      </p:pic>
      <p:sp>
        <p:nvSpPr>
          <p:cNvPr id="4" name="Text Box 2">
            <a:extLst>
              <a:ext uri="{FF2B5EF4-FFF2-40B4-BE49-F238E27FC236}">
                <a16:creationId xmlns:a16="http://schemas.microsoft.com/office/drawing/2014/main" id="{70F7345A-884D-D88C-AAAA-8CD37D4E26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5412" y="3029563"/>
            <a:ext cx="213360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由四段平面曲线（直线）构成的封闭的空间折线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D0ADE54F-8222-2425-1C9C-3DF0E53BA5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5412" y="2926375"/>
            <a:ext cx="2032000" cy="127635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Freeform 4">
            <a:extLst>
              <a:ext uri="{FF2B5EF4-FFF2-40B4-BE49-F238E27FC236}">
                <a16:creationId xmlns:a16="http://schemas.microsoft.com/office/drawing/2014/main" id="{5F3092C9-05C5-BC2A-6F13-CCEC722C6D61}"/>
              </a:ext>
            </a:extLst>
          </p:cNvPr>
          <p:cNvSpPr>
            <a:spLocks/>
          </p:cNvSpPr>
          <p:nvPr/>
        </p:nvSpPr>
        <p:spPr bwMode="auto">
          <a:xfrm>
            <a:off x="9356866" y="1374924"/>
            <a:ext cx="1587" cy="679450"/>
          </a:xfrm>
          <a:custGeom>
            <a:avLst/>
            <a:gdLst>
              <a:gd name="T0" fmla="*/ 0 w 1"/>
              <a:gd name="T1" fmla="*/ 0 h 428"/>
              <a:gd name="T2" fmla="*/ 0 w 1"/>
              <a:gd name="T3" fmla="*/ 2147483647 h 428"/>
              <a:gd name="T4" fmla="*/ 0 60000 65536"/>
              <a:gd name="T5" fmla="*/ 0 60000 65536"/>
              <a:gd name="T6" fmla="*/ 0 w 1"/>
              <a:gd name="T7" fmla="*/ 0 h 428"/>
              <a:gd name="T8" fmla="*/ 1 w 1"/>
              <a:gd name="T9" fmla="*/ 428 h 428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" h="428">
                <a:moveTo>
                  <a:pt x="0" y="0"/>
                </a:moveTo>
                <a:lnTo>
                  <a:pt x="0" y="428"/>
                </a:lnTo>
              </a:path>
            </a:pathLst>
          </a:custGeom>
          <a:noFill/>
          <a:ln w="38100" cmpd="sng">
            <a:solidFill>
              <a:srgbClr val="A50021"/>
            </a:solidFill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A22C2A5-9BD7-F200-99D1-41D75F87D4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37391" y="1374924"/>
            <a:ext cx="1524000" cy="457200"/>
          </a:xfrm>
          <a:prstGeom prst="rect">
            <a:avLst/>
          </a:prstGeom>
          <a:noFill/>
          <a:ln w="12700">
            <a:solidFill>
              <a:srgbClr val="CC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E14FB6E-5067-FD8A-14D0-3DB97A18B4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7791" y="1832124"/>
            <a:ext cx="2743200" cy="19050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951930F-6483-7C9C-FFA4-85F3BAC9C0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7791" y="1844824"/>
            <a:ext cx="2743200" cy="1905000"/>
          </a:xfrm>
          <a:prstGeom prst="rect">
            <a:avLst/>
          </a:prstGeom>
          <a:noFill/>
          <a:ln w="38100">
            <a:solidFill>
              <a:srgbClr val="00206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" name="Oval 13">
            <a:extLst>
              <a:ext uri="{FF2B5EF4-FFF2-40B4-BE49-F238E27FC236}">
                <a16:creationId xmlns:a16="http://schemas.microsoft.com/office/drawing/2014/main" id="{2C702B1A-0A37-FAE0-EAD4-59CE91BD9B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6028" y="1811486"/>
            <a:ext cx="2071688" cy="1946275"/>
          </a:xfrm>
          <a:prstGeom prst="ellipse">
            <a:avLst/>
          </a:prstGeom>
          <a:noFill/>
          <a:ln w="38100">
            <a:solidFill>
              <a:srgbClr val="00206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" name="Rectangle 14">
            <a:extLst>
              <a:ext uri="{FF2B5EF4-FFF2-40B4-BE49-F238E27FC236}">
                <a16:creationId xmlns:a16="http://schemas.microsoft.com/office/drawing/2014/main" id="{18206EB7-9593-068E-A97F-C85F1D93F0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7791" y="4270524"/>
            <a:ext cx="2743200" cy="1905000"/>
          </a:xfrm>
          <a:prstGeom prst="rect">
            <a:avLst/>
          </a:prstGeom>
          <a:noFill/>
          <a:ln w="38100">
            <a:solidFill>
              <a:srgbClr val="00206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" name="Rectangle 15">
            <a:extLst>
              <a:ext uri="{FF2B5EF4-FFF2-40B4-BE49-F238E27FC236}">
                <a16:creationId xmlns:a16="http://schemas.microsoft.com/office/drawing/2014/main" id="{BB99B837-CE35-0972-5CC7-89EA35C860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37391" y="4575324"/>
            <a:ext cx="1524000" cy="1295400"/>
          </a:xfrm>
          <a:prstGeom prst="rect">
            <a:avLst/>
          </a:prstGeom>
          <a:noFill/>
          <a:ln w="38100">
            <a:solidFill>
              <a:srgbClr val="A5002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" name="Freeform 16">
            <a:extLst>
              <a:ext uri="{FF2B5EF4-FFF2-40B4-BE49-F238E27FC236}">
                <a16:creationId xmlns:a16="http://schemas.microsoft.com/office/drawing/2014/main" id="{66148792-DB97-1E87-AC56-C3BB7100DAD7}"/>
              </a:ext>
            </a:extLst>
          </p:cNvPr>
          <p:cNvSpPr>
            <a:spLocks/>
          </p:cNvSpPr>
          <p:nvPr/>
        </p:nvSpPr>
        <p:spPr bwMode="auto">
          <a:xfrm>
            <a:off x="9364803" y="1376511"/>
            <a:ext cx="1370013" cy="7938"/>
          </a:xfrm>
          <a:custGeom>
            <a:avLst/>
            <a:gdLst>
              <a:gd name="T0" fmla="*/ 0 w 863"/>
              <a:gd name="T1" fmla="*/ 0 h 5"/>
              <a:gd name="T2" fmla="*/ 2147483647 w 863"/>
              <a:gd name="T3" fmla="*/ 2147483647 h 5"/>
              <a:gd name="T4" fmla="*/ 0 60000 65536"/>
              <a:gd name="T5" fmla="*/ 0 60000 65536"/>
              <a:gd name="T6" fmla="*/ 0 w 863"/>
              <a:gd name="T7" fmla="*/ 0 h 5"/>
              <a:gd name="T8" fmla="*/ 863 w 863"/>
              <a:gd name="T9" fmla="*/ 5 h 5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863" h="5">
                <a:moveTo>
                  <a:pt x="0" y="0"/>
                </a:moveTo>
                <a:lnTo>
                  <a:pt x="863" y="5"/>
                </a:lnTo>
              </a:path>
            </a:pathLst>
          </a:custGeom>
          <a:noFill/>
          <a:ln w="38100" cmpd="sng">
            <a:solidFill>
              <a:srgbClr val="A50021"/>
            </a:solidFill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" name="Freeform 17">
            <a:extLst>
              <a:ext uri="{FF2B5EF4-FFF2-40B4-BE49-F238E27FC236}">
                <a16:creationId xmlns:a16="http://schemas.microsoft.com/office/drawing/2014/main" id="{197D75BD-5906-9D46-EBEA-1143693C1A4E}"/>
              </a:ext>
            </a:extLst>
          </p:cNvPr>
          <p:cNvSpPr>
            <a:spLocks/>
          </p:cNvSpPr>
          <p:nvPr/>
        </p:nvSpPr>
        <p:spPr bwMode="auto">
          <a:xfrm>
            <a:off x="10734816" y="1384449"/>
            <a:ext cx="1587" cy="671512"/>
          </a:xfrm>
          <a:custGeom>
            <a:avLst/>
            <a:gdLst>
              <a:gd name="T0" fmla="*/ 0 w 1"/>
              <a:gd name="T1" fmla="*/ 0 h 423"/>
              <a:gd name="T2" fmla="*/ 0 w 1"/>
              <a:gd name="T3" fmla="*/ 2147483647 h 423"/>
              <a:gd name="T4" fmla="*/ 0 60000 65536"/>
              <a:gd name="T5" fmla="*/ 0 60000 65536"/>
              <a:gd name="T6" fmla="*/ 0 w 1"/>
              <a:gd name="T7" fmla="*/ 0 h 423"/>
              <a:gd name="T8" fmla="*/ 1 w 1"/>
              <a:gd name="T9" fmla="*/ 423 h 423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" h="423">
                <a:moveTo>
                  <a:pt x="0" y="0"/>
                </a:moveTo>
                <a:lnTo>
                  <a:pt x="0" y="423"/>
                </a:lnTo>
              </a:path>
            </a:pathLst>
          </a:custGeom>
          <a:noFill/>
          <a:ln w="38100" cmpd="sng">
            <a:solidFill>
              <a:srgbClr val="A50021"/>
            </a:solidFill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15" name="Group 18">
            <a:extLst>
              <a:ext uri="{FF2B5EF4-FFF2-40B4-BE49-F238E27FC236}">
                <a16:creationId xmlns:a16="http://schemas.microsoft.com/office/drawing/2014/main" id="{07C6D693-7784-5024-3D5D-1FEF92A55904}"/>
              </a:ext>
            </a:extLst>
          </p:cNvPr>
          <p:cNvGrpSpPr>
            <a:grpSpLocks/>
          </p:cNvGrpSpPr>
          <p:nvPr/>
        </p:nvGrpSpPr>
        <p:grpSpPr bwMode="auto">
          <a:xfrm>
            <a:off x="5937391" y="1832124"/>
            <a:ext cx="1524000" cy="2743200"/>
            <a:chOff x="1440" y="960"/>
            <a:chExt cx="960" cy="1728"/>
          </a:xfrm>
        </p:grpSpPr>
        <p:sp>
          <p:nvSpPr>
            <p:cNvPr id="17" name="Line 19">
              <a:extLst>
                <a:ext uri="{FF2B5EF4-FFF2-40B4-BE49-F238E27FC236}">
                  <a16:creationId xmlns:a16="http://schemas.microsoft.com/office/drawing/2014/main" id="{0D84C59E-9A19-B657-FE55-F2B2AE6CFC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0" y="960"/>
              <a:ext cx="0" cy="172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8" name="Line 20">
              <a:extLst>
                <a:ext uri="{FF2B5EF4-FFF2-40B4-BE49-F238E27FC236}">
                  <a16:creationId xmlns:a16="http://schemas.microsoft.com/office/drawing/2014/main" id="{C02741B5-0471-FE21-8EE7-173AD9A2D1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0" y="960"/>
              <a:ext cx="0" cy="172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19" name="Line 21">
            <a:extLst>
              <a:ext uri="{FF2B5EF4-FFF2-40B4-BE49-F238E27FC236}">
                <a16:creationId xmlns:a16="http://schemas.microsoft.com/office/drawing/2014/main" id="{AB5B3A31-EDA7-61F0-5548-682489FA77F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937391" y="2060724"/>
            <a:ext cx="48006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0" name="Line 22">
            <a:extLst>
              <a:ext uri="{FF2B5EF4-FFF2-40B4-BE49-F238E27FC236}">
                <a16:creationId xmlns:a16="http://schemas.microsoft.com/office/drawing/2014/main" id="{B7052B2F-0A11-9062-2293-EA2CBFBD09B9}"/>
              </a:ext>
            </a:extLst>
          </p:cNvPr>
          <p:cNvSpPr>
            <a:spLocks noChangeShapeType="1"/>
          </p:cNvSpPr>
          <p:nvPr/>
        </p:nvSpPr>
        <p:spPr bwMode="auto">
          <a:xfrm>
            <a:off x="5937391" y="2060724"/>
            <a:ext cx="1524000" cy="0"/>
          </a:xfrm>
          <a:prstGeom prst="line">
            <a:avLst/>
          </a:prstGeom>
          <a:noFill/>
          <a:ln w="38100">
            <a:solidFill>
              <a:srgbClr val="A5002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1" name="Text Box 23">
            <a:extLst>
              <a:ext uri="{FF2B5EF4-FFF2-40B4-BE49-F238E27FC236}">
                <a16:creationId xmlns:a16="http://schemas.microsoft.com/office/drawing/2014/main" id="{5B17AB41-C63E-E32A-3BFA-629AB94146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737" y="1384449"/>
            <a:ext cx="305724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CN" altLang="en-US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求作主视图</a:t>
            </a:r>
          </a:p>
        </p:txBody>
      </p:sp>
      <p:sp>
        <p:nvSpPr>
          <p:cNvPr id="22" name="Freeform 45">
            <a:extLst>
              <a:ext uri="{FF2B5EF4-FFF2-40B4-BE49-F238E27FC236}">
                <a16:creationId xmlns:a16="http://schemas.microsoft.com/office/drawing/2014/main" id="{C10936BB-BAEC-C2E1-31F3-201136015075}"/>
              </a:ext>
            </a:extLst>
          </p:cNvPr>
          <p:cNvSpPr>
            <a:spLocks/>
          </p:cNvSpPr>
          <p:nvPr/>
        </p:nvSpPr>
        <p:spPr bwMode="auto">
          <a:xfrm>
            <a:off x="5948503" y="1833711"/>
            <a:ext cx="1512888" cy="3175"/>
          </a:xfrm>
          <a:custGeom>
            <a:avLst/>
            <a:gdLst>
              <a:gd name="T0" fmla="*/ 0 w 953"/>
              <a:gd name="T1" fmla="*/ 2147483647 h 2"/>
              <a:gd name="T2" fmla="*/ 2147483647 w 953"/>
              <a:gd name="T3" fmla="*/ 0 h 2"/>
              <a:gd name="T4" fmla="*/ 0 60000 65536"/>
              <a:gd name="T5" fmla="*/ 0 60000 65536"/>
              <a:gd name="T6" fmla="*/ 0 w 953"/>
              <a:gd name="T7" fmla="*/ 0 h 2"/>
              <a:gd name="T8" fmla="*/ 953 w 953"/>
              <a:gd name="T9" fmla="*/ 2 h 2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953" h="2">
                <a:moveTo>
                  <a:pt x="0" y="2"/>
                </a:moveTo>
                <a:lnTo>
                  <a:pt x="953" y="0"/>
                </a:lnTo>
              </a:path>
            </a:pathLst>
          </a:custGeom>
          <a:noFill/>
          <a:ln w="5715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23" name="Group 46">
            <a:extLst>
              <a:ext uri="{FF2B5EF4-FFF2-40B4-BE49-F238E27FC236}">
                <a16:creationId xmlns:a16="http://schemas.microsoft.com/office/drawing/2014/main" id="{3EDF18D8-2746-920E-5F1D-312A4BFED2CE}"/>
              </a:ext>
            </a:extLst>
          </p:cNvPr>
          <p:cNvGrpSpPr>
            <a:grpSpLocks/>
          </p:cNvGrpSpPr>
          <p:nvPr/>
        </p:nvGrpSpPr>
        <p:grpSpPr bwMode="auto">
          <a:xfrm>
            <a:off x="5937391" y="1832124"/>
            <a:ext cx="1524000" cy="228600"/>
            <a:chOff x="1440" y="768"/>
            <a:chExt cx="960" cy="144"/>
          </a:xfrm>
        </p:grpSpPr>
        <p:sp>
          <p:nvSpPr>
            <p:cNvPr id="24" name="Line 47">
              <a:extLst>
                <a:ext uri="{FF2B5EF4-FFF2-40B4-BE49-F238E27FC236}">
                  <a16:creationId xmlns:a16="http://schemas.microsoft.com/office/drawing/2014/main" id="{EFC0B680-3A4D-20DB-3E2D-B91EB543B1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0" y="768"/>
              <a:ext cx="0" cy="144"/>
            </a:xfrm>
            <a:prstGeom prst="line">
              <a:avLst/>
            </a:prstGeom>
            <a:noFill/>
            <a:ln w="38100">
              <a:solidFill>
                <a:srgbClr val="0066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5" name="Line 48">
              <a:extLst>
                <a:ext uri="{FF2B5EF4-FFF2-40B4-BE49-F238E27FC236}">
                  <a16:creationId xmlns:a16="http://schemas.microsoft.com/office/drawing/2014/main" id="{3D0EAA10-C764-08CA-1225-3A3BD3720E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0" y="768"/>
              <a:ext cx="0" cy="144"/>
            </a:xfrm>
            <a:prstGeom prst="line">
              <a:avLst/>
            </a:prstGeom>
            <a:noFill/>
            <a:ln w="38100">
              <a:solidFill>
                <a:srgbClr val="0066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26" name="Group 49">
            <a:extLst>
              <a:ext uri="{FF2B5EF4-FFF2-40B4-BE49-F238E27FC236}">
                <a16:creationId xmlns:a16="http://schemas.microsoft.com/office/drawing/2014/main" id="{1D2EA9AD-7040-9294-CF00-77E2E68502BF}"/>
              </a:ext>
            </a:extLst>
          </p:cNvPr>
          <p:cNvGrpSpPr>
            <a:grpSpLocks/>
          </p:cNvGrpSpPr>
          <p:nvPr/>
        </p:nvGrpSpPr>
        <p:grpSpPr bwMode="auto">
          <a:xfrm>
            <a:off x="5937391" y="1359049"/>
            <a:ext cx="1524000" cy="681037"/>
            <a:chOff x="1440" y="480"/>
            <a:chExt cx="960" cy="429"/>
          </a:xfrm>
        </p:grpSpPr>
        <p:sp>
          <p:nvSpPr>
            <p:cNvPr id="27" name="Line 50">
              <a:extLst>
                <a:ext uri="{FF2B5EF4-FFF2-40B4-BE49-F238E27FC236}">
                  <a16:creationId xmlns:a16="http://schemas.microsoft.com/office/drawing/2014/main" id="{EA163D03-7798-80A9-3A5F-99FE9D9B92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0" y="480"/>
              <a:ext cx="0" cy="429"/>
            </a:xfrm>
            <a:prstGeom prst="line">
              <a:avLst/>
            </a:prstGeom>
            <a:noFill/>
            <a:ln w="38100">
              <a:solidFill>
                <a:srgbClr val="A5002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" name="Line 51">
              <a:extLst>
                <a:ext uri="{FF2B5EF4-FFF2-40B4-BE49-F238E27FC236}">
                  <a16:creationId xmlns:a16="http://schemas.microsoft.com/office/drawing/2014/main" id="{3CD18082-5130-CEB4-B8E0-722F9659E9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0" y="480"/>
              <a:ext cx="960" cy="0"/>
            </a:xfrm>
            <a:prstGeom prst="line">
              <a:avLst/>
            </a:prstGeom>
            <a:noFill/>
            <a:ln w="38100">
              <a:solidFill>
                <a:srgbClr val="A5002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9" name="Line 52">
              <a:extLst>
                <a:ext uri="{FF2B5EF4-FFF2-40B4-BE49-F238E27FC236}">
                  <a16:creationId xmlns:a16="http://schemas.microsoft.com/office/drawing/2014/main" id="{51B815AF-6DEC-6E01-B4AA-276CE3E70C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0" y="480"/>
              <a:ext cx="0" cy="429"/>
            </a:xfrm>
            <a:prstGeom prst="line">
              <a:avLst/>
            </a:prstGeom>
            <a:noFill/>
            <a:ln w="38100">
              <a:solidFill>
                <a:srgbClr val="A5002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30" name="Line 53">
            <a:extLst>
              <a:ext uri="{FF2B5EF4-FFF2-40B4-BE49-F238E27FC236}">
                <a16:creationId xmlns:a16="http://schemas.microsoft.com/office/drawing/2014/main" id="{89D0AA6D-1A83-AD74-E074-3439000792DA}"/>
              </a:ext>
            </a:extLst>
          </p:cNvPr>
          <p:cNvSpPr>
            <a:spLocks noChangeShapeType="1"/>
          </p:cNvSpPr>
          <p:nvPr/>
        </p:nvSpPr>
        <p:spPr bwMode="auto">
          <a:xfrm>
            <a:off x="5937391" y="5870724"/>
            <a:ext cx="1524000" cy="0"/>
          </a:xfrm>
          <a:prstGeom prst="line">
            <a:avLst/>
          </a:prstGeom>
          <a:noFill/>
          <a:ln w="38100">
            <a:solidFill>
              <a:srgbClr val="FF66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31" name="Group 54">
            <a:extLst>
              <a:ext uri="{FF2B5EF4-FFF2-40B4-BE49-F238E27FC236}">
                <a16:creationId xmlns:a16="http://schemas.microsoft.com/office/drawing/2014/main" id="{80F3B60B-765B-526F-92B6-2B7F06375497}"/>
              </a:ext>
            </a:extLst>
          </p:cNvPr>
          <p:cNvGrpSpPr>
            <a:grpSpLocks/>
          </p:cNvGrpSpPr>
          <p:nvPr/>
        </p:nvGrpSpPr>
        <p:grpSpPr bwMode="auto">
          <a:xfrm>
            <a:off x="5937391" y="4575324"/>
            <a:ext cx="1524000" cy="1295400"/>
            <a:chOff x="1440" y="2496"/>
            <a:chExt cx="960" cy="816"/>
          </a:xfrm>
        </p:grpSpPr>
        <p:sp>
          <p:nvSpPr>
            <p:cNvPr id="32" name="Line 55">
              <a:extLst>
                <a:ext uri="{FF2B5EF4-FFF2-40B4-BE49-F238E27FC236}">
                  <a16:creationId xmlns:a16="http://schemas.microsoft.com/office/drawing/2014/main" id="{755A12AA-C0F2-3250-4A9B-1DB83252A7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0" y="2496"/>
              <a:ext cx="0" cy="816"/>
            </a:xfrm>
            <a:prstGeom prst="line">
              <a:avLst/>
            </a:prstGeom>
            <a:noFill/>
            <a:ln w="38100">
              <a:solidFill>
                <a:srgbClr val="0099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3" name="Line 56">
              <a:extLst>
                <a:ext uri="{FF2B5EF4-FFF2-40B4-BE49-F238E27FC236}">
                  <a16:creationId xmlns:a16="http://schemas.microsoft.com/office/drawing/2014/main" id="{FBB679C7-2AA7-8D6E-6D06-C1B9F3C468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0" y="2496"/>
              <a:ext cx="0" cy="816"/>
            </a:xfrm>
            <a:prstGeom prst="line">
              <a:avLst/>
            </a:prstGeom>
            <a:noFill/>
            <a:ln w="38100">
              <a:solidFill>
                <a:srgbClr val="0099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34" name="Line 57">
            <a:extLst>
              <a:ext uri="{FF2B5EF4-FFF2-40B4-BE49-F238E27FC236}">
                <a16:creationId xmlns:a16="http://schemas.microsoft.com/office/drawing/2014/main" id="{F406869B-DE78-3C52-FF17-7F9A3ACC375F}"/>
              </a:ext>
            </a:extLst>
          </p:cNvPr>
          <p:cNvSpPr>
            <a:spLocks noChangeShapeType="1"/>
          </p:cNvSpPr>
          <p:nvPr/>
        </p:nvSpPr>
        <p:spPr bwMode="auto">
          <a:xfrm>
            <a:off x="5932628" y="4575324"/>
            <a:ext cx="1539875" cy="0"/>
          </a:xfrm>
          <a:prstGeom prst="line">
            <a:avLst/>
          </a:prstGeom>
          <a:noFill/>
          <a:ln w="38100">
            <a:solidFill>
              <a:srgbClr val="FF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5" name="Text Box 58">
            <a:extLst>
              <a:ext uri="{FF2B5EF4-FFF2-40B4-BE49-F238E27FC236}">
                <a16:creationId xmlns:a16="http://schemas.microsoft.com/office/drawing/2014/main" id="{16D51CEF-B1E4-C503-825F-C852C13BA1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5412" y="3140688"/>
            <a:ext cx="220821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altLang="zh-CN" sz="2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sz="2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投影分析</a:t>
            </a:r>
          </a:p>
        </p:txBody>
      </p:sp>
      <p:sp>
        <p:nvSpPr>
          <p:cNvPr id="36" name="Text Box 59">
            <a:extLst>
              <a:ext uri="{FF2B5EF4-FFF2-40B4-BE49-F238E27FC236}">
                <a16:creationId xmlns:a16="http://schemas.microsoft.com/office/drawing/2014/main" id="{DA97BFF8-CA44-1627-95FF-ECB5ECBED7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5412" y="2469175"/>
            <a:ext cx="23495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altLang="zh-CN" sz="2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2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空间分析</a:t>
            </a:r>
          </a:p>
        </p:txBody>
      </p:sp>
      <p:sp>
        <p:nvSpPr>
          <p:cNvPr id="38" name="Text Box 60">
            <a:extLst>
              <a:ext uri="{FF2B5EF4-FFF2-40B4-BE49-F238E27FC236}">
                <a16:creationId xmlns:a16="http://schemas.microsoft.com/office/drawing/2014/main" id="{97661D45-D288-8207-78D3-3ED0D54874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5412" y="3775688"/>
            <a:ext cx="1981200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altLang="zh-CN" sz="2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</a:t>
            </a:r>
            <a:r>
              <a:rPr lang="zh-CN" altLang="en-US" sz="2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作图</a:t>
            </a:r>
          </a:p>
        </p:txBody>
      </p:sp>
      <p:sp>
        <p:nvSpPr>
          <p:cNvPr id="39" name="Line 61">
            <a:extLst>
              <a:ext uri="{FF2B5EF4-FFF2-40B4-BE49-F238E27FC236}">
                <a16:creationId xmlns:a16="http://schemas.microsoft.com/office/drawing/2014/main" id="{0EC0BB03-4C95-98B7-561E-D20DF4DE575E}"/>
              </a:ext>
            </a:extLst>
          </p:cNvPr>
          <p:cNvSpPr>
            <a:spLocks noChangeShapeType="1"/>
          </p:cNvSpPr>
          <p:nvPr/>
        </p:nvSpPr>
        <p:spPr bwMode="auto">
          <a:xfrm>
            <a:off x="6018353" y="1836886"/>
            <a:ext cx="1341438" cy="0"/>
          </a:xfrm>
          <a:prstGeom prst="line">
            <a:avLst/>
          </a:prstGeom>
          <a:noFill/>
          <a:ln w="762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40" name="Picture 62">
            <a:extLst>
              <a:ext uri="{FF2B5EF4-FFF2-40B4-BE49-F238E27FC236}">
                <a16:creationId xmlns:a16="http://schemas.microsoft.com/office/drawing/2014/main" id="{44AD9866-EF91-A65B-5071-385DA5DE51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lum bright="2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37703" y="3934588"/>
            <a:ext cx="3124200" cy="259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" name="Freeform 66">
            <a:extLst>
              <a:ext uri="{FF2B5EF4-FFF2-40B4-BE49-F238E27FC236}">
                <a16:creationId xmlns:a16="http://schemas.microsoft.com/office/drawing/2014/main" id="{9709B44F-3F40-74F4-C718-FC4E2B0D6A57}"/>
              </a:ext>
            </a:extLst>
          </p:cNvPr>
          <p:cNvSpPr>
            <a:spLocks/>
          </p:cNvSpPr>
          <p:nvPr/>
        </p:nvSpPr>
        <p:spPr bwMode="auto">
          <a:xfrm>
            <a:off x="10014091" y="4275900"/>
            <a:ext cx="623887" cy="750888"/>
          </a:xfrm>
          <a:custGeom>
            <a:avLst/>
            <a:gdLst>
              <a:gd name="T0" fmla="*/ 0 w 393"/>
              <a:gd name="T1" fmla="*/ 2147483647 h 473"/>
              <a:gd name="T2" fmla="*/ 0 w 393"/>
              <a:gd name="T3" fmla="*/ 2147483647 h 473"/>
              <a:gd name="T4" fmla="*/ 0 w 393"/>
              <a:gd name="T5" fmla="*/ 2147483647 h 473"/>
              <a:gd name="T6" fmla="*/ 2147483647 w 393"/>
              <a:gd name="T7" fmla="*/ 2147483647 h 473"/>
              <a:gd name="T8" fmla="*/ 2147483647 w 393"/>
              <a:gd name="T9" fmla="*/ 0 h 473"/>
              <a:gd name="T10" fmla="*/ 0 w 393"/>
              <a:gd name="T11" fmla="*/ 2147483647 h 47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393"/>
              <a:gd name="T19" fmla="*/ 0 h 473"/>
              <a:gd name="T20" fmla="*/ 393 w 393"/>
              <a:gd name="T21" fmla="*/ 473 h 47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393" h="473">
                <a:moveTo>
                  <a:pt x="0" y="139"/>
                </a:moveTo>
                <a:lnTo>
                  <a:pt x="0" y="466"/>
                </a:lnTo>
                <a:lnTo>
                  <a:pt x="0" y="473"/>
                </a:lnTo>
                <a:lnTo>
                  <a:pt x="393" y="342"/>
                </a:lnTo>
                <a:lnTo>
                  <a:pt x="393" y="0"/>
                </a:lnTo>
                <a:lnTo>
                  <a:pt x="0" y="139"/>
                </a:lnTo>
                <a:close/>
              </a:path>
            </a:pathLst>
          </a:custGeom>
          <a:solidFill>
            <a:srgbClr val="FF33CC"/>
          </a:solidFill>
          <a:ln w="38100" cap="flat" cmpd="sng">
            <a:solidFill>
              <a:srgbClr val="FF33CC"/>
            </a:solidFill>
            <a:prstDash val="solid"/>
            <a:round/>
            <a:headEnd/>
            <a:tailEnd/>
          </a:ln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2" name="Freeform 67">
            <a:extLst>
              <a:ext uri="{FF2B5EF4-FFF2-40B4-BE49-F238E27FC236}">
                <a16:creationId xmlns:a16="http://schemas.microsoft.com/office/drawing/2014/main" id="{B65169CD-97E4-A16D-F7D1-C47805FE30D1}"/>
              </a:ext>
            </a:extLst>
          </p:cNvPr>
          <p:cNvSpPr>
            <a:spLocks/>
          </p:cNvSpPr>
          <p:nvPr/>
        </p:nvSpPr>
        <p:spPr bwMode="auto">
          <a:xfrm>
            <a:off x="9471166" y="4310825"/>
            <a:ext cx="519112" cy="704850"/>
          </a:xfrm>
          <a:custGeom>
            <a:avLst/>
            <a:gdLst>
              <a:gd name="T0" fmla="*/ 0 w 327"/>
              <a:gd name="T1" fmla="*/ 0 h 444"/>
              <a:gd name="T2" fmla="*/ 0 w 327"/>
              <a:gd name="T3" fmla="*/ 2147483647 h 444"/>
              <a:gd name="T4" fmla="*/ 2147483647 w 327"/>
              <a:gd name="T5" fmla="*/ 2147483647 h 444"/>
              <a:gd name="T6" fmla="*/ 2147483647 w 327"/>
              <a:gd name="T7" fmla="*/ 2147483647 h 444"/>
              <a:gd name="T8" fmla="*/ 2147483647 w 327"/>
              <a:gd name="T9" fmla="*/ 2147483647 h 444"/>
              <a:gd name="T10" fmla="*/ 2147483647 w 327"/>
              <a:gd name="T11" fmla="*/ 2147483647 h 444"/>
              <a:gd name="T12" fmla="*/ 2147483647 w 327"/>
              <a:gd name="T13" fmla="*/ 2147483647 h 444"/>
              <a:gd name="T14" fmla="*/ 0 w 327"/>
              <a:gd name="T15" fmla="*/ 0 h 444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327"/>
              <a:gd name="T25" fmla="*/ 0 h 444"/>
              <a:gd name="T26" fmla="*/ 327 w 327"/>
              <a:gd name="T27" fmla="*/ 444 h 444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327" h="444">
                <a:moveTo>
                  <a:pt x="0" y="0"/>
                </a:moveTo>
                <a:lnTo>
                  <a:pt x="0" y="328"/>
                </a:lnTo>
                <a:lnTo>
                  <a:pt x="117" y="349"/>
                </a:lnTo>
                <a:lnTo>
                  <a:pt x="189" y="386"/>
                </a:lnTo>
                <a:lnTo>
                  <a:pt x="269" y="422"/>
                </a:lnTo>
                <a:lnTo>
                  <a:pt x="327" y="444"/>
                </a:lnTo>
                <a:lnTo>
                  <a:pt x="327" y="117"/>
                </a:lnTo>
                <a:lnTo>
                  <a:pt x="0" y="0"/>
                </a:lnTo>
                <a:close/>
              </a:path>
            </a:pathLst>
          </a:custGeom>
          <a:solidFill>
            <a:srgbClr val="0099FF"/>
          </a:solidFill>
          <a:ln w="12700" cap="flat" cmpd="sng">
            <a:solidFill>
              <a:srgbClr val="0099FF"/>
            </a:solidFill>
            <a:prstDash val="solid"/>
            <a:round/>
            <a:headEnd/>
            <a:tailEnd/>
          </a:ln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3" name="Text Box 68">
            <a:extLst>
              <a:ext uri="{FF2B5EF4-FFF2-40B4-BE49-F238E27FC236}">
                <a16:creationId xmlns:a16="http://schemas.microsoft.com/office/drawing/2014/main" id="{B071D31B-ABDD-E9DC-9C63-06A846DE03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25103" y="1946424"/>
            <a:ext cx="29845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900">
                <a:solidFill>
                  <a:srgbClr val="FF0000"/>
                </a:solidFill>
                <a:latin typeface="宋体" panose="02010600030101010101" pitchFamily="2" charset="-122"/>
              </a:rPr>
              <a:t>●</a:t>
            </a:r>
            <a:endParaRPr lang="en-US" altLang="zh-CN" sz="1600">
              <a:solidFill>
                <a:srgbClr val="FF0000"/>
              </a:solidFill>
              <a:latin typeface="宋体" panose="02010600030101010101" pitchFamily="2" charset="-122"/>
            </a:endParaRPr>
          </a:p>
        </p:txBody>
      </p:sp>
      <p:sp>
        <p:nvSpPr>
          <p:cNvPr id="44" name="Text Box 69">
            <a:extLst>
              <a:ext uri="{FF2B5EF4-FFF2-40B4-BE49-F238E27FC236}">
                <a16:creationId xmlns:a16="http://schemas.microsoft.com/office/drawing/2014/main" id="{F9C81E6E-CB9A-C4D9-D6FC-C7DAF02345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42728" y="1938486"/>
            <a:ext cx="3937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900" dirty="0">
                <a:solidFill>
                  <a:srgbClr val="FF0000"/>
                </a:solidFill>
                <a:latin typeface="宋体" panose="02010600030101010101" pitchFamily="2" charset="-122"/>
              </a:rPr>
              <a:t>●</a:t>
            </a:r>
            <a:endParaRPr lang="en-US" altLang="zh-CN" sz="1600" dirty="0">
              <a:solidFill>
                <a:srgbClr val="FF0000"/>
              </a:solidFill>
              <a:latin typeface="宋体" panose="02010600030101010101" pitchFamily="2" charset="-122"/>
            </a:endParaRPr>
          </a:p>
        </p:txBody>
      </p:sp>
      <p:sp>
        <p:nvSpPr>
          <p:cNvPr id="45" name="Freeform 70">
            <a:extLst>
              <a:ext uri="{FF2B5EF4-FFF2-40B4-BE49-F238E27FC236}">
                <a16:creationId xmlns:a16="http://schemas.microsoft.com/office/drawing/2014/main" id="{A71EA131-0E79-86ED-444B-666406B32345}"/>
              </a:ext>
            </a:extLst>
          </p:cNvPr>
          <p:cNvSpPr>
            <a:spLocks/>
          </p:cNvSpPr>
          <p:nvPr/>
        </p:nvSpPr>
        <p:spPr bwMode="auto">
          <a:xfrm>
            <a:off x="9361628" y="1801961"/>
            <a:ext cx="1384300" cy="268288"/>
          </a:xfrm>
          <a:custGeom>
            <a:avLst/>
            <a:gdLst>
              <a:gd name="T0" fmla="*/ 0 w 872"/>
              <a:gd name="T1" fmla="*/ 2147483647 h 169"/>
              <a:gd name="T2" fmla="*/ 2147483647 w 872"/>
              <a:gd name="T3" fmla="*/ 2147483647 h 169"/>
              <a:gd name="T4" fmla="*/ 2147483647 w 872"/>
              <a:gd name="T5" fmla="*/ 2147483647 h 169"/>
              <a:gd name="T6" fmla="*/ 2147483647 w 872"/>
              <a:gd name="T7" fmla="*/ 2147483647 h 169"/>
              <a:gd name="T8" fmla="*/ 2147483647 w 872"/>
              <a:gd name="T9" fmla="*/ 2147483647 h 16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72"/>
              <a:gd name="T16" fmla="*/ 0 h 169"/>
              <a:gd name="T17" fmla="*/ 872 w 872"/>
              <a:gd name="T18" fmla="*/ 169 h 16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72" h="169">
                <a:moveTo>
                  <a:pt x="0" y="169"/>
                </a:moveTo>
                <a:cubicBezTo>
                  <a:pt x="59" y="123"/>
                  <a:pt x="119" y="77"/>
                  <a:pt x="192" y="49"/>
                </a:cubicBezTo>
                <a:cubicBezTo>
                  <a:pt x="265" y="21"/>
                  <a:pt x="360" y="0"/>
                  <a:pt x="440" y="1"/>
                </a:cubicBezTo>
                <a:cubicBezTo>
                  <a:pt x="520" y="2"/>
                  <a:pt x="600" y="30"/>
                  <a:pt x="672" y="57"/>
                </a:cubicBezTo>
                <a:cubicBezTo>
                  <a:pt x="744" y="84"/>
                  <a:pt x="808" y="122"/>
                  <a:pt x="872" y="161"/>
                </a:cubicBezTo>
              </a:path>
            </a:pathLst>
          </a:custGeom>
          <a:noFill/>
          <a:ln w="38100" cmpd="sng">
            <a:solidFill>
              <a:srgbClr val="33CC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6" name="Text Box 71">
            <a:extLst>
              <a:ext uri="{FF2B5EF4-FFF2-40B4-BE49-F238E27FC236}">
                <a16:creationId xmlns:a16="http://schemas.microsoft.com/office/drawing/2014/main" id="{B7BFF034-3B50-1422-2B20-91F4CC036A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04228" y="868511"/>
            <a:ext cx="2484438" cy="39687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000" dirty="0">
                <a:ea typeface="黑体" panose="02010609060101010101" pitchFamily="49" charset="-122"/>
              </a:rPr>
              <a:t>此段外形轮廓线消失</a:t>
            </a:r>
          </a:p>
        </p:txBody>
      </p:sp>
      <p:sp>
        <p:nvSpPr>
          <p:cNvPr id="47" name="Line 72">
            <a:extLst>
              <a:ext uri="{FF2B5EF4-FFF2-40B4-BE49-F238E27FC236}">
                <a16:creationId xmlns:a16="http://schemas.microsoft.com/office/drawing/2014/main" id="{72B18F44-22B4-6D8E-C760-DEDCFDD6ED7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954978" y="1212999"/>
            <a:ext cx="438150" cy="619125"/>
          </a:xfrm>
          <a:prstGeom prst="line">
            <a:avLst/>
          </a:prstGeom>
          <a:noFill/>
          <a:ln w="9525">
            <a:solidFill>
              <a:srgbClr val="00206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8" name="Text Box 60">
            <a:extLst>
              <a:ext uri="{FF2B5EF4-FFF2-40B4-BE49-F238E27FC236}">
                <a16:creationId xmlns:a16="http://schemas.microsoft.com/office/drawing/2014/main" id="{BA715C81-6411-1E4D-3B1D-06538A1E95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5412" y="4337663"/>
            <a:ext cx="1981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altLang="zh-CN" sz="2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 </a:t>
            </a:r>
            <a:r>
              <a:rPr lang="zh-CN" altLang="en-US" sz="2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检查</a:t>
            </a:r>
          </a:p>
        </p:txBody>
      </p:sp>
      <p:pic>
        <p:nvPicPr>
          <p:cNvPr id="49" name="图片 48">
            <a:extLst>
              <a:ext uri="{FF2B5EF4-FFF2-40B4-BE49-F238E27FC236}">
                <a16:creationId xmlns:a16="http://schemas.microsoft.com/office/drawing/2014/main" id="{0768E0FF-7F89-5251-4C72-361FC5C6E3F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431" t="22345" r="29241" b="13802"/>
          <a:stretch/>
        </p:blipFill>
        <p:spPr>
          <a:xfrm>
            <a:off x="8845550" y="2717336"/>
            <a:ext cx="2387600" cy="215900"/>
          </a:xfrm>
          <a:prstGeom prst="rect">
            <a:avLst/>
          </a:prstGeom>
        </p:spPr>
      </p:pic>
      <p:pic>
        <p:nvPicPr>
          <p:cNvPr id="50" name="图片 49">
            <a:extLst>
              <a:ext uri="{FF2B5EF4-FFF2-40B4-BE49-F238E27FC236}">
                <a16:creationId xmlns:a16="http://schemas.microsoft.com/office/drawing/2014/main" id="{F0989E23-0E6B-021D-2D96-30E5A906470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372" t="28439" r="32834" b="17802"/>
          <a:stretch/>
        </p:blipFill>
        <p:spPr>
          <a:xfrm rot="5400000">
            <a:off x="8748316" y="2467700"/>
            <a:ext cx="2603499" cy="181769"/>
          </a:xfrm>
          <a:prstGeom prst="rect">
            <a:avLst/>
          </a:prstGeom>
        </p:spPr>
      </p:pic>
      <p:pic>
        <p:nvPicPr>
          <p:cNvPr id="51" name="图片 50">
            <a:extLst>
              <a:ext uri="{FF2B5EF4-FFF2-40B4-BE49-F238E27FC236}">
                <a16:creationId xmlns:a16="http://schemas.microsoft.com/office/drawing/2014/main" id="{4398B23D-6509-5F54-7FC3-ED55587A8BF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577" t="30309" r="24514" b="5839"/>
          <a:stretch/>
        </p:blipFill>
        <p:spPr>
          <a:xfrm>
            <a:off x="5194300" y="2740480"/>
            <a:ext cx="2984500" cy="215901"/>
          </a:xfrm>
          <a:prstGeom prst="rect">
            <a:avLst/>
          </a:prstGeom>
        </p:spPr>
      </p:pic>
      <p:pic>
        <p:nvPicPr>
          <p:cNvPr id="52" name="图片 51">
            <a:extLst>
              <a:ext uri="{FF2B5EF4-FFF2-40B4-BE49-F238E27FC236}">
                <a16:creationId xmlns:a16="http://schemas.microsoft.com/office/drawing/2014/main" id="{D6F152AC-015E-47CB-13C8-DE3F2922675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531" t="32181" r="49324" b="5839"/>
          <a:stretch/>
        </p:blipFill>
        <p:spPr>
          <a:xfrm rot="5400000">
            <a:off x="6111863" y="1685451"/>
            <a:ext cx="1130302" cy="209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21776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00"/>
                            </p:stCondLst>
                            <p:childTnLst>
                              <p:par>
                                <p:cTn id="8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1000"/>
                            </p:stCondLst>
                            <p:childTnLst>
                              <p:par>
                                <p:cTn id="9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1500"/>
                            </p:stCondLst>
                            <p:childTnLst>
                              <p:par>
                                <p:cTn id="9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500"/>
                            </p:stCondLst>
                            <p:childTnLst>
                              <p:par>
                                <p:cTn id="139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4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7" grpId="0" animBg="1"/>
      <p:bldP spid="8" grpId="0" animBg="1"/>
      <p:bldP spid="9" grpId="0" animBg="1"/>
      <p:bldP spid="19" grpId="0" animBg="1"/>
      <p:bldP spid="20" grpId="0" animBg="1"/>
      <p:bldP spid="30" grpId="0" animBg="1"/>
      <p:bldP spid="34" grpId="0" animBg="1"/>
      <p:bldP spid="35" grpId="0"/>
      <p:bldP spid="36" grpId="0"/>
      <p:bldP spid="38" grpId="0"/>
      <p:bldP spid="41" grpId="0" animBg="1"/>
      <p:bldP spid="42" grpId="0" animBg="1"/>
      <p:bldP spid="43" grpId="0"/>
      <p:bldP spid="44" grpId="0"/>
      <p:bldP spid="45" grpId="0" animBg="1"/>
      <p:bldP spid="46" grpId="0" animBg="1" autoUpdateAnimBg="0"/>
      <p:bldP spid="47" grpId="0" animBg="1"/>
      <p:bldP spid="4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AE99AB-B6AD-8A82-D391-A1BF4169F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8">
            <a:extLst>
              <a:ext uri="{FF2B5EF4-FFF2-40B4-BE49-F238E27FC236}">
                <a16:creationId xmlns:a16="http://schemas.microsoft.com/office/drawing/2014/main" id="{164C1170-3E2C-7D37-AF49-7EA039B536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619" y="412176"/>
            <a:ext cx="45801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8.3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平面体与回转体相交</a:t>
            </a:r>
          </a:p>
        </p:txBody>
      </p:sp>
      <p:sp>
        <p:nvSpPr>
          <p:cNvPr id="16" name="灯片编号占位符 3">
            <a:extLst>
              <a:ext uri="{FF2B5EF4-FFF2-40B4-BE49-F238E27FC236}">
                <a16:creationId xmlns:a16="http://schemas.microsoft.com/office/drawing/2014/main" id="{261CB94D-5F46-7DC1-D106-A7244ACCBB61}"/>
              </a:ext>
            </a:extLst>
          </p:cNvPr>
          <p:cNvSpPr txBox="1">
            <a:spLocks/>
          </p:cNvSpPr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  <a:pPr/>
              <a:t>14</a:t>
            </a:fld>
            <a:endParaRPr lang="en-US" altLang="zh-CN" dirty="0"/>
          </a:p>
        </p:txBody>
      </p:sp>
      <p:grpSp>
        <p:nvGrpSpPr>
          <p:cNvPr id="2" name="Group 135">
            <a:extLst>
              <a:ext uri="{FF2B5EF4-FFF2-40B4-BE49-F238E27FC236}">
                <a16:creationId xmlns:a16="http://schemas.microsoft.com/office/drawing/2014/main" id="{C7C3A2A3-D677-4BF5-8949-22A6F0CFBBFF}"/>
              </a:ext>
            </a:extLst>
          </p:cNvPr>
          <p:cNvGrpSpPr>
            <a:grpSpLocks/>
          </p:cNvGrpSpPr>
          <p:nvPr/>
        </p:nvGrpSpPr>
        <p:grpSpPr bwMode="auto">
          <a:xfrm>
            <a:off x="1991544" y="3904924"/>
            <a:ext cx="1793875" cy="1317625"/>
            <a:chOff x="319" y="2271"/>
            <a:chExt cx="1130" cy="830"/>
          </a:xfrm>
        </p:grpSpPr>
        <p:sp>
          <p:nvSpPr>
            <p:cNvPr id="3" name="Rectangle 136">
              <a:extLst>
                <a:ext uri="{FF2B5EF4-FFF2-40B4-BE49-F238E27FC236}">
                  <a16:creationId xmlns:a16="http://schemas.microsoft.com/office/drawing/2014/main" id="{D7C838E1-701B-31B6-DBDC-237A16F3CB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9" y="2271"/>
              <a:ext cx="1130" cy="830"/>
            </a:xfrm>
            <a:prstGeom prst="rect">
              <a:avLst/>
            </a:prstGeom>
            <a:solidFill>
              <a:srgbClr val="FFFFFF"/>
            </a:solidFill>
            <a:ln w="5715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" name="Rectangle 137">
              <a:extLst>
                <a:ext uri="{FF2B5EF4-FFF2-40B4-BE49-F238E27FC236}">
                  <a16:creationId xmlns:a16="http://schemas.microsoft.com/office/drawing/2014/main" id="{20183908-7EA8-2995-60C7-9B8BD04B32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5" y="2436"/>
              <a:ext cx="652" cy="489"/>
            </a:xfrm>
            <a:prstGeom prst="rect">
              <a:avLst/>
            </a:prstGeom>
            <a:solidFill>
              <a:srgbClr val="FFFFFF"/>
            </a:solidFill>
            <a:ln w="5715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5" name="Oval 138">
            <a:extLst>
              <a:ext uri="{FF2B5EF4-FFF2-40B4-BE49-F238E27FC236}">
                <a16:creationId xmlns:a16="http://schemas.microsoft.com/office/drawing/2014/main" id="{DADC1A64-2601-AF79-D078-23D859A16E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8506" y="2057074"/>
            <a:ext cx="1316038" cy="1316037"/>
          </a:xfrm>
          <a:prstGeom prst="ellipse">
            <a:avLst/>
          </a:prstGeom>
          <a:solidFill>
            <a:srgbClr val="FFFFFF"/>
          </a:solidFill>
          <a:ln w="5715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" name="Line 139">
            <a:extLst>
              <a:ext uri="{FF2B5EF4-FFF2-40B4-BE49-F238E27FC236}">
                <a16:creationId xmlns:a16="http://schemas.microsoft.com/office/drawing/2014/main" id="{CBEFC5B6-C6A5-70E1-583B-983CAF0085DE}"/>
              </a:ext>
            </a:extLst>
          </p:cNvPr>
          <p:cNvSpPr>
            <a:spLocks noChangeShapeType="1"/>
          </p:cNvSpPr>
          <p:nvPr/>
        </p:nvSpPr>
        <p:spPr bwMode="auto">
          <a:xfrm>
            <a:off x="5380856" y="2196774"/>
            <a:ext cx="0" cy="1096962"/>
          </a:xfrm>
          <a:prstGeom prst="line">
            <a:avLst/>
          </a:prstGeom>
          <a:noFill/>
          <a:ln w="12700">
            <a:solidFill>
              <a:srgbClr val="000000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Line 140">
            <a:extLst>
              <a:ext uri="{FF2B5EF4-FFF2-40B4-BE49-F238E27FC236}">
                <a16:creationId xmlns:a16="http://schemas.microsoft.com/office/drawing/2014/main" id="{9D19977E-62C5-AA3D-DE0C-F8BFBB88B0AD}"/>
              </a:ext>
            </a:extLst>
          </p:cNvPr>
          <p:cNvSpPr>
            <a:spLocks noChangeShapeType="1"/>
          </p:cNvSpPr>
          <p:nvPr/>
        </p:nvSpPr>
        <p:spPr bwMode="auto">
          <a:xfrm>
            <a:off x="4641081" y="2193599"/>
            <a:ext cx="0" cy="1066800"/>
          </a:xfrm>
          <a:prstGeom prst="line">
            <a:avLst/>
          </a:prstGeom>
          <a:noFill/>
          <a:ln w="12700">
            <a:solidFill>
              <a:srgbClr val="000000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8" name="Group 141">
            <a:extLst>
              <a:ext uri="{FF2B5EF4-FFF2-40B4-BE49-F238E27FC236}">
                <a16:creationId xmlns:a16="http://schemas.microsoft.com/office/drawing/2014/main" id="{812A4974-6351-D442-77FC-1A41455A679D}"/>
              </a:ext>
            </a:extLst>
          </p:cNvPr>
          <p:cNvGrpSpPr>
            <a:grpSpLocks/>
          </p:cNvGrpSpPr>
          <p:nvPr/>
        </p:nvGrpSpPr>
        <p:grpSpPr bwMode="auto">
          <a:xfrm>
            <a:off x="1820094" y="4565324"/>
            <a:ext cx="2108200" cy="0"/>
            <a:chOff x="211" y="2687"/>
            <a:chExt cx="1328" cy="0"/>
          </a:xfrm>
        </p:grpSpPr>
        <p:sp>
          <p:nvSpPr>
            <p:cNvPr id="9" name="Line 142">
              <a:extLst>
                <a:ext uri="{FF2B5EF4-FFF2-40B4-BE49-F238E27FC236}">
                  <a16:creationId xmlns:a16="http://schemas.microsoft.com/office/drawing/2014/main" id="{AA0BA137-46B0-AB3F-BD86-DBEB08D447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" y="2687"/>
              <a:ext cx="49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" name="Line 143">
              <a:extLst>
                <a:ext uri="{FF2B5EF4-FFF2-40B4-BE49-F238E27FC236}">
                  <a16:creationId xmlns:a16="http://schemas.microsoft.com/office/drawing/2014/main" id="{0CE1554C-6888-B127-6000-C66E7259D2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89" y="2687"/>
              <a:ext cx="48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" name="Line 144">
              <a:extLst>
                <a:ext uri="{FF2B5EF4-FFF2-40B4-BE49-F238E27FC236}">
                  <a16:creationId xmlns:a16="http://schemas.microsoft.com/office/drawing/2014/main" id="{B4C55E52-DE54-0E03-3445-277E591867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63" y="2687"/>
              <a:ext cx="17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" name="Line 145">
              <a:extLst>
                <a:ext uri="{FF2B5EF4-FFF2-40B4-BE49-F238E27FC236}">
                  <a16:creationId xmlns:a16="http://schemas.microsoft.com/office/drawing/2014/main" id="{0B5E9488-0811-DDEB-F72A-8D1C12B14E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0" y="2687"/>
              <a:ext cx="2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" name="Line 146">
              <a:extLst>
                <a:ext uri="{FF2B5EF4-FFF2-40B4-BE49-F238E27FC236}">
                  <a16:creationId xmlns:a16="http://schemas.microsoft.com/office/drawing/2014/main" id="{75C65193-52D5-3713-ACB5-452C81DEA3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05" y="2687"/>
              <a:ext cx="2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4" name="Group 147">
            <a:extLst>
              <a:ext uri="{FF2B5EF4-FFF2-40B4-BE49-F238E27FC236}">
                <a16:creationId xmlns:a16="http://schemas.microsoft.com/office/drawing/2014/main" id="{A9A44FFA-8D34-3C85-4B49-ECE20F076D33}"/>
              </a:ext>
            </a:extLst>
          </p:cNvPr>
          <p:cNvGrpSpPr>
            <a:grpSpLocks/>
          </p:cNvGrpSpPr>
          <p:nvPr/>
        </p:nvGrpSpPr>
        <p:grpSpPr bwMode="auto">
          <a:xfrm>
            <a:off x="4199756" y="1911024"/>
            <a:ext cx="1676400" cy="1666875"/>
            <a:chOff x="1710" y="1015"/>
            <a:chExt cx="1056" cy="1050"/>
          </a:xfrm>
        </p:grpSpPr>
        <p:grpSp>
          <p:nvGrpSpPr>
            <p:cNvPr id="15" name="Group 148">
              <a:extLst>
                <a:ext uri="{FF2B5EF4-FFF2-40B4-BE49-F238E27FC236}">
                  <a16:creationId xmlns:a16="http://schemas.microsoft.com/office/drawing/2014/main" id="{F6445B0C-E230-C819-EACE-6D0004F6112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10" y="1521"/>
              <a:ext cx="1056" cy="0"/>
              <a:chOff x="1710" y="1537"/>
              <a:chExt cx="1056" cy="0"/>
            </a:xfrm>
          </p:grpSpPr>
          <p:grpSp>
            <p:nvGrpSpPr>
              <p:cNvPr id="24" name="Group 149">
                <a:extLst>
                  <a:ext uri="{FF2B5EF4-FFF2-40B4-BE49-F238E27FC236}">
                    <a16:creationId xmlns:a16="http://schemas.microsoft.com/office/drawing/2014/main" id="{3D3F0557-E81A-93E4-38B8-5042167F19B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10" y="1537"/>
                <a:ext cx="592" cy="0"/>
                <a:chOff x="3031" y="1971"/>
                <a:chExt cx="592" cy="0"/>
              </a:xfrm>
            </p:grpSpPr>
            <p:sp>
              <p:nvSpPr>
                <p:cNvPr id="27" name="Line 150">
                  <a:extLst>
                    <a:ext uri="{FF2B5EF4-FFF2-40B4-BE49-F238E27FC236}">
                      <a16:creationId xmlns:a16="http://schemas.microsoft.com/office/drawing/2014/main" id="{C5BE0E49-34CB-C3E0-DEB5-24160FFA347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0800000">
                  <a:off x="3031" y="1971"/>
                  <a:ext cx="158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8" name="Line 151">
                  <a:extLst>
                    <a:ext uri="{FF2B5EF4-FFF2-40B4-BE49-F238E27FC236}">
                      <a16:creationId xmlns:a16="http://schemas.microsoft.com/office/drawing/2014/main" id="{21C276DA-0F9F-E5AF-D986-978B03CDE59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0800000">
                  <a:off x="3214" y="1971"/>
                  <a:ext cx="26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9" name="Line 152">
                  <a:extLst>
                    <a:ext uri="{FF2B5EF4-FFF2-40B4-BE49-F238E27FC236}">
                      <a16:creationId xmlns:a16="http://schemas.microsoft.com/office/drawing/2014/main" id="{77D1CFC1-FA5F-0498-B3C0-4965392C654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0800000">
                  <a:off x="3263" y="1971"/>
                  <a:ext cx="360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25" name="Line 153">
                <a:extLst>
                  <a:ext uri="{FF2B5EF4-FFF2-40B4-BE49-F238E27FC236}">
                    <a16:creationId xmlns:a16="http://schemas.microsoft.com/office/drawing/2014/main" id="{DF9ED516-F0AD-F41A-349E-F2BC8EEB1E2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0800000">
                <a:off x="2328" y="1537"/>
                <a:ext cx="26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6" name="Line 154">
                <a:extLst>
                  <a:ext uri="{FF2B5EF4-FFF2-40B4-BE49-F238E27FC236}">
                    <a16:creationId xmlns:a16="http://schemas.microsoft.com/office/drawing/2014/main" id="{77F7A457-1981-0886-32D5-D958AF558E4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0800000">
                <a:off x="2381" y="1537"/>
                <a:ext cx="385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7" name="Group 155">
              <a:extLst>
                <a:ext uri="{FF2B5EF4-FFF2-40B4-BE49-F238E27FC236}">
                  <a16:creationId xmlns:a16="http://schemas.microsoft.com/office/drawing/2014/main" id="{67EDE473-4F7E-32E4-C686-EAEB4861B08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27" y="1015"/>
              <a:ext cx="0" cy="1050"/>
              <a:chOff x="2227" y="1015"/>
              <a:chExt cx="0" cy="1050"/>
            </a:xfrm>
          </p:grpSpPr>
          <p:grpSp>
            <p:nvGrpSpPr>
              <p:cNvPr id="18" name="Group 156">
                <a:extLst>
                  <a:ext uri="{FF2B5EF4-FFF2-40B4-BE49-F238E27FC236}">
                    <a16:creationId xmlns:a16="http://schemas.microsoft.com/office/drawing/2014/main" id="{8469AD67-BFA0-AD83-4D4A-DCB6ABEC5E0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227" y="1373"/>
                <a:ext cx="0" cy="692"/>
                <a:chOff x="2227" y="1373"/>
                <a:chExt cx="0" cy="692"/>
              </a:xfrm>
            </p:grpSpPr>
            <p:sp>
              <p:nvSpPr>
                <p:cNvPr id="21" name="Line 157">
                  <a:extLst>
                    <a:ext uri="{FF2B5EF4-FFF2-40B4-BE49-F238E27FC236}">
                      <a16:creationId xmlns:a16="http://schemas.microsoft.com/office/drawing/2014/main" id="{5E8BEF86-161D-86FD-5DD3-F20DE4F082E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5400000">
                  <a:off x="2098" y="1936"/>
                  <a:ext cx="258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2" name="Line 158">
                  <a:extLst>
                    <a:ext uri="{FF2B5EF4-FFF2-40B4-BE49-F238E27FC236}">
                      <a16:creationId xmlns:a16="http://schemas.microsoft.com/office/drawing/2014/main" id="{84E9633F-E862-A8E7-553F-BACBA7A3527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5400000">
                  <a:off x="2214" y="1769"/>
                  <a:ext cx="26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3" name="Line 159">
                  <a:extLst>
                    <a:ext uri="{FF2B5EF4-FFF2-40B4-BE49-F238E27FC236}">
                      <a16:creationId xmlns:a16="http://schemas.microsoft.com/office/drawing/2014/main" id="{A7497C14-A35C-6459-C54C-65B076296E8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5400000">
                  <a:off x="2047" y="1553"/>
                  <a:ext cx="360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19" name="Line 160">
                <a:extLst>
                  <a:ext uri="{FF2B5EF4-FFF2-40B4-BE49-F238E27FC236}">
                    <a16:creationId xmlns:a16="http://schemas.microsoft.com/office/drawing/2014/main" id="{29BD94BB-15B8-D9BB-65EF-996E30A32AC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>
                <a:off x="2214" y="1335"/>
                <a:ext cx="26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" name="Line 161">
                <a:extLst>
                  <a:ext uri="{FF2B5EF4-FFF2-40B4-BE49-F238E27FC236}">
                    <a16:creationId xmlns:a16="http://schemas.microsoft.com/office/drawing/2014/main" id="{0D210B4F-0D12-0707-AF3E-41A4182A570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>
                <a:off x="2087" y="1155"/>
                <a:ext cx="27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30" name="AutoShape 164">
            <a:extLst>
              <a:ext uri="{FF2B5EF4-FFF2-40B4-BE49-F238E27FC236}">
                <a16:creationId xmlns:a16="http://schemas.microsoft.com/office/drawing/2014/main" id="{A5466264-44EC-669E-CB17-E4D5F49BAD87}"/>
              </a:ext>
            </a:extLst>
          </p:cNvPr>
          <p:cNvSpPr>
            <a:spLocks noChangeArrowheads="1"/>
          </p:cNvSpPr>
          <p:nvPr/>
        </p:nvSpPr>
        <p:spPr bwMode="auto">
          <a:xfrm rot="17255964">
            <a:off x="2621781" y="4536749"/>
            <a:ext cx="403225" cy="384175"/>
          </a:xfrm>
          <a:prstGeom prst="leftArrow">
            <a:avLst>
              <a:gd name="adj1" fmla="val 47639"/>
              <a:gd name="adj2" fmla="val 47581"/>
            </a:avLst>
          </a:prstGeom>
          <a:solidFill>
            <a:srgbClr val="002060"/>
          </a:solidFill>
          <a:ln>
            <a:noFill/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1" name="Text Box 165">
            <a:extLst>
              <a:ext uri="{FF2B5EF4-FFF2-40B4-BE49-F238E27FC236}">
                <a16:creationId xmlns:a16="http://schemas.microsoft.com/office/drawing/2014/main" id="{A630A856-575C-EC56-8723-25DC3406C3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81269" y="5484485"/>
            <a:ext cx="26590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内表面为四棱柱孔</a:t>
            </a:r>
          </a:p>
        </p:txBody>
      </p:sp>
      <p:sp>
        <p:nvSpPr>
          <p:cNvPr id="32" name="Text Box 166">
            <a:extLst>
              <a:ext uri="{FF2B5EF4-FFF2-40B4-BE49-F238E27FC236}">
                <a16:creationId xmlns:a16="http://schemas.microsoft.com/office/drawing/2014/main" id="{0F17C7A3-1DFE-CEB6-28D8-181916DA16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8794" y="1057236"/>
            <a:ext cx="35544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40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圆柱变成圆柱筒将如何？</a:t>
            </a:r>
          </a:p>
        </p:txBody>
      </p:sp>
      <p:sp>
        <p:nvSpPr>
          <p:cNvPr id="33" name="AutoShape 167">
            <a:extLst>
              <a:ext uri="{FF2B5EF4-FFF2-40B4-BE49-F238E27FC236}">
                <a16:creationId xmlns:a16="http://schemas.microsoft.com/office/drawing/2014/main" id="{C161541F-C885-43E4-FD6C-74CED1A83024}"/>
              </a:ext>
            </a:extLst>
          </p:cNvPr>
          <p:cNvSpPr>
            <a:spLocks noChangeArrowheads="1"/>
          </p:cNvSpPr>
          <p:nvPr/>
        </p:nvSpPr>
        <p:spPr bwMode="auto">
          <a:xfrm rot="10810492">
            <a:off x="5988954" y="3287035"/>
            <a:ext cx="586376" cy="577453"/>
          </a:xfrm>
          <a:prstGeom prst="leftArrow">
            <a:avLst>
              <a:gd name="adj1" fmla="val 45583"/>
              <a:gd name="adj2" fmla="val 47884"/>
            </a:avLst>
          </a:prstGeom>
          <a:solidFill>
            <a:srgbClr val="002060"/>
          </a:solidFill>
          <a:ln>
            <a:noFill/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4" name="Text Box 169">
            <a:extLst>
              <a:ext uri="{FF2B5EF4-FFF2-40B4-BE49-F238E27FC236}">
                <a16:creationId xmlns:a16="http://schemas.microsoft.com/office/drawing/2014/main" id="{B5D15F7D-3D29-B9F7-711B-58C908849C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68520" y="5842692"/>
            <a:ext cx="14224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400" dirty="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交线不变</a:t>
            </a:r>
          </a:p>
        </p:txBody>
      </p:sp>
      <p:sp>
        <p:nvSpPr>
          <p:cNvPr id="35" name="Line 211">
            <a:extLst>
              <a:ext uri="{FF2B5EF4-FFF2-40B4-BE49-F238E27FC236}">
                <a16:creationId xmlns:a16="http://schemas.microsoft.com/office/drawing/2014/main" id="{53E2A764-BC6E-F673-FEB5-061B2BD63B00}"/>
              </a:ext>
            </a:extLst>
          </p:cNvPr>
          <p:cNvSpPr>
            <a:spLocks noChangeShapeType="1"/>
          </p:cNvSpPr>
          <p:nvPr/>
        </p:nvSpPr>
        <p:spPr bwMode="auto">
          <a:xfrm>
            <a:off x="2336031" y="3388986"/>
            <a:ext cx="1057275" cy="0"/>
          </a:xfrm>
          <a:prstGeom prst="line">
            <a:avLst/>
          </a:prstGeom>
          <a:noFill/>
          <a:ln w="762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6" name="Line 212">
            <a:extLst>
              <a:ext uri="{FF2B5EF4-FFF2-40B4-BE49-F238E27FC236}">
                <a16:creationId xmlns:a16="http://schemas.microsoft.com/office/drawing/2014/main" id="{D21FF438-C7E6-47FF-5FB8-542A910497F3}"/>
              </a:ext>
            </a:extLst>
          </p:cNvPr>
          <p:cNvSpPr>
            <a:spLocks noChangeShapeType="1"/>
          </p:cNvSpPr>
          <p:nvPr/>
        </p:nvSpPr>
        <p:spPr bwMode="auto">
          <a:xfrm>
            <a:off x="2355081" y="2079299"/>
            <a:ext cx="1028700" cy="0"/>
          </a:xfrm>
          <a:prstGeom prst="line">
            <a:avLst/>
          </a:prstGeom>
          <a:noFill/>
          <a:ln w="762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38" name="Group 262">
            <a:extLst>
              <a:ext uri="{FF2B5EF4-FFF2-40B4-BE49-F238E27FC236}">
                <a16:creationId xmlns:a16="http://schemas.microsoft.com/office/drawing/2014/main" id="{BFE57148-8DAC-840B-D82E-7F82D2AB18FD}"/>
              </a:ext>
            </a:extLst>
          </p:cNvPr>
          <p:cNvGrpSpPr>
            <a:grpSpLocks/>
          </p:cNvGrpSpPr>
          <p:nvPr/>
        </p:nvGrpSpPr>
        <p:grpSpPr bwMode="auto">
          <a:xfrm>
            <a:off x="1989956" y="2052311"/>
            <a:ext cx="1793875" cy="1371600"/>
            <a:chOff x="742" y="2580"/>
            <a:chExt cx="1130" cy="864"/>
          </a:xfrm>
        </p:grpSpPr>
        <p:sp>
          <p:nvSpPr>
            <p:cNvPr id="39" name="Rectangle 263">
              <a:extLst>
                <a:ext uri="{FF2B5EF4-FFF2-40B4-BE49-F238E27FC236}">
                  <a16:creationId xmlns:a16="http://schemas.microsoft.com/office/drawing/2014/main" id="{9CFBE53C-B09F-6609-2361-714A4EAA38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2" y="2596"/>
              <a:ext cx="1130" cy="830"/>
            </a:xfrm>
            <a:prstGeom prst="rect">
              <a:avLst/>
            </a:prstGeom>
            <a:solidFill>
              <a:srgbClr val="FFFFFF"/>
            </a:solidFill>
            <a:ln w="5715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0" name="Line 264">
              <a:extLst>
                <a:ext uri="{FF2B5EF4-FFF2-40B4-BE49-F238E27FC236}">
                  <a16:creationId xmlns:a16="http://schemas.microsoft.com/office/drawing/2014/main" id="{F43EC335-1BCC-F3D3-E28C-1B72ED018A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88" y="2701"/>
              <a:ext cx="0" cy="61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1" name="Line 265">
              <a:extLst>
                <a:ext uri="{FF2B5EF4-FFF2-40B4-BE49-F238E27FC236}">
                  <a16:creationId xmlns:a16="http://schemas.microsoft.com/office/drawing/2014/main" id="{E05187DA-460D-F630-191D-865D3A445B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40" y="2702"/>
              <a:ext cx="0" cy="61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2" name="Line 266">
              <a:extLst>
                <a:ext uri="{FF2B5EF4-FFF2-40B4-BE49-F238E27FC236}">
                  <a16:creationId xmlns:a16="http://schemas.microsoft.com/office/drawing/2014/main" id="{38CFD3AD-5909-F738-F2B8-3B6BD11C44B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76" y="2674"/>
              <a:ext cx="679" cy="0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" name="Line 267">
              <a:extLst>
                <a:ext uri="{FF2B5EF4-FFF2-40B4-BE49-F238E27FC236}">
                  <a16:creationId xmlns:a16="http://schemas.microsoft.com/office/drawing/2014/main" id="{A7A39FBF-0F08-28D4-D302-96B664BD22A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67" y="3342"/>
              <a:ext cx="690" cy="0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4" name="Line 268">
              <a:extLst>
                <a:ext uri="{FF2B5EF4-FFF2-40B4-BE49-F238E27FC236}">
                  <a16:creationId xmlns:a16="http://schemas.microsoft.com/office/drawing/2014/main" id="{D1BB8861-6499-E5C9-21FA-A0EE2D9F75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76" y="3426"/>
              <a:ext cx="666" cy="0"/>
            </a:xfrm>
            <a:prstGeom prst="line">
              <a:avLst/>
            </a:prstGeom>
            <a:noFill/>
            <a:ln w="76200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5" name="Line 269">
              <a:extLst>
                <a:ext uri="{FF2B5EF4-FFF2-40B4-BE49-F238E27FC236}">
                  <a16:creationId xmlns:a16="http://schemas.microsoft.com/office/drawing/2014/main" id="{8ACACF0E-35DF-1143-599A-EEFE43E2FC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88" y="2592"/>
              <a:ext cx="648" cy="0"/>
            </a:xfrm>
            <a:prstGeom prst="line">
              <a:avLst/>
            </a:prstGeom>
            <a:noFill/>
            <a:ln w="76200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6" name="Line 270">
              <a:extLst>
                <a:ext uri="{FF2B5EF4-FFF2-40B4-BE49-F238E27FC236}">
                  <a16:creationId xmlns:a16="http://schemas.microsoft.com/office/drawing/2014/main" id="{4C59C2CC-0E2E-F858-987C-1C8D507C853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88" y="2583"/>
              <a:ext cx="0" cy="105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7" name="Line 271">
              <a:extLst>
                <a:ext uri="{FF2B5EF4-FFF2-40B4-BE49-F238E27FC236}">
                  <a16:creationId xmlns:a16="http://schemas.microsoft.com/office/drawing/2014/main" id="{DF7F9296-4791-AB70-BC3D-2C0E9A935DD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42" y="2580"/>
              <a:ext cx="0" cy="108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8" name="Line 272">
              <a:extLst>
                <a:ext uri="{FF2B5EF4-FFF2-40B4-BE49-F238E27FC236}">
                  <a16:creationId xmlns:a16="http://schemas.microsoft.com/office/drawing/2014/main" id="{96FC934B-BF6E-3733-9CCA-FDF58E49F8B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82" y="3330"/>
              <a:ext cx="0" cy="114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9" name="Line 273">
              <a:extLst>
                <a:ext uri="{FF2B5EF4-FFF2-40B4-BE49-F238E27FC236}">
                  <a16:creationId xmlns:a16="http://schemas.microsoft.com/office/drawing/2014/main" id="{130C2397-F721-95E5-790C-D0778871DA3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42" y="3330"/>
              <a:ext cx="0" cy="114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50" name="Group 274">
            <a:extLst>
              <a:ext uri="{FF2B5EF4-FFF2-40B4-BE49-F238E27FC236}">
                <a16:creationId xmlns:a16="http://schemas.microsoft.com/office/drawing/2014/main" id="{7556CD9E-62E4-CE6B-05E3-4600B76C4AE5}"/>
              </a:ext>
            </a:extLst>
          </p:cNvPr>
          <p:cNvGrpSpPr>
            <a:grpSpLocks/>
          </p:cNvGrpSpPr>
          <p:nvPr/>
        </p:nvGrpSpPr>
        <p:grpSpPr bwMode="auto">
          <a:xfrm>
            <a:off x="2337619" y="2199949"/>
            <a:ext cx="1104900" cy="1071562"/>
            <a:chOff x="529" y="1200"/>
            <a:chExt cx="696" cy="675"/>
          </a:xfrm>
        </p:grpSpPr>
        <p:sp>
          <p:nvSpPr>
            <p:cNvPr id="51" name="Line 275">
              <a:extLst>
                <a:ext uri="{FF2B5EF4-FFF2-40B4-BE49-F238E27FC236}">
                  <a16:creationId xmlns:a16="http://schemas.microsoft.com/office/drawing/2014/main" id="{8A455300-7E82-DC2C-D83D-76C2D3582E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8" y="1200"/>
              <a:ext cx="687" cy="0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2" name="Line 276">
              <a:extLst>
                <a:ext uri="{FF2B5EF4-FFF2-40B4-BE49-F238E27FC236}">
                  <a16:creationId xmlns:a16="http://schemas.microsoft.com/office/drawing/2014/main" id="{BF54336D-8A0B-BD62-116F-333AA5766E6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29" y="1875"/>
              <a:ext cx="691" cy="0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53" name="Group 277">
            <a:extLst>
              <a:ext uri="{FF2B5EF4-FFF2-40B4-BE49-F238E27FC236}">
                <a16:creationId xmlns:a16="http://schemas.microsoft.com/office/drawing/2014/main" id="{0F093EA4-174F-04FE-34C3-112F1D21AC81}"/>
              </a:ext>
            </a:extLst>
          </p:cNvPr>
          <p:cNvGrpSpPr>
            <a:grpSpLocks/>
          </p:cNvGrpSpPr>
          <p:nvPr/>
        </p:nvGrpSpPr>
        <p:grpSpPr bwMode="auto">
          <a:xfrm>
            <a:off x="2377306" y="2047549"/>
            <a:ext cx="1046163" cy="1376362"/>
            <a:chOff x="546" y="1109"/>
            <a:chExt cx="659" cy="867"/>
          </a:xfrm>
        </p:grpSpPr>
        <p:sp>
          <p:nvSpPr>
            <p:cNvPr id="54" name="Line 278">
              <a:extLst>
                <a:ext uri="{FF2B5EF4-FFF2-40B4-BE49-F238E27FC236}">
                  <a16:creationId xmlns:a16="http://schemas.microsoft.com/office/drawing/2014/main" id="{CB9F678C-5C3D-DF21-68AC-B5810849B0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7" y="1109"/>
              <a:ext cx="0" cy="115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5" name="Line 279">
              <a:extLst>
                <a:ext uri="{FF2B5EF4-FFF2-40B4-BE49-F238E27FC236}">
                  <a16:creationId xmlns:a16="http://schemas.microsoft.com/office/drawing/2014/main" id="{F5D87387-07CC-2A7A-A713-8615D5ED52A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05" y="1110"/>
              <a:ext cx="0" cy="112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6" name="Line 280">
              <a:extLst>
                <a:ext uri="{FF2B5EF4-FFF2-40B4-BE49-F238E27FC236}">
                  <a16:creationId xmlns:a16="http://schemas.microsoft.com/office/drawing/2014/main" id="{B22E2D54-E23F-0938-B8D5-FDBF76F92F3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46" y="1857"/>
              <a:ext cx="0" cy="119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7" name="Line 281">
              <a:extLst>
                <a:ext uri="{FF2B5EF4-FFF2-40B4-BE49-F238E27FC236}">
                  <a16:creationId xmlns:a16="http://schemas.microsoft.com/office/drawing/2014/main" id="{1024470F-345E-0EA6-2674-6FA9DADECC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99" y="1859"/>
              <a:ext cx="0" cy="117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58" name="Group 282">
            <a:extLst>
              <a:ext uri="{FF2B5EF4-FFF2-40B4-BE49-F238E27FC236}">
                <a16:creationId xmlns:a16="http://schemas.microsoft.com/office/drawing/2014/main" id="{1B1AD187-0AD4-47EC-1DF4-D59F45837E35}"/>
              </a:ext>
            </a:extLst>
          </p:cNvPr>
          <p:cNvGrpSpPr>
            <a:grpSpLocks/>
          </p:cNvGrpSpPr>
          <p:nvPr/>
        </p:nvGrpSpPr>
        <p:grpSpPr bwMode="auto">
          <a:xfrm>
            <a:off x="2356669" y="1395086"/>
            <a:ext cx="1203325" cy="1163638"/>
            <a:chOff x="517" y="554"/>
            <a:chExt cx="758" cy="733"/>
          </a:xfrm>
        </p:grpSpPr>
        <p:sp>
          <p:nvSpPr>
            <p:cNvPr id="59" name="Text Box 283">
              <a:extLst>
                <a:ext uri="{FF2B5EF4-FFF2-40B4-BE49-F238E27FC236}">
                  <a16:creationId xmlns:a16="http://schemas.microsoft.com/office/drawing/2014/main" id="{942115B6-AD44-61A2-0209-3105169D07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0" y="554"/>
              <a:ext cx="69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i="0" u="none" strike="noStrike" kern="0" cap="none" spc="0" normalizeH="0" baseline="0" noProof="0" dirty="0">
                  <a:ln>
                    <a:noFill/>
                  </a:ln>
                  <a:solidFill>
                    <a:srgbClr val="A50021"/>
                  </a:solidFill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有虚线</a:t>
              </a:r>
            </a:p>
          </p:txBody>
        </p:sp>
        <p:sp>
          <p:nvSpPr>
            <p:cNvPr id="60" name="Line 284">
              <a:extLst>
                <a:ext uri="{FF2B5EF4-FFF2-40B4-BE49-F238E27FC236}">
                  <a16:creationId xmlns:a16="http://schemas.microsoft.com/office/drawing/2014/main" id="{F49A7879-808B-6C90-75BA-546079ED466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17" y="822"/>
              <a:ext cx="408" cy="46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1" name="Line 285">
              <a:extLst>
                <a:ext uri="{FF2B5EF4-FFF2-40B4-BE49-F238E27FC236}">
                  <a16:creationId xmlns:a16="http://schemas.microsoft.com/office/drawing/2014/main" id="{98102C8B-E297-3BE8-B2A9-93A00190E87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920" y="820"/>
              <a:ext cx="248" cy="45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62" name="Arc 307">
            <a:extLst>
              <a:ext uri="{FF2B5EF4-FFF2-40B4-BE49-F238E27FC236}">
                <a16:creationId xmlns:a16="http://schemas.microsoft.com/office/drawing/2014/main" id="{A83F3087-B681-D51E-4087-E52C62331B58}"/>
              </a:ext>
            </a:extLst>
          </p:cNvPr>
          <p:cNvSpPr>
            <a:spLocks/>
          </p:cNvSpPr>
          <p:nvPr/>
        </p:nvSpPr>
        <p:spPr bwMode="auto">
          <a:xfrm rot="13594751" flipV="1">
            <a:off x="4736331" y="1918961"/>
            <a:ext cx="544513" cy="576263"/>
          </a:xfrm>
          <a:custGeom>
            <a:avLst/>
            <a:gdLst>
              <a:gd name="T0" fmla="*/ 0 w 21600"/>
              <a:gd name="T1" fmla="*/ 0 h 21600"/>
              <a:gd name="T2" fmla="*/ 2147483646 w 21600"/>
              <a:gd name="T3" fmla="*/ 2147483646 h 21600"/>
              <a:gd name="T4" fmla="*/ 0 w 21600"/>
              <a:gd name="T5" fmla="*/ 2147483646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762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63" name="Group 308">
            <a:extLst>
              <a:ext uri="{FF2B5EF4-FFF2-40B4-BE49-F238E27FC236}">
                <a16:creationId xmlns:a16="http://schemas.microsoft.com/office/drawing/2014/main" id="{688FA616-AE36-7E43-2423-4F41CB898B10}"/>
              </a:ext>
            </a:extLst>
          </p:cNvPr>
          <p:cNvGrpSpPr>
            <a:grpSpLocks/>
          </p:cNvGrpSpPr>
          <p:nvPr/>
        </p:nvGrpSpPr>
        <p:grpSpPr bwMode="auto">
          <a:xfrm>
            <a:off x="1742306" y="2715886"/>
            <a:ext cx="2197100" cy="0"/>
            <a:chOff x="162" y="1522"/>
            <a:chExt cx="1384" cy="0"/>
          </a:xfrm>
        </p:grpSpPr>
        <p:sp>
          <p:nvSpPr>
            <p:cNvPr id="64" name="Line 309">
              <a:extLst>
                <a:ext uri="{FF2B5EF4-FFF2-40B4-BE49-F238E27FC236}">
                  <a16:creationId xmlns:a16="http://schemas.microsoft.com/office/drawing/2014/main" id="{4D72D37D-E532-B853-C975-89BB7181B2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2" y="1522"/>
              <a:ext cx="48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5" name="Line 310">
              <a:extLst>
                <a:ext uri="{FF2B5EF4-FFF2-40B4-BE49-F238E27FC236}">
                  <a16:creationId xmlns:a16="http://schemas.microsoft.com/office/drawing/2014/main" id="{2C2D45BB-DE09-5110-FB0B-87B7E73D48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9" y="1522"/>
              <a:ext cx="48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6" name="Line 311">
              <a:extLst>
                <a:ext uri="{FF2B5EF4-FFF2-40B4-BE49-F238E27FC236}">
                  <a16:creationId xmlns:a16="http://schemas.microsoft.com/office/drawing/2014/main" id="{0FBE9F4D-FEA3-9508-E5A6-216344C535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13" y="1522"/>
              <a:ext cx="233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7" name="Line 312">
              <a:extLst>
                <a:ext uri="{FF2B5EF4-FFF2-40B4-BE49-F238E27FC236}">
                  <a16:creationId xmlns:a16="http://schemas.microsoft.com/office/drawing/2014/main" id="{A5CE3DCB-B005-980C-0DC0-5BE2AA0B5E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0" y="1522"/>
              <a:ext cx="2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8" name="Line 313">
              <a:extLst>
                <a:ext uri="{FF2B5EF4-FFF2-40B4-BE49-F238E27FC236}">
                  <a16:creationId xmlns:a16="http://schemas.microsoft.com/office/drawing/2014/main" id="{25E3C1C3-9F89-456C-9462-8172366D5A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55" y="1522"/>
              <a:ext cx="2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69" name="Oval 314">
            <a:extLst>
              <a:ext uri="{FF2B5EF4-FFF2-40B4-BE49-F238E27FC236}">
                <a16:creationId xmlns:a16="http://schemas.microsoft.com/office/drawing/2014/main" id="{101F08A4-2F67-F5AA-7278-DA8D35874D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9581" y="2147561"/>
            <a:ext cx="95250" cy="95250"/>
          </a:xfrm>
          <a:prstGeom prst="ellipse">
            <a:avLst/>
          </a:prstGeom>
          <a:solidFill>
            <a:srgbClr val="E6F0FF"/>
          </a:solidFill>
          <a:ln w="38100">
            <a:solidFill>
              <a:srgbClr val="CC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70" name="Group 315">
            <a:extLst>
              <a:ext uri="{FF2B5EF4-FFF2-40B4-BE49-F238E27FC236}">
                <a16:creationId xmlns:a16="http://schemas.microsoft.com/office/drawing/2014/main" id="{0AD5C958-3F18-8A20-3E22-C546AFA2BCCC}"/>
              </a:ext>
            </a:extLst>
          </p:cNvPr>
          <p:cNvGrpSpPr>
            <a:grpSpLocks/>
          </p:cNvGrpSpPr>
          <p:nvPr/>
        </p:nvGrpSpPr>
        <p:grpSpPr bwMode="auto">
          <a:xfrm>
            <a:off x="3359969" y="2196774"/>
            <a:ext cx="2044700" cy="1060450"/>
            <a:chOff x="1181" y="1195"/>
            <a:chExt cx="1288" cy="668"/>
          </a:xfrm>
        </p:grpSpPr>
        <p:sp>
          <p:nvSpPr>
            <p:cNvPr id="71" name="Line 316">
              <a:extLst>
                <a:ext uri="{FF2B5EF4-FFF2-40B4-BE49-F238E27FC236}">
                  <a16:creationId xmlns:a16="http://schemas.microsoft.com/office/drawing/2014/main" id="{2D426E21-9BFF-3AF9-EE4F-359941A015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81" y="1863"/>
              <a:ext cx="128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2" name="Line 317">
              <a:extLst>
                <a:ext uri="{FF2B5EF4-FFF2-40B4-BE49-F238E27FC236}">
                  <a16:creationId xmlns:a16="http://schemas.microsoft.com/office/drawing/2014/main" id="{A0D4A2E4-871F-3435-6CE2-93516ACD9E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90" y="1195"/>
              <a:ext cx="125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73" name="Text Box 37">
            <a:extLst>
              <a:ext uri="{FF2B5EF4-FFF2-40B4-BE49-F238E27FC236}">
                <a16:creationId xmlns:a16="http://schemas.microsoft.com/office/drawing/2014/main" id="{D4FBEBA3-A846-F068-DD83-D370FABD5B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8767" y="1164898"/>
            <a:ext cx="1106488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3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讨论</a:t>
            </a:r>
          </a:p>
        </p:txBody>
      </p:sp>
      <p:pic>
        <p:nvPicPr>
          <p:cNvPr id="74" name="Picture 90">
            <a:extLst>
              <a:ext uri="{FF2B5EF4-FFF2-40B4-BE49-F238E27FC236}">
                <a16:creationId xmlns:a16="http://schemas.microsoft.com/office/drawing/2014/main" id="{AD586825-9237-3212-3A13-A830BB0C53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4381" y="4020811"/>
            <a:ext cx="1689100" cy="1249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5" name="Picture 89">
            <a:extLst>
              <a:ext uri="{FF2B5EF4-FFF2-40B4-BE49-F238E27FC236}">
                <a16:creationId xmlns:a16="http://schemas.microsoft.com/office/drawing/2014/main" id="{BB5058D0-D93B-3F63-2B49-AC51A0A35B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8122" y="3927129"/>
            <a:ext cx="1951037" cy="1311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77" name="Group 388">
            <a:extLst>
              <a:ext uri="{FF2B5EF4-FFF2-40B4-BE49-F238E27FC236}">
                <a16:creationId xmlns:a16="http://schemas.microsoft.com/office/drawing/2014/main" id="{65C85568-843E-5E80-B610-4F68FCEA23C0}"/>
              </a:ext>
            </a:extLst>
          </p:cNvPr>
          <p:cNvGrpSpPr>
            <a:grpSpLocks/>
          </p:cNvGrpSpPr>
          <p:nvPr/>
        </p:nvGrpSpPr>
        <p:grpSpPr bwMode="auto">
          <a:xfrm>
            <a:off x="6915968" y="2034829"/>
            <a:ext cx="1793875" cy="1363663"/>
            <a:chOff x="3080" y="1086"/>
            <a:chExt cx="1130" cy="859"/>
          </a:xfrm>
        </p:grpSpPr>
        <p:sp>
          <p:nvSpPr>
            <p:cNvPr id="78" name="Rectangle 389">
              <a:extLst>
                <a:ext uri="{FF2B5EF4-FFF2-40B4-BE49-F238E27FC236}">
                  <a16:creationId xmlns:a16="http://schemas.microsoft.com/office/drawing/2014/main" id="{E469F526-2304-D7FA-77F5-CB9E1F379D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0" y="1106"/>
              <a:ext cx="1130" cy="830"/>
            </a:xfrm>
            <a:prstGeom prst="rect">
              <a:avLst/>
            </a:prstGeom>
            <a:solidFill>
              <a:srgbClr val="FFFFFF"/>
            </a:solidFill>
            <a:ln w="5715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9" name="Line 390">
              <a:extLst>
                <a:ext uri="{FF2B5EF4-FFF2-40B4-BE49-F238E27FC236}">
                  <a16:creationId xmlns:a16="http://schemas.microsoft.com/office/drawing/2014/main" id="{EC990061-77E4-A803-5BA0-15F664018D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92" y="1797"/>
              <a:ext cx="111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0" name="Line 391">
              <a:extLst>
                <a:ext uri="{FF2B5EF4-FFF2-40B4-BE49-F238E27FC236}">
                  <a16:creationId xmlns:a16="http://schemas.microsoft.com/office/drawing/2014/main" id="{F453616A-4F3F-36F9-69C7-C873543BFD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92" y="1237"/>
              <a:ext cx="1113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1" name="Line 392">
              <a:extLst>
                <a:ext uri="{FF2B5EF4-FFF2-40B4-BE49-F238E27FC236}">
                  <a16:creationId xmlns:a16="http://schemas.microsoft.com/office/drawing/2014/main" id="{3804C87E-78FA-DC03-FB5F-FA338E53BF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2" y="1109"/>
              <a:ext cx="634" cy="0"/>
            </a:xfrm>
            <a:prstGeom prst="line">
              <a:avLst/>
            </a:prstGeom>
            <a:noFill/>
            <a:ln w="76200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2" name="Line 393">
              <a:extLst>
                <a:ext uri="{FF2B5EF4-FFF2-40B4-BE49-F238E27FC236}">
                  <a16:creationId xmlns:a16="http://schemas.microsoft.com/office/drawing/2014/main" id="{F927EE67-7607-9514-5162-FFF90D5B5A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24" y="1931"/>
              <a:ext cx="650" cy="0"/>
            </a:xfrm>
            <a:prstGeom prst="line">
              <a:avLst/>
            </a:prstGeom>
            <a:noFill/>
            <a:ln w="76200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83" name="Group 394">
              <a:extLst>
                <a:ext uri="{FF2B5EF4-FFF2-40B4-BE49-F238E27FC236}">
                  <a16:creationId xmlns:a16="http://schemas.microsoft.com/office/drawing/2014/main" id="{9ED2EB00-2BD2-E59C-A7B0-4F42AB0ABBE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03" y="1086"/>
              <a:ext cx="691" cy="859"/>
              <a:chOff x="3303" y="1095"/>
              <a:chExt cx="691" cy="859"/>
            </a:xfrm>
          </p:grpSpPr>
          <p:grpSp>
            <p:nvGrpSpPr>
              <p:cNvPr id="90" name="Group 395">
                <a:extLst>
                  <a:ext uri="{FF2B5EF4-FFF2-40B4-BE49-F238E27FC236}">
                    <a16:creationId xmlns:a16="http://schemas.microsoft.com/office/drawing/2014/main" id="{864C52A3-A0DA-9D59-1819-D9DC1F120A7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311" y="1095"/>
                <a:ext cx="683" cy="101"/>
                <a:chOff x="3311" y="1095"/>
                <a:chExt cx="683" cy="101"/>
              </a:xfrm>
            </p:grpSpPr>
            <p:sp>
              <p:nvSpPr>
                <p:cNvPr id="95" name="Line 396">
                  <a:extLst>
                    <a:ext uri="{FF2B5EF4-FFF2-40B4-BE49-F238E27FC236}">
                      <a16:creationId xmlns:a16="http://schemas.microsoft.com/office/drawing/2014/main" id="{49CD0924-BE78-17C4-BF71-AA10EF48FD7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16" y="1096"/>
                  <a:ext cx="0" cy="100"/>
                </a:xfrm>
                <a:prstGeom prst="line">
                  <a:avLst/>
                </a:prstGeom>
                <a:noFill/>
                <a:ln w="571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96" name="Line 397">
                  <a:extLst>
                    <a:ext uri="{FF2B5EF4-FFF2-40B4-BE49-F238E27FC236}">
                      <a16:creationId xmlns:a16="http://schemas.microsoft.com/office/drawing/2014/main" id="{2B479CDD-6EF4-14B2-9645-E0C05832FF9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11" y="1181"/>
                  <a:ext cx="683" cy="0"/>
                </a:xfrm>
                <a:prstGeom prst="line">
                  <a:avLst/>
                </a:prstGeom>
                <a:noFill/>
                <a:ln w="571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97" name="Line 398">
                  <a:extLst>
                    <a:ext uri="{FF2B5EF4-FFF2-40B4-BE49-F238E27FC236}">
                      <a16:creationId xmlns:a16="http://schemas.microsoft.com/office/drawing/2014/main" id="{A7BC21BF-1AFA-40E9-3889-F74AA106CAD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982" y="1095"/>
                  <a:ext cx="0" cy="98"/>
                </a:xfrm>
                <a:prstGeom prst="line">
                  <a:avLst/>
                </a:prstGeom>
                <a:noFill/>
                <a:ln w="571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91" name="Group 399">
                <a:extLst>
                  <a:ext uri="{FF2B5EF4-FFF2-40B4-BE49-F238E27FC236}">
                    <a16:creationId xmlns:a16="http://schemas.microsoft.com/office/drawing/2014/main" id="{4E3686AB-C242-DB8C-35E5-3BE0A2A388B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303" y="1844"/>
                <a:ext cx="691" cy="110"/>
                <a:chOff x="3303" y="1844"/>
                <a:chExt cx="691" cy="110"/>
              </a:xfrm>
            </p:grpSpPr>
            <p:sp>
              <p:nvSpPr>
                <p:cNvPr id="92" name="Line 400">
                  <a:extLst>
                    <a:ext uri="{FF2B5EF4-FFF2-40B4-BE49-F238E27FC236}">
                      <a16:creationId xmlns:a16="http://schemas.microsoft.com/office/drawing/2014/main" id="{64340535-4C7D-6A10-8459-A796820131B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316" y="1844"/>
                  <a:ext cx="0" cy="110"/>
                </a:xfrm>
                <a:prstGeom prst="line">
                  <a:avLst/>
                </a:prstGeom>
                <a:noFill/>
                <a:ln w="571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93" name="Line 401">
                  <a:extLst>
                    <a:ext uri="{FF2B5EF4-FFF2-40B4-BE49-F238E27FC236}">
                      <a16:creationId xmlns:a16="http://schemas.microsoft.com/office/drawing/2014/main" id="{BA622BF9-CBC5-121E-C3A5-44476ED37AC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303" y="1861"/>
                  <a:ext cx="691" cy="0"/>
                </a:xfrm>
                <a:prstGeom prst="line">
                  <a:avLst/>
                </a:prstGeom>
                <a:noFill/>
                <a:ln w="571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94" name="Line 402">
                  <a:extLst>
                    <a:ext uri="{FF2B5EF4-FFF2-40B4-BE49-F238E27FC236}">
                      <a16:creationId xmlns:a16="http://schemas.microsoft.com/office/drawing/2014/main" id="{090AD9D3-6228-F121-F9FF-421A4D983EC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982" y="1845"/>
                  <a:ext cx="0" cy="107"/>
                </a:xfrm>
                <a:prstGeom prst="line">
                  <a:avLst/>
                </a:prstGeom>
                <a:noFill/>
                <a:ln w="571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</p:grpSp>
        <p:sp>
          <p:nvSpPr>
            <p:cNvPr id="84" name="Line 403">
              <a:extLst>
                <a:ext uri="{FF2B5EF4-FFF2-40B4-BE49-F238E27FC236}">
                  <a16:creationId xmlns:a16="http://schemas.microsoft.com/office/drawing/2014/main" id="{4E3BAB14-D0DC-D789-DE11-1A6C3B2CF25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13" y="1237"/>
              <a:ext cx="661" cy="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5" name="Line 405">
              <a:extLst>
                <a:ext uri="{FF2B5EF4-FFF2-40B4-BE49-F238E27FC236}">
                  <a16:creationId xmlns:a16="http://schemas.microsoft.com/office/drawing/2014/main" id="{D601E5B7-9EE8-D3E4-6A41-6ABB98B243E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80000">
              <a:off x="3295" y="1192"/>
              <a:ext cx="29" cy="47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6" name="Line 406">
              <a:extLst>
                <a:ext uri="{FF2B5EF4-FFF2-40B4-BE49-F238E27FC236}">
                  <a16:creationId xmlns:a16="http://schemas.microsoft.com/office/drawing/2014/main" id="{FAE40C48-99A9-FD69-52B7-F0FB93529F5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80000">
              <a:off x="3970" y="1193"/>
              <a:ext cx="29" cy="47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7" name="Line 407">
              <a:extLst>
                <a:ext uri="{FF2B5EF4-FFF2-40B4-BE49-F238E27FC236}">
                  <a16:creationId xmlns:a16="http://schemas.microsoft.com/office/drawing/2014/main" id="{0DC33141-841F-663E-88CF-70562CABAD6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83" y="1680"/>
              <a:ext cx="0" cy="15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8" name="Line 408">
              <a:extLst>
                <a:ext uri="{FF2B5EF4-FFF2-40B4-BE49-F238E27FC236}">
                  <a16:creationId xmlns:a16="http://schemas.microsoft.com/office/drawing/2014/main" id="{A75EE877-A8CE-A5D1-B4F3-36E672FCC77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12" y="1676"/>
              <a:ext cx="0" cy="15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9" name="Line 404">
              <a:extLst>
                <a:ext uri="{FF2B5EF4-FFF2-40B4-BE49-F238E27FC236}">
                  <a16:creationId xmlns:a16="http://schemas.microsoft.com/office/drawing/2014/main" id="{84867D5B-83E0-35F7-6107-74CA0F79E34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17" y="1798"/>
              <a:ext cx="662" cy="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98" name="Text Box 168">
            <a:extLst>
              <a:ext uri="{FF2B5EF4-FFF2-40B4-BE49-F238E27FC236}">
                <a16:creationId xmlns:a16="http://schemas.microsoft.com/office/drawing/2014/main" id="{C19D8174-6FE9-27B9-EDF7-169BE56F33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50408" y="5446367"/>
            <a:ext cx="3537919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400" dirty="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分别求四棱柱孔与圆柱外表面、圆柱内表面的交线</a:t>
            </a:r>
          </a:p>
        </p:txBody>
      </p:sp>
      <p:grpSp>
        <p:nvGrpSpPr>
          <p:cNvPr id="99" name="Group 382">
            <a:extLst>
              <a:ext uri="{FF2B5EF4-FFF2-40B4-BE49-F238E27FC236}">
                <a16:creationId xmlns:a16="http://schemas.microsoft.com/office/drawing/2014/main" id="{F4ED3676-2259-CC22-B25D-8A0B34C9EB25}"/>
              </a:ext>
            </a:extLst>
          </p:cNvPr>
          <p:cNvGrpSpPr>
            <a:grpSpLocks/>
          </p:cNvGrpSpPr>
          <p:nvPr/>
        </p:nvGrpSpPr>
        <p:grpSpPr bwMode="auto">
          <a:xfrm>
            <a:off x="6673080" y="1896717"/>
            <a:ext cx="4079875" cy="3327400"/>
            <a:chOff x="2924" y="1005"/>
            <a:chExt cx="2570" cy="2096"/>
          </a:xfrm>
        </p:grpSpPr>
        <p:grpSp>
          <p:nvGrpSpPr>
            <p:cNvPr id="100" name="Group 348">
              <a:extLst>
                <a:ext uri="{FF2B5EF4-FFF2-40B4-BE49-F238E27FC236}">
                  <a16:creationId xmlns:a16="http://schemas.microsoft.com/office/drawing/2014/main" id="{64127766-F484-6C3F-8ECB-43C2E8D4906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24" y="1005"/>
              <a:ext cx="2570" cy="2096"/>
              <a:chOff x="2924" y="1005"/>
              <a:chExt cx="2570" cy="2096"/>
            </a:xfrm>
          </p:grpSpPr>
          <p:grpSp>
            <p:nvGrpSpPr>
              <p:cNvPr id="106" name="Group 349">
                <a:extLst>
                  <a:ext uri="{FF2B5EF4-FFF2-40B4-BE49-F238E27FC236}">
                    <a16:creationId xmlns:a16="http://schemas.microsoft.com/office/drawing/2014/main" id="{6BA351E6-1A16-4209-73BC-76A517FAA2E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24" y="1107"/>
                <a:ext cx="2467" cy="1994"/>
                <a:chOff x="2924" y="1107"/>
                <a:chExt cx="2467" cy="1994"/>
              </a:xfrm>
            </p:grpSpPr>
            <p:grpSp>
              <p:nvGrpSpPr>
                <p:cNvPr id="121" name="Group 350">
                  <a:extLst>
                    <a:ext uri="{FF2B5EF4-FFF2-40B4-BE49-F238E27FC236}">
                      <a16:creationId xmlns:a16="http://schemas.microsoft.com/office/drawing/2014/main" id="{D0018DD3-A103-44D7-9228-3D2D3D55AB3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077" y="1107"/>
                  <a:ext cx="2314" cy="1994"/>
                  <a:chOff x="3077" y="1107"/>
                  <a:chExt cx="2314" cy="1994"/>
                </a:xfrm>
              </p:grpSpPr>
              <p:sp>
                <p:nvSpPr>
                  <p:cNvPr id="131" name="Oval 351">
                    <a:extLst>
                      <a:ext uri="{FF2B5EF4-FFF2-40B4-BE49-F238E27FC236}">
                        <a16:creationId xmlns:a16="http://schemas.microsoft.com/office/drawing/2014/main" id="{1BFB816E-326B-97F2-BFCA-AA401D0DC17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562" y="1107"/>
                    <a:ext cx="829" cy="829"/>
                  </a:xfrm>
                  <a:prstGeom prst="ellipse">
                    <a:avLst/>
                  </a:prstGeom>
                  <a:solidFill>
                    <a:srgbClr val="FFFFFF"/>
                  </a:solidFill>
                  <a:ln w="5715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kumimoji="1"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32" name="Oval 352">
                    <a:extLst>
                      <a:ext uri="{FF2B5EF4-FFF2-40B4-BE49-F238E27FC236}">
                        <a16:creationId xmlns:a16="http://schemas.microsoft.com/office/drawing/2014/main" id="{5C8E9732-2FAF-2D6D-3945-118E3EB7F5E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698" y="1235"/>
                    <a:ext cx="564" cy="564"/>
                  </a:xfrm>
                  <a:prstGeom prst="ellipse">
                    <a:avLst/>
                  </a:prstGeom>
                  <a:solidFill>
                    <a:srgbClr val="FFFFFF"/>
                  </a:solidFill>
                  <a:ln w="5715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kumimoji="1"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33" name="Rectangle 353">
                    <a:extLst>
                      <a:ext uri="{FF2B5EF4-FFF2-40B4-BE49-F238E27FC236}">
                        <a16:creationId xmlns:a16="http://schemas.microsoft.com/office/drawing/2014/main" id="{1E6013D5-8362-51A5-681C-6679BE36B9F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077" y="2271"/>
                    <a:ext cx="1130" cy="830"/>
                  </a:xfrm>
                  <a:prstGeom prst="rect">
                    <a:avLst/>
                  </a:prstGeom>
                  <a:solidFill>
                    <a:srgbClr val="FFFFFF"/>
                  </a:solidFill>
                  <a:ln w="57150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kumimoji="1"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zh-CN" sz="240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uLnTx/>
                      <a:uFillTx/>
                      <a:latin typeface="Times New Roman" panose="02020603050405020304" pitchFamily="18" charset="0"/>
                      <a:ea typeface="仿宋_GB2312" pitchFamily="49" charset="-122"/>
                    </a:endParaRPr>
                  </a:p>
                </p:txBody>
              </p:sp>
            </p:grpSp>
            <p:sp>
              <p:nvSpPr>
                <p:cNvPr id="122" name="Rectangle 354">
                  <a:extLst>
                    <a:ext uri="{FF2B5EF4-FFF2-40B4-BE49-F238E27FC236}">
                      <a16:creationId xmlns:a16="http://schemas.microsoft.com/office/drawing/2014/main" id="{D16A19ED-4B31-D842-1243-91AB4245953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312" y="2445"/>
                  <a:ext cx="671" cy="480"/>
                </a:xfrm>
                <a:prstGeom prst="rect">
                  <a:avLst/>
                </a:prstGeom>
                <a:solidFill>
                  <a:srgbClr val="FFFFFF"/>
                </a:solidFill>
                <a:ln w="5715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23" name="Line 355">
                  <a:extLst>
                    <a:ext uri="{FF2B5EF4-FFF2-40B4-BE49-F238E27FC236}">
                      <a16:creationId xmlns:a16="http://schemas.microsoft.com/office/drawing/2014/main" id="{CD806058-FF87-2DDE-76B5-0B3C45475D8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066" y="2411"/>
                  <a:ext cx="1129" cy="0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prstDash val="lg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24" name="Line 356">
                  <a:extLst>
                    <a:ext uri="{FF2B5EF4-FFF2-40B4-BE49-F238E27FC236}">
                      <a16:creationId xmlns:a16="http://schemas.microsoft.com/office/drawing/2014/main" id="{9575E62F-E422-1113-5AF1-5A6E81C7F81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073" y="2962"/>
                  <a:ext cx="1129" cy="0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prstDash val="lg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grpSp>
              <p:nvGrpSpPr>
                <p:cNvPr id="125" name="Group 357">
                  <a:extLst>
                    <a:ext uri="{FF2B5EF4-FFF2-40B4-BE49-F238E27FC236}">
                      <a16:creationId xmlns:a16="http://schemas.microsoft.com/office/drawing/2014/main" id="{509641EA-5D84-A1D3-1CB0-048015E87CE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924" y="2688"/>
                  <a:ext cx="1437" cy="0"/>
                  <a:chOff x="2924" y="2688"/>
                  <a:chExt cx="1437" cy="0"/>
                </a:xfrm>
              </p:grpSpPr>
              <p:sp>
                <p:nvSpPr>
                  <p:cNvPr id="126" name="Line 358">
                    <a:extLst>
                      <a:ext uri="{FF2B5EF4-FFF2-40B4-BE49-F238E27FC236}">
                        <a16:creationId xmlns:a16="http://schemas.microsoft.com/office/drawing/2014/main" id="{D56578C1-1BC3-A7FC-97C8-C0E45D85B7F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924" y="2688"/>
                    <a:ext cx="489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27" name="Line 359">
                    <a:extLst>
                      <a:ext uri="{FF2B5EF4-FFF2-40B4-BE49-F238E27FC236}">
                        <a16:creationId xmlns:a16="http://schemas.microsoft.com/office/drawing/2014/main" id="{FA72975C-4036-72BD-7DFE-8DE0E627BBB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501" y="2688"/>
                    <a:ext cx="489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28" name="Line 360">
                    <a:extLst>
                      <a:ext uri="{FF2B5EF4-FFF2-40B4-BE49-F238E27FC236}">
                        <a16:creationId xmlns:a16="http://schemas.microsoft.com/office/drawing/2014/main" id="{1396803C-1CB6-C620-1715-51E4EA9B614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4075" y="2688"/>
                    <a:ext cx="286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29" name="Line 361">
                    <a:extLst>
                      <a:ext uri="{FF2B5EF4-FFF2-40B4-BE49-F238E27FC236}">
                        <a16:creationId xmlns:a16="http://schemas.microsoft.com/office/drawing/2014/main" id="{2BC09374-E332-8FB2-F914-271F8FD154F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442" y="2688"/>
                    <a:ext cx="26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30" name="Line 362">
                    <a:extLst>
                      <a:ext uri="{FF2B5EF4-FFF2-40B4-BE49-F238E27FC236}">
                        <a16:creationId xmlns:a16="http://schemas.microsoft.com/office/drawing/2014/main" id="{92948A62-C752-8B51-D533-9A03C253DF9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4017" y="2688"/>
                    <a:ext cx="26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</p:grpSp>
          </p:grpSp>
          <p:grpSp>
            <p:nvGrpSpPr>
              <p:cNvPr id="107" name="Group 363">
                <a:extLst>
                  <a:ext uri="{FF2B5EF4-FFF2-40B4-BE49-F238E27FC236}">
                    <a16:creationId xmlns:a16="http://schemas.microsoft.com/office/drawing/2014/main" id="{2B15441B-1D38-8942-E701-8EDE9EB14F2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980" y="1005"/>
                <a:ext cx="0" cy="1036"/>
                <a:chOff x="4980" y="1005"/>
                <a:chExt cx="0" cy="1036"/>
              </a:xfrm>
            </p:grpSpPr>
            <p:grpSp>
              <p:nvGrpSpPr>
                <p:cNvPr id="115" name="Group 364">
                  <a:extLst>
                    <a:ext uri="{FF2B5EF4-FFF2-40B4-BE49-F238E27FC236}">
                      <a16:creationId xmlns:a16="http://schemas.microsoft.com/office/drawing/2014/main" id="{194BA1C7-4815-6404-D722-F6F6D8C421C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980" y="1337"/>
                  <a:ext cx="0" cy="704"/>
                  <a:chOff x="4980" y="1337"/>
                  <a:chExt cx="0" cy="704"/>
                </a:xfrm>
              </p:grpSpPr>
              <p:sp>
                <p:nvSpPr>
                  <p:cNvPr id="118" name="Line 365">
                    <a:extLst>
                      <a:ext uri="{FF2B5EF4-FFF2-40B4-BE49-F238E27FC236}">
                        <a16:creationId xmlns:a16="http://schemas.microsoft.com/office/drawing/2014/main" id="{44D55EAA-3718-0F38-1617-3A29254CD28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4845" y="1906"/>
                    <a:ext cx="270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19" name="Line 366">
                    <a:extLst>
                      <a:ext uri="{FF2B5EF4-FFF2-40B4-BE49-F238E27FC236}">
                        <a16:creationId xmlns:a16="http://schemas.microsoft.com/office/drawing/2014/main" id="{3148EE90-4E84-539A-E3A8-CB3C2F8C249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4967" y="1733"/>
                    <a:ext cx="26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20" name="Line 367">
                    <a:extLst>
                      <a:ext uri="{FF2B5EF4-FFF2-40B4-BE49-F238E27FC236}">
                        <a16:creationId xmlns:a16="http://schemas.microsoft.com/office/drawing/2014/main" id="{A088351B-08B1-E925-5A51-ABCF857F6B0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4800" y="1517"/>
                    <a:ext cx="360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</p:grpSp>
            <p:sp>
              <p:nvSpPr>
                <p:cNvPr id="116" name="Line 368">
                  <a:extLst>
                    <a:ext uri="{FF2B5EF4-FFF2-40B4-BE49-F238E27FC236}">
                      <a16:creationId xmlns:a16="http://schemas.microsoft.com/office/drawing/2014/main" id="{20997415-909A-2C2B-EF34-48474695EBC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5400000">
                  <a:off x="4967" y="1299"/>
                  <a:ext cx="26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17" name="Line 369">
                  <a:extLst>
                    <a:ext uri="{FF2B5EF4-FFF2-40B4-BE49-F238E27FC236}">
                      <a16:creationId xmlns:a16="http://schemas.microsoft.com/office/drawing/2014/main" id="{C661D7FB-552E-0436-3886-FD70F1C13D5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5400000">
                  <a:off x="4853" y="1132"/>
                  <a:ext cx="253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108" name="Group 370">
                <a:extLst>
                  <a:ext uri="{FF2B5EF4-FFF2-40B4-BE49-F238E27FC236}">
                    <a16:creationId xmlns:a16="http://schemas.microsoft.com/office/drawing/2014/main" id="{A1E7B6F0-4B1B-FA8F-4143-E835D769F41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469" y="1521"/>
                <a:ext cx="1025" cy="0"/>
                <a:chOff x="4469" y="1537"/>
                <a:chExt cx="1025" cy="0"/>
              </a:xfrm>
            </p:grpSpPr>
            <p:grpSp>
              <p:nvGrpSpPr>
                <p:cNvPr id="109" name="Group 371">
                  <a:extLst>
                    <a:ext uri="{FF2B5EF4-FFF2-40B4-BE49-F238E27FC236}">
                      <a16:creationId xmlns:a16="http://schemas.microsoft.com/office/drawing/2014/main" id="{33EB3D6C-74DA-4C52-FB6A-E7C852A5B36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469" y="1537"/>
                  <a:ext cx="662" cy="0"/>
                  <a:chOff x="4469" y="1537"/>
                  <a:chExt cx="662" cy="0"/>
                </a:xfrm>
              </p:grpSpPr>
              <p:sp>
                <p:nvSpPr>
                  <p:cNvPr id="112" name="Line 372">
                    <a:extLst>
                      <a:ext uri="{FF2B5EF4-FFF2-40B4-BE49-F238E27FC236}">
                        <a16:creationId xmlns:a16="http://schemas.microsoft.com/office/drawing/2014/main" id="{76E4B876-B202-DAED-30CC-3E47690AC17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>
                    <a:off x="4469" y="1537"/>
                    <a:ext cx="271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13" name="Line 373">
                    <a:extLst>
                      <a:ext uri="{FF2B5EF4-FFF2-40B4-BE49-F238E27FC236}">
                        <a16:creationId xmlns:a16="http://schemas.microsoft.com/office/drawing/2014/main" id="{E1121334-55E8-556E-BCC3-1A83C29F2BA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>
                    <a:off x="4760" y="1537"/>
                    <a:ext cx="26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14" name="Line 374">
                    <a:extLst>
                      <a:ext uri="{FF2B5EF4-FFF2-40B4-BE49-F238E27FC236}">
                        <a16:creationId xmlns:a16="http://schemas.microsoft.com/office/drawing/2014/main" id="{2E8D2F79-3FB0-E8F3-6C79-45C201A8EFA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>
                    <a:off x="4812" y="1537"/>
                    <a:ext cx="319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</p:grpSp>
            <p:sp>
              <p:nvSpPr>
                <p:cNvPr id="110" name="Line 375">
                  <a:extLst>
                    <a:ext uri="{FF2B5EF4-FFF2-40B4-BE49-F238E27FC236}">
                      <a16:creationId xmlns:a16="http://schemas.microsoft.com/office/drawing/2014/main" id="{1A1ECBA7-38D2-3019-B9F2-327E84AEA78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0800000">
                  <a:off x="5157" y="1537"/>
                  <a:ext cx="26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11" name="Line 376">
                  <a:extLst>
                    <a:ext uri="{FF2B5EF4-FFF2-40B4-BE49-F238E27FC236}">
                      <a16:creationId xmlns:a16="http://schemas.microsoft.com/office/drawing/2014/main" id="{C71CE86D-13EB-5255-0339-5223C4CDBE0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0800000">
                  <a:off x="5210" y="1537"/>
                  <a:ext cx="284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</p:grpSp>
        <p:grpSp>
          <p:nvGrpSpPr>
            <p:cNvPr id="101" name="Group 377">
              <a:extLst>
                <a:ext uri="{FF2B5EF4-FFF2-40B4-BE49-F238E27FC236}">
                  <a16:creationId xmlns:a16="http://schemas.microsoft.com/office/drawing/2014/main" id="{6FCB6345-8DF8-5DDD-9032-494B7E73CE8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1166"/>
              <a:ext cx="461" cy="706"/>
              <a:chOff x="4749" y="1170"/>
              <a:chExt cx="461" cy="706"/>
            </a:xfrm>
          </p:grpSpPr>
          <p:sp>
            <p:nvSpPr>
              <p:cNvPr id="102" name="Line 378">
                <a:extLst>
                  <a:ext uri="{FF2B5EF4-FFF2-40B4-BE49-F238E27FC236}">
                    <a16:creationId xmlns:a16="http://schemas.microsoft.com/office/drawing/2014/main" id="{CBE8DFB7-799E-434B-D51B-BECAF7D77F4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49" y="1170"/>
                <a:ext cx="0" cy="193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lg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3" name="Line 379">
                <a:extLst>
                  <a:ext uri="{FF2B5EF4-FFF2-40B4-BE49-F238E27FC236}">
                    <a16:creationId xmlns:a16="http://schemas.microsoft.com/office/drawing/2014/main" id="{0F7BF122-9539-C614-17E0-848325B657A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10" y="1172"/>
                <a:ext cx="0" cy="197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lg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4" name="Line 380">
                <a:extLst>
                  <a:ext uri="{FF2B5EF4-FFF2-40B4-BE49-F238E27FC236}">
                    <a16:creationId xmlns:a16="http://schemas.microsoft.com/office/drawing/2014/main" id="{9E4E81A5-0DEE-4057-D4BB-AAE7B52C3B5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55" y="1683"/>
                <a:ext cx="0" cy="193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lg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5" name="Line 381">
                <a:extLst>
                  <a:ext uri="{FF2B5EF4-FFF2-40B4-BE49-F238E27FC236}">
                    <a16:creationId xmlns:a16="http://schemas.microsoft.com/office/drawing/2014/main" id="{DAE6C2E5-2B6A-11EF-685B-5897C9512FF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10" y="1676"/>
                <a:ext cx="0" cy="197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lg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</p:grpSp>
      <p:grpSp>
        <p:nvGrpSpPr>
          <p:cNvPr id="134" name="Group 409">
            <a:extLst>
              <a:ext uri="{FF2B5EF4-FFF2-40B4-BE49-F238E27FC236}">
                <a16:creationId xmlns:a16="http://schemas.microsoft.com/office/drawing/2014/main" id="{96CD73AB-9E2C-CE96-E2AD-44FC536B460D}"/>
              </a:ext>
            </a:extLst>
          </p:cNvPr>
          <p:cNvGrpSpPr>
            <a:grpSpLocks/>
          </p:cNvGrpSpPr>
          <p:nvPr/>
        </p:nvGrpSpPr>
        <p:grpSpPr bwMode="auto">
          <a:xfrm>
            <a:off x="7292205" y="2442817"/>
            <a:ext cx="3032125" cy="528637"/>
            <a:chOff x="3314" y="1349"/>
            <a:chExt cx="1910" cy="333"/>
          </a:xfrm>
        </p:grpSpPr>
        <p:sp>
          <p:nvSpPr>
            <p:cNvPr id="135" name="Line 410">
              <a:extLst>
                <a:ext uri="{FF2B5EF4-FFF2-40B4-BE49-F238E27FC236}">
                  <a16:creationId xmlns:a16="http://schemas.microsoft.com/office/drawing/2014/main" id="{2B1D633A-5962-6251-9B93-7DD273A4C1A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14" y="1349"/>
              <a:ext cx="673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6" name="Line 411">
              <a:extLst>
                <a:ext uri="{FF2B5EF4-FFF2-40B4-BE49-F238E27FC236}">
                  <a16:creationId xmlns:a16="http://schemas.microsoft.com/office/drawing/2014/main" id="{3B824E31-D5D7-CA08-87CA-3183461CC63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14" y="1682"/>
              <a:ext cx="67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7" name="Line 412">
              <a:extLst>
                <a:ext uri="{FF2B5EF4-FFF2-40B4-BE49-F238E27FC236}">
                  <a16:creationId xmlns:a16="http://schemas.microsoft.com/office/drawing/2014/main" id="{AD81F0E5-86DB-BD0D-F519-97FCF1E8E0E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85" y="1349"/>
              <a:ext cx="1233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8" name="Line 413">
              <a:extLst>
                <a:ext uri="{FF2B5EF4-FFF2-40B4-BE49-F238E27FC236}">
                  <a16:creationId xmlns:a16="http://schemas.microsoft.com/office/drawing/2014/main" id="{F82F33AD-3F9F-94AB-A67C-A0D652FC5E0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79" y="1682"/>
              <a:ext cx="124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39" name="Group 419">
            <a:extLst>
              <a:ext uri="{FF2B5EF4-FFF2-40B4-BE49-F238E27FC236}">
                <a16:creationId xmlns:a16="http://schemas.microsoft.com/office/drawing/2014/main" id="{C9838E3E-4539-23BD-5319-C4B4BD429F9D}"/>
              </a:ext>
            </a:extLst>
          </p:cNvPr>
          <p:cNvGrpSpPr>
            <a:grpSpLocks/>
          </p:cNvGrpSpPr>
          <p:nvPr/>
        </p:nvGrpSpPr>
        <p:grpSpPr bwMode="auto">
          <a:xfrm>
            <a:off x="9524230" y="2422179"/>
            <a:ext cx="820738" cy="609600"/>
            <a:chOff x="4722" y="1324"/>
            <a:chExt cx="517" cy="384"/>
          </a:xfrm>
        </p:grpSpPr>
        <p:sp>
          <p:nvSpPr>
            <p:cNvPr id="140" name="Oval 420">
              <a:extLst>
                <a:ext uri="{FF2B5EF4-FFF2-40B4-BE49-F238E27FC236}">
                  <a16:creationId xmlns:a16="http://schemas.microsoft.com/office/drawing/2014/main" id="{2093140B-B6E1-CB3F-2CD5-E39207787F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22" y="1325"/>
              <a:ext cx="55" cy="53"/>
            </a:xfrm>
            <a:prstGeom prst="ellipse">
              <a:avLst/>
            </a:prstGeom>
            <a:solidFill>
              <a:srgbClr val="E6F0FF"/>
            </a:solidFill>
            <a:ln w="38100">
              <a:solidFill>
                <a:srgbClr val="CC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41" name="Oval 421">
              <a:extLst>
                <a:ext uri="{FF2B5EF4-FFF2-40B4-BE49-F238E27FC236}">
                  <a16:creationId xmlns:a16="http://schemas.microsoft.com/office/drawing/2014/main" id="{219B3504-79A1-FFF5-4120-DDD3FAB03C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81" y="1324"/>
              <a:ext cx="53" cy="53"/>
            </a:xfrm>
            <a:prstGeom prst="ellipse">
              <a:avLst/>
            </a:prstGeom>
            <a:solidFill>
              <a:srgbClr val="E6F0FF"/>
            </a:solidFill>
            <a:ln w="38100">
              <a:solidFill>
                <a:srgbClr val="CC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42" name="Oval 422">
              <a:extLst>
                <a:ext uri="{FF2B5EF4-FFF2-40B4-BE49-F238E27FC236}">
                  <a16:creationId xmlns:a16="http://schemas.microsoft.com/office/drawing/2014/main" id="{DB54781E-DE12-0A88-E5C3-BEC72F9B52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27" y="1653"/>
              <a:ext cx="55" cy="55"/>
            </a:xfrm>
            <a:prstGeom prst="ellipse">
              <a:avLst/>
            </a:prstGeom>
            <a:solidFill>
              <a:srgbClr val="E6F0FF"/>
            </a:solidFill>
            <a:ln w="38100">
              <a:solidFill>
                <a:srgbClr val="CC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43" name="Oval 423">
              <a:extLst>
                <a:ext uri="{FF2B5EF4-FFF2-40B4-BE49-F238E27FC236}">
                  <a16:creationId xmlns:a16="http://schemas.microsoft.com/office/drawing/2014/main" id="{03BEE9EC-60A9-7D38-A581-EF43CFBA35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84" y="1652"/>
              <a:ext cx="55" cy="55"/>
            </a:xfrm>
            <a:prstGeom prst="ellipse">
              <a:avLst/>
            </a:prstGeom>
            <a:solidFill>
              <a:srgbClr val="E6F0FF"/>
            </a:solidFill>
            <a:ln w="38100">
              <a:solidFill>
                <a:srgbClr val="CC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44" name="Group 424">
            <a:extLst>
              <a:ext uri="{FF2B5EF4-FFF2-40B4-BE49-F238E27FC236}">
                <a16:creationId xmlns:a16="http://schemas.microsoft.com/office/drawing/2014/main" id="{34021661-86D6-C4E5-FF32-A5C1E39E7381}"/>
              </a:ext>
            </a:extLst>
          </p:cNvPr>
          <p:cNvGrpSpPr>
            <a:grpSpLocks/>
          </p:cNvGrpSpPr>
          <p:nvPr/>
        </p:nvGrpSpPr>
        <p:grpSpPr bwMode="auto">
          <a:xfrm>
            <a:off x="6650855" y="2717454"/>
            <a:ext cx="2281238" cy="0"/>
            <a:chOff x="2910" y="1522"/>
            <a:chExt cx="1437" cy="0"/>
          </a:xfrm>
        </p:grpSpPr>
        <p:sp>
          <p:nvSpPr>
            <p:cNvPr id="145" name="Line 425">
              <a:extLst>
                <a:ext uri="{FF2B5EF4-FFF2-40B4-BE49-F238E27FC236}">
                  <a16:creationId xmlns:a16="http://schemas.microsoft.com/office/drawing/2014/main" id="{9349FEB3-F99A-AB71-EF69-7264DBC493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10" y="1522"/>
              <a:ext cx="48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46" name="Line 426">
              <a:extLst>
                <a:ext uri="{FF2B5EF4-FFF2-40B4-BE49-F238E27FC236}">
                  <a16:creationId xmlns:a16="http://schemas.microsoft.com/office/drawing/2014/main" id="{EE538B48-C0F6-B49A-74E2-AC51DC7F27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87" y="1522"/>
              <a:ext cx="48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47" name="Line 427">
              <a:extLst>
                <a:ext uri="{FF2B5EF4-FFF2-40B4-BE49-F238E27FC236}">
                  <a16:creationId xmlns:a16="http://schemas.microsoft.com/office/drawing/2014/main" id="{DD464AF4-628A-285B-7B0C-E0A03F67A1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61" y="1522"/>
              <a:ext cx="28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48" name="Line 428">
              <a:extLst>
                <a:ext uri="{FF2B5EF4-FFF2-40B4-BE49-F238E27FC236}">
                  <a16:creationId xmlns:a16="http://schemas.microsoft.com/office/drawing/2014/main" id="{3DE9054C-EF3E-48E8-257E-1C2C735FA0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28" y="1522"/>
              <a:ext cx="2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49" name="Line 429">
              <a:extLst>
                <a:ext uri="{FF2B5EF4-FFF2-40B4-BE49-F238E27FC236}">
                  <a16:creationId xmlns:a16="http://schemas.microsoft.com/office/drawing/2014/main" id="{44B29655-A6A2-B95A-8334-31EBB4177D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03" y="1522"/>
              <a:ext cx="2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50" name="组合 156">
            <a:extLst>
              <a:ext uri="{FF2B5EF4-FFF2-40B4-BE49-F238E27FC236}">
                <a16:creationId xmlns:a16="http://schemas.microsoft.com/office/drawing/2014/main" id="{83F271AD-D28B-47EC-89D6-5CD72BAB0D18}"/>
              </a:ext>
            </a:extLst>
          </p:cNvPr>
          <p:cNvGrpSpPr>
            <a:grpSpLocks/>
          </p:cNvGrpSpPr>
          <p:nvPr/>
        </p:nvGrpSpPr>
        <p:grpSpPr bwMode="auto">
          <a:xfrm>
            <a:off x="7287443" y="2450754"/>
            <a:ext cx="1065212" cy="515938"/>
            <a:chOff x="5257006" y="2150260"/>
            <a:chExt cx="1064431" cy="515156"/>
          </a:xfrm>
        </p:grpSpPr>
        <p:cxnSp>
          <p:nvCxnSpPr>
            <p:cNvPr id="151" name="直接连接符 150">
              <a:extLst>
                <a:ext uri="{FF2B5EF4-FFF2-40B4-BE49-F238E27FC236}">
                  <a16:creationId xmlns:a16="http://schemas.microsoft.com/office/drawing/2014/main" id="{E137FA2B-7E88-4079-146E-2E40EA9B9B85}"/>
                </a:ext>
              </a:extLst>
            </p:cNvPr>
            <p:cNvCxnSpPr/>
            <p:nvPr/>
          </p:nvCxnSpPr>
          <p:spPr>
            <a:xfrm rot="5400000">
              <a:off x="5008146" y="2414971"/>
              <a:ext cx="499305" cy="1586"/>
            </a:xfrm>
            <a:prstGeom prst="line">
              <a:avLst/>
            </a:prstGeom>
            <a:noFill/>
            <a:ln w="38100" cap="flat" cmpd="sng" algn="ctr">
              <a:solidFill>
                <a:srgbClr val="FFFFFF"/>
              </a:solidFill>
              <a:prstDash val="solid"/>
            </a:ln>
            <a:effectLst/>
          </p:spPr>
        </p:cxnSp>
        <p:cxnSp>
          <p:nvCxnSpPr>
            <p:cNvPr id="152" name="直接连接符 151">
              <a:extLst>
                <a:ext uri="{FF2B5EF4-FFF2-40B4-BE49-F238E27FC236}">
                  <a16:creationId xmlns:a16="http://schemas.microsoft.com/office/drawing/2014/main" id="{5F523D77-A10C-74EB-2513-F6D5B65F5E80}"/>
                </a:ext>
              </a:extLst>
            </p:cNvPr>
            <p:cNvCxnSpPr/>
            <p:nvPr/>
          </p:nvCxnSpPr>
          <p:spPr>
            <a:xfrm rot="5400000">
              <a:off x="6070992" y="2399120"/>
              <a:ext cx="499305" cy="1586"/>
            </a:xfrm>
            <a:prstGeom prst="line">
              <a:avLst/>
            </a:prstGeom>
            <a:noFill/>
            <a:ln w="38100" cap="flat" cmpd="sng" algn="ctr">
              <a:solidFill>
                <a:srgbClr val="FFFFFF"/>
              </a:solidFill>
              <a:prstDash val="solid"/>
            </a:ln>
            <a:effectLst/>
          </p:spPr>
        </p:cxnSp>
      </p:grpSp>
      <p:grpSp>
        <p:nvGrpSpPr>
          <p:cNvPr id="153" name="Group 189">
            <a:extLst>
              <a:ext uri="{FF2B5EF4-FFF2-40B4-BE49-F238E27FC236}">
                <a16:creationId xmlns:a16="http://schemas.microsoft.com/office/drawing/2014/main" id="{869E27D4-8341-74CF-FF80-B697D47502E5}"/>
              </a:ext>
            </a:extLst>
          </p:cNvPr>
          <p:cNvGrpSpPr>
            <a:grpSpLocks/>
          </p:cNvGrpSpPr>
          <p:nvPr/>
        </p:nvGrpSpPr>
        <p:grpSpPr bwMode="auto">
          <a:xfrm>
            <a:off x="7287443" y="2449167"/>
            <a:ext cx="1057275" cy="527050"/>
            <a:chOff x="3311" y="1353"/>
            <a:chExt cx="666" cy="332"/>
          </a:xfrm>
        </p:grpSpPr>
        <p:sp>
          <p:nvSpPr>
            <p:cNvPr id="154" name="Line 190">
              <a:extLst>
                <a:ext uri="{FF2B5EF4-FFF2-40B4-BE49-F238E27FC236}">
                  <a16:creationId xmlns:a16="http://schemas.microsoft.com/office/drawing/2014/main" id="{D0CDC9AE-36E4-A3F6-629C-D81786AAA6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77" y="1354"/>
              <a:ext cx="0" cy="331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55" name="Line 191">
              <a:extLst>
                <a:ext uri="{FF2B5EF4-FFF2-40B4-BE49-F238E27FC236}">
                  <a16:creationId xmlns:a16="http://schemas.microsoft.com/office/drawing/2014/main" id="{0169E216-383B-FC2C-1EBC-4A9B9150B0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1" y="1353"/>
              <a:ext cx="0" cy="331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156" name="Line 161">
            <a:extLst>
              <a:ext uri="{FF2B5EF4-FFF2-40B4-BE49-F238E27FC236}">
                <a16:creationId xmlns:a16="http://schemas.microsoft.com/office/drawing/2014/main" id="{8C5D68A5-5DFE-7D45-36E2-2F8AA5BEFFCB}"/>
              </a:ext>
            </a:extLst>
          </p:cNvPr>
          <p:cNvSpPr>
            <a:spLocks noChangeShapeType="1"/>
          </p:cNvSpPr>
          <p:nvPr/>
        </p:nvSpPr>
        <p:spPr bwMode="auto">
          <a:xfrm>
            <a:off x="7287443" y="2279304"/>
            <a:ext cx="1044575" cy="0"/>
          </a:xfrm>
          <a:prstGeom prst="line">
            <a:avLst/>
          </a:prstGeom>
          <a:noFill/>
          <a:ln w="76200">
            <a:solidFill>
              <a:srgbClr val="FFFF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57" name="Line 162">
            <a:extLst>
              <a:ext uri="{FF2B5EF4-FFF2-40B4-BE49-F238E27FC236}">
                <a16:creationId xmlns:a16="http://schemas.microsoft.com/office/drawing/2014/main" id="{EDF69849-D5E3-C615-482C-D8CE8D235D52}"/>
              </a:ext>
            </a:extLst>
          </p:cNvPr>
          <p:cNvSpPr>
            <a:spLocks noChangeShapeType="1"/>
          </p:cNvSpPr>
          <p:nvPr/>
        </p:nvSpPr>
        <p:spPr bwMode="auto">
          <a:xfrm>
            <a:off x="7287443" y="3142904"/>
            <a:ext cx="1044575" cy="0"/>
          </a:xfrm>
          <a:prstGeom prst="line">
            <a:avLst/>
          </a:prstGeom>
          <a:noFill/>
          <a:ln w="76200">
            <a:solidFill>
              <a:srgbClr val="FFFF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158" name="Group 414">
            <a:extLst>
              <a:ext uri="{FF2B5EF4-FFF2-40B4-BE49-F238E27FC236}">
                <a16:creationId xmlns:a16="http://schemas.microsoft.com/office/drawing/2014/main" id="{2F202E62-BA18-803A-D464-607C8446F623}"/>
              </a:ext>
            </a:extLst>
          </p:cNvPr>
          <p:cNvGrpSpPr>
            <a:grpSpLocks/>
          </p:cNvGrpSpPr>
          <p:nvPr/>
        </p:nvGrpSpPr>
        <p:grpSpPr bwMode="auto">
          <a:xfrm>
            <a:off x="7311255" y="1395067"/>
            <a:ext cx="1004888" cy="1212850"/>
            <a:chOff x="3294" y="553"/>
            <a:chExt cx="633" cy="764"/>
          </a:xfrm>
        </p:grpSpPr>
        <p:sp>
          <p:nvSpPr>
            <p:cNvPr id="159" name="Text Box 415">
              <a:extLst>
                <a:ext uri="{FF2B5EF4-FFF2-40B4-BE49-F238E27FC236}">
                  <a16:creationId xmlns:a16="http://schemas.microsoft.com/office/drawing/2014/main" id="{E5ED0FE2-7B99-4D6B-7CE6-9E32D78E7D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56" y="553"/>
              <a:ext cx="50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i="0" u="none" strike="noStrike" kern="0" cap="none" spc="0" normalizeH="0" baseline="0" noProof="0" dirty="0">
                  <a:ln>
                    <a:noFill/>
                  </a:ln>
                  <a:solidFill>
                    <a:srgbClr val="A50021"/>
                  </a:solidFill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无线</a:t>
              </a:r>
            </a:p>
          </p:txBody>
        </p:sp>
        <p:grpSp>
          <p:nvGrpSpPr>
            <p:cNvPr id="160" name="Group 416">
              <a:extLst>
                <a:ext uri="{FF2B5EF4-FFF2-40B4-BE49-F238E27FC236}">
                  <a16:creationId xmlns:a16="http://schemas.microsoft.com/office/drawing/2014/main" id="{CEBF7BAA-989C-A8C9-F42F-B3966E52DB0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94" y="813"/>
              <a:ext cx="633" cy="504"/>
              <a:chOff x="3294" y="813"/>
              <a:chExt cx="633" cy="504"/>
            </a:xfrm>
          </p:grpSpPr>
          <p:sp>
            <p:nvSpPr>
              <p:cNvPr id="161" name="Line 417">
                <a:extLst>
                  <a:ext uri="{FF2B5EF4-FFF2-40B4-BE49-F238E27FC236}">
                    <a16:creationId xmlns:a16="http://schemas.microsoft.com/office/drawing/2014/main" id="{37482835-C1C4-4155-B555-440351B150B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294" y="814"/>
                <a:ext cx="327" cy="503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2" name="Line 418">
                <a:extLst>
                  <a:ext uri="{FF2B5EF4-FFF2-40B4-BE49-F238E27FC236}">
                    <a16:creationId xmlns:a16="http://schemas.microsoft.com/office/drawing/2014/main" id="{9C395A39-91F2-E214-CA9E-D0600613EA7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616" y="813"/>
                <a:ext cx="311" cy="498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1004488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3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83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8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03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8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8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7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2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30" grpId="0" animBg="1"/>
      <p:bldP spid="31" grpId="0"/>
      <p:bldP spid="32" grpId="0"/>
      <p:bldP spid="33" grpId="0" animBg="1"/>
      <p:bldP spid="34" grpId="0"/>
      <p:bldP spid="62" grpId="0" animBg="1"/>
      <p:bldP spid="69" grpId="0" animBg="1"/>
      <p:bldP spid="9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8C5DE8-66EA-2035-BCE2-F36CD97A8C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8">
            <a:extLst>
              <a:ext uri="{FF2B5EF4-FFF2-40B4-BE49-F238E27FC236}">
                <a16:creationId xmlns:a16="http://schemas.microsoft.com/office/drawing/2014/main" id="{95117048-760E-3953-08DD-A679D7E794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619" y="412176"/>
            <a:ext cx="45801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8.3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平面体与回转体相交</a:t>
            </a:r>
          </a:p>
        </p:txBody>
      </p:sp>
      <p:sp>
        <p:nvSpPr>
          <p:cNvPr id="16" name="灯片编号占位符 3">
            <a:extLst>
              <a:ext uri="{FF2B5EF4-FFF2-40B4-BE49-F238E27FC236}">
                <a16:creationId xmlns:a16="http://schemas.microsoft.com/office/drawing/2014/main" id="{E78B59B0-9B34-8DF5-8F3E-42F136BDDE46}"/>
              </a:ext>
            </a:extLst>
          </p:cNvPr>
          <p:cNvSpPr txBox="1">
            <a:spLocks/>
          </p:cNvSpPr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  <a:pPr/>
              <a:t>15</a:t>
            </a:fld>
            <a:endParaRPr lang="en-US" altLang="zh-CN" dirty="0"/>
          </a:p>
        </p:txBody>
      </p:sp>
      <p:grpSp>
        <p:nvGrpSpPr>
          <p:cNvPr id="2" name="Group 335">
            <a:extLst>
              <a:ext uri="{FF2B5EF4-FFF2-40B4-BE49-F238E27FC236}">
                <a16:creationId xmlns:a16="http://schemas.microsoft.com/office/drawing/2014/main" id="{8021C534-3870-BF40-8F2A-67FC460E80A3}"/>
              </a:ext>
            </a:extLst>
          </p:cNvPr>
          <p:cNvGrpSpPr>
            <a:grpSpLocks/>
          </p:cNvGrpSpPr>
          <p:nvPr/>
        </p:nvGrpSpPr>
        <p:grpSpPr bwMode="auto">
          <a:xfrm>
            <a:off x="2567608" y="2276872"/>
            <a:ext cx="2043113" cy="1382712"/>
            <a:chOff x="1880" y="1324"/>
            <a:chExt cx="1287" cy="871"/>
          </a:xfrm>
        </p:grpSpPr>
        <p:sp>
          <p:nvSpPr>
            <p:cNvPr id="3" name="Line 336">
              <a:extLst>
                <a:ext uri="{FF2B5EF4-FFF2-40B4-BE49-F238E27FC236}">
                  <a16:creationId xmlns:a16="http://schemas.microsoft.com/office/drawing/2014/main" id="{2D4EAA72-2EDD-00FB-634F-758EA11FFB5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26" y="2006"/>
              <a:ext cx="1" cy="18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" name="Line 337">
              <a:extLst>
                <a:ext uri="{FF2B5EF4-FFF2-40B4-BE49-F238E27FC236}">
                  <a16:creationId xmlns:a16="http://schemas.microsoft.com/office/drawing/2014/main" id="{0CCC9A1D-B63B-D6F5-20F1-D57A806D306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915" y="1753"/>
              <a:ext cx="25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" name="Freeform 338">
              <a:extLst>
                <a:ext uri="{FF2B5EF4-FFF2-40B4-BE49-F238E27FC236}">
                  <a16:creationId xmlns:a16="http://schemas.microsoft.com/office/drawing/2014/main" id="{D8BF7FE5-E424-FDF2-5ACA-069BB7A3E41D}"/>
                </a:ext>
              </a:extLst>
            </p:cNvPr>
            <p:cNvSpPr>
              <a:spLocks/>
            </p:cNvSpPr>
            <p:nvPr/>
          </p:nvSpPr>
          <p:spPr bwMode="auto">
            <a:xfrm>
              <a:off x="1935" y="2168"/>
              <a:ext cx="26" cy="13"/>
            </a:xfrm>
            <a:custGeom>
              <a:avLst/>
              <a:gdLst>
                <a:gd name="T0" fmla="*/ 0 w 179"/>
                <a:gd name="T1" fmla="*/ 0 h 89"/>
                <a:gd name="T2" fmla="*/ 0 w 179"/>
                <a:gd name="T3" fmla="*/ 0 h 89"/>
                <a:gd name="T4" fmla="*/ 0 w 179"/>
                <a:gd name="T5" fmla="*/ 0 h 89"/>
                <a:gd name="T6" fmla="*/ 0 w 179"/>
                <a:gd name="T7" fmla="*/ 0 h 89"/>
                <a:gd name="T8" fmla="*/ 0 w 179"/>
                <a:gd name="T9" fmla="*/ 0 h 89"/>
                <a:gd name="T10" fmla="*/ 0 w 179"/>
                <a:gd name="T11" fmla="*/ 0 h 89"/>
                <a:gd name="T12" fmla="*/ 0 w 179"/>
                <a:gd name="T13" fmla="*/ 0 h 89"/>
                <a:gd name="T14" fmla="*/ 0 w 179"/>
                <a:gd name="T15" fmla="*/ 0 h 89"/>
                <a:gd name="T16" fmla="*/ 0 w 179"/>
                <a:gd name="T17" fmla="*/ 0 h 89"/>
                <a:gd name="T18" fmla="*/ 0 w 179"/>
                <a:gd name="T19" fmla="*/ 0 h 89"/>
                <a:gd name="T20" fmla="*/ 0 w 179"/>
                <a:gd name="T21" fmla="*/ 0 h 89"/>
                <a:gd name="T22" fmla="*/ 0 w 179"/>
                <a:gd name="T23" fmla="*/ 0 h 89"/>
                <a:gd name="T24" fmla="*/ 0 w 179"/>
                <a:gd name="T25" fmla="*/ 0 h 89"/>
                <a:gd name="T26" fmla="*/ 0 w 179"/>
                <a:gd name="T27" fmla="*/ 0 h 89"/>
                <a:gd name="T28" fmla="*/ 0 w 179"/>
                <a:gd name="T29" fmla="*/ 0 h 89"/>
                <a:gd name="T30" fmla="*/ 0 w 179"/>
                <a:gd name="T31" fmla="*/ 0 h 89"/>
                <a:gd name="T32" fmla="*/ 0 w 179"/>
                <a:gd name="T33" fmla="*/ 0 h 89"/>
                <a:gd name="T34" fmla="*/ 0 w 179"/>
                <a:gd name="T35" fmla="*/ 0 h 89"/>
                <a:gd name="T36" fmla="*/ 0 w 179"/>
                <a:gd name="T37" fmla="*/ 0 h 89"/>
                <a:gd name="T38" fmla="*/ 0 w 179"/>
                <a:gd name="T39" fmla="*/ 0 h 89"/>
                <a:gd name="T40" fmla="*/ 0 w 179"/>
                <a:gd name="T41" fmla="*/ 0 h 89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179" h="89">
                  <a:moveTo>
                    <a:pt x="89" y="0"/>
                  </a:moveTo>
                  <a:lnTo>
                    <a:pt x="179" y="0"/>
                  </a:lnTo>
                  <a:lnTo>
                    <a:pt x="177" y="16"/>
                  </a:lnTo>
                  <a:lnTo>
                    <a:pt x="172" y="30"/>
                  </a:lnTo>
                  <a:lnTo>
                    <a:pt x="166" y="44"/>
                  </a:lnTo>
                  <a:lnTo>
                    <a:pt x="157" y="57"/>
                  </a:lnTo>
                  <a:lnTo>
                    <a:pt x="146" y="69"/>
                  </a:lnTo>
                  <a:lnTo>
                    <a:pt x="133" y="77"/>
                  </a:lnTo>
                  <a:lnTo>
                    <a:pt x="119" y="83"/>
                  </a:lnTo>
                  <a:lnTo>
                    <a:pt x="105" y="88"/>
                  </a:lnTo>
                  <a:lnTo>
                    <a:pt x="89" y="89"/>
                  </a:lnTo>
                  <a:lnTo>
                    <a:pt x="73" y="88"/>
                  </a:lnTo>
                  <a:lnTo>
                    <a:pt x="58" y="83"/>
                  </a:lnTo>
                  <a:lnTo>
                    <a:pt x="44" y="77"/>
                  </a:lnTo>
                  <a:lnTo>
                    <a:pt x="31" y="69"/>
                  </a:lnTo>
                  <a:lnTo>
                    <a:pt x="20" y="57"/>
                  </a:lnTo>
                  <a:lnTo>
                    <a:pt x="11" y="44"/>
                  </a:lnTo>
                  <a:lnTo>
                    <a:pt x="5" y="30"/>
                  </a:lnTo>
                  <a:lnTo>
                    <a:pt x="1" y="16"/>
                  </a:lnTo>
                  <a:lnTo>
                    <a:pt x="0" y="0"/>
                  </a:lnTo>
                  <a:lnTo>
                    <a:pt x="8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" name="Freeform 339">
              <a:extLst>
                <a:ext uri="{FF2B5EF4-FFF2-40B4-BE49-F238E27FC236}">
                  <a16:creationId xmlns:a16="http://schemas.microsoft.com/office/drawing/2014/main" id="{9CC65F5C-3BB1-6FFB-5244-5E6520D03F12}"/>
                </a:ext>
              </a:extLst>
            </p:cNvPr>
            <p:cNvSpPr>
              <a:spLocks/>
            </p:cNvSpPr>
            <p:nvPr/>
          </p:nvSpPr>
          <p:spPr bwMode="auto">
            <a:xfrm>
              <a:off x="1935" y="2168"/>
              <a:ext cx="26" cy="13"/>
            </a:xfrm>
            <a:custGeom>
              <a:avLst/>
              <a:gdLst>
                <a:gd name="T0" fmla="*/ 0 w 179"/>
                <a:gd name="T1" fmla="*/ 0 h 89"/>
                <a:gd name="T2" fmla="*/ 0 w 179"/>
                <a:gd name="T3" fmla="*/ 0 h 89"/>
                <a:gd name="T4" fmla="*/ 0 w 179"/>
                <a:gd name="T5" fmla="*/ 0 h 89"/>
                <a:gd name="T6" fmla="*/ 0 w 179"/>
                <a:gd name="T7" fmla="*/ 0 h 89"/>
                <a:gd name="T8" fmla="*/ 0 w 179"/>
                <a:gd name="T9" fmla="*/ 0 h 89"/>
                <a:gd name="T10" fmla="*/ 0 w 179"/>
                <a:gd name="T11" fmla="*/ 0 h 89"/>
                <a:gd name="T12" fmla="*/ 0 w 179"/>
                <a:gd name="T13" fmla="*/ 0 h 89"/>
                <a:gd name="T14" fmla="*/ 0 w 179"/>
                <a:gd name="T15" fmla="*/ 0 h 89"/>
                <a:gd name="T16" fmla="*/ 0 w 179"/>
                <a:gd name="T17" fmla="*/ 0 h 89"/>
                <a:gd name="T18" fmla="*/ 0 w 179"/>
                <a:gd name="T19" fmla="*/ 0 h 89"/>
                <a:gd name="T20" fmla="*/ 0 w 179"/>
                <a:gd name="T21" fmla="*/ 0 h 89"/>
                <a:gd name="T22" fmla="*/ 0 w 179"/>
                <a:gd name="T23" fmla="*/ 0 h 89"/>
                <a:gd name="T24" fmla="*/ 0 w 179"/>
                <a:gd name="T25" fmla="*/ 0 h 89"/>
                <a:gd name="T26" fmla="*/ 0 w 179"/>
                <a:gd name="T27" fmla="*/ 0 h 89"/>
                <a:gd name="T28" fmla="*/ 0 w 179"/>
                <a:gd name="T29" fmla="*/ 0 h 89"/>
                <a:gd name="T30" fmla="*/ 0 w 179"/>
                <a:gd name="T31" fmla="*/ 0 h 89"/>
                <a:gd name="T32" fmla="*/ 0 w 179"/>
                <a:gd name="T33" fmla="*/ 0 h 89"/>
                <a:gd name="T34" fmla="*/ 0 w 179"/>
                <a:gd name="T35" fmla="*/ 0 h 89"/>
                <a:gd name="T36" fmla="*/ 0 w 179"/>
                <a:gd name="T37" fmla="*/ 0 h 89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179" h="89">
                  <a:moveTo>
                    <a:pt x="179" y="0"/>
                  </a:moveTo>
                  <a:lnTo>
                    <a:pt x="177" y="16"/>
                  </a:lnTo>
                  <a:lnTo>
                    <a:pt x="172" y="30"/>
                  </a:lnTo>
                  <a:lnTo>
                    <a:pt x="166" y="44"/>
                  </a:lnTo>
                  <a:lnTo>
                    <a:pt x="157" y="57"/>
                  </a:lnTo>
                  <a:lnTo>
                    <a:pt x="146" y="69"/>
                  </a:lnTo>
                  <a:lnTo>
                    <a:pt x="133" y="77"/>
                  </a:lnTo>
                  <a:lnTo>
                    <a:pt x="119" y="83"/>
                  </a:lnTo>
                  <a:lnTo>
                    <a:pt x="105" y="88"/>
                  </a:lnTo>
                  <a:lnTo>
                    <a:pt x="89" y="89"/>
                  </a:lnTo>
                  <a:lnTo>
                    <a:pt x="73" y="88"/>
                  </a:lnTo>
                  <a:lnTo>
                    <a:pt x="58" y="83"/>
                  </a:lnTo>
                  <a:lnTo>
                    <a:pt x="44" y="77"/>
                  </a:lnTo>
                  <a:lnTo>
                    <a:pt x="31" y="69"/>
                  </a:lnTo>
                  <a:lnTo>
                    <a:pt x="20" y="57"/>
                  </a:lnTo>
                  <a:lnTo>
                    <a:pt x="11" y="44"/>
                  </a:lnTo>
                  <a:lnTo>
                    <a:pt x="5" y="30"/>
                  </a:lnTo>
                  <a:lnTo>
                    <a:pt x="1" y="16"/>
                  </a:ln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" name="Freeform 340">
              <a:extLst>
                <a:ext uri="{FF2B5EF4-FFF2-40B4-BE49-F238E27FC236}">
                  <a16:creationId xmlns:a16="http://schemas.microsoft.com/office/drawing/2014/main" id="{260A0DED-9A11-7B3E-A08D-FB2E14774ECA}"/>
                </a:ext>
              </a:extLst>
            </p:cNvPr>
            <p:cNvSpPr>
              <a:spLocks/>
            </p:cNvSpPr>
            <p:nvPr/>
          </p:nvSpPr>
          <p:spPr bwMode="auto">
            <a:xfrm>
              <a:off x="1935" y="1337"/>
              <a:ext cx="26" cy="831"/>
            </a:xfrm>
            <a:custGeom>
              <a:avLst/>
              <a:gdLst>
                <a:gd name="T0" fmla="*/ 0 w 179"/>
                <a:gd name="T1" fmla="*/ 0 h 5815"/>
                <a:gd name="T2" fmla="*/ 0 w 179"/>
                <a:gd name="T3" fmla="*/ 0 h 5815"/>
                <a:gd name="T4" fmla="*/ 0 w 179"/>
                <a:gd name="T5" fmla="*/ 0 h 5815"/>
                <a:gd name="T6" fmla="*/ 0 w 179"/>
                <a:gd name="T7" fmla="*/ 0 h 5815"/>
                <a:gd name="T8" fmla="*/ 0 w 179"/>
                <a:gd name="T9" fmla="*/ 0 h 5815"/>
                <a:gd name="T10" fmla="*/ 0 w 179"/>
                <a:gd name="T11" fmla="*/ 0 h 5815"/>
                <a:gd name="T12" fmla="*/ 0 w 179"/>
                <a:gd name="T13" fmla="*/ 0 h 58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79" h="5815">
                  <a:moveTo>
                    <a:pt x="0" y="5815"/>
                  </a:moveTo>
                  <a:lnTo>
                    <a:pt x="89" y="5815"/>
                  </a:lnTo>
                  <a:lnTo>
                    <a:pt x="179" y="5815"/>
                  </a:lnTo>
                  <a:lnTo>
                    <a:pt x="179" y="0"/>
                  </a:lnTo>
                  <a:lnTo>
                    <a:pt x="89" y="0"/>
                  </a:lnTo>
                  <a:lnTo>
                    <a:pt x="0" y="0"/>
                  </a:lnTo>
                  <a:lnTo>
                    <a:pt x="0" y="581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" name="Freeform 341">
              <a:extLst>
                <a:ext uri="{FF2B5EF4-FFF2-40B4-BE49-F238E27FC236}">
                  <a16:creationId xmlns:a16="http://schemas.microsoft.com/office/drawing/2014/main" id="{524294CC-0E89-24D4-2F53-4445DCAF9E5C}"/>
                </a:ext>
              </a:extLst>
            </p:cNvPr>
            <p:cNvSpPr>
              <a:spLocks/>
            </p:cNvSpPr>
            <p:nvPr/>
          </p:nvSpPr>
          <p:spPr bwMode="auto">
            <a:xfrm>
              <a:off x="1935" y="1337"/>
              <a:ext cx="26" cy="831"/>
            </a:xfrm>
            <a:custGeom>
              <a:avLst/>
              <a:gdLst>
                <a:gd name="T0" fmla="*/ 0 w 179"/>
                <a:gd name="T1" fmla="*/ 0 h 5815"/>
                <a:gd name="T2" fmla="*/ 0 w 179"/>
                <a:gd name="T3" fmla="*/ 0 h 5815"/>
                <a:gd name="T4" fmla="*/ 0 w 179"/>
                <a:gd name="T5" fmla="*/ 0 h 5815"/>
                <a:gd name="T6" fmla="*/ 0 w 179"/>
                <a:gd name="T7" fmla="*/ 0 h 5815"/>
                <a:gd name="T8" fmla="*/ 0 w 179"/>
                <a:gd name="T9" fmla="*/ 0 h 5815"/>
                <a:gd name="T10" fmla="*/ 0 w 179"/>
                <a:gd name="T11" fmla="*/ 0 h 5815"/>
                <a:gd name="T12" fmla="*/ 0 w 179"/>
                <a:gd name="T13" fmla="*/ 0 h 58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79" h="5815">
                  <a:moveTo>
                    <a:pt x="0" y="5815"/>
                  </a:moveTo>
                  <a:lnTo>
                    <a:pt x="89" y="5815"/>
                  </a:lnTo>
                  <a:lnTo>
                    <a:pt x="179" y="5815"/>
                  </a:lnTo>
                  <a:lnTo>
                    <a:pt x="179" y="0"/>
                  </a:lnTo>
                  <a:lnTo>
                    <a:pt x="89" y="0"/>
                  </a:lnTo>
                  <a:lnTo>
                    <a:pt x="0" y="0"/>
                  </a:lnTo>
                  <a:lnTo>
                    <a:pt x="0" y="5815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" name="Freeform 342">
              <a:extLst>
                <a:ext uri="{FF2B5EF4-FFF2-40B4-BE49-F238E27FC236}">
                  <a16:creationId xmlns:a16="http://schemas.microsoft.com/office/drawing/2014/main" id="{22362779-99F8-1A0B-2028-D5C9B0591521}"/>
                </a:ext>
              </a:extLst>
            </p:cNvPr>
            <p:cNvSpPr>
              <a:spLocks/>
            </p:cNvSpPr>
            <p:nvPr/>
          </p:nvSpPr>
          <p:spPr bwMode="auto">
            <a:xfrm>
              <a:off x="1935" y="1324"/>
              <a:ext cx="26" cy="13"/>
            </a:xfrm>
            <a:custGeom>
              <a:avLst/>
              <a:gdLst>
                <a:gd name="T0" fmla="*/ 0 w 179"/>
                <a:gd name="T1" fmla="*/ 0 h 90"/>
                <a:gd name="T2" fmla="*/ 0 w 179"/>
                <a:gd name="T3" fmla="*/ 0 h 90"/>
                <a:gd name="T4" fmla="*/ 0 w 179"/>
                <a:gd name="T5" fmla="*/ 0 h 90"/>
                <a:gd name="T6" fmla="*/ 0 w 179"/>
                <a:gd name="T7" fmla="*/ 0 h 90"/>
                <a:gd name="T8" fmla="*/ 0 w 179"/>
                <a:gd name="T9" fmla="*/ 0 h 90"/>
                <a:gd name="T10" fmla="*/ 0 w 179"/>
                <a:gd name="T11" fmla="*/ 0 h 90"/>
                <a:gd name="T12" fmla="*/ 0 w 179"/>
                <a:gd name="T13" fmla="*/ 0 h 90"/>
                <a:gd name="T14" fmla="*/ 0 w 179"/>
                <a:gd name="T15" fmla="*/ 0 h 90"/>
                <a:gd name="T16" fmla="*/ 0 w 179"/>
                <a:gd name="T17" fmla="*/ 0 h 90"/>
                <a:gd name="T18" fmla="*/ 0 w 179"/>
                <a:gd name="T19" fmla="*/ 0 h 90"/>
                <a:gd name="T20" fmla="*/ 0 w 179"/>
                <a:gd name="T21" fmla="*/ 0 h 90"/>
                <a:gd name="T22" fmla="*/ 0 w 179"/>
                <a:gd name="T23" fmla="*/ 0 h 90"/>
                <a:gd name="T24" fmla="*/ 0 w 179"/>
                <a:gd name="T25" fmla="*/ 0 h 90"/>
                <a:gd name="T26" fmla="*/ 0 w 179"/>
                <a:gd name="T27" fmla="*/ 0 h 90"/>
                <a:gd name="T28" fmla="*/ 0 w 179"/>
                <a:gd name="T29" fmla="*/ 0 h 90"/>
                <a:gd name="T30" fmla="*/ 0 w 179"/>
                <a:gd name="T31" fmla="*/ 0 h 90"/>
                <a:gd name="T32" fmla="*/ 0 w 179"/>
                <a:gd name="T33" fmla="*/ 0 h 90"/>
                <a:gd name="T34" fmla="*/ 0 w 179"/>
                <a:gd name="T35" fmla="*/ 0 h 90"/>
                <a:gd name="T36" fmla="*/ 0 w 179"/>
                <a:gd name="T37" fmla="*/ 0 h 90"/>
                <a:gd name="T38" fmla="*/ 0 w 179"/>
                <a:gd name="T39" fmla="*/ 0 h 90"/>
                <a:gd name="T40" fmla="*/ 0 w 179"/>
                <a:gd name="T41" fmla="*/ 0 h 90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179" h="90">
                  <a:moveTo>
                    <a:pt x="89" y="90"/>
                  </a:moveTo>
                  <a:lnTo>
                    <a:pt x="0" y="90"/>
                  </a:lnTo>
                  <a:lnTo>
                    <a:pt x="1" y="74"/>
                  </a:lnTo>
                  <a:lnTo>
                    <a:pt x="5" y="59"/>
                  </a:lnTo>
                  <a:lnTo>
                    <a:pt x="11" y="45"/>
                  </a:lnTo>
                  <a:lnTo>
                    <a:pt x="20" y="33"/>
                  </a:lnTo>
                  <a:lnTo>
                    <a:pt x="31" y="21"/>
                  </a:lnTo>
                  <a:lnTo>
                    <a:pt x="44" y="12"/>
                  </a:lnTo>
                  <a:lnTo>
                    <a:pt x="58" y="6"/>
                  </a:lnTo>
                  <a:lnTo>
                    <a:pt x="73" y="2"/>
                  </a:lnTo>
                  <a:lnTo>
                    <a:pt x="89" y="0"/>
                  </a:lnTo>
                  <a:lnTo>
                    <a:pt x="105" y="2"/>
                  </a:lnTo>
                  <a:lnTo>
                    <a:pt x="119" y="6"/>
                  </a:lnTo>
                  <a:lnTo>
                    <a:pt x="133" y="12"/>
                  </a:lnTo>
                  <a:lnTo>
                    <a:pt x="146" y="21"/>
                  </a:lnTo>
                  <a:lnTo>
                    <a:pt x="157" y="33"/>
                  </a:lnTo>
                  <a:lnTo>
                    <a:pt x="166" y="45"/>
                  </a:lnTo>
                  <a:lnTo>
                    <a:pt x="172" y="59"/>
                  </a:lnTo>
                  <a:lnTo>
                    <a:pt x="177" y="74"/>
                  </a:lnTo>
                  <a:lnTo>
                    <a:pt x="179" y="90"/>
                  </a:lnTo>
                  <a:lnTo>
                    <a:pt x="89" y="9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" name="Freeform 343">
              <a:extLst>
                <a:ext uri="{FF2B5EF4-FFF2-40B4-BE49-F238E27FC236}">
                  <a16:creationId xmlns:a16="http://schemas.microsoft.com/office/drawing/2014/main" id="{A8E137A7-5802-BBA2-F112-C92C84FE200D}"/>
                </a:ext>
              </a:extLst>
            </p:cNvPr>
            <p:cNvSpPr>
              <a:spLocks/>
            </p:cNvSpPr>
            <p:nvPr/>
          </p:nvSpPr>
          <p:spPr bwMode="auto">
            <a:xfrm>
              <a:off x="1935" y="1324"/>
              <a:ext cx="26" cy="13"/>
            </a:xfrm>
            <a:custGeom>
              <a:avLst/>
              <a:gdLst>
                <a:gd name="T0" fmla="*/ 0 w 179"/>
                <a:gd name="T1" fmla="*/ 0 h 90"/>
                <a:gd name="T2" fmla="*/ 0 w 179"/>
                <a:gd name="T3" fmla="*/ 0 h 90"/>
                <a:gd name="T4" fmla="*/ 0 w 179"/>
                <a:gd name="T5" fmla="*/ 0 h 90"/>
                <a:gd name="T6" fmla="*/ 0 w 179"/>
                <a:gd name="T7" fmla="*/ 0 h 90"/>
                <a:gd name="T8" fmla="*/ 0 w 179"/>
                <a:gd name="T9" fmla="*/ 0 h 90"/>
                <a:gd name="T10" fmla="*/ 0 w 179"/>
                <a:gd name="T11" fmla="*/ 0 h 90"/>
                <a:gd name="T12" fmla="*/ 0 w 179"/>
                <a:gd name="T13" fmla="*/ 0 h 90"/>
                <a:gd name="T14" fmla="*/ 0 w 179"/>
                <a:gd name="T15" fmla="*/ 0 h 90"/>
                <a:gd name="T16" fmla="*/ 0 w 179"/>
                <a:gd name="T17" fmla="*/ 0 h 90"/>
                <a:gd name="T18" fmla="*/ 0 w 179"/>
                <a:gd name="T19" fmla="*/ 0 h 90"/>
                <a:gd name="T20" fmla="*/ 0 w 179"/>
                <a:gd name="T21" fmla="*/ 0 h 90"/>
                <a:gd name="T22" fmla="*/ 0 w 179"/>
                <a:gd name="T23" fmla="*/ 0 h 90"/>
                <a:gd name="T24" fmla="*/ 0 w 179"/>
                <a:gd name="T25" fmla="*/ 0 h 90"/>
                <a:gd name="T26" fmla="*/ 0 w 179"/>
                <a:gd name="T27" fmla="*/ 0 h 90"/>
                <a:gd name="T28" fmla="*/ 0 w 179"/>
                <a:gd name="T29" fmla="*/ 0 h 90"/>
                <a:gd name="T30" fmla="*/ 0 w 179"/>
                <a:gd name="T31" fmla="*/ 0 h 90"/>
                <a:gd name="T32" fmla="*/ 0 w 179"/>
                <a:gd name="T33" fmla="*/ 0 h 90"/>
                <a:gd name="T34" fmla="*/ 0 w 179"/>
                <a:gd name="T35" fmla="*/ 0 h 90"/>
                <a:gd name="T36" fmla="*/ 0 w 179"/>
                <a:gd name="T37" fmla="*/ 0 h 90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179" h="90">
                  <a:moveTo>
                    <a:pt x="0" y="90"/>
                  </a:moveTo>
                  <a:lnTo>
                    <a:pt x="1" y="74"/>
                  </a:lnTo>
                  <a:lnTo>
                    <a:pt x="5" y="59"/>
                  </a:lnTo>
                  <a:lnTo>
                    <a:pt x="11" y="45"/>
                  </a:lnTo>
                  <a:lnTo>
                    <a:pt x="20" y="33"/>
                  </a:lnTo>
                  <a:lnTo>
                    <a:pt x="31" y="21"/>
                  </a:lnTo>
                  <a:lnTo>
                    <a:pt x="44" y="12"/>
                  </a:lnTo>
                  <a:lnTo>
                    <a:pt x="58" y="6"/>
                  </a:lnTo>
                  <a:lnTo>
                    <a:pt x="73" y="2"/>
                  </a:lnTo>
                  <a:lnTo>
                    <a:pt x="89" y="0"/>
                  </a:lnTo>
                  <a:lnTo>
                    <a:pt x="105" y="2"/>
                  </a:lnTo>
                  <a:lnTo>
                    <a:pt x="119" y="6"/>
                  </a:lnTo>
                  <a:lnTo>
                    <a:pt x="133" y="12"/>
                  </a:lnTo>
                  <a:lnTo>
                    <a:pt x="146" y="21"/>
                  </a:lnTo>
                  <a:lnTo>
                    <a:pt x="157" y="33"/>
                  </a:lnTo>
                  <a:lnTo>
                    <a:pt x="166" y="45"/>
                  </a:lnTo>
                  <a:lnTo>
                    <a:pt x="172" y="59"/>
                  </a:lnTo>
                  <a:lnTo>
                    <a:pt x="177" y="74"/>
                  </a:lnTo>
                  <a:lnTo>
                    <a:pt x="179" y="9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" name="Freeform 344">
              <a:extLst>
                <a:ext uri="{FF2B5EF4-FFF2-40B4-BE49-F238E27FC236}">
                  <a16:creationId xmlns:a16="http://schemas.microsoft.com/office/drawing/2014/main" id="{19E0EB80-1930-A62A-74FF-6451FB5ED19B}"/>
                </a:ext>
              </a:extLst>
            </p:cNvPr>
            <p:cNvSpPr>
              <a:spLocks/>
            </p:cNvSpPr>
            <p:nvPr/>
          </p:nvSpPr>
          <p:spPr bwMode="auto">
            <a:xfrm>
              <a:off x="3091" y="2168"/>
              <a:ext cx="25" cy="13"/>
            </a:xfrm>
            <a:custGeom>
              <a:avLst/>
              <a:gdLst>
                <a:gd name="T0" fmla="*/ 0 w 179"/>
                <a:gd name="T1" fmla="*/ 0 h 89"/>
                <a:gd name="T2" fmla="*/ 0 w 179"/>
                <a:gd name="T3" fmla="*/ 0 h 89"/>
                <a:gd name="T4" fmla="*/ 0 w 179"/>
                <a:gd name="T5" fmla="*/ 0 h 89"/>
                <a:gd name="T6" fmla="*/ 0 w 179"/>
                <a:gd name="T7" fmla="*/ 0 h 89"/>
                <a:gd name="T8" fmla="*/ 0 w 179"/>
                <a:gd name="T9" fmla="*/ 0 h 89"/>
                <a:gd name="T10" fmla="*/ 0 w 179"/>
                <a:gd name="T11" fmla="*/ 0 h 89"/>
                <a:gd name="T12" fmla="*/ 0 w 179"/>
                <a:gd name="T13" fmla="*/ 0 h 89"/>
                <a:gd name="T14" fmla="*/ 0 w 179"/>
                <a:gd name="T15" fmla="*/ 0 h 89"/>
                <a:gd name="T16" fmla="*/ 0 w 179"/>
                <a:gd name="T17" fmla="*/ 0 h 89"/>
                <a:gd name="T18" fmla="*/ 0 w 179"/>
                <a:gd name="T19" fmla="*/ 0 h 89"/>
                <a:gd name="T20" fmla="*/ 0 w 179"/>
                <a:gd name="T21" fmla="*/ 0 h 89"/>
                <a:gd name="T22" fmla="*/ 0 w 179"/>
                <a:gd name="T23" fmla="*/ 0 h 89"/>
                <a:gd name="T24" fmla="*/ 0 w 179"/>
                <a:gd name="T25" fmla="*/ 0 h 89"/>
                <a:gd name="T26" fmla="*/ 0 w 179"/>
                <a:gd name="T27" fmla="*/ 0 h 89"/>
                <a:gd name="T28" fmla="*/ 0 w 179"/>
                <a:gd name="T29" fmla="*/ 0 h 89"/>
                <a:gd name="T30" fmla="*/ 0 w 179"/>
                <a:gd name="T31" fmla="*/ 0 h 89"/>
                <a:gd name="T32" fmla="*/ 0 w 179"/>
                <a:gd name="T33" fmla="*/ 0 h 89"/>
                <a:gd name="T34" fmla="*/ 0 w 179"/>
                <a:gd name="T35" fmla="*/ 0 h 89"/>
                <a:gd name="T36" fmla="*/ 0 w 179"/>
                <a:gd name="T37" fmla="*/ 0 h 89"/>
                <a:gd name="T38" fmla="*/ 0 w 179"/>
                <a:gd name="T39" fmla="*/ 0 h 89"/>
                <a:gd name="T40" fmla="*/ 0 w 179"/>
                <a:gd name="T41" fmla="*/ 0 h 89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179" h="89">
                  <a:moveTo>
                    <a:pt x="89" y="0"/>
                  </a:moveTo>
                  <a:lnTo>
                    <a:pt x="179" y="0"/>
                  </a:lnTo>
                  <a:lnTo>
                    <a:pt x="177" y="16"/>
                  </a:lnTo>
                  <a:lnTo>
                    <a:pt x="172" y="30"/>
                  </a:lnTo>
                  <a:lnTo>
                    <a:pt x="166" y="44"/>
                  </a:lnTo>
                  <a:lnTo>
                    <a:pt x="158" y="57"/>
                  </a:lnTo>
                  <a:lnTo>
                    <a:pt x="146" y="69"/>
                  </a:lnTo>
                  <a:lnTo>
                    <a:pt x="133" y="77"/>
                  </a:lnTo>
                  <a:lnTo>
                    <a:pt x="120" y="83"/>
                  </a:lnTo>
                  <a:lnTo>
                    <a:pt x="105" y="88"/>
                  </a:lnTo>
                  <a:lnTo>
                    <a:pt x="89" y="89"/>
                  </a:lnTo>
                  <a:lnTo>
                    <a:pt x="73" y="88"/>
                  </a:lnTo>
                  <a:lnTo>
                    <a:pt x="58" y="83"/>
                  </a:lnTo>
                  <a:lnTo>
                    <a:pt x="44" y="77"/>
                  </a:lnTo>
                  <a:lnTo>
                    <a:pt x="32" y="69"/>
                  </a:lnTo>
                  <a:lnTo>
                    <a:pt x="20" y="57"/>
                  </a:lnTo>
                  <a:lnTo>
                    <a:pt x="12" y="44"/>
                  </a:lnTo>
                  <a:lnTo>
                    <a:pt x="5" y="30"/>
                  </a:lnTo>
                  <a:lnTo>
                    <a:pt x="1" y="16"/>
                  </a:lnTo>
                  <a:lnTo>
                    <a:pt x="0" y="0"/>
                  </a:lnTo>
                  <a:lnTo>
                    <a:pt x="8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" name="Freeform 345">
              <a:extLst>
                <a:ext uri="{FF2B5EF4-FFF2-40B4-BE49-F238E27FC236}">
                  <a16:creationId xmlns:a16="http://schemas.microsoft.com/office/drawing/2014/main" id="{68671323-8D86-0D3F-48E9-B2A6DFE8D412}"/>
                </a:ext>
              </a:extLst>
            </p:cNvPr>
            <p:cNvSpPr>
              <a:spLocks/>
            </p:cNvSpPr>
            <p:nvPr/>
          </p:nvSpPr>
          <p:spPr bwMode="auto">
            <a:xfrm>
              <a:off x="3091" y="2168"/>
              <a:ext cx="25" cy="13"/>
            </a:xfrm>
            <a:custGeom>
              <a:avLst/>
              <a:gdLst>
                <a:gd name="T0" fmla="*/ 0 w 179"/>
                <a:gd name="T1" fmla="*/ 0 h 89"/>
                <a:gd name="T2" fmla="*/ 0 w 179"/>
                <a:gd name="T3" fmla="*/ 0 h 89"/>
                <a:gd name="T4" fmla="*/ 0 w 179"/>
                <a:gd name="T5" fmla="*/ 0 h 89"/>
                <a:gd name="T6" fmla="*/ 0 w 179"/>
                <a:gd name="T7" fmla="*/ 0 h 89"/>
                <a:gd name="T8" fmla="*/ 0 w 179"/>
                <a:gd name="T9" fmla="*/ 0 h 89"/>
                <a:gd name="T10" fmla="*/ 0 w 179"/>
                <a:gd name="T11" fmla="*/ 0 h 89"/>
                <a:gd name="T12" fmla="*/ 0 w 179"/>
                <a:gd name="T13" fmla="*/ 0 h 89"/>
                <a:gd name="T14" fmla="*/ 0 w 179"/>
                <a:gd name="T15" fmla="*/ 0 h 89"/>
                <a:gd name="T16" fmla="*/ 0 w 179"/>
                <a:gd name="T17" fmla="*/ 0 h 89"/>
                <a:gd name="T18" fmla="*/ 0 w 179"/>
                <a:gd name="T19" fmla="*/ 0 h 89"/>
                <a:gd name="T20" fmla="*/ 0 w 179"/>
                <a:gd name="T21" fmla="*/ 0 h 89"/>
                <a:gd name="T22" fmla="*/ 0 w 179"/>
                <a:gd name="T23" fmla="*/ 0 h 89"/>
                <a:gd name="T24" fmla="*/ 0 w 179"/>
                <a:gd name="T25" fmla="*/ 0 h 89"/>
                <a:gd name="T26" fmla="*/ 0 w 179"/>
                <a:gd name="T27" fmla="*/ 0 h 89"/>
                <a:gd name="T28" fmla="*/ 0 w 179"/>
                <a:gd name="T29" fmla="*/ 0 h 89"/>
                <a:gd name="T30" fmla="*/ 0 w 179"/>
                <a:gd name="T31" fmla="*/ 0 h 89"/>
                <a:gd name="T32" fmla="*/ 0 w 179"/>
                <a:gd name="T33" fmla="*/ 0 h 89"/>
                <a:gd name="T34" fmla="*/ 0 w 179"/>
                <a:gd name="T35" fmla="*/ 0 h 89"/>
                <a:gd name="T36" fmla="*/ 0 w 179"/>
                <a:gd name="T37" fmla="*/ 0 h 89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179" h="89">
                  <a:moveTo>
                    <a:pt x="179" y="0"/>
                  </a:moveTo>
                  <a:lnTo>
                    <a:pt x="177" y="16"/>
                  </a:lnTo>
                  <a:lnTo>
                    <a:pt x="172" y="30"/>
                  </a:lnTo>
                  <a:lnTo>
                    <a:pt x="166" y="44"/>
                  </a:lnTo>
                  <a:lnTo>
                    <a:pt x="158" y="57"/>
                  </a:lnTo>
                  <a:lnTo>
                    <a:pt x="146" y="69"/>
                  </a:lnTo>
                  <a:lnTo>
                    <a:pt x="133" y="77"/>
                  </a:lnTo>
                  <a:lnTo>
                    <a:pt x="120" y="83"/>
                  </a:lnTo>
                  <a:lnTo>
                    <a:pt x="105" y="88"/>
                  </a:lnTo>
                  <a:lnTo>
                    <a:pt x="89" y="89"/>
                  </a:lnTo>
                  <a:lnTo>
                    <a:pt x="73" y="88"/>
                  </a:lnTo>
                  <a:lnTo>
                    <a:pt x="58" y="83"/>
                  </a:lnTo>
                  <a:lnTo>
                    <a:pt x="44" y="77"/>
                  </a:lnTo>
                  <a:lnTo>
                    <a:pt x="32" y="69"/>
                  </a:lnTo>
                  <a:lnTo>
                    <a:pt x="20" y="57"/>
                  </a:lnTo>
                  <a:lnTo>
                    <a:pt x="12" y="44"/>
                  </a:lnTo>
                  <a:lnTo>
                    <a:pt x="5" y="30"/>
                  </a:lnTo>
                  <a:lnTo>
                    <a:pt x="1" y="16"/>
                  </a:ln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" name="Freeform 346">
              <a:extLst>
                <a:ext uri="{FF2B5EF4-FFF2-40B4-BE49-F238E27FC236}">
                  <a16:creationId xmlns:a16="http://schemas.microsoft.com/office/drawing/2014/main" id="{4ECC9DA2-5F7D-70B2-F7A1-659C71A8CBA6}"/>
                </a:ext>
              </a:extLst>
            </p:cNvPr>
            <p:cNvSpPr>
              <a:spLocks/>
            </p:cNvSpPr>
            <p:nvPr/>
          </p:nvSpPr>
          <p:spPr bwMode="auto">
            <a:xfrm>
              <a:off x="3091" y="1337"/>
              <a:ext cx="25" cy="831"/>
            </a:xfrm>
            <a:custGeom>
              <a:avLst/>
              <a:gdLst>
                <a:gd name="T0" fmla="*/ 0 w 179"/>
                <a:gd name="T1" fmla="*/ 0 h 5815"/>
                <a:gd name="T2" fmla="*/ 0 w 179"/>
                <a:gd name="T3" fmla="*/ 0 h 5815"/>
                <a:gd name="T4" fmla="*/ 0 w 179"/>
                <a:gd name="T5" fmla="*/ 0 h 5815"/>
                <a:gd name="T6" fmla="*/ 0 w 179"/>
                <a:gd name="T7" fmla="*/ 0 h 5815"/>
                <a:gd name="T8" fmla="*/ 0 w 179"/>
                <a:gd name="T9" fmla="*/ 0 h 5815"/>
                <a:gd name="T10" fmla="*/ 0 w 179"/>
                <a:gd name="T11" fmla="*/ 0 h 5815"/>
                <a:gd name="T12" fmla="*/ 0 w 179"/>
                <a:gd name="T13" fmla="*/ 0 h 58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79" h="5815">
                  <a:moveTo>
                    <a:pt x="0" y="5815"/>
                  </a:moveTo>
                  <a:lnTo>
                    <a:pt x="89" y="5815"/>
                  </a:lnTo>
                  <a:lnTo>
                    <a:pt x="179" y="5815"/>
                  </a:lnTo>
                  <a:lnTo>
                    <a:pt x="179" y="0"/>
                  </a:lnTo>
                  <a:lnTo>
                    <a:pt x="89" y="0"/>
                  </a:lnTo>
                  <a:lnTo>
                    <a:pt x="0" y="0"/>
                  </a:lnTo>
                  <a:lnTo>
                    <a:pt x="0" y="581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4" name="Freeform 347">
              <a:extLst>
                <a:ext uri="{FF2B5EF4-FFF2-40B4-BE49-F238E27FC236}">
                  <a16:creationId xmlns:a16="http://schemas.microsoft.com/office/drawing/2014/main" id="{E94530B3-E7A4-C490-026A-FEC38C7AD080}"/>
                </a:ext>
              </a:extLst>
            </p:cNvPr>
            <p:cNvSpPr>
              <a:spLocks/>
            </p:cNvSpPr>
            <p:nvPr/>
          </p:nvSpPr>
          <p:spPr bwMode="auto">
            <a:xfrm>
              <a:off x="3091" y="1337"/>
              <a:ext cx="25" cy="831"/>
            </a:xfrm>
            <a:custGeom>
              <a:avLst/>
              <a:gdLst>
                <a:gd name="T0" fmla="*/ 0 w 179"/>
                <a:gd name="T1" fmla="*/ 0 h 5815"/>
                <a:gd name="T2" fmla="*/ 0 w 179"/>
                <a:gd name="T3" fmla="*/ 0 h 5815"/>
                <a:gd name="T4" fmla="*/ 0 w 179"/>
                <a:gd name="T5" fmla="*/ 0 h 5815"/>
                <a:gd name="T6" fmla="*/ 0 w 179"/>
                <a:gd name="T7" fmla="*/ 0 h 5815"/>
                <a:gd name="T8" fmla="*/ 0 w 179"/>
                <a:gd name="T9" fmla="*/ 0 h 5815"/>
                <a:gd name="T10" fmla="*/ 0 w 179"/>
                <a:gd name="T11" fmla="*/ 0 h 5815"/>
                <a:gd name="T12" fmla="*/ 0 w 179"/>
                <a:gd name="T13" fmla="*/ 0 h 58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79" h="5815">
                  <a:moveTo>
                    <a:pt x="0" y="5815"/>
                  </a:moveTo>
                  <a:lnTo>
                    <a:pt x="89" y="5815"/>
                  </a:lnTo>
                  <a:lnTo>
                    <a:pt x="179" y="5815"/>
                  </a:lnTo>
                  <a:lnTo>
                    <a:pt x="179" y="0"/>
                  </a:lnTo>
                  <a:lnTo>
                    <a:pt x="89" y="0"/>
                  </a:lnTo>
                  <a:lnTo>
                    <a:pt x="0" y="0"/>
                  </a:lnTo>
                  <a:lnTo>
                    <a:pt x="0" y="5815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5" name="Freeform 348">
              <a:extLst>
                <a:ext uri="{FF2B5EF4-FFF2-40B4-BE49-F238E27FC236}">
                  <a16:creationId xmlns:a16="http://schemas.microsoft.com/office/drawing/2014/main" id="{84186DC6-9BD0-C713-3075-85B89C4C0BCE}"/>
                </a:ext>
              </a:extLst>
            </p:cNvPr>
            <p:cNvSpPr>
              <a:spLocks/>
            </p:cNvSpPr>
            <p:nvPr/>
          </p:nvSpPr>
          <p:spPr bwMode="auto">
            <a:xfrm>
              <a:off x="3091" y="1324"/>
              <a:ext cx="25" cy="13"/>
            </a:xfrm>
            <a:custGeom>
              <a:avLst/>
              <a:gdLst>
                <a:gd name="T0" fmla="*/ 0 w 179"/>
                <a:gd name="T1" fmla="*/ 0 h 90"/>
                <a:gd name="T2" fmla="*/ 0 w 179"/>
                <a:gd name="T3" fmla="*/ 0 h 90"/>
                <a:gd name="T4" fmla="*/ 0 w 179"/>
                <a:gd name="T5" fmla="*/ 0 h 90"/>
                <a:gd name="T6" fmla="*/ 0 w 179"/>
                <a:gd name="T7" fmla="*/ 0 h 90"/>
                <a:gd name="T8" fmla="*/ 0 w 179"/>
                <a:gd name="T9" fmla="*/ 0 h 90"/>
                <a:gd name="T10" fmla="*/ 0 w 179"/>
                <a:gd name="T11" fmla="*/ 0 h 90"/>
                <a:gd name="T12" fmla="*/ 0 w 179"/>
                <a:gd name="T13" fmla="*/ 0 h 90"/>
                <a:gd name="T14" fmla="*/ 0 w 179"/>
                <a:gd name="T15" fmla="*/ 0 h 90"/>
                <a:gd name="T16" fmla="*/ 0 w 179"/>
                <a:gd name="T17" fmla="*/ 0 h 90"/>
                <a:gd name="T18" fmla="*/ 0 w 179"/>
                <a:gd name="T19" fmla="*/ 0 h 90"/>
                <a:gd name="T20" fmla="*/ 0 w 179"/>
                <a:gd name="T21" fmla="*/ 0 h 90"/>
                <a:gd name="T22" fmla="*/ 0 w 179"/>
                <a:gd name="T23" fmla="*/ 0 h 90"/>
                <a:gd name="T24" fmla="*/ 0 w 179"/>
                <a:gd name="T25" fmla="*/ 0 h 90"/>
                <a:gd name="T26" fmla="*/ 0 w 179"/>
                <a:gd name="T27" fmla="*/ 0 h 90"/>
                <a:gd name="T28" fmla="*/ 0 w 179"/>
                <a:gd name="T29" fmla="*/ 0 h 90"/>
                <a:gd name="T30" fmla="*/ 0 w 179"/>
                <a:gd name="T31" fmla="*/ 0 h 90"/>
                <a:gd name="T32" fmla="*/ 0 w 179"/>
                <a:gd name="T33" fmla="*/ 0 h 90"/>
                <a:gd name="T34" fmla="*/ 0 w 179"/>
                <a:gd name="T35" fmla="*/ 0 h 90"/>
                <a:gd name="T36" fmla="*/ 0 w 179"/>
                <a:gd name="T37" fmla="*/ 0 h 90"/>
                <a:gd name="T38" fmla="*/ 0 w 179"/>
                <a:gd name="T39" fmla="*/ 0 h 90"/>
                <a:gd name="T40" fmla="*/ 0 w 179"/>
                <a:gd name="T41" fmla="*/ 0 h 90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179" h="90">
                  <a:moveTo>
                    <a:pt x="89" y="90"/>
                  </a:moveTo>
                  <a:lnTo>
                    <a:pt x="0" y="90"/>
                  </a:lnTo>
                  <a:lnTo>
                    <a:pt x="1" y="74"/>
                  </a:lnTo>
                  <a:lnTo>
                    <a:pt x="5" y="59"/>
                  </a:lnTo>
                  <a:lnTo>
                    <a:pt x="12" y="45"/>
                  </a:lnTo>
                  <a:lnTo>
                    <a:pt x="20" y="33"/>
                  </a:lnTo>
                  <a:lnTo>
                    <a:pt x="32" y="21"/>
                  </a:lnTo>
                  <a:lnTo>
                    <a:pt x="44" y="12"/>
                  </a:lnTo>
                  <a:lnTo>
                    <a:pt x="58" y="6"/>
                  </a:lnTo>
                  <a:lnTo>
                    <a:pt x="73" y="2"/>
                  </a:lnTo>
                  <a:lnTo>
                    <a:pt x="89" y="0"/>
                  </a:lnTo>
                  <a:lnTo>
                    <a:pt x="105" y="2"/>
                  </a:lnTo>
                  <a:lnTo>
                    <a:pt x="120" y="6"/>
                  </a:lnTo>
                  <a:lnTo>
                    <a:pt x="133" y="12"/>
                  </a:lnTo>
                  <a:lnTo>
                    <a:pt x="146" y="21"/>
                  </a:lnTo>
                  <a:lnTo>
                    <a:pt x="158" y="33"/>
                  </a:lnTo>
                  <a:lnTo>
                    <a:pt x="166" y="45"/>
                  </a:lnTo>
                  <a:lnTo>
                    <a:pt x="172" y="59"/>
                  </a:lnTo>
                  <a:lnTo>
                    <a:pt x="177" y="74"/>
                  </a:lnTo>
                  <a:lnTo>
                    <a:pt x="179" y="90"/>
                  </a:lnTo>
                  <a:lnTo>
                    <a:pt x="89" y="9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7" name="Freeform 349">
              <a:extLst>
                <a:ext uri="{FF2B5EF4-FFF2-40B4-BE49-F238E27FC236}">
                  <a16:creationId xmlns:a16="http://schemas.microsoft.com/office/drawing/2014/main" id="{1AD9ED60-BDDA-59EE-BD19-4CB949F847E9}"/>
                </a:ext>
              </a:extLst>
            </p:cNvPr>
            <p:cNvSpPr>
              <a:spLocks/>
            </p:cNvSpPr>
            <p:nvPr/>
          </p:nvSpPr>
          <p:spPr bwMode="auto">
            <a:xfrm>
              <a:off x="3091" y="1324"/>
              <a:ext cx="25" cy="13"/>
            </a:xfrm>
            <a:custGeom>
              <a:avLst/>
              <a:gdLst>
                <a:gd name="T0" fmla="*/ 0 w 179"/>
                <a:gd name="T1" fmla="*/ 0 h 90"/>
                <a:gd name="T2" fmla="*/ 0 w 179"/>
                <a:gd name="T3" fmla="*/ 0 h 90"/>
                <a:gd name="T4" fmla="*/ 0 w 179"/>
                <a:gd name="T5" fmla="*/ 0 h 90"/>
                <a:gd name="T6" fmla="*/ 0 w 179"/>
                <a:gd name="T7" fmla="*/ 0 h 90"/>
                <a:gd name="T8" fmla="*/ 0 w 179"/>
                <a:gd name="T9" fmla="*/ 0 h 90"/>
                <a:gd name="T10" fmla="*/ 0 w 179"/>
                <a:gd name="T11" fmla="*/ 0 h 90"/>
                <a:gd name="T12" fmla="*/ 0 w 179"/>
                <a:gd name="T13" fmla="*/ 0 h 90"/>
                <a:gd name="T14" fmla="*/ 0 w 179"/>
                <a:gd name="T15" fmla="*/ 0 h 90"/>
                <a:gd name="T16" fmla="*/ 0 w 179"/>
                <a:gd name="T17" fmla="*/ 0 h 90"/>
                <a:gd name="T18" fmla="*/ 0 w 179"/>
                <a:gd name="T19" fmla="*/ 0 h 90"/>
                <a:gd name="T20" fmla="*/ 0 w 179"/>
                <a:gd name="T21" fmla="*/ 0 h 90"/>
                <a:gd name="T22" fmla="*/ 0 w 179"/>
                <a:gd name="T23" fmla="*/ 0 h 90"/>
                <a:gd name="T24" fmla="*/ 0 w 179"/>
                <a:gd name="T25" fmla="*/ 0 h 90"/>
                <a:gd name="T26" fmla="*/ 0 w 179"/>
                <a:gd name="T27" fmla="*/ 0 h 90"/>
                <a:gd name="T28" fmla="*/ 0 w 179"/>
                <a:gd name="T29" fmla="*/ 0 h 90"/>
                <a:gd name="T30" fmla="*/ 0 w 179"/>
                <a:gd name="T31" fmla="*/ 0 h 90"/>
                <a:gd name="T32" fmla="*/ 0 w 179"/>
                <a:gd name="T33" fmla="*/ 0 h 90"/>
                <a:gd name="T34" fmla="*/ 0 w 179"/>
                <a:gd name="T35" fmla="*/ 0 h 90"/>
                <a:gd name="T36" fmla="*/ 0 w 179"/>
                <a:gd name="T37" fmla="*/ 0 h 90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179" h="90">
                  <a:moveTo>
                    <a:pt x="0" y="90"/>
                  </a:moveTo>
                  <a:lnTo>
                    <a:pt x="1" y="74"/>
                  </a:lnTo>
                  <a:lnTo>
                    <a:pt x="5" y="59"/>
                  </a:lnTo>
                  <a:lnTo>
                    <a:pt x="12" y="45"/>
                  </a:lnTo>
                  <a:lnTo>
                    <a:pt x="20" y="33"/>
                  </a:lnTo>
                  <a:lnTo>
                    <a:pt x="32" y="21"/>
                  </a:lnTo>
                  <a:lnTo>
                    <a:pt x="44" y="12"/>
                  </a:lnTo>
                  <a:lnTo>
                    <a:pt x="58" y="6"/>
                  </a:lnTo>
                  <a:lnTo>
                    <a:pt x="73" y="2"/>
                  </a:lnTo>
                  <a:lnTo>
                    <a:pt x="89" y="0"/>
                  </a:lnTo>
                  <a:lnTo>
                    <a:pt x="105" y="2"/>
                  </a:lnTo>
                  <a:lnTo>
                    <a:pt x="120" y="6"/>
                  </a:lnTo>
                  <a:lnTo>
                    <a:pt x="133" y="12"/>
                  </a:lnTo>
                  <a:lnTo>
                    <a:pt x="146" y="21"/>
                  </a:lnTo>
                  <a:lnTo>
                    <a:pt x="158" y="33"/>
                  </a:lnTo>
                  <a:lnTo>
                    <a:pt x="166" y="45"/>
                  </a:lnTo>
                  <a:lnTo>
                    <a:pt x="172" y="59"/>
                  </a:lnTo>
                  <a:lnTo>
                    <a:pt x="177" y="74"/>
                  </a:lnTo>
                  <a:lnTo>
                    <a:pt x="179" y="9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8" name="Freeform 350">
              <a:extLst>
                <a:ext uri="{FF2B5EF4-FFF2-40B4-BE49-F238E27FC236}">
                  <a16:creationId xmlns:a16="http://schemas.microsoft.com/office/drawing/2014/main" id="{091B4A99-4593-BF19-3C5F-4634312D9F6D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3" y="1324"/>
              <a:ext cx="13" cy="26"/>
            </a:xfrm>
            <a:custGeom>
              <a:avLst/>
              <a:gdLst>
                <a:gd name="T0" fmla="*/ 0 w 90"/>
                <a:gd name="T1" fmla="*/ 0 h 179"/>
                <a:gd name="T2" fmla="*/ 0 w 90"/>
                <a:gd name="T3" fmla="*/ 0 h 179"/>
                <a:gd name="T4" fmla="*/ 0 w 90"/>
                <a:gd name="T5" fmla="*/ 0 h 179"/>
                <a:gd name="T6" fmla="*/ 0 w 90"/>
                <a:gd name="T7" fmla="*/ 0 h 179"/>
                <a:gd name="T8" fmla="*/ 0 w 90"/>
                <a:gd name="T9" fmla="*/ 0 h 179"/>
                <a:gd name="T10" fmla="*/ 0 w 90"/>
                <a:gd name="T11" fmla="*/ 0 h 179"/>
                <a:gd name="T12" fmla="*/ 0 w 90"/>
                <a:gd name="T13" fmla="*/ 0 h 179"/>
                <a:gd name="T14" fmla="*/ 0 w 90"/>
                <a:gd name="T15" fmla="*/ 0 h 179"/>
                <a:gd name="T16" fmla="*/ 0 w 90"/>
                <a:gd name="T17" fmla="*/ 0 h 179"/>
                <a:gd name="T18" fmla="*/ 0 w 90"/>
                <a:gd name="T19" fmla="*/ 0 h 179"/>
                <a:gd name="T20" fmla="*/ 0 w 90"/>
                <a:gd name="T21" fmla="*/ 0 h 179"/>
                <a:gd name="T22" fmla="*/ 0 w 90"/>
                <a:gd name="T23" fmla="*/ 0 h 179"/>
                <a:gd name="T24" fmla="*/ 0 w 90"/>
                <a:gd name="T25" fmla="*/ 0 h 179"/>
                <a:gd name="T26" fmla="*/ 0 w 90"/>
                <a:gd name="T27" fmla="*/ 0 h 179"/>
                <a:gd name="T28" fmla="*/ 0 w 90"/>
                <a:gd name="T29" fmla="*/ 0 h 179"/>
                <a:gd name="T30" fmla="*/ 0 w 90"/>
                <a:gd name="T31" fmla="*/ 0 h 179"/>
                <a:gd name="T32" fmla="*/ 0 w 90"/>
                <a:gd name="T33" fmla="*/ 0 h 179"/>
                <a:gd name="T34" fmla="*/ 0 w 90"/>
                <a:gd name="T35" fmla="*/ 0 h 179"/>
                <a:gd name="T36" fmla="*/ 0 w 90"/>
                <a:gd name="T37" fmla="*/ 0 h 179"/>
                <a:gd name="T38" fmla="*/ 0 w 90"/>
                <a:gd name="T39" fmla="*/ 0 h 179"/>
                <a:gd name="T40" fmla="*/ 0 w 90"/>
                <a:gd name="T41" fmla="*/ 0 h 179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90" h="179">
                  <a:moveTo>
                    <a:pt x="0" y="90"/>
                  </a:moveTo>
                  <a:lnTo>
                    <a:pt x="0" y="0"/>
                  </a:lnTo>
                  <a:lnTo>
                    <a:pt x="16" y="2"/>
                  </a:lnTo>
                  <a:lnTo>
                    <a:pt x="31" y="6"/>
                  </a:lnTo>
                  <a:lnTo>
                    <a:pt x="44" y="12"/>
                  </a:lnTo>
                  <a:lnTo>
                    <a:pt x="57" y="21"/>
                  </a:lnTo>
                  <a:lnTo>
                    <a:pt x="69" y="33"/>
                  </a:lnTo>
                  <a:lnTo>
                    <a:pt x="77" y="45"/>
                  </a:lnTo>
                  <a:lnTo>
                    <a:pt x="83" y="59"/>
                  </a:lnTo>
                  <a:lnTo>
                    <a:pt x="88" y="74"/>
                  </a:lnTo>
                  <a:lnTo>
                    <a:pt x="90" y="90"/>
                  </a:lnTo>
                  <a:lnTo>
                    <a:pt x="88" y="106"/>
                  </a:lnTo>
                  <a:lnTo>
                    <a:pt x="83" y="120"/>
                  </a:lnTo>
                  <a:lnTo>
                    <a:pt x="77" y="134"/>
                  </a:lnTo>
                  <a:lnTo>
                    <a:pt x="69" y="147"/>
                  </a:lnTo>
                  <a:lnTo>
                    <a:pt x="57" y="159"/>
                  </a:lnTo>
                  <a:lnTo>
                    <a:pt x="44" y="167"/>
                  </a:lnTo>
                  <a:lnTo>
                    <a:pt x="31" y="173"/>
                  </a:lnTo>
                  <a:lnTo>
                    <a:pt x="16" y="178"/>
                  </a:lnTo>
                  <a:lnTo>
                    <a:pt x="0" y="179"/>
                  </a:lnTo>
                  <a:lnTo>
                    <a:pt x="0" y="9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9" name="Freeform 351">
              <a:extLst>
                <a:ext uri="{FF2B5EF4-FFF2-40B4-BE49-F238E27FC236}">
                  <a16:creationId xmlns:a16="http://schemas.microsoft.com/office/drawing/2014/main" id="{62F4CDEF-220A-6895-3ED9-317810EF5A57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3" y="1324"/>
              <a:ext cx="13" cy="26"/>
            </a:xfrm>
            <a:custGeom>
              <a:avLst/>
              <a:gdLst>
                <a:gd name="T0" fmla="*/ 0 w 90"/>
                <a:gd name="T1" fmla="*/ 0 h 179"/>
                <a:gd name="T2" fmla="*/ 0 w 90"/>
                <a:gd name="T3" fmla="*/ 0 h 179"/>
                <a:gd name="T4" fmla="*/ 0 w 90"/>
                <a:gd name="T5" fmla="*/ 0 h 179"/>
                <a:gd name="T6" fmla="*/ 0 w 90"/>
                <a:gd name="T7" fmla="*/ 0 h 179"/>
                <a:gd name="T8" fmla="*/ 0 w 90"/>
                <a:gd name="T9" fmla="*/ 0 h 179"/>
                <a:gd name="T10" fmla="*/ 0 w 90"/>
                <a:gd name="T11" fmla="*/ 0 h 179"/>
                <a:gd name="T12" fmla="*/ 0 w 90"/>
                <a:gd name="T13" fmla="*/ 0 h 179"/>
                <a:gd name="T14" fmla="*/ 0 w 90"/>
                <a:gd name="T15" fmla="*/ 0 h 179"/>
                <a:gd name="T16" fmla="*/ 0 w 90"/>
                <a:gd name="T17" fmla="*/ 0 h 179"/>
                <a:gd name="T18" fmla="*/ 0 w 90"/>
                <a:gd name="T19" fmla="*/ 0 h 179"/>
                <a:gd name="T20" fmla="*/ 0 w 90"/>
                <a:gd name="T21" fmla="*/ 0 h 179"/>
                <a:gd name="T22" fmla="*/ 0 w 90"/>
                <a:gd name="T23" fmla="*/ 0 h 179"/>
                <a:gd name="T24" fmla="*/ 0 w 90"/>
                <a:gd name="T25" fmla="*/ 0 h 179"/>
                <a:gd name="T26" fmla="*/ 0 w 90"/>
                <a:gd name="T27" fmla="*/ 0 h 179"/>
                <a:gd name="T28" fmla="*/ 0 w 90"/>
                <a:gd name="T29" fmla="*/ 0 h 179"/>
                <a:gd name="T30" fmla="*/ 0 w 90"/>
                <a:gd name="T31" fmla="*/ 0 h 179"/>
                <a:gd name="T32" fmla="*/ 0 w 90"/>
                <a:gd name="T33" fmla="*/ 0 h 179"/>
                <a:gd name="T34" fmla="*/ 0 w 90"/>
                <a:gd name="T35" fmla="*/ 0 h 179"/>
                <a:gd name="T36" fmla="*/ 0 w 90"/>
                <a:gd name="T37" fmla="*/ 0 h 179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90" h="179">
                  <a:moveTo>
                    <a:pt x="0" y="0"/>
                  </a:moveTo>
                  <a:lnTo>
                    <a:pt x="16" y="2"/>
                  </a:lnTo>
                  <a:lnTo>
                    <a:pt x="31" y="6"/>
                  </a:lnTo>
                  <a:lnTo>
                    <a:pt x="44" y="12"/>
                  </a:lnTo>
                  <a:lnTo>
                    <a:pt x="57" y="21"/>
                  </a:lnTo>
                  <a:lnTo>
                    <a:pt x="69" y="33"/>
                  </a:lnTo>
                  <a:lnTo>
                    <a:pt x="77" y="45"/>
                  </a:lnTo>
                  <a:lnTo>
                    <a:pt x="83" y="59"/>
                  </a:lnTo>
                  <a:lnTo>
                    <a:pt x="88" y="74"/>
                  </a:lnTo>
                  <a:lnTo>
                    <a:pt x="90" y="90"/>
                  </a:lnTo>
                  <a:lnTo>
                    <a:pt x="88" y="106"/>
                  </a:lnTo>
                  <a:lnTo>
                    <a:pt x="83" y="120"/>
                  </a:lnTo>
                  <a:lnTo>
                    <a:pt x="77" y="134"/>
                  </a:lnTo>
                  <a:lnTo>
                    <a:pt x="69" y="147"/>
                  </a:lnTo>
                  <a:lnTo>
                    <a:pt x="57" y="159"/>
                  </a:lnTo>
                  <a:lnTo>
                    <a:pt x="44" y="167"/>
                  </a:lnTo>
                  <a:lnTo>
                    <a:pt x="31" y="173"/>
                  </a:lnTo>
                  <a:lnTo>
                    <a:pt x="16" y="178"/>
                  </a:lnTo>
                  <a:lnTo>
                    <a:pt x="0" y="179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" name="Freeform 352">
              <a:extLst>
                <a:ext uri="{FF2B5EF4-FFF2-40B4-BE49-F238E27FC236}">
                  <a16:creationId xmlns:a16="http://schemas.microsoft.com/office/drawing/2014/main" id="{456BCB6A-68F5-4291-6C7A-BC9FA08BD86C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5" y="1324"/>
              <a:ext cx="248" cy="26"/>
            </a:xfrm>
            <a:custGeom>
              <a:avLst/>
              <a:gdLst>
                <a:gd name="T0" fmla="*/ 0 w 1738"/>
                <a:gd name="T1" fmla="*/ 0 h 179"/>
                <a:gd name="T2" fmla="*/ 0 w 1738"/>
                <a:gd name="T3" fmla="*/ 0 h 179"/>
                <a:gd name="T4" fmla="*/ 0 w 1738"/>
                <a:gd name="T5" fmla="*/ 0 h 179"/>
                <a:gd name="T6" fmla="*/ 0 w 1738"/>
                <a:gd name="T7" fmla="*/ 0 h 179"/>
                <a:gd name="T8" fmla="*/ 0 w 1738"/>
                <a:gd name="T9" fmla="*/ 0 h 179"/>
                <a:gd name="T10" fmla="*/ 0 w 1738"/>
                <a:gd name="T11" fmla="*/ 0 h 179"/>
                <a:gd name="T12" fmla="*/ 0 w 1738"/>
                <a:gd name="T13" fmla="*/ 0 h 17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738" h="179">
                  <a:moveTo>
                    <a:pt x="1738" y="179"/>
                  </a:moveTo>
                  <a:lnTo>
                    <a:pt x="1738" y="90"/>
                  </a:lnTo>
                  <a:lnTo>
                    <a:pt x="1738" y="0"/>
                  </a:lnTo>
                  <a:lnTo>
                    <a:pt x="0" y="0"/>
                  </a:lnTo>
                  <a:lnTo>
                    <a:pt x="0" y="90"/>
                  </a:lnTo>
                  <a:lnTo>
                    <a:pt x="0" y="179"/>
                  </a:lnTo>
                  <a:lnTo>
                    <a:pt x="1738" y="17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1" name="Freeform 353">
              <a:extLst>
                <a:ext uri="{FF2B5EF4-FFF2-40B4-BE49-F238E27FC236}">
                  <a16:creationId xmlns:a16="http://schemas.microsoft.com/office/drawing/2014/main" id="{AC16B52F-8CA8-9482-1279-9D5BCB6D7339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5" y="1324"/>
              <a:ext cx="248" cy="26"/>
            </a:xfrm>
            <a:custGeom>
              <a:avLst/>
              <a:gdLst>
                <a:gd name="T0" fmla="*/ 0 w 1738"/>
                <a:gd name="T1" fmla="*/ 0 h 179"/>
                <a:gd name="T2" fmla="*/ 0 w 1738"/>
                <a:gd name="T3" fmla="*/ 0 h 179"/>
                <a:gd name="T4" fmla="*/ 0 w 1738"/>
                <a:gd name="T5" fmla="*/ 0 h 179"/>
                <a:gd name="T6" fmla="*/ 0 w 1738"/>
                <a:gd name="T7" fmla="*/ 0 h 179"/>
                <a:gd name="T8" fmla="*/ 0 w 1738"/>
                <a:gd name="T9" fmla="*/ 0 h 179"/>
                <a:gd name="T10" fmla="*/ 0 w 1738"/>
                <a:gd name="T11" fmla="*/ 0 h 179"/>
                <a:gd name="T12" fmla="*/ 0 w 1738"/>
                <a:gd name="T13" fmla="*/ 0 h 17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738" h="179">
                  <a:moveTo>
                    <a:pt x="1738" y="179"/>
                  </a:moveTo>
                  <a:lnTo>
                    <a:pt x="1738" y="90"/>
                  </a:lnTo>
                  <a:lnTo>
                    <a:pt x="1738" y="0"/>
                  </a:lnTo>
                  <a:lnTo>
                    <a:pt x="0" y="0"/>
                  </a:lnTo>
                  <a:lnTo>
                    <a:pt x="0" y="90"/>
                  </a:lnTo>
                  <a:lnTo>
                    <a:pt x="0" y="179"/>
                  </a:lnTo>
                  <a:lnTo>
                    <a:pt x="1738" y="179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2" name="Freeform 354">
              <a:extLst>
                <a:ext uri="{FF2B5EF4-FFF2-40B4-BE49-F238E27FC236}">
                  <a16:creationId xmlns:a16="http://schemas.microsoft.com/office/drawing/2014/main" id="{8B86C7CE-6DD5-2156-7E52-19E8A025072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2" y="1324"/>
              <a:ext cx="13" cy="26"/>
            </a:xfrm>
            <a:custGeom>
              <a:avLst/>
              <a:gdLst>
                <a:gd name="T0" fmla="*/ 0 w 89"/>
                <a:gd name="T1" fmla="*/ 0 h 179"/>
                <a:gd name="T2" fmla="*/ 0 w 89"/>
                <a:gd name="T3" fmla="*/ 0 h 179"/>
                <a:gd name="T4" fmla="*/ 0 w 89"/>
                <a:gd name="T5" fmla="*/ 0 h 179"/>
                <a:gd name="T6" fmla="*/ 0 w 89"/>
                <a:gd name="T7" fmla="*/ 0 h 179"/>
                <a:gd name="T8" fmla="*/ 0 w 89"/>
                <a:gd name="T9" fmla="*/ 0 h 179"/>
                <a:gd name="T10" fmla="*/ 0 w 89"/>
                <a:gd name="T11" fmla="*/ 0 h 179"/>
                <a:gd name="T12" fmla="*/ 0 w 89"/>
                <a:gd name="T13" fmla="*/ 0 h 179"/>
                <a:gd name="T14" fmla="*/ 0 w 89"/>
                <a:gd name="T15" fmla="*/ 0 h 179"/>
                <a:gd name="T16" fmla="*/ 0 w 89"/>
                <a:gd name="T17" fmla="*/ 0 h 179"/>
                <a:gd name="T18" fmla="*/ 0 w 89"/>
                <a:gd name="T19" fmla="*/ 0 h 179"/>
                <a:gd name="T20" fmla="*/ 0 w 89"/>
                <a:gd name="T21" fmla="*/ 0 h 179"/>
                <a:gd name="T22" fmla="*/ 0 w 89"/>
                <a:gd name="T23" fmla="*/ 0 h 179"/>
                <a:gd name="T24" fmla="*/ 0 w 89"/>
                <a:gd name="T25" fmla="*/ 0 h 179"/>
                <a:gd name="T26" fmla="*/ 0 w 89"/>
                <a:gd name="T27" fmla="*/ 0 h 179"/>
                <a:gd name="T28" fmla="*/ 0 w 89"/>
                <a:gd name="T29" fmla="*/ 0 h 179"/>
                <a:gd name="T30" fmla="*/ 0 w 89"/>
                <a:gd name="T31" fmla="*/ 0 h 179"/>
                <a:gd name="T32" fmla="*/ 0 w 89"/>
                <a:gd name="T33" fmla="*/ 0 h 179"/>
                <a:gd name="T34" fmla="*/ 0 w 89"/>
                <a:gd name="T35" fmla="*/ 0 h 179"/>
                <a:gd name="T36" fmla="*/ 0 w 89"/>
                <a:gd name="T37" fmla="*/ 0 h 179"/>
                <a:gd name="T38" fmla="*/ 0 w 89"/>
                <a:gd name="T39" fmla="*/ 0 h 179"/>
                <a:gd name="T40" fmla="*/ 0 w 89"/>
                <a:gd name="T41" fmla="*/ 0 h 179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89" h="179">
                  <a:moveTo>
                    <a:pt x="89" y="90"/>
                  </a:moveTo>
                  <a:lnTo>
                    <a:pt x="89" y="179"/>
                  </a:lnTo>
                  <a:lnTo>
                    <a:pt x="73" y="178"/>
                  </a:lnTo>
                  <a:lnTo>
                    <a:pt x="59" y="173"/>
                  </a:lnTo>
                  <a:lnTo>
                    <a:pt x="45" y="167"/>
                  </a:lnTo>
                  <a:lnTo>
                    <a:pt x="32" y="159"/>
                  </a:lnTo>
                  <a:lnTo>
                    <a:pt x="20" y="147"/>
                  </a:lnTo>
                  <a:lnTo>
                    <a:pt x="12" y="134"/>
                  </a:lnTo>
                  <a:lnTo>
                    <a:pt x="6" y="120"/>
                  </a:lnTo>
                  <a:lnTo>
                    <a:pt x="1" y="106"/>
                  </a:lnTo>
                  <a:lnTo>
                    <a:pt x="0" y="90"/>
                  </a:lnTo>
                  <a:lnTo>
                    <a:pt x="1" y="74"/>
                  </a:lnTo>
                  <a:lnTo>
                    <a:pt x="6" y="59"/>
                  </a:lnTo>
                  <a:lnTo>
                    <a:pt x="12" y="45"/>
                  </a:lnTo>
                  <a:lnTo>
                    <a:pt x="20" y="33"/>
                  </a:lnTo>
                  <a:lnTo>
                    <a:pt x="32" y="21"/>
                  </a:lnTo>
                  <a:lnTo>
                    <a:pt x="45" y="12"/>
                  </a:lnTo>
                  <a:lnTo>
                    <a:pt x="59" y="6"/>
                  </a:lnTo>
                  <a:lnTo>
                    <a:pt x="73" y="2"/>
                  </a:lnTo>
                  <a:lnTo>
                    <a:pt x="89" y="0"/>
                  </a:lnTo>
                  <a:lnTo>
                    <a:pt x="89" y="9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3" name="Freeform 355">
              <a:extLst>
                <a:ext uri="{FF2B5EF4-FFF2-40B4-BE49-F238E27FC236}">
                  <a16:creationId xmlns:a16="http://schemas.microsoft.com/office/drawing/2014/main" id="{5FF44C48-B2A2-E66D-5D43-E23F4F9E4DF2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2" y="1324"/>
              <a:ext cx="13" cy="26"/>
            </a:xfrm>
            <a:custGeom>
              <a:avLst/>
              <a:gdLst>
                <a:gd name="T0" fmla="*/ 0 w 89"/>
                <a:gd name="T1" fmla="*/ 0 h 179"/>
                <a:gd name="T2" fmla="*/ 0 w 89"/>
                <a:gd name="T3" fmla="*/ 0 h 179"/>
                <a:gd name="T4" fmla="*/ 0 w 89"/>
                <a:gd name="T5" fmla="*/ 0 h 179"/>
                <a:gd name="T6" fmla="*/ 0 w 89"/>
                <a:gd name="T7" fmla="*/ 0 h 179"/>
                <a:gd name="T8" fmla="*/ 0 w 89"/>
                <a:gd name="T9" fmla="*/ 0 h 179"/>
                <a:gd name="T10" fmla="*/ 0 w 89"/>
                <a:gd name="T11" fmla="*/ 0 h 179"/>
                <a:gd name="T12" fmla="*/ 0 w 89"/>
                <a:gd name="T13" fmla="*/ 0 h 179"/>
                <a:gd name="T14" fmla="*/ 0 w 89"/>
                <a:gd name="T15" fmla="*/ 0 h 179"/>
                <a:gd name="T16" fmla="*/ 0 w 89"/>
                <a:gd name="T17" fmla="*/ 0 h 179"/>
                <a:gd name="T18" fmla="*/ 0 w 89"/>
                <a:gd name="T19" fmla="*/ 0 h 179"/>
                <a:gd name="T20" fmla="*/ 0 w 89"/>
                <a:gd name="T21" fmla="*/ 0 h 179"/>
                <a:gd name="T22" fmla="*/ 0 w 89"/>
                <a:gd name="T23" fmla="*/ 0 h 179"/>
                <a:gd name="T24" fmla="*/ 0 w 89"/>
                <a:gd name="T25" fmla="*/ 0 h 179"/>
                <a:gd name="T26" fmla="*/ 0 w 89"/>
                <a:gd name="T27" fmla="*/ 0 h 179"/>
                <a:gd name="T28" fmla="*/ 0 w 89"/>
                <a:gd name="T29" fmla="*/ 0 h 179"/>
                <a:gd name="T30" fmla="*/ 0 w 89"/>
                <a:gd name="T31" fmla="*/ 0 h 179"/>
                <a:gd name="T32" fmla="*/ 0 w 89"/>
                <a:gd name="T33" fmla="*/ 0 h 179"/>
                <a:gd name="T34" fmla="*/ 0 w 89"/>
                <a:gd name="T35" fmla="*/ 0 h 179"/>
                <a:gd name="T36" fmla="*/ 0 w 89"/>
                <a:gd name="T37" fmla="*/ 0 h 179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89" h="179">
                  <a:moveTo>
                    <a:pt x="89" y="179"/>
                  </a:moveTo>
                  <a:lnTo>
                    <a:pt x="73" y="178"/>
                  </a:lnTo>
                  <a:lnTo>
                    <a:pt x="59" y="173"/>
                  </a:lnTo>
                  <a:lnTo>
                    <a:pt x="45" y="167"/>
                  </a:lnTo>
                  <a:lnTo>
                    <a:pt x="32" y="159"/>
                  </a:lnTo>
                  <a:lnTo>
                    <a:pt x="20" y="147"/>
                  </a:lnTo>
                  <a:lnTo>
                    <a:pt x="12" y="134"/>
                  </a:lnTo>
                  <a:lnTo>
                    <a:pt x="6" y="120"/>
                  </a:lnTo>
                  <a:lnTo>
                    <a:pt x="1" y="106"/>
                  </a:lnTo>
                  <a:lnTo>
                    <a:pt x="0" y="90"/>
                  </a:lnTo>
                  <a:lnTo>
                    <a:pt x="1" y="74"/>
                  </a:lnTo>
                  <a:lnTo>
                    <a:pt x="6" y="59"/>
                  </a:lnTo>
                  <a:lnTo>
                    <a:pt x="12" y="45"/>
                  </a:lnTo>
                  <a:lnTo>
                    <a:pt x="20" y="33"/>
                  </a:lnTo>
                  <a:lnTo>
                    <a:pt x="32" y="21"/>
                  </a:lnTo>
                  <a:lnTo>
                    <a:pt x="45" y="12"/>
                  </a:lnTo>
                  <a:lnTo>
                    <a:pt x="59" y="6"/>
                  </a:lnTo>
                  <a:lnTo>
                    <a:pt x="73" y="2"/>
                  </a:lnTo>
                  <a:lnTo>
                    <a:pt x="89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4" name="Freeform 356">
              <a:extLst>
                <a:ext uri="{FF2B5EF4-FFF2-40B4-BE49-F238E27FC236}">
                  <a16:creationId xmlns:a16="http://schemas.microsoft.com/office/drawing/2014/main" id="{4B40939D-97E5-C87E-5DBD-10009E76EF8D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3" y="2156"/>
              <a:ext cx="13" cy="25"/>
            </a:xfrm>
            <a:custGeom>
              <a:avLst/>
              <a:gdLst>
                <a:gd name="T0" fmla="*/ 0 w 90"/>
                <a:gd name="T1" fmla="*/ 0 h 179"/>
                <a:gd name="T2" fmla="*/ 0 w 90"/>
                <a:gd name="T3" fmla="*/ 0 h 179"/>
                <a:gd name="T4" fmla="*/ 0 w 90"/>
                <a:gd name="T5" fmla="*/ 0 h 179"/>
                <a:gd name="T6" fmla="*/ 0 w 90"/>
                <a:gd name="T7" fmla="*/ 0 h 179"/>
                <a:gd name="T8" fmla="*/ 0 w 90"/>
                <a:gd name="T9" fmla="*/ 0 h 179"/>
                <a:gd name="T10" fmla="*/ 0 w 90"/>
                <a:gd name="T11" fmla="*/ 0 h 179"/>
                <a:gd name="T12" fmla="*/ 0 w 90"/>
                <a:gd name="T13" fmla="*/ 0 h 179"/>
                <a:gd name="T14" fmla="*/ 0 w 90"/>
                <a:gd name="T15" fmla="*/ 0 h 179"/>
                <a:gd name="T16" fmla="*/ 0 w 90"/>
                <a:gd name="T17" fmla="*/ 0 h 179"/>
                <a:gd name="T18" fmla="*/ 0 w 90"/>
                <a:gd name="T19" fmla="*/ 0 h 179"/>
                <a:gd name="T20" fmla="*/ 0 w 90"/>
                <a:gd name="T21" fmla="*/ 0 h 179"/>
                <a:gd name="T22" fmla="*/ 0 w 90"/>
                <a:gd name="T23" fmla="*/ 0 h 179"/>
                <a:gd name="T24" fmla="*/ 0 w 90"/>
                <a:gd name="T25" fmla="*/ 0 h 179"/>
                <a:gd name="T26" fmla="*/ 0 w 90"/>
                <a:gd name="T27" fmla="*/ 0 h 179"/>
                <a:gd name="T28" fmla="*/ 0 w 90"/>
                <a:gd name="T29" fmla="*/ 0 h 179"/>
                <a:gd name="T30" fmla="*/ 0 w 90"/>
                <a:gd name="T31" fmla="*/ 0 h 179"/>
                <a:gd name="T32" fmla="*/ 0 w 90"/>
                <a:gd name="T33" fmla="*/ 0 h 179"/>
                <a:gd name="T34" fmla="*/ 0 w 90"/>
                <a:gd name="T35" fmla="*/ 0 h 179"/>
                <a:gd name="T36" fmla="*/ 0 w 90"/>
                <a:gd name="T37" fmla="*/ 0 h 179"/>
                <a:gd name="T38" fmla="*/ 0 w 90"/>
                <a:gd name="T39" fmla="*/ 0 h 179"/>
                <a:gd name="T40" fmla="*/ 0 w 90"/>
                <a:gd name="T41" fmla="*/ 0 h 179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90" h="179">
                  <a:moveTo>
                    <a:pt x="0" y="90"/>
                  </a:moveTo>
                  <a:lnTo>
                    <a:pt x="0" y="0"/>
                  </a:lnTo>
                  <a:lnTo>
                    <a:pt x="16" y="2"/>
                  </a:lnTo>
                  <a:lnTo>
                    <a:pt x="31" y="6"/>
                  </a:lnTo>
                  <a:lnTo>
                    <a:pt x="44" y="12"/>
                  </a:lnTo>
                  <a:lnTo>
                    <a:pt x="57" y="21"/>
                  </a:lnTo>
                  <a:lnTo>
                    <a:pt x="69" y="33"/>
                  </a:lnTo>
                  <a:lnTo>
                    <a:pt x="77" y="45"/>
                  </a:lnTo>
                  <a:lnTo>
                    <a:pt x="83" y="59"/>
                  </a:lnTo>
                  <a:lnTo>
                    <a:pt x="88" y="74"/>
                  </a:lnTo>
                  <a:lnTo>
                    <a:pt x="90" y="90"/>
                  </a:lnTo>
                  <a:lnTo>
                    <a:pt x="88" y="106"/>
                  </a:lnTo>
                  <a:lnTo>
                    <a:pt x="83" y="120"/>
                  </a:lnTo>
                  <a:lnTo>
                    <a:pt x="77" y="134"/>
                  </a:lnTo>
                  <a:lnTo>
                    <a:pt x="69" y="147"/>
                  </a:lnTo>
                  <a:lnTo>
                    <a:pt x="57" y="159"/>
                  </a:lnTo>
                  <a:lnTo>
                    <a:pt x="44" y="167"/>
                  </a:lnTo>
                  <a:lnTo>
                    <a:pt x="31" y="173"/>
                  </a:lnTo>
                  <a:lnTo>
                    <a:pt x="16" y="178"/>
                  </a:lnTo>
                  <a:lnTo>
                    <a:pt x="0" y="179"/>
                  </a:lnTo>
                  <a:lnTo>
                    <a:pt x="0" y="9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5" name="Freeform 357">
              <a:extLst>
                <a:ext uri="{FF2B5EF4-FFF2-40B4-BE49-F238E27FC236}">
                  <a16:creationId xmlns:a16="http://schemas.microsoft.com/office/drawing/2014/main" id="{EBDD70DE-DB85-7886-964E-A18E899386BD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3" y="2156"/>
              <a:ext cx="13" cy="25"/>
            </a:xfrm>
            <a:custGeom>
              <a:avLst/>
              <a:gdLst>
                <a:gd name="T0" fmla="*/ 0 w 90"/>
                <a:gd name="T1" fmla="*/ 0 h 179"/>
                <a:gd name="T2" fmla="*/ 0 w 90"/>
                <a:gd name="T3" fmla="*/ 0 h 179"/>
                <a:gd name="T4" fmla="*/ 0 w 90"/>
                <a:gd name="T5" fmla="*/ 0 h 179"/>
                <a:gd name="T6" fmla="*/ 0 w 90"/>
                <a:gd name="T7" fmla="*/ 0 h 179"/>
                <a:gd name="T8" fmla="*/ 0 w 90"/>
                <a:gd name="T9" fmla="*/ 0 h 179"/>
                <a:gd name="T10" fmla="*/ 0 w 90"/>
                <a:gd name="T11" fmla="*/ 0 h 179"/>
                <a:gd name="T12" fmla="*/ 0 w 90"/>
                <a:gd name="T13" fmla="*/ 0 h 179"/>
                <a:gd name="T14" fmla="*/ 0 w 90"/>
                <a:gd name="T15" fmla="*/ 0 h 179"/>
                <a:gd name="T16" fmla="*/ 0 w 90"/>
                <a:gd name="T17" fmla="*/ 0 h 179"/>
                <a:gd name="T18" fmla="*/ 0 w 90"/>
                <a:gd name="T19" fmla="*/ 0 h 179"/>
                <a:gd name="T20" fmla="*/ 0 w 90"/>
                <a:gd name="T21" fmla="*/ 0 h 179"/>
                <a:gd name="T22" fmla="*/ 0 w 90"/>
                <a:gd name="T23" fmla="*/ 0 h 179"/>
                <a:gd name="T24" fmla="*/ 0 w 90"/>
                <a:gd name="T25" fmla="*/ 0 h 179"/>
                <a:gd name="T26" fmla="*/ 0 w 90"/>
                <a:gd name="T27" fmla="*/ 0 h 179"/>
                <a:gd name="T28" fmla="*/ 0 w 90"/>
                <a:gd name="T29" fmla="*/ 0 h 179"/>
                <a:gd name="T30" fmla="*/ 0 w 90"/>
                <a:gd name="T31" fmla="*/ 0 h 179"/>
                <a:gd name="T32" fmla="*/ 0 w 90"/>
                <a:gd name="T33" fmla="*/ 0 h 179"/>
                <a:gd name="T34" fmla="*/ 0 w 90"/>
                <a:gd name="T35" fmla="*/ 0 h 179"/>
                <a:gd name="T36" fmla="*/ 0 w 90"/>
                <a:gd name="T37" fmla="*/ 0 h 179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90" h="179">
                  <a:moveTo>
                    <a:pt x="0" y="0"/>
                  </a:moveTo>
                  <a:lnTo>
                    <a:pt x="16" y="2"/>
                  </a:lnTo>
                  <a:lnTo>
                    <a:pt x="31" y="6"/>
                  </a:lnTo>
                  <a:lnTo>
                    <a:pt x="44" y="12"/>
                  </a:lnTo>
                  <a:lnTo>
                    <a:pt x="57" y="21"/>
                  </a:lnTo>
                  <a:lnTo>
                    <a:pt x="69" y="33"/>
                  </a:lnTo>
                  <a:lnTo>
                    <a:pt x="77" y="45"/>
                  </a:lnTo>
                  <a:lnTo>
                    <a:pt x="83" y="59"/>
                  </a:lnTo>
                  <a:lnTo>
                    <a:pt x="88" y="74"/>
                  </a:lnTo>
                  <a:lnTo>
                    <a:pt x="90" y="90"/>
                  </a:lnTo>
                  <a:lnTo>
                    <a:pt x="88" y="106"/>
                  </a:lnTo>
                  <a:lnTo>
                    <a:pt x="83" y="120"/>
                  </a:lnTo>
                  <a:lnTo>
                    <a:pt x="77" y="134"/>
                  </a:lnTo>
                  <a:lnTo>
                    <a:pt x="69" y="147"/>
                  </a:lnTo>
                  <a:lnTo>
                    <a:pt x="57" y="159"/>
                  </a:lnTo>
                  <a:lnTo>
                    <a:pt x="44" y="167"/>
                  </a:lnTo>
                  <a:lnTo>
                    <a:pt x="31" y="173"/>
                  </a:lnTo>
                  <a:lnTo>
                    <a:pt x="16" y="178"/>
                  </a:lnTo>
                  <a:lnTo>
                    <a:pt x="0" y="179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6" name="Freeform 358">
              <a:extLst>
                <a:ext uri="{FF2B5EF4-FFF2-40B4-BE49-F238E27FC236}">
                  <a16:creationId xmlns:a16="http://schemas.microsoft.com/office/drawing/2014/main" id="{1EECE55A-22DB-07A7-A854-B696EB13EF8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5" y="2156"/>
              <a:ext cx="248" cy="25"/>
            </a:xfrm>
            <a:custGeom>
              <a:avLst/>
              <a:gdLst>
                <a:gd name="T0" fmla="*/ 0 w 1738"/>
                <a:gd name="T1" fmla="*/ 0 h 179"/>
                <a:gd name="T2" fmla="*/ 0 w 1738"/>
                <a:gd name="T3" fmla="*/ 0 h 179"/>
                <a:gd name="T4" fmla="*/ 0 w 1738"/>
                <a:gd name="T5" fmla="*/ 0 h 179"/>
                <a:gd name="T6" fmla="*/ 0 w 1738"/>
                <a:gd name="T7" fmla="*/ 0 h 179"/>
                <a:gd name="T8" fmla="*/ 0 w 1738"/>
                <a:gd name="T9" fmla="*/ 0 h 179"/>
                <a:gd name="T10" fmla="*/ 0 w 1738"/>
                <a:gd name="T11" fmla="*/ 0 h 179"/>
                <a:gd name="T12" fmla="*/ 0 w 1738"/>
                <a:gd name="T13" fmla="*/ 0 h 17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738" h="179">
                  <a:moveTo>
                    <a:pt x="1738" y="179"/>
                  </a:moveTo>
                  <a:lnTo>
                    <a:pt x="1738" y="90"/>
                  </a:lnTo>
                  <a:lnTo>
                    <a:pt x="1738" y="0"/>
                  </a:lnTo>
                  <a:lnTo>
                    <a:pt x="0" y="0"/>
                  </a:lnTo>
                  <a:lnTo>
                    <a:pt x="0" y="90"/>
                  </a:lnTo>
                  <a:lnTo>
                    <a:pt x="0" y="179"/>
                  </a:lnTo>
                  <a:lnTo>
                    <a:pt x="1738" y="17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7" name="Freeform 359">
              <a:extLst>
                <a:ext uri="{FF2B5EF4-FFF2-40B4-BE49-F238E27FC236}">
                  <a16:creationId xmlns:a16="http://schemas.microsoft.com/office/drawing/2014/main" id="{EC320D6E-090D-0368-B9AB-B38747E9A5B7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5" y="2156"/>
              <a:ext cx="248" cy="25"/>
            </a:xfrm>
            <a:custGeom>
              <a:avLst/>
              <a:gdLst>
                <a:gd name="T0" fmla="*/ 0 w 1738"/>
                <a:gd name="T1" fmla="*/ 0 h 179"/>
                <a:gd name="T2" fmla="*/ 0 w 1738"/>
                <a:gd name="T3" fmla="*/ 0 h 179"/>
                <a:gd name="T4" fmla="*/ 0 w 1738"/>
                <a:gd name="T5" fmla="*/ 0 h 179"/>
                <a:gd name="T6" fmla="*/ 0 w 1738"/>
                <a:gd name="T7" fmla="*/ 0 h 179"/>
                <a:gd name="T8" fmla="*/ 0 w 1738"/>
                <a:gd name="T9" fmla="*/ 0 h 179"/>
                <a:gd name="T10" fmla="*/ 0 w 1738"/>
                <a:gd name="T11" fmla="*/ 0 h 179"/>
                <a:gd name="T12" fmla="*/ 0 w 1738"/>
                <a:gd name="T13" fmla="*/ 0 h 17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738" h="179">
                  <a:moveTo>
                    <a:pt x="1738" y="179"/>
                  </a:moveTo>
                  <a:lnTo>
                    <a:pt x="1738" y="90"/>
                  </a:lnTo>
                  <a:lnTo>
                    <a:pt x="1738" y="0"/>
                  </a:lnTo>
                  <a:lnTo>
                    <a:pt x="0" y="0"/>
                  </a:lnTo>
                  <a:lnTo>
                    <a:pt x="0" y="90"/>
                  </a:lnTo>
                  <a:lnTo>
                    <a:pt x="0" y="179"/>
                  </a:lnTo>
                  <a:lnTo>
                    <a:pt x="1738" y="179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" name="Freeform 360">
              <a:extLst>
                <a:ext uri="{FF2B5EF4-FFF2-40B4-BE49-F238E27FC236}">
                  <a16:creationId xmlns:a16="http://schemas.microsoft.com/office/drawing/2014/main" id="{97CF89B4-0CFD-CABD-1D37-49ED682BC694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2" y="2156"/>
              <a:ext cx="13" cy="25"/>
            </a:xfrm>
            <a:custGeom>
              <a:avLst/>
              <a:gdLst>
                <a:gd name="T0" fmla="*/ 0 w 89"/>
                <a:gd name="T1" fmla="*/ 0 h 179"/>
                <a:gd name="T2" fmla="*/ 0 w 89"/>
                <a:gd name="T3" fmla="*/ 0 h 179"/>
                <a:gd name="T4" fmla="*/ 0 w 89"/>
                <a:gd name="T5" fmla="*/ 0 h 179"/>
                <a:gd name="T6" fmla="*/ 0 w 89"/>
                <a:gd name="T7" fmla="*/ 0 h 179"/>
                <a:gd name="T8" fmla="*/ 0 w 89"/>
                <a:gd name="T9" fmla="*/ 0 h 179"/>
                <a:gd name="T10" fmla="*/ 0 w 89"/>
                <a:gd name="T11" fmla="*/ 0 h 179"/>
                <a:gd name="T12" fmla="*/ 0 w 89"/>
                <a:gd name="T13" fmla="*/ 0 h 179"/>
                <a:gd name="T14" fmla="*/ 0 w 89"/>
                <a:gd name="T15" fmla="*/ 0 h 179"/>
                <a:gd name="T16" fmla="*/ 0 w 89"/>
                <a:gd name="T17" fmla="*/ 0 h 179"/>
                <a:gd name="T18" fmla="*/ 0 w 89"/>
                <a:gd name="T19" fmla="*/ 0 h 179"/>
                <a:gd name="T20" fmla="*/ 0 w 89"/>
                <a:gd name="T21" fmla="*/ 0 h 179"/>
                <a:gd name="T22" fmla="*/ 0 w 89"/>
                <a:gd name="T23" fmla="*/ 0 h 179"/>
                <a:gd name="T24" fmla="*/ 0 w 89"/>
                <a:gd name="T25" fmla="*/ 0 h 179"/>
                <a:gd name="T26" fmla="*/ 0 w 89"/>
                <a:gd name="T27" fmla="*/ 0 h 179"/>
                <a:gd name="T28" fmla="*/ 0 w 89"/>
                <a:gd name="T29" fmla="*/ 0 h 179"/>
                <a:gd name="T30" fmla="*/ 0 w 89"/>
                <a:gd name="T31" fmla="*/ 0 h 179"/>
                <a:gd name="T32" fmla="*/ 0 w 89"/>
                <a:gd name="T33" fmla="*/ 0 h 179"/>
                <a:gd name="T34" fmla="*/ 0 w 89"/>
                <a:gd name="T35" fmla="*/ 0 h 179"/>
                <a:gd name="T36" fmla="*/ 0 w 89"/>
                <a:gd name="T37" fmla="*/ 0 h 179"/>
                <a:gd name="T38" fmla="*/ 0 w 89"/>
                <a:gd name="T39" fmla="*/ 0 h 179"/>
                <a:gd name="T40" fmla="*/ 0 w 89"/>
                <a:gd name="T41" fmla="*/ 0 h 179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89" h="179">
                  <a:moveTo>
                    <a:pt x="89" y="90"/>
                  </a:moveTo>
                  <a:lnTo>
                    <a:pt x="89" y="179"/>
                  </a:lnTo>
                  <a:lnTo>
                    <a:pt x="73" y="178"/>
                  </a:lnTo>
                  <a:lnTo>
                    <a:pt x="59" y="173"/>
                  </a:lnTo>
                  <a:lnTo>
                    <a:pt x="45" y="167"/>
                  </a:lnTo>
                  <a:lnTo>
                    <a:pt x="32" y="159"/>
                  </a:lnTo>
                  <a:lnTo>
                    <a:pt x="20" y="147"/>
                  </a:lnTo>
                  <a:lnTo>
                    <a:pt x="12" y="134"/>
                  </a:lnTo>
                  <a:lnTo>
                    <a:pt x="6" y="120"/>
                  </a:lnTo>
                  <a:lnTo>
                    <a:pt x="1" y="106"/>
                  </a:lnTo>
                  <a:lnTo>
                    <a:pt x="0" y="90"/>
                  </a:lnTo>
                  <a:lnTo>
                    <a:pt x="1" y="74"/>
                  </a:lnTo>
                  <a:lnTo>
                    <a:pt x="6" y="59"/>
                  </a:lnTo>
                  <a:lnTo>
                    <a:pt x="12" y="45"/>
                  </a:lnTo>
                  <a:lnTo>
                    <a:pt x="20" y="33"/>
                  </a:lnTo>
                  <a:lnTo>
                    <a:pt x="32" y="21"/>
                  </a:lnTo>
                  <a:lnTo>
                    <a:pt x="45" y="12"/>
                  </a:lnTo>
                  <a:lnTo>
                    <a:pt x="59" y="6"/>
                  </a:lnTo>
                  <a:lnTo>
                    <a:pt x="73" y="2"/>
                  </a:lnTo>
                  <a:lnTo>
                    <a:pt x="89" y="0"/>
                  </a:lnTo>
                  <a:lnTo>
                    <a:pt x="89" y="9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9" name="Freeform 361">
              <a:extLst>
                <a:ext uri="{FF2B5EF4-FFF2-40B4-BE49-F238E27FC236}">
                  <a16:creationId xmlns:a16="http://schemas.microsoft.com/office/drawing/2014/main" id="{3203BFF4-3F3C-C35D-8D35-F5090B312B9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2" y="2156"/>
              <a:ext cx="13" cy="25"/>
            </a:xfrm>
            <a:custGeom>
              <a:avLst/>
              <a:gdLst>
                <a:gd name="T0" fmla="*/ 0 w 89"/>
                <a:gd name="T1" fmla="*/ 0 h 179"/>
                <a:gd name="T2" fmla="*/ 0 w 89"/>
                <a:gd name="T3" fmla="*/ 0 h 179"/>
                <a:gd name="T4" fmla="*/ 0 w 89"/>
                <a:gd name="T5" fmla="*/ 0 h 179"/>
                <a:gd name="T6" fmla="*/ 0 w 89"/>
                <a:gd name="T7" fmla="*/ 0 h 179"/>
                <a:gd name="T8" fmla="*/ 0 w 89"/>
                <a:gd name="T9" fmla="*/ 0 h 179"/>
                <a:gd name="T10" fmla="*/ 0 w 89"/>
                <a:gd name="T11" fmla="*/ 0 h 179"/>
                <a:gd name="T12" fmla="*/ 0 w 89"/>
                <a:gd name="T13" fmla="*/ 0 h 179"/>
                <a:gd name="T14" fmla="*/ 0 w 89"/>
                <a:gd name="T15" fmla="*/ 0 h 179"/>
                <a:gd name="T16" fmla="*/ 0 w 89"/>
                <a:gd name="T17" fmla="*/ 0 h 179"/>
                <a:gd name="T18" fmla="*/ 0 w 89"/>
                <a:gd name="T19" fmla="*/ 0 h 179"/>
                <a:gd name="T20" fmla="*/ 0 w 89"/>
                <a:gd name="T21" fmla="*/ 0 h 179"/>
                <a:gd name="T22" fmla="*/ 0 w 89"/>
                <a:gd name="T23" fmla="*/ 0 h 179"/>
                <a:gd name="T24" fmla="*/ 0 w 89"/>
                <a:gd name="T25" fmla="*/ 0 h 179"/>
                <a:gd name="T26" fmla="*/ 0 w 89"/>
                <a:gd name="T27" fmla="*/ 0 h 179"/>
                <a:gd name="T28" fmla="*/ 0 w 89"/>
                <a:gd name="T29" fmla="*/ 0 h 179"/>
                <a:gd name="T30" fmla="*/ 0 w 89"/>
                <a:gd name="T31" fmla="*/ 0 h 179"/>
                <a:gd name="T32" fmla="*/ 0 w 89"/>
                <a:gd name="T33" fmla="*/ 0 h 179"/>
                <a:gd name="T34" fmla="*/ 0 w 89"/>
                <a:gd name="T35" fmla="*/ 0 h 179"/>
                <a:gd name="T36" fmla="*/ 0 w 89"/>
                <a:gd name="T37" fmla="*/ 0 h 179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89" h="179">
                  <a:moveTo>
                    <a:pt x="89" y="179"/>
                  </a:moveTo>
                  <a:lnTo>
                    <a:pt x="73" y="178"/>
                  </a:lnTo>
                  <a:lnTo>
                    <a:pt x="59" y="173"/>
                  </a:lnTo>
                  <a:lnTo>
                    <a:pt x="45" y="167"/>
                  </a:lnTo>
                  <a:lnTo>
                    <a:pt x="32" y="159"/>
                  </a:lnTo>
                  <a:lnTo>
                    <a:pt x="20" y="147"/>
                  </a:lnTo>
                  <a:lnTo>
                    <a:pt x="12" y="134"/>
                  </a:lnTo>
                  <a:lnTo>
                    <a:pt x="6" y="120"/>
                  </a:lnTo>
                  <a:lnTo>
                    <a:pt x="1" y="106"/>
                  </a:lnTo>
                  <a:lnTo>
                    <a:pt x="0" y="90"/>
                  </a:lnTo>
                  <a:lnTo>
                    <a:pt x="1" y="74"/>
                  </a:lnTo>
                  <a:lnTo>
                    <a:pt x="6" y="59"/>
                  </a:lnTo>
                  <a:lnTo>
                    <a:pt x="12" y="45"/>
                  </a:lnTo>
                  <a:lnTo>
                    <a:pt x="20" y="33"/>
                  </a:lnTo>
                  <a:lnTo>
                    <a:pt x="32" y="21"/>
                  </a:lnTo>
                  <a:lnTo>
                    <a:pt x="45" y="12"/>
                  </a:lnTo>
                  <a:lnTo>
                    <a:pt x="59" y="6"/>
                  </a:lnTo>
                  <a:lnTo>
                    <a:pt x="73" y="2"/>
                  </a:lnTo>
                  <a:lnTo>
                    <a:pt x="89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" name="Freeform 362">
              <a:extLst>
                <a:ext uri="{FF2B5EF4-FFF2-40B4-BE49-F238E27FC236}">
                  <a16:creationId xmlns:a16="http://schemas.microsoft.com/office/drawing/2014/main" id="{7F1D0D03-0C02-D8CC-6F77-24041E2FFAAE}"/>
                </a:ext>
              </a:extLst>
            </p:cNvPr>
            <p:cNvSpPr>
              <a:spLocks/>
            </p:cNvSpPr>
            <p:nvPr/>
          </p:nvSpPr>
          <p:spPr bwMode="auto">
            <a:xfrm>
              <a:off x="2197" y="1324"/>
              <a:ext cx="12" cy="26"/>
            </a:xfrm>
            <a:custGeom>
              <a:avLst/>
              <a:gdLst>
                <a:gd name="T0" fmla="*/ 0 w 90"/>
                <a:gd name="T1" fmla="*/ 0 h 179"/>
                <a:gd name="T2" fmla="*/ 0 w 90"/>
                <a:gd name="T3" fmla="*/ 0 h 179"/>
                <a:gd name="T4" fmla="*/ 0 w 90"/>
                <a:gd name="T5" fmla="*/ 0 h 179"/>
                <a:gd name="T6" fmla="*/ 0 w 90"/>
                <a:gd name="T7" fmla="*/ 0 h 179"/>
                <a:gd name="T8" fmla="*/ 0 w 90"/>
                <a:gd name="T9" fmla="*/ 0 h 179"/>
                <a:gd name="T10" fmla="*/ 0 w 90"/>
                <a:gd name="T11" fmla="*/ 0 h 179"/>
                <a:gd name="T12" fmla="*/ 0 w 90"/>
                <a:gd name="T13" fmla="*/ 0 h 179"/>
                <a:gd name="T14" fmla="*/ 0 w 90"/>
                <a:gd name="T15" fmla="*/ 0 h 179"/>
                <a:gd name="T16" fmla="*/ 0 w 90"/>
                <a:gd name="T17" fmla="*/ 0 h 179"/>
                <a:gd name="T18" fmla="*/ 0 w 90"/>
                <a:gd name="T19" fmla="*/ 0 h 179"/>
                <a:gd name="T20" fmla="*/ 0 w 90"/>
                <a:gd name="T21" fmla="*/ 0 h 179"/>
                <a:gd name="T22" fmla="*/ 0 w 90"/>
                <a:gd name="T23" fmla="*/ 0 h 179"/>
                <a:gd name="T24" fmla="*/ 0 w 90"/>
                <a:gd name="T25" fmla="*/ 0 h 179"/>
                <a:gd name="T26" fmla="*/ 0 w 90"/>
                <a:gd name="T27" fmla="*/ 0 h 179"/>
                <a:gd name="T28" fmla="*/ 0 w 90"/>
                <a:gd name="T29" fmla="*/ 0 h 179"/>
                <a:gd name="T30" fmla="*/ 0 w 90"/>
                <a:gd name="T31" fmla="*/ 0 h 179"/>
                <a:gd name="T32" fmla="*/ 0 w 90"/>
                <a:gd name="T33" fmla="*/ 0 h 179"/>
                <a:gd name="T34" fmla="*/ 0 w 90"/>
                <a:gd name="T35" fmla="*/ 0 h 179"/>
                <a:gd name="T36" fmla="*/ 0 w 90"/>
                <a:gd name="T37" fmla="*/ 0 h 179"/>
                <a:gd name="T38" fmla="*/ 0 w 90"/>
                <a:gd name="T39" fmla="*/ 0 h 179"/>
                <a:gd name="T40" fmla="*/ 0 w 90"/>
                <a:gd name="T41" fmla="*/ 0 h 179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90" h="179">
                  <a:moveTo>
                    <a:pt x="0" y="90"/>
                  </a:moveTo>
                  <a:lnTo>
                    <a:pt x="0" y="0"/>
                  </a:lnTo>
                  <a:lnTo>
                    <a:pt x="16" y="2"/>
                  </a:lnTo>
                  <a:lnTo>
                    <a:pt x="31" y="6"/>
                  </a:lnTo>
                  <a:lnTo>
                    <a:pt x="45" y="12"/>
                  </a:lnTo>
                  <a:lnTo>
                    <a:pt x="57" y="21"/>
                  </a:lnTo>
                  <a:lnTo>
                    <a:pt x="69" y="33"/>
                  </a:lnTo>
                  <a:lnTo>
                    <a:pt x="77" y="45"/>
                  </a:lnTo>
                  <a:lnTo>
                    <a:pt x="84" y="59"/>
                  </a:lnTo>
                  <a:lnTo>
                    <a:pt x="88" y="74"/>
                  </a:lnTo>
                  <a:lnTo>
                    <a:pt x="90" y="90"/>
                  </a:lnTo>
                  <a:lnTo>
                    <a:pt x="88" y="106"/>
                  </a:lnTo>
                  <a:lnTo>
                    <a:pt x="84" y="120"/>
                  </a:lnTo>
                  <a:lnTo>
                    <a:pt x="77" y="134"/>
                  </a:lnTo>
                  <a:lnTo>
                    <a:pt x="69" y="147"/>
                  </a:lnTo>
                  <a:lnTo>
                    <a:pt x="57" y="159"/>
                  </a:lnTo>
                  <a:lnTo>
                    <a:pt x="45" y="167"/>
                  </a:lnTo>
                  <a:lnTo>
                    <a:pt x="31" y="173"/>
                  </a:lnTo>
                  <a:lnTo>
                    <a:pt x="16" y="178"/>
                  </a:lnTo>
                  <a:lnTo>
                    <a:pt x="0" y="179"/>
                  </a:lnTo>
                  <a:lnTo>
                    <a:pt x="0" y="9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1" name="Freeform 363">
              <a:extLst>
                <a:ext uri="{FF2B5EF4-FFF2-40B4-BE49-F238E27FC236}">
                  <a16:creationId xmlns:a16="http://schemas.microsoft.com/office/drawing/2014/main" id="{FDCEB406-980C-ABED-8D88-4F0C49B76BCE}"/>
                </a:ext>
              </a:extLst>
            </p:cNvPr>
            <p:cNvSpPr>
              <a:spLocks/>
            </p:cNvSpPr>
            <p:nvPr/>
          </p:nvSpPr>
          <p:spPr bwMode="auto">
            <a:xfrm>
              <a:off x="2197" y="1324"/>
              <a:ext cx="12" cy="26"/>
            </a:xfrm>
            <a:custGeom>
              <a:avLst/>
              <a:gdLst>
                <a:gd name="T0" fmla="*/ 0 w 90"/>
                <a:gd name="T1" fmla="*/ 0 h 179"/>
                <a:gd name="T2" fmla="*/ 0 w 90"/>
                <a:gd name="T3" fmla="*/ 0 h 179"/>
                <a:gd name="T4" fmla="*/ 0 w 90"/>
                <a:gd name="T5" fmla="*/ 0 h 179"/>
                <a:gd name="T6" fmla="*/ 0 w 90"/>
                <a:gd name="T7" fmla="*/ 0 h 179"/>
                <a:gd name="T8" fmla="*/ 0 w 90"/>
                <a:gd name="T9" fmla="*/ 0 h 179"/>
                <a:gd name="T10" fmla="*/ 0 w 90"/>
                <a:gd name="T11" fmla="*/ 0 h 179"/>
                <a:gd name="T12" fmla="*/ 0 w 90"/>
                <a:gd name="T13" fmla="*/ 0 h 179"/>
                <a:gd name="T14" fmla="*/ 0 w 90"/>
                <a:gd name="T15" fmla="*/ 0 h 179"/>
                <a:gd name="T16" fmla="*/ 0 w 90"/>
                <a:gd name="T17" fmla="*/ 0 h 179"/>
                <a:gd name="T18" fmla="*/ 0 w 90"/>
                <a:gd name="T19" fmla="*/ 0 h 179"/>
                <a:gd name="T20" fmla="*/ 0 w 90"/>
                <a:gd name="T21" fmla="*/ 0 h 179"/>
                <a:gd name="T22" fmla="*/ 0 w 90"/>
                <a:gd name="T23" fmla="*/ 0 h 179"/>
                <a:gd name="T24" fmla="*/ 0 w 90"/>
                <a:gd name="T25" fmla="*/ 0 h 179"/>
                <a:gd name="T26" fmla="*/ 0 w 90"/>
                <a:gd name="T27" fmla="*/ 0 h 179"/>
                <a:gd name="T28" fmla="*/ 0 w 90"/>
                <a:gd name="T29" fmla="*/ 0 h 179"/>
                <a:gd name="T30" fmla="*/ 0 w 90"/>
                <a:gd name="T31" fmla="*/ 0 h 179"/>
                <a:gd name="T32" fmla="*/ 0 w 90"/>
                <a:gd name="T33" fmla="*/ 0 h 179"/>
                <a:gd name="T34" fmla="*/ 0 w 90"/>
                <a:gd name="T35" fmla="*/ 0 h 179"/>
                <a:gd name="T36" fmla="*/ 0 w 90"/>
                <a:gd name="T37" fmla="*/ 0 h 179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90" h="179">
                  <a:moveTo>
                    <a:pt x="0" y="0"/>
                  </a:moveTo>
                  <a:lnTo>
                    <a:pt x="16" y="2"/>
                  </a:lnTo>
                  <a:lnTo>
                    <a:pt x="31" y="6"/>
                  </a:lnTo>
                  <a:lnTo>
                    <a:pt x="45" y="12"/>
                  </a:lnTo>
                  <a:lnTo>
                    <a:pt x="57" y="21"/>
                  </a:lnTo>
                  <a:lnTo>
                    <a:pt x="69" y="33"/>
                  </a:lnTo>
                  <a:lnTo>
                    <a:pt x="77" y="45"/>
                  </a:lnTo>
                  <a:lnTo>
                    <a:pt x="84" y="59"/>
                  </a:lnTo>
                  <a:lnTo>
                    <a:pt x="88" y="74"/>
                  </a:lnTo>
                  <a:lnTo>
                    <a:pt x="90" y="90"/>
                  </a:lnTo>
                  <a:lnTo>
                    <a:pt x="88" y="106"/>
                  </a:lnTo>
                  <a:lnTo>
                    <a:pt x="84" y="120"/>
                  </a:lnTo>
                  <a:lnTo>
                    <a:pt x="77" y="134"/>
                  </a:lnTo>
                  <a:lnTo>
                    <a:pt x="69" y="147"/>
                  </a:lnTo>
                  <a:lnTo>
                    <a:pt x="57" y="159"/>
                  </a:lnTo>
                  <a:lnTo>
                    <a:pt x="45" y="167"/>
                  </a:lnTo>
                  <a:lnTo>
                    <a:pt x="31" y="173"/>
                  </a:lnTo>
                  <a:lnTo>
                    <a:pt x="16" y="178"/>
                  </a:lnTo>
                  <a:lnTo>
                    <a:pt x="0" y="179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2" name="Freeform 364">
              <a:extLst>
                <a:ext uri="{FF2B5EF4-FFF2-40B4-BE49-F238E27FC236}">
                  <a16:creationId xmlns:a16="http://schemas.microsoft.com/office/drawing/2014/main" id="{7A7B18EA-9C32-8EF2-FF3B-D9EF71B7B4B8}"/>
                </a:ext>
              </a:extLst>
            </p:cNvPr>
            <p:cNvSpPr>
              <a:spLocks/>
            </p:cNvSpPr>
            <p:nvPr/>
          </p:nvSpPr>
          <p:spPr bwMode="auto">
            <a:xfrm>
              <a:off x="1948" y="1324"/>
              <a:ext cx="249" cy="26"/>
            </a:xfrm>
            <a:custGeom>
              <a:avLst/>
              <a:gdLst>
                <a:gd name="T0" fmla="*/ 0 w 1737"/>
                <a:gd name="T1" fmla="*/ 0 h 179"/>
                <a:gd name="T2" fmla="*/ 0 w 1737"/>
                <a:gd name="T3" fmla="*/ 0 h 179"/>
                <a:gd name="T4" fmla="*/ 0 w 1737"/>
                <a:gd name="T5" fmla="*/ 0 h 179"/>
                <a:gd name="T6" fmla="*/ 0 w 1737"/>
                <a:gd name="T7" fmla="*/ 0 h 179"/>
                <a:gd name="T8" fmla="*/ 0 w 1737"/>
                <a:gd name="T9" fmla="*/ 0 h 179"/>
                <a:gd name="T10" fmla="*/ 0 w 1737"/>
                <a:gd name="T11" fmla="*/ 0 h 179"/>
                <a:gd name="T12" fmla="*/ 0 w 1737"/>
                <a:gd name="T13" fmla="*/ 0 h 17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737" h="179">
                  <a:moveTo>
                    <a:pt x="1737" y="179"/>
                  </a:moveTo>
                  <a:lnTo>
                    <a:pt x="1737" y="90"/>
                  </a:lnTo>
                  <a:lnTo>
                    <a:pt x="1737" y="0"/>
                  </a:lnTo>
                  <a:lnTo>
                    <a:pt x="0" y="0"/>
                  </a:lnTo>
                  <a:lnTo>
                    <a:pt x="0" y="90"/>
                  </a:lnTo>
                  <a:lnTo>
                    <a:pt x="0" y="179"/>
                  </a:lnTo>
                  <a:lnTo>
                    <a:pt x="1737" y="17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3" name="Freeform 365">
              <a:extLst>
                <a:ext uri="{FF2B5EF4-FFF2-40B4-BE49-F238E27FC236}">
                  <a16:creationId xmlns:a16="http://schemas.microsoft.com/office/drawing/2014/main" id="{84F68FC0-2A0E-BF1D-20F5-BE3B5EE04E45}"/>
                </a:ext>
              </a:extLst>
            </p:cNvPr>
            <p:cNvSpPr>
              <a:spLocks/>
            </p:cNvSpPr>
            <p:nvPr/>
          </p:nvSpPr>
          <p:spPr bwMode="auto">
            <a:xfrm>
              <a:off x="1948" y="1324"/>
              <a:ext cx="249" cy="26"/>
            </a:xfrm>
            <a:custGeom>
              <a:avLst/>
              <a:gdLst>
                <a:gd name="T0" fmla="*/ 0 w 1737"/>
                <a:gd name="T1" fmla="*/ 0 h 179"/>
                <a:gd name="T2" fmla="*/ 0 w 1737"/>
                <a:gd name="T3" fmla="*/ 0 h 179"/>
                <a:gd name="T4" fmla="*/ 0 w 1737"/>
                <a:gd name="T5" fmla="*/ 0 h 179"/>
                <a:gd name="T6" fmla="*/ 0 w 1737"/>
                <a:gd name="T7" fmla="*/ 0 h 179"/>
                <a:gd name="T8" fmla="*/ 0 w 1737"/>
                <a:gd name="T9" fmla="*/ 0 h 179"/>
                <a:gd name="T10" fmla="*/ 0 w 1737"/>
                <a:gd name="T11" fmla="*/ 0 h 179"/>
                <a:gd name="T12" fmla="*/ 0 w 1737"/>
                <a:gd name="T13" fmla="*/ 0 h 17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737" h="179">
                  <a:moveTo>
                    <a:pt x="1737" y="179"/>
                  </a:moveTo>
                  <a:lnTo>
                    <a:pt x="1737" y="90"/>
                  </a:lnTo>
                  <a:lnTo>
                    <a:pt x="1737" y="0"/>
                  </a:lnTo>
                  <a:lnTo>
                    <a:pt x="0" y="0"/>
                  </a:lnTo>
                  <a:lnTo>
                    <a:pt x="0" y="90"/>
                  </a:lnTo>
                  <a:lnTo>
                    <a:pt x="0" y="179"/>
                  </a:lnTo>
                  <a:lnTo>
                    <a:pt x="1737" y="179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4" name="Freeform 366">
              <a:extLst>
                <a:ext uri="{FF2B5EF4-FFF2-40B4-BE49-F238E27FC236}">
                  <a16:creationId xmlns:a16="http://schemas.microsoft.com/office/drawing/2014/main" id="{0F3AB5DE-2AEE-344B-51C2-4AE22E9B0D4C}"/>
                </a:ext>
              </a:extLst>
            </p:cNvPr>
            <p:cNvSpPr>
              <a:spLocks/>
            </p:cNvSpPr>
            <p:nvPr/>
          </p:nvSpPr>
          <p:spPr bwMode="auto">
            <a:xfrm>
              <a:off x="1935" y="1324"/>
              <a:ext cx="13" cy="26"/>
            </a:xfrm>
            <a:custGeom>
              <a:avLst/>
              <a:gdLst>
                <a:gd name="T0" fmla="*/ 0 w 89"/>
                <a:gd name="T1" fmla="*/ 0 h 179"/>
                <a:gd name="T2" fmla="*/ 0 w 89"/>
                <a:gd name="T3" fmla="*/ 0 h 179"/>
                <a:gd name="T4" fmla="*/ 0 w 89"/>
                <a:gd name="T5" fmla="*/ 0 h 179"/>
                <a:gd name="T6" fmla="*/ 0 w 89"/>
                <a:gd name="T7" fmla="*/ 0 h 179"/>
                <a:gd name="T8" fmla="*/ 0 w 89"/>
                <a:gd name="T9" fmla="*/ 0 h 179"/>
                <a:gd name="T10" fmla="*/ 0 w 89"/>
                <a:gd name="T11" fmla="*/ 0 h 179"/>
                <a:gd name="T12" fmla="*/ 0 w 89"/>
                <a:gd name="T13" fmla="*/ 0 h 179"/>
                <a:gd name="T14" fmla="*/ 0 w 89"/>
                <a:gd name="T15" fmla="*/ 0 h 179"/>
                <a:gd name="T16" fmla="*/ 0 w 89"/>
                <a:gd name="T17" fmla="*/ 0 h 179"/>
                <a:gd name="T18" fmla="*/ 0 w 89"/>
                <a:gd name="T19" fmla="*/ 0 h 179"/>
                <a:gd name="T20" fmla="*/ 0 w 89"/>
                <a:gd name="T21" fmla="*/ 0 h 179"/>
                <a:gd name="T22" fmla="*/ 0 w 89"/>
                <a:gd name="T23" fmla="*/ 0 h 179"/>
                <a:gd name="T24" fmla="*/ 0 w 89"/>
                <a:gd name="T25" fmla="*/ 0 h 179"/>
                <a:gd name="T26" fmla="*/ 0 w 89"/>
                <a:gd name="T27" fmla="*/ 0 h 179"/>
                <a:gd name="T28" fmla="*/ 0 w 89"/>
                <a:gd name="T29" fmla="*/ 0 h 179"/>
                <a:gd name="T30" fmla="*/ 0 w 89"/>
                <a:gd name="T31" fmla="*/ 0 h 179"/>
                <a:gd name="T32" fmla="*/ 0 w 89"/>
                <a:gd name="T33" fmla="*/ 0 h 179"/>
                <a:gd name="T34" fmla="*/ 0 w 89"/>
                <a:gd name="T35" fmla="*/ 0 h 179"/>
                <a:gd name="T36" fmla="*/ 0 w 89"/>
                <a:gd name="T37" fmla="*/ 0 h 179"/>
                <a:gd name="T38" fmla="*/ 0 w 89"/>
                <a:gd name="T39" fmla="*/ 0 h 179"/>
                <a:gd name="T40" fmla="*/ 0 w 89"/>
                <a:gd name="T41" fmla="*/ 0 h 179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89" h="179">
                  <a:moveTo>
                    <a:pt x="89" y="90"/>
                  </a:moveTo>
                  <a:lnTo>
                    <a:pt x="89" y="179"/>
                  </a:lnTo>
                  <a:lnTo>
                    <a:pt x="73" y="178"/>
                  </a:lnTo>
                  <a:lnTo>
                    <a:pt x="58" y="173"/>
                  </a:lnTo>
                  <a:lnTo>
                    <a:pt x="44" y="167"/>
                  </a:lnTo>
                  <a:lnTo>
                    <a:pt x="31" y="159"/>
                  </a:lnTo>
                  <a:lnTo>
                    <a:pt x="20" y="147"/>
                  </a:lnTo>
                  <a:lnTo>
                    <a:pt x="11" y="134"/>
                  </a:lnTo>
                  <a:lnTo>
                    <a:pt x="5" y="120"/>
                  </a:lnTo>
                  <a:lnTo>
                    <a:pt x="1" y="106"/>
                  </a:lnTo>
                  <a:lnTo>
                    <a:pt x="0" y="90"/>
                  </a:lnTo>
                  <a:lnTo>
                    <a:pt x="1" y="74"/>
                  </a:lnTo>
                  <a:lnTo>
                    <a:pt x="5" y="59"/>
                  </a:lnTo>
                  <a:lnTo>
                    <a:pt x="11" y="45"/>
                  </a:lnTo>
                  <a:lnTo>
                    <a:pt x="20" y="33"/>
                  </a:lnTo>
                  <a:lnTo>
                    <a:pt x="31" y="21"/>
                  </a:lnTo>
                  <a:lnTo>
                    <a:pt x="44" y="12"/>
                  </a:lnTo>
                  <a:lnTo>
                    <a:pt x="58" y="6"/>
                  </a:lnTo>
                  <a:lnTo>
                    <a:pt x="73" y="2"/>
                  </a:lnTo>
                  <a:lnTo>
                    <a:pt x="89" y="0"/>
                  </a:lnTo>
                  <a:lnTo>
                    <a:pt x="89" y="9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5" name="Freeform 367">
              <a:extLst>
                <a:ext uri="{FF2B5EF4-FFF2-40B4-BE49-F238E27FC236}">
                  <a16:creationId xmlns:a16="http://schemas.microsoft.com/office/drawing/2014/main" id="{184B9EA2-6093-23F6-3274-8AC4B0129D3E}"/>
                </a:ext>
              </a:extLst>
            </p:cNvPr>
            <p:cNvSpPr>
              <a:spLocks/>
            </p:cNvSpPr>
            <p:nvPr/>
          </p:nvSpPr>
          <p:spPr bwMode="auto">
            <a:xfrm>
              <a:off x="1935" y="1324"/>
              <a:ext cx="13" cy="26"/>
            </a:xfrm>
            <a:custGeom>
              <a:avLst/>
              <a:gdLst>
                <a:gd name="T0" fmla="*/ 0 w 89"/>
                <a:gd name="T1" fmla="*/ 0 h 179"/>
                <a:gd name="T2" fmla="*/ 0 w 89"/>
                <a:gd name="T3" fmla="*/ 0 h 179"/>
                <a:gd name="T4" fmla="*/ 0 w 89"/>
                <a:gd name="T5" fmla="*/ 0 h 179"/>
                <a:gd name="T6" fmla="*/ 0 w 89"/>
                <a:gd name="T7" fmla="*/ 0 h 179"/>
                <a:gd name="T8" fmla="*/ 0 w 89"/>
                <a:gd name="T9" fmla="*/ 0 h 179"/>
                <a:gd name="T10" fmla="*/ 0 w 89"/>
                <a:gd name="T11" fmla="*/ 0 h 179"/>
                <a:gd name="T12" fmla="*/ 0 w 89"/>
                <a:gd name="T13" fmla="*/ 0 h 179"/>
                <a:gd name="T14" fmla="*/ 0 w 89"/>
                <a:gd name="T15" fmla="*/ 0 h 179"/>
                <a:gd name="T16" fmla="*/ 0 w 89"/>
                <a:gd name="T17" fmla="*/ 0 h 179"/>
                <a:gd name="T18" fmla="*/ 0 w 89"/>
                <a:gd name="T19" fmla="*/ 0 h 179"/>
                <a:gd name="T20" fmla="*/ 0 w 89"/>
                <a:gd name="T21" fmla="*/ 0 h 179"/>
                <a:gd name="T22" fmla="*/ 0 w 89"/>
                <a:gd name="T23" fmla="*/ 0 h 179"/>
                <a:gd name="T24" fmla="*/ 0 w 89"/>
                <a:gd name="T25" fmla="*/ 0 h 179"/>
                <a:gd name="T26" fmla="*/ 0 w 89"/>
                <a:gd name="T27" fmla="*/ 0 h 179"/>
                <a:gd name="T28" fmla="*/ 0 w 89"/>
                <a:gd name="T29" fmla="*/ 0 h 179"/>
                <a:gd name="T30" fmla="*/ 0 w 89"/>
                <a:gd name="T31" fmla="*/ 0 h 179"/>
                <a:gd name="T32" fmla="*/ 0 w 89"/>
                <a:gd name="T33" fmla="*/ 0 h 179"/>
                <a:gd name="T34" fmla="*/ 0 w 89"/>
                <a:gd name="T35" fmla="*/ 0 h 179"/>
                <a:gd name="T36" fmla="*/ 0 w 89"/>
                <a:gd name="T37" fmla="*/ 0 h 179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89" h="179">
                  <a:moveTo>
                    <a:pt x="89" y="179"/>
                  </a:moveTo>
                  <a:lnTo>
                    <a:pt x="73" y="178"/>
                  </a:lnTo>
                  <a:lnTo>
                    <a:pt x="58" y="173"/>
                  </a:lnTo>
                  <a:lnTo>
                    <a:pt x="44" y="167"/>
                  </a:lnTo>
                  <a:lnTo>
                    <a:pt x="31" y="159"/>
                  </a:lnTo>
                  <a:lnTo>
                    <a:pt x="20" y="147"/>
                  </a:lnTo>
                  <a:lnTo>
                    <a:pt x="11" y="134"/>
                  </a:lnTo>
                  <a:lnTo>
                    <a:pt x="5" y="120"/>
                  </a:lnTo>
                  <a:lnTo>
                    <a:pt x="1" y="106"/>
                  </a:lnTo>
                  <a:lnTo>
                    <a:pt x="0" y="90"/>
                  </a:lnTo>
                  <a:lnTo>
                    <a:pt x="1" y="74"/>
                  </a:lnTo>
                  <a:lnTo>
                    <a:pt x="5" y="59"/>
                  </a:lnTo>
                  <a:lnTo>
                    <a:pt x="11" y="45"/>
                  </a:lnTo>
                  <a:lnTo>
                    <a:pt x="20" y="33"/>
                  </a:lnTo>
                  <a:lnTo>
                    <a:pt x="31" y="21"/>
                  </a:lnTo>
                  <a:lnTo>
                    <a:pt x="44" y="12"/>
                  </a:lnTo>
                  <a:lnTo>
                    <a:pt x="58" y="6"/>
                  </a:lnTo>
                  <a:lnTo>
                    <a:pt x="73" y="2"/>
                  </a:lnTo>
                  <a:lnTo>
                    <a:pt x="89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6" name="Line 368">
              <a:extLst>
                <a:ext uri="{FF2B5EF4-FFF2-40B4-BE49-F238E27FC236}">
                  <a16:creationId xmlns:a16="http://schemas.microsoft.com/office/drawing/2014/main" id="{DB85C198-99C7-0610-5D94-A1D5AF62353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10" y="1492"/>
              <a:ext cx="93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8" name="Line 369">
              <a:extLst>
                <a:ext uri="{FF2B5EF4-FFF2-40B4-BE49-F238E27FC236}">
                  <a16:creationId xmlns:a16="http://schemas.microsoft.com/office/drawing/2014/main" id="{24E2D844-C126-C0D4-095F-610DC9A98EB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851" y="1492"/>
              <a:ext cx="105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9" name="Line 370">
              <a:extLst>
                <a:ext uri="{FF2B5EF4-FFF2-40B4-BE49-F238E27FC236}">
                  <a16:creationId xmlns:a16="http://schemas.microsoft.com/office/drawing/2014/main" id="{4D547796-CD41-84AF-49C8-8C5BAFAF883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997" y="2019"/>
              <a:ext cx="106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0" name="Line 371">
              <a:extLst>
                <a:ext uri="{FF2B5EF4-FFF2-40B4-BE49-F238E27FC236}">
                  <a16:creationId xmlns:a16="http://schemas.microsoft.com/office/drawing/2014/main" id="{65713CF2-3D62-5842-4FE8-3C89760A7A2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855" y="2019"/>
              <a:ext cx="8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1" name="Line 372">
              <a:extLst>
                <a:ext uri="{FF2B5EF4-FFF2-40B4-BE49-F238E27FC236}">
                  <a16:creationId xmlns:a16="http://schemas.microsoft.com/office/drawing/2014/main" id="{DDD8C9F8-878F-4DD2-26C6-81DFF929CD2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89" y="2019"/>
              <a:ext cx="10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2" name="Line 373">
              <a:extLst>
                <a:ext uri="{FF2B5EF4-FFF2-40B4-BE49-F238E27FC236}">
                  <a16:creationId xmlns:a16="http://schemas.microsoft.com/office/drawing/2014/main" id="{F37220BB-18AD-27E8-07F5-6CF977F5753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35" y="2019"/>
              <a:ext cx="121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" name="Freeform 374">
              <a:extLst>
                <a:ext uri="{FF2B5EF4-FFF2-40B4-BE49-F238E27FC236}">
                  <a16:creationId xmlns:a16="http://schemas.microsoft.com/office/drawing/2014/main" id="{17118CA1-9F38-E957-2950-9BFCBE0197F1}"/>
                </a:ext>
              </a:extLst>
            </p:cNvPr>
            <p:cNvSpPr>
              <a:spLocks/>
            </p:cNvSpPr>
            <p:nvPr/>
          </p:nvSpPr>
          <p:spPr bwMode="auto">
            <a:xfrm>
              <a:off x="2197" y="2156"/>
              <a:ext cx="12" cy="25"/>
            </a:xfrm>
            <a:custGeom>
              <a:avLst/>
              <a:gdLst>
                <a:gd name="T0" fmla="*/ 0 w 90"/>
                <a:gd name="T1" fmla="*/ 0 h 179"/>
                <a:gd name="T2" fmla="*/ 0 w 90"/>
                <a:gd name="T3" fmla="*/ 0 h 179"/>
                <a:gd name="T4" fmla="*/ 0 w 90"/>
                <a:gd name="T5" fmla="*/ 0 h 179"/>
                <a:gd name="T6" fmla="*/ 0 w 90"/>
                <a:gd name="T7" fmla="*/ 0 h 179"/>
                <a:gd name="T8" fmla="*/ 0 w 90"/>
                <a:gd name="T9" fmla="*/ 0 h 179"/>
                <a:gd name="T10" fmla="*/ 0 w 90"/>
                <a:gd name="T11" fmla="*/ 0 h 179"/>
                <a:gd name="T12" fmla="*/ 0 w 90"/>
                <a:gd name="T13" fmla="*/ 0 h 179"/>
                <a:gd name="T14" fmla="*/ 0 w 90"/>
                <a:gd name="T15" fmla="*/ 0 h 179"/>
                <a:gd name="T16" fmla="*/ 0 w 90"/>
                <a:gd name="T17" fmla="*/ 0 h 179"/>
                <a:gd name="T18" fmla="*/ 0 w 90"/>
                <a:gd name="T19" fmla="*/ 0 h 179"/>
                <a:gd name="T20" fmla="*/ 0 w 90"/>
                <a:gd name="T21" fmla="*/ 0 h 179"/>
                <a:gd name="T22" fmla="*/ 0 w 90"/>
                <a:gd name="T23" fmla="*/ 0 h 179"/>
                <a:gd name="T24" fmla="*/ 0 w 90"/>
                <a:gd name="T25" fmla="*/ 0 h 179"/>
                <a:gd name="T26" fmla="*/ 0 w 90"/>
                <a:gd name="T27" fmla="*/ 0 h 179"/>
                <a:gd name="T28" fmla="*/ 0 w 90"/>
                <a:gd name="T29" fmla="*/ 0 h 179"/>
                <a:gd name="T30" fmla="*/ 0 w 90"/>
                <a:gd name="T31" fmla="*/ 0 h 179"/>
                <a:gd name="T32" fmla="*/ 0 w 90"/>
                <a:gd name="T33" fmla="*/ 0 h 179"/>
                <a:gd name="T34" fmla="*/ 0 w 90"/>
                <a:gd name="T35" fmla="*/ 0 h 179"/>
                <a:gd name="T36" fmla="*/ 0 w 90"/>
                <a:gd name="T37" fmla="*/ 0 h 179"/>
                <a:gd name="T38" fmla="*/ 0 w 90"/>
                <a:gd name="T39" fmla="*/ 0 h 179"/>
                <a:gd name="T40" fmla="*/ 0 w 90"/>
                <a:gd name="T41" fmla="*/ 0 h 179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90" h="179">
                  <a:moveTo>
                    <a:pt x="0" y="90"/>
                  </a:moveTo>
                  <a:lnTo>
                    <a:pt x="0" y="0"/>
                  </a:lnTo>
                  <a:lnTo>
                    <a:pt x="16" y="2"/>
                  </a:lnTo>
                  <a:lnTo>
                    <a:pt x="31" y="6"/>
                  </a:lnTo>
                  <a:lnTo>
                    <a:pt x="45" y="12"/>
                  </a:lnTo>
                  <a:lnTo>
                    <a:pt x="57" y="21"/>
                  </a:lnTo>
                  <a:lnTo>
                    <a:pt x="69" y="33"/>
                  </a:lnTo>
                  <a:lnTo>
                    <a:pt x="77" y="45"/>
                  </a:lnTo>
                  <a:lnTo>
                    <a:pt x="84" y="59"/>
                  </a:lnTo>
                  <a:lnTo>
                    <a:pt x="88" y="74"/>
                  </a:lnTo>
                  <a:lnTo>
                    <a:pt x="90" y="90"/>
                  </a:lnTo>
                  <a:lnTo>
                    <a:pt x="88" y="106"/>
                  </a:lnTo>
                  <a:lnTo>
                    <a:pt x="84" y="120"/>
                  </a:lnTo>
                  <a:lnTo>
                    <a:pt x="77" y="134"/>
                  </a:lnTo>
                  <a:lnTo>
                    <a:pt x="69" y="147"/>
                  </a:lnTo>
                  <a:lnTo>
                    <a:pt x="57" y="159"/>
                  </a:lnTo>
                  <a:lnTo>
                    <a:pt x="45" y="167"/>
                  </a:lnTo>
                  <a:lnTo>
                    <a:pt x="31" y="173"/>
                  </a:lnTo>
                  <a:lnTo>
                    <a:pt x="16" y="178"/>
                  </a:lnTo>
                  <a:lnTo>
                    <a:pt x="0" y="179"/>
                  </a:lnTo>
                  <a:lnTo>
                    <a:pt x="0" y="9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4" name="Freeform 375">
              <a:extLst>
                <a:ext uri="{FF2B5EF4-FFF2-40B4-BE49-F238E27FC236}">
                  <a16:creationId xmlns:a16="http://schemas.microsoft.com/office/drawing/2014/main" id="{78C6C20A-299D-D87A-01FC-872100D880C9}"/>
                </a:ext>
              </a:extLst>
            </p:cNvPr>
            <p:cNvSpPr>
              <a:spLocks/>
            </p:cNvSpPr>
            <p:nvPr/>
          </p:nvSpPr>
          <p:spPr bwMode="auto">
            <a:xfrm>
              <a:off x="2197" y="2156"/>
              <a:ext cx="12" cy="25"/>
            </a:xfrm>
            <a:custGeom>
              <a:avLst/>
              <a:gdLst>
                <a:gd name="T0" fmla="*/ 0 w 90"/>
                <a:gd name="T1" fmla="*/ 0 h 179"/>
                <a:gd name="T2" fmla="*/ 0 w 90"/>
                <a:gd name="T3" fmla="*/ 0 h 179"/>
                <a:gd name="T4" fmla="*/ 0 w 90"/>
                <a:gd name="T5" fmla="*/ 0 h 179"/>
                <a:gd name="T6" fmla="*/ 0 w 90"/>
                <a:gd name="T7" fmla="*/ 0 h 179"/>
                <a:gd name="T8" fmla="*/ 0 w 90"/>
                <a:gd name="T9" fmla="*/ 0 h 179"/>
                <a:gd name="T10" fmla="*/ 0 w 90"/>
                <a:gd name="T11" fmla="*/ 0 h 179"/>
                <a:gd name="T12" fmla="*/ 0 w 90"/>
                <a:gd name="T13" fmla="*/ 0 h 179"/>
                <a:gd name="T14" fmla="*/ 0 w 90"/>
                <a:gd name="T15" fmla="*/ 0 h 179"/>
                <a:gd name="T16" fmla="*/ 0 w 90"/>
                <a:gd name="T17" fmla="*/ 0 h 179"/>
                <a:gd name="T18" fmla="*/ 0 w 90"/>
                <a:gd name="T19" fmla="*/ 0 h 179"/>
                <a:gd name="T20" fmla="*/ 0 w 90"/>
                <a:gd name="T21" fmla="*/ 0 h 179"/>
                <a:gd name="T22" fmla="*/ 0 w 90"/>
                <a:gd name="T23" fmla="*/ 0 h 179"/>
                <a:gd name="T24" fmla="*/ 0 w 90"/>
                <a:gd name="T25" fmla="*/ 0 h 179"/>
                <a:gd name="T26" fmla="*/ 0 w 90"/>
                <a:gd name="T27" fmla="*/ 0 h 179"/>
                <a:gd name="T28" fmla="*/ 0 w 90"/>
                <a:gd name="T29" fmla="*/ 0 h 179"/>
                <a:gd name="T30" fmla="*/ 0 w 90"/>
                <a:gd name="T31" fmla="*/ 0 h 179"/>
                <a:gd name="T32" fmla="*/ 0 w 90"/>
                <a:gd name="T33" fmla="*/ 0 h 179"/>
                <a:gd name="T34" fmla="*/ 0 w 90"/>
                <a:gd name="T35" fmla="*/ 0 h 179"/>
                <a:gd name="T36" fmla="*/ 0 w 90"/>
                <a:gd name="T37" fmla="*/ 0 h 179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90" h="179">
                  <a:moveTo>
                    <a:pt x="0" y="0"/>
                  </a:moveTo>
                  <a:lnTo>
                    <a:pt x="16" y="2"/>
                  </a:lnTo>
                  <a:lnTo>
                    <a:pt x="31" y="6"/>
                  </a:lnTo>
                  <a:lnTo>
                    <a:pt x="45" y="12"/>
                  </a:lnTo>
                  <a:lnTo>
                    <a:pt x="57" y="21"/>
                  </a:lnTo>
                  <a:lnTo>
                    <a:pt x="69" y="33"/>
                  </a:lnTo>
                  <a:lnTo>
                    <a:pt x="77" y="45"/>
                  </a:lnTo>
                  <a:lnTo>
                    <a:pt x="84" y="59"/>
                  </a:lnTo>
                  <a:lnTo>
                    <a:pt x="88" y="74"/>
                  </a:lnTo>
                  <a:lnTo>
                    <a:pt x="90" y="90"/>
                  </a:lnTo>
                  <a:lnTo>
                    <a:pt x="88" y="106"/>
                  </a:lnTo>
                  <a:lnTo>
                    <a:pt x="84" y="120"/>
                  </a:lnTo>
                  <a:lnTo>
                    <a:pt x="77" y="134"/>
                  </a:lnTo>
                  <a:lnTo>
                    <a:pt x="69" y="147"/>
                  </a:lnTo>
                  <a:lnTo>
                    <a:pt x="57" y="159"/>
                  </a:lnTo>
                  <a:lnTo>
                    <a:pt x="45" y="167"/>
                  </a:lnTo>
                  <a:lnTo>
                    <a:pt x="31" y="173"/>
                  </a:lnTo>
                  <a:lnTo>
                    <a:pt x="16" y="178"/>
                  </a:lnTo>
                  <a:lnTo>
                    <a:pt x="0" y="179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5" name="Freeform 376">
              <a:extLst>
                <a:ext uri="{FF2B5EF4-FFF2-40B4-BE49-F238E27FC236}">
                  <a16:creationId xmlns:a16="http://schemas.microsoft.com/office/drawing/2014/main" id="{5740E144-6B38-438B-88C1-1215DF905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1948" y="2156"/>
              <a:ext cx="249" cy="25"/>
            </a:xfrm>
            <a:custGeom>
              <a:avLst/>
              <a:gdLst>
                <a:gd name="T0" fmla="*/ 0 w 1737"/>
                <a:gd name="T1" fmla="*/ 0 h 179"/>
                <a:gd name="T2" fmla="*/ 0 w 1737"/>
                <a:gd name="T3" fmla="*/ 0 h 179"/>
                <a:gd name="T4" fmla="*/ 0 w 1737"/>
                <a:gd name="T5" fmla="*/ 0 h 179"/>
                <a:gd name="T6" fmla="*/ 0 w 1737"/>
                <a:gd name="T7" fmla="*/ 0 h 179"/>
                <a:gd name="T8" fmla="*/ 0 w 1737"/>
                <a:gd name="T9" fmla="*/ 0 h 179"/>
                <a:gd name="T10" fmla="*/ 0 w 1737"/>
                <a:gd name="T11" fmla="*/ 0 h 179"/>
                <a:gd name="T12" fmla="*/ 0 w 1737"/>
                <a:gd name="T13" fmla="*/ 0 h 17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737" h="179">
                  <a:moveTo>
                    <a:pt x="1737" y="179"/>
                  </a:moveTo>
                  <a:lnTo>
                    <a:pt x="1737" y="90"/>
                  </a:lnTo>
                  <a:lnTo>
                    <a:pt x="1737" y="0"/>
                  </a:lnTo>
                  <a:lnTo>
                    <a:pt x="0" y="0"/>
                  </a:lnTo>
                  <a:lnTo>
                    <a:pt x="0" y="90"/>
                  </a:lnTo>
                  <a:lnTo>
                    <a:pt x="0" y="179"/>
                  </a:lnTo>
                  <a:lnTo>
                    <a:pt x="1737" y="17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6" name="Freeform 377">
              <a:extLst>
                <a:ext uri="{FF2B5EF4-FFF2-40B4-BE49-F238E27FC236}">
                  <a16:creationId xmlns:a16="http://schemas.microsoft.com/office/drawing/2014/main" id="{F72F2AE1-DD51-1392-A7E5-842C5CF925EF}"/>
                </a:ext>
              </a:extLst>
            </p:cNvPr>
            <p:cNvSpPr>
              <a:spLocks/>
            </p:cNvSpPr>
            <p:nvPr/>
          </p:nvSpPr>
          <p:spPr bwMode="auto">
            <a:xfrm>
              <a:off x="1948" y="2156"/>
              <a:ext cx="249" cy="25"/>
            </a:xfrm>
            <a:custGeom>
              <a:avLst/>
              <a:gdLst>
                <a:gd name="T0" fmla="*/ 0 w 1737"/>
                <a:gd name="T1" fmla="*/ 0 h 179"/>
                <a:gd name="T2" fmla="*/ 0 w 1737"/>
                <a:gd name="T3" fmla="*/ 0 h 179"/>
                <a:gd name="T4" fmla="*/ 0 w 1737"/>
                <a:gd name="T5" fmla="*/ 0 h 179"/>
                <a:gd name="T6" fmla="*/ 0 w 1737"/>
                <a:gd name="T7" fmla="*/ 0 h 179"/>
                <a:gd name="T8" fmla="*/ 0 w 1737"/>
                <a:gd name="T9" fmla="*/ 0 h 179"/>
                <a:gd name="T10" fmla="*/ 0 w 1737"/>
                <a:gd name="T11" fmla="*/ 0 h 179"/>
                <a:gd name="T12" fmla="*/ 0 w 1737"/>
                <a:gd name="T13" fmla="*/ 0 h 17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737" h="179">
                  <a:moveTo>
                    <a:pt x="1737" y="179"/>
                  </a:moveTo>
                  <a:lnTo>
                    <a:pt x="1737" y="90"/>
                  </a:lnTo>
                  <a:lnTo>
                    <a:pt x="1737" y="0"/>
                  </a:lnTo>
                  <a:lnTo>
                    <a:pt x="0" y="0"/>
                  </a:lnTo>
                  <a:lnTo>
                    <a:pt x="0" y="90"/>
                  </a:lnTo>
                  <a:lnTo>
                    <a:pt x="0" y="179"/>
                  </a:lnTo>
                  <a:lnTo>
                    <a:pt x="1737" y="179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7" name="Freeform 378">
              <a:extLst>
                <a:ext uri="{FF2B5EF4-FFF2-40B4-BE49-F238E27FC236}">
                  <a16:creationId xmlns:a16="http://schemas.microsoft.com/office/drawing/2014/main" id="{E63F0E40-30C1-8D5A-14CE-1E979ACFA250}"/>
                </a:ext>
              </a:extLst>
            </p:cNvPr>
            <p:cNvSpPr>
              <a:spLocks/>
            </p:cNvSpPr>
            <p:nvPr/>
          </p:nvSpPr>
          <p:spPr bwMode="auto">
            <a:xfrm>
              <a:off x="1935" y="2156"/>
              <a:ext cx="13" cy="25"/>
            </a:xfrm>
            <a:custGeom>
              <a:avLst/>
              <a:gdLst>
                <a:gd name="T0" fmla="*/ 0 w 89"/>
                <a:gd name="T1" fmla="*/ 0 h 179"/>
                <a:gd name="T2" fmla="*/ 0 w 89"/>
                <a:gd name="T3" fmla="*/ 0 h 179"/>
                <a:gd name="T4" fmla="*/ 0 w 89"/>
                <a:gd name="T5" fmla="*/ 0 h 179"/>
                <a:gd name="T6" fmla="*/ 0 w 89"/>
                <a:gd name="T7" fmla="*/ 0 h 179"/>
                <a:gd name="T8" fmla="*/ 0 w 89"/>
                <a:gd name="T9" fmla="*/ 0 h 179"/>
                <a:gd name="T10" fmla="*/ 0 w 89"/>
                <a:gd name="T11" fmla="*/ 0 h 179"/>
                <a:gd name="T12" fmla="*/ 0 w 89"/>
                <a:gd name="T13" fmla="*/ 0 h 179"/>
                <a:gd name="T14" fmla="*/ 0 w 89"/>
                <a:gd name="T15" fmla="*/ 0 h 179"/>
                <a:gd name="T16" fmla="*/ 0 w 89"/>
                <a:gd name="T17" fmla="*/ 0 h 179"/>
                <a:gd name="T18" fmla="*/ 0 w 89"/>
                <a:gd name="T19" fmla="*/ 0 h 179"/>
                <a:gd name="T20" fmla="*/ 0 w 89"/>
                <a:gd name="T21" fmla="*/ 0 h 179"/>
                <a:gd name="T22" fmla="*/ 0 w 89"/>
                <a:gd name="T23" fmla="*/ 0 h 179"/>
                <a:gd name="T24" fmla="*/ 0 w 89"/>
                <a:gd name="T25" fmla="*/ 0 h 179"/>
                <a:gd name="T26" fmla="*/ 0 w 89"/>
                <a:gd name="T27" fmla="*/ 0 h 179"/>
                <a:gd name="T28" fmla="*/ 0 w 89"/>
                <a:gd name="T29" fmla="*/ 0 h 179"/>
                <a:gd name="T30" fmla="*/ 0 w 89"/>
                <a:gd name="T31" fmla="*/ 0 h 179"/>
                <a:gd name="T32" fmla="*/ 0 w 89"/>
                <a:gd name="T33" fmla="*/ 0 h 179"/>
                <a:gd name="T34" fmla="*/ 0 w 89"/>
                <a:gd name="T35" fmla="*/ 0 h 179"/>
                <a:gd name="T36" fmla="*/ 0 w 89"/>
                <a:gd name="T37" fmla="*/ 0 h 179"/>
                <a:gd name="T38" fmla="*/ 0 w 89"/>
                <a:gd name="T39" fmla="*/ 0 h 179"/>
                <a:gd name="T40" fmla="*/ 0 w 89"/>
                <a:gd name="T41" fmla="*/ 0 h 179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89" h="179">
                  <a:moveTo>
                    <a:pt x="89" y="90"/>
                  </a:moveTo>
                  <a:lnTo>
                    <a:pt x="89" y="179"/>
                  </a:lnTo>
                  <a:lnTo>
                    <a:pt x="73" y="178"/>
                  </a:lnTo>
                  <a:lnTo>
                    <a:pt x="58" y="173"/>
                  </a:lnTo>
                  <a:lnTo>
                    <a:pt x="44" y="167"/>
                  </a:lnTo>
                  <a:lnTo>
                    <a:pt x="31" y="159"/>
                  </a:lnTo>
                  <a:lnTo>
                    <a:pt x="20" y="147"/>
                  </a:lnTo>
                  <a:lnTo>
                    <a:pt x="11" y="134"/>
                  </a:lnTo>
                  <a:lnTo>
                    <a:pt x="5" y="120"/>
                  </a:lnTo>
                  <a:lnTo>
                    <a:pt x="1" y="106"/>
                  </a:lnTo>
                  <a:lnTo>
                    <a:pt x="0" y="90"/>
                  </a:lnTo>
                  <a:lnTo>
                    <a:pt x="1" y="74"/>
                  </a:lnTo>
                  <a:lnTo>
                    <a:pt x="5" y="59"/>
                  </a:lnTo>
                  <a:lnTo>
                    <a:pt x="11" y="45"/>
                  </a:lnTo>
                  <a:lnTo>
                    <a:pt x="20" y="33"/>
                  </a:lnTo>
                  <a:lnTo>
                    <a:pt x="31" y="21"/>
                  </a:lnTo>
                  <a:lnTo>
                    <a:pt x="44" y="12"/>
                  </a:lnTo>
                  <a:lnTo>
                    <a:pt x="58" y="6"/>
                  </a:lnTo>
                  <a:lnTo>
                    <a:pt x="73" y="2"/>
                  </a:lnTo>
                  <a:lnTo>
                    <a:pt x="89" y="0"/>
                  </a:lnTo>
                  <a:lnTo>
                    <a:pt x="89" y="9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8" name="Freeform 379">
              <a:extLst>
                <a:ext uri="{FF2B5EF4-FFF2-40B4-BE49-F238E27FC236}">
                  <a16:creationId xmlns:a16="http://schemas.microsoft.com/office/drawing/2014/main" id="{583A07CC-2D42-BA84-6E27-30796D8C696D}"/>
                </a:ext>
              </a:extLst>
            </p:cNvPr>
            <p:cNvSpPr>
              <a:spLocks/>
            </p:cNvSpPr>
            <p:nvPr/>
          </p:nvSpPr>
          <p:spPr bwMode="auto">
            <a:xfrm>
              <a:off x="1935" y="2156"/>
              <a:ext cx="13" cy="25"/>
            </a:xfrm>
            <a:custGeom>
              <a:avLst/>
              <a:gdLst>
                <a:gd name="T0" fmla="*/ 0 w 89"/>
                <a:gd name="T1" fmla="*/ 0 h 179"/>
                <a:gd name="T2" fmla="*/ 0 w 89"/>
                <a:gd name="T3" fmla="*/ 0 h 179"/>
                <a:gd name="T4" fmla="*/ 0 w 89"/>
                <a:gd name="T5" fmla="*/ 0 h 179"/>
                <a:gd name="T6" fmla="*/ 0 w 89"/>
                <a:gd name="T7" fmla="*/ 0 h 179"/>
                <a:gd name="T8" fmla="*/ 0 w 89"/>
                <a:gd name="T9" fmla="*/ 0 h 179"/>
                <a:gd name="T10" fmla="*/ 0 w 89"/>
                <a:gd name="T11" fmla="*/ 0 h 179"/>
                <a:gd name="T12" fmla="*/ 0 w 89"/>
                <a:gd name="T13" fmla="*/ 0 h 179"/>
                <a:gd name="T14" fmla="*/ 0 w 89"/>
                <a:gd name="T15" fmla="*/ 0 h 179"/>
                <a:gd name="T16" fmla="*/ 0 w 89"/>
                <a:gd name="T17" fmla="*/ 0 h 179"/>
                <a:gd name="T18" fmla="*/ 0 w 89"/>
                <a:gd name="T19" fmla="*/ 0 h 179"/>
                <a:gd name="T20" fmla="*/ 0 w 89"/>
                <a:gd name="T21" fmla="*/ 0 h 179"/>
                <a:gd name="T22" fmla="*/ 0 w 89"/>
                <a:gd name="T23" fmla="*/ 0 h 179"/>
                <a:gd name="T24" fmla="*/ 0 w 89"/>
                <a:gd name="T25" fmla="*/ 0 h 179"/>
                <a:gd name="T26" fmla="*/ 0 w 89"/>
                <a:gd name="T27" fmla="*/ 0 h 179"/>
                <a:gd name="T28" fmla="*/ 0 w 89"/>
                <a:gd name="T29" fmla="*/ 0 h 179"/>
                <a:gd name="T30" fmla="*/ 0 w 89"/>
                <a:gd name="T31" fmla="*/ 0 h 179"/>
                <a:gd name="T32" fmla="*/ 0 w 89"/>
                <a:gd name="T33" fmla="*/ 0 h 179"/>
                <a:gd name="T34" fmla="*/ 0 w 89"/>
                <a:gd name="T35" fmla="*/ 0 h 179"/>
                <a:gd name="T36" fmla="*/ 0 w 89"/>
                <a:gd name="T37" fmla="*/ 0 h 179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89" h="179">
                  <a:moveTo>
                    <a:pt x="89" y="179"/>
                  </a:moveTo>
                  <a:lnTo>
                    <a:pt x="73" y="178"/>
                  </a:lnTo>
                  <a:lnTo>
                    <a:pt x="58" y="173"/>
                  </a:lnTo>
                  <a:lnTo>
                    <a:pt x="44" y="167"/>
                  </a:lnTo>
                  <a:lnTo>
                    <a:pt x="31" y="159"/>
                  </a:lnTo>
                  <a:lnTo>
                    <a:pt x="20" y="147"/>
                  </a:lnTo>
                  <a:lnTo>
                    <a:pt x="11" y="134"/>
                  </a:lnTo>
                  <a:lnTo>
                    <a:pt x="5" y="120"/>
                  </a:lnTo>
                  <a:lnTo>
                    <a:pt x="1" y="106"/>
                  </a:lnTo>
                  <a:lnTo>
                    <a:pt x="0" y="90"/>
                  </a:lnTo>
                  <a:lnTo>
                    <a:pt x="1" y="74"/>
                  </a:lnTo>
                  <a:lnTo>
                    <a:pt x="5" y="59"/>
                  </a:lnTo>
                  <a:lnTo>
                    <a:pt x="11" y="45"/>
                  </a:lnTo>
                  <a:lnTo>
                    <a:pt x="20" y="33"/>
                  </a:lnTo>
                  <a:lnTo>
                    <a:pt x="31" y="21"/>
                  </a:lnTo>
                  <a:lnTo>
                    <a:pt x="44" y="12"/>
                  </a:lnTo>
                  <a:lnTo>
                    <a:pt x="58" y="6"/>
                  </a:lnTo>
                  <a:lnTo>
                    <a:pt x="73" y="2"/>
                  </a:lnTo>
                  <a:lnTo>
                    <a:pt x="89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9" name="Line 380">
              <a:extLst>
                <a:ext uri="{FF2B5EF4-FFF2-40B4-BE49-F238E27FC236}">
                  <a16:creationId xmlns:a16="http://schemas.microsoft.com/office/drawing/2014/main" id="{05D425A9-65E5-50D1-DE92-DB76CCE1B64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102" y="1492"/>
              <a:ext cx="95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0" name="Line 381">
              <a:extLst>
                <a:ext uri="{FF2B5EF4-FFF2-40B4-BE49-F238E27FC236}">
                  <a16:creationId xmlns:a16="http://schemas.microsoft.com/office/drawing/2014/main" id="{CBF2F9B8-1D6B-8BD6-7BDE-2FC24ACDC12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48" y="1492"/>
              <a:ext cx="91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1" name="Line 382">
              <a:extLst>
                <a:ext uri="{FF2B5EF4-FFF2-40B4-BE49-F238E27FC236}">
                  <a16:creationId xmlns:a16="http://schemas.microsoft.com/office/drawing/2014/main" id="{65774B74-083E-7FA8-37E2-2A4CEFC56F9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880" y="1753"/>
              <a:ext cx="23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2" name="Line 383">
              <a:extLst>
                <a:ext uri="{FF2B5EF4-FFF2-40B4-BE49-F238E27FC236}">
                  <a16:creationId xmlns:a16="http://schemas.microsoft.com/office/drawing/2014/main" id="{4ABB0B94-578C-14F6-536A-4120E56F44E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157" y="1753"/>
              <a:ext cx="4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3" name="Line 384">
              <a:extLst>
                <a:ext uri="{FF2B5EF4-FFF2-40B4-BE49-F238E27FC236}">
                  <a16:creationId xmlns:a16="http://schemas.microsoft.com/office/drawing/2014/main" id="{6A591818-8339-8BFE-6A01-CB108DE4698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233" y="1753"/>
              <a:ext cx="539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4" name="Line 385">
              <a:extLst>
                <a:ext uri="{FF2B5EF4-FFF2-40B4-BE49-F238E27FC236}">
                  <a16:creationId xmlns:a16="http://schemas.microsoft.com/office/drawing/2014/main" id="{DCA3A78A-040B-D8C3-DD29-20D2343EADF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813" y="1753"/>
              <a:ext cx="4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5" name="Line 386">
              <a:extLst>
                <a:ext uri="{FF2B5EF4-FFF2-40B4-BE49-F238E27FC236}">
                  <a16:creationId xmlns:a16="http://schemas.microsoft.com/office/drawing/2014/main" id="{FB4790E2-0757-1217-D2A5-AD4D4FFB2E7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97" y="1965"/>
              <a:ext cx="0" cy="11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6" name="Line 387">
              <a:extLst>
                <a:ext uri="{FF2B5EF4-FFF2-40B4-BE49-F238E27FC236}">
                  <a16:creationId xmlns:a16="http://schemas.microsoft.com/office/drawing/2014/main" id="{F5041F81-943A-D243-F50B-006F9F785AD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97" y="1783"/>
              <a:ext cx="0" cy="12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7" name="Line 388">
              <a:extLst>
                <a:ext uri="{FF2B5EF4-FFF2-40B4-BE49-F238E27FC236}">
                  <a16:creationId xmlns:a16="http://schemas.microsoft.com/office/drawing/2014/main" id="{2FE924B0-7433-0819-0F72-7C534D7FAA3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97" y="1601"/>
              <a:ext cx="0" cy="12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8" name="Line 389">
              <a:extLst>
                <a:ext uri="{FF2B5EF4-FFF2-40B4-BE49-F238E27FC236}">
                  <a16:creationId xmlns:a16="http://schemas.microsoft.com/office/drawing/2014/main" id="{E9E5CC3A-8B9F-7A6E-48C9-FBE8A393D01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97" y="1429"/>
              <a:ext cx="0" cy="11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9" name="Line 390">
              <a:extLst>
                <a:ext uri="{FF2B5EF4-FFF2-40B4-BE49-F238E27FC236}">
                  <a16:creationId xmlns:a16="http://schemas.microsoft.com/office/drawing/2014/main" id="{61DD780D-DA47-18AF-1827-BB3A04510B8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55" y="1958"/>
              <a:ext cx="0" cy="11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0" name="Line 391">
              <a:extLst>
                <a:ext uri="{FF2B5EF4-FFF2-40B4-BE49-F238E27FC236}">
                  <a16:creationId xmlns:a16="http://schemas.microsoft.com/office/drawing/2014/main" id="{A63B954A-0C8B-949B-9A26-4CB6637CD55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56" y="1768"/>
              <a:ext cx="0" cy="12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1" name="Line 392">
              <a:extLst>
                <a:ext uri="{FF2B5EF4-FFF2-40B4-BE49-F238E27FC236}">
                  <a16:creationId xmlns:a16="http://schemas.microsoft.com/office/drawing/2014/main" id="{5433A453-64B5-E4BA-D017-F1273E70806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855" y="1634"/>
              <a:ext cx="0" cy="8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2" name="Line 393">
              <a:extLst>
                <a:ext uri="{FF2B5EF4-FFF2-40B4-BE49-F238E27FC236}">
                  <a16:creationId xmlns:a16="http://schemas.microsoft.com/office/drawing/2014/main" id="{67E67BA1-79F8-3BF4-A73C-45A7264B01D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53" y="1429"/>
              <a:ext cx="3" cy="10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3" name="Freeform 394">
              <a:extLst>
                <a:ext uri="{FF2B5EF4-FFF2-40B4-BE49-F238E27FC236}">
                  <a16:creationId xmlns:a16="http://schemas.microsoft.com/office/drawing/2014/main" id="{F353DCA6-97F0-B7D7-9F43-7F49F39502CA}"/>
                </a:ext>
              </a:extLst>
            </p:cNvPr>
            <p:cNvSpPr>
              <a:spLocks/>
            </p:cNvSpPr>
            <p:nvPr/>
          </p:nvSpPr>
          <p:spPr bwMode="auto">
            <a:xfrm>
              <a:off x="2184" y="1416"/>
              <a:ext cx="13" cy="26"/>
            </a:xfrm>
            <a:custGeom>
              <a:avLst/>
              <a:gdLst>
                <a:gd name="T0" fmla="*/ 0 w 89"/>
                <a:gd name="T1" fmla="*/ 0 h 179"/>
                <a:gd name="T2" fmla="*/ 0 w 89"/>
                <a:gd name="T3" fmla="*/ 0 h 179"/>
                <a:gd name="T4" fmla="*/ 0 w 89"/>
                <a:gd name="T5" fmla="*/ 0 h 179"/>
                <a:gd name="T6" fmla="*/ 0 w 89"/>
                <a:gd name="T7" fmla="*/ 0 h 179"/>
                <a:gd name="T8" fmla="*/ 0 w 89"/>
                <a:gd name="T9" fmla="*/ 0 h 179"/>
                <a:gd name="T10" fmla="*/ 0 w 89"/>
                <a:gd name="T11" fmla="*/ 0 h 179"/>
                <a:gd name="T12" fmla="*/ 0 w 89"/>
                <a:gd name="T13" fmla="*/ 0 h 179"/>
                <a:gd name="T14" fmla="*/ 0 w 89"/>
                <a:gd name="T15" fmla="*/ 0 h 179"/>
                <a:gd name="T16" fmla="*/ 0 w 89"/>
                <a:gd name="T17" fmla="*/ 0 h 179"/>
                <a:gd name="T18" fmla="*/ 0 w 89"/>
                <a:gd name="T19" fmla="*/ 0 h 179"/>
                <a:gd name="T20" fmla="*/ 0 w 89"/>
                <a:gd name="T21" fmla="*/ 0 h 179"/>
                <a:gd name="T22" fmla="*/ 0 w 89"/>
                <a:gd name="T23" fmla="*/ 0 h 179"/>
                <a:gd name="T24" fmla="*/ 0 w 89"/>
                <a:gd name="T25" fmla="*/ 0 h 179"/>
                <a:gd name="T26" fmla="*/ 0 w 89"/>
                <a:gd name="T27" fmla="*/ 0 h 179"/>
                <a:gd name="T28" fmla="*/ 0 w 89"/>
                <a:gd name="T29" fmla="*/ 0 h 179"/>
                <a:gd name="T30" fmla="*/ 0 w 89"/>
                <a:gd name="T31" fmla="*/ 0 h 179"/>
                <a:gd name="T32" fmla="*/ 0 w 89"/>
                <a:gd name="T33" fmla="*/ 0 h 179"/>
                <a:gd name="T34" fmla="*/ 0 w 89"/>
                <a:gd name="T35" fmla="*/ 0 h 179"/>
                <a:gd name="T36" fmla="*/ 0 w 89"/>
                <a:gd name="T37" fmla="*/ 0 h 179"/>
                <a:gd name="T38" fmla="*/ 0 w 89"/>
                <a:gd name="T39" fmla="*/ 0 h 179"/>
                <a:gd name="T40" fmla="*/ 0 w 89"/>
                <a:gd name="T41" fmla="*/ 0 h 179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89" h="179">
                  <a:moveTo>
                    <a:pt x="89" y="90"/>
                  </a:moveTo>
                  <a:lnTo>
                    <a:pt x="89" y="179"/>
                  </a:lnTo>
                  <a:lnTo>
                    <a:pt x="73" y="178"/>
                  </a:lnTo>
                  <a:lnTo>
                    <a:pt x="58" y="174"/>
                  </a:lnTo>
                  <a:lnTo>
                    <a:pt x="45" y="168"/>
                  </a:lnTo>
                  <a:lnTo>
                    <a:pt x="32" y="159"/>
                  </a:lnTo>
                  <a:lnTo>
                    <a:pt x="20" y="148"/>
                  </a:lnTo>
                  <a:lnTo>
                    <a:pt x="12" y="135"/>
                  </a:lnTo>
                  <a:lnTo>
                    <a:pt x="6" y="121"/>
                  </a:lnTo>
                  <a:lnTo>
                    <a:pt x="1" y="106"/>
                  </a:lnTo>
                  <a:lnTo>
                    <a:pt x="0" y="90"/>
                  </a:lnTo>
                  <a:lnTo>
                    <a:pt x="1" y="75"/>
                  </a:lnTo>
                  <a:lnTo>
                    <a:pt x="6" y="60"/>
                  </a:lnTo>
                  <a:lnTo>
                    <a:pt x="12" y="46"/>
                  </a:lnTo>
                  <a:lnTo>
                    <a:pt x="20" y="33"/>
                  </a:lnTo>
                  <a:lnTo>
                    <a:pt x="32" y="22"/>
                  </a:lnTo>
                  <a:lnTo>
                    <a:pt x="45" y="13"/>
                  </a:lnTo>
                  <a:lnTo>
                    <a:pt x="58" y="7"/>
                  </a:lnTo>
                  <a:lnTo>
                    <a:pt x="73" y="3"/>
                  </a:lnTo>
                  <a:lnTo>
                    <a:pt x="89" y="0"/>
                  </a:lnTo>
                  <a:lnTo>
                    <a:pt x="89" y="9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4" name="Freeform 395">
              <a:extLst>
                <a:ext uri="{FF2B5EF4-FFF2-40B4-BE49-F238E27FC236}">
                  <a16:creationId xmlns:a16="http://schemas.microsoft.com/office/drawing/2014/main" id="{A83AD030-DFB6-C2F6-B2A5-D05548F77D82}"/>
                </a:ext>
              </a:extLst>
            </p:cNvPr>
            <p:cNvSpPr>
              <a:spLocks/>
            </p:cNvSpPr>
            <p:nvPr/>
          </p:nvSpPr>
          <p:spPr bwMode="auto">
            <a:xfrm>
              <a:off x="2184" y="1416"/>
              <a:ext cx="13" cy="26"/>
            </a:xfrm>
            <a:custGeom>
              <a:avLst/>
              <a:gdLst>
                <a:gd name="T0" fmla="*/ 0 w 89"/>
                <a:gd name="T1" fmla="*/ 0 h 179"/>
                <a:gd name="T2" fmla="*/ 0 w 89"/>
                <a:gd name="T3" fmla="*/ 0 h 179"/>
                <a:gd name="T4" fmla="*/ 0 w 89"/>
                <a:gd name="T5" fmla="*/ 0 h 179"/>
                <a:gd name="T6" fmla="*/ 0 w 89"/>
                <a:gd name="T7" fmla="*/ 0 h 179"/>
                <a:gd name="T8" fmla="*/ 0 w 89"/>
                <a:gd name="T9" fmla="*/ 0 h 179"/>
                <a:gd name="T10" fmla="*/ 0 w 89"/>
                <a:gd name="T11" fmla="*/ 0 h 179"/>
                <a:gd name="T12" fmla="*/ 0 w 89"/>
                <a:gd name="T13" fmla="*/ 0 h 179"/>
                <a:gd name="T14" fmla="*/ 0 w 89"/>
                <a:gd name="T15" fmla="*/ 0 h 179"/>
                <a:gd name="T16" fmla="*/ 0 w 89"/>
                <a:gd name="T17" fmla="*/ 0 h 179"/>
                <a:gd name="T18" fmla="*/ 0 w 89"/>
                <a:gd name="T19" fmla="*/ 0 h 179"/>
                <a:gd name="T20" fmla="*/ 0 w 89"/>
                <a:gd name="T21" fmla="*/ 0 h 179"/>
                <a:gd name="T22" fmla="*/ 0 w 89"/>
                <a:gd name="T23" fmla="*/ 0 h 179"/>
                <a:gd name="T24" fmla="*/ 0 w 89"/>
                <a:gd name="T25" fmla="*/ 0 h 179"/>
                <a:gd name="T26" fmla="*/ 0 w 89"/>
                <a:gd name="T27" fmla="*/ 0 h 179"/>
                <a:gd name="T28" fmla="*/ 0 w 89"/>
                <a:gd name="T29" fmla="*/ 0 h 179"/>
                <a:gd name="T30" fmla="*/ 0 w 89"/>
                <a:gd name="T31" fmla="*/ 0 h 179"/>
                <a:gd name="T32" fmla="*/ 0 w 89"/>
                <a:gd name="T33" fmla="*/ 0 h 179"/>
                <a:gd name="T34" fmla="*/ 0 w 89"/>
                <a:gd name="T35" fmla="*/ 0 h 179"/>
                <a:gd name="T36" fmla="*/ 0 w 89"/>
                <a:gd name="T37" fmla="*/ 0 h 179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89" h="179">
                  <a:moveTo>
                    <a:pt x="89" y="179"/>
                  </a:moveTo>
                  <a:lnTo>
                    <a:pt x="73" y="178"/>
                  </a:lnTo>
                  <a:lnTo>
                    <a:pt x="58" y="174"/>
                  </a:lnTo>
                  <a:lnTo>
                    <a:pt x="45" y="168"/>
                  </a:lnTo>
                  <a:lnTo>
                    <a:pt x="32" y="159"/>
                  </a:lnTo>
                  <a:lnTo>
                    <a:pt x="20" y="148"/>
                  </a:lnTo>
                  <a:lnTo>
                    <a:pt x="12" y="135"/>
                  </a:lnTo>
                  <a:lnTo>
                    <a:pt x="6" y="121"/>
                  </a:lnTo>
                  <a:lnTo>
                    <a:pt x="1" y="106"/>
                  </a:lnTo>
                  <a:lnTo>
                    <a:pt x="0" y="90"/>
                  </a:lnTo>
                  <a:lnTo>
                    <a:pt x="1" y="75"/>
                  </a:lnTo>
                  <a:lnTo>
                    <a:pt x="6" y="60"/>
                  </a:lnTo>
                  <a:lnTo>
                    <a:pt x="12" y="46"/>
                  </a:lnTo>
                  <a:lnTo>
                    <a:pt x="20" y="33"/>
                  </a:lnTo>
                  <a:lnTo>
                    <a:pt x="32" y="22"/>
                  </a:lnTo>
                  <a:lnTo>
                    <a:pt x="45" y="13"/>
                  </a:lnTo>
                  <a:lnTo>
                    <a:pt x="58" y="7"/>
                  </a:lnTo>
                  <a:lnTo>
                    <a:pt x="73" y="3"/>
                  </a:lnTo>
                  <a:lnTo>
                    <a:pt x="89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5" name="Freeform 396">
              <a:extLst>
                <a:ext uri="{FF2B5EF4-FFF2-40B4-BE49-F238E27FC236}">
                  <a16:creationId xmlns:a16="http://schemas.microsoft.com/office/drawing/2014/main" id="{2838C199-229F-3627-6915-354A902C3E12}"/>
                </a:ext>
              </a:extLst>
            </p:cNvPr>
            <p:cNvSpPr>
              <a:spLocks/>
            </p:cNvSpPr>
            <p:nvPr/>
          </p:nvSpPr>
          <p:spPr bwMode="auto">
            <a:xfrm>
              <a:off x="2197" y="1416"/>
              <a:ext cx="658" cy="26"/>
            </a:xfrm>
            <a:custGeom>
              <a:avLst/>
              <a:gdLst>
                <a:gd name="T0" fmla="*/ 0 w 4610"/>
                <a:gd name="T1" fmla="*/ 0 h 179"/>
                <a:gd name="T2" fmla="*/ 0 w 4610"/>
                <a:gd name="T3" fmla="*/ 0 h 179"/>
                <a:gd name="T4" fmla="*/ 0 w 4610"/>
                <a:gd name="T5" fmla="*/ 0 h 179"/>
                <a:gd name="T6" fmla="*/ 0 w 4610"/>
                <a:gd name="T7" fmla="*/ 0 h 179"/>
                <a:gd name="T8" fmla="*/ 0 w 4610"/>
                <a:gd name="T9" fmla="*/ 0 h 179"/>
                <a:gd name="T10" fmla="*/ 0 w 4610"/>
                <a:gd name="T11" fmla="*/ 0 h 179"/>
                <a:gd name="T12" fmla="*/ 0 w 4610"/>
                <a:gd name="T13" fmla="*/ 0 h 17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610" h="179">
                  <a:moveTo>
                    <a:pt x="0" y="0"/>
                  </a:moveTo>
                  <a:lnTo>
                    <a:pt x="0" y="90"/>
                  </a:lnTo>
                  <a:lnTo>
                    <a:pt x="0" y="179"/>
                  </a:lnTo>
                  <a:lnTo>
                    <a:pt x="4610" y="179"/>
                  </a:lnTo>
                  <a:lnTo>
                    <a:pt x="4610" y="90"/>
                  </a:lnTo>
                  <a:lnTo>
                    <a:pt x="461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6" name="Freeform 397">
              <a:extLst>
                <a:ext uri="{FF2B5EF4-FFF2-40B4-BE49-F238E27FC236}">
                  <a16:creationId xmlns:a16="http://schemas.microsoft.com/office/drawing/2014/main" id="{6B8949B6-46CC-17EF-4900-4E0B3D241E80}"/>
                </a:ext>
              </a:extLst>
            </p:cNvPr>
            <p:cNvSpPr>
              <a:spLocks/>
            </p:cNvSpPr>
            <p:nvPr/>
          </p:nvSpPr>
          <p:spPr bwMode="auto">
            <a:xfrm>
              <a:off x="2197" y="1416"/>
              <a:ext cx="658" cy="26"/>
            </a:xfrm>
            <a:custGeom>
              <a:avLst/>
              <a:gdLst>
                <a:gd name="T0" fmla="*/ 0 w 4610"/>
                <a:gd name="T1" fmla="*/ 0 h 179"/>
                <a:gd name="T2" fmla="*/ 0 w 4610"/>
                <a:gd name="T3" fmla="*/ 0 h 179"/>
                <a:gd name="T4" fmla="*/ 0 w 4610"/>
                <a:gd name="T5" fmla="*/ 0 h 179"/>
                <a:gd name="T6" fmla="*/ 0 w 4610"/>
                <a:gd name="T7" fmla="*/ 0 h 179"/>
                <a:gd name="T8" fmla="*/ 0 w 4610"/>
                <a:gd name="T9" fmla="*/ 0 h 179"/>
                <a:gd name="T10" fmla="*/ 0 w 4610"/>
                <a:gd name="T11" fmla="*/ 0 h 179"/>
                <a:gd name="T12" fmla="*/ 0 w 4610"/>
                <a:gd name="T13" fmla="*/ 0 h 17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610" h="179">
                  <a:moveTo>
                    <a:pt x="0" y="0"/>
                  </a:moveTo>
                  <a:lnTo>
                    <a:pt x="0" y="90"/>
                  </a:lnTo>
                  <a:lnTo>
                    <a:pt x="0" y="179"/>
                  </a:lnTo>
                  <a:lnTo>
                    <a:pt x="4610" y="179"/>
                  </a:lnTo>
                  <a:lnTo>
                    <a:pt x="4610" y="90"/>
                  </a:lnTo>
                  <a:lnTo>
                    <a:pt x="461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7" name="Freeform 398">
              <a:extLst>
                <a:ext uri="{FF2B5EF4-FFF2-40B4-BE49-F238E27FC236}">
                  <a16:creationId xmlns:a16="http://schemas.microsoft.com/office/drawing/2014/main" id="{4889E23F-2E2A-0FD3-0283-27B637F2FAE1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5" y="1416"/>
              <a:ext cx="13" cy="26"/>
            </a:xfrm>
            <a:custGeom>
              <a:avLst/>
              <a:gdLst>
                <a:gd name="T0" fmla="*/ 0 w 90"/>
                <a:gd name="T1" fmla="*/ 0 h 179"/>
                <a:gd name="T2" fmla="*/ 0 w 90"/>
                <a:gd name="T3" fmla="*/ 0 h 179"/>
                <a:gd name="T4" fmla="*/ 0 w 90"/>
                <a:gd name="T5" fmla="*/ 0 h 179"/>
                <a:gd name="T6" fmla="*/ 0 w 90"/>
                <a:gd name="T7" fmla="*/ 0 h 179"/>
                <a:gd name="T8" fmla="*/ 0 w 90"/>
                <a:gd name="T9" fmla="*/ 0 h 179"/>
                <a:gd name="T10" fmla="*/ 0 w 90"/>
                <a:gd name="T11" fmla="*/ 0 h 179"/>
                <a:gd name="T12" fmla="*/ 0 w 90"/>
                <a:gd name="T13" fmla="*/ 0 h 179"/>
                <a:gd name="T14" fmla="*/ 0 w 90"/>
                <a:gd name="T15" fmla="*/ 0 h 179"/>
                <a:gd name="T16" fmla="*/ 0 w 90"/>
                <a:gd name="T17" fmla="*/ 0 h 179"/>
                <a:gd name="T18" fmla="*/ 0 w 90"/>
                <a:gd name="T19" fmla="*/ 0 h 179"/>
                <a:gd name="T20" fmla="*/ 0 w 90"/>
                <a:gd name="T21" fmla="*/ 0 h 179"/>
                <a:gd name="T22" fmla="*/ 0 w 90"/>
                <a:gd name="T23" fmla="*/ 0 h 179"/>
                <a:gd name="T24" fmla="*/ 0 w 90"/>
                <a:gd name="T25" fmla="*/ 0 h 179"/>
                <a:gd name="T26" fmla="*/ 0 w 90"/>
                <a:gd name="T27" fmla="*/ 0 h 179"/>
                <a:gd name="T28" fmla="*/ 0 w 90"/>
                <a:gd name="T29" fmla="*/ 0 h 179"/>
                <a:gd name="T30" fmla="*/ 0 w 90"/>
                <a:gd name="T31" fmla="*/ 0 h 179"/>
                <a:gd name="T32" fmla="*/ 0 w 90"/>
                <a:gd name="T33" fmla="*/ 0 h 179"/>
                <a:gd name="T34" fmla="*/ 0 w 90"/>
                <a:gd name="T35" fmla="*/ 0 h 179"/>
                <a:gd name="T36" fmla="*/ 0 w 90"/>
                <a:gd name="T37" fmla="*/ 0 h 179"/>
                <a:gd name="T38" fmla="*/ 0 w 90"/>
                <a:gd name="T39" fmla="*/ 0 h 179"/>
                <a:gd name="T40" fmla="*/ 0 w 90"/>
                <a:gd name="T41" fmla="*/ 0 h 179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90" h="179">
                  <a:moveTo>
                    <a:pt x="0" y="90"/>
                  </a:moveTo>
                  <a:lnTo>
                    <a:pt x="0" y="0"/>
                  </a:lnTo>
                  <a:lnTo>
                    <a:pt x="16" y="3"/>
                  </a:lnTo>
                  <a:lnTo>
                    <a:pt x="31" y="7"/>
                  </a:lnTo>
                  <a:lnTo>
                    <a:pt x="45" y="13"/>
                  </a:lnTo>
                  <a:lnTo>
                    <a:pt x="57" y="22"/>
                  </a:lnTo>
                  <a:lnTo>
                    <a:pt x="69" y="33"/>
                  </a:lnTo>
                  <a:lnTo>
                    <a:pt x="78" y="46"/>
                  </a:lnTo>
                  <a:lnTo>
                    <a:pt x="84" y="60"/>
                  </a:lnTo>
                  <a:lnTo>
                    <a:pt x="88" y="75"/>
                  </a:lnTo>
                  <a:lnTo>
                    <a:pt x="90" y="90"/>
                  </a:lnTo>
                  <a:lnTo>
                    <a:pt x="88" y="106"/>
                  </a:lnTo>
                  <a:lnTo>
                    <a:pt x="84" y="121"/>
                  </a:lnTo>
                  <a:lnTo>
                    <a:pt x="78" y="135"/>
                  </a:lnTo>
                  <a:lnTo>
                    <a:pt x="69" y="148"/>
                  </a:lnTo>
                  <a:lnTo>
                    <a:pt x="57" y="159"/>
                  </a:lnTo>
                  <a:lnTo>
                    <a:pt x="45" y="168"/>
                  </a:lnTo>
                  <a:lnTo>
                    <a:pt x="31" y="174"/>
                  </a:lnTo>
                  <a:lnTo>
                    <a:pt x="16" y="178"/>
                  </a:lnTo>
                  <a:lnTo>
                    <a:pt x="0" y="179"/>
                  </a:lnTo>
                  <a:lnTo>
                    <a:pt x="0" y="9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8" name="Freeform 399">
              <a:extLst>
                <a:ext uri="{FF2B5EF4-FFF2-40B4-BE49-F238E27FC236}">
                  <a16:creationId xmlns:a16="http://schemas.microsoft.com/office/drawing/2014/main" id="{B0C8B649-BA17-368F-2B00-A662A59C0699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5" y="1416"/>
              <a:ext cx="13" cy="26"/>
            </a:xfrm>
            <a:custGeom>
              <a:avLst/>
              <a:gdLst>
                <a:gd name="T0" fmla="*/ 0 w 90"/>
                <a:gd name="T1" fmla="*/ 0 h 179"/>
                <a:gd name="T2" fmla="*/ 0 w 90"/>
                <a:gd name="T3" fmla="*/ 0 h 179"/>
                <a:gd name="T4" fmla="*/ 0 w 90"/>
                <a:gd name="T5" fmla="*/ 0 h 179"/>
                <a:gd name="T6" fmla="*/ 0 w 90"/>
                <a:gd name="T7" fmla="*/ 0 h 179"/>
                <a:gd name="T8" fmla="*/ 0 w 90"/>
                <a:gd name="T9" fmla="*/ 0 h 179"/>
                <a:gd name="T10" fmla="*/ 0 w 90"/>
                <a:gd name="T11" fmla="*/ 0 h 179"/>
                <a:gd name="T12" fmla="*/ 0 w 90"/>
                <a:gd name="T13" fmla="*/ 0 h 179"/>
                <a:gd name="T14" fmla="*/ 0 w 90"/>
                <a:gd name="T15" fmla="*/ 0 h 179"/>
                <a:gd name="T16" fmla="*/ 0 w 90"/>
                <a:gd name="T17" fmla="*/ 0 h 179"/>
                <a:gd name="T18" fmla="*/ 0 w 90"/>
                <a:gd name="T19" fmla="*/ 0 h 179"/>
                <a:gd name="T20" fmla="*/ 0 w 90"/>
                <a:gd name="T21" fmla="*/ 0 h 179"/>
                <a:gd name="T22" fmla="*/ 0 w 90"/>
                <a:gd name="T23" fmla="*/ 0 h 179"/>
                <a:gd name="T24" fmla="*/ 0 w 90"/>
                <a:gd name="T25" fmla="*/ 0 h 179"/>
                <a:gd name="T26" fmla="*/ 0 w 90"/>
                <a:gd name="T27" fmla="*/ 0 h 179"/>
                <a:gd name="T28" fmla="*/ 0 w 90"/>
                <a:gd name="T29" fmla="*/ 0 h 179"/>
                <a:gd name="T30" fmla="*/ 0 w 90"/>
                <a:gd name="T31" fmla="*/ 0 h 179"/>
                <a:gd name="T32" fmla="*/ 0 w 90"/>
                <a:gd name="T33" fmla="*/ 0 h 179"/>
                <a:gd name="T34" fmla="*/ 0 w 90"/>
                <a:gd name="T35" fmla="*/ 0 h 179"/>
                <a:gd name="T36" fmla="*/ 0 w 90"/>
                <a:gd name="T37" fmla="*/ 0 h 179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90" h="179">
                  <a:moveTo>
                    <a:pt x="0" y="0"/>
                  </a:moveTo>
                  <a:lnTo>
                    <a:pt x="16" y="3"/>
                  </a:lnTo>
                  <a:lnTo>
                    <a:pt x="31" y="7"/>
                  </a:lnTo>
                  <a:lnTo>
                    <a:pt x="45" y="13"/>
                  </a:lnTo>
                  <a:lnTo>
                    <a:pt x="57" y="22"/>
                  </a:lnTo>
                  <a:lnTo>
                    <a:pt x="69" y="33"/>
                  </a:lnTo>
                  <a:lnTo>
                    <a:pt x="78" y="46"/>
                  </a:lnTo>
                  <a:lnTo>
                    <a:pt x="84" y="60"/>
                  </a:lnTo>
                  <a:lnTo>
                    <a:pt x="88" y="75"/>
                  </a:lnTo>
                  <a:lnTo>
                    <a:pt x="90" y="90"/>
                  </a:lnTo>
                  <a:lnTo>
                    <a:pt x="88" y="106"/>
                  </a:lnTo>
                  <a:lnTo>
                    <a:pt x="84" y="121"/>
                  </a:lnTo>
                  <a:lnTo>
                    <a:pt x="78" y="135"/>
                  </a:lnTo>
                  <a:lnTo>
                    <a:pt x="69" y="148"/>
                  </a:lnTo>
                  <a:lnTo>
                    <a:pt x="57" y="159"/>
                  </a:lnTo>
                  <a:lnTo>
                    <a:pt x="45" y="168"/>
                  </a:lnTo>
                  <a:lnTo>
                    <a:pt x="31" y="174"/>
                  </a:lnTo>
                  <a:lnTo>
                    <a:pt x="16" y="178"/>
                  </a:lnTo>
                  <a:lnTo>
                    <a:pt x="0" y="179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9" name="Freeform 400">
              <a:extLst>
                <a:ext uri="{FF2B5EF4-FFF2-40B4-BE49-F238E27FC236}">
                  <a16:creationId xmlns:a16="http://schemas.microsoft.com/office/drawing/2014/main" id="{1F038869-6086-16E3-3192-72227B5A9EC8}"/>
                </a:ext>
              </a:extLst>
            </p:cNvPr>
            <p:cNvSpPr>
              <a:spLocks/>
            </p:cNvSpPr>
            <p:nvPr/>
          </p:nvSpPr>
          <p:spPr bwMode="auto">
            <a:xfrm>
              <a:off x="2184" y="1429"/>
              <a:ext cx="25" cy="13"/>
            </a:xfrm>
            <a:custGeom>
              <a:avLst/>
              <a:gdLst>
                <a:gd name="T0" fmla="*/ 0 w 179"/>
                <a:gd name="T1" fmla="*/ 0 h 89"/>
                <a:gd name="T2" fmla="*/ 0 w 179"/>
                <a:gd name="T3" fmla="*/ 0 h 89"/>
                <a:gd name="T4" fmla="*/ 0 w 179"/>
                <a:gd name="T5" fmla="*/ 0 h 89"/>
                <a:gd name="T6" fmla="*/ 0 w 179"/>
                <a:gd name="T7" fmla="*/ 0 h 89"/>
                <a:gd name="T8" fmla="*/ 0 w 179"/>
                <a:gd name="T9" fmla="*/ 0 h 89"/>
                <a:gd name="T10" fmla="*/ 0 w 179"/>
                <a:gd name="T11" fmla="*/ 0 h 89"/>
                <a:gd name="T12" fmla="*/ 0 w 179"/>
                <a:gd name="T13" fmla="*/ 0 h 89"/>
                <a:gd name="T14" fmla="*/ 0 w 179"/>
                <a:gd name="T15" fmla="*/ 0 h 89"/>
                <a:gd name="T16" fmla="*/ 0 w 179"/>
                <a:gd name="T17" fmla="*/ 0 h 89"/>
                <a:gd name="T18" fmla="*/ 0 w 179"/>
                <a:gd name="T19" fmla="*/ 0 h 89"/>
                <a:gd name="T20" fmla="*/ 0 w 179"/>
                <a:gd name="T21" fmla="*/ 0 h 89"/>
                <a:gd name="T22" fmla="*/ 0 w 179"/>
                <a:gd name="T23" fmla="*/ 0 h 89"/>
                <a:gd name="T24" fmla="*/ 0 w 179"/>
                <a:gd name="T25" fmla="*/ 0 h 89"/>
                <a:gd name="T26" fmla="*/ 0 w 179"/>
                <a:gd name="T27" fmla="*/ 0 h 89"/>
                <a:gd name="T28" fmla="*/ 0 w 179"/>
                <a:gd name="T29" fmla="*/ 0 h 89"/>
                <a:gd name="T30" fmla="*/ 0 w 179"/>
                <a:gd name="T31" fmla="*/ 0 h 89"/>
                <a:gd name="T32" fmla="*/ 0 w 179"/>
                <a:gd name="T33" fmla="*/ 0 h 89"/>
                <a:gd name="T34" fmla="*/ 0 w 179"/>
                <a:gd name="T35" fmla="*/ 0 h 89"/>
                <a:gd name="T36" fmla="*/ 0 w 179"/>
                <a:gd name="T37" fmla="*/ 0 h 89"/>
                <a:gd name="T38" fmla="*/ 0 w 179"/>
                <a:gd name="T39" fmla="*/ 0 h 89"/>
                <a:gd name="T40" fmla="*/ 0 w 179"/>
                <a:gd name="T41" fmla="*/ 0 h 89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179" h="89">
                  <a:moveTo>
                    <a:pt x="89" y="0"/>
                  </a:moveTo>
                  <a:lnTo>
                    <a:pt x="179" y="0"/>
                  </a:lnTo>
                  <a:lnTo>
                    <a:pt x="177" y="16"/>
                  </a:lnTo>
                  <a:lnTo>
                    <a:pt x="173" y="31"/>
                  </a:lnTo>
                  <a:lnTo>
                    <a:pt x="166" y="45"/>
                  </a:lnTo>
                  <a:lnTo>
                    <a:pt x="158" y="58"/>
                  </a:lnTo>
                  <a:lnTo>
                    <a:pt x="146" y="69"/>
                  </a:lnTo>
                  <a:lnTo>
                    <a:pt x="134" y="78"/>
                  </a:lnTo>
                  <a:lnTo>
                    <a:pt x="120" y="84"/>
                  </a:lnTo>
                  <a:lnTo>
                    <a:pt x="105" y="88"/>
                  </a:lnTo>
                  <a:lnTo>
                    <a:pt x="89" y="89"/>
                  </a:lnTo>
                  <a:lnTo>
                    <a:pt x="73" y="88"/>
                  </a:lnTo>
                  <a:lnTo>
                    <a:pt x="58" y="84"/>
                  </a:lnTo>
                  <a:lnTo>
                    <a:pt x="45" y="78"/>
                  </a:lnTo>
                  <a:lnTo>
                    <a:pt x="32" y="69"/>
                  </a:lnTo>
                  <a:lnTo>
                    <a:pt x="20" y="58"/>
                  </a:lnTo>
                  <a:lnTo>
                    <a:pt x="12" y="45"/>
                  </a:lnTo>
                  <a:lnTo>
                    <a:pt x="6" y="31"/>
                  </a:lnTo>
                  <a:lnTo>
                    <a:pt x="1" y="16"/>
                  </a:lnTo>
                  <a:lnTo>
                    <a:pt x="0" y="0"/>
                  </a:lnTo>
                  <a:lnTo>
                    <a:pt x="8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0" name="Freeform 401">
              <a:extLst>
                <a:ext uri="{FF2B5EF4-FFF2-40B4-BE49-F238E27FC236}">
                  <a16:creationId xmlns:a16="http://schemas.microsoft.com/office/drawing/2014/main" id="{AEFD06B4-8063-BE87-9556-8207F83B4956}"/>
                </a:ext>
              </a:extLst>
            </p:cNvPr>
            <p:cNvSpPr>
              <a:spLocks/>
            </p:cNvSpPr>
            <p:nvPr/>
          </p:nvSpPr>
          <p:spPr bwMode="auto">
            <a:xfrm>
              <a:off x="2184" y="1429"/>
              <a:ext cx="25" cy="13"/>
            </a:xfrm>
            <a:custGeom>
              <a:avLst/>
              <a:gdLst>
                <a:gd name="T0" fmla="*/ 0 w 179"/>
                <a:gd name="T1" fmla="*/ 0 h 89"/>
                <a:gd name="T2" fmla="*/ 0 w 179"/>
                <a:gd name="T3" fmla="*/ 0 h 89"/>
                <a:gd name="T4" fmla="*/ 0 w 179"/>
                <a:gd name="T5" fmla="*/ 0 h 89"/>
                <a:gd name="T6" fmla="*/ 0 w 179"/>
                <a:gd name="T7" fmla="*/ 0 h 89"/>
                <a:gd name="T8" fmla="*/ 0 w 179"/>
                <a:gd name="T9" fmla="*/ 0 h 89"/>
                <a:gd name="T10" fmla="*/ 0 w 179"/>
                <a:gd name="T11" fmla="*/ 0 h 89"/>
                <a:gd name="T12" fmla="*/ 0 w 179"/>
                <a:gd name="T13" fmla="*/ 0 h 89"/>
                <a:gd name="T14" fmla="*/ 0 w 179"/>
                <a:gd name="T15" fmla="*/ 0 h 89"/>
                <a:gd name="T16" fmla="*/ 0 w 179"/>
                <a:gd name="T17" fmla="*/ 0 h 89"/>
                <a:gd name="T18" fmla="*/ 0 w 179"/>
                <a:gd name="T19" fmla="*/ 0 h 89"/>
                <a:gd name="T20" fmla="*/ 0 w 179"/>
                <a:gd name="T21" fmla="*/ 0 h 89"/>
                <a:gd name="T22" fmla="*/ 0 w 179"/>
                <a:gd name="T23" fmla="*/ 0 h 89"/>
                <a:gd name="T24" fmla="*/ 0 w 179"/>
                <a:gd name="T25" fmla="*/ 0 h 89"/>
                <a:gd name="T26" fmla="*/ 0 w 179"/>
                <a:gd name="T27" fmla="*/ 0 h 89"/>
                <a:gd name="T28" fmla="*/ 0 w 179"/>
                <a:gd name="T29" fmla="*/ 0 h 89"/>
                <a:gd name="T30" fmla="*/ 0 w 179"/>
                <a:gd name="T31" fmla="*/ 0 h 89"/>
                <a:gd name="T32" fmla="*/ 0 w 179"/>
                <a:gd name="T33" fmla="*/ 0 h 89"/>
                <a:gd name="T34" fmla="*/ 0 w 179"/>
                <a:gd name="T35" fmla="*/ 0 h 89"/>
                <a:gd name="T36" fmla="*/ 0 w 179"/>
                <a:gd name="T37" fmla="*/ 0 h 89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179" h="89">
                  <a:moveTo>
                    <a:pt x="179" y="0"/>
                  </a:moveTo>
                  <a:lnTo>
                    <a:pt x="177" y="16"/>
                  </a:lnTo>
                  <a:lnTo>
                    <a:pt x="173" y="31"/>
                  </a:lnTo>
                  <a:lnTo>
                    <a:pt x="166" y="45"/>
                  </a:lnTo>
                  <a:lnTo>
                    <a:pt x="158" y="58"/>
                  </a:lnTo>
                  <a:lnTo>
                    <a:pt x="146" y="69"/>
                  </a:lnTo>
                  <a:lnTo>
                    <a:pt x="134" y="78"/>
                  </a:lnTo>
                  <a:lnTo>
                    <a:pt x="120" y="84"/>
                  </a:lnTo>
                  <a:lnTo>
                    <a:pt x="105" y="88"/>
                  </a:lnTo>
                  <a:lnTo>
                    <a:pt x="89" y="89"/>
                  </a:lnTo>
                  <a:lnTo>
                    <a:pt x="73" y="88"/>
                  </a:lnTo>
                  <a:lnTo>
                    <a:pt x="58" y="84"/>
                  </a:lnTo>
                  <a:lnTo>
                    <a:pt x="45" y="78"/>
                  </a:lnTo>
                  <a:lnTo>
                    <a:pt x="32" y="69"/>
                  </a:lnTo>
                  <a:lnTo>
                    <a:pt x="20" y="58"/>
                  </a:lnTo>
                  <a:lnTo>
                    <a:pt x="12" y="45"/>
                  </a:lnTo>
                  <a:lnTo>
                    <a:pt x="6" y="31"/>
                  </a:lnTo>
                  <a:lnTo>
                    <a:pt x="1" y="16"/>
                  </a:ln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1" name="Freeform 402">
              <a:extLst>
                <a:ext uri="{FF2B5EF4-FFF2-40B4-BE49-F238E27FC236}">
                  <a16:creationId xmlns:a16="http://schemas.microsoft.com/office/drawing/2014/main" id="{D3ED955F-BF0B-6631-F661-61561A1783A4}"/>
                </a:ext>
              </a:extLst>
            </p:cNvPr>
            <p:cNvSpPr>
              <a:spLocks/>
            </p:cNvSpPr>
            <p:nvPr/>
          </p:nvSpPr>
          <p:spPr bwMode="auto">
            <a:xfrm>
              <a:off x="2184" y="1337"/>
              <a:ext cx="25" cy="92"/>
            </a:xfrm>
            <a:custGeom>
              <a:avLst/>
              <a:gdLst>
                <a:gd name="T0" fmla="*/ 0 w 179"/>
                <a:gd name="T1" fmla="*/ 0 h 642"/>
                <a:gd name="T2" fmla="*/ 0 w 179"/>
                <a:gd name="T3" fmla="*/ 0 h 642"/>
                <a:gd name="T4" fmla="*/ 0 w 179"/>
                <a:gd name="T5" fmla="*/ 0 h 642"/>
                <a:gd name="T6" fmla="*/ 0 w 179"/>
                <a:gd name="T7" fmla="*/ 0 h 642"/>
                <a:gd name="T8" fmla="*/ 0 w 179"/>
                <a:gd name="T9" fmla="*/ 0 h 642"/>
                <a:gd name="T10" fmla="*/ 0 w 179"/>
                <a:gd name="T11" fmla="*/ 0 h 642"/>
                <a:gd name="T12" fmla="*/ 0 w 179"/>
                <a:gd name="T13" fmla="*/ 0 h 64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79" h="642">
                  <a:moveTo>
                    <a:pt x="0" y="642"/>
                  </a:moveTo>
                  <a:lnTo>
                    <a:pt x="89" y="642"/>
                  </a:lnTo>
                  <a:lnTo>
                    <a:pt x="179" y="642"/>
                  </a:lnTo>
                  <a:lnTo>
                    <a:pt x="179" y="0"/>
                  </a:lnTo>
                  <a:lnTo>
                    <a:pt x="89" y="0"/>
                  </a:lnTo>
                  <a:lnTo>
                    <a:pt x="0" y="0"/>
                  </a:lnTo>
                  <a:lnTo>
                    <a:pt x="0" y="64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2" name="Freeform 403">
              <a:extLst>
                <a:ext uri="{FF2B5EF4-FFF2-40B4-BE49-F238E27FC236}">
                  <a16:creationId xmlns:a16="http://schemas.microsoft.com/office/drawing/2014/main" id="{685FF13C-7522-874A-290A-B2C9FD5E65F6}"/>
                </a:ext>
              </a:extLst>
            </p:cNvPr>
            <p:cNvSpPr>
              <a:spLocks/>
            </p:cNvSpPr>
            <p:nvPr/>
          </p:nvSpPr>
          <p:spPr bwMode="auto">
            <a:xfrm>
              <a:off x="2184" y="1337"/>
              <a:ext cx="25" cy="92"/>
            </a:xfrm>
            <a:custGeom>
              <a:avLst/>
              <a:gdLst>
                <a:gd name="T0" fmla="*/ 0 w 179"/>
                <a:gd name="T1" fmla="*/ 0 h 642"/>
                <a:gd name="T2" fmla="*/ 0 w 179"/>
                <a:gd name="T3" fmla="*/ 0 h 642"/>
                <a:gd name="T4" fmla="*/ 0 w 179"/>
                <a:gd name="T5" fmla="*/ 0 h 642"/>
                <a:gd name="T6" fmla="*/ 0 w 179"/>
                <a:gd name="T7" fmla="*/ 0 h 642"/>
                <a:gd name="T8" fmla="*/ 0 w 179"/>
                <a:gd name="T9" fmla="*/ 0 h 642"/>
                <a:gd name="T10" fmla="*/ 0 w 179"/>
                <a:gd name="T11" fmla="*/ 0 h 642"/>
                <a:gd name="T12" fmla="*/ 0 w 179"/>
                <a:gd name="T13" fmla="*/ 0 h 64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79" h="642">
                  <a:moveTo>
                    <a:pt x="0" y="642"/>
                  </a:moveTo>
                  <a:lnTo>
                    <a:pt x="89" y="642"/>
                  </a:lnTo>
                  <a:lnTo>
                    <a:pt x="179" y="642"/>
                  </a:lnTo>
                  <a:lnTo>
                    <a:pt x="179" y="0"/>
                  </a:lnTo>
                  <a:lnTo>
                    <a:pt x="89" y="0"/>
                  </a:lnTo>
                  <a:lnTo>
                    <a:pt x="0" y="0"/>
                  </a:lnTo>
                  <a:lnTo>
                    <a:pt x="0" y="642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3" name="Freeform 404">
              <a:extLst>
                <a:ext uri="{FF2B5EF4-FFF2-40B4-BE49-F238E27FC236}">
                  <a16:creationId xmlns:a16="http://schemas.microsoft.com/office/drawing/2014/main" id="{EC2CF595-C567-974C-8D76-BF9A18F2BEF6}"/>
                </a:ext>
              </a:extLst>
            </p:cNvPr>
            <p:cNvSpPr>
              <a:spLocks/>
            </p:cNvSpPr>
            <p:nvPr/>
          </p:nvSpPr>
          <p:spPr bwMode="auto">
            <a:xfrm>
              <a:off x="2184" y="1324"/>
              <a:ext cx="25" cy="13"/>
            </a:xfrm>
            <a:custGeom>
              <a:avLst/>
              <a:gdLst>
                <a:gd name="T0" fmla="*/ 0 w 179"/>
                <a:gd name="T1" fmla="*/ 0 h 90"/>
                <a:gd name="T2" fmla="*/ 0 w 179"/>
                <a:gd name="T3" fmla="*/ 0 h 90"/>
                <a:gd name="T4" fmla="*/ 0 w 179"/>
                <a:gd name="T5" fmla="*/ 0 h 90"/>
                <a:gd name="T6" fmla="*/ 0 w 179"/>
                <a:gd name="T7" fmla="*/ 0 h 90"/>
                <a:gd name="T8" fmla="*/ 0 w 179"/>
                <a:gd name="T9" fmla="*/ 0 h 90"/>
                <a:gd name="T10" fmla="*/ 0 w 179"/>
                <a:gd name="T11" fmla="*/ 0 h 90"/>
                <a:gd name="T12" fmla="*/ 0 w 179"/>
                <a:gd name="T13" fmla="*/ 0 h 90"/>
                <a:gd name="T14" fmla="*/ 0 w 179"/>
                <a:gd name="T15" fmla="*/ 0 h 90"/>
                <a:gd name="T16" fmla="*/ 0 w 179"/>
                <a:gd name="T17" fmla="*/ 0 h 90"/>
                <a:gd name="T18" fmla="*/ 0 w 179"/>
                <a:gd name="T19" fmla="*/ 0 h 90"/>
                <a:gd name="T20" fmla="*/ 0 w 179"/>
                <a:gd name="T21" fmla="*/ 0 h 90"/>
                <a:gd name="T22" fmla="*/ 0 w 179"/>
                <a:gd name="T23" fmla="*/ 0 h 90"/>
                <a:gd name="T24" fmla="*/ 0 w 179"/>
                <a:gd name="T25" fmla="*/ 0 h 90"/>
                <a:gd name="T26" fmla="*/ 0 w 179"/>
                <a:gd name="T27" fmla="*/ 0 h 90"/>
                <a:gd name="T28" fmla="*/ 0 w 179"/>
                <a:gd name="T29" fmla="*/ 0 h 90"/>
                <a:gd name="T30" fmla="*/ 0 w 179"/>
                <a:gd name="T31" fmla="*/ 0 h 90"/>
                <a:gd name="T32" fmla="*/ 0 w 179"/>
                <a:gd name="T33" fmla="*/ 0 h 90"/>
                <a:gd name="T34" fmla="*/ 0 w 179"/>
                <a:gd name="T35" fmla="*/ 0 h 90"/>
                <a:gd name="T36" fmla="*/ 0 w 179"/>
                <a:gd name="T37" fmla="*/ 0 h 90"/>
                <a:gd name="T38" fmla="*/ 0 w 179"/>
                <a:gd name="T39" fmla="*/ 0 h 90"/>
                <a:gd name="T40" fmla="*/ 0 w 179"/>
                <a:gd name="T41" fmla="*/ 0 h 90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179" h="90">
                  <a:moveTo>
                    <a:pt x="89" y="90"/>
                  </a:moveTo>
                  <a:lnTo>
                    <a:pt x="0" y="90"/>
                  </a:lnTo>
                  <a:lnTo>
                    <a:pt x="1" y="74"/>
                  </a:lnTo>
                  <a:lnTo>
                    <a:pt x="6" y="59"/>
                  </a:lnTo>
                  <a:lnTo>
                    <a:pt x="12" y="45"/>
                  </a:lnTo>
                  <a:lnTo>
                    <a:pt x="20" y="33"/>
                  </a:lnTo>
                  <a:lnTo>
                    <a:pt x="32" y="21"/>
                  </a:lnTo>
                  <a:lnTo>
                    <a:pt x="45" y="12"/>
                  </a:lnTo>
                  <a:lnTo>
                    <a:pt x="58" y="6"/>
                  </a:lnTo>
                  <a:lnTo>
                    <a:pt x="73" y="2"/>
                  </a:lnTo>
                  <a:lnTo>
                    <a:pt x="89" y="0"/>
                  </a:lnTo>
                  <a:lnTo>
                    <a:pt x="105" y="2"/>
                  </a:lnTo>
                  <a:lnTo>
                    <a:pt x="120" y="6"/>
                  </a:lnTo>
                  <a:lnTo>
                    <a:pt x="134" y="12"/>
                  </a:lnTo>
                  <a:lnTo>
                    <a:pt x="146" y="21"/>
                  </a:lnTo>
                  <a:lnTo>
                    <a:pt x="158" y="33"/>
                  </a:lnTo>
                  <a:lnTo>
                    <a:pt x="166" y="45"/>
                  </a:lnTo>
                  <a:lnTo>
                    <a:pt x="173" y="59"/>
                  </a:lnTo>
                  <a:lnTo>
                    <a:pt x="177" y="74"/>
                  </a:lnTo>
                  <a:lnTo>
                    <a:pt x="179" y="90"/>
                  </a:lnTo>
                  <a:lnTo>
                    <a:pt x="89" y="9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4" name="Freeform 405">
              <a:extLst>
                <a:ext uri="{FF2B5EF4-FFF2-40B4-BE49-F238E27FC236}">
                  <a16:creationId xmlns:a16="http://schemas.microsoft.com/office/drawing/2014/main" id="{CF7849CB-5925-1AD7-86A5-527168E2A84F}"/>
                </a:ext>
              </a:extLst>
            </p:cNvPr>
            <p:cNvSpPr>
              <a:spLocks/>
            </p:cNvSpPr>
            <p:nvPr/>
          </p:nvSpPr>
          <p:spPr bwMode="auto">
            <a:xfrm>
              <a:off x="2184" y="1324"/>
              <a:ext cx="25" cy="13"/>
            </a:xfrm>
            <a:custGeom>
              <a:avLst/>
              <a:gdLst>
                <a:gd name="T0" fmla="*/ 0 w 179"/>
                <a:gd name="T1" fmla="*/ 0 h 90"/>
                <a:gd name="T2" fmla="*/ 0 w 179"/>
                <a:gd name="T3" fmla="*/ 0 h 90"/>
                <a:gd name="T4" fmla="*/ 0 w 179"/>
                <a:gd name="T5" fmla="*/ 0 h 90"/>
                <a:gd name="T6" fmla="*/ 0 w 179"/>
                <a:gd name="T7" fmla="*/ 0 h 90"/>
                <a:gd name="T8" fmla="*/ 0 w 179"/>
                <a:gd name="T9" fmla="*/ 0 h 90"/>
                <a:gd name="T10" fmla="*/ 0 w 179"/>
                <a:gd name="T11" fmla="*/ 0 h 90"/>
                <a:gd name="T12" fmla="*/ 0 w 179"/>
                <a:gd name="T13" fmla="*/ 0 h 90"/>
                <a:gd name="T14" fmla="*/ 0 w 179"/>
                <a:gd name="T15" fmla="*/ 0 h 90"/>
                <a:gd name="T16" fmla="*/ 0 w 179"/>
                <a:gd name="T17" fmla="*/ 0 h 90"/>
                <a:gd name="T18" fmla="*/ 0 w 179"/>
                <a:gd name="T19" fmla="*/ 0 h 90"/>
                <a:gd name="T20" fmla="*/ 0 w 179"/>
                <a:gd name="T21" fmla="*/ 0 h 90"/>
                <a:gd name="T22" fmla="*/ 0 w 179"/>
                <a:gd name="T23" fmla="*/ 0 h 90"/>
                <a:gd name="T24" fmla="*/ 0 w 179"/>
                <a:gd name="T25" fmla="*/ 0 h 90"/>
                <a:gd name="T26" fmla="*/ 0 w 179"/>
                <a:gd name="T27" fmla="*/ 0 h 90"/>
                <a:gd name="T28" fmla="*/ 0 w 179"/>
                <a:gd name="T29" fmla="*/ 0 h 90"/>
                <a:gd name="T30" fmla="*/ 0 w 179"/>
                <a:gd name="T31" fmla="*/ 0 h 90"/>
                <a:gd name="T32" fmla="*/ 0 w 179"/>
                <a:gd name="T33" fmla="*/ 0 h 90"/>
                <a:gd name="T34" fmla="*/ 0 w 179"/>
                <a:gd name="T35" fmla="*/ 0 h 90"/>
                <a:gd name="T36" fmla="*/ 0 w 179"/>
                <a:gd name="T37" fmla="*/ 0 h 90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179" h="90">
                  <a:moveTo>
                    <a:pt x="0" y="90"/>
                  </a:moveTo>
                  <a:lnTo>
                    <a:pt x="1" y="74"/>
                  </a:lnTo>
                  <a:lnTo>
                    <a:pt x="6" y="59"/>
                  </a:lnTo>
                  <a:lnTo>
                    <a:pt x="12" y="45"/>
                  </a:lnTo>
                  <a:lnTo>
                    <a:pt x="20" y="33"/>
                  </a:lnTo>
                  <a:lnTo>
                    <a:pt x="32" y="21"/>
                  </a:lnTo>
                  <a:lnTo>
                    <a:pt x="45" y="12"/>
                  </a:lnTo>
                  <a:lnTo>
                    <a:pt x="58" y="6"/>
                  </a:lnTo>
                  <a:lnTo>
                    <a:pt x="73" y="2"/>
                  </a:lnTo>
                  <a:lnTo>
                    <a:pt x="89" y="0"/>
                  </a:lnTo>
                  <a:lnTo>
                    <a:pt x="105" y="2"/>
                  </a:lnTo>
                  <a:lnTo>
                    <a:pt x="120" y="6"/>
                  </a:lnTo>
                  <a:lnTo>
                    <a:pt x="134" y="12"/>
                  </a:lnTo>
                  <a:lnTo>
                    <a:pt x="146" y="21"/>
                  </a:lnTo>
                  <a:lnTo>
                    <a:pt x="158" y="33"/>
                  </a:lnTo>
                  <a:lnTo>
                    <a:pt x="166" y="45"/>
                  </a:lnTo>
                  <a:lnTo>
                    <a:pt x="173" y="59"/>
                  </a:lnTo>
                  <a:lnTo>
                    <a:pt x="177" y="74"/>
                  </a:lnTo>
                  <a:lnTo>
                    <a:pt x="179" y="9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5" name="Freeform 406">
              <a:extLst>
                <a:ext uri="{FF2B5EF4-FFF2-40B4-BE49-F238E27FC236}">
                  <a16:creationId xmlns:a16="http://schemas.microsoft.com/office/drawing/2014/main" id="{9D175C50-1B63-7149-0AC2-484E5B7F6445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2" y="1429"/>
              <a:ext cx="26" cy="13"/>
            </a:xfrm>
            <a:custGeom>
              <a:avLst/>
              <a:gdLst>
                <a:gd name="T0" fmla="*/ 0 w 179"/>
                <a:gd name="T1" fmla="*/ 0 h 89"/>
                <a:gd name="T2" fmla="*/ 0 w 179"/>
                <a:gd name="T3" fmla="*/ 0 h 89"/>
                <a:gd name="T4" fmla="*/ 0 w 179"/>
                <a:gd name="T5" fmla="*/ 0 h 89"/>
                <a:gd name="T6" fmla="*/ 0 w 179"/>
                <a:gd name="T7" fmla="*/ 0 h 89"/>
                <a:gd name="T8" fmla="*/ 0 w 179"/>
                <a:gd name="T9" fmla="*/ 0 h 89"/>
                <a:gd name="T10" fmla="*/ 0 w 179"/>
                <a:gd name="T11" fmla="*/ 0 h 89"/>
                <a:gd name="T12" fmla="*/ 0 w 179"/>
                <a:gd name="T13" fmla="*/ 0 h 89"/>
                <a:gd name="T14" fmla="*/ 0 w 179"/>
                <a:gd name="T15" fmla="*/ 0 h 89"/>
                <a:gd name="T16" fmla="*/ 0 w 179"/>
                <a:gd name="T17" fmla="*/ 0 h 89"/>
                <a:gd name="T18" fmla="*/ 0 w 179"/>
                <a:gd name="T19" fmla="*/ 0 h 89"/>
                <a:gd name="T20" fmla="*/ 0 w 179"/>
                <a:gd name="T21" fmla="*/ 0 h 89"/>
                <a:gd name="T22" fmla="*/ 0 w 179"/>
                <a:gd name="T23" fmla="*/ 0 h 89"/>
                <a:gd name="T24" fmla="*/ 0 w 179"/>
                <a:gd name="T25" fmla="*/ 0 h 89"/>
                <a:gd name="T26" fmla="*/ 0 w 179"/>
                <a:gd name="T27" fmla="*/ 0 h 89"/>
                <a:gd name="T28" fmla="*/ 0 w 179"/>
                <a:gd name="T29" fmla="*/ 0 h 89"/>
                <a:gd name="T30" fmla="*/ 0 w 179"/>
                <a:gd name="T31" fmla="*/ 0 h 89"/>
                <a:gd name="T32" fmla="*/ 0 w 179"/>
                <a:gd name="T33" fmla="*/ 0 h 89"/>
                <a:gd name="T34" fmla="*/ 0 w 179"/>
                <a:gd name="T35" fmla="*/ 0 h 89"/>
                <a:gd name="T36" fmla="*/ 0 w 179"/>
                <a:gd name="T37" fmla="*/ 0 h 89"/>
                <a:gd name="T38" fmla="*/ 0 w 179"/>
                <a:gd name="T39" fmla="*/ 0 h 89"/>
                <a:gd name="T40" fmla="*/ 0 w 179"/>
                <a:gd name="T41" fmla="*/ 0 h 89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179" h="89">
                  <a:moveTo>
                    <a:pt x="89" y="0"/>
                  </a:moveTo>
                  <a:lnTo>
                    <a:pt x="179" y="0"/>
                  </a:lnTo>
                  <a:lnTo>
                    <a:pt x="177" y="16"/>
                  </a:lnTo>
                  <a:lnTo>
                    <a:pt x="173" y="31"/>
                  </a:lnTo>
                  <a:lnTo>
                    <a:pt x="167" y="45"/>
                  </a:lnTo>
                  <a:lnTo>
                    <a:pt x="158" y="58"/>
                  </a:lnTo>
                  <a:lnTo>
                    <a:pt x="146" y="69"/>
                  </a:lnTo>
                  <a:lnTo>
                    <a:pt x="134" y="78"/>
                  </a:lnTo>
                  <a:lnTo>
                    <a:pt x="120" y="84"/>
                  </a:lnTo>
                  <a:lnTo>
                    <a:pt x="105" y="88"/>
                  </a:lnTo>
                  <a:lnTo>
                    <a:pt x="89" y="89"/>
                  </a:lnTo>
                  <a:lnTo>
                    <a:pt x="73" y="88"/>
                  </a:lnTo>
                  <a:lnTo>
                    <a:pt x="59" y="84"/>
                  </a:lnTo>
                  <a:lnTo>
                    <a:pt x="45" y="78"/>
                  </a:lnTo>
                  <a:lnTo>
                    <a:pt x="32" y="69"/>
                  </a:lnTo>
                  <a:lnTo>
                    <a:pt x="20" y="58"/>
                  </a:lnTo>
                  <a:lnTo>
                    <a:pt x="12" y="45"/>
                  </a:lnTo>
                  <a:lnTo>
                    <a:pt x="6" y="31"/>
                  </a:lnTo>
                  <a:lnTo>
                    <a:pt x="1" y="16"/>
                  </a:lnTo>
                  <a:lnTo>
                    <a:pt x="0" y="0"/>
                  </a:lnTo>
                  <a:lnTo>
                    <a:pt x="8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6" name="Freeform 407">
              <a:extLst>
                <a:ext uri="{FF2B5EF4-FFF2-40B4-BE49-F238E27FC236}">
                  <a16:creationId xmlns:a16="http://schemas.microsoft.com/office/drawing/2014/main" id="{D80CFF3D-780E-EF21-BF75-226C8C09C9D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2" y="1429"/>
              <a:ext cx="26" cy="13"/>
            </a:xfrm>
            <a:custGeom>
              <a:avLst/>
              <a:gdLst>
                <a:gd name="T0" fmla="*/ 0 w 179"/>
                <a:gd name="T1" fmla="*/ 0 h 89"/>
                <a:gd name="T2" fmla="*/ 0 w 179"/>
                <a:gd name="T3" fmla="*/ 0 h 89"/>
                <a:gd name="T4" fmla="*/ 0 w 179"/>
                <a:gd name="T5" fmla="*/ 0 h 89"/>
                <a:gd name="T6" fmla="*/ 0 w 179"/>
                <a:gd name="T7" fmla="*/ 0 h 89"/>
                <a:gd name="T8" fmla="*/ 0 w 179"/>
                <a:gd name="T9" fmla="*/ 0 h 89"/>
                <a:gd name="T10" fmla="*/ 0 w 179"/>
                <a:gd name="T11" fmla="*/ 0 h 89"/>
                <a:gd name="T12" fmla="*/ 0 w 179"/>
                <a:gd name="T13" fmla="*/ 0 h 89"/>
                <a:gd name="T14" fmla="*/ 0 w 179"/>
                <a:gd name="T15" fmla="*/ 0 h 89"/>
                <a:gd name="T16" fmla="*/ 0 w 179"/>
                <a:gd name="T17" fmla="*/ 0 h 89"/>
                <a:gd name="T18" fmla="*/ 0 w 179"/>
                <a:gd name="T19" fmla="*/ 0 h 89"/>
                <a:gd name="T20" fmla="*/ 0 w 179"/>
                <a:gd name="T21" fmla="*/ 0 h 89"/>
                <a:gd name="T22" fmla="*/ 0 w 179"/>
                <a:gd name="T23" fmla="*/ 0 h 89"/>
                <a:gd name="T24" fmla="*/ 0 w 179"/>
                <a:gd name="T25" fmla="*/ 0 h 89"/>
                <a:gd name="T26" fmla="*/ 0 w 179"/>
                <a:gd name="T27" fmla="*/ 0 h 89"/>
                <a:gd name="T28" fmla="*/ 0 w 179"/>
                <a:gd name="T29" fmla="*/ 0 h 89"/>
                <a:gd name="T30" fmla="*/ 0 w 179"/>
                <a:gd name="T31" fmla="*/ 0 h 89"/>
                <a:gd name="T32" fmla="*/ 0 w 179"/>
                <a:gd name="T33" fmla="*/ 0 h 89"/>
                <a:gd name="T34" fmla="*/ 0 w 179"/>
                <a:gd name="T35" fmla="*/ 0 h 89"/>
                <a:gd name="T36" fmla="*/ 0 w 179"/>
                <a:gd name="T37" fmla="*/ 0 h 89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179" h="89">
                  <a:moveTo>
                    <a:pt x="179" y="0"/>
                  </a:moveTo>
                  <a:lnTo>
                    <a:pt x="177" y="16"/>
                  </a:lnTo>
                  <a:lnTo>
                    <a:pt x="173" y="31"/>
                  </a:lnTo>
                  <a:lnTo>
                    <a:pt x="167" y="45"/>
                  </a:lnTo>
                  <a:lnTo>
                    <a:pt x="158" y="58"/>
                  </a:lnTo>
                  <a:lnTo>
                    <a:pt x="146" y="69"/>
                  </a:lnTo>
                  <a:lnTo>
                    <a:pt x="134" y="78"/>
                  </a:lnTo>
                  <a:lnTo>
                    <a:pt x="120" y="84"/>
                  </a:lnTo>
                  <a:lnTo>
                    <a:pt x="105" y="88"/>
                  </a:lnTo>
                  <a:lnTo>
                    <a:pt x="89" y="89"/>
                  </a:lnTo>
                  <a:lnTo>
                    <a:pt x="73" y="88"/>
                  </a:lnTo>
                  <a:lnTo>
                    <a:pt x="59" y="84"/>
                  </a:lnTo>
                  <a:lnTo>
                    <a:pt x="45" y="78"/>
                  </a:lnTo>
                  <a:lnTo>
                    <a:pt x="32" y="69"/>
                  </a:lnTo>
                  <a:lnTo>
                    <a:pt x="20" y="58"/>
                  </a:lnTo>
                  <a:lnTo>
                    <a:pt x="12" y="45"/>
                  </a:lnTo>
                  <a:lnTo>
                    <a:pt x="6" y="31"/>
                  </a:lnTo>
                  <a:lnTo>
                    <a:pt x="1" y="16"/>
                  </a:ln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7" name="Freeform 408">
              <a:extLst>
                <a:ext uri="{FF2B5EF4-FFF2-40B4-BE49-F238E27FC236}">
                  <a16:creationId xmlns:a16="http://schemas.microsoft.com/office/drawing/2014/main" id="{A4732C3D-184D-7F16-CBE9-AF3D5EE29B3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2" y="1337"/>
              <a:ext cx="26" cy="92"/>
            </a:xfrm>
            <a:custGeom>
              <a:avLst/>
              <a:gdLst>
                <a:gd name="T0" fmla="*/ 0 w 179"/>
                <a:gd name="T1" fmla="*/ 0 h 642"/>
                <a:gd name="T2" fmla="*/ 0 w 179"/>
                <a:gd name="T3" fmla="*/ 0 h 642"/>
                <a:gd name="T4" fmla="*/ 0 w 179"/>
                <a:gd name="T5" fmla="*/ 0 h 642"/>
                <a:gd name="T6" fmla="*/ 0 w 179"/>
                <a:gd name="T7" fmla="*/ 0 h 642"/>
                <a:gd name="T8" fmla="*/ 0 w 179"/>
                <a:gd name="T9" fmla="*/ 0 h 642"/>
                <a:gd name="T10" fmla="*/ 0 w 179"/>
                <a:gd name="T11" fmla="*/ 0 h 642"/>
                <a:gd name="T12" fmla="*/ 0 w 179"/>
                <a:gd name="T13" fmla="*/ 0 h 64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79" h="642">
                  <a:moveTo>
                    <a:pt x="0" y="642"/>
                  </a:moveTo>
                  <a:lnTo>
                    <a:pt x="89" y="642"/>
                  </a:lnTo>
                  <a:lnTo>
                    <a:pt x="179" y="642"/>
                  </a:lnTo>
                  <a:lnTo>
                    <a:pt x="179" y="0"/>
                  </a:lnTo>
                  <a:lnTo>
                    <a:pt x="89" y="0"/>
                  </a:lnTo>
                  <a:lnTo>
                    <a:pt x="0" y="0"/>
                  </a:lnTo>
                  <a:lnTo>
                    <a:pt x="0" y="64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8" name="Freeform 409">
              <a:extLst>
                <a:ext uri="{FF2B5EF4-FFF2-40B4-BE49-F238E27FC236}">
                  <a16:creationId xmlns:a16="http://schemas.microsoft.com/office/drawing/2014/main" id="{D6ACB3D8-76DC-5784-F37D-0AE97870F36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2" y="1337"/>
              <a:ext cx="26" cy="92"/>
            </a:xfrm>
            <a:custGeom>
              <a:avLst/>
              <a:gdLst>
                <a:gd name="T0" fmla="*/ 0 w 179"/>
                <a:gd name="T1" fmla="*/ 0 h 642"/>
                <a:gd name="T2" fmla="*/ 0 w 179"/>
                <a:gd name="T3" fmla="*/ 0 h 642"/>
                <a:gd name="T4" fmla="*/ 0 w 179"/>
                <a:gd name="T5" fmla="*/ 0 h 642"/>
                <a:gd name="T6" fmla="*/ 0 w 179"/>
                <a:gd name="T7" fmla="*/ 0 h 642"/>
                <a:gd name="T8" fmla="*/ 0 w 179"/>
                <a:gd name="T9" fmla="*/ 0 h 642"/>
                <a:gd name="T10" fmla="*/ 0 w 179"/>
                <a:gd name="T11" fmla="*/ 0 h 642"/>
                <a:gd name="T12" fmla="*/ 0 w 179"/>
                <a:gd name="T13" fmla="*/ 0 h 64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79" h="642">
                  <a:moveTo>
                    <a:pt x="0" y="642"/>
                  </a:moveTo>
                  <a:lnTo>
                    <a:pt x="89" y="642"/>
                  </a:lnTo>
                  <a:lnTo>
                    <a:pt x="179" y="642"/>
                  </a:lnTo>
                  <a:lnTo>
                    <a:pt x="179" y="0"/>
                  </a:lnTo>
                  <a:lnTo>
                    <a:pt x="89" y="0"/>
                  </a:lnTo>
                  <a:lnTo>
                    <a:pt x="0" y="0"/>
                  </a:lnTo>
                  <a:lnTo>
                    <a:pt x="0" y="642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9" name="Freeform 410">
              <a:extLst>
                <a:ext uri="{FF2B5EF4-FFF2-40B4-BE49-F238E27FC236}">
                  <a16:creationId xmlns:a16="http://schemas.microsoft.com/office/drawing/2014/main" id="{D978D659-078D-4198-C870-ACD0767B7515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2" y="1324"/>
              <a:ext cx="26" cy="13"/>
            </a:xfrm>
            <a:custGeom>
              <a:avLst/>
              <a:gdLst>
                <a:gd name="T0" fmla="*/ 0 w 179"/>
                <a:gd name="T1" fmla="*/ 0 h 90"/>
                <a:gd name="T2" fmla="*/ 0 w 179"/>
                <a:gd name="T3" fmla="*/ 0 h 90"/>
                <a:gd name="T4" fmla="*/ 0 w 179"/>
                <a:gd name="T5" fmla="*/ 0 h 90"/>
                <a:gd name="T6" fmla="*/ 0 w 179"/>
                <a:gd name="T7" fmla="*/ 0 h 90"/>
                <a:gd name="T8" fmla="*/ 0 w 179"/>
                <a:gd name="T9" fmla="*/ 0 h 90"/>
                <a:gd name="T10" fmla="*/ 0 w 179"/>
                <a:gd name="T11" fmla="*/ 0 h 90"/>
                <a:gd name="T12" fmla="*/ 0 w 179"/>
                <a:gd name="T13" fmla="*/ 0 h 90"/>
                <a:gd name="T14" fmla="*/ 0 w 179"/>
                <a:gd name="T15" fmla="*/ 0 h 90"/>
                <a:gd name="T16" fmla="*/ 0 w 179"/>
                <a:gd name="T17" fmla="*/ 0 h 90"/>
                <a:gd name="T18" fmla="*/ 0 w 179"/>
                <a:gd name="T19" fmla="*/ 0 h 90"/>
                <a:gd name="T20" fmla="*/ 0 w 179"/>
                <a:gd name="T21" fmla="*/ 0 h 90"/>
                <a:gd name="T22" fmla="*/ 0 w 179"/>
                <a:gd name="T23" fmla="*/ 0 h 90"/>
                <a:gd name="T24" fmla="*/ 0 w 179"/>
                <a:gd name="T25" fmla="*/ 0 h 90"/>
                <a:gd name="T26" fmla="*/ 0 w 179"/>
                <a:gd name="T27" fmla="*/ 0 h 90"/>
                <a:gd name="T28" fmla="*/ 0 w 179"/>
                <a:gd name="T29" fmla="*/ 0 h 90"/>
                <a:gd name="T30" fmla="*/ 0 w 179"/>
                <a:gd name="T31" fmla="*/ 0 h 90"/>
                <a:gd name="T32" fmla="*/ 0 w 179"/>
                <a:gd name="T33" fmla="*/ 0 h 90"/>
                <a:gd name="T34" fmla="*/ 0 w 179"/>
                <a:gd name="T35" fmla="*/ 0 h 90"/>
                <a:gd name="T36" fmla="*/ 0 w 179"/>
                <a:gd name="T37" fmla="*/ 0 h 90"/>
                <a:gd name="T38" fmla="*/ 0 w 179"/>
                <a:gd name="T39" fmla="*/ 0 h 90"/>
                <a:gd name="T40" fmla="*/ 0 w 179"/>
                <a:gd name="T41" fmla="*/ 0 h 90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179" h="90">
                  <a:moveTo>
                    <a:pt x="89" y="90"/>
                  </a:moveTo>
                  <a:lnTo>
                    <a:pt x="0" y="90"/>
                  </a:lnTo>
                  <a:lnTo>
                    <a:pt x="1" y="74"/>
                  </a:lnTo>
                  <a:lnTo>
                    <a:pt x="6" y="59"/>
                  </a:lnTo>
                  <a:lnTo>
                    <a:pt x="12" y="45"/>
                  </a:lnTo>
                  <a:lnTo>
                    <a:pt x="20" y="33"/>
                  </a:lnTo>
                  <a:lnTo>
                    <a:pt x="32" y="21"/>
                  </a:lnTo>
                  <a:lnTo>
                    <a:pt x="45" y="12"/>
                  </a:lnTo>
                  <a:lnTo>
                    <a:pt x="59" y="6"/>
                  </a:lnTo>
                  <a:lnTo>
                    <a:pt x="73" y="2"/>
                  </a:lnTo>
                  <a:lnTo>
                    <a:pt x="89" y="0"/>
                  </a:lnTo>
                  <a:lnTo>
                    <a:pt x="105" y="2"/>
                  </a:lnTo>
                  <a:lnTo>
                    <a:pt x="120" y="6"/>
                  </a:lnTo>
                  <a:lnTo>
                    <a:pt x="134" y="12"/>
                  </a:lnTo>
                  <a:lnTo>
                    <a:pt x="146" y="21"/>
                  </a:lnTo>
                  <a:lnTo>
                    <a:pt x="158" y="33"/>
                  </a:lnTo>
                  <a:lnTo>
                    <a:pt x="167" y="45"/>
                  </a:lnTo>
                  <a:lnTo>
                    <a:pt x="173" y="59"/>
                  </a:lnTo>
                  <a:lnTo>
                    <a:pt x="177" y="74"/>
                  </a:lnTo>
                  <a:lnTo>
                    <a:pt x="179" y="90"/>
                  </a:lnTo>
                  <a:lnTo>
                    <a:pt x="89" y="9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0" name="Freeform 411">
              <a:extLst>
                <a:ext uri="{FF2B5EF4-FFF2-40B4-BE49-F238E27FC236}">
                  <a16:creationId xmlns:a16="http://schemas.microsoft.com/office/drawing/2014/main" id="{6BBEF79E-DBAF-2A57-98F7-477288C86DC9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2" y="1324"/>
              <a:ext cx="26" cy="13"/>
            </a:xfrm>
            <a:custGeom>
              <a:avLst/>
              <a:gdLst>
                <a:gd name="T0" fmla="*/ 0 w 179"/>
                <a:gd name="T1" fmla="*/ 0 h 90"/>
                <a:gd name="T2" fmla="*/ 0 w 179"/>
                <a:gd name="T3" fmla="*/ 0 h 90"/>
                <a:gd name="T4" fmla="*/ 0 w 179"/>
                <a:gd name="T5" fmla="*/ 0 h 90"/>
                <a:gd name="T6" fmla="*/ 0 w 179"/>
                <a:gd name="T7" fmla="*/ 0 h 90"/>
                <a:gd name="T8" fmla="*/ 0 w 179"/>
                <a:gd name="T9" fmla="*/ 0 h 90"/>
                <a:gd name="T10" fmla="*/ 0 w 179"/>
                <a:gd name="T11" fmla="*/ 0 h 90"/>
                <a:gd name="T12" fmla="*/ 0 w 179"/>
                <a:gd name="T13" fmla="*/ 0 h 90"/>
                <a:gd name="T14" fmla="*/ 0 w 179"/>
                <a:gd name="T15" fmla="*/ 0 h 90"/>
                <a:gd name="T16" fmla="*/ 0 w 179"/>
                <a:gd name="T17" fmla="*/ 0 h 90"/>
                <a:gd name="T18" fmla="*/ 0 w 179"/>
                <a:gd name="T19" fmla="*/ 0 h 90"/>
                <a:gd name="T20" fmla="*/ 0 w 179"/>
                <a:gd name="T21" fmla="*/ 0 h 90"/>
                <a:gd name="T22" fmla="*/ 0 w 179"/>
                <a:gd name="T23" fmla="*/ 0 h 90"/>
                <a:gd name="T24" fmla="*/ 0 w 179"/>
                <a:gd name="T25" fmla="*/ 0 h 90"/>
                <a:gd name="T26" fmla="*/ 0 w 179"/>
                <a:gd name="T27" fmla="*/ 0 h 90"/>
                <a:gd name="T28" fmla="*/ 0 w 179"/>
                <a:gd name="T29" fmla="*/ 0 h 90"/>
                <a:gd name="T30" fmla="*/ 0 w 179"/>
                <a:gd name="T31" fmla="*/ 0 h 90"/>
                <a:gd name="T32" fmla="*/ 0 w 179"/>
                <a:gd name="T33" fmla="*/ 0 h 90"/>
                <a:gd name="T34" fmla="*/ 0 w 179"/>
                <a:gd name="T35" fmla="*/ 0 h 90"/>
                <a:gd name="T36" fmla="*/ 0 w 179"/>
                <a:gd name="T37" fmla="*/ 0 h 90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179" h="90">
                  <a:moveTo>
                    <a:pt x="0" y="90"/>
                  </a:moveTo>
                  <a:lnTo>
                    <a:pt x="1" y="74"/>
                  </a:lnTo>
                  <a:lnTo>
                    <a:pt x="6" y="59"/>
                  </a:lnTo>
                  <a:lnTo>
                    <a:pt x="12" y="45"/>
                  </a:lnTo>
                  <a:lnTo>
                    <a:pt x="20" y="33"/>
                  </a:lnTo>
                  <a:lnTo>
                    <a:pt x="32" y="21"/>
                  </a:lnTo>
                  <a:lnTo>
                    <a:pt x="45" y="12"/>
                  </a:lnTo>
                  <a:lnTo>
                    <a:pt x="59" y="6"/>
                  </a:lnTo>
                  <a:lnTo>
                    <a:pt x="73" y="2"/>
                  </a:lnTo>
                  <a:lnTo>
                    <a:pt x="89" y="0"/>
                  </a:lnTo>
                  <a:lnTo>
                    <a:pt x="105" y="2"/>
                  </a:lnTo>
                  <a:lnTo>
                    <a:pt x="120" y="6"/>
                  </a:lnTo>
                  <a:lnTo>
                    <a:pt x="134" y="12"/>
                  </a:lnTo>
                  <a:lnTo>
                    <a:pt x="146" y="21"/>
                  </a:lnTo>
                  <a:lnTo>
                    <a:pt x="158" y="33"/>
                  </a:lnTo>
                  <a:lnTo>
                    <a:pt x="167" y="45"/>
                  </a:lnTo>
                  <a:lnTo>
                    <a:pt x="173" y="59"/>
                  </a:lnTo>
                  <a:lnTo>
                    <a:pt x="177" y="74"/>
                  </a:lnTo>
                  <a:lnTo>
                    <a:pt x="179" y="9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1" name="Freeform 412">
              <a:extLst>
                <a:ext uri="{FF2B5EF4-FFF2-40B4-BE49-F238E27FC236}">
                  <a16:creationId xmlns:a16="http://schemas.microsoft.com/office/drawing/2014/main" id="{F3B8EE89-A138-7D5B-80F4-A8692C75E54D}"/>
                </a:ext>
              </a:extLst>
            </p:cNvPr>
            <p:cNvSpPr>
              <a:spLocks/>
            </p:cNvSpPr>
            <p:nvPr/>
          </p:nvSpPr>
          <p:spPr bwMode="auto">
            <a:xfrm>
              <a:off x="2184" y="2064"/>
              <a:ext cx="13" cy="25"/>
            </a:xfrm>
            <a:custGeom>
              <a:avLst/>
              <a:gdLst>
                <a:gd name="T0" fmla="*/ 0 w 89"/>
                <a:gd name="T1" fmla="*/ 0 h 179"/>
                <a:gd name="T2" fmla="*/ 0 w 89"/>
                <a:gd name="T3" fmla="*/ 0 h 179"/>
                <a:gd name="T4" fmla="*/ 0 w 89"/>
                <a:gd name="T5" fmla="*/ 0 h 179"/>
                <a:gd name="T6" fmla="*/ 0 w 89"/>
                <a:gd name="T7" fmla="*/ 0 h 179"/>
                <a:gd name="T8" fmla="*/ 0 w 89"/>
                <a:gd name="T9" fmla="*/ 0 h 179"/>
                <a:gd name="T10" fmla="*/ 0 w 89"/>
                <a:gd name="T11" fmla="*/ 0 h 179"/>
                <a:gd name="T12" fmla="*/ 0 w 89"/>
                <a:gd name="T13" fmla="*/ 0 h 179"/>
                <a:gd name="T14" fmla="*/ 0 w 89"/>
                <a:gd name="T15" fmla="*/ 0 h 179"/>
                <a:gd name="T16" fmla="*/ 0 w 89"/>
                <a:gd name="T17" fmla="*/ 0 h 179"/>
                <a:gd name="T18" fmla="*/ 0 w 89"/>
                <a:gd name="T19" fmla="*/ 0 h 179"/>
                <a:gd name="T20" fmla="*/ 0 w 89"/>
                <a:gd name="T21" fmla="*/ 0 h 179"/>
                <a:gd name="T22" fmla="*/ 0 w 89"/>
                <a:gd name="T23" fmla="*/ 0 h 179"/>
                <a:gd name="T24" fmla="*/ 0 w 89"/>
                <a:gd name="T25" fmla="*/ 0 h 179"/>
                <a:gd name="T26" fmla="*/ 0 w 89"/>
                <a:gd name="T27" fmla="*/ 0 h 179"/>
                <a:gd name="T28" fmla="*/ 0 w 89"/>
                <a:gd name="T29" fmla="*/ 0 h 179"/>
                <a:gd name="T30" fmla="*/ 0 w 89"/>
                <a:gd name="T31" fmla="*/ 0 h 179"/>
                <a:gd name="T32" fmla="*/ 0 w 89"/>
                <a:gd name="T33" fmla="*/ 0 h 179"/>
                <a:gd name="T34" fmla="*/ 0 w 89"/>
                <a:gd name="T35" fmla="*/ 0 h 179"/>
                <a:gd name="T36" fmla="*/ 0 w 89"/>
                <a:gd name="T37" fmla="*/ 0 h 179"/>
                <a:gd name="T38" fmla="*/ 0 w 89"/>
                <a:gd name="T39" fmla="*/ 0 h 179"/>
                <a:gd name="T40" fmla="*/ 0 w 89"/>
                <a:gd name="T41" fmla="*/ 0 h 179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89" h="179">
                  <a:moveTo>
                    <a:pt x="89" y="90"/>
                  </a:moveTo>
                  <a:lnTo>
                    <a:pt x="89" y="179"/>
                  </a:lnTo>
                  <a:lnTo>
                    <a:pt x="73" y="178"/>
                  </a:lnTo>
                  <a:lnTo>
                    <a:pt x="58" y="174"/>
                  </a:lnTo>
                  <a:lnTo>
                    <a:pt x="45" y="167"/>
                  </a:lnTo>
                  <a:lnTo>
                    <a:pt x="32" y="159"/>
                  </a:lnTo>
                  <a:lnTo>
                    <a:pt x="20" y="147"/>
                  </a:lnTo>
                  <a:lnTo>
                    <a:pt x="12" y="135"/>
                  </a:lnTo>
                  <a:lnTo>
                    <a:pt x="6" y="121"/>
                  </a:lnTo>
                  <a:lnTo>
                    <a:pt x="1" y="106"/>
                  </a:lnTo>
                  <a:lnTo>
                    <a:pt x="0" y="90"/>
                  </a:lnTo>
                  <a:lnTo>
                    <a:pt x="1" y="74"/>
                  </a:lnTo>
                  <a:lnTo>
                    <a:pt x="6" y="59"/>
                  </a:lnTo>
                  <a:lnTo>
                    <a:pt x="12" y="46"/>
                  </a:lnTo>
                  <a:lnTo>
                    <a:pt x="20" y="33"/>
                  </a:lnTo>
                  <a:lnTo>
                    <a:pt x="32" y="21"/>
                  </a:lnTo>
                  <a:lnTo>
                    <a:pt x="45" y="13"/>
                  </a:lnTo>
                  <a:lnTo>
                    <a:pt x="58" y="6"/>
                  </a:lnTo>
                  <a:lnTo>
                    <a:pt x="73" y="2"/>
                  </a:lnTo>
                  <a:lnTo>
                    <a:pt x="89" y="0"/>
                  </a:lnTo>
                  <a:lnTo>
                    <a:pt x="89" y="9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2" name="Freeform 413">
              <a:extLst>
                <a:ext uri="{FF2B5EF4-FFF2-40B4-BE49-F238E27FC236}">
                  <a16:creationId xmlns:a16="http://schemas.microsoft.com/office/drawing/2014/main" id="{63142D56-22BC-CF00-0E30-CBF3426CD98B}"/>
                </a:ext>
              </a:extLst>
            </p:cNvPr>
            <p:cNvSpPr>
              <a:spLocks/>
            </p:cNvSpPr>
            <p:nvPr/>
          </p:nvSpPr>
          <p:spPr bwMode="auto">
            <a:xfrm>
              <a:off x="2184" y="2064"/>
              <a:ext cx="13" cy="25"/>
            </a:xfrm>
            <a:custGeom>
              <a:avLst/>
              <a:gdLst>
                <a:gd name="T0" fmla="*/ 0 w 89"/>
                <a:gd name="T1" fmla="*/ 0 h 179"/>
                <a:gd name="T2" fmla="*/ 0 w 89"/>
                <a:gd name="T3" fmla="*/ 0 h 179"/>
                <a:gd name="T4" fmla="*/ 0 w 89"/>
                <a:gd name="T5" fmla="*/ 0 h 179"/>
                <a:gd name="T6" fmla="*/ 0 w 89"/>
                <a:gd name="T7" fmla="*/ 0 h 179"/>
                <a:gd name="T8" fmla="*/ 0 w 89"/>
                <a:gd name="T9" fmla="*/ 0 h 179"/>
                <a:gd name="T10" fmla="*/ 0 w 89"/>
                <a:gd name="T11" fmla="*/ 0 h 179"/>
                <a:gd name="T12" fmla="*/ 0 w 89"/>
                <a:gd name="T13" fmla="*/ 0 h 179"/>
                <a:gd name="T14" fmla="*/ 0 w 89"/>
                <a:gd name="T15" fmla="*/ 0 h 179"/>
                <a:gd name="T16" fmla="*/ 0 w 89"/>
                <a:gd name="T17" fmla="*/ 0 h 179"/>
                <a:gd name="T18" fmla="*/ 0 w 89"/>
                <a:gd name="T19" fmla="*/ 0 h 179"/>
                <a:gd name="T20" fmla="*/ 0 w 89"/>
                <a:gd name="T21" fmla="*/ 0 h 179"/>
                <a:gd name="T22" fmla="*/ 0 w 89"/>
                <a:gd name="T23" fmla="*/ 0 h 179"/>
                <a:gd name="T24" fmla="*/ 0 w 89"/>
                <a:gd name="T25" fmla="*/ 0 h 179"/>
                <a:gd name="T26" fmla="*/ 0 w 89"/>
                <a:gd name="T27" fmla="*/ 0 h 179"/>
                <a:gd name="T28" fmla="*/ 0 w 89"/>
                <a:gd name="T29" fmla="*/ 0 h 179"/>
                <a:gd name="T30" fmla="*/ 0 w 89"/>
                <a:gd name="T31" fmla="*/ 0 h 179"/>
                <a:gd name="T32" fmla="*/ 0 w 89"/>
                <a:gd name="T33" fmla="*/ 0 h 179"/>
                <a:gd name="T34" fmla="*/ 0 w 89"/>
                <a:gd name="T35" fmla="*/ 0 h 179"/>
                <a:gd name="T36" fmla="*/ 0 w 89"/>
                <a:gd name="T37" fmla="*/ 0 h 179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89" h="179">
                  <a:moveTo>
                    <a:pt x="89" y="179"/>
                  </a:moveTo>
                  <a:lnTo>
                    <a:pt x="73" y="178"/>
                  </a:lnTo>
                  <a:lnTo>
                    <a:pt x="58" y="174"/>
                  </a:lnTo>
                  <a:lnTo>
                    <a:pt x="45" y="167"/>
                  </a:lnTo>
                  <a:lnTo>
                    <a:pt x="32" y="159"/>
                  </a:lnTo>
                  <a:lnTo>
                    <a:pt x="20" y="147"/>
                  </a:lnTo>
                  <a:lnTo>
                    <a:pt x="12" y="135"/>
                  </a:lnTo>
                  <a:lnTo>
                    <a:pt x="6" y="121"/>
                  </a:lnTo>
                  <a:lnTo>
                    <a:pt x="1" y="106"/>
                  </a:lnTo>
                  <a:lnTo>
                    <a:pt x="0" y="90"/>
                  </a:lnTo>
                  <a:lnTo>
                    <a:pt x="1" y="74"/>
                  </a:lnTo>
                  <a:lnTo>
                    <a:pt x="6" y="59"/>
                  </a:lnTo>
                  <a:lnTo>
                    <a:pt x="12" y="46"/>
                  </a:lnTo>
                  <a:lnTo>
                    <a:pt x="20" y="33"/>
                  </a:lnTo>
                  <a:lnTo>
                    <a:pt x="32" y="21"/>
                  </a:lnTo>
                  <a:lnTo>
                    <a:pt x="45" y="13"/>
                  </a:lnTo>
                  <a:lnTo>
                    <a:pt x="58" y="6"/>
                  </a:lnTo>
                  <a:lnTo>
                    <a:pt x="73" y="2"/>
                  </a:lnTo>
                  <a:lnTo>
                    <a:pt x="89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3" name="Freeform 414">
              <a:extLst>
                <a:ext uri="{FF2B5EF4-FFF2-40B4-BE49-F238E27FC236}">
                  <a16:creationId xmlns:a16="http://schemas.microsoft.com/office/drawing/2014/main" id="{B8C255D5-89A4-1AD8-5CDA-5A1221E71526}"/>
                </a:ext>
              </a:extLst>
            </p:cNvPr>
            <p:cNvSpPr>
              <a:spLocks/>
            </p:cNvSpPr>
            <p:nvPr/>
          </p:nvSpPr>
          <p:spPr bwMode="auto">
            <a:xfrm>
              <a:off x="2197" y="2064"/>
              <a:ext cx="658" cy="25"/>
            </a:xfrm>
            <a:custGeom>
              <a:avLst/>
              <a:gdLst>
                <a:gd name="T0" fmla="*/ 0 w 4610"/>
                <a:gd name="T1" fmla="*/ 0 h 179"/>
                <a:gd name="T2" fmla="*/ 0 w 4610"/>
                <a:gd name="T3" fmla="*/ 0 h 179"/>
                <a:gd name="T4" fmla="*/ 0 w 4610"/>
                <a:gd name="T5" fmla="*/ 0 h 179"/>
                <a:gd name="T6" fmla="*/ 0 w 4610"/>
                <a:gd name="T7" fmla="*/ 0 h 179"/>
                <a:gd name="T8" fmla="*/ 0 w 4610"/>
                <a:gd name="T9" fmla="*/ 0 h 179"/>
                <a:gd name="T10" fmla="*/ 0 w 4610"/>
                <a:gd name="T11" fmla="*/ 0 h 179"/>
                <a:gd name="T12" fmla="*/ 0 w 4610"/>
                <a:gd name="T13" fmla="*/ 0 h 17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610" h="179">
                  <a:moveTo>
                    <a:pt x="0" y="0"/>
                  </a:moveTo>
                  <a:lnTo>
                    <a:pt x="0" y="90"/>
                  </a:lnTo>
                  <a:lnTo>
                    <a:pt x="0" y="179"/>
                  </a:lnTo>
                  <a:lnTo>
                    <a:pt x="4610" y="179"/>
                  </a:lnTo>
                  <a:lnTo>
                    <a:pt x="4610" y="90"/>
                  </a:lnTo>
                  <a:lnTo>
                    <a:pt x="461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4" name="Freeform 415">
              <a:extLst>
                <a:ext uri="{FF2B5EF4-FFF2-40B4-BE49-F238E27FC236}">
                  <a16:creationId xmlns:a16="http://schemas.microsoft.com/office/drawing/2014/main" id="{1E936A09-1A33-AEE9-A513-0E1E353314CD}"/>
                </a:ext>
              </a:extLst>
            </p:cNvPr>
            <p:cNvSpPr>
              <a:spLocks/>
            </p:cNvSpPr>
            <p:nvPr/>
          </p:nvSpPr>
          <p:spPr bwMode="auto">
            <a:xfrm>
              <a:off x="2197" y="2064"/>
              <a:ext cx="658" cy="25"/>
            </a:xfrm>
            <a:custGeom>
              <a:avLst/>
              <a:gdLst>
                <a:gd name="T0" fmla="*/ 0 w 4610"/>
                <a:gd name="T1" fmla="*/ 0 h 179"/>
                <a:gd name="T2" fmla="*/ 0 w 4610"/>
                <a:gd name="T3" fmla="*/ 0 h 179"/>
                <a:gd name="T4" fmla="*/ 0 w 4610"/>
                <a:gd name="T5" fmla="*/ 0 h 179"/>
                <a:gd name="T6" fmla="*/ 0 w 4610"/>
                <a:gd name="T7" fmla="*/ 0 h 179"/>
                <a:gd name="T8" fmla="*/ 0 w 4610"/>
                <a:gd name="T9" fmla="*/ 0 h 179"/>
                <a:gd name="T10" fmla="*/ 0 w 4610"/>
                <a:gd name="T11" fmla="*/ 0 h 179"/>
                <a:gd name="T12" fmla="*/ 0 w 4610"/>
                <a:gd name="T13" fmla="*/ 0 h 17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610" h="179">
                  <a:moveTo>
                    <a:pt x="0" y="0"/>
                  </a:moveTo>
                  <a:lnTo>
                    <a:pt x="0" y="90"/>
                  </a:lnTo>
                  <a:lnTo>
                    <a:pt x="0" y="179"/>
                  </a:lnTo>
                  <a:lnTo>
                    <a:pt x="4610" y="179"/>
                  </a:lnTo>
                  <a:lnTo>
                    <a:pt x="4610" y="90"/>
                  </a:lnTo>
                  <a:lnTo>
                    <a:pt x="461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5" name="Freeform 416">
              <a:extLst>
                <a:ext uri="{FF2B5EF4-FFF2-40B4-BE49-F238E27FC236}">
                  <a16:creationId xmlns:a16="http://schemas.microsoft.com/office/drawing/2014/main" id="{16826A11-B258-8282-1314-AC4CE997BBBC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5" y="2064"/>
              <a:ext cx="13" cy="25"/>
            </a:xfrm>
            <a:custGeom>
              <a:avLst/>
              <a:gdLst>
                <a:gd name="T0" fmla="*/ 0 w 90"/>
                <a:gd name="T1" fmla="*/ 0 h 179"/>
                <a:gd name="T2" fmla="*/ 0 w 90"/>
                <a:gd name="T3" fmla="*/ 0 h 179"/>
                <a:gd name="T4" fmla="*/ 0 w 90"/>
                <a:gd name="T5" fmla="*/ 0 h 179"/>
                <a:gd name="T6" fmla="*/ 0 w 90"/>
                <a:gd name="T7" fmla="*/ 0 h 179"/>
                <a:gd name="T8" fmla="*/ 0 w 90"/>
                <a:gd name="T9" fmla="*/ 0 h 179"/>
                <a:gd name="T10" fmla="*/ 0 w 90"/>
                <a:gd name="T11" fmla="*/ 0 h 179"/>
                <a:gd name="T12" fmla="*/ 0 w 90"/>
                <a:gd name="T13" fmla="*/ 0 h 179"/>
                <a:gd name="T14" fmla="*/ 0 w 90"/>
                <a:gd name="T15" fmla="*/ 0 h 179"/>
                <a:gd name="T16" fmla="*/ 0 w 90"/>
                <a:gd name="T17" fmla="*/ 0 h 179"/>
                <a:gd name="T18" fmla="*/ 0 w 90"/>
                <a:gd name="T19" fmla="*/ 0 h 179"/>
                <a:gd name="T20" fmla="*/ 0 w 90"/>
                <a:gd name="T21" fmla="*/ 0 h 179"/>
                <a:gd name="T22" fmla="*/ 0 w 90"/>
                <a:gd name="T23" fmla="*/ 0 h 179"/>
                <a:gd name="T24" fmla="*/ 0 w 90"/>
                <a:gd name="T25" fmla="*/ 0 h 179"/>
                <a:gd name="T26" fmla="*/ 0 w 90"/>
                <a:gd name="T27" fmla="*/ 0 h 179"/>
                <a:gd name="T28" fmla="*/ 0 w 90"/>
                <a:gd name="T29" fmla="*/ 0 h 179"/>
                <a:gd name="T30" fmla="*/ 0 w 90"/>
                <a:gd name="T31" fmla="*/ 0 h 179"/>
                <a:gd name="T32" fmla="*/ 0 w 90"/>
                <a:gd name="T33" fmla="*/ 0 h 179"/>
                <a:gd name="T34" fmla="*/ 0 w 90"/>
                <a:gd name="T35" fmla="*/ 0 h 179"/>
                <a:gd name="T36" fmla="*/ 0 w 90"/>
                <a:gd name="T37" fmla="*/ 0 h 179"/>
                <a:gd name="T38" fmla="*/ 0 w 90"/>
                <a:gd name="T39" fmla="*/ 0 h 179"/>
                <a:gd name="T40" fmla="*/ 0 w 90"/>
                <a:gd name="T41" fmla="*/ 0 h 179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90" h="179">
                  <a:moveTo>
                    <a:pt x="0" y="90"/>
                  </a:moveTo>
                  <a:lnTo>
                    <a:pt x="0" y="0"/>
                  </a:lnTo>
                  <a:lnTo>
                    <a:pt x="16" y="2"/>
                  </a:lnTo>
                  <a:lnTo>
                    <a:pt x="31" y="6"/>
                  </a:lnTo>
                  <a:lnTo>
                    <a:pt x="45" y="13"/>
                  </a:lnTo>
                  <a:lnTo>
                    <a:pt x="57" y="21"/>
                  </a:lnTo>
                  <a:lnTo>
                    <a:pt x="69" y="33"/>
                  </a:lnTo>
                  <a:lnTo>
                    <a:pt x="78" y="46"/>
                  </a:lnTo>
                  <a:lnTo>
                    <a:pt x="84" y="59"/>
                  </a:lnTo>
                  <a:lnTo>
                    <a:pt x="88" y="74"/>
                  </a:lnTo>
                  <a:lnTo>
                    <a:pt x="90" y="90"/>
                  </a:lnTo>
                  <a:lnTo>
                    <a:pt x="88" y="106"/>
                  </a:lnTo>
                  <a:lnTo>
                    <a:pt x="84" y="121"/>
                  </a:lnTo>
                  <a:lnTo>
                    <a:pt x="78" y="135"/>
                  </a:lnTo>
                  <a:lnTo>
                    <a:pt x="69" y="147"/>
                  </a:lnTo>
                  <a:lnTo>
                    <a:pt x="57" y="159"/>
                  </a:lnTo>
                  <a:lnTo>
                    <a:pt x="45" y="167"/>
                  </a:lnTo>
                  <a:lnTo>
                    <a:pt x="31" y="174"/>
                  </a:lnTo>
                  <a:lnTo>
                    <a:pt x="16" y="178"/>
                  </a:lnTo>
                  <a:lnTo>
                    <a:pt x="0" y="179"/>
                  </a:lnTo>
                  <a:lnTo>
                    <a:pt x="0" y="9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6" name="Freeform 417">
              <a:extLst>
                <a:ext uri="{FF2B5EF4-FFF2-40B4-BE49-F238E27FC236}">
                  <a16:creationId xmlns:a16="http://schemas.microsoft.com/office/drawing/2014/main" id="{D36EF10F-1BA5-498E-ABF1-B6421297AD97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5" y="2064"/>
              <a:ext cx="13" cy="25"/>
            </a:xfrm>
            <a:custGeom>
              <a:avLst/>
              <a:gdLst>
                <a:gd name="T0" fmla="*/ 0 w 90"/>
                <a:gd name="T1" fmla="*/ 0 h 179"/>
                <a:gd name="T2" fmla="*/ 0 w 90"/>
                <a:gd name="T3" fmla="*/ 0 h 179"/>
                <a:gd name="T4" fmla="*/ 0 w 90"/>
                <a:gd name="T5" fmla="*/ 0 h 179"/>
                <a:gd name="T6" fmla="*/ 0 w 90"/>
                <a:gd name="T7" fmla="*/ 0 h 179"/>
                <a:gd name="T8" fmla="*/ 0 w 90"/>
                <a:gd name="T9" fmla="*/ 0 h 179"/>
                <a:gd name="T10" fmla="*/ 0 w 90"/>
                <a:gd name="T11" fmla="*/ 0 h 179"/>
                <a:gd name="T12" fmla="*/ 0 w 90"/>
                <a:gd name="T13" fmla="*/ 0 h 179"/>
                <a:gd name="T14" fmla="*/ 0 w 90"/>
                <a:gd name="T15" fmla="*/ 0 h 179"/>
                <a:gd name="T16" fmla="*/ 0 w 90"/>
                <a:gd name="T17" fmla="*/ 0 h 179"/>
                <a:gd name="T18" fmla="*/ 0 w 90"/>
                <a:gd name="T19" fmla="*/ 0 h 179"/>
                <a:gd name="T20" fmla="*/ 0 w 90"/>
                <a:gd name="T21" fmla="*/ 0 h 179"/>
                <a:gd name="T22" fmla="*/ 0 w 90"/>
                <a:gd name="T23" fmla="*/ 0 h 179"/>
                <a:gd name="T24" fmla="*/ 0 w 90"/>
                <a:gd name="T25" fmla="*/ 0 h 179"/>
                <a:gd name="T26" fmla="*/ 0 w 90"/>
                <a:gd name="T27" fmla="*/ 0 h 179"/>
                <a:gd name="T28" fmla="*/ 0 w 90"/>
                <a:gd name="T29" fmla="*/ 0 h 179"/>
                <a:gd name="T30" fmla="*/ 0 w 90"/>
                <a:gd name="T31" fmla="*/ 0 h 179"/>
                <a:gd name="T32" fmla="*/ 0 w 90"/>
                <a:gd name="T33" fmla="*/ 0 h 179"/>
                <a:gd name="T34" fmla="*/ 0 w 90"/>
                <a:gd name="T35" fmla="*/ 0 h 179"/>
                <a:gd name="T36" fmla="*/ 0 w 90"/>
                <a:gd name="T37" fmla="*/ 0 h 179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90" h="179">
                  <a:moveTo>
                    <a:pt x="0" y="0"/>
                  </a:moveTo>
                  <a:lnTo>
                    <a:pt x="16" y="2"/>
                  </a:lnTo>
                  <a:lnTo>
                    <a:pt x="31" y="6"/>
                  </a:lnTo>
                  <a:lnTo>
                    <a:pt x="45" y="13"/>
                  </a:lnTo>
                  <a:lnTo>
                    <a:pt x="57" y="21"/>
                  </a:lnTo>
                  <a:lnTo>
                    <a:pt x="69" y="33"/>
                  </a:lnTo>
                  <a:lnTo>
                    <a:pt x="78" y="46"/>
                  </a:lnTo>
                  <a:lnTo>
                    <a:pt x="84" y="59"/>
                  </a:lnTo>
                  <a:lnTo>
                    <a:pt x="88" y="74"/>
                  </a:lnTo>
                  <a:lnTo>
                    <a:pt x="90" y="90"/>
                  </a:lnTo>
                  <a:lnTo>
                    <a:pt x="88" y="106"/>
                  </a:lnTo>
                  <a:lnTo>
                    <a:pt x="84" y="121"/>
                  </a:lnTo>
                  <a:lnTo>
                    <a:pt x="78" y="135"/>
                  </a:lnTo>
                  <a:lnTo>
                    <a:pt x="69" y="147"/>
                  </a:lnTo>
                  <a:lnTo>
                    <a:pt x="57" y="159"/>
                  </a:lnTo>
                  <a:lnTo>
                    <a:pt x="45" y="167"/>
                  </a:lnTo>
                  <a:lnTo>
                    <a:pt x="31" y="174"/>
                  </a:lnTo>
                  <a:lnTo>
                    <a:pt x="16" y="178"/>
                  </a:lnTo>
                  <a:lnTo>
                    <a:pt x="0" y="179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7" name="Freeform 418">
              <a:extLst>
                <a:ext uri="{FF2B5EF4-FFF2-40B4-BE49-F238E27FC236}">
                  <a16:creationId xmlns:a16="http://schemas.microsoft.com/office/drawing/2014/main" id="{EF45C96C-E4EC-FDAF-7A29-8707F0A587E5}"/>
                </a:ext>
              </a:extLst>
            </p:cNvPr>
            <p:cNvSpPr>
              <a:spLocks/>
            </p:cNvSpPr>
            <p:nvPr/>
          </p:nvSpPr>
          <p:spPr bwMode="auto">
            <a:xfrm>
              <a:off x="2184" y="2064"/>
              <a:ext cx="25" cy="13"/>
            </a:xfrm>
            <a:custGeom>
              <a:avLst/>
              <a:gdLst>
                <a:gd name="T0" fmla="*/ 0 w 179"/>
                <a:gd name="T1" fmla="*/ 0 h 90"/>
                <a:gd name="T2" fmla="*/ 0 w 179"/>
                <a:gd name="T3" fmla="*/ 0 h 90"/>
                <a:gd name="T4" fmla="*/ 0 w 179"/>
                <a:gd name="T5" fmla="*/ 0 h 90"/>
                <a:gd name="T6" fmla="*/ 0 w 179"/>
                <a:gd name="T7" fmla="*/ 0 h 90"/>
                <a:gd name="T8" fmla="*/ 0 w 179"/>
                <a:gd name="T9" fmla="*/ 0 h 90"/>
                <a:gd name="T10" fmla="*/ 0 w 179"/>
                <a:gd name="T11" fmla="*/ 0 h 90"/>
                <a:gd name="T12" fmla="*/ 0 w 179"/>
                <a:gd name="T13" fmla="*/ 0 h 90"/>
                <a:gd name="T14" fmla="*/ 0 w 179"/>
                <a:gd name="T15" fmla="*/ 0 h 90"/>
                <a:gd name="T16" fmla="*/ 0 w 179"/>
                <a:gd name="T17" fmla="*/ 0 h 90"/>
                <a:gd name="T18" fmla="*/ 0 w 179"/>
                <a:gd name="T19" fmla="*/ 0 h 90"/>
                <a:gd name="T20" fmla="*/ 0 w 179"/>
                <a:gd name="T21" fmla="*/ 0 h 90"/>
                <a:gd name="T22" fmla="*/ 0 w 179"/>
                <a:gd name="T23" fmla="*/ 0 h 90"/>
                <a:gd name="T24" fmla="*/ 0 w 179"/>
                <a:gd name="T25" fmla="*/ 0 h 90"/>
                <a:gd name="T26" fmla="*/ 0 w 179"/>
                <a:gd name="T27" fmla="*/ 0 h 90"/>
                <a:gd name="T28" fmla="*/ 0 w 179"/>
                <a:gd name="T29" fmla="*/ 0 h 90"/>
                <a:gd name="T30" fmla="*/ 0 w 179"/>
                <a:gd name="T31" fmla="*/ 0 h 90"/>
                <a:gd name="T32" fmla="*/ 0 w 179"/>
                <a:gd name="T33" fmla="*/ 0 h 90"/>
                <a:gd name="T34" fmla="*/ 0 w 179"/>
                <a:gd name="T35" fmla="*/ 0 h 90"/>
                <a:gd name="T36" fmla="*/ 0 w 179"/>
                <a:gd name="T37" fmla="*/ 0 h 90"/>
                <a:gd name="T38" fmla="*/ 0 w 179"/>
                <a:gd name="T39" fmla="*/ 0 h 90"/>
                <a:gd name="T40" fmla="*/ 0 w 179"/>
                <a:gd name="T41" fmla="*/ 0 h 90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179" h="90">
                  <a:moveTo>
                    <a:pt x="89" y="90"/>
                  </a:moveTo>
                  <a:lnTo>
                    <a:pt x="0" y="90"/>
                  </a:lnTo>
                  <a:lnTo>
                    <a:pt x="1" y="74"/>
                  </a:lnTo>
                  <a:lnTo>
                    <a:pt x="6" y="59"/>
                  </a:lnTo>
                  <a:lnTo>
                    <a:pt x="12" y="46"/>
                  </a:lnTo>
                  <a:lnTo>
                    <a:pt x="20" y="33"/>
                  </a:lnTo>
                  <a:lnTo>
                    <a:pt x="32" y="21"/>
                  </a:lnTo>
                  <a:lnTo>
                    <a:pt x="45" y="13"/>
                  </a:lnTo>
                  <a:lnTo>
                    <a:pt x="58" y="6"/>
                  </a:lnTo>
                  <a:lnTo>
                    <a:pt x="73" y="2"/>
                  </a:lnTo>
                  <a:lnTo>
                    <a:pt x="89" y="0"/>
                  </a:lnTo>
                  <a:lnTo>
                    <a:pt x="105" y="2"/>
                  </a:lnTo>
                  <a:lnTo>
                    <a:pt x="120" y="6"/>
                  </a:lnTo>
                  <a:lnTo>
                    <a:pt x="134" y="13"/>
                  </a:lnTo>
                  <a:lnTo>
                    <a:pt x="146" y="21"/>
                  </a:lnTo>
                  <a:lnTo>
                    <a:pt x="158" y="33"/>
                  </a:lnTo>
                  <a:lnTo>
                    <a:pt x="166" y="46"/>
                  </a:lnTo>
                  <a:lnTo>
                    <a:pt x="173" y="59"/>
                  </a:lnTo>
                  <a:lnTo>
                    <a:pt x="177" y="74"/>
                  </a:lnTo>
                  <a:lnTo>
                    <a:pt x="179" y="90"/>
                  </a:lnTo>
                  <a:lnTo>
                    <a:pt x="89" y="9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8" name="Freeform 419">
              <a:extLst>
                <a:ext uri="{FF2B5EF4-FFF2-40B4-BE49-F238E27FC236}">
                  <a16:creationId xmlns:a16="http://schemas.microsoft.com/office/drawing/2014/main" id="{B02FC795-7C4F-6D25-0F20-FB9F0E6ABCE1}"/>
                </a:ext>
              </a:extLst>
            </p:cNvPr>
            <p:cNvSpPr>
              <a:spLocks/>
            </p:cNvSpPr>
            <p:nvPr/>
          </p:nvSpPr>
          <p:spPr bwMode="auto">
            <a:xfrm>
              <a:off x="2184" y="2064"/>
              <a:ext cx="25" cy="13"/>
            </a:xfrm>
            <a:custGeom>
              <a:avLst/>
              <a:gdLst>
                <a:gd name="T0" fmla="*/ 0 w 179"/>
                <a:gd name="T1" fmla="*/ 0 h 90"/>
                <a:gd name="T2" fmla="*/ 0 w 179"/>
                <a:gd name="T3" fmla="*/ 0 h 90"/>
                <a:gd name="T4" fmla="*/ 0 w 179"/>
                <a:gd name="T5" fmla="*/ 0 h 90"/>
                <a:gd name="T6" fmla="*/ 0 w 179"/>
                <a:gd name="T7" fmla="*/ 0 h 90"/>
                <a:gd name="T8" fmla="*/ 0 w 179"/>
                <a:gd name="T9" fmla="*/ 0 h 90"/>
                <a:gd name="T10" fmla="*/ 0 w 179"/>
                <a:gd name="T11" fmla="*/ 0 h 90"/>
                <a:gd name="T12" fmla="*/ 0 w 179"/>
                <a:gd name="T13" fmla="*/ 0 h 90"/>
                <a:gd name="T14" fmla="*/ 0 w 179"/>
                <a:gd name="T15" fmla="*/ 0 h 90"/>
                <a:gd name="T16" fmla="*/ 0 w 179"/>
                <a:gd name="T17" fmla="*/ 0 h 90"/>
                <a:gd name="T18" fmla="*/ 0 w 179"/>
                <a:gd name="T19" fmla="*/ 0 h 90"/>
                <a:gd name="T20" fmla="*/ 0 w 179"/>
                <a:gd name="T21" fmla="*/ 0 h 90"/>
                <a:gd name="T22" fmla="*/ 0 w 179"/>
                <a:gd name="T23" fmla="*/ 0 h 90"/>
                <a:gd name="T24" fmla="*/ 0 w 179"/>
                <a:gd name="T25" fmla="*/ 0 h 90"/>
                <a:gd name="T26" fmla="*/ 0 w 179"/>
                <a:gd name="T27" fmla="*/ 0 h 90"/>
                <a:gd name="T28" fmla="*/ 0 w 179"/>
                <a:gd name="T29" fmla="*/ 0 h 90"/>
                <a:gd name="T30" fmla="*/ 0 w 179"/>
                <a:gd name="T31" fmla="*/ 0 h 90"/>
                <a:gd name="T32" fmla="*/ 0 w 179"/>
                <a:gd name="T33" fmla="*/ 0 h 90"/>
                <a:gd name="T34" fmla="*/ 0 w 179"/>
                <a:gd name="T35" fmla="*/ 0 h 90"/>
                <a:gd name="T36" fmla="*/ 0 w 179"/>
                <a:gd name="T37" fmla="*/ 0 h 90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179" h="90">
                  <a:moveTo>
                    <a:pt x="0" y="90"/>
                  </a:moveTo>
                  <a:lnTo>
                    <a:pt x="1" y="74"/>
                  </a:lnTo>
                  <a:lnTo>
                    <a:pt x="6" y="59"/>
                  </a:lnTo>
                  <a:lnTo>
                    <a:pt x="12" y="46"/>
                  </a:lnTo>
                  <a:lnTo>
                    <a:pt x="20" y="33"/>
                  </a:lnTo>
                  <a:lnTo>
                    <a:pt x="32" y="21"/>
                  </a:lnTo>
                  <a:lnTo>
                    <a:pt x="45" y="13"/>
                  </a:lnTo>
                  <a:lnTo>
                    <a:pt x="58" y="6"/>
                  </a:lnTo>
                  <a:lnTo>
                    <a:pt x="73" y="2"/>
                  </a:lnTo>
                  <a:lnTo>
                    <a:pt x="89" y="0"/>
                  </a:lnTo>
                  <a:lnTo>
                    <a:pt x="105" y="2"/>
                  </a:lnTo>
                  <a:lnTo>
                    <a:pt x="120" y="6"/>
                  </a:lnTo>
                  <a:lnTo>
                    <a:pt x="134" y="13"/>
                  </a:lnTo>
                  <a:lnTo>
                    <a:pt x="146" y="21"/>
                  </a:lnTo>
                  <a:lnTo>
                    <a:pt x="158" y="33"/>
                  </a:lnTo>
                  <a:lnTo>
                    <a:pt x="166" y="46"/>
                  </a:lnTo>
                  <a:lnTo>
                    <a:pt x="173" y="59"/>
                  </a:lnTo>
                  <a:lnTo>
                    <a:pt x="177" y="74"/>
                  </a:lnTo>
                  <a:lnTo>
                    <a:pt x="179" y="9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9" name="Freeform 420">
              <a:extLst>
                <a:ext uri="{FF2B5EF4-FFF2-40B4-BE49-F238E27FC236}">
                  <a16:creationId xmlns:a16="http://schemas.microsoft.com/office/drawing/2014/main" id="{3DA74BA0-363F-653F-171E-37FDAD82A00B}"/>
                </a:ext>
              </a:extLst>
            </p:cNvPr>
            <p:cNvSpPr>
              <a:spLocks/>
            </p:cNvSpPr>
            <p:nvPr/>
          </p:nvSpPr>
          <p:spPr bwMode="auto">
            <a:xfrm>
              <a:off x="2184" y="2077"/>
              <a:ext cx="25" cy="91"/>
            </a:xfrm>
            <a:custGeom>
              <a:avLst/>
              <a:gdLst>
                <a:gd name="T0" fmla="*/ 0 w 179"/>
                <a:gd name="T1" fmla="*/ 0 h 643"/>
                <a:gd name="T2" fmla="*/ 0 w 179"/>
                <a:gd name="T3" fmla="*/ 0 h 643"/>
                <a:gd name="T4" fmla="*/ 0 w 179"/>
                <a:gd name="T5" fmla="*/ 0 h 643"/>
                <a:gd name="T6" fmla="*/ 0 w 179"/>
                <a:gd name="T7" fmla="*/ 0 h 643"/>
                <a:gd name="T8" fmla="*/ 0 w 179"/>
                <a:gd name="T9" fmla="*/ 0 h 643"/>
                <a:gd name="T10" fmla="*/ 0 w 179"/>
                <a:gd name="T11" fmla="*/ 0 h 643"/>
                <a:gd name="T12" fmla="*/ 0 w 179"/>
                <a:gd name="T13" fmla="*/ 0 h 64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79" h="643">
                  <a:moveTo>
                    <a:pt x="179" y="0"/>
                  </a:moveTo>
                  <a:lnTo>
                    <a:pt x="89" y="0"/>
                  </a:lnTo>
                  <a:lnTo>
                    <a:pt x="0" y="0"/>
                  </a:lnTo>
                  <a:lnTo>
                    <a:pt x="0" y="643"/>
                  </a:lnTo>
                  <a:lnTo>
                    <a:pt x="89" y="643"/>
                  </a:lnTo>
                  <a:lnTo>
                    <a:pt x="179" y="643"/>
                  </a:lnTo>
                  <a:lnTo>
                    <a:pt x="17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0" name="Freeform 421">
              <a:extLst>
                <a:ext uri="{FF2B5EF4-FFF2-40B4-BE49-F238E27FC236}">
                  <a16:creationId xmlns:a16="http://schemas.microsoft.com/office/drawing/2014/main" id="{27B774D2-A8AF-2BD5-429A-55DFBFD6B01A}"/>
                </a:ext>
              </a:extLst>
            </p:cNvPr>
            <p:cNvSpPr>
              <a:spLocks/>
            </p:cNvSpPr>
            <p:nvPr/>
          </p:nvSpPr>
          <p:spPr bwMode="auto">
            <a:xfrm>
              <a:off x="2184" y="2077"/>
              <a:ext cx="25" cy="91"/>
            </a:xfrm>
            <a:custGeom>
              <a:avLst/>
              <a:gdLst>
                <a:gd name="T0" fmla="*/ 0 w 179"/>
                <a:gd name="T1" fmla="*/ 0 h 643"/>
                <a:gd name="T2" fmla="*/ 0 w 179"/>
                <a:gd name="T3" fmla="*/ 0 h 643"/>
                <a:gd name="T4" fmla="*/ 0 w 179"/>
                <a:gd name="T5" fmla="*/ 0 h 643"/>
                <a:gd name="T6" fmla="*/ 0 w 179"/>
                <a:gd name="T7" fmla="*/ 0 h 643"/>
                <a:gd name="T8" fmla="*/ 0 w 179"/>
                <a:gd name="T9" fmla="*/ 0 h 643"/>
                <a:gd name="T10" fmla="*/ 0 w 179"/>
                <a:gd name="T11" fmla="*/ 0 h 643"/>
                <a:gd name="T12" fmla="*/ 0 w 179"/>
                <a:gd name="T13" fmla="*/ 0 h 64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79" h="643">
                  <a:moveTo>
                    <a:pt x="179" y="0"/>
                  </a:moveTo>
                  <a:lnTo>
                    <a:pt x="89" y="0"/>
                  </a:lnTo>
                  <a:lnTo>
                    <a:pt x="0" y="0"/>
                  </a:lnTo>
                  <a:lnTo>
                    <a:pt x="0" y="643"/>
                  </a:lnTo>
                  <a:lnTo>
                    <a:pt x="89" y="643"/>
                  </a:lnTo>
                  <a:lnTo>
                    <a:pt x="179" y="643"/>
                  </a:lnTo>
                  <a:lnTo>
                    <a:pt x="179" y="0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1" name="Freeform 422">
              <a:extLst>
                <a:ext uri="{FF2B5EF4-FFF2-40B4-BE49-F238E27FC236}">
                  <a16:creationId xmlns:a16="http://schemas.microsoft.com/office/drawing/2014/main" id="{3CEE657D-ED84-3B22-EEE1-5EE1E89045B1}"/>
                </a:ext>
              </a:extLst>
            </p:cNvPr>
            <p:cNvSpPr>
              <a:spLocks/>
            </p:cNvSpPr>
            <p:nvPr/>
          </p:nvSpPr>
          <p:spPr bwMode="auto">
            <a:xfrm>
              <a:off x="2184" y="2168"/>
              <a:ext cx="25" cy="13"/>
            </a:xfrm>
            <a:custGeom>
              <a:avLst/>
              <a:gdLst>
                <a:gd name="T0" fmla="*/ 0 w 179"/>
                <a:gd name="T1" fmla="*/ 0 h 89"/>
                <a:gd name="T2" fmla="*/ 0 w 179"/>
                <a:gd name="T3" fmla="*/ 0 h 89"/>
                <a:gd name="T4" fmla="*/ 0 w 179"/>
                <a:gd name="T5" fmla="*/ 0 h 89"/>
                <a:gd name="T6" fmla="*/ 0 w 179"/>
                <a:gd name="T7" fmla="*/ 0 h 89"/>
                <a:gd name="T8" fmla="*/ 0 w 179"/>
                <a:gd name="T9" fmla="*/ 0 h 89"/>
                <a:gd name="T10" fmla="*/ 0 w 179"/>
                <a:gd name="T11" fmla="*/ 0 h 89"/>
                <a:gd name="T12" fmla="*/ 0 w 179"/>
                <a:gd name="T13" fmla="*/ 0 h 89"/>
                <a:gd name="T14" fmla="*/ 0 w 179"/>
                <a:gd name="T15" fmla="*/ 0 h 89"/>
                <a:gd name="T16" fmla="*/ 0 w 179"/>
                <a:gd name="T17" fmla="*/ 0 h 89"/>
                <a:gd name="T18" fmla="*/ 0 w 179"/>
                <a:gd name="T19" fmla="*/ 0 h 89"/>
                <a:gd name="T20" fmla="*/ 0 w 179"/>
                <a:gd name="T21" fmla="*/ 0 h 89"/>
                <a:gd name="T22" fmla="*/ 0 w 179"/>
                <a:gd name="T23" fmla="*/ 0 h 89"/>
                <a:gd name="T24" fmla="*/ 0 w 179"/>
                <a:gd name="T25" fmla="*/ 0 h 89"/>
                <a:gd name="T26" fmla="*/ 0 w 179"/>
                <a:gd name="T27" fmla="*/ 0 h 89"/>
                <a:gd name="T28" fmla="*/ 0 w 179"/>
                <a:gd name="T29" fmla="*/ 0 h 89"/>
                <a:gd name="T30" fmla="*/ 0 w 179"/>
                <a:gd name="T31" fmla="*/ 0 h 89"/>
                <a:gd name="T32" fmla="*/ 0 w 179"/>
                <a:gd name="T33" fmla="*/ 0 h 89"/>
                <a:gd name="T34" fmla="*/ 0 w 179"/>
                <a:gd name="T35" fmla="*/ 0 h 89"/>
                <a:gd name="T36" fmla="*/ 0 w 179"/>
                <a:gd name="T37" fmla="*/ 0 h 89"/>
                <a:gd name="T38" fmla="*/ 0 w 179"/>
                <a:gd name="T39" fmla="*/ 0 h 89"/>
                <a:gd name="T40" fmla="*/ 0 w 179"/>
                <a:gd name="T41" fmla="*/ 0 h 89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179" h="89">
                  <a:moveTo>
                    <a:pt x="89" y="0"/>
                  </a:moveTo>
                  <a:lnTo>
                    <a:pt x="179" y="0"/>
                  </a:lnTo>
                  <a:lnTo>
                    <a:pt x="177" y="16"/>
                  </a:lnTo>
                  <a:lnTo>
                    <a:pt x="173" y="30"/>
                  </a:lnTo>
                  <a:lnTo>
                    <a:pt x="166" y="44"/>
                  </a:lnTo>
                  <a:lnTo>
                    <a:pt x="158" y="57"/>
                  </a:lnTo>
                  <a:lnTo>
                    <a:pt x="146" y="69"/>
                  </a:lnTo>
                  <a:lnTo>
                    <a:pt x="134" y="77"/>
                  </a:lnTo>
                  <a:lnTo>
                    <a:pt x="120" y="83"/>
                  </a:lnTo>
                  <a:lnTo>
                    <a:pt x="105" y="88"/>
                  </a:lnTo>
                  <a:lnTo>
                    <a:pt x="89" y="89"/>
                  </a:lnTo>
                  <a:lnTo>
                    <a:pt x="73" y="88"/>
                  </a:lnTo>
                  <a:lnTo>
                    <a:pt x="58" y="83"/>
                  </a:lnTo>
                  <a:lnTo>
                    <a:pt x="45" y="77"/>
                  </a:lnTo>
                  <a:lnTo>
                    <a:pt x="32" y="69"/>
                  </a:lnTo>
                  <a:lnTo>
                    <a:pt x="20" y="57"/>
                  </a:lnTo>
                  <a:lnTo>
                    <a:pt x="12" y="44"/>
                  </a:lnTo>
                  <a:lnTo>
                    <a:pt x="6" y="30"/>
                  </a:lnTo>
                  <a:lnTo>
                    <a:pt x="1" y="16"/>
                  </a:lnTo>
                  <a:lnTo>
                    <a:pt x="0" y="0"/>
                  </a:lnTo>
                  <a:lnTo>
                    <a:pt x="8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2" name="Freeform 423">
              <a:extLst>
                <a:ext uri="{FF2B5EF4-FFF2-40B4-BE49-F238E27FC236}">
                  <a16:creationId xmlns:a16="http://schemas.microsoft.com/office/drawing/2014/main" id="{54428BCF-DE1C-15D0-E4A3-9CAB5E362BD0}"/>
                </a:ext>
              </a:extLst>
            </p:cNvPr>
            <p:cNvSpPr>
              <a:spLocks/>
            </p:cNvSpPr>
            <p:nvPr/>
          </p:nvSpPr>
          <p:spPr bwMode="auto">
            <a:xfrm>
              <a:off x="2184" y="2168"/>
              <a:ext cx="25" cy="13"/>
            </a:xfrm>
            <a:custGeom>
              <a:avLst/>
              <a:gdLst>
                <a:gd name="T0" fmla="*/ 0 w 179"/>
                <a:gd name="T1" fmla="*/ 0 h 89"/>
                <a:gd name="T2" fmla="*/ 0 w 179"/>
                <a:gd name="T3" fmla="*/ 0 h 89"/>
                <a:gd name="T4" fmla="*/ 0 w 179"/>
                <a:gd name="T5" fmla="*/ 0 h 89"/>
                <a:gd name="T6" fmla="*/ 0 w 179"/>
                <a:gd name="T7" fmla="*/ 0 h 89"/>
                <a:gd name="T8" fmla="*/ 0 w 179"/>
                <a:gd name="T9" fmla="*/ 0 h 89"/>
                <a:gd name="T10" fmla="*/ 0 w 179"/>
                <a:gd name="T11" fmla="*/ 0 h 89"/>
                <a:gd name="T12" fmla="*/ 0 w 179"/>
                <a:gd name="T13" fmla="*/ 0 h 89"/>
                <a:gd name="T14" fmla="*/ 0 w 179"/>
                <a:gd name="T15" fmla="*/ 0 h 89"/>
                <a:gd name="T16" fmla="*/ 0 w 179"/>
                <a:gd name="T17" fmla="*/ 0 h 89"/>
                <a:gd name="T18" fmla="*/ 0 w 179"/>
                <a:gd name="T19" fmla="*/ 0 h 89"/>
                <a:gd name="T20" fmla="*/ 0 w 179"/>
                <a:gd name="T21" fmla="*/ 0 h 89"/>
                <a:gd name="T22" fmla="*/ 0 w 179"/>
                <a:gd name="T23" fmla="*/ 0 h 89"/>
                <a:gd name="T24" fmla="*/ 0 w 179"/>
                <a:gd name="T25" fmla="*/ 0 h 89"/>
                <a:gd name="T26" fmla="*/ 0 w 179"/>
                <a:gd name="T27" fmla="*/ 0 h 89"/>
                <a:gd name="T28" fmla="*/ 0 w 179"/>
                <a:gd name="T29" fmla="*/ 0 h 89"/>
                <a:gd name="T30" fmla="*/ 0 w 179"/>
                <a:gd name="T31" fmla="*/ 0 h 89"/>
                <a:gd name="T32" fmla="*/ 0 w 179"/>
                <a:gd name="T33" fmla="*/ 0 h 89"/>
                <a:gd name="T34" fmla="*/ 0 w 179"/>
                <a:gd name="T35" fmla="*/ 0 h 89"/>
                <a:gd name="T36" fmla="*/ 0 w 179"/>
                <a:gd name="T37" fmla="*/ 0 h 89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179" h="89">
                  <a:moveTo>
                    <a:pt x="179" y="0"/>
                  </a:moveTo>
                  <a:lnTo>
                    <a:pt x="177" y="16"/>
                  </a:lnTo>
                  <a:lnTo>
                    <a:pt x="173" y="30"/>
                  </a:lnTo>
                  <a:lnTo>
                    <a:pt x="166" y="44"/>
                  </a:lnTo>
                  <a:lnTo>
                    <a:pt x="158" y="57"/>
                  </a:lnTo>
                  <a:lnTo>
                    <a:pt x="146" y="69"/>
                  </a:lnTo>
                  <a:lnTo>
                    <a:pt x="134" y="77"/>
                  </a:lnTo>
                  <a:lnTo>
                    <a:pt x="120" y="83"/>
                  </a:lnTo>
                  <a:lnTo>
                    <a:pt x="105" y="88"/>
                  </a:lnTo>
                  <a:lnTo>
                    <a:pt x="89" y="89"/>
                  </a:lnTo>
                  <a:lnTo>
                    <a:pt x="73" y="88"/>
                  </a:lnTo>
                  <a:lnTo>
                    <a:pt x="58" y="83"/>
                  </a:lnTo>
                  <a:lnTo>
                    <a:pt x="45" y="77"/>
                  </a:lnTo>
                  <a:lnTo>
                    <a:pt x="32" y="69"/>
                  </a:lnTo>
                  <a:lnTo>
                    <a:pt x="20" y="57"/>
                  </a:lnTo>
                  <a:lnTo>
                    <a:pt x="12" y="44"/>
                  </a:lnTo>
                  <a:lnTo>
                    <a:pt x="6" y="30"/>
                  </a:lnTo>
                  <a:lnTo>
                    <a:pt x="1" y="16"/>
                  </a:ln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3" name="Freeform 424">
              <a:extLst>
                <a:ext uri="{FF2B5EF4-FFF2-40B4-BE49-F238E27FC236}">
                  <a16:creationId xmlns:a16="http://schemas.microsoft.com/office/drawing/2014/main" id="{E1571B9A-9A54-A51D-4492-1814F3431E81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2" y="2064"/>
              <a:ext cx="26" cy="13"/>
            </a:xfrm>
            <a:custGeom>
              <a:avLst/>
              <a:gdLst>
                <a:gd name="T0" fmla="*/ 0 w 179"/>
                <a:gd name="T1" fmla="*/ 0 h 90"/>
                <a:gd name="T2" fmla="*/ 0 w 179"/>
                <a:gd name="T3" fmla="*/ 0 h 90"/>
                <a:gd name="T4" fmla="*/ 0 w 179"/>
                <a:gd name="T5" fmla="*/ 0 h 90"/>
                <a:gd name="T6" fmla="*/ 0 w 179"/>
                <a:gd name="T7" fmla="*/ 0 h 90"/>
                <a:gd name="T8" fmla="*/ 0 w 179"/>
                <a:gd name="T9" fmla="*/ 0 h 90"/>
                <a:gd name="T10" fmla="*/ 0 w 179"/>
                <a:gd name="T11" fmla="*/ 0 h 90"/>
                <a:gd name="T12" fmla="*/ 0 w 179"/>
                <a:gd name="T13" fmla="*/ 0 h 90"/>
                <a:gd name="T14" fmla="*/ 0 w 179"/>
                <a:gd name="T15" fmla="*/ 0 h 90"/>
                <a:gd name="T16" fmla="*/ 0 w 179"/>
                <a:gd name="T17" fmla="*/ 0 h 90"/>
                <a:gd name="T18" fmla="*/ 0 w 179"/>
                <a:gd name="T19" fmla="*/ 0 h 90"/>
                <a:gd name="T20" fmla="*/ 0 w 179"/>
                <a:gd name="T21" fmla="*/ 0 h 90"/>
                <a:gd name="T22" fmla="*/ 0 w 179"/>
                <a:gd name="T23" fmla="*/ 0 h 90"/>
                <a:gd name="T24" fmla="*/ 0 w 179"/>
                <a:gd name="T25" fmla="*/ 0 h 90"/>
                <a:gd name="T26" fmla="*/ 0 w 179"/>
                <a:gd name="T27" fmla="*/ 0 h 90"/>
                <a:gd name="T28" fmla="*/ 0 w 179"/>
                <a:gd name="T29" fmla="*/ 0 h 90"/>
                <a:gd name="T30" fmla="*/ 0 w 179"/>
                <a:gd name="T31" fmla="*/ 0 h 90"/>
                <a:gd name="T32" fmla="*/ 0 w 179"/>
                <a:gd name="T33" fmla="*/ 0 h 90"/>
                <a:gd name="T34" fmla="*/ 0 w 179"/>
                <a:gd name="T35" fmla="*/ 0 h 90"/>
                <a:gd name="T36" fmla="*/ 0 w 179"/>
                <a:gd name="T37" fmla="*/ 0 h 90"/>
                <a:gd name="T38" fmla="*/ 0 w 179"/>
                <a:gd name="T39" fmla="*/ 0 h 90"/>
                <a:gd name="T40" fmla="*/ 0 w 179"/>
                <a:gd name="T41" fmla="*/ 0 h 90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179" h="90">
                  <a:moveTo>
                    <a:pt x="89" y="90"/>
                  </a:moveTo>
                  <a:lnTo>
                    <a:pt x="0" y="90"/>
                  </a:lnTo>
                  <a:lnTo>
                    <a:pt x="1" y="74"/>
                  </a:lnTo>
                  <a:lnTo>
                    <a:pt x="6" y="59"/>
                  </a:lnTo>
                  <a:lnTo>
                    <a:pt x="12" y="46"/>
                  </a:lnTo>
                  <a:lnTo>
                    <a:pt x="20" y="33"/>
                  </a:lnTo>
                  <a:lnTo>
                    <a:pt x="32" y="21"/>
                  </a:lnTo>
                  <a:lnTo>
                    <a:pt x="45" y="13"/>
                  </a:lnTo>
                  <a:lnTo>
                    <a:pt x="59" y="6"/>
                  </a:lnTo>
                  <a:lnTo>
                    <a:pt x="73" y="2"/>
                  </a:lnTo>
                  <a:lnTo>
                    <a:pt x="89" y="0"/>
                  </a:lnTo>
                  <a:lnTo>
                    <a:pt x="105" y="2"/>
                  </a:lnTo>
                  <a:lnTo>
                    <a:pt x="120" y="6"/>
                  </a:lnTo>
                  <a:lnTo>
                    <a:pt x="134" y="13"/>
                  </a:lnTo>
                  <a:lnTo>
                    <a:pt x="146" y="21"/>
                  </a:lnTo>
                  <a:lnTo>
                    <a:pt x="158" y="33"/>
                  </a:lnTo>
                  <a:lnTo>
                    <a:pt x="167" y="46"/>
                  </a:lnTo>
                  <a:lnTo>
                    <a:pt x="173" y="59"/>
                  </a:lnTo>
                  <a:lnTo>
                    <a:pt x="177" y="74"/>
                  </a:lnTo>
                  <a:lnTo>
                    <a:pt x="179" y="90"/>
                  </a:lnTo>
                  <a:lnTo>
                    <a:pt x="89" y="9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4" name="Freeform 425">
              <a:extLst>
                <a:ext uri="{FF2B5EF4-FFF2-40B4-BE49-F238E27FC236}">
                  <a16:creationId xmlns:a16="http://schemas.microsoft.com/office/drawing/2014/main" id="{E7442633-3459-00BC-CF2A-3D96EE32CBB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2" y="2064"/>
              <a:ext cx="26" cy="13"/>
            </a:xfrm>
            <a:custGeom>
              <a:avLst/>
              <a:gdLst>
                <a:gd name="T0" fmla="*/ 0 w 179"/>
                <a:gd name="T1" fmla="*/ 0 h 90"/>
                <a:gd name="T2" fmla="*/ 0 w 179"/>
                <a:gd name="T3" fmla="*/ 0 h 90"/>
                <a:gd name="T4" fmla="*/ 0 w 179"/>
                <a:gd name="T5" fmla="*/ 0 h 90"/>
                <a:gd name="T6" fmla="*/ 0 w 179"/>
                <a:gd name="T7" fmla="*/ 0 h 90"/>
                <a:gd name="T8" fmla="*/ 0 w 179"/>
                <a:gd name="T9" fmla="*/ 0 h 90"/>
                <a:gd name="T10" fmla="*/ 0 w 179"/>
                <a:gd name="T11" fmla="*/ 0 h 90"/>
                <a:gd name="T12" fmla="*/ 0 w 179"/>
                <a:gd name="T13" fmla="*/ 0 h 90"/>
                <a:gd name="T14" fmla="*/ 0 w 179"/>
                <a:gd name="T15" fmla="*/ 0 h 90"/>
                <a:gd name="T16" fmla="*/ 0 w 179"/>
                <a:gd name="T17" fmla="*/ 0 h 90"/>
                <a:gd name="T18" fmla="*/ 0 w 179"/>
                <a:gd name="T19" fmla="*/ 0 h 90"/>
                <a:gd name="T20" fmla="*/ 0 w 179"/>
                <a:gd name="T21" fmla="*/ 0 h 90"/>
                <a:gd name="T22" fmla="*/ 0 w 179"/>
                <a:gd name="T23" fmla="*/ 0 h 90"/>
                <a:gd name="T24" fmla="*/ 0 w 179"/>
                <a:gd name="T25" fmla="*/ 0 h 90"/>
                <a:gd name="T26" fmla="*/ 0 w 179"/>
                <a:gd name="T27" fmla="*/ 0 h 90"/>
                <a:gd name="T28" fmla="*/ 0 w 179"/>
                <a:gd name="T29" fmla="*/ 0 h 90"/>
                <a:gd name="T30" fmla="*/ 0 w 179"/>
                <a:gd name="T31" fmla="*/ 0 h 90"/>
                <a:gd name="T32" fmla="*/ 0 w 179"/>
                <a:gd name="T33" fmla="*/ 0 h 90"/>
                <a:gd name="T34" fmla="*/ 0 w 179"/>
                <a:gd name="T35" fmla="*/ 0 h 90"/>
                <a:gd name="T36" fmla="*/ 0 w 179"/>
                <a:gd name="T37" fmla="*/ 0 h 90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179" h="90">
                  <a:moveTo>
                    <a:pt x="0" y="90"/>
                  </a:moveTo>
                  <a:lnTo>
                    <a:pt x="1" y="74"/>
                  </a:lnTo>
                  <a:lnTo>
                    <a:pt x="6" y="59"/>
                  </a:lnTo>
                  <a:lnTo>
                    <a:pt x="12" y="46"/>
                  </a:lnTo>
                  <a:lnTo>
                    <a:pt x="20" y="33"/>
                  </a:lnTo>
                  <a:lnTo>
                    <a:pt x="32" y="21"/>
                  </a:lnTo>
                  <a:lnTo>
                    <a:pt x="45" y="13"/>
                  </a:lnTo>
                  <a:lnTo>
                    <a:pt x="59" y="6"/>
                  </a:lnTo>
                  <a:lnTo>
                    <a:pt x="73" y="2"/>
                  </a:lnTo>
                  <a:lnTo>
                    <a:pt x="89" y="0"/>
                  </a:lnTo>
                  <a:lnTo>
                    <a:pt x="105" y="2"/>
                  </a:lnTo>
                  <a:lnTo>
                    <a:pt x="120" y="6"/>
                  </a:lnTo>
                  <a:lnTo>
                    <a:pt x="134" y="13"/>
                  </a:lnTo>
                  <a:lnTo>
                    <a:pt x="146" y="21"/>
                  </a:lnTo>
                  <a:lnTo>
                    <a:pt x="158" y="33"/>
                  </a:lnTo>
                  <a:lnTo>
                    <a:pt x="167" y="46"/>
                  </a:lnTo>
                  <a:lnTo>
                    <a:pt x="173" y="59"/>
                  </a:lnTo>
                  <a:lnTo>
                    <a:pt x="177" y="74"/>
                  </a:lnTo>
                  <a:lnTo>
                    <a:pt x="179" y="9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5" name="Freeform 426">
              <a:extLst>
                <a:ext uri="{FF2B5EF4-FFF2-40B4-BE49-F238E27FC236}">
                  <a16:creationId xmlns:a16="http://schemas.microsoft.com/office/drawing/2014/main" id="{8368176F-AF58-C7FA-C1F1-D58A428D9B73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2" y="2077"/>
              <a:ext cx="26" cy="91"/>
            </a:xfrm>
            <a:custGeom>
              <a:avLst/>
              <a:gdLst>
                <a:gd name="T0" fmla="*/ 0 w 179"/>
                <a:gd name="T1" fmla="*/ 0 h 643"/>
                <a:gd name="T2" fmla="*/ 0 w 179"/>
                <a:gd name="T3" fmla="*/ 0 h 643"/>
                <a:gd name="T4" fmla="*/ 0 w 179"/>
                <a:gd name="T5" fmla="*/ 0 h 643"/>
                <a:gd name="T6" fmla="*/ 0 w 179"/>
                <a:gd name="T7" fmla="*/ 0 h 643"/>
                <a:gd name="T8" fmla="*/ 0 w 179"/>
                <a:gd name="T9" fmla="*/ 0 h 643"/>
                <a:gd name="T10" fmla="*/ 0 w 179"/>
                <a:gd name="T11" fmla="*/ 0 h 643"/>
                <a:gd name="T12" fmla="*/ 0 w 179"/>
                <a:gd name="T13" fmla="*/ 0 h 64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79" h="643">
                  <a:moveTo>
                    <a:pt x="179" y="0"/>
                  </a:moveTo>
                  <a:lnTo>
                    <a:pt x="89" y="0"/>
                  </a:lnTo>
                  <a:lnTo>
                    <a:pt x="0" y="0"/>
                  </a:lnTo>
                  <a:lnTo>
                    <a:pt x="0" y="643"/>
                  </a:lnTo>
                  <a:lnTo>
                    <a:pt x="89" y="643"/>
                  </a:lnTo>
                  <a:lnTo>
                    <a:pt x="179" y="643"/>
                  </a:lnTo>
                  <a:lnTo>
                    <a:pt x="17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6" name="Freeform 427">
              <a:extLst>
                <a:ext uri="{FF2B5EF4-FFF2-40B4-BE49-F238E27FC236}">
                  <a16:creationId xmlns:a16="http://schemas.microsoft.com/office/drawing/2014/main" id="{6ACD365F-41DA-A4D3-1A93-D3B235E5ECD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2" y="2077"/>
              <a:ext cx="26" cy="91"/>
            </a:xfrm>
            <a:custGeom>
              <a:avLst/>
              <a:gdLst>
                <a:gd name="T0" fmla="*/ 0 w 179"/>
                <a:gd name="T1" fmla="*/ 0 h 643"/>
                <a:gd name="T2" fmla="*/ 0 w 179"/>
                <a:gd name="T3" fmla="*/ 0 h 643"/>
                <a:gd name="T4" fmla="*/ 0 w 179"/>
                <a:gd name="T5" fmla="*/ 0 h 643"/>
                <a:gd name="T6" fmla="*/ 0 w 179"/>
                <a:gd name="T7" fmla="*/ 0 h 643"/>
                <a:gd name="T8" fmla="*/ 0 w 179"/>
                <a:gd name="T9" fmla="*/ 0 h 643"/>
                <a:gd name="T10" fmla="*/ 0 w 179"/>
                <a:gd name="T11" fmla="*/ 0 h 643"/>
                <a:gd name="T12" fmla="*/ 0 w 179"/>
                <a:gd name="T13" fmla="*/ 0 h 64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79" h="643">
                  <a:moveTo>
                    <a:pt x="179" y="0"/>
                  </a:moveTo>
                  <a:lnTo>
                    <a:pt x="89" y="0"/>
                  </a:lnTo>
                  <a:lnTo>
                    <a:pt x="0" y="0"/>
                  </a:lnTo>
                  <a:lnTo>
                    <a:pt x="0" y="643"/>
                  </a:lnTo>
                  <a:lnTo>
                    <a:pt x="89" y="643"/>
                  </a:lnTo>
                  <a:lnTo>
                    <a:pt x="179" y="643"/>
                  </a:lnTo>
                  <a:lnTo>
                    <a:pt x="179" y="0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7" name="Freeform 428">
              <a:extLst>
                <a:ext uri="{FF2B5EF4-FFF2-40B4-BE49-F238E27FC236}">
                  <a16:creationId xmlns:a16="http://schemas.microsoft.com/office/drawing/2014/main" id="{743F7C79-F9CE-71EA-0CB4-9767747DB48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2" y="2168"/>
              <a:ext cx="26" cy="13"/>
            </a:xfrm>
            <a:custGeom>
              <a:avLst/>
              <a:gdLst>
                <a:gd name="T0" fmla="*/ 0 w 179"/>
                <a:gd name="T1" fmla="*/ 0 h 89"/>
                <a:gd name="T2" fmla="*/ 0 w 179"/>
                <a:gd name="T3" fmla="*/ 0 h 89"/>
                <a:gd name="T4" fmla="*/ 0 w 179"/>
                <a:gd name="T5" fmla="*/ 0 h 89"/>
                <a:gd name="T6" fmla="*/ 0 w 179"/>
                <a:gd name="T7" fmla="*/ 0 h 89"/>
                <a:gd name="T8" fmla="*/ 0 w 179"/>
                <a:gd name="T9" fmla="*/ 0 h 89"/>
                <a:gd name="T10" fmla="*/ 0 w 179"/>
                <a:gd name="T11" fmla="*/ 0 h 89"/>
                <a:gd name="T12" fmla="*/ 0 w 179"/>
                <a:gd name="T13" fmla="*/ 0 h 89"/>
                <a:gd name="T14" fmla="*/ 0 w 179"/>
                <a:gd name="T15" fmla="*/ 0 h 89"/>
                <a:gd name="T16" fmla="*/ 0 w 179"/>
                <a:gd name="T17" fmla="*/ 0 h 89"/>
                <a:gd name="T18" fmla="*/ 0 w 179"/>
                <a:gd name="T19" fmla="*/ 0 h 89"/>
                <a:gd name="T20" fmla="*/ 0 w 179"/>
                <a:gd name="T21" fmla="*/ 0 h 89"/>
                <a:gd name="T22" fmla="*/ 0 w 179"/>
                <a:gd name="T23" fmla="*/ 0 h 89"/>
                <a:gd name="T24" fmla="*/ 0 w 179"/>
                <a:gd name="T25" fmla="*/ 0 h 89"/>
                <a:gd name="T26" fmla="*/ 0 w 179"/>
                <a:gd name="T27" fmla="*/ 0 h 89"/>
                <a:gd name="T28" fmla="*/ 0 w 179"/>
                <a:gd name="T29" fmla="*/ 0 h 89"/>
                <a:gd name="T30" fmla="*/ 0 w 179"/>
                <a:gd name="T31" fmla="*/ 0 h 89"/>
                <a:gd name="T32" fmla="*/ 0 w 179"/>
                <a:gd name="T33" fmla="*/ 0 h 89"/>
                <a:gd name="T34" fmla="*/ 0 w 179"/>
                <a:gd name="T35" fmla="*/ 0 h 89"/>
                <a:gd name="T36" fmla="*/ 0 w 179"/>
                <a:gd name="T37" fmla="*/ 0 h 89"/>
                <a:gd name="T38" fmla="*/ 0 w 179"/>
                <a:gd name="T39" fmla="*/ 0 h 89"/>
                <a:gd name="T40" fmla="*/ 0 w 179"/>
                <a:gd name="T41" fmla="*/ 0 h 89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179" h="89">
                  <a:moveTo>
                    <a:pt x="89" y="0"/>
                  </a:moveTo>
                  <a:lnTo>
                    <a:pt x="179" y="0"/>
                  </a:lnTo>
                  <a:lnTo>
                    <a:pt x="177" y="16"/>
                  </a:lnTo>
                  <a:lnTo>
                    <a:pt x="173" y="30"/>
                  </a:lnTo>
                  <a:lnTo>
                    <a:pt x="167" y="44"/>
                  </a:lnTo>
                  <a:lnTo>
                    <a:pt x="158" y="57"/>
                  </a:lnTo>
                  <a:lnTo>
                    <a:pt x="146" y="69"/>
                  </a:lnTo>
                  <a:lnTo>
                    <a:pt x="134" y="77"/>
                  </a:lnTo>
                  <a:lnTo>
                    <a:pt x="120" y="83"/>
                  </a:lnTo>
                  <a:lnTo>
                    <a:pt x="105" y="88"/>
                  </a:lnTo>
                  <a:lnTo>
                    <a:pt x="89" y="89"/>
                  </a:lnTo>
                  <a:lnTo>
                    <a:pt x="73" y="88"/>
                  </a:lnTo>
                  <a:lnTo>
                    <a:pt x="59" y="83"/>
                  </a:lnTo>
                  <a:lnTo>
                    <a:pt x="45" y="77"/>
                  </a:lnTo>
                  <a:lnTo>
                    <a:pt x="32" y="69"/>
                  </a:lnTo>
                  <a:lnTo>
                    <a:pt x="20" y="57"/>
                  </a:lnTo>
                  <a:lnTo>
                    <a:pt x="12" y="44"/>
                  </a:lnTo>
                  <a:lnTo>
                    <a:pt x="6" y="30"/>
                  </a:lnTo>
                  <a:lnTo>
                    <a:pt x="1" y="16"/>
                  </a:lnTo>
                  <a:lnTo>
                    <a:pt x="0" y="0"/>
                  </a:lnTo>
                  <a:lnTo>
                    <a:pt x="8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8" name="Freeform 429">
              <a:extLst>
                <a:ext uri="{FF2B5EF4-FFF2-40B4-BE49-F238E27FC236}">
                  <a16:creationId xmlns:a16="http://schemas.microsoft.com/office/drawing/2014/main" id="{F528CE2D-EEF2-9418-9B09-0DF23600983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2" y="2168"/>
              <a:ext cx="26" cy="13"/>
            </a:xfrm>
            <a:custGeom>
              <a:avLst/>
              <a:gdLst>
                <a:gd name="T0" fmla="*/ 0 w 179"/>
                <a:gd name="T1" fmla="*/ 0 h 89"/>
                <a:gd name="T2" fmla="*/ 0 w 179"/>
                <a:gd name="T3" fmla="*/ 0 h 89"/>
                <a:gd name="T4" fmla="*/ 0 w 179"/>
                <a:gd name="T5" fmla="*/ 0 h 89"/>
                <a:gd name="T6" fmla="*/ 0 w 179"/>
                <a:gd name="T7" fmla="*/ 0 h 89"/>
                <a:gd name="T8" fmla="*/ 0 w 179"/>
                <a:gd name="T9" fmla="*/ 0 h 89"/>
                <a:gd name="T10" fmla="*/ 0 w 179"/>
                <a:gd name="T11" fmla="*/ 0 h 89"/>
                <a:gd name="T12" fmla="*/ 0 w 179"/>
                <a:gd name="T13" fmla="*/ 0 h 89"/>
                <a:gd name="T14" fmla="*/ 0 w 179"/>
                <a:gd name="T15" fmla="*/ 0 h 89"/>
                <a:gd name="T16" fmla="*/ 0 w 179"/>
                <a:gd name="T17" fmla="*/ 0 h 89"/>
                <a:gd name="T18" fmla="*/ 0 w 179"/>
                <a:gd name="T19" fmla="*/ 0 h 89"/>
                <a:gd name="T20" fmla="*/ 0 w 179"/>
                <a:gd name="T21" fmla="*/ 0 h 89"/>
                <a:gd name="T22" fmla="*/ 0 w 179"/>
                <a:gd name="T23" fmla="*/ 0 h 89"/>
                <a:gd name="T24" fmla="*/ 0 w 179"/>
                <a:gd name="T25" fmla="*/ 0 h 89"/>
                <a:gd name="T26" fmla="*/ 0 w 179"/>
                <a:gd name="T27" fmla="*/ 0 h 89"/>
                <a:gd name="T28" fmla="*/ 0 w 179"/>
                <a:gd name="T29" fmla="*/ 0 h 89"/>
                <a:gd name="T30" fmla="*/ 0 w 179"/>
                <a:gd name="T31" fmla="*/ 0 h 89"/>
                <a:gd name="T32" fmla="*/ 0 w 179"/>
                <a:gd name="T33" fmla="*/ 0 h 89"/>
                <a:gd name="T34" fmla="*/ 0 w 179"/>
                <a:gd name="T35" fmla="*/ 0 h 89"/>
                <a:gd name="T36" fmla="*/ 0 w 179"/>
                <a:gd name="T37" fmla="*/ 0 h 89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179" h="89">
                  <a:moveTo>
                    <a:pt x="179" y="0"/>
                  </a:moveTo>
                  <a:lnTo>
                    <a:pt x="177" y="16"/>
                  </a:lnTo>
                  <a:lnTo>
                    <a:pt x="173" y="30"/>
                  </a:lnTo>
                  <a:lnTo>
                    <a:pt x="167" y="44"/>
                  </a:lnTo>
                  <a:lnTo>
                    <a:pt x="158" y="57"/>
                  </a:lnTo>
                  <a:lnTo>
                    <a:pt x="146" y="69"/>
                  </a:lnTo>
                  <a:lnTo>
                    <a:pt x="134" y="77"/>
                  </a:lnTo>
                  <a:lnTo>
                    <a:pt x="120" y="83"/>
                  </a:lnTo>
                  <a:lnTo>
                    <a:pt x="105" y="88"/>
                  </a:lnTo>
                  <a:lnTo>
                    <a:pt x="89" y="89"/>
                  </a:lnTo>
                  <a:lnTo>
                    <a:pt x="73" y="88"/>
                  </a:lnTo>
                  <a:lnTo>
                    <a:pt x="59" y="83"/>
                  </a:lnTo>
                  <a:lnTo>
                    <a:pt x="45" y="77"/>
                  </a:lnTo>
                  <a:lnTo>
                    <a:pt x="32" y="69"/>
                  </a:lnTo>
                  <a:lnTo>
                    <a:pt x="20" y="57"/>
                  </a:lnTo>
                  <a:lnTo>
                    <a:pt x="12" y="44"/>
                  </a:lnTo>
                  <a:lnTo>
                    <a:pt x="6" y="30"/>
                  </a:lnTo>
                  <a:lnTo>
                    <a:pt x="1" y="16"/>
                  </a:ln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9" name="Line 430">
              <a:extLst>
                <a:ext uri="{FF2B5EF4-FFF2-40B4-BE49-F238E27FC236}">
                  <a16:creationId xmlns:a16="http://schemas.microsoft.com/office/drawing/2014/main" id="{F52AC704-E14D-F594-AAED-1F3052179DE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26" y="1538"/>
              <a:ext cx="1" cy="3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0" name="Line 431">
              <a:extLst>
                <a:ext uri="{FF2B5EF4-FFF2-40B4-BE49-F238E27FC236}">
                  <a16:creationId xmlns:a16="http://schemas.microsoft.com/office/drawing/2014/main" id="{DE0C90E5-BCD0-4CE2-C4C6-74D0C280929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26" y="1358"/>
              <a:ext cx="1" cy="14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1" name="Line 432">
              <a:extLst>
                <a:ext uri="{FF2B5EF4-FFF2-40B4-BE49-F238E27FC236}">
                  <a16:creationId xmlns:a16="http://schemas.microsoft.com/office/drawing/2014/main" id="{109D8BBF-C8F1-08DE-A51C-1586AD43A0A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26" y="1605"/>
              <a:ext cx="1" cy="31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2" name="Line 433">
              <a:extLst>
                <a:ext uri="{FF2B5EF4-FFF2-40B4-BE49-F238E27FC236}">
                  <a16:creationId xmlns:a16="http://schemas.microsoft.com/office/drawing/2014/main" id="{E5DB3AC1-8581-D919-F869-23C678EADC4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26" y="1955"/>
              <a:ext cx="1" cy="3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103" name="Line 434">
            <a:extLst>
              <a:ext uri="{FF2B5EF4-FFF2-40B4-BE49-F238E27FC236}">
                <a16:creationId xmlns:a16="http://schemas.microsoft.com/office/drawing/2014/main" id="{EF7F4045-97B3-1FBA-484A-BA1F70C89C00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672508" y="1940322"/>
            <a:ext cx="176213" cy="968375"/>
          </a:xfrm>
          <a:prstGeom prst="line">
            <a:avLst/>
          </a:prstGeom>
          <a:noFill/>
          <a:ln w="9525">
            <a:solidFill>
              <a:srgbClr val="00206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4" name="Line 435">
            <a:extLst>
              <a:ext uri="{FF2B5EF4-FFF2-40B4-BE49-F238E27FC236}">
                <a16:creationId xmlns:a16="http://schemas.microsoft.com/office/drawing/2014/main" id="{5058940E-88EB-5649-A000-EAA80C4D5E29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3600277" y="2415778"/>
            <a:ext cx="0" cy="1087438"/>
          </a:xfrm>
          <a:prstGeom prst="line">
            <a:avLst/>
          </a:prstGeom>
          <a:noFill/>
          <a:ln w="762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5" name="Text Box 436">
            <a:extLst>
              <a:ext uri="{FF2B5EF4-FFF2-40B4-BE49-F238E27FC236}">
                <a16:creationId xmlns:a16="http://schemas.microsoft.com/office/drawing/2014/main" id="{279F997A-1120-1C56-B065-AAA052887E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0196" y="1392634"/>
            <a:ext cx="11366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无线</a:t>
            </a:r>
          </a:p>
        </p:txBody>
      </p:sp>
      <p:pic>
        <p:nvPicPr>
          <p:cNvPr id="106" name="Picture 441">
            <a:extLst>
              <a:ext uri="{FF2B5EF4-FFF2-40B4-BE49-F238E27FC236}">
                <a16:creationId xmlns:a16="http://schemas.microsoft.com/office/drawing/2014/main" id="{0E4260A0-6CD6-74CA-E46B-AA885BE1CE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9670" y="2243534"/>
            <a:ext cx="2136775" cy="1441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7" name="Picture 442">
            <a:extLst>
              <a:ext uri="{FF2B5EF4-FFF2-40B4-BE49-F238E27FC236}">
                <a16:creationId xmlns:a16="http://schemas.microsoft.com/office/drawing/2014/main" id="{71FA4A5B-2FF8-DEC3-F613-5B06D9E566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4595" y="4008834"/>
            <a:ext cx="2097088" cy="1519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09" name="组合 108">
            <a:extLst>
              <a:ext uri="{FF2B5EF4-FFF2-40B4-BE49-F238E27FC236}">
                <a16:creationId xmlns:a16="http://schemas.microsoft.com/office/drawing/2014/main" id="{FBDC4A5C-B25B-C7BA-A548-B538808C1577}"/>
              </a:ext>
            </a:extLst>
          </p:cNvPr>
          <p:cNvGrpSpPr/>
          <p:nvPr/>
        </p:nvGrpSpPr>
        <p:grpSpPr>
          <a:xfrm>
            <a:off x="2553321" y="2243534"/>
            <a:ext cx="3944937" cy="3173413"/>
            <a:chOff x="2348778" y="1824300"/>
            <a:chExt cx="3944937" cy="3173413"/>
          </a:xfrm>
        </p:grpSpPr>
        <p:sp>
          <p:nvSpPr>
            <p:cNvPr id="110" name="Line 41">
              <a:extLst>
                <a:ext uri="{FF2B5EF4-FFF2-40B4-BE49-F238E27FC236}">
                  <a16:creationId xmlns:a16="http://schemas.microsoft.com/office/drawing/2014/main" id="{DCF2E766-C39B-9469-8CC1-3DF26428B4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68115" y="2540263"/>
              <a:ext cx="488950" cy="158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1" name="Line 42">
              <a:extLst>
                <a:ext uri="{FF2B5EF4-FFF2-40B4-BE49-F238E27FC236}">
                  <a16:creationId xmlns:a16="http://schemas.microsoft.com/office/drawing/2014/main" id="{C67B847F-61DC-FBE0-4AAF-B3EE36E78EB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488853" y="2468825"/>
              <a:ext cx="1587" cy="57308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2" name="Line 251">
              <a:extLst>
                <a:ext uri="{FF2B5EF4-FFF2-40B4-BE49-F238E27FC236}">
                  <a16:creationId xmlns:a16="http://schemas.microsoft.com/office/drawing/2014/main" id="{9CD418A5-6BC4-5D79-3E48-5B17A9C92A9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488853" y="3121288"/>
              <a:ext cx="1587" cy="21272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3" name="Line 252">
              <a:extLst>
                <a:ext uri="{FF2B5EF4-FFF2-40B4-BE49-F238E27FC236}">
                  <a16:creationId xmlns:a16="http://schemas.microsoft.com/office/drawing/2014/main" id="{1A700837-A262-F557-05EE-7581E96E85B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488853" y="3076838"/>
              <a:ext cx="1587" cy="1905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4" name="Line 253">
              <a:extLst>
                <a:ext uri="{FF2B5EF4-FFF2-40B4-BE49-F238E27FC236}">
                  <a16:creationId xmlns:a16="http://schemas.microsoft.com/office/drawing/2014/main" id="{B06437DC-3C04-D661-B5DB-717DFFBD83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50728" y="2540263"/>
              <a:ext cx="454025" cy="158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5" name="Line 254">
              <a:extLst>
                <a:ext uri="{FF2B5EF4-FFF2-40B4-BE49-F238E27FC236}">
                  <a16:creationId xmlns:a16="http://schemas.microsoft.com/office/drawing/2014/main" id="{C06B3455-730E-2684-E3A3-6240DCAE4B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90403" y="2540263"/>
              <a:ext cx="20637" cy="158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6" name="Line 255">
              <a:extLst>
                <a:ext uri="{FF2B5EF4-FFF2-40B4-BE49-F238E27FC236}">
                  <a16:creationId xmlns:a16="http://schemas.microsoft.com/office/drawing/2014/main" id="{D8F9EE90-01B2-E97E-90F8-A90C8DF44F5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488853" y="1824300"/>
              <a:ext cx="1587" cy="56038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7" name="Line 256">
              <a:extLst>
                <a:ext uri="{FF2B5EF4-FFF2-40B4-BE49-F238E27FC236}">
                  <a16:creationId xmlns:a16="http://schemas.microsoft.com/office/drawing/2014/main" id="{F0B0230B-FA9B-AD31-1193-AB4D1EBFEC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95240" y="2540263"/>
              <a:ext cx="498475" cy="158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8" name="Line 257">
              <a:extLst>
                <a:ext uri="{FF2B5EF4-FFF2-40B4-BE49-F238E27FC236}">
                  <a16:creationId xmlns:a16="http://schemas.microsoft.com/office/drawing/2014/main" id="{98381D83-B20E-E4C4-9C5E-7F75BC2F780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488853" y="2418025"/>
              <a:ext cx="1587" cy="2063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9" name="Line 258">
              <a:extLst>
                <a:ext uri="{FF2B5EF4-FFF2-40B4-BE49-F238E27FC236}">
                  <a16:creationId xmlns:a16="http://schemas.microsoft.com/office/drawing/2014/main" id="{FB9E8325-5F37-6060-B52C-ECAF4D6DD6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41265" y="2540263"/>
              <a:ext cx="19050" cy="158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0" name="Line 259">
              <a:extLst>
                <a:ext uri="{FF2B5EF4-FFF2-40B4-BE49-F238E27FC236}">
                  <a16:creationId xmlns:a16="http://schemas.microsoft.com/office/drawing/2014/main" id="{7DDEACBE-F5C4-D82B-2C2E-120B2470E58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074515" y="2903800"/>
              <a:ext cx="1587" cy="15081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1" name="Line 260">
              <a:extLst>
                <a:ext uri="{FF2B5EF4-FFF2-40B4-BE49-F238E27FC236}">
                  <a16:creationId xmlns:a16="http://schemas.microsoft.com/office/drawing/2014/main" id="{F7AF49B4-A906-7C56-DD57-AD84F08F193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074515" y="2676788"/>
              <a:ext cx="1587" cy="18256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2" name="Line 262">
              <a:extLst>
                <a:ext uri="{FF2B5EF4-FFF2-40B4-BE49-F238E27FC236}">
                  <a16:creationId xmlns:a16="http://schemas.microsoft.com/office/drawing/2014/main" id="{3F4A6BB1-C481-9EFF-0998-3EDECE7C1DA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074515" y="2221175"/>
              <a:ext cx="1587" cy="18256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3" name="Line 263">
              <a:extLst>
                <a:ext uri="{FF2B5EF4-FFF2-40B4-BE49-F238E27FC236}">
                  <a16:creationId xmlns:a16="http://schemas.microsoft.com/office/drawing/2014/main" id="{DE065217-ECEB-6F2F-D6AF-B641DAE023F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074515" y="2025913"/>
              <a:ext cx="1587" cy="14922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4" name="Line 264">
              <a:extLst>
                <a:ext uri="{FF2B5EF4-FFF2-40B4-BE49-F238E27FC236}">
                  <a16:creationId xmlns:a16="http://schemas.microsoft.com/office/drawing/2014/main" id="{CCAC7C57-6CEE-1741-80D5-E63105A84A2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901603" y="2903800"/>
              <a:ext cx="1587" cy="15081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5" name="Line 265">
              <a:extLst>
                <a:ext uri="{FF2B5EF4-FFF2-40B4-BE49-F238E27FC236}">
                  <a16:creationId xmlns:a16="http://schemas.microsoft.com/office/drawing/2014/main" id="{697CD593-6D7C-DD99-36D6-FF01D6B6E32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901603" y="2676788"/>
              <a:ext cx="1587" cy="18256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6" name="Line 267">
              <a:extLst>
                <a:ext uri="{FF2B5EF4-FFF2-40B4-BE49-F238E27FC236}">
                  <a16:creationId xmlns:a16="http://schemas.microsoft.com/office/drawing/2014/main" id="{49034960-EB2A-E15B-8996-6AC9CF318DB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901603" y="2221175"/>
              <a:ext cx="1587" cy="18256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7" name="Line 268">
              <a:extLst>
                <a:ext uri="{FF2B5EF4-FFF2-40B4-BE49-F238E27FC236}">
                  <a16:creationId xmlns:a16="http://schemas.microsoft.com/office/drawing/2014/main" id="{8247FBC7-AD41-C807-20CD-4EEB907BBE4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901603" y="2025913"/>
              <a:ext cx="1587" cy="14922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128" name="Group 269">
              <a:extLst>
                <a:ext uri="{FF2B5EF4-FFF2-40B4-BE49-F238E27FC236}">
                  <a16:creationId xmlns:a16="http://schemas.microsoft.com/office/drawing/2014/main" id="{9116F804-577C-19B2-BC93-01F27B7ADE4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48778" y="3441963"/>
              <a:ext cx="2089150" cy="1555750"/>
              <a:chOff x="1862" y="2321"/>
              <a:chExt cx="1316" cy="980"/>
            </a:xfrm>
          </p:grpSpPr>
          <p:sp>
            <p:nvSpPr>
              <p:cNvPr id="131" name="Freeform 270">
                <a:extLst>
                  <a:ext uri="{FF2B5EF4-FFF2-40B4-BE49-F238E27FC236}">
                    <a16:creationId xmlns:a16="http://schemas.microsoft.com/office/drawing/2014/main" id="{FF597C59-58B3-D81C-DE46-F04C2992A61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91" y="2376"/>
                <a:ext cx="25" cy="13"/>
              </a:xfrm>
              <a:custGeom>
                <a:avLst/>
                <a:gdLst>
                  <a:gd name="T0" fmla="*/ 0 w 179"/>
                  <a:gd name="T1" fmla="*/ 0 h 90"/>
                  <a:gd name="T2" fmla="*/ 0 w 179"/>
                  <a:gd name="T3" fmla="*/ 0 h 90"/>
                  <a:gd name="T4" fmla="*/ 0 w 179"/>
                  <a:gd name="T5" fmla="*/ 0 h 90"/>
                  <a:gd name="T6" fmla="*/ 0 w 179"/>
                  <a:gd name="T7" fmla="*/ 0 h 90"/>
                  <a:gd name="T8" fmla="*/ 0 w 179"/>
                  <a:gd name="T9" fmla="*/ 0 h 90"/>
                  <a:gd name="T10" fmla="*/ 0 w 179"/>
                  <a:gd name="T11" fmla="*/ 0 h 90"/>
                  <a:gd name="T12" fmla="*/ 0 w 179"/>
                  <a:gd name="T13" fmla="*/ 0 h 90"/>
                  <a:gd name="T14" fmla="*/ 0 w 179"/>
                  <a:gd name="T15" fmla="*/ 0 h 90"/>
                  <a:gd name="T16" fmla="*/ 0 w 179"/>
                  <a:gd name="T17" fmla="*/ 0 h 90"/>
                  <a:gd name="T18" fmla="*/ 0 w 179"/>
                  <a:gd name="T19" fmla="*/ 0 h 90"/>
                  <a:gd name="T20" fmla="*/ 0 w 179"/>
                  <a:gd name="T21" fmla="*/ 0 h 90"/>
                  <a:gd name="T22" fmla="*/ 0 w 179"/>
                  <a:gd name="T23" fmla="*/ 0 h 90"/>
                  <a:gd name="T24" fmla="*/ 0 w 179"/>
                  <a:gd name="T25" fmla="*/ 0 h 90"/>
                  <a:gd name="T26" fmla="*/ 0 w 179"/>
                  <a:gd name="T27" fmla="*/ 0 h 90"/>
                  <a:gd name="T28" fmla="*/ 0 w 179"/>
                  <a:gd name="T29" fmla="*/ 0 h 90"/>
                  <a:gd name="T30" fmla="*/ 0 w 179"/>
                  <a:gd name="T31" fmla="*/ 0 h 90"/>
                  <a:gd name="T32" fmla="*/ 0 w 179"/>
                  <a:gd name="T33" fmla="*/ 0 h 90"/>
                  <a:gd name="T34" fmla="*/ 0 w 179"/>
                  <a:gd name="T35" fmla="*/ 0 h 90"/>
                  <a:gd name="T36" fmla="*/ 0 w 179"/>
                  <a:gd name="T37" fmla="*/ 0 h 90"/>
                  <a:gd name="T38" fmla="*/ 0 w 179"/>
                  <a:gd name="T39" fmla="*/ 0 h 90"/>
                  <a:gd name="T40" fmla="*/ 0 w 179"/>
                  <a:gd name="T41" fmla="*/ 0 h 90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0" t="0" r="r" b="b"/>
                <a:pathLst>
                  <a:path w="179" h="90">
                    <a:moveTo>
                      <a:pt x="89" y="90"/>
                    </a:moveTo>
                    <a:lnTo>
                      <a:pt x="0" y="90"/>
                    </a:lnTo>
                    <a:lnTo>
                      <a:pt x="1" y="74"/>
                    </a:lnTo>
                    <a:lnTo>
                      <a:pt x="5" y="60"/>
                    </a:lnTo>
                    <a:lnTo>
                      <a:pt x="12" y="46"/>
                    </a:lnTo>
                    <a:lnTo>
                      <a:pt x="20" y="33"/>
                    </a:lnTo>
                    <a:lnTo>
                      <a:pt x="32" y="22"/>
                    </a:lnTo>
                    <a:lnTo>
                      <a:pt x="44" y="13"/>
                    </a:lnTo>
                    <a:lnTo>
                      <a:pt x="58" y="7"/>
                    </a:lnTo>
                    <a:lnTo>
                      <a:pt x="73" y="2"/>
                    </a:lnTo>
                    <a:lnTo>
                      <a:pt x="89" y="0"/>
                    </a:lnTo>
                    <a:lnTo>
                      <a:pt x="105" y="2"/>
                    </a:lnTo>
                    <a:lnTo>
                      <a:pt x="120" y="7"/>
                    </a:lnTo>
                    <a:lnTo>
                      <a:pt x="133" y="13"/>
                    </a:lnTo>
                    <a:lnTo>
                      <a:pt x="146" y="22"/>
                    </a:lnTo>
                    <a:lnTo>
                      <a:pt x="158" y="33"/>
                    </a:lnTo>
                    <a:lnTo>
                      <a:pt x="166" y="46"/>
                    </a:lnTo>
                    <a:lnTo>
                      <a:pt x="172" y="60"/>
                    </a:lnTo>
                    <a:lnTo>
                      <a:pt x="177" y="74"/>
                    </a:lnTo>
                    <a:lnTo>
                      <a:pt x="179" y="90"/>
                    </a:lnTo>
                    <a:lnTo>
                      <a:pt x="89" y="9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2" name="Freeform 271">
                <a:extLst>
                  <a:ext uri="{FF2B5EF4-FFF2-40B4-BE49-F238E27FC236}">
                    <a16:creationId xmlns:a16="http://schemas.microsoft.com/office/drawing/2014/main" id="{6FF86E2B-DAE0-5146-456B-82277A2535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91" y="2376"/>
                <a:ext cx="25" cy="13"/>
              </a:xfrm>
              <a:custGeom>
                <a:avLst/>
                <a:gdLst>
                  <a:gd name="T0" fmla="*/ 0 w 179"/>
                  <a:gd name="T1" fmla="*/ 0 h 90"/>
                  <a:gd name="T2" fmla="*/ 0 w 179"/>
                  <a:gd name="T3" fmla="*/ 0 h 90"/>
                  <a:gd name="T4" fmla="*/ 0 w 179"/>
                  <a:gd name="T5" fmla="*/ 0 h 90"/>
                  <a:gd name="T6" fmla="*/ 0 w 179"/>
                  <a:gd name="T7" fmla="*/ 0 h 90"/>
                  <a:gd name="T8" fmla="*/ 0 w 179"/>
                  <a:gd name="T9" fmla="*/ 0 h 90"/>
                  <a:gd name="T10" fmla="*/ 0 w 179"/>
                  <a:gd name="T11" fmla="*/ 0 h 90"/>
                  <a:gd name="T12" fmla="*/ 0 w 179"/>
                  <a:gd name="T13" fmla="*/ 0 h 90"/>
                  <a:gd name="T14" fmla="*/ 0 w 179"/>
                  <a:gd name="T15" fmla="*/ 0 h 90"/>
                  <a:gd name="T16" fmla="*/ 0 w 179"/>
                  <a:gd name="T17" fmla="*/ 0 h 90"/>
                  <a:gd name="T18" fmla="*/ 0 w 179"/>
                  <a:gd name="T19" fmla="*/ 0 h 90"/>
                  <a:gd name="T20" fmla="*/ 0 w 179"/>
                  <a:gd name="T21" fmla="*/ 0 h 90"/>
                  <a:gd name="T22" fmla="*/ 0 w 179"/>
                  <a:gd name="T23" fmla="*/ 0 h 90"/>
                  <a:gd name="T24" fmla="*/ 0 w 179"/>
                  <a:gd name="T25" fmla="*/ 0 h 90"/>
                  <a:gd name="T26" fmla="*/ 0 w 179"/>
                  <a:gd name="T27" fmla="*/ 0 h 90"/>
                  <a:gd name="T28" fmla="*/ 0 w 179"/>
                  <a:gd name="T29" fmla="*/ 0 h 90"/>
                  <a:gd name="T30" fmla="*/ 0 w 179"/>
                  <a:gd name="T31" fmla="*/ 0 h 90"/>
                  <a:gd name="T32" fmla="*/ 0 w 179"/>
                  <a:gd name="T33" fmla="*/ 0 h 90"/>
                  <a:gd name="T34" fmla="*/ 0 w 179"/>
                  <a:gd name="T35" fmla="*/ 0 h 90"/>
                  <a:gd name="T36" fmla="*/ 0 w 179"/>
                  <a:gd name="T37" fmla="*/ 0 h 90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0" t="0" r="r" b="b"/>
                <a:pathLst>
                  <a:path w="179" h="90">
                    <a:moveTo>
                      <a:pt x="0" y="90"/>
                    </a:moveTo>
                    <a:lnTo>
                      <a:pt x="1" y="74"/>
                    </a:lnTo>
                    <a:lnTo>
                      <a:pt x="5" y="60"/>
                    </a:lnTo>
                    <a:lnTo>
                      <a:pt x="12" y="46"/>
                    </a:lnTo>
                    <a:lnTo>
                      <a:pt x="20" y="33"/>
                    </a:lnTo>
                    <a:lnTo>
                      <a:pt x="32" y="22"/>
                    </a:lnTo>
                    <a:lnTo>
                      <a:pt x="44" y="13"/>
                    </a:lnTo>
                    <a:lnTo>
                      <a:pt x="58" y="7"/>
                    </a:lnTo>
                    <a:lnTo>
                      <a:pt x="73" y="2"/>
                    </a:lnTo>
                    <a:lnTo>
                      <a:pt x="89" y="0"/>
                    </a:lnTo>
                    <a:lnTo>
                      <a:pt x="105" y="2"/>
                    </a:lnTo>
                    <a:lnTo>
                      <a:pt x="120" y="7"/>
                    </a:lnTo>
                    <a:lnTo>
                      <a:pt x="133" y="13"/>
                    </a:lnTo>
                    <a:lnTo>
                      <a:pt x="146" y="22"/>
                    </a:lnTo>
                    <a:lnTo>
                      <a:pt x="158" y="33"/>
                    </a:lnTo>
                    <a:lnTo>
                      <a:pt x="166" y="46"/>
                    </a:lnTo>
                    <a:lnTo>
                      <a:pt x="172" y="60"/>
                    </a:lnTo>
                    <a:lnTo>
                      <a:pt x="177" y="74"/>
                    </a:lnTo>
                    <a:lnTo>
                      <a:pt x="179" y="9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3" name="Freeform 272">
                <a:extLst>
                  <a:ext uri="{FF2B5EF4-FFF2-40B4-BE49-F238E27FC236}">
                    <a16:creationId xmlns:a16="http://schemas.microsoft.com/office/drawing/2014/main" id="{2E60E0BF-2583-5393-EADB-3EF0C677E4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91" y="2389"/>
                <a:ext cx="25" cy="831"/>
              </a:xfrm>
              <a:custGeom>
                <a:avLst/>
                <a:gdLst>
                  <a:gd name="T0" fmla="*/ 0 w 179"/>
                  <a:gd name="T1" fmla="*/ 0 h 5815"/>
                  <a:gd name="T2" fmla="*/ 0 w 179"/>
                  <a:gd name="T3" fmla="*/ 0 h 5815"/>
                  <a:gd name="T4" fmla="*/ 0 w 179"/>
                  <a:gd name="T5" fmla="*/ 0 h 5815"/>
                  <a:gd name="T6" fmla="*/ 0 w 179"/>
                  <a:gd name="T7" fmla="*/ 0 h 5815"/>
                  <a:gd name="T8" fmla="*/ 0 w 179"/>
                  <a:gd name="T9" fmla="*/ 0 h 5815"/>
                  <a:gd name="T10" fmla="*/ 0 w 179"/>
                  <a:gd name="T11" fmla="*/ 0 h 5815"/>
                  <a:gd name="T12" fmla="*/ 0 w 179"/>
                  <a:gd name="T13" fmla="*/ 0 h 581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79" h="5815">
                    <a:moveTo>
                      <a:pt x="179" y="0"/>
                    </a:moveTo>
                    <a:lnTo>
                      <a:pt x="89" y="0"/>
                    </a:lnTo>
                    <a:lnTo>
                      <a:pt x="0" y="0"/>
                    </a:lnTo>
                    <a:lnTo>
                      <a:pt x="0" y="5815"/>
                    </a:lnTo>
                    <a:lnTo>
                      <a:pt x="89" y="5815"/>
                    </a:lnTo>
                    <a:lnTo>
                      <a:pt x="179" y="5815"/>
                    </a:lnTo>
                    <a:lnTo>
                      <a:pt x="179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4" name="Freeform 273">
                <a:extLst>
                  <a:ext uri="{FF2B5EF4-FFF2-40B4-BE49-F238E27FC236}">
                    <a16:creationId xmlns:a16="http://schemas.microsoft.com/office/drawing/2014/main" id="{784FE194-2EE6-4004-6AE9-685F452F03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91" y="2389"/>
                <a:ext cx="25" cy="831"/>
              </a:xfrm>
              <a:custGeom>
                <a:avLst/>
                <a:gdLst>
                  <a:gd name="T0" fmla="*/ 0 w 179"/>
                  <a:gd name="T1" fmla="*/ 0 h 5815"/>
                  <a:gd name="T2" fmla="*/ 0 w 179"/>
                  <a:gd name="T3" fmla="*/ 0 h 5815"/>
                  <a:gd name="T4" fmla="*/ 0 w 179"/>
                  <a:gd name="T5" fmla="*/ 0 h 5815"/>
                  <a:gd name="T6" fmla="*/ 0 w 179"/>
                  <a:gd name="T7" fmla="*/ 0 h 5815"/>
                  <a:gd name="T8" fmla="*/ 0 w 179"/>
                  <a:gd name="T9" fmla="*/ 0 h 5815"/>
                  <a:gd name="T10" fmla="*/ 0 w 179"/>
                  <a:gd name="T11" fmla="*/ 0 h 5815"/>
                  <a:gd name="T12" fmla="*/ 0 w 179"/>
                  <a:gd name="T13" fmla="*/ 0 h 581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79" h="5815">
                    <a:moveTo>
                      <a:pt x="179" y="0"/>
                    </a:moveTo>
                    <a:lnTo>
                      <a:pt x="89" y="0"/>
                    </a:lnTo>
                    <a:lnTo>
                      <a:pt x="0" y="0"/>
                    </a:lnTo>
                    <a:lnTo>
                      <a:pt x="0" y="5815"/>
                    </a:lnTo>
                    <a:lnTo>
                      <a:pt x="89" y="5815"/>
                    </a:lnTo>
                    <a:lnTo>
                      <a:pt x="179" y="5815"/>
                    </a:lnTo>
                    <a:lnTo>
                      <a:pt x="179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5" name="Freeform 274">
                <a:extLst>
                  <a:ext uri="{FF2B5EF4-FFF2-40B4-BE49-F238E27FC236}">
                    <a16:creationId xmlns:a16="http://schemas.microsoft.com/office/drawing/2014/main" id="{1A1625D5-01B1-AFA5-9245-57E6E08940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91" y="3220"/>
                <a:ext cx="25" cy="13"/>
              </a:xfrm>
              <a:custGeom>
                <a:avLst/>
                <a:gdLst>
                  <a:gd name="T0" fmla="*/ 0 w 179"/>
                  <a:gd name="T1" fmla="*/ 0 h 89"/>
                  <a:gd name="T2" fmla="*/ 0 w 179"/>
                  <a:gd name="T3" fmla="*/ 0 h 89"/>
                  <a:gd name="T4" fmla="*/ 0 w 179"/>
                  <a:gd name="T5" fmla="*/ 0 h 89"/>
                  <a:gd name="T6" fmla="*/ 0 w 179"/>
                  <a:gd name="T7" fmla="*/ 0 h 89"/>
                  <a:gd name="T8" fmla="*/ 0 w 179"/>
                  <a:gd name="T9" fmla="*/ 0 h 89"/>
                  <a:gd name="T10" fmla="*/ 0 w 179"/>
                  <a:gd name="T11" fmla="*/ 0 h 89"/>
                  <a:gd name="T12" fmla="*/ 0 w 179"/>
                  <a:gd name="T13" fmla="*/ 0 h 89"/>
                  <a:gd name="T14" fmla="*/ 0 w 179"/>
                  <a:gd name="T15" fmla="*/ 0 h 89"/>
                  <a:gd name="T16" fmla="*/ 0 w 179"/>
                  <a:gd name="T17" fmla="*/ 0 h 89"/>
                  <a:gd name="T18" fmla="*/ 0 w 179"/>
                  <a:gd name="T19" fmla="*/ 0 h 89"/>
                  <a:gd name="T20" fmla="*/ 0 w 179"/>
                  <a:gd name="T21" fmla="*/ 0 h 89"/>
                  <a:gd name="T22" fmla="*/ 0 w 179"/>
                  <a:gd name="T23" fmla="*/ 0 h 89"/>
                  <a:gd name="T24" fmla="*/ 0 w 179"/>
                  <a:gd name="T25" fmla="*/ 0 h 89"/>
                  <a:gd name="T26" fmla="*/ 0 w 179"/>
                  <a:gd name="T27" fmla="*/ 0 h 89"/>
                  <a:gd name="T28" fmla="*/ 0 w 179"/>
                  <a:gd name="T29" fmla="*/ 0 h 89"/>
                  <a:gd name="T30" fmla="*/ 0 w 179"/>
                  <a:gd name="T31" fmla="*/ 0 h 89"/>
                  <a:gd name="T32" fmla="*/ 0 w 179"/>
                  <a:gd name="T33" fmla="*/ 0 h 89"/>
                  <a:gd name="T34" fmla="*/ 0 w 179"/>
                  <a:gd name="T35" fmla="*/ 0 h 89"/>
                  <a:gd name="T36" fmla="*/ 0 w 179"/>
                  <a:gd name="T37" fmla="*/ 0 h 89"/>
                  <a:gd name="T38" fmla="*/ 0 w 179"/>
                  <a:gd name="T39" fmla="*/ 0 h 89"/>
                  <a:gd name="T40" fmla="*/ 0 w 179"/>
                  <a:gd name="T41" fmla="*/ 0 h 89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0" t="0" r="r" b="b"/>
                <a:pathLst>
                  <a:path w="179" h="89">
                    <a:moveTo>
                      <a:pt x="89" y="0"/>
                    </a:moveTo>
                    <a:lnTo>
                      <a:pt x="179" y="0"/>
                    </a:lnTo>
                    <a:lnTo>
                      <a:pt x="177" y="16"/>
                    </a:lnTo>
                    <a:lnTo>
                      <a:pt x="172" y="31"/>
                    </a:lnTo>
                    <a:lnTo>
                      <a:pt x="166" y="45"/>
                    </a:lnTo>
                    <a:lnTo>
                      <a:pt x="158" y="58"/>
                    </a:lnTo>
                    <a:lnTo>
                      <a:pt x="146" y="69"/>
                    </a:lnTo>
                    <a:lnTo>
                      <a:pt x="133" y="78"/>
                    </a:lnTo>
                    <a:lnTo>
                      <a:pt x="120" y="84"/>
                    </a:lnTo>
                    <a:lnTo>
                      <a:pt x="105" y="88"/>
                    </a:lnTo>
                    <a:lnTo>
                      <a:pt x="89" y="89"/>
                    </a:lnTo>
                    <a:lnTo>
                      <a:pt x="73" y="88"/>
                    </a:lnTo>
                    <a:lnTo>
                      <a:pt x="58" y="84"/>
                    </a:lnTo>
                    <a:lnTo>
                      <a:pt x="44" y="78"/>
                    </a:lnTo>
                    <a:lnTo>
                      <a:pt x="32" y="69"/>
                    </a:lnTo>
                    <a:lnTo>
                      <a:pt x="20" y="58"/>
                    </a:lnTo>
                    <a:lnTo>
                      <a:pt x="12" y="45"/>
                    </a:lnTo>
                    <a:lnTo>
                      <a:pt x="5" y="31"/>
                    </a:lnTo>
                    <a:lnTo>
                      <a:pt x="1" y="16"/>
                    </a:lnTo>
                    <a:lnTo>
                      <a:pt x="0" y="0"/>
                    </a:lnTo>
                    <a:lnTo>
                      <a:pt x="89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6" name="Freeform 275">
                <a:extLst>
                  <a:ext uri="{FF2B5EF4-FFF2-40B4-BE49-F238E27FC236}">
                    <a16:creationId xmlns:a16="http://schemas.microsoft.com/office/drawing/2014/main" id="{61DBDD13-FFC6-0F89-FC73-4A755663E6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91" y="3220"/>
                <a:ext cx="25" cy="13"/>
              </a:xfrm>
              <a:custGeom>
                <a:avLst/>
                <a:gdLst>
                  <a:gd name="T0" fmla="*/ 0 w 179"/>
                  <a:gd name="T1" fmla="*/ 0 h 89"/>
                  <a:gd name="T2" fmla="*/ 0 w 179"/>
                  <a:gd name="T3" fmla="*/ 0 h 89"/>
                  <a:gd name="T4" fmla="*/ 0 w 179"/>
                  <a:gd name="T5" fmla="*/ 0 h 89"/>
                  <a:gd name="T6" fmla="*/ 0 w 179"/>
                  <a:gd name="T7" fmla="*/ 0 h 89"/>
                  <a:gd name="T8" fmla="*/ 0 w 179"/>
                  <a:gd name="T9" fmla="*/ 0 h 89"/>
                  <a:gd name="T10" fmla="*/ 0 w 179"/>
                  <a:gd name="T11" fmla="*/ 0 h 89"/>
                  <a:gd name="T12" fmla="*/ 0 w 179"/>
                  <a:gd name="T13" fmla="*/ 0 h 89"/>
                  <a:gd name="T14" fmla="*/ 0 w 179"/>
                  <a:gd name="T15" fmla="*/ 0 h 89"/>
                  <a:gd name="T16" fmla="*/ 0 w 179"/>
                  <a:gd name="T17" fmla="*/ 0 h 89"/>
                  <a:gd name="T18" fmla="*/ 0 w 179"/>
                  <a:gd name="T19" fmla="*/ 0 h 89"/>
                  <a:gd name="T20" fmla="*/ 0 w 179"/>
                  <a:gd name="T21" fmla="*/ 0 h 89"/>
                  <a:gd name="T22" fmla="*/ 0 w 179"/>
                  <a:gd name="T23" fmla="*/ 0 h 89"/>
                  <a:gd name="T24" fmla="*/ 0 w 179"/>
                  <a:gd name="T25" fmla="*/ 0 h 89"/>
                  <a:gd name="T26" fmla="*/ 0 w 179"/>
                  <a:gd name="T27" fmla="*/ 0 h 89"/>
                  <a:gd name="T28" fmla="*/ 0 w 179"/>
                  <a:gd name="T29" fmla="*/ 0 h 89"/>
                  <a:gd name="T30" fmla="*/ 0 w 179"/>
                  <a:gd name="T31" fmla="*/ 0 h 89"/>
                  <a:gd name="T32" fmla="*/ 0 w 179"/>
                  <a:gd name="T33" fmla="*/ 0 h 89"/>
                  <a:gd name="T34" fmla="*/ 0 w 179"/>
                  <a:gd name="T35" fmla="*/ 0 h 89"/>
                  <a:gd name="T36" fmla="*/ 0 w 179"/>
                  <a:gd name="T37" fmla="*/ 0 h 89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0" t="0" r="r" b="b"/>
                <a:pathLst>
                  <a:path w="179" h="89">
                    <a:moveTo>
                      <a:pt x="179" y="0"/>
                    </a:moveTo>
                    <a:lnTo>
                      <a:pt x="177" y="16"/>
                    </a:lnTo>
                    <a:lnTo>
                      <a:pt x="172" y="31"/>
                    </a:lnTo>
                    <a:lnTo>
                      <a:pt x="166" y="45"/>
                    </a:lnTo>
                    <a:lnTo>
                      <a:pt x="158" y="58"/>
                    </a:lnTo>
                    <a:lnTo>
                      <a:pt x="146" y="69"/>
                    </a:lnTo>
                    <a:lnTo>
                      <a:pt x="133" y="78"/>
                    </a:lnTo>
                    <a:lnTo>
                      <a:pt x="120" y="84"/>
                    </a:lnTo>
                    <a:lnTo>
                      <a:pt x="105" y="88"/>
                    </a:lnTo>
                    <a:lnTo>
                      <a:pt x="89" y="89"/>
                    </a:lnTo>
                    <a:lnTo>
                      <a:pt x="73" y="88"/>
                    </a:lnTo>
                    <a:lnTo>
                      <a:pt x="58" y="84"/>
                    </a:lnTo>
                    <a:lnTo>
                      <a:pt x="44" y="78"/>
                    </a:lnTo>
                    <a:lnTo>
                      <a:pt x="32" y="69"/>
                    </a:lnTo>
                    <a:lnTo>
                      <a:pt x="20" y="58"/>
                    </a:lnTo>
                    <a:lnTo>
                      <a:pt x="12" y="45"/>
                    </a:lnTo>
                    <a:lnTo>
                      <a:pt x="5" y="31"/>
                    </a:lnTo>
                    <a:lnTo>
                      <a:pt x="1" y="16"/>
                    </a:ln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7" name="Freeform 276">
                <a:extLst>
                  <a:ext uri="{FF2B5EF4-FFF2-40B4-BE49-F238E27FC236}">
                    <a16:creationId xmlns:a16="http://schemas.microsoft.com/office/drawing/2014/main" id="{6ADB8E8A-1883-A827-A912-ED5512921A7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35" y="2376"/>
                <a:ext cx="26" cy="13"/>
              </a:xfrm>
              <a:custGeom>
                <a:avLst/>
                <a:gdLst>
                  <a:gd name="T0" fmla="*/ 0 w 179"/>
                  <a:gd name="T1" fmla="*/ 0 h 90"/>
                  <a:gd name="T2" fmla="*/ 0 w 179"/>
                  <a:gd name="T3" fmla="*/ 0 h 90"/>
                  <a:gd name="T4" fmla="*/ 0 w 179"/>
                  <a:gd name="T5" fmla="*/ 0 h 90"/>
                  <a:gd name="T6" fmla="*/ 0 w 179"/>
                  <a:gd name="T7" fmla="*/ 0 h 90"/>
                  <a:gd name="T8" fmla="*/ 0 w 179"/>
                  <a:gd name="T9" fmla="*/ 0 h 90"/>
                  <a:gd name="T10" fmla="*/ 0 w 179"/>
                  <a:gd name="T11" fmla="*/ 0 h 90"/>
                  <a:gd name="T12" fmla="*/ 0 w 179"/>
                  <a:gd name="T13" fmla="*/ 0 h 90"/>
                  <a:gd name="T14" fmla="*/ 0 w 179"/>
                  <a:gd name="T15" fmla="*/ 0 h 90"/>
                  <a:gd name="T16" fmla="*/ 0 w 179"/>
                  <a:gd name="T17" fmla="*/ 0 h 90"/>
                  <a:gd name="T18" fmla="*/ 0 w 179"/>
                  <a:gd name="T19" fmla="*/ 0 h 90"/>
                  <a:gd name="T20" fmla="*/ 0 w 179"/>
                  <a:gd name="T21" fmla="*/ 0 h 90"/>
                  <a:gd name="T22" fmla="*/ 0 w 179"/>
                  <a:gd name="T23" fmla="*/ 0 h 90"/>
                  <a:gd name="T24" fmla="*/ 0 w 179"/>
                  <a:gd name="T25" fmla="*/ 0 h 90"/>
                  <a:gd name="T26" fmla="*/ 0 w 179"/>
                  <a:gd name="T27" fmla="*/ 0 h 90"/>
                  <a:gd name="T28" fmla="*/ 0 w 179"/>
                  <a:gd name="T29" fmla="*/ 0 h 90"/>
                  <a:gd name="T30" fmla="*/ 0 w 179"/>
                  <a:gd name="T31" fmla="*/ 0 h 90"/>
                  <a:gd name="T32" fmla="*/ 0 w 179"/>
                  <a:gd name="T33" fmla="*/ 0 h 90"/>
                  <a:gd name="T34" fmla="*/ 0 w 179"/>
                  <a:gd name="T35" fmla="*/ 0 h 90"/>
                  <a:gd name="T36" fmla="*/ 0 w 179"/>
                  <a:gd name="T37" fmla="*/ 0 h 90"/>
                  <a:gd name="T38" fmla="*/ 0 w 179"/>
                  <a:gd name="T39" fmla="*/ 0 h 90"/>
                  <a:gd name="T40" fmla="*/ 0 w 179"/>
                  <a:gd name="T41" fmla="*/ 0 h 90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0" t="0" r="r" b="b"/>
                <a:pathLst>
                  <a:path w="179" h="90">
                    <a:moveTo>
                      <a:pt x="89" y="90"/>
                    </a:moveTo>
                    <a:lnTo>
                      <a:pt x="0" y="90"/>
                    </a:lnTo>
                    <a:lnTo>
                      <a:pt x="1" y="74"/>
                    </a:lnTo>
                    <a:lnTo>
                      <a:pt x="5" y="60"/>
                    </a:lnTo>
                    <a:lnTo>
                      <a:pt x="11" y="46"/>
                    </a:lnTo>
                    <a:lnTo>
                      <a:pt x="20" y="33"/>
                    </a:lnTo>
                    <a:lnTo>
                      <a:pt x="31" y="22"/>
                    </a:lnTo>
                    <a:lnTo>
                      <a:pt x="44" y="13"/>
                    </a:lnTo>
                    <a:lnTo>
                      <a:pt x="58" y="7"/>
                    </a:lnTo>
                    <a:lnTo>
                      <a:pt x="73" y="2"/>
                    </a:lnTo>
                    <a:lnTo>
                      <a:pt x="89" y="0"/>
                    </a:lnTo>
                    <a:lnTo>
                      <a:pt x="105" y="2"/>
                    </a:lnTo>
                    <a:lnTo>
                      <a:pt x="119" y="7"/>
                    </a:lnTo>
                    <a:lnTo>
                      <a:pt x="133" y="13"/>
                    </a:lnTo>
                    <a:lnTo>
                      <a:pt x="146" y="22"/>
                    </a:lnTo>
                    <a:lnTo>
                      <a:pt x="157" y="33"/>
                    </a:lnTo>
                    <a:lnTo>
                      <a:pt x="166" y="46"/>
                    </a:lnTo>
                    <a:lnTo>
                      <a:pt x="172" y="60"/>
                    </a:lnTo>
                    <a:lnTo>
                      <a:pt x="177" y="74"/>
                    </a:lnTo>
                    <a:lnTo>
                      <a:pt x="179" y="90"/>
                    </a:lnTo>
                    <a:lnTo>
                      <a:pt x="89" y="9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8" name="Freeform 277">
                <a:extLst>
                  <a:ext uri="{FF2B5EF4-FFF2-40B4-BE49-F238E27FC236}">
                    <a16:creationId xmlns:a16="http://schemas.microsoft.com/office/drawing/2014/main" id="{7BF3F571-1CD3-ED9D-558B-20EAAC4197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35" y="2376"/>
                <a:ext cx="26" cy="13"/>
              </a:xfrm>
              <a:custGeom>
                <a:avLst/>
                <a:gdLst>
                  <a:gd name="T0" fmla="*/ 0 w 179"/>
                  <a:gd name="T1" fmla="*/ 0 h 90"/>
                  <a:gd name="T2" fmla="*/ 0 w 179"/>
                  <a:gd name="T3" fmla="*/ 0 h 90"/>
                  <a:gd name="T4" fmla="*/ 0 w 179"/>
                  <a:gd name="T5" fmla="*/ 0 h 90"/>
                  <a:gd name="T6" fmla="*/ 0 w 179"/>
                  <a:gd name="T7" fmla="*/ 0 h 90"/>
                  <a:gd name="T8" fmla="*/ 0 w 179"/>
                  <a:gd name="T9" fmla="*/ 0 h 90"/>
                  <a:gd name="T10" fmla="*/ 0 w 179"/>
                  <a:gd name="T11" fmla="*/ 0 h 90"/>
                  <a:gd name="T12" fmla="*/ 0 w 179"/>
                  <a:gd name="T13" fmla="*/ 0 h 90"/>
                  <a:gd name="T14" fmla="*/ 0 w 179"/>
                  <a:gd name="T15" fmla="*/ 0 h 90"/>
                  <a:gd name="T16" fmla="*/ 0 w 179"/>
                  <a:gd name="T17" fmla="*/ 0 h 90"/>
                  <a:gd name="T18" fmla="*/ 0 w 179"/>
                  <a:gd name="T19" fmla="*/ 0 h 90"/>
                  <a:gd name="T20" fmla="*/ 0 w 179"/>
                  <a:gd name="T21" fmla="*/ 0 h 90"/>
                  <a:gd name="T22" fmla="*/ 0 w 179"/>
                  <a:gd name="T23" fmla="*/ 0 h 90"/>
                  <a:gd name="T24" fmla="*/ 0 w 179"/>
                  <a:gd name="T25" fmla="*/ 0 h 90"/>
                  <a:gd name="T26" fmla="*/ 0 w 179"/>
                  <a:gd name="T27" fmla="*/ 0 h 90"/>
                  <a:gd name="T28" fmla="*/ 0 w 179"/>
                  <a:gd name="T29" fmla="*/ 0 h 90"/>
                  <a:gd name="T30" fmla="*/ 0 w 179"/>
                  <a:gd name="T31" fmla="*/ 0 h 90"/>
                  <a:gd name="T32" fmla="*/ 0 w 179"/>
                  <a:gd name="T33" fmla="*/ 0 h 90"/>
                  <a:gd name="T34" fmla="*/ 0 w 179"/>
                  <a:gd name="T35" fmla="*/ 0 h 90"/>
                  <a:gd name="T36" fmla="*/ 0 w 179"/>
                  <a:gd name="T37" fmla="*/ 0 h 90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0" t="0" r="r" b="b"/>
                <a:pathLst>
                  <a:path w="179" h="90">
                    <a:moveTo>
                      <a:pt x="0" y="90"/>
                    </a:moveTo>
                    <a:lnTo>
                      <a:pt x="1" y="74"/>
                    </a:lnTo>
                    <a:lnTo>
                      <a:pt x="5" y="60"/>
                    </a:lnTo>
                    <a:lnTo>
                      <a:pt x="11" y="46"/>
                    </a:lnTo>
                    <a:lnTo>
                      <a:pt x="20" y="33"/>
                    </a:lnTo>
                    <a:lnTo>
                      <a:pt x="31" y="22"/>
                    </a:lnTo>
                    <a:lnTo>
                      <a:pt x="44" y="13"/>
                    </a:lnTo>
                    <a:lnTo>
                      <a:pt x="58" y="7"/>
                    </a:lnTo>
                    <a:lnTo>
                      <a:pt x="73" y="2"/>
                    </a:lnTo>
                    <a:lnTo>
                      <a:pt x="89" y="0"/>
                    </a:lnTo>
                    <a:lnTo>
                      <a:pt x="105" y="2"/>
                    </a:lnTo>
                    <a:lnTo>
                      <a:pt x="119" y="7"/>
                    </a:lnTo>
                    <a:lnTo>
                      <a:pt x="133" y="13"/>
                    </a:lnTo>
                    <a:lnTo>
                      <a:pt x="146" y="22"/>
                    </a:lnTo>
                    <a:lnTo>
                      <a:pt x="157" y="33"/>
                    </a:lnTo>
                    <a:lnTo>
                      <a:pt x="166" y="46"/>
                    </a:lnTo>
                    <a:lnTo>
                      <a:pt x="172" y="60"/>
                    </a:lnTo>
                    <a:lnTo>
                      <a:pt x="177" y="74"/>
                    </a:lnTo>
                    <a:lnTo>
                      <a:pt x="179" y="9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9" name="Freeform 278">
                <a:extLst>
                  <a:ext uri="{FF2B5EF4-FFF2-40B4-BE49-F238E27FC236}">
                    <a16:creationId xmlns:a16="http://schemas.microsoft.com/office/drawing/2014/main" id="{F811112D-1E8A-8D65-C39A-C0C65E8F2D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35" y="2389"/>
                <a:ext cx="26" cy="831"/>
              </a:xfrm>
              <a:custGeom>
                <a:avLst/>
                <a:gdLst>
                  <a:gd name="T0" fmla="*/ 0 w 179"/>
                  <a:gd name="T1" fmla="*/ 0 h 5815"/>
                  <a:gd name="T2" fmla="*/ 0 w 179"/>
                  <a:gd name="T3" fmla="*/ 0 h 5815"/>
                  <a:gd name="T4" fmla="*/ 0 w 179"/>
                  <a:gd name="T5" fmla="*/ 0 h 5815"/>
                  <a:gd name="T6" fmla="*/ 0 w 179"/>
                  <a:gd name="T7" fmla="*/ 0 h 5815"/>
                  <a:gd name="T8" fmla="*/ 0 w 179"/>
                  <a:gd name="T9" fmla="*/ 0 h 5815"/>
                  <a:gd name="T10" fmla="*/ 0 w 179"/>
                  <a:gd name="T11" fmla="*/ 0 h 5815"/>
                  <a:gd name="T12" fmla="*/ 0 w 179"/>
                  <a:gd name="T13" fmla="*/ 0 h 581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79" h="5815">
                    <a:moveTo>
                      <a:pt x="179" y="0"/>
                    </a:moveTo>
                    <a:lnTo>
                      <a:pt x="89" y="0"/>
                    </a:lnTo>
                    <a:lnTo>
                      <a:pt x="0" y="0"/>
                    </a:lnTo>
                    <a:lnTo>
                      <a:pt x="0" y="5815"/>
                    </a:lnTo>
                    <a:lnTo>
                      <a:pt x="89" y="5815"/>
                    </a:lnTo>
                    <a:lnTo>
                      <a:pt x="179" y="5815"/>
                    </a:lnTo>
                    <a:lnTo>
                      <a:pt x="179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40" name="Freeform 279">
                <a:extLst>
                  <a:ext uri="{FF2B5EF4-FFF2-40B4-BE49-F238E27FC236}">
                    <a16:creationId xmlns:a16="http://schemas.microsoft.com/office/drawing/2014/main" id="{168440FF-40DA-5208-1A12-DC79C58F72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35" y="2389"/>
                <a:ext cx="26" cy="831"/>
              </a:xfrm>
              <a:custGeom>
                <a:avLst/>
                <a:gdLst>
                  <a:gd name="T0" fmla="*/ 0 w 179"/>
                  <a:gd name="T1" fmla="*/ 0 h 5815"/>
                  <a:gd name="T2" fmla="*/ 0 w 179"/>
                  <a:gd name="T3" fmla="*/ 0 h 5815"/>
                  <a:gd name="T4" fmla="*/ 0 w 179"/>
                  <a:gd name="T5" fmla="*/ 0 h 5815"/>
                  <a:gd name="T6" fmla="*/ 0 w 179"/>
                  <a:gd name="T7" fmla="*/ 0 h 5815"/>
                  <a:gd name="T8" fmla="*/ 0 w 179"/>
                  <a:gd name="T9" fmla="*/ 0 h 5815"/>
                  <a:gd name="T10" fmla="*/ 0 w 179"/>
                  <a:gd name="T11" fmla="*/ 0 h 5815"/>
                  <a:gd name="T12" fmla="*/ 0 w 179"/>
                  <a:gd name="T13" fmla="*/ 0 h 581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79" h="5815">
                    <a:moveTo>
                      <a:pt x="179" y="0"/>
                    </a:moveTo>
                    <a:lnTo>
                      <a:pt x="89" y="0"/>
                    </a:lnTo>
                    <a:lnTo>
                      <a:pt x="0" y="0"/>
                    </a:lnTo>
                    <a:lnTo>
                      <a:pt x="0" y="5815"/>
                    </a:lnTo>
                    <a:lnTo>
                      <a:pt x="89" y="5815"/>
                    </a:lnTo>
                    <a:lnTo>
                      <a:pt x="179" y="5815"/>
                    </a:lnTo>
                    <a:lnTo>
                      <a:pt x="179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41" name="Freeform 280">
                <a:extLst>
                  <a:ext uri="{FF2B5EF4-FFF2-40B4-BE49-F238E27FC236}">
                    <a16:creationId xmlns:a16="http://schemas.microsoft.com/office/drawing/2014/main" id="{846A1838-C4D3-44D2-229B-D1D76B3106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35" y="3220"/>
                <a:ext cx="26" cy="13"/>
              </a:xfrm>
              <a:custGeom>
                <a:avLst/>
                <a:gdLst>
                  <a:gd name="T0" fmla="*/ 0 w 179"/>
                  <a:gd name="T1" fmla="*/ 0 h 89"/>
                  <a:gd name="T2" fmla="*/ 0 w 179"/>
                  <a:gd name="T3" fmla="*/ 0 h 89"/>
                  <a:gd name="T4" fmla="*/ 0 w 179"/>
                  <a:gd name="T5" fmla="*/ 0 h 89"/>
                  <a:gd name="T6" fmla="*/ 0 w 179"/>
                  <a:gd name="T7" fmla="*/ 0 h 89"/>
                  <a:gd name="T8" fmla="*/ 0 w 179"/>
                  <a:gd name="T9" fmla="*/ 0 h 89"/>
                  <a:gd name="T10" fmla="*/ 0 w 179"/>
                  <a:gd name="T11" fmla="*/ 0 h 89"/>
                  <a:gd name="T12" fmla="*/ 0 w 179"/>
                  <a:gd name="T13" fmla="*/ 0 h 89"/>
                  <a:gd name="T14" fmla="*/ 0 w 179"/>
                  <a:gd name="T15" fmla="*/ 0 h 89"/>
                  <a:gd name="T16" fmla="*/ 0 w 179"/>
                  <a:gd name="T17" fmla="*/ 0 h 89"/>
                  <a:gd name="T18" fmla="*/ 0 w 179"/>
                  <a:gd name="T19" fmla="*/ 0 h 89"/>
                  <a:gd name="T20" fmla="*/ 0 w 179"/>
                  <a:gd name="T21" fmla="*/ 0 h 89"/>
                  <a:gd name="T22" fmla="*/ 0 w 179"/>
                  <a:gd name="T23" fmla="*/ 0 h 89"/>
                  <a:gd name="T24" fmla="*/ 0 w 179"/>
                  <a:gd name="T25" fmla="*/ 0 h 89"/>
                  <a:gd name="T26" fmla="*/ 0 w 179"/>
                  <a:gd name="T27" fmla="*/ 0 h 89"/>
                  <a:gd name="T28" fmla="*/ 0 w 179"/>
                  <a:gd name="T29" fmla="*/ 0 h 89"/>
                  <a:gd name="T30" fmla="*/ 0 w 179"/>
                  <a:gd name="T31" fmla="*/ 0 h 89"/>
                  <a:gd name="T32" fmla="*/ 0 w 179"/>
                  <a:gd name="T33" fmla="*/ 0 h 89"/>
                  <a:gd name="T34" fmla="*/ 0 w 179"/>
                  <a:gd name="T35" fmla="*/ 0 h 89"/>
                  <a:gd name="T36" fmla="*/ 0 w 179"/>
                  <a:gd name="T37" fmla="*/ 0 h 89"/>
                  <a:gd name="T38" fmla="*/ 0 w 179"/>
                  <a:gd name="T39" fmla="*/ 0 h 89"/>
                  <a:gd name="T40" fmla="*/ 0 w 179"/>
                  <a:gd name="T41" fmla="*/ 0 h 89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0" t="0" r="r" b="b"/>
                <a:pathLst>
                  <a:path w="179" h="89">
                    <a:moveTo>
                      <a:pt x="89" y="0"/>
                    </a:moveTo>
                    <a:lnTo>
                      <a:pt x="179" y="0"/>
                    </a:lnTo>
                    <a:lnTo>
                      <a:pt x="177" y="16"/>
                    </a:lnTo>
                    <a:lnTo>
                      <a:pt x="172" y="31"/>
                    </a:lnTo>
                    <a:lnTo>
                      <a:pt x="166" y="45"/>
                    </a:lnTo>
                    <a:lnTo>
                      <a:pt x="157" y="58"/>
                    </a:lnTo>
                    <a:lnTo>
                      <a:pt x="146" y="69"/>
                    </a:lnTo>
                    <a:lnTo>
                      <a:pt x="133" y="78"/>
                    </a:lnTo>
                    <a:lnTo>
                      <a:pt x="119" y="84"/>
                    </a:lnTo>
                    <a:lnTo>
                      <a:pt x="105" y="88"/>
                    </a:lnTo>
                    <a:lnTo>
                      <a:pt x="89" y="89"/>
                    </a:lnTo>
                    <a:lnTo>
                      <a:pt x="73" y="88"/>
                    </a:lnTo>
                    <a:lnTo>
                      <a:pt x="58" y="84"/>
                    </a:lnTo>
                    <a:lnTo>
                      <a:pt x="44" y="78"/>
                    </a:lnTo>
                    <a:lnTo>
                      <a:pt x="31" y="69"/>
                    </a:lnTo>
                    <a:lnTo>
                      <a:pt x="20" y="58"/>
                    </a:lnTo>
                    <a:lnTo>
                      <a:pt x="11" y="45"/>
                    </a:lnTo>
                    <a:lnTo>
                      <a:pt x="5" y="31"/>
                    </a:lnTo>
                    <a:lnTo>
                      <a:pt x="1" y="16"/>
                    </a:lnTo>
                    <a:lnTo>
                      <a:pt x="0" y="0"/>
                    </a:lnTo>
                    <a:lnTo>
                      <a:pt x="89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42" name="Freeform 281">
                <a:extLst>
                  <a:ext uri="{FF2B5EF4-FFF2-40B4-BE49-F238E27FC236}">
                    <a16:creationId xmlns:a16="http://schemas.microsoft.com/office/drawing/2014/main" id="{3984F940-B814-5E40-EA54-7CC2412C4E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35" y="3220"/>
                <a:ext cx="26" cy="13"/>
              </a:xfrm>
              <a:custGeom>
                <a:avLst/>
                <a:gdLst>
                  <a:gd name="T0" fmla="*/ 0 w 179"/>
                  <a:gd name="T1" fmla="*/ 0 h 89"/>
                  <a:gd name="T2" fmla="*/ 0 w 179"/>
                  <a:gd name="T3" fmla="*/ 0 h 89"/>
                  <a:gd name="T4" fmla="*/ 0 w 179"/>
                  <a:gd name="T5" fmla="*/ 0 h 89"/>
                  <a:gd name="T6" fmla="*/ 0 w 179"/>
                  <a:gd name="T7" fmla="*/ 0 h 89"/>
                  <a:gd name="T8" fmla="*/ 0 w 179"/>
                  <a:gd name="T9" fmla="*/ 0 h 89"/>
                  <a:gd name="T10" fmla="*/ 0 w 179"/>
                  <a:gd name="T11" fmla="*/ 0 h 89"/>
                  <a:gd name="T12" fmla="*/ 0 w 179"/>
                  <a:gd name="T13" fmla="*/ 0 h 89"/>
                  <a:gd name="T14" fmla="*/ 0 w 179"/>
                  <a:gd name="T15" fmla="*/ 0 h 89"/>
                  <a:gd name="T16" fmla="*/ 0 w 179"/>
                  <a:gd name="T17" fmla="*/ 0 h 89"/>
                  <a:gd name="T18" fmla="*/ 0 w 179"/>
                  <a:gd name="T19" fmla="*/ 0 h 89"/>
                  <a:gd name="T20" fmla="*/ 0 w 179"/>
                  <a:gd name="T21" fmla="*/ 0 h 89"/>
                  <a:gd name="T22" fmla="*/ 0 w 179"/>
                  <a:gd name="T23" fmla="*/ 0 h 89"/>
                  <a:gd name="T24" fmla="*/ 0 w 179"/>
                  <a:gd name="T25" fmla="*/ 0 h 89"/>
                  <a:gd name="T26" fmla="*/ 0 w 179"/>
                  <a:gd name="T27" fmla="*/ 0 h 89"/>
                  <a:gd name="T28" fmla="*/ 0 w 179"/>
                  <a:gd name="T29" fmla="*/ 0 h 89"/>
                  <a:gd name="T30" fmla="*/ 0 w 179"/>
                  <a:gd name="T31" fmla="*/ 0 h 89"/>
                  <a:gd name="T32" fmla="*/ 0 w 179"/>
                  <a:gd name="T33" fmla="*/ 0 h 89"/>
                  <a:gd name="T34" fmla="*/ 0 w 179"/>
                  <a:gd name="T35" fmla="*/ 0 h 89"/>
                  <a:gd name="T36" fmla="*/ 0 w 179"/>
                  <a:gd name="T37" fmla="*/ 0 h 89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0" t="0" r="r" b="b"/>
                <a:pathLst>
                  <a:path w="179" h="89">
                    <a:moveTo>
                      <a:pt x="179" y="0"/>
                    </a:moveTo>
                    <a:lnTo>
                      <a:pt x="177" y="16"/>
                    </a:lnTo>
                    <a:lnTo>
                      <a:pt x="172" y="31"/>
                    </a:lnTo>
                    <a:lnTo>
                      <a:pt x="166" y="45"/>
                    </a:lnTo>
                    <a:lnTo>
                      <a:pt x="157" y="58"/>
                    </a:lnTo>
                    <a:lnTo>
                      <a:pt x="146" y="69"/>
                    </a:lnTo>
                    <a:lnTo>
                      <a:pt x="133" y="78"/>
                    </a:lnTo>
                    <a:lnTo>
                      <a:pt x="119" y="84"/>
                    </a:lnTo>
                    <a:lnTo>
                      <a:pt x="105" y="88"/>
                    </a:lnTo>
                    <a:lnTo>
                      <a:pt x="89" y="89"/>
                    </a:lnTo>
                    <a:lnTo>
                      <a:pt x="73" y="88"/>
                    </a:lnTo>
                    <a:lnTo>
                      <a:pt x="58" y="84"/>
                    </a:lnTo>
                    <a:lnTo>
                      <a:pt x="44" y="78"/>
                    </a:lnTo>
                    <a:lnTo>
                      <a:pt x="31" y="69"/>
                    </a:lnTo>
                    <a:lnTo>
                      <a:pt x="20" y="58"/>
                    </a:lnTo>
                    <a:lnTo>
                      <a:pt x="11" y="45"/>
                    </a:lnTo>
                    <a:lnTo>
                      <a:pt x="5" y="31"/>
                    </a:lnTo>
                    <a:lnTo>
                      <a:pt x="1" y="16"/>
                    </a:ln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43" name="Line 282">
                <a:extLst>
                  <a:ext uri="{FF2B5EF4-FFF2-40B4-BE49-F238E27FC236}">
                    <a16:creationId xmlns:a16="http://schemas.microsoft.com/office/drawing/2014/main" id="{792AC5BE-8CF5-3284-03E6-B13842DF43E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26" y="2321"/>
                <a:ext cx="1" cy="342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44" name="Line 283">
                <a:extLst>
                  <a:ext uri="{FF2B5EF4-FFF2-40B4-BE49-F238E27FC236}">
                    <a16:creationId xmlns:a16="http://schemas.microsoft.com/office/drawing/2014/main" id="{7C1507BD-F2FD-2DCF-6ECB-97FB4C93EB4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993" y="3066"/>
                <a:ext cx="110" cy="1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45" name="Line 284">
                <a:extLst>
                  <a:ext uri="{FF2B5EF4-FFF2-40B4-BE49-F238E27FC236}">
                    <a16:creationId xmlns:a16="http://schemas.microsoft.com/office/drawing/2014/main" id="{7335C122-6A13-70AA-2F51-1FB961E1D0B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855" y="3066"/>
                <a:ext cx="110" cy="1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46" name="Freeform 285">
                <a:extLst>
                  <a:ext uri="{FF2B5EF4-FFF2-40B4-BE49-F238E27FC236}">
                    <a16:creationId xmlns:a16="http://schemas.microsoft.com/office/drawing/2014/main" id="{40232359-0DE2-E064-E047-74D747367A2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35" y="3207"/>
                <a:ext cx="13" cy="26"/>
              </a:xfrm>
              <a:custGeom>
                <a:avLst/>
                <a:gdLst>
                  <a:gd name="T0" fmla="*/ 0 w 89"/>
                  <a:gd name="T1" fmla="*/ 0 h 179"/>
                  <a:gd name="T2" fmla="*/ 0 w 89"/>
                  <a:gd name="T3" fmla="*/ 0 h 179"/>
                  <a:gd name="T4" fmla="*/ 0 w 89"/>
                  <a:gd name="T5" fmla="*/ 0 h 179"/>
                  <a:gd name="T6" fmla="*/ 0 w 89"/>
                  <a:gd name="T7" fmla="*/ 0 h 179"/>
                  <a:gd name="T8" fmla="*/ 0 w 89"/>
                  <a:gd name="T9" fmla="*/ 0 h 179"/>
                  <a:gd name="T10" fmla="*/ 0 w 89"/>
                  <a:gd name="T11" fmla="*/ 0 h 179"/>
                  <a:gd name="T12" fmla="*/ 0 w 89"/>
                  <a:gd name="T13" fmla="*/ 0 h 179"/>
                  <a:gd name="T14" fmla="*/ 0 w 89"/>
                  <a:gd name="T15" fmla="*/ 0 h 179"/>
                  <a:gd name="T16" fmla="*/ 0 w 89"/>
                  <a:gd name="T17" fmla="*/ 0 h 179"/>
                  <a:gd name="T18" fmla="*/ 0 w 89"/>
                  <a:gd name="T19" fmla="*/ 0 h 179"/>
                  <a:gd name="T20" fmla="*/ 0 w 89"/>
                  <a:gd name="T21" fmla="*/ 0 h 179"/>
                  <a:gd name="T22" fmla="*/ 0 w 89"/>
                  <a:gd name="T23" fmla="*/ 0 h 179"/>
                  <a:gd name="T24" fmla="*/ 0 w 89"/>
                  <a:gd name="T25" fmla="*/ 0 h 179"/>
                  <a:gd name="T26" fmla="*/ 0 w 89"/>
                  <a:gd name="T27" fmla="*/ 0 h 179"/>
                  <a:gd name="T28" fmla="*/ 0 w 89"/>
                  <a:gd name="T29" fmla="*/ 0 h 179"/>
                  <a:gd name="T30" fmla="*/ 0 w 89"/>
                  <a:gd name="T31" fmla="*/ 0 h 179"/>
                  <a:gd name="T32" fmla="*/ 0 w 89"/>
                  <a:gd name="T33" fmla="*/ 0 h 179"/>
                  <a:gd name="T34" fmla="*/ 0 w 89"/>
                  <a:gd name="T35" fmla="*/ 0 h 179"/>
                  <a:gd name="T36" fmla="*/ 0 w 89"/>
                  <a:gd name="T37" fmla="*/ 0 h 179"/>
                  <a:gd name="T38" fmla="*/ 0 w 89"/>
                  <a:gd name="T39" fmla="*/ 0 h 179"/>
                  <a:gd name="T40" fmla="*/ 0 w 89"/>
                  <a:gd name="T41" fmla="*/ 0 h 179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0" t="0" r="r" b="b"/>
                <a:pathLst>
                  <a:path w="89" h="179">
                    <a:moveTo>
                      <a:pt x="89" y="90"/>
                    </a:moveTo>
                    <a:lnTo>
                      <a:pt x="89" y="179"/>
                    </a:lnTo>
                    <a:lnTo>
                      <a:pt x="73" y="178"/>
                    </a:lnTo>
                    <a:lnTo>
                      <a:pt x="58" y="174"/>
                    </a:lnTo>
                    <a:lnTo>
                      <a:pt x="44" y="168"/>
                    </a:lnTo>
                    <a:lnTo>
                      <a:pt x="31" y="159"/>
                    </a:lnTo>
                    <a:lnTo>
                      <a:pt x="20" y="148"/>
                    </a:lnTo>
                    <a:lnTo>
                      <a:pt x="11" y="135"/>
                    </a:lnTo>
                    <a:lnTo>
                      <a:pt x="5" y="121"/>
                    </a:lnTo>
                    <a:lnTo>
                      <a:pt x="1" y="106"/>
                    </a:lnTo>
                    <a:lnTo>
                      <a:pt x="0" y="90"/>
                    </a:lnTo>
                    <a:lnTo>
                      <a:pt x="1" y="75"/>
                    </a:lnTo>
                    <a:lnTo>
                      <a:pt x="5" y="60"/>
                    </a:lnTo>
                    <a:lnTo>
                      <a:pt x="11" y="46"/>
                    </a:lnTo>
                    <a:lnTo>
                      <a:pt x="20" y="33"/>
                    </a:lnTo>
                    <a:lnTo>
                      <a:pt x="31" y="22"/>
                    </a:lnTo>
                    <a:lnTo>
                      <a:pt x="44" y="13"/>
                    </a:lnTo>
                    <a:lnTo>
                      <a:pt x="58" y="7"/>
                    </a:lnTo>
                    <a:lnTo>
                      <a:pt x="73" y="3"/>
                    </a:lnTo>
                    <a:lnTo>
                      <a:pt x="89" y="0"/>
                    </a:lnTo>
                    <a:lnTo>
                      <a:pt x="89" y="9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47" name="Freeform 286">
                <a:extLst>
                  <a:ext uri="{FF2B5EF4-FFF2-40B4-BE49-F238E27FC236}">
                    <a16:creationId xmlns:a16="http://schemas.microsoft.com/office/drawing/2014/main" id="{58DC6A4B-5436-8AC5-FD66-4A72D0310C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35" y="3207"/>
                <a:ext cx="13" cy="26"/>
              </a:xfrm>
              <a:custGeom>
                <a:avLst/>
                <a:gdLst>
                  <a:gd name="T0" fmla="*/ 0 w 89"/>
                  <a:gd name="T1" fmla="*/ 0 h 179"/>
                  <a:gd name="T2" fmla="*/ 0 w 89"/>
                  <a:gd name="T3" fmla="*/ 0 h 179"/>
                  <a:gd name="T4" fmla="*/ 0 w 89"/>
                  <a:gd name="T5" fmla="*/ 0 h 179"/>
                  <a:gd name="T6" fmla="*/ 0 w 89"/>
                  <a:gd name="T7" fmla="*/ 0 h 179"/>
                  <a:gd name="T8" fmla="*/ 0 w 89"/>
                  <a:gd name="T9" fmla="*/ 0 h 179"/>
                  <a:gd name="T10" fmla="*/ 0 w 89"/>
                  <a:gd name="T11" fmla="*/ 0 h 179"/>
                  <a:gd name="T12" fmla="*/ 0 w 89"/>
                  <a:gd name="T13" fmla="*/ 0 h 179"/>
                  <a:gd name="T14" fmla="*/ 0 w 89"/>
                  <a:gd name="T15" fmla="*/ 0 h 179"/>
                  <a:gd name="T16" fmla="*/ 0 w 89"/>
                  <a:gd name="T17" fmla="*/ 0 h 179"/>
                  <a:gd name="T18" fmla="*/ 0 w 89"/>
                  <a:gd name="T19" fmla="*/ 0 h 179"/>
                  <a:gd name="T20" fmla="*/ 0 w 89"/>
                  <a:gd name="T21" fmla="*/ 0 h 179"/>
                  <a:gd name="T22" fmla="*/ 0 w 89"/>
                  <a:gd name="T23" fmla="*/ 0 h 179"/>
                  <a:gd name="T24" fmla="*/ 0 w 89"/>
                  <a:gd name="T25" fmla="*/ 0 h 179"/>
                  <a:gd name="T26" fmla="*/ 0 w 89"/>
                  <a:gd name="T27" fmla="*/ 0 h 179"/>
                  <a:gd name="T28" fmla="*/ 0 w 89"/>
                  <a:gd name="T29" fmla="*/ 0 h 179"/>
                  <a:gd name="T30" fmla="*/ 0 w 89"/>
                  <a:gd name="T31" fmla="*/ 0 h 179"/>
                  <a:gd name="T32" fmla="*/ 0 w 89"/>
                  <a:gd name="T33" fmla="*/ 0 h 179"/>
                  <a:gd name="T34" fmla="*/ 0 w 89"/>
                  <a:gd name="T35" fmla="*/ 0 h 179"/>
                  <a:gd name="T36" fmla="*/ 0 w 89"/>
                  <a:gd name="T37" fmla="*/ 0 h 179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0" t="0" r="r" b="b"/>
                <a:pathLst>
                  <a:path w="89" h="179">
                    <a:moveTo>
                      <a:pt x="89" y="179"/>
                    </a:moveTo>
                    <a:lnTo>
                      <a:pt x="73" y="178"/>
                    </a:lnTo>
                    <a:lnTo>
                      <a:pt x="58" y="174"/>
                    </a:lnTo>
                    <a:lnTo>
                      <a:pt x="44" y="168"/>
                    </a:lnTo>
                    <a:lnTo>
                      <a:pt x="31" y="159"/>
                    </a:lnTo>
                    <a:lnTo>
                      <a:pt x="20" y="148"/>
                    </a:lnTo>
                    <a:lnTo>
                      <a:pt x="11" y="135"/>
                    </a:lnTo>
                    <a:lnTo>
                      <a:pt x="5" y="121"/>
                    </a:lnTo>
                    <a:lnTo>
                      <a:pt x="1" y="106"/>
                    </a:lnTo>
                    <a:lnTo>
                      <a:pt x="0" y="90"/>
                    </a:lnTo>
                    <a:lnTo>
                      <a:pt x="1" y="75"/>
                    </a:lnTo>
                    <a:lnTo>
                      <a:pt x="5" y="60"/>
                    </a:lnTo>
                    <a:lnTo>
                      <a:pt x="11" y="46"/>
                    </a:lnTo>
                    <a:lnTo>
                      <a:pt x="20" y="33"/>
                    </a:lnTo>
                    <a:lnTo>
                      <a:pt x="31" y="22"/>
                    </a:lnTo>
                    <a:lnTo>
                      <a:pt x="44" y="13"/>
                    </a:lnTo>
                    <a:lnTo>
                      <a:pt x="58" y="7"/>
                    </a:lnTo>
                    <a:lnTo>
                      <a:pt x="73" y="3"/>
                    </a:lnTo>
                    <a:lnTo>
                      <a:pt x="89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48" name="Freeform 287">
                <a:extLst>
                  <a:ext uri="{FF2B5EF4-FFF2-40B4-BE49-F238E27FC236}">
                    <a16:creationId xmlns:a16="http://schemas.microsoft.com/office/drawing/2014/main" id="{EA4D010E-F384-679D-D288-D1664AD6AE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48" y="3207"/>
                <a:ext cx="1155" cy="26"/>
              </a:xfrm>
              <a:custGeom>
                <a:avLst/>
                <a:gdLst>
                  <a:gd name="T0" fmla="*/ 0 w 8085"/>
                  <a:gd name="T1" fmla="*/ 0 h 179"/>
                  <a:gd name="T2" fmla="*/ 0 w 8085"/>
                  <a:gd name="T3" fmla="*/ 0 h 179"/>
                  <a:gd name="T4" fmla="*/ 0 w 8085"/>
                  <a:gd name="T5" fmla="*/ 0 h 179"/>
                  <a:gd name="T6" fmla="*/ 0 w 8085"/>
                  <a:gd name="T7" fmla="*/ 0 h 179"/>
                  <a:gd name="T8" fmla="*/ 0 w 8085"/>
                  <a:gd name="T9" fmla="*/ 0 h 179"/>
                  <a:gd name="T10" fmla="*/ 0 w 8085"/>
                  <a:gd name="T11" fmla="*/ 0 h 179"/>
                  <a:gd name="T12" fmla="*/ 0 w 8085"/>
                  <a:gd name="T13" fmla="*/ 0 h 17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8085" h="179">
                    <a:moveTo>
                      <a:pt x="0" y="0"/>
                    </a:moveTo>
                    <a:lnTo>
                      <a:pt x="0" y="90"/>
                    </a:lnTo>
                    <a:lnTo>
                      <a:pt x="0" y="179"/>
                    </a:lnTo>
                    <a:lnTo>
                      <a:pt x="8085" y="179"/>
                    </a:lnTo>
                    <a:lnTo>
                      <a:pt x="8085" y="90"/>
                    </a:lnTo>
                    <a:lnTo>
                      <a:pt x="808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49" name="Freeform 288">
                <a:extLst>
                  <a:ext uri="{FF2B5EF4-FFF2-40B4-BE49-F238E27FC236}">
                    <a16:creationId xmlns:a16="http://schemas.microsoft.com/office/drawing/2014/main" id="{92047087-902A-B03B-C49F-1811FB9D22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48" y="3207"/>
                <a:ext cx="1155" cy="26"/>
              </a:xfrm>
              <a:custGeom>
                <a:avLst/>
                <a:gdLst>
                  <a:gd name="T0" fmla="*/ 0 w 8085"/>
                  <a:gd name="T1" fmla="*/ 0 h 179"/>
                  <a:gd name="T2" fmla="*/ 0 w 8085"/>
                  <a:gd name="T3" fmla="*/ 0 h 179"/>
                  <a:gd name="T4" fmla="*/ 0 w 8085"/>
                  <a:gd name="T5" fmla="*/ 0 h 179"/>
                  <a:gd name="T6" fmla="*/ 0 w 8085"/>
                  <a:gd name="T7" fmla="*/ 0 h 179"/>
                  <a:gd name="T8" fmla="*/ 0 w 8085"/>
                  <a:gd name="T9" fmla="*/ 0 h 179"/>
                  <a:gd name="T10" fmla="*/ 0 w 8085"/>
                  <a:gd name="T11" fmla="*/ 0 h 179"/>
                  <a:gd name="T12" fmla="*/ 0 w 8085"/>
                  <a:gd name="T13" fmla="*/ 0 h 17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8085" h="179">
                    <a:moveTo>
                      <a:pt x="0" y="0"/>
                    </a:moveTo>
                    <a:lnTo>
                      <a:pt x="0" y="90"/>
                    </a:lnTo>
                    <a:lnTo>
                      <a:pt x="0" y="179"/>
                    </a:lnTo>
                    <a:lnTo>
                      <a:pt x="8085" y="179"/>
                    </a:lnTo>
                    <a:lnTo>
                      <a:pt x="8085" y="90"/>
                    </a:lnTo>
                    <a:lnTo>
                      <a:pt x="8085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50" name="Freeform 289">
                <a:extLst>
                  <a:ext uri="{FF2B5EF4-FFF2-40B4-BE49-F238E27FC236}">
                    <a16:creationId xmlns:a16="http://schemas.microsoft.com/office/drawing/2014/main" id="{2C4E1926-8B85-75E0-CC28-8C2D1A0F561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03" y="3207"/>
                <a:ext cx="13" cy="26"/>
              </a:xfrm>
              <a:custGeom>
                <a:avLst/>
                <a:gdLst>
                  <a:gd name="T0" fmla="*/ 0 w 90"/>
                  <a:gd name="T1" fmla="*/ 0 h 179"/>
                  <a:gd name="T2" fmla="*/ 0 w 90"/>
                  <a:gd name="T3" fmla="*/ 0 h 179"/>
                  <a:gd name="T4" fmla="*/ 0 w 90"/>
                  <a:gd name="T5" fmla="*/ 0 h 179"/>
                  <a:gd name="T6" fmla="*/ 0 w 90"/>
                  <a:gd name="T7" fmla="*/ 0 h 179"/>
                  <a:gd name="T8" fmla="*/ 0 w 90"/>
                  <a:gd name="T9" fmla="*/ 0 h 179"/>
                  <a:gd name="T10" fmla="*/ 0 w 90"/>
                  <a:gd name="T11" fmla="*/ 0 h 179"/>
                  <a:gd name="T12" fmla="*/ 0 w 90"/>
                  <a:gd name="T13" fmla="*/ 0 h 179"/>
                  <a:gd name="T14" fmla="*/ 0 w 90"/>
                  <a:gd name="T15" fmla="*/ 0 h 179"/>
                  <a:gd name="T16" fmla="*/ 0 w 90"/>
                  <a:gd name="T17" fmla="*/ 0 h 179"/>
                  <a:gd name="T18" fmla="*/ 0 w 90"/>
                  <a:gd name="T19" fmla="*/ 0 h 179"/>
                  <a:gd name="T20" fmla="*/ 0 w 90"/>
                  <a:gd name="T21" fmla="*/ 0 h 179"/>
                  <a:gd name="T22" fmla="*/ 0 w 90"/>
                  <a:gd name="T23" fmla="*/ 0 h 179"/>
                  <a:gd name="T24" fmla="*/ 0 w 90"/>
                  <a:gd name="T25" fmla="*/ 0 h 179"/>
                  <a:gd name="T26" fmla="*/ 0 w 90"/>
                  <a:gd name="T27" fmla="*/ 0 h 179"/>
                  <a:gd name="T28" fmla="*/ 0 w 90"/>
                  <a:gd name="T29" fmla="*/ 0 h 179"/>
                  <a:gd name="T30" fmla="*/ 0 w 90"/>
                  <a:gd name="T31" fmla="*/ 0 h 179"/>
                  <a:gd name="T32" fmla="*/ 0 w 90"/>
                  <a:gd name="T33" fmla="*/ 0 h 179"/>
                  <a:gd name="T34" fmla="*/ 0 w 90"/>
                  <a:gd name="T35" fmla="*/ 0 h 179"/>
                  <a:gd name="T36" fmla="*/ 0 w 90"/>
                  <a:gd name="T37" fmla="*/ 0 h 179"/>
                  <a:gd name="T38" fmla="*/ 0 w 90"/>
                  <a:gd name="T39" fmla="*/ 0 h 179"/>
                  <a:gd name="T40" fmla="*/ 0 w 90"/>
                  <a:gd name="T41" fmla="*/ 0 h 179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0" t="0" r="r" b="b"/>
                <a:pathLst>
                  <a:path w="90" h="179">
                    <a:moveTo>
                      <a:pt x="0" y="90"/>
                    </a:moveTo>
                    <a:lnTo>
                      <a:pt x="0" y="0"/>
                    </a:lnTo>
                    <a:lnTo>
                      <a:pt x="16" y="3"/>
                    </a:lnTo>
                    <a:lnTo>
                      <a:pt x="31" y="7"/>
                    </a:lnTo>
                    <a:lnTo>
                      <a:pt x="44" y="13"/>
                    </a:lnTo>
                    <a:lnTo>
                      <a:pt x="57" y="22"/>
                    </a:lnTo>
                    <a:lnTo>
                      <a:pt x="69" y="33"/>
                    </a:lnTo>
                    <a:lnTo>
                      <a:pt x="77" y="46"/>
                    </a:lnTo>
                    <a:lnTo>
                      <a:pt x="83" y="60"/>
                    </a:lnTo>
                    <a:lnTo>
                      <a:pt x="88" y="75"/>
                    </a:lnTo>
                    <a:lnTo>
                      <a:pt x="90" y="90"/>
                    </a:lnTo>
                    <a:lnTo>
                      <a:pt x="88" y="106"/>
                    </a:lnTo>
                    <a:lnTo>
                      <a:pt x="83" y="121"/>
                    </a:lnTo>
                    <a:lnTo>
                      <a:pt x="77" y="135"/>
                    </a:lnTo>
                    <a:lnTo>
                      <a:pt x="69" y="148"/>
                    </a:lnTo>
                    <a:lnTo>
                      <a:pt x="57" y="159"/>
                    </a:lnTo>
                    <a:lnTo>
                      <a:pt x="44" y="168"/>
                    </a:lnTo>
                    <a:lnTo>
                      <a:pt x="31" y="174"/>
                    </a:lnTo>
                    <a:lnTo>
                      <a:pt x="16" y="178"/>
                    </a:lnTo>
                    <a:lnTo>
                      <a:pt x="0" y="179"/>
                    </a:lnTo>
                    <a:lnTo>
                      <a:pt x="0" y="9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51" name="Freeform 290">
                <a:extLst>
                  <a:ext uri="{FF2B5EF4-FFF2-40B4-BE49-F238E27FC236}">
                    <a16:creationId xmlns:a16="http://schemas.microsoft.com/office/drawing/2014/main" id="{ECA9A8A9-EA65-AAE8-8F2E-8DDD25CB83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03" y="3207"/>
                <a:ext cx="13" cy="26"/>
              </a:xfrm>
              <a:custGeom>
                <a:avLst/>
                <a:gdLst>
                  <a:gd name="T0" fmla="*/ 0 w 90"/>
                  <a:gd name="T1" fmla="*/ 0 h 179"/>
                  <a:gd name="T2" fmla="*/ 0 w 90"/>
                  <a:gd name="T3" fmla="*/ 0 h 179"/>
                  <a:gd name="T4" fmla="*/ 0 w 90"/>
                  <a:gd name="T5" fmla="*/ 0 h 179"/>
                  <a:gd name="T6" fmla="*/ 0 w 90"/>
                  <a:gd name="T7" fmla="*/ 0 h 179"/>
                  <a:gd name="T8" fmla="*/ 0 w 90"/>
                  <a:gd name="T9" fmla="*/ 0 h 179"/>
                  <a:gd name="T10" fmla="*/ 0 w 90"/>
                  <a:gd name="T11" fmla="*/ 0 h 179"/>
                  <a:gd name="T12" fmla="*/ 0 w 90"/>
                  <a:gd name="T13" fmla="*/ 0 h 179"/>
                  <a:gd name="T14" fmla="*/ 0 w 90"/>
                  <a:gd name="T15" fmla="*/ 0 h 179"/>
                  <a:gd name="T16" fmla="*/ 0 w 90"/>
                  <a:gd name="T17" fmla="*/ 0 h 179"/>
                  <a:gd name="T18" fmla="*/ 0 w 90"/>
                  <a:gd name="T19" fmla="*/ 0 h 179"/>
                  <a:gd name="T20" fmla="*/ 0 w 90"/>
                  <a:gd name="T21" fmla="*/ 0 h 179"/>
                  <a:gd name="T22" fmla="*/ 0 w 90"/>
                  <a:gd name="T23" fmla="*/ 0 h 179"/>
                  <a:gd name="T24" fmla="*/ 0 w 90"/>
                  <a:gd name="T25" fmla="*/ 0 h 179"/>
                  <a:gd name="T26" fmla="*/ 0 w 90"/>
                  <a:gd name="T27" fmla="*/ 0 h 179"/>
                  <a:gd name="T28" fmla="*/ 0 w 90"/>
                  <a:gd name="T29" fmla="*/ 0 h 179"/>
                  <a:gd name="T30" fmla="*/ 0 w 90"/>
                  <a:gd name="T31" fmla="*/ 0 h 179"/>
                  <a:gd name="T32" fmla="*/ 0 w 90"/>
                  <a:gd name="T33" fmla="*/ 0 h 179"/>
                  <a:gd name="T34" fmla="*/ 0 w 90"/>
                  <a:gd name="T35" fmla="*/ 0 h 179"/>
                  <a:gd name="T36" fmla="*/ 0 w 90"/>
                  <a:gd name="T37" fmla="*/ 0 h 179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0" t="0" r="r" b="b"/>
                <a:pathLst>
                  <a:path w="90" h="179">
                    <a:moveTo>
                      <a:pt x="0" y="0"/>
                    </a:moveTo>
                    <a:lnTo>
                      <a:pt x="16" y="3"/>
                    </a:lnTo>
                    <a:lnTo>
                      <a:pt x="31" y="7"/>
                    </a:lnTo>
                    <a:lnTo>
                      <a:pt x="44" y="13"/>
                    </a:lnTo>
                    <a:lnTo>
                      <a:pt x="57" y="22"/>
                    </a:lnTo>
                    <a:lnTo>
                      <a:pt x="69" y="33"/>
                    </a:lnTo>
                    <a:lnTo>
                      <a:pt x="77" y="46"/>
                    </a:lnTo>
                    <a:lnTo>
                      <a:pt x="83" y="60"/>
                    </a:lnTo>
                    <a:lnTo>
                      <a:pt x="88" y="75"/>
                    </a:lnTo>
                    <a:lnTo>
                      <a:pt x="90" y="90"/>
                    </a:lnTo>
                    <a:lnTo>
                      <a:pt x="88" y="106"/>
                    </a:lnTo>
                    <a:lnTo>
                      <a:pt x="83" y="121"/>
                    </a:lnTo>
                    <a:lnTo>
                      <a:pt x="77" y="135"/>
                    </a:lnTo>
                    <a:lnTo>
                      <a:pt x="69" y="148"/>
                    </a:lnTo>
                    <a:lnTo>
                      <a:pt x="57" y="159"/>
                    </a:lnTo>
                    <a:lnTo>
                      <a:pt x="44" y="168"/>
                    </a:lnTo>
                    <a:lnTo>
                      <a:pt x="31" y="174"/>
                    </a:lnTo>
                    <a:lnTo>
                      <a:pt x="16" y="178"/>
                    </a:lnTo>
                    <a:lnTo>
                      <a:pt x="0" y="179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52" name="Line 291">
                <a:extLst>
                  <a:ext uri="{FF2B5EF4-FFF2-40B4-BE49-F238E27FC236}">
                    <a16:creationId xmlns:a16="http://schemas.microsoft.com/office/drawing/2014/main" id="{FE4BD44E-6F69-8F58-668D-B5C6A47160A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862" y="2804"/>
                <a:ext cx="307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53" name="Line 292">
                <a:extLst>
                  <a:ext uri="{FF2B5EF4-FFF2-40B4-BE49-F238E27FC236}">
                    <a16:creationId xmlns:a16="http://schemas.microsoft.com/office/drawing/2014/main" id="{16B72461-B9E7-B951-144A-781C7DCAE24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232" y="2803"/>
                <a:ext cx="562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54" name="Line 293">
                <a:extLst>
                  <a:ext uri="{FF2B5EF4-FFF2-40B4-BE49-F238E27FC236}">
                    <a16:creationId xmlns:a16="http://schemas.microsoft.com/office/drawing/2014/main" id="{2FDF50CA-6582-5449-55FD-94AF0226A5D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26" y="2717"/>
                <a:ext cx="0" cy="584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55" name="Line 294">
                <a:extLst>
                  <a:ext uri="{FF2B5EF4-FFF2-40B4-BE49-F238E27FC236}">
                    <a16:creationId xmlns:a16="http://schemas.microsoft.com/office/drawing/2014/main" id="{B4BB9B7E-FF70-8D08-448A-BADF94C5485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26" y="3125"/>
                <a:ext cx="1" cy="13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56" name="Line 295">
                <a:extLst>
                  <a:ext uri="{FF2B5EF4-FFF2-40B4-BE49-F238E27FC236}">
                    <a16:creationId xmlns:a16="http://schemas.microsoft.com/office/drawing/2014/main" id="{7767EC5A-A2AB-0DD6-128B-1E50A7017EC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95" y="2804"/>
                <a:ext cx="12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57" name="Line 296">
                <a:extLst>
                  <a:ext uri="{FF2B5EF4-FFF2-40B4-BE49-F238E27FC236}">
                    <a16:creationId xmlns:a16="http://schemas.microsoft.com/office/drawing/2014/main" id="{709A2EE2-1757-4266-1103-C138DCF31AC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26" y="2688"/>
                <a:ext cx="1" cy="10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58" name="Line 297">
                <a:extLst>
                  <a:ext uri="{FF2B5EF4-FFF2-40B4-BE49-F238E27FC236}">
                    <a16:creationId xmlns:a16="http://schemas.microsoft.com/office/drawing/2014/main" id="{139F4EF6-2AF1-0C7B-DADD-AB57AB889E3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843" y="2803"/>
                <a:ext cx="335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59" name="Line 298">
                <a:extLst>
                  <a:ext uri="{FF2B5EF4-FFF2-40B4-BE49-F238E27FC236}">
                    <a16:creationId xmlns:a16="http://schemas.microsoft.com/office/drawing/2014/main" id="{6C0CF89F-2448-29E2-8B95-69BB64587D8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12" y="2803"/>
                <a:ext cx="10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60" name="Line 299">
                <a:extLst>
                  <a:ext uri="{FF2B5EF4-FFF2-40B4-BE49-F238E27FC236}">
                    <a16:creationId xmlns:a16="http://schemas.microsoft.com/office/drawing/2014/main" id="{C7BDBEB3-9680-097A-1C68-75FB716CF76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993" y="2544"/>
                <a:ext cx="110" cy="1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61" name="Line 300">
                <a:extLst>
                  <a:ext uri="{FF2B5EF4-FFF2-40B4-BE49-F238E27FC236}">
                    <a16:creationId xmlns:a16="http://schemas.microsoft.com/office/drawing/2014/main" id="{80EF9DB1-D7C0-3635-0A5E-40336B69135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855" y="2544"/>
                <a:ext cx="110" cy="1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62" name="Freeform 301">
                <a:extLst>
                  <a:ext uri="{FF2B5EF4-FFF2-40B4-BE49-F238E27FC236}">
                    <a16:creationId xmlns:a16="http://schemas.microsoft.com/office/drawing/2014/main" id="{961500F6-3D58-AF0B-BBF0-961AF70E8F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35" y="2376"/>
                <a:ext cx="13" cy="26"/>
              </a:xfrm>
              <a:custGeom>
                <a:avLst/>
                <a:gdLst>
                  <a:gd name="T0" fmla="*/ 0 w 89"/>
                  <a:gd name="T1" fmla="*/ 0 h 179"/>
                  <a:gd name="T2" fmla="*/ 0 w 89"/>
                  <a:gd name="T3" fmla="*/ 0 h 179"/>
                  <a:gd name="T4" fmla="*/ 0 w 89"/>
                  <a:gd name="T5" fmla="*/ 0 h 179"/>
                  <a:gd name="T6" fmla="*/ 0 w 89"/>
                  <a:gd name="T7" fmla="*/ 0 h 179"/>
                  <a:gd name="T8" fmla="*/ 0 w 89"/>
                  <a:gd name="T9" fmla="*/ 0 h 179"/>
                  <a:gd name="T10" fmla="*/ 0 w 89"/>
                  <a:gd name="T11" fmla="*/ 0 h 179"/>
                  <a:gd name="T12" fmla="*/ 0 w 89"/>
                  <a:gd name="T13" fmla="*/ 0 h 179"/>
                  <a:gd name="T14" fmla="*/ 0 w 89"/>
                  <a:gd name="T15" fmla="*/ 0 h 179"/>
                  <a:gd name="T16" fmla="*/ 0 w 89"/>
                  <a:gd name="T17" fmla="*/ 0 h 179"/>
                  <a:gd name="T18" fmla="*/ 0 w 89"/>
                  <a:gd name="T19" fmla="*/ 0 h 179"/>
                  <a:gd name="T20" fmla="*/ 0 w 89"/>
                  <a:gd name="T21" fmla="*/ 0 h 179"/>
                  <a:gd name="T22" fmla="*/ 0 w 89"/>
                  <a:gd name="T23" fmla="*/ 0 h 179"/>
                  <a:gd name="T24" fmla="*/ 0 w 89"/>
                  <a:gd name="T25" fmla="*/ 0 h 179"/>
                  <a:gd name="T26" fmla="*/ 0 w 89"/>
                  <a:gd name="T27" fmla="*/ 0 h 179"/>
                  <a:gd name="T28" fmla="*/ 0 w 89"/>
                  <a:gd name="T29" fmla="*/ 0 h 179"/>
                  <a:gd name="T30" fmla="*/ 0 w 89"/>
                  <a:gd name="T31" fmla="*/ 0 h 179"/>
                  <a:gd name="T32" fmla="*/ 0 w 89"/>
                  <a:gd name="T33" fmla="*/ 0 h 179"/>
                  <a:gd name="T34" fmla="*/ 0 w 89"/>
                  <a:gd name="T35" fmla="*/ 0 h 179"/>
                  <a:gd name="T36" fmla="*/ 0 w 89"/>
                  <a:gd name="T37" fmla="*/ 0 h 179"/>
                  <a:gd name="T38" fmla="*/ 0 w 89"/>
                  <a:gd name="T39" fmla="*/ 0 h 179"/>
                  <a:gd name="T40" fmla="*/ 0 w 89"/>
                  <a:gd name="T41" fmla="*/ 0 h 179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0" t="0" r="r" b="b"/>
                <a:pathLst>
                  <a:path w="89" h="179">
                    <a:moveTo>
                      <a:pt x="89" y="90"/>
                    </a:moveTo>
                    <a:lnTo>
                      <a:pt x="89" y="179"/>
                    </a:lnTo>
                    <a:lnTo>
                      <a:pt x="73" y="178"/>
                    </a:lnTo>
                    <a:lnTo>
                      <a:pt x="58" y="174"/>
                    </a:lnTo>
                    <a:lnTo>
                      <a:pt x="44" y="168"/>
                    </a:lnTo>
                    <a:lnTo>
                      <a:pt x="31" y="159"/>
                    </a:lnTo>
                    <a:lnTo>
                      <a:pt x="20" y="148"/>
                    </a:lnTo>
                    <a:lnTo>
                      <a:pt x="11" y="135"/>
                    </a:lnTo>
                    <a:lnTo>
                      <a:pt x="5" y="121"/>
                    </a:lnTo>
                    <a:lnTo>
                      <a:pt x="1" y="106"/>
                    </a:lnTo>
                    <a:lnTo>
                      <a:pt x="0" y="90"/>
                    </a:lnTo>
                    <a:lnTo>
                      <a:pt x="1" y="74"/>
                    </a:lnTo>
                    <a:lnTo>
                      <a:pt x="5" y="60"/>
                    </a:lnTo>
                    <a:lnTo>
                      <a:pt x="11" y="46"/>
                    </a:lnTo>
                    <a:lnTo>
                      <a:pt x="20" y="33"/>
                    </a:lnTo>
                    <a:lnTo>
                      <a:pt x="31" y="22"/>
                    </a:lnTo>
                    <a:lnTo>
                      <a:pt x="44" y="13"/>
                    </a:lnTo>
                    <a:lnTo>
                      <a:pt x="58" y="7"/>
                    </a:lnTo>
                    <a:lnTo>
                      <a:pt x="73" y="2"/>
                    </a:lnTo>
                    <a:lnTo>
                      <a:pt x="89" y="0"/>
                    </a:lnTo>
                    <a:lnTo>
                      <a:pt x="89" y="9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63" name="Freeform 302">
                <a:extLst>
                  <a:ext uri="{FF2B5EF4-FFF2-40B4-BE49-F238E27FC236}">
                    <a16:creationId xmlns:a16="http://schemas.microsoft.com/office/drawing/2014/main" id="{0C8311CB-0BA3-8D07-F125-C985AEE5A9C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35" y="2376"/>
                <a:ext cx="13" cy="26"/>
              </a:xfrm>
              <a:custGeom>
                <a:avLst/>
                <a:gdLst>
                  <a:gd name="T0" fmla="*/ 0 w 89"/>
                  <a:gd name="T1" fmla="*/ 0 h 179"/>
                  <a:gd name="T2" fmla="*/ 0 w 89"/>
                  <a:gd name="T3" fmla="*/ 0 h 179"/>
                  <a:gd name="T4" fmla="*/ 0 w 89"/>
                  <a:gd name="T5" fmla="*/ 0 h 179"/>
                  <a:gd name="T6" fmla="*/ 0 w 89"/>
                  <a:gd name="T7" fmla="*/ 0 h 179"/>
                  <a:gd name="T8" fmla="*/ 0 w 89"/>
                  <a:gd name="T9" fmla="*/ 0 h 179"/>
                  <a:gd name="T10" fmla="*/ 0 w 89"/>
                  <a:gd name="T11" fmla="*/ 0 h 179"/>
                  <a:gd name="T12" fmla="*/ 0 w 89"/>
                  <a:gd name="T13" fmla="*/ 0 h 179"/>
                  <a:gd name="T14" fmla="*/ 0 w 89"/>
                  <a:gd name="T15" fmla="*/ 0 h 179"/>
                  <a:gd name="T16" fmla="*/ 0 w 89"/>
                  <a:gd name="T17" fmla="*/ 0 h 179"/>
                  <a:gd name="T18" fmla="*/ 0 w 89"/>
                  <a:gd name="T19" fmla="*/ 0 h 179"/>
                  <a:gd name="T20" fmla="*/ 0 w 89"/>
                  <a:gd name="T21" fmla="*/ 0 h 179"/>
                  <a:gd name="T22" fmla="*/ 0 w 89"/>
                  <a:gd name="T23" fmla="*/ 0 h 179"/>
                  <a:gd name="T24" fmla="*/ 0 w 89"/>
                  <a:gd name="T25" fmla="*/ 0 h 179"/>
                  <a:gd name="T26" fmla="*/ 0 w 89"/>
                  <a:gd name="T27" fmla="*/ 0 h 179"/>
                  <a:gd name="T28" fmla="*/ 0 w 89"/>
                  <a:gd name="T29" fmla="*/ 0 h 179"/>
                  <a:gd name="T30" fmla="*/ 0 w 89"/>
                  <a:gd name="T31" fmla="*/ 0 h 179"/>
                  <a:gd name="T32" fmla="*/ 0 w 89"/>
                  <a:gd name="T33" fmla="*/ 0 h 179"/>
                  <a:gd name="T34" fmla="*/ 0 w 89"/>
                  <a:gd name="T35" fmla="*/ 0 h 179"/>
                  <a:gd name="T36" fmla="*/ 0 w 89"/>
                  <a:gd name="T37" fmla="*/ 0 h 179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0" t="0" r="r" b="b"/>
                <a:pathLst>
                  <a:path w="89" h="179">
                    <a:moveTo>
                      <a:pt x="89" y="179"/>
                    </a:moveTo>
                    <a:lnTo>
                      <a:pt x="73" y="178"/>
                    </a:lnTo>
                    <a:lnTo>
                      <a:pt x="58" y="174"/>
                    </a:lnTo>
                    <a:lnTo>
                      <a:pt x="44" y="168"/>
                    </a:lnTo>
                    <a:lnTo>
                      <a:pt x="31" y="159"/>
                    </a:lnTo>
                    <a:lnTo>
                      <a:pt x="20" y="148"/>
                    </a:lnTo>
                    <a:lnTo>
                      <a:pt x="11" y="135"/>
                    </a:lnTo>
                    <a:lnTo>
                      <a:pt x="5" y="121"/>
                    </a:lnTo>
                    <a:lnTo>
                      <a:pt x="1" y="106"/>
                    </a:lnTo>
                    <a:lnTo>
                      <a:pt x="0" y="90"/>
                    </a:lnTo>
                    <a:lnTo>
                      <a:pt x="1" y="74"/>
                    </a:lnTo>
                    <a:lnTo>
                      <a:pt x="5" y="60"/>
                    </a:lnTo>
                    <a:lnTo>
                      <a:pt x="11" y="46"/>
                    </a:lnTo>
                    <a:lnTo>
                      <a:pt x="20" y="33"/>
                    </a:lnTo>
                    <a:lnTo>
                      <a:pt x="31" y="22"/>
                    </a:lnTo>
                    <a:lnTo>
                      <a:pt x="44" y="13"/>
                    </a:lnTo>
                    <a:lnTo>
                      <a:pt x="58" y="7"/>
                    </a:lnTo>
                    <a:lnTo>
                      <a:pt x="73" y="2"/>
                    </a:lnTo>
                    <a:lnTo>
                      <a:pt x="89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64" name="Freeform 303">
                <a:extLst>
                  <a:ext uri="{FF2B5EF4-FFF2-40B4-BE49-F238E27FC236}">
                    <a16:creationId xmlns:a16="http://schemas.microsoft.com/office/drawing/2014/main" id="{DC5955B4-E964-BE84-9ED6-87E37E3D50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48" y="2376"/>
                <a:ext cx="1155" cy="26"/>
              </a:xfrm>
              <a:custGeom>
                <a:avLst/>
                <a:gdLst>
                  <a:gd name="T0" fmla="*/ 0 w 8085"/>
                  <a:gd name="T1" fmla="*/ 0 h 179"/>
                  <a:gd name="T2" fmla="*/ 0 w 8085"/>
                  <a:gd name="T3" fmla="*/ 0 h 179"/>
                  <a:gd name="T4" fmla="*/ 0 w 8085"/>
                  <a:gd name="T5" fmla="*/ 0 h 179"/>
                  <a:gd name="T6" fmla="*/ 0 w 8085"/>
                  <a:gd name="T7" fmla="*/ 0 h 179"/>
                  <a:gd name="T8" fmla="*/ 0 w 8085"/>
                  <a:gd name="T9" fmla="*/ 0 h 179"/>
                  <a:gd name="T10" fmla="*/ 0 w 8085"/>
                  <a:gd name="T11" fmla="*/ 0 h 179"/>
                  <a:gd name="T12" fmla="*/ 0 w 8085"/>
                  <a:gd name="T13" fmla="*/ 0 h 17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8085" h="179">
                    <a:moveTo>
                      <a:pt x="0" y="0"/>
                    </a:moveTo>
                    <a:lnTo>
                      <a:pt x="0" y="90"/>
                    </a:lnTo>
                    <a:lnTo>
                      <a:pt x="0" y="179"/>
                    </a:lnTo>
                    <a:lnTo>
                      <a:pt x="8085" y="179"/>
                    </a:lnTo>
                    <a:lnTo>
                      <a:pt x="8085" y="90"/>
                    </a:lnTo>
                    <a:lnTo>
                      <a:pt x="808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65" name="Freeform 304">
                <a:extLst>
                  <a:ext uri="{FF2B5EF4-FFF2-40B4-BE49-F238E27FC236}">
                    <a16:creationId xmlns:a16="http://schemas.microsoft.com/office/drawing/2014/main" id="{36C5BEC6-2172-3543-BCAB-6D2311A622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48" y="2376"/>
                <a:ext cx="1155" cy="26"/>
              </a:xfrm>
              <a:custGeom>
                <a:avLst/>
                <a:gdLst>
                  <a:gd name="T0" fmla="*/ 0 w 8085"/>
                  <a:gd name="T1" fmla="*/ 0 h 179"/>
                  <a:gd name="T2" fmla="*/ 0 w 8085"/>
                  <a:gd name="T3" fmla="*/ 0 h 179"/>
                  <a:gd name="T4" fmla="*/ 0 w 8085"/>
                  <a:gd name="T5" fmla="*/ 0 h 179"/>
                  <a:gd name="T6" fmla="*/ 0 w 8085"/>
                  <a:gd name="T7" fmla="*/ 0 h 179"/>
                  <a:gd name="T8" fmla="*/ 0 w 8085"/>
                  <a:gd name="T9" fmla="*/ 0 h 179"/>
                  <a:gd name="T10" fmla="*/ 0 w 8085"/>
                  <a:gd name="T11" fmla="*/ 0 h 179"/>
                  <a:gd name="T12" fmla="*/ 0 w 8085"/>
                  <a:gd name="T13" fmla="*/ 0 h 17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8085" h="179">
                    <a:moveTo>
                      <a:pt x="0" y="0"/>
                    </a:moveTo>
                    <a:lnTo>
                      <a:pt x="0" y="90"/>
                    </a:lnTo>
                    <a:lnTo>
                      <a:pt x="0" y="179"/>
                    </a:lnTo>
                    <a:lnTo>
                      <a:pt x="8085" y="179"/>
                    </a:lnTo>
                    <a:lnTo>
                      <a:pt x="8085" y="90"/>
                    </a:lnTo>
                    <a:lnTo>
                      <a:pt x="8085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66" name="Freeform 305">
                <a:extLst>
                  <a:ext uri="{FF2B5EF4-FFF2-40B4-BE49-F238E27FC236}">
                    <a16:creationId xmlns:a16="http://schemas.microsoft.com/office/drawing/2014/main" id="{85A8C4D6-1676-6E77-EB1B-B836BC0D2AD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03" y="2376"/>
                <a:ext cx="13" cy="26"/>
              </a:xfrm>
              <a:custGeom>
                <a:avLst/>
                <a:gdLst>
                  <a:gd name="T0" fmla="*/ 0 w 90"/>
                  <a:gd name="T1" fmla="*/ 0 h 179"/>
                  <a:gd name="T2" fmla="*/ 0 w 90"/>
                  <a:gd name="T3" fmla="*/ 0 h 179"/>
                  <a:gd name="T4" fmla="*/ 0 w 90"/>
                  <a:gd name="T5" fmla="*/ 0 h 179"/>
                  <a:gd name="T6" fmla="*/ 0 w 90"/>
                  <a:gd name="T7" fmla="*/ 0 h 179"/>
                  <a:gd name="T8" fmla="*/ 0 w 90"/>
                  <a:gd name="T9" fmla="*/ 0 h 179"/>
                  <a:gd name="T10" fmla="*/ 0 w 90"/>
                  <a:gd name="T11" fmla="*/ 0 h 179"/>
                  <a:gd name="T12" fmla="*/ 0 w 90"/>
                  <a:gd name="T13" fmla="*/ 0 h 179"/>
                  <a:gd name="T14" fmla="*/ 0 w 90"/>
                  <a:gd name="T15" fmla="*/ 0 h 179"/>
                  <a:gd name="T16" fmla="*/ 0 w 90"/>
                  <a:gd name="T17" fmla="*/ 0 h 179"/>
                  <a:gd name="T18" fmla="*/ 0 w 90"/>
                  <a:gd name="T19" fmla="*/ 0 h 179"/>
                  <a:gd name="T20" fmla="*/ 0 w 90"/>
                  <a:gd name="T21" fmla="*/ 0 h 179"/>
                  <a:gd name="T22" fmla="*/ 0 w 90"/>
                  <a:gd name="T23" fmla="*/ 0 h 179"/>
                  <a:gd name="T24" fmla="*/ 0 w 90"/>
                  <a:gd name="T25" fmla="*/ 0 h 179"/>
                  <a:gd name="T26" fmla="*/ 0 w 90"/>
                  <a:gd name="T27" fmla="*/ 0 h 179"/>
                  <a:gd name="T28" fmla="*/ 0 w 90"/>
                  <a:gd name="T29" fmla="*/ 0 h 179"/>
                  <a:gd name="T30" fmla="*/ 0 w 90"/>
                  <a:gd name="T31" fmla="*/ 0 h 179"/>
                  <a:gd name="T32" fmla="*/ 0 w 90"/>
                  <a:gd name="T33" fmla="*/ 0 h 179"/>
                  <a:gd name="T34" fmla="*/ 0 w 90"/>
                  <a:gd name="T35" fmla="*/ 0 h 179"/>
                  <a:gd name="T36" fmla="*/ 0 w 90"/>
                  <a:gd name="T37" fmla="*/ 0 h 179"/>
                  <a:gd name="T38" fmla="*/ 0 w 90"/>
                  <a:gd name="T39" fmla="*/ 0 h 179"/>
                  <a:gd name="T40" fmla="*/ 0 w 90"/>
                  <a:gd name="T41" fmla="*/ 0 h 179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0" t="0" r="r" b="b"/>
                <a:pathLst>
                  <a:path w="90" h="179">
                    <a:moveTo>
                      <a:pt x="0" y="90"/>
                    </a:moveTo>
                    <a:lnTo>
                      <a:pt x="0" y="0"/>
                    </a:lnTo>
                    <a:lnTo>
                      <a:pt x="16" y="2"/>
                    </a:lnTo>
                    <a:lnTo>
                      <a:pt x="31" y="7"/>
                    </a:lnTo>
                    <a:lnTo>
                      <a:pt x="44" y="13"/>
                    </a:lnTo>
                    <a:lnTo>
                      <a:pt x="57" y="22"/>
                    </a:lnTo>
                    <a:lnTo>
                      <a:pt x="69" y="33"/>
                    </a:lnTo>
                    <a:lnTo>
                      <a:pt x="77" y="46"/>
                    </a:lnTo>
                    <a:lnTo>
                      <a:pt x="83" y="60"/>
                    </a:lnTo>
                    <a:lnTo>
                      <a:pt x="88" y="74"/>
                    </a:lnTo>
                    <a:lnTo>
                      <a:pt x="90" y="90"/>
                    </a:lnTo>
                    <a:lnTo>
                      <a:pt x="88" y="106"/>
                    </a:lnTo>
                    <a:lnTo>
                      <a:pt x="83" y="121"/>
                    </a:lnTo>
                    <a:lnTo>
                      <a:pt x="77" y="135"/>
                    </a:lnTo>
                    <a:lnTo>
                      <a:pt x="69" y="148"/>
                    </a:lnTo>
                    <a:lnTo>
                      <a:pt x="57" y="159"/>
                    </a:lnTo>
                    <a:lnTo>
                      <a:pt x="44" y="168"/>
                    </a:lnTo>
                    <a:lnTo>
                      <a:pt x="31" y="174"/>
                    </a:lnTo>
                    <a:lnTo>
                      <a:pt x="16" y="178"/>
                    </a:lnTo>
                    <a:lnTo>
                      <a:pt x="0" y="179"/>
                    </a:lnTo>
                    <a:lnTo>
                      <a:pt x="0" y="9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67" name="Freeform 306">
                <a:extLst>
                  <a:ext uri="{FF2B5EF4-FFF2-40B4-BE49-F238E27FC236}">
                    <a16:creationId xmlns:a16="http://schemas.microsoft.com/office/drawing/2014/main" id="{E76C46C5-BF91-BFD7-AAC6-CA3A234BE3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03" y="2376"/>
                <a:ext cx="13" cy="26"/>
              </a:xfrm>
              <a:custGeom>
                <a:avLst/>
                <a:gdLst>
                  <a:gd name="T0" fmla="*/ 0 w 90"/>
                  <a:gd name="T1" fmla="*/ 0 h 179"/>
                  <a:gd name="T2" fmla="*/ 0 w 90"/>
                  <a:gd name="T3" fmla="*/ 0 h 179"/>
                  <a:gd name="T4" fmla="*/ 0 w 90"/>
                  <a:gd name="T5" fmla="*/ 0 h 179"/>
                  <a:gd name="T6" fmla="*/ 0 w 90"/>
                  <a:gd name="T7" fmla="*/ 0 h 179"/>
                  <a:gd name="T8" fmla="*/ 0 w 90"/>
                  <a:gd name="T9" fmla="*/ 0 h 179"/>
                  <a:gd name="T10" fmla="*/ 0 w 90"/>
                  <a:gd name="T11" fmla="*/ 0 h 179"/>
                  <a:gd name="T12" fmla="*/ 0 w 90"/>
                  <a:gd name="T13" fmla="*/ 0 h 179"/>
                  <a:gd name="T14" fmla="*/ 0 w 90"/>
                  <a:gd name="T15" fmla="*/ 0 h 179"/>
                  <a:gd name="T16" fmla="*/ 0 w 90"/>
                  <a:gd name="T17" fmla="*/ 0 h 179"/>
                  <a:gd name="T18" fmla="*/ 0 w 90"/>
                  <a:gd name="T19" fmla="*/ 0 h 179"/>
                  <a:gd name="T20" fmla="*/ 0 w 90"/>
                  <a:gd name="T21" fmla="*/ 0 h 179"/>
                  <a:gd name="T22" fmla="*/ 0 w 90"/>
                  <a:gd name="T23" fmla="*/ 0 h 179"/>
                  <a:gd name="T24" fmla="*/ 0 w 90"/>
                  <a:gd name="T25" fmla="*/ 0 h 179"/>
                  <a:gd name="T26" fmla="*/ 0 w 90"/>
                  <a:gd name="T27" fmla="*/ 0 h 179"/>
                  <a:gd name="T28" fmla="*/ 0 w 90"/>
                  <a:gd name="T29" fmla="*/ 0 h 179"/>
                  <a:gd name="T30" fmla="*/ 0 w 90"/>
                  <a:gd name="T31" fmla="*/ 0 h 179"/>
                  <a:gd name="T32" fmla="*/ 0 w 90"/>
                  <a:gd name="T33" fmla="*/ 0 h 179"/>
                  <a:gd name="T34" fmla="*/ 0 w 90"/>
                  <a:gd name="T35" fmla="*/ 0 h 179"/>
                  <a:gd name="T36" fmla="*/ 0 w 90"/>
                  <a:gd name="T37" fmla="*/ 0 h 179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0" t="0" r="r" b="b"/>
                <a:pathLst>
                  <a:path w="90" h="179">
                    <a:moveTo>
                      <a:pt x="0" y="0"/>
                    </a:moveTo>
                    <a:lnTo>
                      <a:pt x="16" y="2"/>
                    </a:lnTo>
                    <a:lnTo>
                      <a:pt x="31" y="7"/>
                    </a:lnTo>
                    <a:lnTo>
                      <a:pt x="44" y="13"/>
                    </a:lnTo>
                    <a:lnTo>
                      <a:pt x="57" y="22"/>
                    </a:lnTo>
                    <a:lnTo>
                      <a:pt x="69" y="33"/>
                    </a:lnTo>
                    <a:lnTo>
                      <a:pt x="77" y="46"/>
                    </a:lnTo>
                    <a:lnTo>
                      <a:pt x="83" y="60"/>
                    </a:lnTo>
                    <a:lnTo>
                      <a:pt x="88" y="74"/>
                    </a:lnTo>
                    <a:lnTo>
                      <a:pt x="90" y="90"/>
                    </a:lnTo>
                    <a:lnTo>
                      <a:pt x="88" y="106"/>
                    </a:lnTo>
                    <a:lnTo>
                      <a:pt x="83" y="121"/>
                    </a:lnTo>
                    <a:lnTo>
                      <a:pt x="77" y="135"/>
                    </a:lnTo>
                    <a:lnTo>
                      <a:pt x="69" y="148"/>
                    </a:lnTo>
                    <a:lnTo>
                      <a:pt x="57" y="159"/>
                    </a:lnTo>
                    <a:lnTo>
                      <a:pt x="44" y="168"/>
                    </a:lnTo>
                    <a:lnTo>
                      <a:pt x="31" y="174"/>
                    </a:lnTo>
                    <a:lnTo>
                      <a:pt x="16" y="178"/>
                    </a:lnTo>
                    <a:lnTo>
                      <a:pt x="0" y="179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68" name="Freeform 307">
                <a:extLst>
                  <a:ext uri="{FF2B5EF4-FFF2-40B4-BE49-F238E27FC236}">
                    <a16:creationId xmlns:a16="http://schemas.microsoft.com/office/drawing/2014/main" id="{66D11A8E-3DD7-3C38-F387-4B4D6CAFEF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84" y="3066"/>
                <a:ext cx="25" cy="12"/>
              </a:xfrm>
              <a:custGeom>
                <a:avLst/>
                <a:gdLst>
                  <a:gd name="T0" fmla="*/ 0 w 179"/>
                  <a:gd name="T1" fmla="*/ 0 h 89"/>
                  <a:gd name="T2" fmla="*/ 0 w 179"/>
                  <a:gd name="T3" fmla="*/ 0 h 89"/>
                  <a:gd name="T4" fmla="*/ 0 w 179"/>
                  <a:gd name="T5" fmla="*/ 0 h 89"/>
                  <a:gd name="T6" fmla="*/ 0 w 179"/>
                  <a:gd name="T7" fmla="*/ 0 h 89"/>
                  <a:gd name="T8" fmla="*/ 0 w 179"/>
                  <a:gd name="T9" fmla="*/ 0 h 89"/>
                  <a:gd name="T10" fmla="*/ 0 w 179"/>
                  <a:gd name="T11" fmla="*/ 0 h 89"/>
                  <a:gd name="T12" fmla="*/ 0 w 179"/>
                  <a:gd name="T13" fmla="*/ 0 h 89"/>
                  <a:gd name="T14" fmla="*/ 0 w 179"/>
                  <a:gd name="T15" fmla="*/ 0 h 89"/>
                  <a:gd name="T16" fmla="*/ 0 w 179"/>
                  <a:gd name="T17" fmla="*/ 0 h 89"/>
                  <a:gd name="T18" fmla="*/ 0 w 179"/>
                  <a:gd name="T19" fmla="*/ 0 h 89"/>
                  <a:gd name="T20" fmla="*/ 0 w 179"/>
                  <a:gd name="T21" fmla="*/ 0 h 89"/>
                  <a:gd name="T22" fmla="*/ 0 w 179"/>
                  <a:gd name="T23" fmla="*/ 0 h 89"/>
                  <a:gd name="T24" fmla="*/ 0 w 179"/>
                  <a:gd name="T25" fmla="*/ 0 h 89"/>
                  <a:gd name="T26" fmla="*/ 0 w 179"/>
                  <a:gd name="T27" fmla="*/ 0 h 89"/>
                  <a:gd name="T28" fmla="*/ 0 w 179"/>
                  <a:gd name="T29" fmla="*/ 0 h 89"/>
                  <a:gd name="T30" fmla="*/ 0 w 179"/>
                  <a:gd name="T31" fmla="*/ 0 h 89"/>
                  <a:gd name="T32" fmla="*/ 0 w 179"/>
                  <a:gd name="T33" fmla="*/ 0 h 89"/>
                  <a:gd name="T34" fmla="*/ 0 w 179"/>
                  <a:gd name="T35" fmla="*/ 0 h 89"/>
                  <a:gd name="T36" fmla="*/ 0 w 179"/>
                  <a:gd name="T37" fmla="*/ 0 h 89"/>
                  <a:gd name="T38" fmla="*/ 0 w 179"/>
                  <a:gd name="T39" fmla="*/ 0 h 89"/>
                  <a:gd name="T40" fmla="*/ 0 w 179"/>
                  <a:gd name="T41" fmla="*/ 0 h 89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0" t="0" r="r" b="b"/>
                <a:pathLst>
                  <a:path w="179" h="89">
                    <a:moveTo>
                      <a:pt x="89" y="0"/>
                    </a:moveTo>
                    <a:lnTo>
                      <a:pt x="179" y="0"/>
                    </a:lnTo>
                    <a:lnTo>
                      <a:pt x="177" y="16"/>
                    </a:lnTo>
                    <a:lnTo>
                      <a:pt x="173" y="31"/>
                    </a:lnTo>
                    <a:lnTo>
                      <a:pt x="166" y="45"/>
                    </a:lnTo>
                    <a:lnTo>
                      <a:pt x="158" y="57"/>
                    </a:lnTo>
                    <a:lnTo>
                      <a:pt x="146" y="69"/>
                    </a:lnTo>
                    <a:lnTo>
                      <a:pt x="134" y="77"/>
                    </a:lnTo>
                    <a:lnTo>
                      <a:pt x="120" y="84"/>
                    </a:lnTo>
                    <a:lnTo>
                      <a:pt x="105" y="88"/>
                    </a:lnTo>
                    <a:lnTo>
                      <a:pt x="89" y="89"/>
                    </a:lnTo>
                    <a:lnTo>
                      <a:pt x="73" y="88"/>
                    </a:lnTo>
                    <a:lnTo>
                      <a:pt x="58" y="84"/>
                    </a:lnTo>
                    <a:lnTo>
                      <a:pt x="45" y="77"/>
                    </a:lnTo>
                    <a:lnTo>
                      <a:pt x="32" y="69"/>
                    </a:lnTo>
                    <a:lnTo>
                      <a:pt x="20" y="57"/>
                    </a:lnTo>
                    <a:lnTo>
                      <a:pt x="12" y="45"/>
                    </a:lnTo>
                    <a:lnTo>
                      <a:pt x="6" y="31"/>
                    </a:lnTo>
                    <a:lnTo>
                      <a:pt x="1" y="16"/>
                    </a:lnTo>
                    <a:lnTo>
                      <a:pt x="0" y="0"/>
                    </a:lnTo>
                    <a:lnTo>
                      <a:pt x="89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69" name="Freeform 308">
                <a:extLst>
                  <a:ext uri="{FF2B5EF4-FFF2-40B4-BE49-F238E27FC236}">
                    <a16:creationId xmlns:a16="http://schemas.microsoft.com/office/drawing/2014/main" id="{BB416CAA-DA04-2018-4DA3-2FAC67EC97C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84" y="3066"/>
                <a:ext cx="25" cy="12"/>
              </a:xfrm>
              <a:custGeom>
                <a:avLst/>
                <a:gdLst>
                  <a:gd name="T0" fmla="*/ 0 w 179"/>
                  <a:gd name="T1" fmla="*/ 0 h 89"/>
                  <a:gd name="T2" fmla="*/ 0 w 179"/>
                  <a:gd name="T3" fmla="*/ 0 h 89"/>
                  <a:gd name="T4" fmla="*/ 0 w 179"/>
                  <a:gd name="T5" fmla="*/ 0 h 89"/>
                  <a:gd name="T6" fmla="*/ 0 w 179"/>
                  <a:gd name="T7" fmla="*/ 0 h 89"/>
                  <a:gd name="T8" fmla="*/ 0 w 179"/>
                  <a:gd name="T9" fmla="*/ 0 h 89"/>
                  <a:gd name="T10" fmla="*/ 0 w 179"/>
                  <a:gd name="T11" fmla="*/ 0 h 89"/>
                  <a:gd name="T12" fmla="*/ 0 w 179"/>
                  <a:gd name="T13" fmla="*/ 0 h 89"/>
                  <a:gd name="T14" fmla="*/ 0 w 179"/>
                  <a:gd name="T15" fmla="*/ 0 h 89"/>
                  <a:gd name="T16" fmla="*/ 0 w 179"/>
                  <a:gd name="T17" fmla="*/ 0 h 89"/>
                  <a:gd name="T18" fmla="*/ 0 w 179"/>
                  <a:gd name="T19" fmla="*/ 0 h 89"/>
                  <a:gd name="T20" fmla="*/ 0 w 179"/>
                  <a:gd name="T21" fmla="*/ 0 h 89"/>
                  <a:gd name="T22" fmla="*/ 0 w 179"/>
                  <a:gd name="T23" fmla="*/ 0 h 89"/>
                  <a:gd name="T24" fmla="*/ 0 w 179"/>
                  <a:gd name="T25" fmla="*/ 0 h 89"/>
                  <a:gd name="T26" fmla="*/ 0 w 179"/>
                  <a:gd name="T27" fmla="*/ 0 h 89"/>
                  <a:gd name="T28" fmla="*/ 0 w 179"/>
                  <a:gd name="T29" fmla="*/ 0 h 89"/>
                  <a:gd name="T30" fmla="*/ 0 w 179"/>
                  <a:gd name="T31" fmla="*/ 0 h 89"/>
                  <a:gd name="T32" fmla="*/ 0 w 179"/>
                  <a:gd name="T33" fmla="*/ 0 h 89"/>
                  <a:gd name="T34" fmla="*/ 0 w 179"/>
                  <a:gd name="T35" fmla="*/ 0 h 89"/>
                  <a:gd name="T36" fmla="*/ 0 w 179"/>
                  <a:gd name="T37" fmla="*/ 0 h 89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0" t="0" r="r" b="b"/>
                <a:pathLst>
                  <a:path w="179" h="89">
                    <a:moveTo>
                      <a:pt x="179" y="0"/>
                    </a:moveTo>
                    <a:lnTo>
                      <a:pt x="177" y="16"/>
                    </a:lnTo>
                    <a:lnTo>
                      <a:pt x="173" y="31"/>
                    </a:lnTo>
                    <a:lnTo>
                      <a:pt x="166" y="45"/>
                    </a:lnTo>
                    <a:lnTo>
                      <a:pt x="158" y="57"/>
                    </a:lnTo>
                    <a:lnTo>
                      <a:pt x="146" y="69"/>
                    </a:lnTo>
                    <a:lnTo>
                      <a:pt x="134" y="77"/>
                    </a:lnTo>
                    <a:lnTo>
                      <a:pt x="120" y="84"/>
                    </a:lnTo>
                    <a:lnTo>
                      <a:pt x="105" y="88"/>
                    </a:lnTo>
                    <a:lnTo>
                      <a:pt x="89" y="89"/>
                    </a:lnTo>
                    <a:lnTo>
                      <a:pt x="73" y="88"/>
                    </a:lnTo>
                    <a:lnTo>
                      <a:pt x="58" y="84"/>
                    </a:lnTo>
                    <a:lnTo>
                      <a:pt x="45" y="77"/>
                    </a:lnTo>
                    <a:lnTo>
                      <a:pt x="32" y="69"/>
                    </a:lnTo>
                    <a:lnTo>
                      <a:pt x="20" y="57"/>
                    </a:lnTo>
                    <a:lnTo>
                      <a:pt x="12" y="45"/>
                    </a:lnTo>
                    <a:lnTo>
                      <a:pt x="6" y="31"/>
                    </a:lnTo>
                    <a:lnTo>
                      <a:pt x="1" y="16"/>
                    </a:ln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70" name="Freeform 309">
                <a:extLst>
                  <a:ext uri="{FF2B5EF4-FFF2-40B4-BE49-F238E27FC236}">
                    <a16:creationId xmlns:a16="http://schemas.microsoft.com/office/drawing/2014/main" id="{BB8C34AA-F290-FAC5-9A15-58F66D7A37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84" y="2544"/>
                <a:ext cx="25" cy="522"/>
              </a:xfrm>
              <a:custGeom>
                <a:avLst/>
                <a:gdLst>
                  <a:gd name="T0" fmla="*/ 0 w 179"/>
                  <a:gd name="T1" fmla="*/ 0 h 3646"/>
                  <a:gd name="T2" fmla="*/ 0 w 179"/>
                  <a:gd name="T3" fmla="*/ 0 h 3646"/>
                  <a:gd name="T4" fmla="*/ 0 w 179"/>
                  <a:gd name="T5" fmla="*/ 0 h 3646"/>
                  <a:gd name="T6" fmla="*/ 0 w 179"/>
                  <a:gd name="T7" fmla="*/ 0 h 3646"/>
                  <a:gd name="T8" fmla="*/ 0 w 179"/>
                  <a:gd name="T9" fmla="*/ 0 h 3646"/>
                  <a:gd name="T10" fmla="*/ 0 w 179"/>
                  <a:gd name="T11" fmla="*/ 0 h 3646"/>
                  <a:gd name="T12" fmla="*/ 0 w 179"/>
                  <a:gd name="T13" fmla="*/ 0 h 364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79" h="3646">
                    <a:moveTo>
                      <a:pt x="0" y="3646"/>
                    </a:moveTo>
                    <a:lnTo>
                      <a:pt x="89" y="3646"/>
                    </a:lnTo>
                    <a:lnTo>
                      <a:pt x="179" y="3646"/>
                    </a:lnTo>
                    <a:lnTo>
                      <a:pt x="179" y="0"/>
                    </a:lnTo>
                    <a:lnTo>
                      <a:pt x="89" y="0"/>
                    </a:lnTo>
                    <a:lnTo>
                      <a:pt x="0" y="0"/>
                    </a:lnTo>
                    <a:lnTo>
                      <a:pt x="0" y="364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71" name="Freeform 310">
                <a:extLst>
                  <a:ext uri="{FF2B5EF4-FFF2-40B4-BE49-F238E27FC236}">
                    <a16:creationId xmlns:a16="http://schemas.microsoft.com/office/drawing/2014/main" id="{D172BFBB-6591-871A-CB0B-2BDFF8CBD1F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84" y="2544"/>
                <a:ext cx="25" cy="522"/>
              </a:xfrm>
              <a:custGeom>
                <a:avLst/>
                <a:gdLst>
                  <a:gd name="T0" fmla="*/ 0 w 179"/>
                  <a:gd name="T1" fmla="*/ 0 h 3646"/>
                  <a:gd name="T2" fmla="*/ 0 w 179"/>
                  <a:gd name="T3" fmla="*/ 0 h 3646"/>
                  <a:gd name="T4" fmla="*/ 0 w 179"/>
                  <a:gd name="T5" fmla="*/ 0 h 3646"/>
                  <a:gd name="T6" fmla="*/ 0 w 179"/>
                  <a:gd name="T7" fmla="*/ 0 h 3646"/>
                  <a:gd name="T8" fmla="*/ 0 w 179"/>
                  <a:gd name="T9" fmla="*/ 0 h 3646"/>
                  <a:gd name="T10" fmla="*/ 0 w 179"/>
                  <a:gd name="T11" fmla="*/ 0 h 3646"/>
                  <a:gd name="T12" fmla="*/ 0 w 179"/>
                  <a:gd name="T13" fmla="*/ 0 h 364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79" h="3646">
                    <a:moveTo>
                      <a:pt x="0" y="3646"/>
                    </a:moveTo>
                    <a:lnTo>
                      <a:pt x="89" y="3646"/>
                    </a:lnTo>
                    <a:lnTo>
                      <a:pt x="179" y="3646"/>
                    </a:lnTo>
                    <a:lnTo>
                      <a:pt x="179" y="0"/>
                    </a:lnTo>
                    <a:lnTo>
                      <a:pt x="89" y="0"/>
                    </a:lnTo>
                    <a:lnTo>
                      <a:pt x="0" y="0"/>
                    </a:lnTo>
                    <a:lnTo>
                      <a:pt x="0" y="3646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72" name="Freeform 311">
                <a:extLst>
                  <a:ext uri="{FF2B5EF4-FFF2-40B4-BE49-F238E27FC236}">
                    <a16:creationId xmlns:a16="http://schemas.microsoft.com/office/drawing/2014/main" id="{4B999D0F-B9DF-C84B-F902-B0C643CFCE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84" y="2531"/>
                <a:ext cx="25" cy="13"/>
              </a:xfrm>
              <a:custGeom>
                <a:avLst/>
                <a:gdLst>
                  <a:gd name="T0" fmla="*/ 0 w 179"/>
                  <a:gd name="T1" fmla="*/ 0 h 90"/>
                  <a:gd name="T2" fmla="*/ 0 w 179"/>
                  <a:gd name="T3" fmla="*/ 0 h 90"/>
                  <a:gd name="T4" fmla="*/ 0 w 179"/>
                  <a:gd name="T5" fmla="*/ 0 h 90"/>
                  <a:gd name="T6" fmla="*/ 0 w 179"/>
                  <a:gd name="T7" fmla="*/ 0 h 90"/>
                  <a:gd name="T8" fmla="*/ 0 w 179"/>
                  <a:gd name="T9" fmla="*/ 0 h 90"/>
                  <a:gd name="T10" fmla="*/ 0 w 179"/>
                  <a:gd name="T11" fmla="*/ 0 h 90"/>
                  <a:gd name="T12" fmla="*/ 0 w 179"/>
                  <a:gd name="T13" fmla="*/ 0 h 90"/>
                  <a:gd name="T14" fmla="*/ 0 w 179"/>
                  <a:gd name="T15" fmla="*/ 0 h 90"/>
                  <a:gd name="T16" fmla="*/ 0 w 179"/>
                  <a:gd name="T17" fmla="*/ 0 h 90"/>
                  <a:gd name="T18" fmla="*/ 0 w 179"/>
                  <a:gd name="T19" fmla="*/ 0 h 90"/>
                  <a:gd name="T20" fmla="*/ 0 w 179"/>
                  <a:gd name="T21" fmla="*/ 0 h 90"/>
                  <a:gd name="T22" fmla="*/ 0 w 179"/>
                  <a:gd name="T23" fmla="*/ 0 h 90"/>
                  <a:gd name="T24" fmla="*/ 0 w 179"/>
                  <a:gd name="T25" fmla="*/ 0 h 90"/>
                  <a:gd name="T26" fmla="*/ 0 w 179"/>
                  <a:gd name="T27" fmla="*/ 0 h 90"/>
                  <a:gd name="T28" fmla="*/ 0 w 179"/>
                  <a:gd name="T29" fmla="*/ 0 h 90"/>
                  <a:gd name="T30" fmla="*/ 0 w 179"/>
                  <a:gd name="T31" fmla="*/ 0 h 90"/>
                  <a:gd name="T32" fmla="*/ 0 w 179"/>
                  <a:gd name="T33" fmla="*/ 0 h 90"/>
                  <a:gd name="T34" fmla="*/ 0 w 179"/>
                  <a:gd name="T35" fmla="*/ 0 h 90"/>
                  <a:gd name="T36" fmla="*/ 0 w 179"/>
                  <a:gd name="T37" fmla="*/ 0 h 90"/>
                  <a:gd name="T38" fmla="*/ 0 w 179"/>
                  <a:gd name="T39" fmla="*/ 0 h 90"/>
                  <a:gd name="T40" fmla="*/ 0 w 179"/>
                  <a:gd name="T41" fmla="*/ 0 h 90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0" t="0" r="r" b="b"/>
                <a:pathLst>
                  <a:path w="179" h="90">
                    <a:moveTo>
                      <a:pt x="89" y="90"/>
                    </a:moveTo>
                    <a:lnTo>
                      <a:pt x="0" y="90"/>
                    </a:lnTo>
                    <a:lnTo>
                      <a:pt x="1" y="74"/>
                    </a:lnTo>
                    <a:lnTo>
                      <a:pt x="6" y="59"/>
                    </a:lnTo>
                    <a:lnTo>
                      <a:pt x="12" y="45"/>
                    </a:lnTo>
                    <a:lnTo>
                      <a:pt x="20" y="32"/>
                    </a:lnTo>
                    <a:lnTo>
                      <a:pt x="32" y="21"/>
                    </a:lnTo>
                    <a:lnTo>
                      <a:pt x="45" y="12"/>
                    </a:lnTo>
                    <a:lnTo>
                      <a:pt x="58" y="6"/>
                    </a:lnTo>
                    <a:lnTo>
                      <a:pt x="73" y="2"/>
                    </a:lnTo>
                    <a:lnTo>
                      <a:pt x="89" y="0"/>
                    </a:lnTo>
                    <a:lnTo>
                      <a:pt x="105" y="2"/>
                    </a:lnTo>
                    <a:lnTo>
                      <a:pt x="120" y="6"/>
                    </a:lnTo>
                    <a:lnTo>
                      <a:pt x="134" y="12"/>
                    </a:lnTo>
                    <a:lnTo>
                      <a:pt x="146" y="21"/>
                    </a:lnTo>
                    <a:lnTo>
                      <a:pt x="158" y="32"/>
                    </a:lnTo>
                    <a:lnTo>
                      <a:pt x="166" y="45"/>
                    </a:lnTo>
                    <a:lnTo>
                      <a:pt x="173" y="59"/>
                    </a:lnTo>
                    <a:lnTo>
                      <a:pt x="177" y="74"/>
                    </a:lnTo>
                    <a:lnTo>
                      <a:pt x="179" y="90"/>
                    </a:lnTo>
                    <a:lnTo>
                      <a:pt x="89" y="9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73" name="Freeform 312">
                <a:extLst>
                  <a:ext uri="{FF2B5EF4-FFF2-40B4-BE49-F238E27FC236}">
                    <a16:creationId xmlns:a16="http://schemas.microsoft.com/office/drawing/2014/main" id="{F64B8B0F-9E5F-2B7A-F6BE-489B9E51A8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84" y="2531"/>
                <a:ext cx="25" cy="13"/>
              </a:xfrm>
              <a:custGeom>
                <a:avLst/>
                <a:gdLst>
                  <a:gd name="T0" fmla="*/ 0 w 179"/>
                  <a:gd name="T1" fmla="*/ 0 h 90"/>
                  <a:gd name="T2" fmla="*/ 0 w 179"/>
                  <a:gd name="T3" fmla="*/ 0 h 90"/>
                  <a:gd name="T4" fmla="*/ 0 w 179"/>
                  <a:gd name="T5" fmla="*/ 0 h 90"/>
                  <a:gd name="T6" fmla="*/ 0 w 179"/>
                  <a:gd name="T7" fmla="*/ 0 h 90"/>
                  <a:gd name="T8" fmla="*/ 0 w 179"/>
                  <a:gd name="T9" fmla="*/ 0 h 90"/>
                  <a:gd name="T10" fmla="*/ 0 w 179"/>
                  <a:gd name="T11" fmla="*/ 0 h 90"/>
                  <a:gd name="T12" fmla="*/ 0 w 179"/>
                  <a:gd name="T13" fmla="*/ 0 h 90"/>
                  <a:gd name="T14" fmla="*/ 0 w 179"/>
                  <a:gd name="T15" fmla="*/ 0 h 90"/>
                  <a:gd name="T16" fmla="*/ 0 w 179"/>
                  <a:gd name="T17" fmla="*/ 0 h 90"/>
                  <a:gd name="T18" fmla="*/ 0 w 179"/>
                  <a:gd name="T19" fmla="*/ 0 h 90"/>
                  <a:gd name="T20" fmla="*/ 0 w 179"/>
                  <a:gd name="T21" fmla="*/ 0 h 90"/>
                  <a:gd name="T22" fmla="*/ 0 w 179"/>
                  <a:gd name="T23" fmla="*/ 0 h 90"/>
                  <a:gd name="T24" fmla="*/ 0 w 179"/>
                  <a:gd name="T25" fmla="*/ 0 h 90"/>
                  <a:gd name="T26" fmla="*/ 0 w 179"/>
                  <a:gd name="T27" fmla="*/ 0 h 90"/>
                  <a:gd name="T28" fmla="*/ 0 w 179"/>
                  <a:gd name="T29" fmla="*/ 0 h 90"/>
                  <a:gd name="T30" fmla="*/ 0 w 179"/>
                  <a:gd name="T31" fmla="*/ 0 h 90"/>
                  <a:gd name="T32" fmla="*/ 0 w 179"/>
                  <a:gd name="T33" fmla="*/ 0 h 90"/>
                  <a:gd name="T34" fmla="*/ 0 w 179"/>
                  <a:gd name="T35" fmla="*/ 0 h 90"/>
                  <a:gd name="T36" fmla="*/ 0 w 179"/>
                  <a:gd name="T37" fmla="*/ 0 h 90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0" t="0" r="r" b="b"/>
                <a:pathLst>
                  <a:path w="179" h="90">
                    <a:moveTo>
                      <a:pt x="0" y="90"/>
                    </a:moveTo>
                    <a:lnTo>
                      <a:pt x="1" y="74"/>
                    </a:lnTo>
                    <a:lnTo>
                      <a:pt x="6" y="59"/>
                    </a:lnTo>
                    <a:lnTo>
                      <a:pt x="12" y="45"/>
                    </a:lnTo>
                    <a:lnTo>
                      <a:pt x="20" y="32"/>
                    </a:lnTo>
                    <a:lnTo>
                      <a:pt x="32" y="21"/>
                    </a:lnTo>
                    <a:lnTo>
                      <a:pt x="45" y="12"/>
                    </a:lnTo>
                    <a:lnTo>
                      <a:pt x="58" y="6"/>
                    </a:lnTo>
                    <a:lnTo>
                      <a:pt x="73" y="2"/>
                    </a:lnTo>
                    <a:lnTo>
                      <a:pt x="89" y="0"/>
                    </a:lnTo>
                    <a:lnTo>
                      <a:pt x="105" y="2"/>
                    </a:lnTo>
                    <a:lnTo>
                      <a:pt x="120" y="6"/>
                    </a:lnTo>
                    <a:lnTo>
                      <a:pt x="134" y="12"/>
                    </a:lnTo>
                    <a:lnTo>
                      <a:pt x="146" y="21"/>
                    </a:lnTo>
                    <a:lnTo>
                      <a:pt x="158" y="32"/>
                    </a:lnTo>
                    <a:lnTo>
                      <a:pt x="166" y="45"/>
                    </a:lnTo>
                    <a:lnTo>
                      <a:pt x="173" y="59"/>
                    </a:lnTo>
                    <a:lnTo>
                      <a:pt x="177" y="74"/>
                    </a:lnTo>
                    <a:lnTo>
                      <a:pt x="179" y="9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74" name="Freeform 313">
                <a:extLst>
                  <a:ext uri="{FF2B5EF4-FFF2-40B4-BE49-F238E27FC236}">
                    <a16:creationId xmlns:a16="http://schemas.microsoft.com/office/drawing/2014/main" id="{F5296D12-EB43-2D2D-A993-44EE462E1D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42" y="3066"/>
                <a:ext cx="26" cy="12"/>
              </a:xfrm>
              <a:custGeom>
                <a:avLst/>
                <a:gdLst>
                  <a:gd name="T0" fmla="*/ 0 w 179"/>
                  <a:gd name="T1" fmla="*/ 0 h 89"/>
                  <a:gd name="T2" fmla="*/ 0 w 179"/>
                  <a:gd name="T3" fmla="*/ 0 h 89"/>
                  <a:gd name="T4" fmla="*/ 0 w 179"/>
                  <a:gd name="T5" fmla="*/ 0 h 89"/>
                  <a:gd name="T6" fmla="*/ 0 w 179"/>
                  <a:gd name="T7" fmla="*/ 0 h 89"/>
                  <a:gd name="T8" fmla="*/ 0 w 179"/>
                  <a:gd name="T9" fmla="*/ 0 h 89"/>
                  <a:gd name="T10" fmla="*/ 0 w 179"/>
                  <a:gd name="T11" fmla="*/ 0 h 89"/>
                  <a:gd name="T12" fmla="*/ 0 w 179"/>
                  <a:gd name="T13" fmla="*/ 0 h 89"/>
                  <a:gd name="T14" fmla="*/ 0 w 179"/>
                  <a:gd name="T15" fmla="*/ 0 h 89"/>
                  <a:gd name="T16" fmla="*/ 0 w 179"/>
                  <a:gd name="T17" fmla="*/ 0 h 89"/>
                  <a:gd name="T18" fmla="*/ 0 w 179"/>
                  <a:gd name="T19" fmla="*/ 0 h 89"/>
                  <a:gd name="T20" fmla="*/ 0 w 179"/>
                  <a:gd name="T21" fmla="*/ 0 h 89"/>
                  <a:gd name="T22" fmla="*/ 0 w 179"/>
                  <a:gd name="T23" fmla="*/ 0 h 89"/>
                  <a:gd name="T24" fmla="*/ 0 w 179"/>
                  <a:gd name="T25" fmla="*/ 0 h 89"/>
                  <a:gd name="T26" fmla="*/ 0 w 179"/>
                  <a:gd name="T27" fmla="*/ 0 h 89"/>
                  <a:gd name="T28" fmla="*/ 0 w 179"/>
                  <a:gd name="T29" fmla="*/ 0 h 89"/>
                  <a:gd name="T30" fmla="*/ 0 w 179"/>
                  <a:gd name="T31" fmla="*/ 0 h 89"/>
                  <a:gd name="T32" fmla="*/ 0 w 179"/>
                  <a:gd name="T33" fmla="*/ 0 h 89"/>
                  <a:gd name="T34" fmla="*/ 0 w 179"/>
                  <a:gd name="T35" fmla="*/ 0 h 89"/>
                  <a:gd name="T36" fmla="*/ 0 w 179"/>
                  <a:gd name="T37" fmla="*/ 0 h 89"/>
                  <a:gd name="T38" fmla="*/ 0 w 179"/>
                  <a:gd name="T39" fmla="*/ 0 h 89"/>
                  <a:gd name="T40" fmla="*/ 0 w 179"/>
                  <a:gd name="T41" fmla="*/ 0 h 89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0" t="0" r="r" b="b"/>
                <a:pathLst>
                  <a:path w="179" h="89">
                    <a:moveTo>
                      <a:pt x="89" y="0"/>
                    </a:moveTo>
                    <a:lnTo>
                      <a:pt x="179" y="0"/>
                    </a:lnTo>
                    <a:lnTo>
                      <a:pt x="177" y="16"/>
                    </a:lnTo>
                    <a:lnTo>
                      <a:pt x="173" y="31"/>
                    </a:lnTo>
                    <a:lnTo>
                      <a:pt x="167" y="45"/>
                    </a:lnTo>
                    <a:lnTo>
                      <a:pt x="158" y="57"/>
                    </a:lnTo>
                    <a:lnTo>
                      <a:pt x="146" y="69"/>
                    </a:lnTo>
                    <a:lnTo>
                      <a:pt x="134" y="77"/>
                    </a:lnTo>
                    <a:lnTo>
                      <a:pt x="120" y="84"/>
                    </a:lnTo>
                    <a:lnTo>
                      <a:pt x="105" y="88"/>
                    </a:lnTo>
                    <a:lnTo>
                      <a:pt x="89" y="89"/>
                    </a:lnTo>
                    <a:lnTo>
                      <a:pt x="73" y="88"/>
                    </a:lnTo>
                    <a:lnTo>
                      <a:pt x="59" y="84"/>
                    </a:lnTo>
                    <a:lnTo>
                      <a:pt x="45" y="77"/>
                    </a:lnTo>
                    <a:lnTo>
                      <a:pt x="32" y="69"/>
                    </a:lnTo>
                    <a:lnTo>
                      <a:pt x="20" y="57"/>
                    </a:lnTo>
                    <a:lnTo>
                      <a:pt x="12" y="45"/>
                    </a:lnTo>
                    <a:lnTo>
                      <a:pt x="6" y="31"/>
                    </a:lnTo>
                    <a:lnTo>
                      <a:pt x="1" y="16"/>
                    </a:lnTo>
                    <a:lnTo>
                      <a:pt x="0" y="0"/>
                    </a:lnTo>
                    <a:lnTo>
                      <a:pt x="89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75" name="Freeform 314">
                <a:extLst>
                  <a:ext uri="{FF2B5EF4-FFF2-40B4-BE49-F238E27FC236}">
                    <a16:creationId xmlns:a16="http://schemas.microsoft.com/office/drawing/2014/main" id="{393A2FFF-F62D-7093-E7FB-80AB48688E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42" y="3066"/>
                <a:ext cx="26" cy="12"/>
              </a:xfrm>
              <a:custGeom>
                <a:avLst/>
                <a:gdLst>
                  <a:gd name="T0" fmla="*/ 0 w 179"/>
                  <a:gd name="T1" fmla="*/ 0 h 89"/>
                  <a:gd name="T2" fmla="*/ 0 w 179"/>
                  <a:gd name="T3" fmla="*/ 0 h 89"/>
                  <a:gd name="T4" fmla="*/ 0 w 179"/>
                  <a:gd name="T5" fmla="*/ 0 h 89"/>
                  <a:gd name="T6" fmla="*/ 0 w 179"/>
                  <a:gd name="T7" fmla="*/ 0 h 89"/>
                  <a:gd name="T8" fmla="*/ 0 w 179"/>
                  <a:gd name="T9" fmla="*/ 0 h 89"/>
                  <a:gd name="T10" fmla="*/ 0 w 179"/>
                  <a:gd name="T11" fmla="*/ 0 h 89"/>
                  <a:gd name="T12" fmla="*/ 0 w 179"/>
                  <a:gd name="T13" fmla="*/ 0 h 89"/>
                  <a:gd name="T14" fmla="*/ 0 w 179"/>
                  <a:gd name="T15" fmla="*/ 0 h 89"/>
                  <a:gd name="T16" fmla="*/ 0 w 179"/>
                  <a:gd name="T17" fmla="*/ 0 h 89"/>
                  <a:gd name="T18" fmla="*/ 0 w 179"/>
                  <a:gd name="T19" fmla="*/ 0 h 89"/>
                  <a:gd name="T20" fmla="*/ 0 w 179"/>
                  <a:gd name="T21" fmla="*/ 0 h 89"/>
                  <a:gd name="T22" fmla="*/ 0 w 179"/>
                  <a:gd name="T23" fmla="*/ 0 h 89"/>
                  <a:gd name="T24" fmla="*/ 0 w 179"/>
                  <a:gd name="T25" fmla="*/ 0 h 89"/>
                  <a:gd name="T26" fmla="*/ 0 w 179"/>
                  <a:gd name="T27" fmla="*/ 0 h 89"/>
                  <a:gd name="T28" fmla="*/ 0 w 179"/>
                  <a:gd name="T29" fmla="*/ 0 h 89"/>
                  <a:gd name="T30" fmla="*/ 0 w 179"/>
                  <a:gd name="T31" fmla="*/ 0 h 89"/>
                  <a:gd name="T32" fmla="*/ 0 w 179"/>
                  <a:gd name="T33" fmla="*/ 0 h 89"/>
                  <a:gd name="T34" fmla="*/ 0 w 179"/>
                  <a:gd name="T35" fmla="*/ 0 h 89"/>
                  <a:gd name="T36" fmla="*/ 0 w 179"/>
                  <a:gd name="T37" fmla="*/ 0 h 89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0" t="0" r="r" b="b"/>
                <a:pathLst>
                  <a:path w="179" h="89">
                    <a:moveTo>
                      <a:pt x="179" y="0"/>
                    </a:moveTo>
                    <a:lnTo>
                      <a:pt x="177" y="16"/>
                    </a:lnTo>
                    <a:lnTo>
                      <a:pt x="173" y="31"/>
                    </a:lnTo>
                    <a:lnTo>
                      <a:pt x="167" y="45"/>
                    </a:lnTo>
                    <a:lnTo>
                      <a:pt x="158" y="57"/>
                    </a:lnTo>
                    <a:lnTo>
                      <a:pt x="146" y="69"/>
                    </a:lnTo>
                    <a:lnTo>
                      <a:pt x="134" y="77"/>
                    </a:lnTo>
                    <a:lnTo>
                      <a:pt x="120" y="84"/>
                    </a:lnTo>
                    <a:lnTo>
                      <a:pt x="105" y="88"/>
                    </a:lnTo>
                    <a:lnTo>
                      <a:pt x="89" y="89"/>
                    </a:lnTo>
                    <a:lnTo>
                      <a:pt x="73" y="88"/>
                    </a:lnTo>
                    <a:lnTo>
                      <a:pt x="59" y="84"/>
                    </a:lnTo>
                    <a:lnTo>
                      <a:pt x="45" y="77"/>
                    </a:lnTo>
                    <a:lnTo>
                      <a:pt x="32" y="69"/>
                    </a:lnTo>
                    <a:lnTo>
                      <a:pt x="20" y="57"/>
                    </a:lnTo>
                    <a:lnTo>
                      <a:pt x="12" y="45"/>
                    </a:lnTo>
                    <a:lnTo>
                      <a:pt x="6" y="31"/>
                    </a:lnTo>
                    <a:lnTo>
                      <a:pt x="1" y="16"/>
                    </a:ln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76" name="Freeform 315">
                <a:extLst>
                  <a:ext uri="{FF2B5EF4-FFF2-40B4-BE49-F238E27FC236}">
                    <a16:creationId xmlns:a16="http://schemas.microsoft.com/office/drawing/2014/main" id="{8D7D65C6-B379-696C-18B3-49EF9BEA6A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42" y="2544"/>
                <a:ext cx="26" cy="522"/>
              </a:xfrm>
              <a:custGeom>
                <a:avLst/>
                <a:gdLst>
                  <a:gd name="T0" fmla="*/ 0 w 179"/>
                  <a:gd name="T1" fmla="*/ 0 h 3646"/>
                  <a:gd name="T2" fmla="*/ 0 w 179"/>
                  <a:gd name="T3" fmla="*/ 0 h 3646"/>
                  <a:gd name="T4" fmla="*/ 0 w 179"/>
                  <a:gd name="T5" fmla="*/ 0 h 3646"/>
                  <a:gd name="T6" fmla="*/ 0 w 179"/>
                  <a:gd name="T7" fmla="*/ 0 h 3646"/>
                  <a:gd name="T8" fmla="*/ 0 w 179"/>
                  <a:gd name="T9" fmla="*/ 0 h 3646"/>
                  <a:gd name="T10" fmla="*/ 0 w 179"/>
                  <a:gd name="T11" fmla="*/ 0 h 3646"/>
                  <a:gd name="T12" fmla="*/ 0 w 179"/>
                  <a:gd name="T13" fmla="*/ 0 h 364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79" h="3646">
                    <a:moveTo>
                      <a:pt x="0" y="3646"/>
                    </a:moveTo>
                    <a:lnTo>
                      <a:pt x="89" y="3646"/>
                    </a:lnTo>
                    <a:lnTo>
                      <a:pt x="179" y="3646"/>
                    </a:lnTo>
                    <a:lnTo>
                      <a:pt x="179" y="0"/>
                    </a:lnTo>
                    <a:lnTo>
                      <a:pt x="89" y="0"/>
                    </a:lnTo>
                    <a:lnTo>
                      <a:pt x="0" y="0"/>
                    </a:lnTo>
                    <a:lnTo>
                      <a:pt x="0" y="364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77" name="Freeform 316">
                <a:extLst>
                  <a:ext uri="{FF2B5EF4-FFF2-40B4-BE49-F238E27FC236}">
                    <a16:creationId xmlns:a16="http://schemas.microsoft.com/office/drawing/2014/main" id="{C3DCC533-E345-96C3-4747-7B10FB40811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42" y="2544"/>
                <a:ext cx="26" cy="522"/>
              </a:xfrm>
              <a:custGeom>
                <a:avLst/>
                <a:gdLst>
                  <a:gd name="T0" fmla="*/ 0 w 179"/>
                  <a:gd name="T1" fmla="*/ 0 h 3646"/>
                  <a:gd name="T2" fmla="*/ 0 w 179"/>
                  <a:gd name="T3" fmla="*/ 0 h 3646"/>
                  <a:gd name="T4" fmla="*/ 0 w 179"/>
                  <a:gd name="T5" fmla="*/ 0 h 3646"/>
                  <a:gd name="T6" fmla="*/ 0 w 179"/>
                  <a:gd name="T7" fmla="*/ 0 h 3646"/>
                  <a:gd name="T8" fmla="*/ 0 w 179"/>
                  <a:gd name="T9" fmla="*/ 0 h 3646"/>
                  <a:gd name="T10" fmla="*/ 0 w 179"/>
                  <a:gd name="T11" fmla="*/ 0 h 3646"/>
                  <a:gd name="T12" fmla="*/ 0 w 179"/>
                  <a:gd name="T13" fmla="*/ 0 h 364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79" h="3646">
                    <a:moveTo>
                      <a:pt x="0" y="3646"/>
                    </a:moveTo>
                    <a:lnTo>
                      <a:pt x="89" y="3646"/>
                    </a:lnTo>
                    <a:lnTo>
                      <a:pt x="179" y="3646"/>
                    </a:lnTo>
                    <a:lnTo>
                      <a:pt x="179" y="0"/>
                    </a:lnTo>
                    <a:lnTo>
                      <a:pt x="89" y="0"/>
                    </a:lnTo>
                    <a:lnTo>
                      <a:pt x="0" y="0"/>
                    </a:lnTo>
                    <a:lnTo>
                      <a:pt x="0" y="3646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78" name="Freeform 317">
                <a:extLst>
                  <a:ext uri="{FF2B5EF4-FFF2-40B4-BE49-F238E27FC236}">
                    <a16:creationId xmlns:a16="http://schemas.microsoft.com/office/drawing/2014/main" id="{9150D950-042D-A1CF-75D4-17C2C42F82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42" y="2531"/>
                <a:ext cx="26" cy="13"/>
              </a:xfrm>
              <a:custGeom>
                <a:avLst/>
                <a:gdLst>
                  <a:gd name="T0" fmla="*/ 0 w 179"/>
                  <a:gd name="T1" fmla="*/ 0 h 90"/>
                  <a:gd name="T2" fmla="*/ 0 w 179"/>
                  <a:gd name="T3" fmla="*/ 0 h 90"/>
                  <a:gd name="T4" fmla="*/ 0 w 179"/>
                  <a:gd name="T5" fmla="*/ 0 h 90"/>
                  <a:gd name="T6" fmla="*/ 0 w 179"/>
                  <a:gd name="T7" fmla="*/ 0 h 90"/>
                  <a:gd name="T8" fmla="*/ 0 w 179"/>
                  <a:gd name="T9" fmla="*/ 0 h 90"/>
                  <a:gd name="T10" fmla="*/ 0 w 179"/>
                  <a:gd name="T11" fmla="*/ 0 h 90"/>
                  <a:gd name="T12" fmla="*/ 0 w 179"/>
                  <a:gd name="T13" fmla="*/ 0 h 90"/>
                  <a:gd name="T14" fmla="*/ 0 w 179"/>
                  <a:gd name="T15" fmla="*/ 0 h 90"/>
                  <a:gd name="T16" fmla="*/ 0 w 179"/>
                  <a:gd name="T17" fmla="*/ 0 h 90"/>
                  <a:gd name="T18" fmla="*/ 0 w 179"/>
                  <a:gd name="T19" fmla="*/ 0 h 90"/>
                  <a:gd name="T20" fmla="*/ 0 w 179"/>
                  <a:gd name="T21" fmla="*/ 0 h 90"/>
                  <a:gd name="T22" fmla="*/ 0 w 179"/>
                  <a:gd name="T23" fmla="*/ 0 h 90"/>
                  <a:gd name="T24" fmla="*/ 0 w 179"/>
                  <a:gd name="T25" fmla="*/ 0 h 90"/>
                  <a:gd name="T26" fmla="*/ 0 w 179"/>
                  <a:gd name="T27" fmla="*/ 0 h 90"/>
                  <a:gd name="T28" fmla="*/ 0 w 179"/>
                  <a:gd name="T29" fmla="*/ 0 h 90"/>
                  <a:gd name="T30" fmla="*/ 0 w 179"/>
                  <a:gd name="T31" fmla="*/ 0 h 90"/>
                  <a:gd name="T32" fmla="*/ 0 w 179"/>
                  <a:gd name="T33" fmla="*/ 0 h 90"/>
                  <a:gd name="T34" fmla="*/ 0 w 179"/>
                  <a:gd name="T35" fmla="*/ 0 h 90"/>
                  <a:gd name="T36" fmla="*/ 0 w 179"/>
                  <a:gd name="T37" fmla="*/ 0 h 90"/>
                  <a:gd name="T38" fmla="*/ 0 w 179"/>
                  <a:gd name="T39" fmla="*/ 0 h 90"/>
                  <a:gd name="T40" fmla="*/ 0 w 179"/>
                  <a:gd name="T41" fmla="*/ 0 h 90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0" t="0" r="r" b="b"/>
                <a:pathLst>
                  <a:path w="179" h="90">
                    <a:moveTo>
                      <a:pt x="89" y="90"/>
                    </a:moveTo>
                    <a:lnTo>
                      <a:pt x="0" y="90"/>
                    </a:lnTo>
                    <a:lnTo>
                      <a:pt x="1" y="74"/>
                    </a:lnTo>
                    <a:lnTo>
                      <a:pt x="6" y="59"/>
                    </a:lnTo>
                    <a:lnTo>
                      <a:pt x="12" y="45"/>
                    </a:lnTo>
                    <a:lnTo>
                      <a:pt x="20" y="32"/>
                    </a:lnTo>
                    <a:lnTo>
                      <a:pt x="32" y="21"/>
                    </a:lnTo>
                    <a:lnTo>
                      <a:pt x="45" y="12"/>
                    </a:lnTo>
                    <a:lnTo>
                      <a:pt x="59" y="6"/>
                    </a:lnTo>
                    <a:lnTo>
                      <a:pt x="73" y="2"/>
                    </a:lnTo>
                    <a:lnTo>
                      <a:pt x="89" y="0"/>
                    </a:lnTo>
                    <a:lnTo>
                      <a:pt x="105" y="2"/>
                    </a:lnTo>
                    <a:lnTo>
                      <a:pt x="120" y="6"/>
                    </a:lnTo>
                    <a:lnTo>
                      <a:pt x="134" y="12"/>
                    </a:lnTo>
                    <a:lnTo>
                      <a:pt x="146" y="21"/>
                    </a:lnTo>
                    <a:lnTo>
                      <a:pt x="158" y="32"/>
                    </a:lnTo>
                    <a:lnTo>
                      <a:pt x="167" y="45"/>
                    </a:lnTo>
                    <a:lnTo>
                      <a:pt x="173" y="59"/>
                    </a:lnTo>
                    <a:lnTo>
                      <a:pt x="177" y="74"/>
                    </a:lnTo>
                    <a:lnTo>
                      <a:pt x="179" y="90"/>
                    </a:lnTo>
                    <a:lnTo>
                      <a:pt x="89" y="9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79" name="Freeform 318">
                <a:extLst>
                  <a:ext uri="{FF2B5EF4-FFF2-40B4-BE49-F238E27FC236}">
                    <a16:creationId xmlns:a16="http://schemas.microsoft.com/office/drawing/2014/main" id="{99A2142E-04FD-9495-4C60-2D044CEE31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42" y="2531"/>
                <a:ext cx="26" cy="13"/>
              </a:xfrm>
              <a:custGeom>
                <a:avLst/>
                <a:gdLst>
                  <a:gd name="T0" fmla="*/ 0 w 179"/>
                  <a:gd name="T1" fmla="*/ 0 h 90"/>
                  <a:gd name="T2" fmla="*/ 0 w 179"/>
                  <a:gd name="T3" fmla="*/ 0 h 90"/>
                  <a:gd name="T4" fmla="*/ 0 w 179"/>
                  <a:gd name="T5" fmla="*/ 0 h 90"/>
                  <a:gd name="T6" fmla="*/ 0 w 179"/>
                  <a:gd name="T7" fmla="*/ 0 h 90"/>
                  <a:gd name="T8" fmla="*/ 0 w 179"/>
                  <a:gd name="T9" fmla="*/ 0 h 90"/>
                  <a:gd name="T10" fmla="*/ 0 w 179"/>
                  <a:gd name="T11" fmla="*/ 0 h 90"/>
                  <a:gd name="T12" fmla="*/ 0 w 179"/>
                  <a:gd name="T13" fmla="*/ 0 h 90"/>
                  <a:gd name="T14" fmla="*/ 0 w 179"/>
                  <a:gd name="T15" fmla="*/ 0 h 90"/>
                  <a:gd name="T16" fmla="*/ 0 w 179"/>
                  <a:gd name="T17" fmla="*/ 0 h 90"/>
                  <a:gd name="T18" fmla="*/ 0 w 179"/>
                  <a:gd name="T19" fmla="*/ 0 h 90"/>
                  <a:gd name="T20" fmla="*/ 0 w 179"/>
                  <a:gd name="T21" fmla="*/ 0 h 90"/>
                  <a:gd name="T22" fmla="*/ 0 w 179"/>
                  <a:gd name="T23" fmla="*/ 0 h 90"/>
                  <a:gd name="T24" fmla="*/ 0 w 179"/>
                  <a:gd name="T25" fmla="*/ 0 h 90"/>
                  <a:gd name="T26" fmla="*/ 0 w 179"/>
                  <a:gd name="T27" fmla="*/ 0 h 90"/>
                  <a:gd name="T28" fmla="*/ 0 w 179"/>
                  <a:gd name="T29" fmla="*/ 0 h 90"/>
                  <a:gd name="T30" fmla="*/ 0 w 179"/>
                  <a:gd name="T31" fmla="*/ 0 h 90"/>
                  <a:gd name="T32" fmla="*/ 0 w 179"/>
                  <a:gd name="T33" fmla="*/ 0 h 90"/>
                  <a:gd name="T34" fmla="*/ 0 w 179"/>
                  <a:gd name="T35" fmla="*/ 0 h 90"/>
                  <a:gd name="T36" fmla="*/ 0 w 179"/>
                  <a:gd name="T37" fmla="*/ 0 h 90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0" t="0" r="r" b="b"/>
                <a:pathLst>
                  <a:path w="179" h="90">
                    <a:moveTo>
                      <a:pt x="0" y="90"/>
                    </a:moveTo>
                    <a:lnTo>
                      <a:pt x="1" y="74"/>
                    </a:lnTo>
                    <a:lnTo>
                      <a:pt x="6" y="59"/>
                    </a:lnTo>
                    <a:lnTo>
                      <a:pt x="12" y="45"/>
                    </a:lnTo>
                    <a:lnTo>
                      <a:pt x="20" y="32"/>
                    </a:lnTo>
                    <a:lnTo>
                      <a:pt x="32" y="21"/>
                    </a:lnTo>
                    <a:lnTo>
                      <a:pt x="45" y="12"/>
                    </a:lnTo>
                    <a:lnTo>
                      <a:pt x="59" y="6"/>
                    </a:lnTo>
                    <a:lnTo>
                      <a:pt x="73" y="2"/>
                    </a:lnTo>
                    <a:lnTo>
                      <a:pt x="89" y="0"/>
                    </a:lnTo>
                    <a:lnTo>
                      <a:pt x="105" y="2"/>
                    </a:lnTo>
                    <a:lnTo>
                      <a:pt x="120" y="6"/>
                    </a:lnTo>
                    <a:lnTo>
                      <a:pt x="134" y="12"/>
                    </a:lnTo>
                    <a:lnTo>
                      <a:pt x="146" y="21"/>
                    </a:lnTo>
                    <a:lnTo>
                      <a:pt x="158" y="32"/>
                    </a:lnTo>
                    <a:lnTo>
                      <a:pt x="167" y="45"/>
                    </a:lnTo>
                    <a:lnTo>
                      <a:pt x="173" y="59"/>
                    </a:lnTo>
                    <a:lnTo>
                      <a:pt x="177" y="74"/>
                    </a:lnTo>
                    <a:lnTo>
                      <a:pt x="179" y="9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80" name="Line 319">
                <a:extLst>
                  <a:ext uri="{FF2B5EF4-FFF2-40B4-BE49-F238E27FC236}">
                    <a16:creationId xmlns:a16="http://schemas.microsoft.com/office/drawing/2014/main" id="{A62FCD0E-76A3-3554-14F3-7079CC075BE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086" y="2544"/>
                <a:ext cx="111" cy="1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81" name="Line 320">
                <a:extLst>
                  <a:ext uri="{FF2B5EF4-FFF2-40B4-BE49-F238E27FC236}">
                    <a16:creationId xmlns:a16="http://schemas.microsoft.com/office/drawing/2014/main" id="{EBF2A1B1-9490-CD8D-32B0-49A3577A794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948" y="2544"/>
                <a:ext cx="110" cy="1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82" name="Line 321">
                <a:extLst>
                  <a:ext uri="{FF2B5EF4-FFF2-40B4-BE49-F238E27FC236}">
                    <a16:creationId xmlns:a16="http://schemas.microsoft.com/office/drawing/2014/main" id="{9FA1551A-1742-B154-CB5D-35640A859CC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086" y="3066"/>
                <a:ext cx="111" cy="1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83" name="Line 322">
                <a:extLst>
                  <a:ext uri="{FF2B5EF4-FFF2-40B4-BE49-F238E27FC236}">
                    <a16:creationId xmlns:a16="http://schemas.microsoft.com/office/drawing/2014/main" id="{B0F80C04-FE30-76AB-3141-4C301EE35A7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948" y="3066"/>
                <a:ext cx="110" cy="1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84" name="Freeform 323">
                <a:extLst>
                  <a:ext uri="{FF2B5EF4-FFF2-40B4-BE49-F238E27FC236}">
                    <a16:creationId xmlns:a16="http://schemas.microsoft.com/office/drawing/2014/main" id="{EF5014E1-8080-C4B9-B4BF-82E708C9A76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84" y="2531"/>
                <a:ext cx="13" cy="26"/>
              </a:xfrm>
              <a:custGeom>
                <a:avLst/>
                <a:gdLst>
                  <a:gd name="T0" fmla="*/ 0 w 89"/>
                  <a:gd name="T1" fmla="*/ 0 h 179"/>
                  <a:gd name="T2" fmla="*/ 0 w 89"/>
                  <a:gd name="T3" fmla="*/ 0 h 179"/>
                  <a:gd name="T4" fmla="*/ 0 w 89"/>
                  <a:gd name="T5" fmla="*/ 0 h 179"/>
                  <a:gd name="T6" fmla="*/ 0 w 89"/>
                  <a:gd name="T7" fmla="*/ 0 h 179"/>
                  <a:gd name="T8" fmla="*/ 0 w 89"/>
                  <a:gd name="T9" fmla="*/ 0 h 179"/>
                  <a:gd name="T10" fmla="*/ 0 w 89"/>
                  <a:gd name="T11" fmla="*/ 0 h 179"/>
                  <a:gd name="T12" fmla="*/ 0 w 89"/>
                  <a:gd name="T13" fmla="*/ 0 h 179"/>
                  <a:gd name="T14" fmla="*/ 0 w 89"/>
                  <a:gd name="T15" fmla="*/ 0 h 179"/>
                  <a:gd name="T16" fmla="*/ 0 w 89"/>
                  <a:gd name="T17" fmla="*/ 0 h 179"/>
                  <a:gd name="T18" fmla="*/ 0 w 89"/>
                  <a:gd name="T19" fmla="*/ 0 h 179"/>
                  <a:gd name="T20" fmla="*/ 0 w 89"/>
                  <a:gd name="T21" fmla="*/ 0 h 179"/>
                  <a:gd name="T22" fmla="*/ 0 w 89"/>
                  <a:gd name="T23" fmla="*/ 0 h 179"/>
                  <a:gd name="T24" fmla="*/ 0 w 89"/>
                  <a:gd name="T25" fmla="*/ 0 h 179"/>
                  <a:gd name="T26" fmla="*/ 0 w 89"/>
                  <a:gd name="T27" fmla="*/ 0 h 179"/>
                  <a:gd name="T28" fmla="*/ 0 w 89"/>
                  <a:gd name="T29" fmla="*/ 0 h 179"/>
                  <a:gd name="T30" fmla="*/ 0 w 89"/>
                  <a:gd name="T31" fmla="*/ 0 h 179"/>
                  <a:gd name="T32" fmla="*/ 0 w 89"/>
                  <a:gd name="T33" fmla="*/ 0 h 179"/>
                  <a:gd name="T34" fmla="*/ 0 w 89"/>
                  <a:gd name="T35" fmla="*/ 0 h 179"/>
                  <a:gd name="T36" fmla="*/ 0 w 89"/>
                  <a:gd name="T37" fmla="*/ 0 h 179"/>
                  <a:gd name="T38" fmla="*/ 0 w 89"/>
                  <a:gd name="T39" fmla="*/ 0 h 179"/>
                  <a:gd name="T40" fmla="*/ 0 w 89"/>
                  <a:gd name="T41" fmla="*/ 0 h 179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0" t="0" r="r" b="b"/>
                <a:pathLst>
                  <a:path w="89" h="179">
                    <a:moveTo>
                      <a:pt x="89" y="90"/>
                    </a:moveTo>
                    <a:lnTo>
                      <a:pt x="89" y="179"/>
                    </a:lnTo>
                    <a:lnTo>
                      <a:pt x="73" y="177"/>
                    </a:lnTo>
                    <a:lnTo>
                      <a:pt x="58" y="173"/>
                    </a:lnTo>
                    <a:lnTo>
                      <a:pt x="45" y="167"/>
                    </a:lnTo>
                    <a:lnTo>
                      <a:pt x="32" y="158"/>
                    </a:lnTo>
                    <a:lnTo>
                      <a:pt x="20" y="147"/>
                    </a:lnTo>
                    <a:lnTo>
                      <a:pt x="12" y="134"/>
                    </a:lnTo>
                    <a:lnTo>
                      <a:pt x="6" y="120"/>
                    </a:lnTo>
                    <a:lnTo>
                      <a:pt x="1" y="105"/>
                    </a:lnTo>
                    <a:lnTo>
                      <a:pt x="0" y="90"/>
                    </a:lnTo>
                    <a:lnTo>
                      <a:pt x="1" y="74"/>
                    </a:lnTo>
                    <a:lnTo>
                      <a:pt x="6" y="59"/>
                    </a:lnTo>
                    <a:lnTo>
                      <a:pt x="12" y="45"/>
                    </a:lnTo>
                    <a:lnTo>
                      <a:pt x="20" y="32"/>
                    </a:lnTo>
                    <a:lnTo>
                      <a:pt x="32" y="21"/>
                    </a:lnTo>
                    <a:lnTo>
                      <a:pt x="45" y="12"/>
                    </a:lnTo>
                    <a:lnTo>
                      <a:pt x="58" y="6"/>
                    </a:lnTo>
                    <a:lnTo>
                      <a:pt x="73" y="2"/>
                    </a:lnTo>
                    <a:lnTo>
                      <a:pt x="89" y="0"/>
                    </a:lnTo>
                    <a:lnTo>
                      <a:pt x="89" y="9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85" name="Freeform 324">
                <a:extLst>
                  <a:ext uri="{FF2B5EF4-FFF2-40B4-BE49-F238E27FC236}">
                    <a16:creationId xmlns:a16="http://schemas.microsoft.com/office/drawing/2014/main" id="{80FDBD56-04AA-FEFD-5872-DCDB0B4212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84" y="2531"/>
                <a:ext cx="13" cy="26"/>
              </a:xfrm>
              <a:custGeom>
                <a:avLst/>
                <a:gdLst>
                  <a:gd name="T0" fmla="*/ 0 w 89"/>
                  <a:gd name="T1" fmla="*/ 0 h 179"/>
                  <a:gd name="T2" fmla="*/ 0 w 89"/>
                  <a:gd name="T3" fmla="*/ 0 h 179"/>
                  <a:gd name="T4" fmla="*/ 0 w 89"/>
                  <a:gd name="T5" fmla="*/ 0 h 179"/>
                  <a:gd name="T6" fmla="*/ 0 w 89"/>
                  <a:gd name="T7" fmla="*/ 0 h 179"/>
                  <a:gd name="T8" fmla="*/ 0 w 89"/>
                  <a:gd name="T9" fmla="*/ 0 h 179"/>
                  <a:gd name="T10" fmla="*/ 0 w 89"/>
                  <a:gd name="T11" fmla="*/ 0 h 179"/>
                  <a:gd name="T12" fmla="*/ 0 w 89"/>
                  <a:gd name="T13" fmla="*/ 0 h 179"/>
                  <a:gd name="T14" fmla="*/ 0 w 89"/>
                  <a:gd name="T15" fmla="*/ 0 h 179"/>
                  <a:gd name="T16" fmla="*/ 0 w 89"/>
                  <a:gd name="T17" fmla="*/ 0 h 179"/>
                  <a:gd name="T18" fmla="*/ 0 w 89"/>
                  <a:gd name="T19" fmla="*/ 0 h 179"/>
                  <a:gd name="T20" fmla="*/ 0 w 89"/>
                  <a:gd name="T21" fmla="*/ 0 h 179"/>
                  <a:gd name="T22" fmla="*/ 0 w 89"/>
                  <a:gd name="T23" fmla="*/ 0 h 179"/>
                  <a:gd name="T24" fmla="*/ 0 w 89"/>
                  <a:gd name="T25" fmla="*/ 0 h 179"/>
                  <a:gd name="T26" fmla="*/ 0 w 89"/>
                  <a:gd name="T27" fmla="*/ 0 h 179"/>
                  <a:gd name="T28" fmla="*/ 0 w 89"/>
                  <a:gd name="T29" fmla="*/ 0 h 179"/>
                  <a:gd name="T30" fmla="*/ 0 w 89"/>
                  <a:gd name="T31" fmla="*/ 0 h 179"/>
                  <a:gd name="T32" fmla="*/ 0 w 89"/>
                  <a:gd name="T33" fmla="*/ 0 h 179"/>
                  <a:gd name="T34" fmla="*/ 0 w 89"/>
                  <a:gd name="T35" fmla="*/ 0 h 179"/>
                  <a:gd name="T36" fmla="*/ 0 w 89"/>
                  <a:gd name="T37" fmla="*/ 0 h 179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0" t="0" r="r" b="b"/>
                <a:pathLst>
                  <a:path w="89" h="179">
                    <a:moveTo>
                      <a:pt x="89" y="179"/>
                    </a:moveTo>
                    <a:lnTo>
                      <a:pt x="73" y="177"/>
                    </a:lnTo>
                    <a:lnTo>
                      <a:pt x="58" y="173"/>
                    </a:lnTo>
                    <a:lnTo>
                      <a:pt x="45" y="167"/>
                    </a:lnTo>
                    <a:lnTo>
                      <a:pt x="32" y="158"/>
                    </a:lnTo>
                    <a:lnTo>
                      <a:pt x="20" y="147"/>
                    </a:lnTo>
                    <a:lnTo>
                      <a:pt x="12" y="134"/>
                    </a:lnTo>
                    <a:lnTo>
                      <a:pt x="6" y="120"/>
                    </a:lnTo>
                    <a:lnTo>
                      <a:pt x="1" y="105"/>
                    </a:lnTo>
                    <a:lnTo>
                      <a:pt x="0" y="90"/>
                    </a:lnTo>
                    <a:lnTo>
                      <a:pt x="1" y="74"/>
                    </a:lnTo>
                    <a:lnTo>
                      <a:pt x="6" y="59"/>
                    </a:lnTo>
                    <a:lnTo>
                      <a:pt x="12" y="45"/>
                    </a:lnTo>
                    <a:lnTo>
                      <a:pt x="20" y="32"/>
                    </a:lnTo>
                    <a:lnTo>
                      <a:pt x="32" y="21"/>
                    </a:lnTo>
                    <a:lnTo>
                      <a:pt x="45" y="12"/>
                    </a:lnTo>
                    <a:lnTo>
                      <a:pt x="58" y="6"/>
                    </a:lnTo>
                    <a:lnTo>
                      <a:pt x="73" y="2"/>
                    </a:lnTo>
                    <a:lnTo>
                      <a:pt x="89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86" name="Freeform 325">
                <a:extLst>
                  <a:ext uri="{FF2B5EF4-FFF2-40B4-BE49-F238E27FC236}">
                    <a16:creationId xmlns:a16="http://schemas.microsoft.com/office/drawing/2014/main" id="{55B33FB9-EA96-5FE0-3A03-4A411A90E7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97" y="2531"/>
                <a:ext cx="658" cy="26"/>
              </a:xfrm>
              <a:custGeom>
                <a:avLst/>
                <a:gdLst>
                  <a:gd name="T0" fmla="*/ 0 w 4610"/>
                  <a:gd name="T1" fmla="*/ 0 h 179"/>
                  <a:gd name="T2" fmla="*/ 0 w 4610"/>
                  <a:gd name="T3" fmla="*/ 0 h 179"/>
                  <a:gd name="T4" fmla="*/ 0 w 4610"/>
                  <a:gd name="T5" fmla="*/ 0 h 179"/>
                  <a:gd name="T6" fmla="*/ 0 w 4610"/>
                  <a:gd name="T7" fmla="*/ 0 h 179"/>
                  <a:gd name="T8" fmla="*/ 0 w 4610"/>
                  <a:gd name="T9" fmla="*/ 0 h 179"/>
                  <a:gd name="T10" fmla="*/ 0 w 4610"/>
                  <a:gd name="T11" fmla="*/ 0 h 179"/>
                  <a:gd name="T12" fmla="*/ 0 w 4610"/>
                  <a:gd name="T13" fmla="*/ 0 h 17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4610" h="179">
                    <a:moveTo>
                      <a:pt x="0" y="0"/>
                    </a:moveTo>
                    <a:lnTo>
                      <a:pt x="0" y="90"/>
                    </a:lnTo>
                    <a:lnTo>
                      <a:pt x="0" y="179"/>
                    </a:lnTo>
                    <a:lnTo>
                      <a:pt x="4610" y="179"/>
                    </a:lnTo>
                    <a:lnTo>
                      <a:pt x="4610" y="90"/>
                    </a:lnTo>
                    <a:lnTo>
                      <a:pt x="461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87" name="Freeform 326">
                <a:extLst>
                  <a:ext uri="{FF2B5EF4-FFF2-40B4-BE49-F238E27FC236}">
                    <a16:creationId xmlns:a16="http://schemas.microsoft.com/office/drawing/2014/main" id="{D97D6B35-EA48-64EF-3422-0413A45A52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97" y="2531"/>
                <a:ext cx="658" cy="26"/>
              </a:xfrm>
              <a:custGeom>
                <a:avLst/>
                <a:gdLst>
                  <a:gd name="T0" fmla="*/ 0 w 4610"/>
                  <a:gd name="T1" fmla="*/ 0 h 179"/>
                  <a:gd name="T2" fmla="*/ 0 w 4610"/>
                  <a:gd name="T3" fmla="*/ 0 h 179"/>
                  <a:gd name="T4" fmla="*/ 0 w 4610"/>
                  <a:gd name="T5" fmla="*/ 0 h 179"/>
                  <a:gd name="T6" fmla="*/ 0 w 4610"/>
                  <a:gd name="T7" fmla="*/ 0 h 179"/>
                  <a:gd name="T8" fmla="*/ 0 w 4610"/>
                  <a:gd name="T9" fmla="*/ 0 h 179"/>
                  <a:gd name="T10" fmla="*/ 0 w 4610"/>
                  <a:gd name="T11" fmla="*/ 0 h 179"/>
                  <a:gd name="T12" fmla="*/ 0 w 4610"/>
                  <a:gd name="T13" fmla="*/ 0 h 17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4610" h="179">
                    <a:moveTo>
                      <a:pt x="0" y="0"/>
                    </a:moveTo>
                    <a:lnTo>
                      <a:pt x="0" y="90"/>
                    </a:lnTo>
                    <a:lnTo>
                      <a:pt x="0" y="179"/>
                    </a:lnTo>
                    <a:lnTo>
                      <a:pt x="4610" y="179"/>
                    </a:lnTo>
                    <a:lnTo>
                      <a:pt x="4610" y="90"/>
                    </a:lnTo>
                    <a:lnTo>
                      <a:pt x="461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88" name="Freeform 327">
                <a:extLst>
                  <a:ext uri="{FF2B5EF4-FFF2-40B4-BE49-F238E27FC236}">
                    <a16:creationId xmlns:a16="http://schemas.microsoft.com/office/drawing/2014/main" id="{CD378B8E-F578-BAFD-4303-5300BB7527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55" y="2531"/>
                <a:ext cx="13" cy="26"/>
              </a:xfrm>
              <a:custGeom>
                <a:avLst/>
                <a:gdLst>
                  <a:gd name="T0" fmla="*/ 0 w 90"/>
                  <a:gd name="T1" fmla="*/ 0 h 179"/>
                  <a:gd name="T2" fmla="*/ 0 w 90"/>
                  <a:gd name="T3" fmla="*/ 0 h 179"/>
                  <a:gd name="T4" fmla="*/ 0 w 90"/>
                  <a:gd name="T5" fmla="*/ 0 h 179"/>
                  <a:gd name="T6" fmla="*/ 0 w 90"/>
                  <a:gd name="T7" fmla="*/ 0 h 179"/>
                  <a:gd name="T8" fmla="*/ 0 w 90"/>
                  <a:gd name="T9" fmla="*/ 0 h 179"/>
                  <a:gd name="T10" fmla="*/ 0 w 90"/>
                  <a:gd name="T11" fmla="*/ 0 h 179"/>
                  <a:gd name="T12" fmla="*/ 0 w 90"/>
                  <a:gd name="T13" fmla="*/ 0 h 179"/>
                  <a:gd name="T14" fmla="*/ 0 w 90"/>
                  <a:gd name="T15" fmla="*/ 0 h 179"/>
                  <a:gd name="T16" fmla="*/ 0 w 90"/>
                  <a:gd name="T17" fmla="*/ 0 h 179"/>
                  <a:gd name="T18" fmla="*/ 0 w 90"/>
                  <a:gd name="T19" fmla="*/ 0 h 179"/>
                  <a:gd name="T20" fmla="*/ 0 w 90"/>
                  <a:gd name="T21" fmla="*/ 0 h 179"/>
                  <a:gd name="T22" fmla="*/ 0 w 90"/>
                  <a:gd name="T23" fmla="*/ 0 h 179"/>
                  <a:gd name="T24" fmla="*/ 0 w 90"/>
                  <a:gd name="T25" fmla="*/ 0 h 179"/>
                  <a:gd name="T26" fmla="*/ 0 w 90"/>
                  <a:gd name="T27" fmla="*/ 0 h 179"/>
                  <a:gd name="T28" fmla="*/ 0 w 90"/>
                  <a:gd name="T29" fmla="*/ 0 h 179"/>
                  <a:gd name="T30" fmla="*/ 0 w 90"/>
                  <a:gd name="T31" fmla="*/ 0 h 179"/>
                  <a:gd name="T32" fmla="*/ 0 w 90"/>
                  <a:gd name="T33" fmla="*/ 0 h 179"/>
                  <a:gd name="T34" fmla="*/ 0 w 90"/>
                  <a:gd name="T35" fmla="*/ 0 h 179"/>
                  <a:gd name="T36" fmla="*/ 0 w 90"/>
                  <a:gd name="T37" fmla="*/ 0 h 179"/>
                  <a:gd name="T38" fmla="*/ 0 w 90"/>
                  <a:gd name="T39" fmla="*/ 0 h 179"/>
                  <a:gd name="T40" fmla="*/ 0 w 90"/>
                  <a:gd name="T41" fmla="*/ 0 h 179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0" t="0" r="r" b="b"/>
                <a:pathLst>
                  <a:path w="90" h="179">
                    <a:moveTo>
                      <a:pt x="0" y="90"/>
                    </a:moveTo>
                    <a:lnTo>
                      <a:pt x="0" y="0"/>
                    </a:lnTo>
                    <a:lnTo>
                      <a:pt x="16" y="2"/>
                    </a:lnTo>
                    <a:lnTo>
                      <a:pt x="31" y="6"/>
                    </a:lnTo>
                    <a:lnTo>
                      <a:pt x="45" y="12"/>
                    </a:lnTo>
                    <a:lnTo>
                      <a:pt x="57" y="21"/>
                    </a:lnTo>
                    <a:lnTo>
                      <a:pt x="69" y="32"/>
                    </a:lnTo>
                    <a:lnTo>
                      <a:pt x="78" y="45"/>
                    </a:lnTo>
                    <a:lnTo>
                      <a:pt x="84" y="59"/>
                    </a:lnTo>
                    <a:lnTo>
                      <a:pt x="88" y="74"/>
                    </a:lnTo>
                    <a:lnTo>
                      <a:pt x="90" y="90"/>
                    </a:lnTo>
                    <a:lnTo>
                      <a:pt x="88" y="105"/>
                    </a:lnTo>
                    <a:lnTo>
                      <a:pt x="84" y="120"/>
                    </a:lnTo>
                    <a:lnTo>
                      <a:pt x="78" y="134"/>
                    </a:lnTo>
                    <a:lnTo>
                      <a:pt x="69" y="147"/>
                    </a:lnTo>
                    <a:lnTo>
                      <a:pt x="57" y="158"/>
                    </a:lnTo>
                    <a:lnTo>
                      <a:pt x="45" y="167"/>
                    </a:lnTo>
                    <a:lnTo>
                      <a:pt x="31" y="173"/>
                    </a:lnTo>
                    <a:lnTo>
                      <a:pt x="16" y="177"/>
                    </a:lnTo>
                    <a:lnTo>
                      <a:pt x="0" y="179"/>
                    </a:lnTo>
                    <a:lnTo>
                      <a:pt x="0" y="9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89" name="Freeform 328">
                <a:extLst>
                  <a:ext uri="{FF2B5EF4-FFF2-40B4-BE49-F238E27FC236}">
                    <a16:creationId xmlns:a16="http://schemas.microsoft.com/office/drawing/2014/main" id="{3B304466-0929-D05A-43B1-AA5A60389A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55" y="2531"/>
                <a:ext cx="13" cy="26"/>
              </a:xfrm>
              <a:custGeom>
                <a:avLst/>
                <a:gdLst>
                  <a:gd name="T0" fmla="*/ 0 w 90"/>
                  <a:gd name="T1" fmla="*/ 0 h 179"/>
                  <a:gd name="T2" fmla="*/ 0 w 90"/>
                  <a:gd name="T3" fmla="*/ 0 h 179"/>
                  <a:gd name="T4" fmla="*/ 0 w 90"/>
                  <a:gd name="T5" fmla="*/ 0 h 179"/>
                  <a:gd name="T6" fmla="*/ 0 w 90"/>
                  <a:gd name="T7" fmla="*/ 0 h 179"/>
                  <a:gd name="T8" fmla="*/ 0 w 90"/>
                  <a:gd name="T9" fmla="*/ 0 h 179"/>
                  <a:gd name="T10" fmla="*/ 0 w 90"/>
                  <a:gd name="T11" fmla="*/ 0 h 179"/>
                  <a:gd name="T12" fmla="*/ 0 w 90"/>
                  <a:gd name="T13" fmla="*/ 0 h 179"/>
                  <a:gd name="T14" fmla="*/ 0 w 90"/>
                  <a:gd name="T15" fmla="*/ 0 h 179"/>
                  <a:gd name="T16" fmla="*/ 0 w 90"/>
                  <a:gd name="T17" fmla="*/ 0 h 179"/>
                  <a:gd name="T18" fmla="*/ 0 w 90"/>
                  <a:gd name="T19" fmla="*/ 0 h 179"/>
                  <a:gd name="T20" fmla="*/ 0 w 90"/>
                  <a:gd name="T21" fmla="*/ 0 h 179"/>
                  <a:gd name="T22" fmla="*/ 0 w 90"/>
                  <a:gd name="T23" fmla="*/ 0 h 179"/>
                  <a:gd name="T24" fmla="*/ 0 w 90"/>
                  <a:gd name="T25" fmla="*/ 0 h 179"/>
                  <a:gd name="T26" fmla="*/ 0 w 90"/>
                  <a:gd name="T27" fmla="*/ 0 h 179"/>
                  <a:gd name="T28" fmla="*/ 0 w 90"/>
                  <a:gd name="T29" fmla="*/ 0 h 179"/>
                  <a:gd name="T30" fmla="*/ 0 w 90"/>
                  <a:gd name="T31" fmla="*/ 0 h 179"/>
                  <a:gd name="T32" fmla="*/ 0 w 90"/>
                  <a:gd name="T33" fmla="*/ 0 h 179"/>
                  <a:gd name="T34" fmla="*/ 0 w 90"/>
                  <a:gd name="T35" fmla="*/ 0 h 179"/>
                  <a:gd name="T36" fmla="*/ 0 w 90"/>
                  <a:gd name="T37" fmla="*/ 0 h 179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0" t="0" r="r" b="b"/>
                <a:pathLst>
                  <a:path w="90" h="179">
                    <a:moveTo>
                      <a:pt x="0" y="0"/>
                    </a:moveTo>
                    <a:lnTo>
                      <a:pt x="16" y="2"/>
                    </a:lnTo>
                    <a:lnTo>
                      <a:pt x="31" y="6"/>
                    </a:lnTo>
                    <a:lnTo>
                      <a:pt x="45" y="12"/>
                    </a:lnTo>
                    <a:lnTo>
                      <a:pt x="57" y="21"/>
                    </a:lnTo>
                    <a:lnTo>
                      <a:pt x="69" y="32"/>
                    </a:lnTo>
                    <a:lnTo>
                      <a:pt x="78" y="45"/>
                    </a:lnTo>
                    <a:lnTo>
                      <a:pt x="84" y="59"/>
                    </a:lnTo>
                    <a:lnTo>
                      <a:pt x="88" y="74"/>
                    </a:lnTo>
                    <a:lnTo>
                      <a:pt x="90" y="90"/>
                    </a:lnTo>
                    <a:lnTo>
                      <a:pt x="88" y="105"/>
                    </a:lnTo>
                    <a:lnTo>
                      <a:pt x="84" y="120"/>
                    </a:lnTo>
                    <a:lnTo>
                      <a:pt x="78" y="134"/>
                    </a:lnTo>
                    <a:lnTo>
                      <a:pt x="69" y="147"/>
                    </a:lnTo>
                    <a:lnTo>
                      <a:pt x="57" y="158"/>
                    </a:lnTo>
                    <a:lnTo>
                      <a:pt x="45" y="167"/>
                    </a:lnTo>
                    <a:lnTo>
                      <a:pt x="31" y="173"/>
                    </a:lnTo>
                    <a:lnTo>
                      <a:pt x="16" y="177"/>
                    </a:lnTo>
                    <a:lnTo>
                      <a:pt x="0" y="179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90" name="Freeform 329">
                <a:extLst>
                  <a:ext uri="{FF2B5EF4-FFF2-40B4-BE49-F238E27FC236}">
                    <a16:creationId xmlns:a16="http://schemas.microsoft.com/office/drawing/2014/main" id="{4075E1D7-2A9E-884B-31C1-FF97AADBE7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84" y="3053"/>
                <a:ext cx="13" cy="25"/>
              </a:xfrm>
              <a:custGeom>
                <a:avLst/>
                <a:gdLst>
                  <a:gd name="T0" fmla="*/ 0 w 89"/>
                  <a:gd name="T1" fmla="*/ 0 h 179"/>
                  <a:gd name="T2" fmla="*/ 0 w 89"/>
                  <a:gd name="T3" fmla="*/ 0 h 179"/>
                  <a:gd name="T4" fmla="*/ 0 w 89"/>
                  <a:gd name="T5" fmla="*/ 0 h 179"/>
                  <a:gd name="T6" fmla="*/ 0 w 89"/>
                  <a:gd name="T7" fmla="*/ 0 h 179"/>
                  <a:gd name="T8" fmla="*/ 0 w 89"/>
                  <a:gd name="T9" fmla="*/ 0 h 179"/>
                  <a:gd name="T10" fmla="*/ 0 w 89"/>
                  <a:gd name="T11" fmla="*/ 0 h 179"/>
                  <a:gd name="T12" fmla="*/ 0 w 89"/>
                  <a:gd name="T13" fmla="*/ 0 h 179"/>
                  <a:gd name="T14" fmla="*/ 0 w 89"/>
                  <a:gd name="T15" fmla="*/ 0 h 179"/>
                  <a:gd name="T16" fmla="*/ 0 w 89"/>
                  <a:gd name="T17" fmla="*/ 0 h 179"/>
                  <a:gd name="T18" fmla="*/ 0 w 89"/>
                  <a:gd name="T19" fmla="*/ 0 h 179"/>
                  <a:gd name="T20" fmla="*/ 0 w 89"/>
                  <a:gd name="T21" fmla="*/ 0 h 179"/>
                  <a:gd name="T22" fmla="*/ 0 w 89"/>
                  <a:gd name="T23" fmla="*/ 0 h 179"/>
                  <a:gd name="T24" fmla="*/ 0 w 89"/>
                  <a:gd name="T25" fmla="*/ 0 h 179"/>
                  <a:gd name="T26" fmla="*/ 0 w 89"/>
                  <a:gd name="T27" fmla="*/ 0 h 179"/>
                  <a:gd name="T28" fmla="*/ 0 w 89"/>
                  <a:gd name="T29" fmla="*/ 0 h 179"/>
                  <a:gd name="T30" fmla="*/ 0 w 89"/>
                  <a:gd name="T31" fmla="*/ 0 h 179"/>
                  <a:gd name="T32" fmla="*/ 0 w 89"/>
                  <a:gd name="T33" fmla="*/ 0 h 179"/>
                  <a:gd name="T34" fmla="*/ 0 w 89"/>
                  <a:gd name="T35" fmla="*/ 0 h 179"/>
                  <a:gd name="T36" fmla="*/ 0 w 89"/>
                  <a:gd name="T37" fmla="*/ 0 h 179"/>
                  <a:gd name="T38" fmla="*/ 0 w 89"/>
                  <a:gd name="T39" fmla="*/ 0 h 179"/>
                  <a:gd name="T40" fmla="*/ 0 w 89"/>
                  <a:gd name="T41" fmla="*/ 0 h 179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0" t="0" r="r" b="b"/>
                <a:pathLst>
                  <a:path w="89" h="179">
                    <a:moveTo>
                      <a:pt x="89" y="90"/>
                    </a:moveTo>
                    <a:lnTo>
                      <a:pt x="89" y="179"/>
                    </a:lnTo>
                    <a:lnTo>
                      <a:pt x="73" y="178"/>
                    </a:lnTo>
                    <a:lnTo>
                      <a:pt x="58" y="174"/>
                    </a:lnTo>
                    <a:lnTo>
                      <a:pt x="45" y="167"/>
                    </a:lnTo>
                    <a:lnTo>
                      <a:pt x="32" y="159"/>
                    </a:lnTo>
                    <a:lnTo>
                      <a:pt x="20" y="147"/>
                    </a:lnTo>
                    <a:lnTo>
                      <a:pt x="12" y="135"/>
                    </a:lnTo>
                    <a:lnTo>
                      <a:pt x="6" y="121"/>
                    </a:lnTo>
                    <a:lnTo>
                      <a:pt x="1" y="106"/>
                    </a:lnTo>
                    <a:lnTo>
                      <a:pt x="0" y="90"/>
                    </a:lnTo>
                    <a:lnTo>
                      <a:pt x="1" y="74"/>
                    </a:lnTo>
                    <a:lnTo>
                      <a:pt x="6" y="59"/>
                    </a:lnTo>
                    <a:lnTo>
                      <a:pt x="12" y="46"/>
                    </a:lnTo>
                    <a:lnTo>
                      <a:pt x="20" y="33"/>
                    </a:lnTo>
                    <a:lnTo>
                      <a:pt x="32" y="21"/>
                    </a:lnTo>
                    <a:lnTo>
                      <a:pt x="45" y="13"/>
                    </a:lnTo>
                    <a:lnTo>
                      <a:pt x="58" y="7"/>
                    </a:lnTo>
                    <a:lnTo>
                      <a:pt x="73" y="2"/>
                    </a:lnTo>
                    <a:lnTo>
                      <a:pt x="89" y="0"/>
                    </a:lnTo>
                    <a:lnTo>
                      <a:pt x="89" y="9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91" name="Freeform 330">
                <a:extLst>
                  <a:ext uri="{FF2B5EF4-FFF2-40B4-BE49-F238E27FC236}">
                    <a16:creationId xmlns:a16="http://schemas.microsoft.com/office/drawing/2014/main" id="{94D4A888-19FF-ABF4-8A23-05EBFDC40B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84" y="3053"/>
                <a:ext cx="13" cy="25"/>
              </a:xfrm>
              <a:custGeom>
                <a:avLst/>
                <a:gdLst>
                  <a:gd name="T0" fmla="*/ 0 w 89"/>
                  <a:gd name="T1" fmla="*/ 0 h 179"/>
                  <a:gd name="T2" fmla="*/ 0 w 89"/>
                  <a:gd name="T3" fmla="*/ 0 h 179"/>
                  <a:gd name="T4" fmla="*/ 0 w 89"/>
                  <a:gd name="T5" fmla="*/ 0 h 179"/>
                  <a:gd name="T6" fmla="*/ 0 w 89"/>
                  <a:gd name="T7" fmla="*/ 0 h 179"/>
                  <a:gd name="T8" fmla="*/ 0 w 89"/>
                  <a:gd name="T9" fmla="*/ 0 h 179"/>
                  <a:gd name="T10" fmla="*/ 0 w 89"/>
                  <a:gd name="T11" fmla="*/ 0 h 179"/>
                  <a:gd name="T12" fmla="*/ 0 w 89"/>
                  <a:gd name="T13" fmla="*/ 0 h 179"/>
                  <a:gd name="T14" fmla="*/ 0 w 89"/>
                  <a:gd name="T15" fmla="*/ 0 h 179"/>
                  <a:gd name="T16" fmla="*/ 0 w 89"/>
                  <a:gd name="T17" fmla="*/ 0 h 179"/>
                  <a:gd name="T18" fmla="*/ 0 w 89"/>
                  <a:gd name="T19" fmla="*/ 0 h 179"/>
                  <a:gd name="T20" fmla="*/ 0 w 89"/>
                  <a:gd name="T21" fmla="*/ 0 h 179"/>
                  <a:gd name="T22" fmla="*/ 0 w 89"/>
                  <a:gd name="T23" fmla="*/ 0 h 179"/>
                  <a:gd name="T24" fmla="*/ 0 w 89"/>
                  <a:gd name="T25" fmla="*/ 0 h 179"/>
                  <a:gd name="T26" fmla="*/ 0 w 89"/>
                  <a:gd name="T27" fmla="*/ 0 h 179"/>
                  <a:gd name="T28" fmla="*/ 0 w 89"/>
                  <a:gd name="T29" fmla="*/ 0 h 179"/>
                  <a:gd name="T30" fmla="*/ 0 w 89"/>
                  <a:gd name="T31" fmla="*/ 0 h 179"/>
                  <a:gd name="T32" fmla="*/ 0 w 89"/>
                  <a:gd name="T33" fmla="*/ 0 h 179"/>
                  <a:gd name="T34" fmla="*/ 0 w 89"/>
                  <a:gd name="T35" fmla="*/ 0 h 179"/>
                  <a:gd name="T36" fmla="*/ 0 w 89"/>
                  <a:gd name="T37" fmla="*/ 0 h 179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0" t="0" r="r" b="b"/>
                <a:pathLst>
                  <a:path w="89" h="179">
                    <a:moveTo>
                      <a:pt x="89" y="179"/>
                    </a:moveTo>
                    <a:lnTo>
                      <a:pt x="73" y="178"/>
                    </a:lnTo>
                    <a:lnTo>
                      <a:pt x="58" y="174"/>
                    </a:lnTo>
                    <a:lnTo>
                      <a:pt x="45" y="167"/>
                    </a:lnTo>
                    <a:lnTo>
                      <a:pt x="32" y="159"/>
                    </a:lnTo>
                    <a:lnTo>
                      <a:pt x="20" y="147"/>
                    </a:lnTo>
                    <a:lnTo>
                      <a:pt x="12" y="135"/>
                    </a:lnTo>
                    <a:lnTo>
                      <a:pt x="6" y="121"/>
                    </a:lnTo>
                    <a:lnTo>
                      <a:pt x="1" y="106"/>
                    </a:lnTo>
                    <a:lnTo>
                      <a:pt x="0" y="90"/>
                    </a:lnTo>
                    <a:lnTo>
                      <a:pt x="1" y="74"/>
                    </a:lnTo>
                    <a:lnTo>
                      <a:pt x="6" y="59"/>
                    </a:lnTo>
                    <a:lnTo>
                      <a:pt x="12" y="46"/>
                    </a:lnTo>
                    <a:lnTo>
                      <a:pt x="20" y="33"/>
                    </a:lnTo>
                    <a:lnTo>
                      <a:pt x="32" y="21"/>
                    </a:lnTo>
                    <a:lnTo>
                      <a:pt x="45" y="13"/>
                    </a:lnTo>
                    <a:lnTo>
                      <a:pt x="58" y="7"/>
                    </a:lnTo>
                    <a:lnTo>
                      <a:pt x="73" y="2"/>
                    </a:lnTo>
                    <a:lnTo>
                      <a:pt x="89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92" name="Freeform 331">
                <a:extLst>
                  <a:ext uri="{FF2B5EF4-FFF2-40B4-BE49-F238E27FC236}">
                    <a16:creationId xmlns:a16="http://schemas.microsoft.com/office/drawing/2014/main" id="{2BB16D33-3A77-DCDB-B402-06B947CCEE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97" y="3053"/>
                <a:ext cx="658" cy="25"/>
              </a:xfrm>
              <a:custGeom>
                <a:avLst/>
                <a:gdLst>
                  <a:gd name="T0" fmla="*/ 0 w 4610"/>
                  <a:gd name="T1" fmla="*/ 0 h 179"/>
                  <a:gd name="T2" fmla="*/ 0 w 4610"/>
                  <a:gd name="T3" fmla="*/ 0 h 179"/>
                  <a:gd name="T4" fmla="*/ 0 w 4610"/>
                  <a:gd name="T5" fmla="*/ 0 h 179"/>
                  <a:gd name="T6" fmla="*/ 0 w 4610"/>
                  <a:gd name="T7" fmla="*/ 0 h 179"/>
                  <a:gd name="T8" fmla="*/ 0 w 4610"/>
                  <a:gd name="T9" fmla="*/ 0 h 179"/>
                  <a:gd name="T10" fmla="*/ 0 w 4610"/>
                  <a:gd name="T11" fmla="*/ 0 h 179"/>
                  <a:gd name="T12" fmla="*/ 0 w 4610"/>
                  <a:gd name="T13" fmla="*/ 0 h 17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4610" h="179">
                    <a:moveTo>
                      <a:pt x="0" y="0"/>
                    </a:moveTo>
                    <a:lnTo>
                      <a:pt x="0" y="90"/>
                    </a:lnTo>
                    <a:lnTo>
                      <a:pt x="0" y="179"/>
                    </a:lnTo>
                    <a:lnTo>
                      <a:pt x="4610" y="179"/>
                    </a:lnTo>
                    <a:lnTo>
                      <a:pt x="4610" y="90"/>
                    </a:lnTo>
                    <a:lnTo>
                      <a:pt x="461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93" name="Freeform 332">
                <a:extLst>
                  <a:ext uri="{FF2B5EF4-FFF2-40B4-BE49-F238E27FC236}">
                    <a16:creationId xmlns:a16="http://schemas.microsoft.com/office/drawing/2014/main" id="{7199934B-0357-3808-0BAA-EAB2912E78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97" y="3053"/>
                <a:ext cx="658" cy="25"/>
              </a:xfrm>
              <a:custGeom>
                <a:avLst/>
                <a:gdLst>
                  <a:gd name="T0" fmla="*/ 0 w 4610"/>
                  <a:gd name="T1" fmla="*/ 0 h 179"/>
                  <a:gd name="T2" fmla="*/ 0 w 4610"/>
                  <a:gd name="T3" fmla="*/ 0 h 179"/>
                  <a:gd name="T4" fmla="*/ 0 w 4610"/>
                  <a:gd name="T5" fmla="*/ 0 h 179"/>
                  <a:gd name="T6" fmla="*/ 0 w 4610"/>
                  <a:gd name="T7" fmla="*/ 0 h 179"/>
                  <a:gd name="T8" fmla="*/ 0 w 4610"/>
                  <a:gd name="T9" fmla="*/ 0 h 179"/>
                  <a:gd name="T10" fmla="*/ 0 w 4610"/>
                  <a:gd name="T11" fmla="*/ 0 h 179"/>
                  <a:gd name="T12" fmla="*/ 0 w 4610"/>
                  <a:gd name="T13" fmla="*/ 0 h 17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4610" h="179">
                    <a:moveTo>
                      <a:pt x="0" y="0"/>
                    </a:moveTo>
                    <a:lnTo>
                      <a:pt x="0" y="90"/>
                    </a:lnTo>
                    <a:lnTo>
                      <a:pt x="0" y="179"/>
                    </a:lnTo>
                    <a:lnTo>
                      <a:pt x="4610" y="179"/>
                    </a:lnTo>
                    <a:lnTo>
                      <a:pt x="4610" y="90"/>
                    </a:lnTo>
                    <a:lnTo>
                      <a:pt x="461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94" name="Freeform 333">
                <a:extLst>
                  <a:ext uri="{FF2B5EF4-FFF2-40B4-BE49-F238E27FC236}">
                    <a16:creationId xmlns:a16="http://schemas.microsoft.com/office/drawing/2014/main" id="{623DCE8C-A149-AC06-2294-A5194E3627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55" y="3053"/>
                <a:ext cx="13" cy="25"/>
              </a:xfrm>
              <a:custGeom>
                <a:avLst/>
                <a:gdLst>
                  <a:gd name="T0" fmla="*/ 0 w 90"/>
                  <a:gd name="T1" fmla="*/ 0 h 179"/>
                  <a:gd name="T2" fmla="*/ 0 w 90"/>
                  <a:gd name="T3" fmla="*/ 0 h 179"/>
                  <a:gd name="T4" fmla="*/ 0 w 90"/>
                  <a:gd name="T5" fmla="*/ 0 h 179"/>
                  <a:gd name="T6" fmla="*/ 0 w 90"/>
                  <a:gd name="T7" fmla="*/ 0 h 179"/>
                  <a:gd name="T8" fmla="*/ 0 w 90"/>
                  <a:gd name="T9" fmla="*/ 0 h 179"/>
                  <a:gd name="T10" fmla="*/ 0 w 90"/>
                  <a:gd name="T11" fmla="*/ 0 h 179"/>
                  <a:gd name="T12" fmla="*/ 0 w 90"/>
                  <a:gd name="T13" fmla="*/ 0 h 179"/>
                  <a:gd name="T14" fmla="*/ 0 w 90"/>
                  <a:gd name="T15" fmla="*/ 0 h 179"/>
                  <a:gd name="T16" fmla="*/ 0 w 90"/>
                  <a:gd name="T17" fmla="*/ 0 h 179"/>
                  <a:gd name="T18" fmla="*/ 0 w 90"/>
                  <a:gd name="T19" fmla="*/ 0 h 179"/>
                  <a:gd name="T20" fmla="*/ 0 w 90"/>
                  <a:gd name="T21" fmla="*/ 0 h 179"/>
                  <a:gd name="T22" fmla="*/ 0 w 90"/>
                  <a:gd name="T23" fmla="*/ 0 h 179"/>
                  <a:gd name="T24" fmla="*/ 0 w 90"/>
                  <a:gd name="T25" fmla="*/ 0 h 179"/>
                  <a:gd name="T26" fmla="*/ 0 w 90"/>
                  <a:gd name="T27" fmla="*/ 0 h 179"/>
                  <a:gd name="T28" fmla="*/ 0 w 90"/>
                  <a:gd name="T29" fmla="*/ 0 h 179"/>
                  <a:gd name="T30" fmla="*/ 0 w 90"/>
                  <a:gd name="T31" fmla="*/ 0 h 179"/>
                  <a:gd name="T32" fmla="*/ 0 w 90"/>
                  <a:gd name="T33" fmla="*/ 0 h 179"/>
                  <a:gd name="T34" fmla="*/ 0 w 90"/>
                  <a:gd name="T35" fmla="*/ 0 h 179"/>
                  <a:gd name="T36" fmla="*/ 0 w 90"/>
                  <a:gd name="T37" fmla="*/ 0 h 179"/>
                  <a:gd name="T38" fmla="*/ 0 w 90"/>
                  <a:gd name="T39" fmla="*/ 0 h 179"/>
                  <a:gd name="T40" fmla="*/ 0 w 90"/>
                  <a:gd name="T41" fmla="*/ 0 h 179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0" t="0" r="r" b="b"/>
                <a:pathLst>
                  <a:path w="90" h="179">
                    <a:moveTo>
                      <a:pt x="0" y="90"/>
                    </a:moveTo>
                    <a:lnTo>
                      <a:pt x="0" y="0"/>
                    </a:lnTo>
                    <a:lnTo>
                      <a:pt x="16" y="2"/>
                    </a:lnTo>
                    <a:lnTo>
                      <a:pt x="31" y="7"/>
                    </a:lnTo>
                    <a:lnTo>
                      <a:pt x="45" y="13"/>
                    </a:lnTo>
                    <a:lnTo>
                      <a:pt x="57" y="21"/>
                    </a:lnTo>
                    <a:lnTo>
                      <a:pt x="69" y="33"/>
                    </a:lnTo>
                    <a:lnTo>
                      <a:pt x="78" y="46"/>
                    </a:lnTo>
                    <a:lnTo>
                      <a:pt x="84" y="59"/>
                    </a:lnTo>
                    <a:lnTo>
                      <a:pt x="88" y="74"/>
                    </a:lnTo>
                    <a:lnTo>
                      <a:pt x="90" y="90"/>
                    </a:lnTo>
                    <a:lnTo>
                      <a:pt x="88" y="106"/>
                    </a:lnTo>
                    <a:lnTo>
                      <a:pt x="84" y="121"/>
                    </a:lnTo>
                    <a:lnTo>
                      <a:pt x="78" y="135"/>
                    </a:lnTo>
                    <a:lnTo>
                      <a:pt x="69" y="147"/>
                    </a:lnTo>
                    <a:lnTo>
                      <a:pt x="57" y="159"/>
                    </a:lnTo>
                    <a:lnTo>
                      <a:pt x="45" y="167"/>
                    </a:lnTo>
                    <a:lnTo>
                      <a:pt x="31" y="174"/>
                    </a:lnTo>
                    <a:lnTo>
                      <a:pt x="16" y="178"/>
                    </a:lnTo>
                    <a:lnTo>
                      <a:pt x="0" y="179"/>
                    </a:lnTo>
                    <a:lnTo>
                      <a:pt x="0" y="9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95" name="Freeform 334">
                <a:extLst>
                  <a:ext uri="{FF2B5EF4-FFF2-40B4-BE49-F238E27FC236}">
                    <a16:creationId xmlns:a16="http://schemas.microsoft.com/office/drawing/2014/main" id="{AF1E7572-D319-00B0-60FF-A3330B0E56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55" y="3053"/>
                <a:ext cx="13" cy="25"/>
              </a:xfrm>
              <a:custGeom>
                <a:avLst/>
                <a:gdLst>
                  <a:gd name="T0" fmla="*/ 0 w 90"/>
                  <a:gd name="T1" fmla="*/ 0 h 179"/>
                  <a:gd name="T2" fmla="*/ 0 w 90"/>
                  <a:gd name="T3" fmla="*/ 0 h 179"/>
                  <a:gd name="T4" fmla="*/ 0 w 90"/>
                  <a:gd name="T5" fmla="*/ 0 h 179"/>
                  <a:gd name="T6" fmla="*/ 0 w 90"/>
                  <a:gd name="T7" fmla="*/ 0 h 179"/>
                  <a:gd name="T8" fmla="*/ 0 w 90"/>
                  <a:gd name="T9" fmla="*/ 0 h 179"/>
                  <a:gd name="T10" fmla="*/ 0 w 90"/>
                  <a:gd name="T11" fmla="*/ 0 h 179"/>
                  <a:gd name="T12" fmla="*/ 0 w 90"/>
                  <a:gd name="T13" fmla="*/ 0 h 179"/>
                  <a:gd name="T14" fmla="*/ 0 w 90"/>
                  <a:gd name="T15" fmla="*/ 0 h 179"/>
                  <a:gd name="T16" fmla="*/ 0 w 90"/>
                  <a:gd name="T17" fmla="*/ 0 h 179"/>
                  <a:gd name="T18" fmla="*/ 0 w 90"/>
                  <a:gd name="T19" fmla="*/ 0 h 179"/>
                  <a:gd name="T20" fmla="*/ 0 w 90"/>
                  <a:gd name="T21" fmla="*/ 0 h 179"/>
                  <a:gd name="T22" fmla="*/ 0 w 90"/>
                  <a:gd name="T23" fmla="*/ 0 h 179"/>
                  <a:gd name="T24" fmla="*/ 0 w 90"/>
                  <a:gd name="T25" fmla="*/ 0 h 179"/>
                  <a:gd name="T26" fmla="*/ 0 w 90"/>
                  <a:gd name="T27" fmla="*/ 0 h 179"/>
                  <a:gd name="T28" fmla="*/ 0 w 90"/>
                  <a:gd name="T29" fmla="*/ 0 h 179"/>
                  <a:gd name="T30" fmla="*/ 0 w 90"/>
                  <a:gd name="T31" fmla="*/ 0 h 179"/>
                  <a:gd name="T32" fmla="*/ 0 w 90"/>
                  <a:gd name="T33" fmla="*/ 0 h 179"/>
                  <a:gd name="T34" fmla="*/ 0 w 90"/>
                  <a:gd name="T35" fmla="*/ 0 h 179"/>
                  <a:gd name="T36" fmla="*/ 0 w 90"/>
                  <a:gd name="T37" fmla="*/ 0 h 179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0" t="0" r="r" b="b"/>
                <a:pathLst>
                  <a:path w="90" h="179">
                    <a:moveTo>
                      <a:pt x="0" y="0"/>
                    </a:moveTo>
                    <a:lnTo>
                      <a:pt x="16" y="2"/>
                    </a:lnTo>
                    <a:lnTo>
                      <a:pt x="31" y="7"/>
                    </a:lnTo>
                    <a:lnTo>
                      <a:pt x="45" y="13"/>
                    </a:lnTo>
                    <a:lnTo>
                      <a:pt x="57" y="21"/>
                    </a:lnTo>
                    <a:lnTo>
                      <a:pt x="69" y="33"/>
                    </a:lnTo>
                    <a:lnTo>
                      <a:pt x="78" y="46"/>
                    </a:lnTo>
                    <a:lnTo>
                      <a:pt x="84" y="59"/>
                    </a:lnTo>
                    <a:lnTo>
                      <a:pt x="88" y="74"/>
                    </a:lnTo>
                    <a:lnTo>
                      <a:pt x="90" y="90"/>
                    </a:lnTo>
                    <a:lnTo>
                      <a:pt x="88" y="106"/>
                    </a:lnTo>
                    <a:lnTo>
                      <a:pt x="84" y="121"/>
                    </a:lnTo>
                    <a:lnTo>
                      <a:pt x="78" y="135"/>
                    </a:lnTo>
                    <a:lnTo>
                      <a:pt x="69" y="147"/>
                    </a:lnTo>
                    <a:lnTo>
                      <a:pt x="57" y="159"/>
                    </a:lnTo>
                    <a:lnTo>
                      <a:pt x="45" y="167"/>
                    </a:lnTo>
                    <a:lnTo>
                      <a:pt x="31" y="174"/>
                    </a:lnTo>
                    <a:lnTo>
                      <a:pt x="16" y="178"/>
                    </a:lnTo>
                    <a:lnTo>
                      <a:pt x="0" y="179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129" name="椭圆 128">
              <a:extLst>
                <a:ext uri="{FF2B5EF4-FFF2-40B4-BE49-F238E27FC236}">
                  <a16:creationId xmlns:a16="http://schemas.microsoft.com/office/drawing/2014/main" id="{51CCFF10-0DC3-D098-1AFA-F898382EA139}"/>
                </a:ext>
              </a:extLst>
            </p:cNvPr>
            <p:cNvSpPr/>
            <p:nvPr/>
          </p:nvSpPr>
          <p:spPr>
            <a:xfrm>
              <a:off x="4822103" y="1886359"/>
              <a:ext cx="1320078" cy="1320078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0" name="椭圆 129">
              <a:extLst>
                <a:ext uri="{FF2B5EF4-FFF2-40B4-BE49-F238E27FC236}">
                  <a16:creationId xmlns:a16="http://schemas.microsoft.com/office/drawing/2014/main" id="{B07FE846-D67C-EDDF-EC96-66AF0169145F}"/>
                </a:ext>
              </a:extLst>
            </p:cNvPr>
            <p:cNvSpPr/>
            <p:nvPr/>
          </p:nvSpPr>
          <p:spPr>
            <a:xfrm>
              <a:off x="5072856" y="2131846"/>
              <a:ext cx="829104" cy="829104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96" name="Text Box 37">
            <a:extLst>
              <a:ext uri="{FF2B5EF4-FFF2-40B4-BE49-F238E27FC236}">
                <a16:creationId xmlns:a16="http://schemas.microsoft.com/office/drawing/2014/main" id="{B54CA83B-B089-2199-E410-2D7E01A399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8767" y="1164898"/>
            <a:ext cx="1106488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3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讨论</a:t>
            </a:r>
          </a:p>
        </p:txBody>
      </p:sp>
    </p:spTree>
    <p:extLst>
      <p:ext uri="{BB962C8B-B14F-4D97-AF65-F5344CB8AC3E}">
        <p14:creationId xmlns:p14="http://schemas.microsoft.com/office/powerpoint/2010/main" val="3613513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" grpId="0" animBg="1"/>
      <p:bldP spid="104" grpId="0" animBg="1"/>
      <p:bldP spid="105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47C3ED-1C2C-4651-1278-1BDCFD92DE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8">
            <a:extLst>
              <a:ext uri="{FF2B5EF4-FFF2-40B4-BE49-F238E27FC236}">
                <a16:creationId xmlns:a16="http://schemas.microsoft.com/office/drawing/2014/main" id="{AF346EBD-F1BD-7D8D-0127-7CA83C5E45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619" y="412176"/>
            <a:ext cx="45801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8.3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平面体与回转体相交</a:t>
            </a:r>
          </a:p>
        </p:txBody>
      </p:sp>
      <p:sp>
        <p:nvSpPr>
          <p:cNvPr id="16" name="灯片编号占位符 3">
            <a:extLst>
              <a:ext uri="{FF2B5EF4-FFF2-40B4-BE49-F238E27FC236}">
                <a16:creationId xmlns:a16="http://schemas.microsoft.com/office/drawing/2014/main" id="{AB1EF1E4-9BC8-4963-DB75-A78102761E7B}"/>
              </a:ext>
            </a:extLst>
          </p:cNvPr>
          <p:cNvSpPr txBox="1">
            <a:spLocks/>
          </p:cNvSpPr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  <a:pPr/>
              <a:t>16</a:t>
            </a:fld>
            <a:endParaRPr lang="en-US" altLang="zh-CN" dirty="0"/>
          </a:p>
        </p:txBody>
      </p:sp>
      <p:sp>
        <p:nvSpPr>
          <p:cNvPr id="2" name="Text Box 4">
            <a:extLst>
              <a:ext uri="{FF2B5EF4-FFF2-40B4-BE49-F238E27FC236}">
                <a16:creationId xmlns:a16="http://schemas.microsoft.com/office/drawing/2014/main" id="{6BEBA688-5C3A-7CFE-1F72-670D9092A9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2255" y="1845013"/>
            <a:ext cx="198002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8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相贯线产生</a:t>
            </a:r>
          </a:p>
        </p:txBody>
      </p:sp>
      <p:sp>
        <p:nvSpPr>
          <p:cNvPr id="3" name="Line 5">
            <a:extLst>
              <a:ext uri="{FF2B5EF4-FFF2-40B4-BE49-F238E27FC236}">
                <a16:creationId xmlns:a16="http://schemas.microsoft.com/office/drawing/2014/main" id="{CE2DE702-8809-965A-7114-4599022A5C8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432505" y="1585704"/>
            <a:ext cx="718051" cy="518618"/>
          </a:xfrm>
          <a:prstGeom prst="line">
            <a:avLst/>
          </a:prstGeom>
          <a:noFill/>
          <a:ln w="9525">
            <a:solidFill>
              <a:srgbClr val="A5002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 Box 6">
            <a:extLst>
              <a:ext uri="{FF2B5EF4-FFF2-40B4-BE49-F238E27FC236}">
                <a16:creationId xmlns:a16="http://schemas.microsoft.com/office/drawing/2014/main" id="{665BD75C-5230-BEBE-A979-4974992BD5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81818" y="1237909"/>
            <a:ext cx="341632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外表面与外表面相交</a:t>
            </a:r>
          </a:p>
        </p:txBody>
      </p:sp>
      <p:sp>
        <p:nvSpPr>
          <p:cNvPr id="5" name="Line 7">
            <a:extLst>
              <a:ext uri="{FF2B5EF4-FFF2-40B4-BE49-F238E27FC236}">
                <a16:creationId xmlns:a16="http://schemas.microsoft.com/office/drawing/2014/main" id="{781BFF50-17E0-F34A-1A64-01B5F491A2F5}"/>
              </a:ext>
            </a:extLst>
          </p:cNvPr>
          <p:cNvSpPr>
            <a:spLocks noChangeShapeType="1"/>
          </p:cNvSpPr>
          <p:nvPr/>
        </p:nvSpPr>
        <p:spPr bwMode="auto">
          <a:xfrm>
            <a:off x="4432506" y="2104817"/>
            <a:ext cx="718050" cy="1147"/>
          </a:xfrm>
          <a:prstGeom prst="line">
            <a:avLst/>
          </a:prstGeom>
          <a:noFill/>
          <a:ln w="9525">
            <a:solidFill>
              <a:srgbClr val="A5002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Line 8">
            <a:extLst>
              <a:ext uri="{FF2B5EF4-FFF2-40B4-BE49-F238E27FC236}">
                <a16:creationId xmlns:a16="http://schemas.microsoft.com/office/drawing/2014/main" id="{002A123A-2FF5-6124-1D0B-061E3B492CD3}"/>
              </a:ext>
            </a:extLst>
          </p:cNvPr>
          <p:cNvSpPr>
            <a:spLocks noChangeShapeType="1"/>
          </p:cNvSpPr>
          <p:nvPr/>
        </p:nvSpPr>
        <p:spPr bwMode="auto">
          <a:xfrm>
            <a:off x="4432505" y="2106953"/>
            <a:ext cx="718051" cy="462471"/>
          </a:xfrm>
          <a:prstGeom prst="line">
            <a:avLst/>
          </a:prstGeom>
          <a:noFill/>
          <a:ln w="9525">
            <a:solidFill>
              <a:srgbClr val="A5002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ext Box 9">
            <a:extLst>
              <a:ext uri="{FF2B5EF4-FFF2-40B4-BE49-F238E27FC236}">
                <a16:creationId xmlns:a16="http://schemas.microsoft.com/office/drawing/2014/main" id="{ECD60D64-44EE-2C96-F36D-40923BB145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81818" y="1748972"/>
            <a:ext cx="360362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外表面与内表面相交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8" name="Text Box 10">
            <a:extLst>
              <a:ext uri="{FF2B5EF4-FFF2-40B4-BE49-F238E27FC236}">
                <a16:creationId xmlns:a16="http://schemas.microsoft.com/office/drawing/2014/main" id="{3CFDB23F-CF8A-D8D7-28B1-13B52C255C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81818" y="2332292"/>
            <a:ext cx="360362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内表面与内表面相交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9" name="Rectangle 11" descr="信纸">
            <a:extLst>
              <a:ext uri="{FF2B5EF4-FFF2-40B4-BE49-F238E27FC236}">
                <a16:creationId xmlns:a16="http://schemas.microsoft.com/office/drawing/2014/main" id="{A8AC0B04-99AD-887D-388A-0DF5D78B20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5522" y="4981813"/>
            <a:ext cx="1620957" cy="52322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800" dirty="0">
                <a:solidFill>
                  <a:srgbClr val="99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交线相同</a:t>
            </a:r>
          </a:p>
        </p:txBody>
      </p:sp>
      <p:sp>
        <p:nvSpPr>
          <p:cNvPr id="10" name="Rectangle 13" descr="信纸">
            <a:extLst>
              <a:ext uri="{FF2B5EF4-FFF2-40B4-BE49-F238E27FC236}">
                <a16:creationId xmlns:a16="http://schemas.microsoft.com/office/drawing/2014/main" id="{470CACC7-1178-829C-9637-0B5B265F0E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67377" y="5500926"/>
            <a:ext cx="3057247" cy="52322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800" dirty="0">
                <a:solidFill>
                  <a:srgbClr val="99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求交线的方法相同</a:t>
            </a:r>
          </a:p>
        </p:txBody>
      </p:sp>
      <p:pic>
        <p:nvPicPr>
          <p:cNvPr id="11" name="Picture 51">
            <a:extLst>
              <a:ext uri="{FF2B5EF4-FFF2-40B4-BE49-F238E27FC236}">
                <a16:creationId xmlns:a16="http://schemas.microsoft.com/office/drawing/2014/main" id="{54EC2290-4E7A-4B00-76EB-AD4C376D04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1313" y="3177465"/>
            <a:ext cx="1836737" cy="1700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" name="Picture 52">
            <a:extLst>
              <a:ext uri="{FF2B5EF4-FFF2-40B4-BE49-F238E27FC236}">
                <a16:creationId xmlns:a16="http://schemas.microsoft.com/office/drawing/2014/main" id="{E3F4CCEC-E19F-D9B7-E6D3-5A92B24BE9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2975" y="3203089"/>
            <a:ext cx="1846263" cy="1560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53">
            <a:extLst>
              <a:ext uri="{FF2B5EF4-FFF2-40B4-BE49-F238E27FC236}">
                <a16:creationId xmlns:a16="http://schemas.microsoft.com/office/drawing/2014/main" id="{40D76C56-CAE8-610E-8865-224B1D8A79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4163" y="3138001"/>
            <a:ext cx="1871663" cy="1625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" name="Text Box 37">
            <a:extLst>
              <a:ext uri="{FF2B5EF4-FFF2-40B4-BE49-F238E27FC236}">
                <a16:creationId xmlns:a16="http://schemas.microsoft.com/office/drawing/2014/main" id="{30B403D9-B47C-C7F5-0E70-D0AE7E2C10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8767" y="1164898"/>
            <a:ext cx="1106488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3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归纳</a:t>
            </a:r>
          </a:p>
        </p:txBody>
      </p:sp>
    </p:spTree>
    <p:extLst>
      <p:ext uri="{BB962C8B-B14F-4D97-AF65-F5344CB8AC3E}">
        <p14:creationId xmlns:p14="http://schemas.microsoft.com/office/powerpoint/2010/main" val="1461484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animBg="1"/>
      <p:bldP spid="4" grpId="0"/>
      <p:bldP spid="5" grpId="0" animBg="1"/>
      <p:bldP spid="6" grpId="0" animBg="1"/>
      <p:bldP spid="7" grpId="0"/>
      <p:bldP spid="8" grpId="0"/>
      <p:bldP spid="9" grpId="0"/>
      <p:bldP spid="1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10508A-A401-EFF8-8A0C-5616D83D96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8">
            <a:extLst>
              <a:ext uri="{FF2B5EF4-FFF2-40B4-BE49-F238E27FC236}">
                <a16:creationId xmlns:a16="http://schemas.microsoft.com/office/drawing/2014/main" id="{362F4979-6A62-A3F5-A508-A236004D53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619" y="412176"/>
            <a:ext cx="45801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8.3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平面体与回转体相交</a:t>
            </a:r>
          </a:p>
        </p:txBody>
      </p:sp>
      <p:sp>
        <p:nvSpPr>
          <p:cNvPr id="16" name="灯片编号占位符 3">
            <a:extLst>
              <a:ext uri="{FF2B5EF4-FFF2-40B4-BE49-F238E27FC236}">
                <a16:creationId xmlns:a16="http://schemas.microsoft.com/office/drawing/2014/main" id="{825A0333-A6FE-3EA2-DDD8-EB1BB971380A}"/>
              </a:ext>
            </a:extLst>
          </p:cNvPr>
          <p:cNvSpPr txBox="1">
            <a:spLocks/>
          </p:cNvSpPr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  <a:pPr/>
              <a:t>17</a:t>
            </a:fld>
            <a:endParaRPr lang="en-US" altLang="zh-CN" dirty="0"/>
          </a:p>
        </p:txBody>
      </p:sp>
      <p:pic>
        <p:nvPicPr>
          <p:cNvPr id="2" name="Picture 184">
            <a:extLst>
              <a:ext uri="{FF2B5EF4-FFF2-40B4-BE49-F238E27FC236}">
                <a16:creationId xmlns:a16="http://schemas.microsoft.com/office/drawing/2014/main" id="{1F6075A8-4250-70B5-E1E7-85D2C967C7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3607" y="4263031"/>
            <a:ext cx="1871663" cy="1843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2"/>
                </a:solidFill>
                <a:prstDash val="lgDash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Line 2">
            <a:extLst>
              <a:ext uri="{FF2B5EF4-FFF2-40B4-BE49-F238E27FC236}">
                <a16:creationId xmlns:a16="http://schemas.microsoft.com/office/drawing/2014/main" id="{EC62C24C-19E6-2CC4-204C-E6530811C06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653159" y="4548782"/>
            <a:ext cx="157797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" name="Line 3">
            <a:extLst>
              <a:ext uri="{FF2B5EF4-FFF2-40B4-BE49-F238E27FC236}">
                <a16:creationId xmlns:a16="http://schemas.microsoft.com/office/drawing/2014/main" id="{6B4456F1-0721-9312-B5B5-C462F35E89F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653159" y="5631457"/>
            <a:ext cx="15811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" name="Line 4">
            <a:extLst>
              <a:ext uri="{FF2B5EF4-FFF2-40B4-BE49-F238E27FC236}">
                <a16:creationId xmlns:a16="http://schemas.microsoft.com/office/drawing/2014/main" id="{15A0A90B-DBC3-8E2B-0117-079BC59A24F4}"/>
              </a:ext>
            </a:extLst>
          </p:cNvPr>
          <p:cNvSpPr>
            <a:spLocks noChangeShapeType="1"/>
          </p:cNvSpPr>
          <p:nvPr/>
        </p:nvSpPr>
        <p:spPr bwMode="auto">
          <a:xfrm>
            <a:off x="1653159" y="4545607"/>
            <a:ext cx="0" cy="10890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" name="Line 5">
            <a:extLst>
              <a:ext uri="{FF2B5EF4-FFF2-40B4-BE49-F238E27FC236}">
                <a16:creationId xmlns:a16="http://schemas.microsoft.com/office/drawing/2014/main" id="{47E94C05-B19A-C149-1BA6-3377F4737CFC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4309" y="4545607"/>
            <a:ext cx="0" cy="10858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Oval 8">
            <a:extLst>
              <a:ext uri="{FF2B5EF4-FFF2-40B4-BE49-F238E27FC236}">
                <a16:creationId xmlns:a16="http://schemas.microsoft.com/office/drawing/2014/main" id="{8BDB2F95-5C15-4F22-F0DF-78E4A67F29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3746" y="3091457"/>
            <a:ext cx="1084263" cy="1084262"/>
          </a:xfrm>
          <a:prstGeom prst="ellips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" name="Line 9">
            <a:extLst>
              <a:ext uri="{FF2B5EF4-FFF2-40B4-BE49-F238E27FC236}">
                <a16:creationId xmlns:a16="http://schemas.microsoft.com/office/drawing/2014/main" id="{B5F2B013-1A5E-A27C-FD78-6B0CA5A63152}"/>
              </a:ext>
            </a:extLst>
          </p:cNvPr>
          <p:cNvSpPr>
            <a:spLocks noChangeShapeType="1"/>
          </p:cNvSpPr>
          <p:nvPr/>
        </p:nvSpPr>
        <p:spPr bwMode="auto">
          <a:xfrm>
            <a:off x="3729609" y="3635969"/>
            <a:ext cx="125412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" name="Line 10">
            <a:extLst>
              <a:ext uri="{FF2B5EF4-FFF2-40B4-BE49-F238E27FC236}">
                <a16:creationId xmlns:a16="http://schemas.microsoft.com/office/drawing/2014/main" id="{65312C4E-EBED-F4EF-9690-F5F96DAF634C}"/>
              </a:ext>
            </a:extLst>
          </p:cNvPr>
          <p:cNvSpPr>
            <a:spLocks noChangeShapeType="1"/>
          </p:cNvSpPr>
          <p:nvPr/>
        </p:nvSpPr>
        <p:spPr bwMode="auto">
          <a:xfrm>
            <a:off x="4358259" y="3004144"/>
            <a:ext cx="0" cy="12573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" name="Line 11">
            <a:extLst>
              <a:ext uri="{FF2B5EF4-FFF2-40B4-BE49-F238E27FC236}">
                <a16:creationId xmlns:a16="http://schemas.microsoft.com/office/drawing/2014/main" id="{B019D728-AD5C-E1A8-A407-85CF63C7757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891534" y="2800944"/>
            <a:ext cx="0" cy="55245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" name="Line 12">
            <a:extLst>
              <a:ext uri="{FF2B5EF4-FFF2-40B4-BE49-F238E27FC236}">
                <a16:creationId xmlns:a16="http://schemas.microsoft.com/office/drawing/2014/main" id="{CCF6936A-4406-EB06-667B-DDDD1D61DF49}"/>
              </a:ext>
            </a:extLst>
          </p:cNvPr>
          <p:cNvSpPr>
            <a:spLocks noChangeShapeType="1"/>
          </p:cNvSpPr>
          <p:nvPr/>
        </p:nvSpPr>
        <p:spPr bwMode="auto">
          <a:xfrm>
            <a:off x="3872484" y="2819994"/>
            <a:ext cx="100330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" name="Line 13">
            <a:extLst>
              <a:ext uri="{FF2B5EF4-FFF2-40B4-BE49-F238E27FC236}">
                <a16:creationId xmlns:a16="http://schemas.microsoft.com/office/drawing/2014/main" id="{9993F560-B3F9-C30E-3104-206222258A78}"/>
              </a:ext>
            </a:extLst>
          </p:cNvPr>
          <p:cNvSpPr>
            <a:spLocks noChangeShapeType="1"/>
          </p:cNvSpPr>
          <p:nvPr/>
        </p:nvSpPr>
        <p:spPr bwMode="auto">
          <a:xfrm>
            <a:off x="4866259" y="2805707"/>
            <a:ext cx="0" cy="655637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13" name="Group 14">
            <a:extLst>
              <a:ext uri="{FF2B5EF4-FFF2-40B4-BE49-F238E27FC236}">
                <a16:creationId xmlns:a16="http://schemas.microsoft.com/office/drawing/2014/main" id="{F867835C-11E2-D43A-F522-5EA1B4B1B73D}"/>
              </a:ext>
            </a:extLst>
          </p:cNvPr>
          <p:cNvGrpSpPr>
            <a:grpSpLocks/>
          </p:cNvGrpSpPr>
          <p:nvPr/>
        </p:nvGrpSpPr>
        <p:grpSpPr bwMode="auto">
          <a:xfrm>
            <a:off x="4332859" y="3293069"/>
            <a:ext cx="52387" cy="90488"/>
            <a:chOff x="2660" y="2100"/>
            <a:chExt cx="33" cy="57"/>
          </a:xfrm>
        </p:grpSpPr>
        <p:sp>
          <p:nvSpPr>
            <p:cNvPr id="14" name="Line 15">
              <a:extLst>
                <a:ext uri="{FF2B5EF4-FFF2-40B4-BE49-F238E27FC236}">
                  <a16:creationId xmlns:a16="http://schemas.microsoft.com/office/drawing/2014/main" id="{7FCE9445-7626-4436-47A1-269A1353CD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60" y="2100"/>
              <a:ext cx="32" cy="0"/>
            </a:xfrm>
            <a:prstGeom prst="line">
              <a:avLst/>
            </a:prstGeom>
            <a:noFill/>
            <a:ln w="38100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5" name="Line 16">
              <a:extLst>
                <a:ext uri="{FF2B5EF4-FFF2-40B4-BE49-F238E27FC236}">
                  <a16:creationId xmlns:a16="http://schemas.microsoft.com/office/drawing/2014/main" id="{A0035D26-3867-A2FD-D8E4-2159B9F0C2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61" y="2157"/>
              <a:ext cx="32" cy="0"/>
            </a:xfrm>
            <a:prstGeom prst="line">
              <a:avLst/>
            </a:prstGeom>
            <a:noFill/>
            <a:ln w="38100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2C91BFDB-62EB-C51D-E381-94069AFA2FC3}"/>
              </a:ext>
            </a:extLst>
          </p:cNvPr>
          <p:cNvGrpSpPr>
            <a:grpSpLocks/>
          </p:cNvGrpSpPr>
          <p:nvPr/>
        </p:nvGrpSpPr>
        <p:grpSpPr bwMode="auto">
          <a:xfrm>
            <a:off x="4334446" y="3877269"/>
            <a:ext cx="52388" cy="93663"/>
            <a:chOff x="2661" y="2468"/>
            <a:chExt cx="33" cy="59"/>
          </a:xfrm>
        </p:grpSpPr>
        <p:sp>
          <p:nvSpPr>
            <p:cNvPr id="18" name="Line 18">
              <a:extLst>
                <a:ext uri="{FF2B5EF4-FFF2-40B4-BE49-F238E27FC236}">
                  <a16:creationId xmlns:a16="http://schemas.microsoft.com/office/drawing/2014/main" id="{BF72B674-6EA9-FA05-7D6F-A04D355EF5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62" y="2468"/>
              <a:ext cx="32" cy="0"/>
            </a:xfrm>
            <a:prstGeom prst="line">
              <a:avLst/>
            </a:prstGeom>
            <a:noFill/>
            <a:ln w="38100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9" name="Line 19">
              <a:extLst>
                <a:ext uri="{FF2B5EF4-FFF2-40B4-BE49-F238E27FC236}">
                  <a16:creationId xmlns:a16="http://schemas.microsoft.com/office/drawing/2014/main" id="{0D329B39-2D18-3A11-5958-43B4EDB924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61" y="2527"/>
              <a:ext cx="32" cy="0"/>
            </a:xfrm>
            <a:prstGeom prst="line">
              <a:avLst/>
            </a:prstGeom>
            <a:noFill/>
            <a:ln w="38100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80739E47-F562-CF80-4019-79B086226FFC}"/>
              </a:ext>
            </a:extLst>
          </p:cNvPr>
          <p:cNvGrpSpPr>
            <a:grpSpLocks/>
          </p:cNvGrpSpPr>
          <p:nvPr/>
        </p:nvGrpSpPr>
        <p:grpSpPr bwMode="auto">
          <a:xfrm>
            <a:off x="3939159" y="3604219"/>
            <a:ext cx="96837" cy="61913"/>
            <a:chOff x="2412" y="2296"/>
            <a:chExt cx="61" cy="39"/>
          </a:xfrm>
        </p:grpSpPr>
        <p:sp>
          <p:nvSpPr>
            <p:cNvPr id="21" name="Line 21">
              <a:extLst>
                <a:ext uri="{FF2B5EF4-FFF2-40B4-BE49-F238E27FC236}">
                  <a16:creationId xmlns:a16="http://schemas.microsoft.com/office/drawing/2014/main" id="{814475CC-2817-F2A0-428E-6A55D22FAE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12" y="2296"/>
              <a:ext cx="0" cy="38"/>
            </a:xfrm>
            <a:prstGeom prst="line">
              <a:avLst/>
            </a:prstGeom>
            <a:noFill/>
            <a:ln w="38100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2" name="Line 22">
              <a:extLst>
                <a:ext uri="{FF2B5EF4-FFF2-40B4-BE49-F238E27FC236}">
                  <a16:creationId xmlns:a16="http://schemas.microsoft.com/office/drawing/2014/main" id="{87AB276D-A16C-FEEC-6271-4AAAAA32B0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73" y="2297"/>
              <a:ext cx="0" cy="38"/>
            </a:xfrm>
            <a:prstGeom prst="line">
              <a:avLst/>
            </a:prstGeom>
            <a:noFill/>
            <a:ln w="38100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733A5E22-2C80-663E-0CD7-F7953CA53C64}"/>
              </a:ext>
            </a:extLst>
          </p:cNvPr>
          <p:cNvGrpSpPr>
            <a:grpSpLocks/>
          </p:cNvGrpSpPr>
          <p:nvPr/>
        </p:nvGrpSpPr>
        <p:grpSpPr bwMode="auto">
          <a:xfrm>
            <a:off x="4609084" y="3604219"/>
            <a:ext cx="96837" cy="61913"/>
            <a:chOff x="2834" y="2296"/>
            <a:chExt cx="61" cy="39"/>
          </a:xfrm>
        </p:grpSpPr>
        <p:sp>
          <p:nvSpPr>
            <p:cNvPr id="24" name="Line 24">
              <a:extLst>
                <a:ext uri="{FF2B5EF4-FFF2-40B4-BE49-F238E27FC236}">
                  <a16:creationId xmlns:a16="http://schemas.microsoft.com/office/drawing/2014/main" id="{96C7ED2B-7560-EE86-6284-F31F28A2C2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34" y="2296"/>
              <a:ext cx="0" cy="38"/>
            </a:xfrm>
            <a:prstGeom prst="line">
              <a:avLst/>
            </a:prstGeom>
            <a:noFill/>
            <a:ln w="38100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5" name="Line 25">
              <a:extLst>
                <a:ext uri="{FF2B5EF4-FFF2-40B4-BE49-F238E27FC236}">
                  <a16:creationId xmlns:a16="http://schemas.microsoft.com/office/drawing/2014/main" id="{3DEE26AE-6088-9D25-1DFF-77D2F9281D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95" y="2297"/>
              <a:ext cx="0" cy="38"/>
            </a:xfrm>
            <a:prstGeom prst="line">
              <a:avLst/>
            </a:prstGeom>
            <a:noFill/>
            <a:ln w="38100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26" name="Line 27">
            <a:extLst>
              <a:ext uri="{FF2B5EF4-FFF2-40B4-BE49-F238E27FC236}">
                <a16:creationId xmlns:a16="http://schemas.microsoft.com/office/drawing/2014/main" id="{747A5E7F-8287-188A-C764-B89614409C8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519809" y="5088532"/>
            <a:ext cx="181292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7" name="Freeform 28">
            <a:extLst>
              <a:ext uri="{FF2B5EF4-FFF2-40B4-BE49-F238E27FC236}">
                <a16:creationId xmlns:a16="http://schemas.microsoft.com/office/drawing/2014/main" id="{32723F75-DAEB-A518-A0DB-611CF7FDBF98}"/>
              </a:ext>
            </a:extLst>
          </p:cNvPr>
          <p:cNvSpPr>
            <a:spLocks/>
          </p:cNvSpPr>
          <p:nvPr/>
        </p:nvSpPr>
        <p:spPr bwMode="auto">
          <a:xfrm>
            <a:off x="1902396" y="4615457"/>
            <a:ext cx="1081088" cy="971550"/>
          </a:xfrm>
          <a:custGeom>
            <a:avLst/>
            <a:gdLst>
              <a:gd name="T0" fmla="*/ 2147483646 w 518"/>
              <a:gd name="T1" fmla="*/ 2147483646 h 376"/>
              <a:gd name="T2" fmla="*/ 0 w 518"/>
              <a:gd name="T3" fmla="*/ 0 h 376"/>
              <a:gd name="T4" fmla="*/ 2147483646 w 518"/>
              <a:gd name="T5" fmla="*/ 0 h 376"/>
              <a:gd name="T6" fmla="*/ 2147483646 w 518"/>
              <a:gd name="T7" fmla="*/ 2147483646 h 376"/>
              <a:gd name="T8" fmla="*/ 0 60000 65536"/>
              <a:gd name="T9" fmla="*/ 0 60000 65536"/>
              <a:gd name="T10" fmla="*/ 0 60000 65536"/>
              <a:gd name="T11" fmla="*/ 0 60000 65536"/>
              <a:gd name="T12" fmla="*/ 0 w 518"/>
              <a:gd name="T13" fmla="*/ 0 h 376"/>
              <a:gd name="T14" fmla="*/ 518 w 518"/>
              <a:gd name="T15" fmla="*/ 376 h 37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18" h="376">
                <a:moveTo>
                  <a:pt x="260" y="376"/>
                </a:moveTo>
                <a:lnTo>
                  <a:pt x="0" y="0"/>
                </a:lnTo>
                <a:lnTo>
                  <a:pt x="518" y="0"/>
                </a:lnTo>
                <a:lnTo>
                  <a:pt x="260" y="376"/>
                </a:lnTo>
                <a:close/>
              </a:path>
            </a:pathLst>
          </a:custGeom>
          <a:noFill/>
          <a:ln w="38100" cmpd="sng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8" name="Rectangle 29">
            <a:extLst>
              <a:ext uri="{FF2B5EF4-FFF2-40B4-BE49-F238E27FC236}">
                <a16:creationId xmlns:a16="http://schemas.microsoft.com/office/drawing/2014/main" id="{B40C4E14-2E57-F0AE-7DC4-ED3BC490BA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45221" y="4547194"/>
            <a:ext cx="1581150" cy="1082675"/>
          </a:xfrm>
          <a:prstGeom prst="rect">
            <a:avLst/>
          </a:prstGeom>
          <a:noFill/>
          <a:ln w="381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29" name="Group 30">
            <a:extLst>
              <a:ext uri="{FF2B5EF4-FFF2-40B4-BE49-F238E27FC236}">
                <a16:creationId xmlns:a16="http://schemas.microsoft.com/office/drawing/2014/main" id="{3827067B-0393-46C8-9A47-B6F325700125}"/>
              </a:ext>
            </a:extLst>
          </p:cNvPr>
          <p:cNvGrpSpPr>
            <a:grpSpLocks/>
          </p:cNvGrpSpPr>
          <p:nvPr/>
        </p:nvGrpSpPr>
        <p:grpSpPr bwMode="auto">
          <a:xfrm>
            <a:off x="1872234" y="5056782"/>
            <a:ext cx="96837" cy="61912"/>
            <a:chOff x="2412" y="2296"/>
            <a:chExt cx="61" cy="39"/>
          </a:xfrm>
        </p:grpSpPr>
        <p:sp>
          <p:nvSpPr>
            <p:cNvPr id="30" name="Line 31">
              <a:extLst>
                <a:ext uri="{FF2B5EF4-FFF2-40B4-BE49-F238E27FC236}">
                  <a16:creationId xmlns:a16="http://schemas.microsoft.com/office/drawing/2014/main" id="{B5ABDF23-D9FA-76CF-17A0-7CAA954113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12" y="2296"/>
              <a:ext cx="0" cy="38"/>
            </a:xfrm>
            <a:prstGeom prst="line">
              <a:avLst/>
            </a:prstGeom>
            <a:noFill/>
            <a:ln w="38100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1" name="Line 32">
              <a:extLst>
                <a:ext uri="{FF2B5EF4-FFF2-40B4-BE49-F238E27FC236}">
                  <a16:creationId xmlns:a16="http://schemas.microsoft.com/office/drawing/2014/main" id="{B64E8498-B1E6-C21C-F6C6-C39D411AE1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73" y="2297"/>
              <a:ext cx="0" cy="38"/>
            </a:xfrm>
            <a:prstGeom prst="line">
              <a:avLst/>
            </a:prstGeom>
            <a:noFill/>
            <a:ln w="38100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32" name="Group 33">
            <a:extLst>
              <a:ext uri="{FF2B5EF4-FFF2-40B4-BE49-F238E27FC236}">
                <a16:creationId xmlns:a16="http://schemas.microsoft.com/office/drawing/2014/main" id="{6B9A156B-B052-9238-4CB1-14042B8D01AE}"/>
              </a:ext>
            </a:extLst>
          </p:cNvPr>
          <p:cNvGrpSpPr>
            <a:grpSpLocks/>
          </p:cNvGrpSpPr>
          <p:nvPr/>
        </p:nvGrpSpPr>
        <p:grpSpPr bwMode="auto">
          <a:xfrm>
            <a:off x="2492946" y="5056782"/>
            <a:ext cx="96838" cy="61912"/>
            <a:chOff x="2834" y="2296"/>
            <a:chExt cx="61" cy="39"/>
          </a:xfrm>
        </p:grpSpPr>
        <p:sp>
          <p:nvSpPr>
            <p:cNvPr id="33" name="Line 34">
              <a:extLst>
                <a:ext uri="{FF2B5EF4-FFF2-40B4-BE49-F238E27FC236}">
                  <a16:creationId xmlns:a16="http://schemas.microsoft.com/office/drawing/2014/main" id="{350D918F-3E26-EF21-4733-95B864A170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34" y="2296"/>
              <a:ext cx="0" cy="38"/>
            </a:xfrm>
            <a:prstGeom prst="line">
              <a:avLst/>
            </a:prstGeom>
            <a:noFill/>
            <a:ln w="38100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4" name="Line 35">
              <a:extLst>
                <a:ext uri="{FF2B5EF4-FFF2-40B4-BE49-F238E27FC236}">
                  <a16:creationId xmlns:a16="http://schemas.microsoft.com/office/drawing/2014/main" id="{8A7AE50F-E9D8-2182-18C8-ACC9E129C5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95" y="2297"/>
              <a:ext cx="0" cy="38"/>
            </a:xfrm>
            <a:prstGeom prst="line">
              <a:avLst/>
            </a:prstGeom>
            <a:noFill/>
            <a:ln w="38100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35" name="Group 36">
            <a:extLst>
              <a:ext uri="{FF2B5EF4-FFF2-40B4-BE49-F238E27FC236}">
                <a16:creationId xmlns:a16="http://schemas.microsoft.com/office/drawing/2014/main" id="{61D3E5BA-5C9F-7B73-AE4F-7FA1813C1322}"/>
              </a:ext>
            </a:extLst>
          </p:cNvPr>
          <p:cNvGrpSpPr>
            <a:grpSpLocks/>
          </p:cNvGrpSpPr>
          <p:nvPr/>
        </p:nvGrpSpPr>
        <p:grpSpPr bwMode="auto">
          <a:xfrm>
            <a:off x="3035871" y="5052019"/>
            <a:ext cx="96838" cy="61913"/>
            <a:chOff x="2834" y="2296"/>
            <a:chExt cx="61" cy="39"/>
          </a:xfrm>
        </p:grpSpPr>
        <p:sp>
          <p:nvSpPr>
            <p:cNvPr id="36" name="Line 37">
              <a:extLst>
                <a:ext uri="{FF2B5EF4-FFF2-40B4-BE49-F238E27FC236}">
                  <a16:creationId xmlns:a16="http://schemas.microsoft.com/office/drawing/2014/main" id="{E9B40ACF-93A2-26E2-912A-2B63293BD5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34" y="2296"/>
              <a:ext cx="0" cy="38"/>
            </a:xfrm>
            <a:prstGeom prst="line">
              <a:avLst/>
            </a:prstGeom>
            <a:noFill/>
            <a:ln w="38100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8" name="Line 38">
              <a:extLst>
                <a:ext uri="{FF2B5EF4-FFF2-40B4-BE49-F238E27FC236}">
                  <a16:creationId xmlns:a16="http://schemas.microsoft.com/office/drawing/2014/main" id="{717CDFC2-1594-724A-17B6-77854B4C35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95" y="2297"/>
              <a:ext cx="0" cy="38"/>
            </a:xfrm>
            <a:prstGeom prst="line">
              <a:avLst/>
            </a:prstGeom>
            <a:noFill/>
            <a:ln w="38100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39" name="Group 178">
            <a:extLst>
              <a:ext uri="{FF2B5EF4-FFF2-40B4-BE49-F238E27FC236}">
                <a16:creationId xmlns:a16="http://schemas.microsoft.com/office/drawing/2014/main" id="{380FEE30-0C3C-129D-E456-FEF1C6CE2643}"/>
              </a:ext>
            </a:extLst>
          </p:cNvPr>
          <p:cNvGrpSpPr>
            <a:grpSpLocks/>
          </p:cNvGrpSpPr>
          <p:nvPr/>
        </p:nvGrpSpPr>
        <p:grpSpPr bwMode="auto">
          <a:xfrm>
            <a:off x="1643634" y="3513731"/>
            <a:ext cx="1582737" cy="2052636"/>
            <a:chOff x="1175" y="1483"/>
            <a:chExt cx="997" cy="1293"/>
          </a:xfrm>
        </p:grpSpPr>
        <p:sp>
          <p:nvSpPr>
            <p:cNvPr id="40" name="Line 40">
              <a:extLst>
                <a:ext uri="{FF2B5EF4-FFF2-40B4-BE49-F238E27FC236}">
                  <a16:creationId xmlns:a16="http://schemas.microsoft.com/office/drawing/2014/main" id="{F12A1716-8B9A-F501-42F0-8186CAADEF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1483"/>
              <a:ext cx="0" cy="1293"/>
            </a:xfrm>
            <a:prstGeom prst="line">
              <a:avLst/>
            </a:prstGeom>
            <a:noFill/>
            <a:ln w="9525">
              <a:solidFill>
                <a:srgbClr val="00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1" name="Line 41">
              <a:extLst>
                <a:ext uri="{FF2B5EF4-FFF2-40B4-BE49-F238E27FC236}">
                  <a16:creationId xmlns:a16="http://schemas.microsoft.com/office/drawing/2014/main" id="{84A45CCA-CBB7-6B7E-8458-C63A12A068E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47" y="1494"/>
              <a:ext cx="0" cy="688"/>
            </a:xfrm>
            <a:prstGeom prst="line">
              <a:avLst/>
            </a:prstGeom>
            <a:noFill/>
            <a:ln w="9525">
              <a:solidFill>
                <a:srgbClr val="00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2" name="Line 42">
              <a:extLst>
                <a:ext uri="{FF2B5EF4-FFF2-40B4-BE49-F238E27FC236}">
                  <a16:creationId xmlns:a16="http://schemas.microsoft.com/office/drawing/2014/main" id="{251E358A-1386-9022-3939-E9501646909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12" y="1483"/>
              <a:ext cx="0" cy="694"/>
            </a:xfrm>
            <a:prstGeom prst="line">
              <a:avLst/>
            </a:prstGeom>
            <a:noFill/>
            <a:ln w="9525">
              <a:solidFill>
                <a:srgbClr val="00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" name="Line 43">
              <a:extLst>
                <a:ext uri="{FF2B5EF4-FFF2-40B4-BE49-F238E27FC236}">
                  <a16:creationId xmlns:a16="http://schemas.microsoft.com/office/drawing/2014/main" id="{D0901CDE-7B94-186F-D138-A765D7817C0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72" y="1908"/>
              <a:ext cx="0" cy="217"/>
            </a:xfrm>
            <a:prstGeom prst="line">
              <a:avLst/>
            </a:prstGeom>
            <a:noFill/>
            <a:ln w="9525">
              <a:solidFill>
                <a:srgbClr val="00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4" name="Line 44">
              <a:extLst>
                <a:ext uri="{FF2B5EF4-FFF2-40B4-BE49-F238E27FC236}">
                  <a16:creationId xmlns:a16="http://schemas.microsoft.com/office/drawing/2014/main" id="{DE5D1BAA-8A26-4C77-E333-8CE27D2D03D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75" y="1911"/>
              <a:ext cx="0" cy="222"/>
            </a:xfrm>
            <a:prstGeom prst="line">
              <a:avLst/>
            </a:prstGeom>
            <a:noFill/>
            <a:ln w="9525">
              <a:solidFill>
                <a:srgbClr val="00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45" name="Group 180">
            <a:extLst>
              <a:ext uri="{FF2B5EF4-FFF2-40B4-BE49-F238E27FC236}">
                <a16:creationId xmlns:a16="http://schemas.microsoft.com/office/drawing/2014/main" id="{4EF846CC-69BC-8E6C-6806-D3CE344C9E4C}"/>
              </a:ext>
            </a:extLst>
          </p:cNvPr>
          <p:cNvGrpSpPr>
            <a:grpSpLocks/>
          </p:cNvGrpSpPr>
          <p:nvPr/>
        </p:nvGrpSpPr>
        <p:grpSpPr bwMode="auto">
          <a:xfrm>
            <a:off x="1559496" y="2815232"/>
            <a:ext cx="1765300" cy="1363662"/>
            <a:chOff x="1122" y="1043"/>
            <a:chExt cx="1112" cy="859"/>
          </a:xfrm>
        </p:grpSpPr>
        <p:grpSp>
          <p:nvGrpSpPr>
            <p:cNvPr id="46" name="Group 179">
              <a:extLst>
                <a:ext uri="{FF2B5EF4-FFF2-40B4-BE49-F238E27FC236}">
                  <a16:creationId xmlns:a16="http://schemas.microsoft.com/office/drawing/2014/main" id="{B9E44B52-699A-14E4-9E69-99888D6FC1D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76" y="1043"/>
              <a:ext cx="996" cy="859"/>
              <a:chOff x="1176" y="1043"/>
              <a:chExt cx="996" cy="859"/>
            </a:xfrm>
          </p:grpSpPr>
          <p:sp>
            <p:nvSpPr>
              <p:cNvPr id="58" name="Line 48">
                <a:extLst>
                  <a:ext uri="{FF2B5EF4-FFF2-40B4-BE49-F238E27FC236}">
                    <a16:creationId xmlns:a16="http://schemas.microsoft.com/office/drawing/2014/main" id="{8C80451F-05C6-CA38-2D7D-3B17288848A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176" y="1218"/>
                <a:ext cx="994" cy="0"/>
              </a:xfrm>
              <a:prstGeom prst="line">
                <a:avLst/>
              </a:prstGeom>
              <a:noFill/>
              <a:ln w="9525">
                <a:solidFill>
                  <a:srgbClr val="0000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9" name="Line 49">
                <a:extLst>
                  <a:ext uri="{FF2B5EF4-FFF2-40B4-BE49-F238E27FC236}">
                    <a16:creationId xmlns:a16="http://schemas.microsoft.com/office/drawing/2014/main" id="{CD553DB8-CACD-E17C-B898-855AC9A3E9D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176" y="1900"/>
                <a:ext cx="996" cy="0"/>
              </a:xfrm>
              <a:prstGeom prst="line">
                <a:avLst/>
              </a:prstGeom>
              <a:noFill/>
              <a:ln w="9525">
                <a:solidFill>
                  <a:srgbClr val="0000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0" name="Line 50">
                <a:extLst>
                  <a:ext uri="{FF2B5EF4-FFF2-40B4-BE49-F238E27FC236}">
                    <a16:creationId xmlns:a16="http://schemas.microsoft.com/office/drawing/2014/main" id="{FF4647B2-B13B-A141-E317-BAFFBF6E936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76" y="1216"/>
                <a:ext cx="0" cy="686"/>
              </a:xfrm>
              <a:prstGeom prst="line">
                <a:avLst/>
              </a:prstGeom>
              <a:noFill/>
              <a:ln w="9525">
                <a:solidFill>
                  <a:srgbClr val="0000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1" name="Line 51">
                <a:extLst>
                  <a:ext uri="{FF2B5EF4-FFF2-40B4-BE49-F238E27FC236}">
                    <a16:creationId xmlns:a16="http://schemas.microsoft.com/office/drawing/2014/main" id="{E005B994-B47F-3681-CB0B-712F32AE091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72" y="1216"/>
                <a:ext cx="0" cy="684"/>
              </a:xfrm>
              <a:prstGeom prst="line">
                <a:avLst/>
              </a:prstGeom>
              <a:noFill/>
              <a:ln w="9525">
                <a:solidFill>
                  <a:srgbClr val="0000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2" name="Line 52">
                <a:extLst>
                  <a:ext uri="{FF2B5EF4-FFF2-40B4-BE49-F238E27FC236}">
                    <a16:creationId xmlns:a16="http://schemas.microsoft.com/office/drawing/2014/main" id="{AFC8C384-524E-0F22-BF48-92FF46976E8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347" y="1044"/>
                <a:ext cx="0" cy="450"/>
              </a:xfrm>
              <a:prstGeom prst="line">
                <a:avLst/>
              </a:prstGeom>
              <a:noFill/>
              <a:ln w="9525">
                <a:solidFill>
                  <a:srgbClr val="0000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3" name="Line 53">
                <a:extLst>
                  <a:ext uri="{FF2B5EF4-FFF2-40B4-BE49-F238E27FC236}">
                    <a16:creationId xmlns:a16="http://schemas.microsoft.com/office/drawing/2014/main" id="{D032C2F0-35C8-387D-2B17-5322F420044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47" y="1044"/>
                <a:ext cx="667" cy="0"/>
              </a:xfrm>
              <a:prstGeom prst="line">
                <a:avLst/>
              </a:prstGeom>
              <a:noFill/>
              <a:ln w="9525">
                <a:solidFill>
                  <a:srgbClr val="0000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4" name="Line 54">
                <a:extLst>
                  <a:ext uri="{FF2B5EF4-FFF2-40B4-BE49-F238E27FC236}">
                    <a16:creationId xmlns:a16="http://schemas.microsoft.com/office/drawing/2014/main" id="{3005E074-2705-1E52-7AA3-E8ED439C08D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12" y="1046"/>
                <a:ext cx="0" cy="440"/>
              </a:xfrm>
              <a:prstGeom prst="line">
                <a:avLst/>
              </a:prstGeom>
              <a:noFill/>
              <a:ln w="9525">
                <a:solidFill>
                  <a:srgbClr val="0000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5" name="Line 55">
                <a:extLst>
                  <a:ext uri="{FF2B5EF4-FFF2-40B4-BE49-F238E27FC236}">
                    <a16:creationId xmlns:a16="http://schemas.microsoft.com/office/drawing/2014/main" id="{A0792BA2-0B07-2686-0CE3-71CD1DC7CAF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80" y="1043"/>
                <a:ext cx="0" cy="44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47" name="Group 56">
              <a:extLst>
                <a:ext uri="{FF2B5EF4-FFF2-40B4-BE49-F238E27FC236}">
                  <a16:creationId xmlns:a16="http://schemas.microsoft.com/office/drawing/2014/main" id="{0295FB5A-7CC0-D6B6-2CC9-58319D0B299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22" y="1539"/>
              <a:ext cx="1112" cy="41"/>
              <a:chOff x="982" y="2295"/>
              <a:chExt cx="1112" cy="41"/>
            </a:xfrm>
          </p:grpSpPr>
          <p:sp>
            <p:nvSpPr>
              <p:cNvPr id="48" name="Line 57">
                <a:extLst>
                  <a:ext uri="{FF2B5EF4-FFF2-40B4-BE49-F238E27FC236}">
                    <a16:creationId xmlns:a16="http://schemas.microsoft.com/office/drawing/2014/main" id="{A9A89BF1-2116-BD26-0E0F-E98734C894B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982" y="2314"/>
                <a:ext cx="1112" cy="0"/>
              </a:xfrm>
              <a:prstGeom prst="line">
                <a:avLst/>
              </a:prstGeom>
              <a:noFill/>
              <a:ln w="9525">
                <a:solidFill>
                  <a:srgbClr val="0000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49" name="Group 58">
                <a:extLst>
                  <a:ext uri="{FF2B5EF4-FFF2-40B4-BE49-F238E27FC236}">
                    <a16:creationId xmlns:a16="http://schemas.microsoft.com/office/drawing/2014/main" id="{06767155-7F79-B0A3-3167-3BD706A5635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132" y="2295"/>
                <a:ext cx="50" cy="37"/>
                <a:chOff x="1132" y="2295"/>
                <a:chExt cx="50" cy="37"/>
              </a:xfrm>
            </p:grpSpPr>
            <p:sp>
              <p:nvSpPr>
                <p:cNvPr id="56" name="Line 59">
                  <a:extLst>
                    <a:ext uri="{FF2B5EF4-FFF2-40B4-BE49-F238E27FC236}">
                      <a16:creationId xmlns:a16="http://schemas.microsoft.com/office/drawing/2014/main" id="{107E2DE4-7145-10BA-1B74-40A1DF5B5DE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82" y="2296"/>
                  <a:ext cx="0" cy="36"/>
                </a:xfrm>
                <a:prstGeom prst="line">
                  <a:avLst/>
                </a:prstGeom>
                <a:noFill/>
                <a:ln w="38100">
                  <a:solidFill>
                    <a:srgbClr val="FF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7" name="Line 60">
                  <a:extLst>
                    <a:ext uri="{FF2B5EF4-FFF2-40B4-BE49-F238E27FC236}">
                      <a16:creationId xmlns:a16="http://schemas.microsoft.com/office/drawing/2014/main" id="{FF737189-0932-8133-97E8-C9F633EC43C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32" y="2295"/>
                  <a:ext cx="0" cy="36"/>
                </a:xfrm>
                <a:prstGeom prst="line">
                  <a:avLst/>
                </a:prstGeom>
                <a:noFill/>
                <a:ln w="38100">
                  <a:solidFill>
                    <a:srgbClr val="FF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50" name="Group 61">
                <a:extLst>
                  <a:ext uri="{FF2B5EF4-FFF2-40B4-BE49-F238E27FC236}">
                    <a16:creationId xmlns:a16="http://schemas.microsoft.com/office/drawing/2014/main" id="{92717DD9-F19B-E7F5-08CE-EEC07CE375C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61" y="2296"/>
                <a:ext cx="67" cy="37"/>
                <a:chOff x="1182" y="2295"/>
                <a:chExt cx="67" cy="37"/>
              </a:xfrm>
            </p:grpSpPr>
            <p:sp>
              <p:nvSpPr>
                <p:cNvPr id="54" name="Line 62">
                  <a:extLst>
                    <a:ext uri="{FF2B5EF4-FFF2-40B4-BE49-F238E27FC236}">
                      <a16:creationId xmlns:a16="http://schemas.microsoft.com/office/drawing/2014/main" id="{44DF32F5-9AF3-1EB4-E795-3A64B5DF3D1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82" y="2296"/>
                  <a:ext cx="0" cy="36"/>
                </a:xfrm>
                <a:prstGeom prst="line">
                  <a:avLst/>
                </a:prstGeom>
                <a:noFill/>
                <a:ln w="38100">
                  <a:solidFill>
                    <a:srgbClr val="FF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5" name="Line 63">
                  <a:extLst>
                    <a:ext uri="{FF2B5EF4-FFF2-40B4-BE49-F238E27FC236}">
                      <a16:creationId xmlns:a16="http://schemas.microsoft.com/office/drawing/2014/main" id="{391EF986-0C28-410A-1D54-416CA258A4F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249" y="2295"/>
                  <a:ext cx="0" cy="36"/>
                </a:xfrm>
                <a:prstGeom prst="line">
                  <a:avLst/>
                </a:prstGeom>
                <a:noFill/>
                <a:ln w="38100">
                  <a:solidFill>
                    <a:srgbClr val="FF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51" name="Group 64">
                <a:extLst>
                  <a:ext uri="{FF2B5EF4-FFF2-40B4-BE49-F238E27FC236}">
                    <a16:creationId xmlns:a16="http://schemas.microsoft.com/office/drawing/2014/main" id="{A059EEC2-3644-CAC7-F4B9-A9C799DF5D1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06" y="2299"/>
                <a:ext cx="67" cy="37"/>
                <a:chOff x="1182" y="2295"/>
                <a:chExt cx="67" cy="37"/>
              </a:xfrm>
            </p:grpSpPr>
            <p:sp>
              <p:nvSpPr>
                <p:cNvPr id="52" name="Line 65">
                  <a:extLst>
                    <a:ext uri="{FF2B5EF4-FFF2-40B4-BE49-F238E27FC236}">
                      <a16:creationId xmlns:a16="http://schemas.microsoft.com/office/drawing/2014/main" id="{88829009-2EA6-0A5B-948A-0E361485D2A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82" y="2296"/>
                  <a:ext cx="0" cy="36"/>
                </a:xfrm>
                <a:prstGeom prst="line">
                  <a:avLst/>
                </a:prstGeom>
                <a:noFill/>
                <a:ln w="38100">
                  <a:solidFill>
                    <a:srgbClr val="FF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3" name="Line 66">
                  <a:extLst>
                    <a:ext uri="{FF2B5EF4-FFF2-40B4-BE49-F238E27FC236}">
                      <a16:creationId xmlns:a16="http://schemas.microsoft.com/office/drawing/2014/main" id="{56C4445E-5BD6-5C6E-3C1F-332248DF3DB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249" y="2295"/>
                  <a:ext cx="0" cy="36"/>
                </a:xfrm>
                <a:prstGeom prst="line">
                  <a:avLst/>
                </a:prstGeom>
                <a:noFill/>
                <a:ln w="38100">
                  <a:solidFill>
                    <a:srgbClr val="FF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</p:grpSp>
      </p:grpSp>
      <p:grpSp>
        <p:nvGrpSpPr>
          <p:cNvPr id="66" name="Group 203">
            <a:extLst>
              <a:ext uri="{FF2B5EF4-FFF2-40B4-BE49-F238E27FC236}">
                <a16:creationId xmlns:a16="http://schemas.microsoft.com/office/drawing/2014/main" id="{52921999-F47C-828E-677D-6E95A00D7D59}"/>
              </a:ext>
            </a:extLst>
          </p:cNvPr>
          <p:cNvGrpSpPr>
            <a:grpSpLocks/>
          </p:cNvGrpSpPr>
          <p:nvPr/>
        </p:nvGrpSpPr>
        <p:grpSpPr bwMode="auto">
          <a:xfrm>
            <a:off x="1632521" y="4450357"/>
            <a:ext cx="1846263" cy="374650"/>
            <a:chOff x="1168" y="2073"/>
            <a:chExt cx="1163" cy="236"/>
          </a:xfrm>
        </p:grpSpPr>
        <p:grpSp>
          <p:nvGrpSpPr>
            <p:cNvPr id="67" name="Group 202">
              <a:extLst>
                <a:ext uri="{FF2B5EF4-FFF2-40B4-BE49-F238E27FC236}">
                  <a16:creationId xmlns:a16="http://schemas.microsoft.com/office/drawing/2014/main" id="{DB5FBCD6-29B8-7918-30EB-B3A70EE3458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28" y="2159"/>
              <a:ext cx="702" cy="39"/>
              <a:chOff x="1328" y="2159"/>
              <a:chExt cx="702" cy="39"/>
            </a:xfrm>
          </p:grpSpPr>
          <p:sp>
            <p:nvSpPr>
              <p:cNvPr id="70" name="Oval 78">
                <a:extLst>
                  <a:ext uri="{FF2B5EF4-FFF2-40B4-BE49-F238E27FC236}">
                    <a16:creationId xmlns:a16="http://schemas.microsoft.com/office/drawing/2014/main" id="{69A5E076-BAAD-736B-E38E-A3868DC05A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28" y="2159"/>
                <a:ext cx="38" cy="38"/>
              </a:xfrm>
              <a:prstGeom prst="ellipse">
                <a:avLst/>
              </a:prstGeom>
              <a:solidFill>
                <a:srgbClr val="FFFFFF"/>
              </a:solidFill>
              <a:ln w="28575">
                <a:solidFill>
                  <a:srgbClr val="A5002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1" name="Oval 79">
                <a:extLst>
                  <a:ext uri="{FF2B5EF4-FFF2-40B4-BE49-F238E27FC236}">
                    <a16:creationId xmlns:a16="http://schemas.microsoft.com/office/drawing/2014/main" id="{026EAAE1-49E0-67AE-F969-33098EB29D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91" y="2159"/>
                <a:ext cx="39" cy="39"/>
              </a:xfrm>
              <a:prstGeom prst="ellipse">
                <a:avLst/>
              </a:prstGeom>
              <a:solidFill>
                <a:srgbClr val="FFFFFF"/>
              </a:solidFill>
              <a:ln w="28575">
                <a:solidFill>
                  <a:srgbClr val="A5002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68" name="Text Box 80">
              <a:extLst>
                <a:ext uri="{FF2B5EF4-FFF2-40B4-BE49-F238E27FC236}">
                  <a16:creationId xmlns:a16="http://schemas.microsoft.com/office/drawing/2014/main" id="{FE351417-F375-354D-7F21-4B999C855B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68" y="2073"/>
              <a:ext cx="36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i="1" u="none" strike="noStrike" kern="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69" name="Text Box 81">
              <a:extLst>
                <a:ext uri="{FF2B5EF4-FFF2-40B4-BE49-F238E27FC236}">
                  <a16:creationId xmlns:a16="http://schemas.microsoft.com/office/drawing/2014/main" id="{586C25FC-4BCD-9E67-6D6D-4F6CD5C9A2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71" y="2078"/>
              <a:ext cx="36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i="1" u="none" strike="noStrike" kern="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</a:p>
          </p:txBody>
        </p:sp>
      </p:grpSp>
      <p:sp>
        <p:nvSpPr>
          <p:cNvPr id="72" name="Line 45">
            <a:extLst>
              <a:ext uri="{FF2B5EF4-FFF2-40B4-BE49-F238E27FC236}">
                <a16:creationId xmlns:a16="http://schemas.microsoft.com/office/drawing/2014/main" id="{C17AF0A5-ED4B-127D-87E3-B92508BECA1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915096" y="3326407"/>
            <a:ext cx="1979613" cy="0"/>
          </a:xfrm>
          <a:prstGeom prst="line">
            <a:avLst/>
          </a:prstGeom>
          <a:noFill/>
          <a:ln w="9525">
            <a:solidFill>
              <a:srgbClr val="00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73" name="Group 87">
            <a:extLst>
              <a:ext uri="{FF2B5EF4-FFF2-40B4-BE49-F238E27FC236}">
                <a16:creationId xmlns:a16="http://schemas.microsoft.com/office/drawing/2014/main" id="{4F9D1464-4DB4-DF14-4307-0B61404F27B0}"/>
              </a:ext>
            </a:extLst>
          </p:cNvPr>
          <p:cNvGrpSpPr>
            <a:grpSpLocks/>
          </p:cNvGrpSpPr>
          <p:nvPr/>
        </p:nvGrpSpPr>
        <p:grpSpPr bwMode="auto">
          <a:xfrm>
            <a:off x="4093145" y="2756494"/>
            <a:ext cx="894571" cy="371475"/>
            <a:chOff x="2509" y="1762"/>
            <a:chExt cx="545" cy="234"/>
          </a:xfrm>
        </p:grpSpPr>
        <p:sp>
          <p:nvSpPr>
            <p:cNvPr id="74" name="Oval 88">
              <a:extLst>
                <a:ext uri="{FF2B5EF4-FFF2-40B4-BE49-F238E27FC236}">
                  <a16:creationId xmlns:a16="http://schemas.microsoft.com/office/drawing/2014/main" id="{D402AB15-E76E-6610-F083-59D95499FC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6" y="1952"/>
              <a:ext cx="39" cy="39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A5002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75" name="Group 89">
              <a:extLst>
                <a:ext uri="{FF2B5EF4-FFF2-40B4-BE49-F238E27FC236}">
                  <a16:creationId xmlns:a16="http://schemas.microsoft.com/office/drawing/2014/main" id="{2C1A84F2-AE3E-4A4E-DD68-E2347BAAE58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09" y="1762"/>
              <a:ext cx="545" cy="234"/>
              <a:chOff x="1087" y="1073"/>
              <a:chExt cx="545" cy="234"/>
            </a:xfrm>
          </p:grpSpPr>
          <p:grpSp>
            <p:nvGrpSpPr>
              <p:cNvPr id="76" name="Group 90">
                <a:extLst>
                  <a:ext uri="{FF2B5EF4-FFF2-40B4-BE49-F238E27FC236}">
                    <a16:creationId xmlns:a16="http://schemas.microsoft.com/office/drawing/2014/main" id="{A20B7B14-E077-1D49-CA10-77F85203A17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254" y="1176"/>
                <a:ext cx="71" cy="56"/>
                <a:chOff x="190" y="2282"/>
                <a:chExt cx="57" cy="45"/>
              </a:xfrm>
            </p:grpSpPr>
            <p:sp>
              <p:nvSpPr>
                <p:cNvPr id="79" name="Line 91">
                  <a:extLst>
                    <a:ext uri="{FF2B5EF4-FFF2-40B4-BE49-F238E27FC236}">
                      <a16:creationId xmlns:a16="http://schemas.microsoft.com/office/drawing/2014/main" id="{A606C3F9-6674-8748-45F1-24A8E2B1C44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0" y="2305"/>
                  <a:ext cx="57" cy="0"/>
                </a:xfrm>
                <a:prstGeom prst="line">
                  <a:avLst/>
                </a:prstGeom>
                <a:noFill/>
                <a:ln w="12700">
                  <a:solidFill>
                    <a:srgbClr val="0000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80" name="Line 92">
                  <a:extLst>
                    <a:ext uri="{FF2B5EF4-FFF2-40B4-BE49-F238E27FC236}">
                      <a16:creationId xmlns:a16="http://schemas.microsoft.com/office/drawing/2014/main" id="{2C75EEC1-A040-F5F2-3DB4-D1012D04428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0" y="2327"/>
                  <a:ext cx="57" cy="0"/>
                </a:xfrm>
                <a:prstGeom prst="line">
                  <a:avLst/>
                </a:prstGeom>
                <a:noFill/>
                <a:ln w="12700">
                  <a:solidFill>
                    <a:srgbClr val="0000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81" name="Line 93">
                  <a:extLst>
                    <a:ext uri="{FF2B5EF4-FFF2-40B4-BE49-F238E27FC236}">
                      <a16:creationId xmlns:a16="http://schemas.microsoft.com/office/drawing/2014/main" id="{BB086325-C0F4-30DF-49EC-6F0AD227F31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0" y="2282"/>
                  <a:ext cx="57" cy="0"/>
                </a:xfrm>
                <a:prstGeom prst="line">
                  <a:avLst/>
                </a:prstGeom>
                <a:noFill/>
                <a:ln w="12700">
                  <a:solidFill>
                    <a:srgbClr val="0000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77" name="Rectangle 94">
                <a:extLst>
                  <a:ext uri="{FF2B5EF4-FFF2-40B4-BE49-F238E27FC236}">
                    <a16:creationId xmlns:a16="http://schemas.microsoft.com/office/drawing/2014/main" id="{658D3D36-9631-0233-53AE-85E3CBDDAB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7" y="1073"/>
                <a:ext cx="225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800" i="1" u="none" strike="noStrike" kern="0" cap="none" spc="0" normalizeH="0" baseline="0" noProof="0">
                    <a:ln>
                      <a:noFill/>
                    </a:ln>
                    <a:solidFill>
                      <a:srgbClr val="000066"/>
                    </a:solidFill>
                    <a:effectLst/>
                    <a:uLnTx/>
                    <a:uFillTx/>
                    <a:ea typeface="宋体" panose="02010600030101010101" pitchFamily="2" charset="-122"/>
                  </a:rPr>
                  <a:t>e</a:t>
                </a:r>
                <a:r>
                  <a:rPr kumimoji="1" lang="en-US" altLang="zh-CN" sz="1800" i="0" u="none" strike="noStrike" kern="0" cap="none" spc="0" normalizeH="0" baseline="0" noProof="0">
                    <a:ln>
                      <a:noFill/>
                    </a:ln>
                    <a:solidFill>
                      <a:srgbClr val="000066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</a:rPr>
                  <a:t>″</a:t>
                </a:r>
                <a:endParaRPr kumimoji="1" lang="en-US" altLang="zh-CN" sz="1800" i="0" u="none" strike="noStrike" kern="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78" name="Rectangle 95">
                <a:extLst>
                  <a:ext uri="{FF2B5EF4-FFF2-40B4-BE49-F238E27FC236}">
                    <a16:creationId xmlns:a16="http://schemas.microsoft.com/office/drawing/2014/main" id="{F6ED5ECB-2EF2-A8CC-FE31-4FA5C9F9E5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07" y="1076"/>
                <a:ext cx="325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800" i="1" u="none" strike="noStrike" kern="0" cap="none" spc="0" normalizeH="0" baseline="0" noProof="0" dirty="0">
                    <a:ln>
                      <a:noFill/>
                    </a:ln>
                    <a:solidFill>
                      <a:srgbClr val="000066"/>
                    </a:solidFill>
                    <a:effectLst/>
                    <a:uLnTx/>
                    <a:uFillTx/>
                    <a:ea typeface="宋体" panose="02010600030101010101" pitchFamily="2" charset="-122"/>
                  </a:rPr>
                  <a:t>f </a:t>
                </a:r>
                <a:r>
                  <a:rPr kumimoji="1" lang="en-US" altLang="zh-CN" sz="180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66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</a:rPr>
                  <a:t>″</a:t>
                </a:r>
                <a:endParaRPr kumimoji="1" lang="en-US" altLang="zh-CN" sz="1800" i="0" u="none" strike="noStrike" kern="0" cap="none" spc="0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</p:grpSp>
      </p:grpSp>
      <p:grpSp>
        <p:nvGrpSpPr>
          <p:cNvPr id="82" name="Group 217">
            <a:extLst>
              <a:ext uri="{FF2B5EF4-FFF2-40B4-BE49-F238E27FC236}">
                <a16:creationId xmlns:a16="http://schemas.microsoft.com/office/drawing/2014/main" id="{E8D3F5A2-D68A-FAE1-77D1-8445D0C188ED}"/>
              </a:ext>
            </a:extLst>
          </p:cNvPr>
          <p:cNvGrpSpPr>
            <a:grpSpLocks/>
          </p:cNvGrpSpPr>
          <p:nvPr/>
        </p:nvGrpSpPr>
        <p:grpSpPr bwMode="auto">
          <a:xfrm>
            <a:off x="2410396" y="5310782"/>
            <a:ext cx="571500" cy="366712"/>
            <a:chOff x="1658" y="2615"/>
            <a:chExt cx="360" cy="231"/>
          </a:xfrm>
        </p:grpSpPr>
        <p:sp>
          <p:nvSpPr>
            <p:cNvPr id="83" name="Oval 97">
              <a:extLst>
                <a:ext uri="{FF2B5EF4-FFF2-40B4-BE49-F238E27FC236}">
                  <a16:creationId xmlns:a16="http://schemas.microsoft.com/office/drawing/2014/main" id="{A0DF6208-71AC-A487-7CBA-4D9003A4B6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62" y="2759"/>
              <a:ext cx="38" cy="38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A5002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4" name="Text Box 98">
              <a:extLst>
                <a:ext uri="{FF2B5EF4-FFF2-40B4-BE49-F238E27FC236}">
                  <a16:creationId xmlns:a16="http://schemas.microsoft.com/office/drawing/2014/main" id="{B8934E38-BCB0-13D4-32CF-84D2B9413F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58" y="2615"/>
              <a:ext cx="36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i="1" u="none" strike="noStrike" kern="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</a:p>
          </p:txBody>
        </p:sp>
      </p:grpSp>
      <p:grpSp>
        <p:nvGrpSpPr>
          <p:cNvPr id="85" name="Group 99">
            <a:extLst>
              <a:ext uri="{FF2B5EF4-FFF2-40B4-BE49-F238E27FC236}">
                <a16:creationId xmlns:a16="http://schemas.microsoft.com/office/drawing/2014/main" id="{C1057CD7-EB44-FB6C-CB4B-C1AD5FCFF91E}"/>
              </a:ext>
            </a:extLst>
          </p:cNvPr>
          <p:cNvGrpSpPr>
            <a:grpSpLocks/>
          </p:cNvGrpSpPr>
          <p:nvPr/>
        </p:nvGrpSpPr>
        <p:grpSpPr bwMode="auto">
          <a:xfrm>
            <a:off x="2165921" y="3102569"/>
            <a:ext cx="547688" cy="1992313"/>
            <a:chOff x="1352" y="1974"/>
            <a:chExt cx="363" cy="1255"/>
          </a:xfrm>
        </p:grpSpPr>
        <p:sp>
          <p:nvSpPr>
            <p:cNvPr id="86" name="Line 100">
              <a:extLst>
                <a:ext uri="{FF2B5EF4-FFF2-40B4-BE49-F238E27FC236}">
                  <a16:creationId xmlns:a16="http://schemas.microsoft.com/office/drawing/2014/main" id="{2611C015-A036-6473-957A-C6E0F3D7E73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52" y="1974"/>
              <a:ext cx="0" cy="1254"/>
            </a:xfrm>
            <a:prstGeom prst="line">
              <a:avLst/>
            </a:prstGeom>
            <a:noFill/>
            <a:ln w="9525">
              <a:solidFill>
                <a:srgbClr val="00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7" name="Line 101">
              <a:extLst>
                <a:ext uri="{FF2B5EF4-FFF2-40B4-BE49-F238E27FC236}">
                  <a16:creationId xmlns:a16="http://schemas.microsoft.com/office/drawing/2014/main" id="{23A2C7D3-5647-79EC-62E8-9E7F051B9F2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15" y="1975"/>
              <a:ext cx="0" cy="1254"/>
            </a:xfrm>
            <a:prstGeom prst="line">
              <a:avLst/>
            </a:prstGeom>
            <a:noFill/>
            <a:ln w="9525">
              <a:solidFill>
                <a:srgbClr val="00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88" name="Group 174">
            <a:extLst>
              <a:ext uri="{FF2B5EF4-FFF2-40B4-BE49-F238E27FC236}">
                <a16:creationId xmlns:a16="http://schemas.microsoft.com/office/drawing/2014/main" id="{BAF35EF2-3271-A19D-687E-6D90DD648EB5}"/>
              </a:ext>
            </a:extLst>
          </p:cNvPr>
          <p:cNvGrpSpPr>
            <a:grpSpLocks/>
          </p:cNvGrpSpPr>
          <p:nvPr/>
        </p:nvGrpSpPr>
        <p:grpSpPr bwMode="auto">
          <a:xfrm>
            <a:off x="1907159" y="4956769"/>
            <a:ext cx="1279525" cy="411163"/>
            <a:chOff x="1341" y="2392"/>
            <a:chExt cx="806" cy="259"/>
          </a:xfrm>
        </p:grpSpPr>
        <p:sp>
          <p:nvSpPr>
            <p:cNvPr id="89" name="Text Box 103">
              <a:extLst>
                <a:ext uri="{FF2B5EF4-FFF2-40B4-BE49-F238E27FC236}">
                  <a16:creationId xmlns:a16="http://schemas.microsoft.com/office/drawing/2014/main" id="{EA864812-1D33-6EF7-8488-23D455633F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41" y="2392"/>
              <a:ext cx="36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i="1" u="none" strike="noStrike" kern="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e</a:t>
              </a:r>
            </a:p>
          </p:txBody>
        </p:sp>
        <p:sp>
          <p:nvSpPr>
            <p:cNvPr id="90" name="Text Box 104">
              <a:extLst>
                <a:ext uri="{FF2B5EF4-FFF2-40B4-BE49-F238E27FC236}">
                  <a16:creationId xmlns:a16="http://schemas.microsoft.com/office/drawing/2014/main" id="{3067E586-1EE1-8B82-97E9-E539AF22BD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87" y="2420"/>
              <a:ext cx="36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i="1" u="none" strike="noStrike" kern="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f</a:t>
              </a:r>
            </a:p>
          </p:txBody>
        </p:sp>
        <p:grpSp>
          <p:nvGrpSpPr>
            <p:cNvPr id="91" name="Group 173">
              <a:extLst>
                <a:ext uri="{FF2B5EF4-FFF2-40B4-BE49-F238E27FC236}">
                  <a16:creationId xmlns:a16="http://schemas.microsoft.com/office/drawing/2014/main" id="{64663EDD-5E8F-CC9A-1FFB-9B2ABE3312A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5" y="2460"/>
              <a:ext cx="383" cy="39"/>
              <a:chOff x="1485" y="2460"/>
              <a:chExt cx="383" cy="39"/>
            </a:xfrm>
          </p:grpSpPr>
          <p:sp>
            <p:nvSpPr>
              <p:cNvPr id="92" name="Oval 106">
                <a:extLst>
                  <a:ext uri="{FF2B5EF4-FFF2-40B4-BE49-F238E27FC236}">
                    <a16:creationId xmlns:a16="http://schemas.microsoft.com/office/drawing/2014/main" id="{E1A71D75-CFF0-9786-C88B-ACBB13B648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85" y="2460"/>
                <a:ext cx="39" cy="39"/>
              </a:xfrm>
              <a:prstGeom prst="ellipse">
                <a:avLst/>
              </a:prstGeom>
              <a:solidFill>
                <a:srgbClr val="FFFFFF"/>
              </a:solidFill>
              <a:ln w="28575">
                <a:solidFill>
                  <a:srgbClr val="A5002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3" name="Oval 107">
                <a:extLst>
                  <a:ext uri="{FF2B5EF4-FFF2-40B4-BE49-F238E27FC236}">
                    <a16:creationId xmlns:a16="http://schemas.microsoft.com/office/drawing/2014/main" id="{D6FE0646-2419-0A76-814C-09FF527E13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30" y="2461"/>
                <a:ext cx="38" cy="38"/>
              </a:xfrm>
              <a:prstGeom prst="ellipse">
                <a:avLst/>
              </a:prstGeom>
              <a:solidFill>
                <a:srgbClr val="FFFFFF"/>
              </a:solidFill>
              <a:ln w="28575">
                <a:solidFill>
                  <a:srgbClr val="A5002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94" name="Arc 112">
            <a:extLst>
              <a:ext uri="{FF2B5EF4-FFF2-40B4-BE49-F238E27FC236}">
                <a16:creationId xmlns:a16="http://schemas.microsoft.com/office/drawing/2014/main" id="{0287F1D2-80DB-7955-0041-C4E0F9D4DA09}"/>
              </a:ext>
            </a:extLst>
          </p:cNvPr>
          <p:cNvSpPr>
            <a:spLocks/>
          </p:cNvSpPr>
          <p:nvPr/>
        </p:nvSpPr>
        <p:spPr bwMode="auto">
          <a:xfrm flipV="1">
            <a:off x="2438971" y="3093044"/>
            <a:ext cx="288925" cy="541338"/>
          </a:xfrm>
          <a:custGeom>
            <a:avLst/>
            <a:gdLst>
              <a:gd name="T0" fmla="*/ 2147483646 w 20344"/>
              <a:gd name="T1" fmla="*/ 2147483646 h 21600"/>
              <a:gd name="T2" fmla="*/ 0 w 20344"/>
              <a:gd name="T3" fmla="*/ 2147483646 h 21600"/>
              <a:gd name="T4" fmla="*/ 2147483646 w 20344"/>
              <a:gd name="T5" fmla="*/ 0 h 21600"/>
              <a:gd name="T6" fmla="*/ 0 60000 65536"/>
              <a:gd name="T7" fmla="*/ 0 60000 65536"/>
              <a:gd name="T8" fmla="*/ 0 60000 65536"/>
              <a:gd name="T9" fmla="*/ 0 w 20344"/>
              <a:gd name="T10" fmla="*/ 0 h 21600"/>
              <a:gd name="T11" fmla="*/ 20344 w 20344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0344" h="21600" fill="none" extrusionOk="0">
                <a:moveTo>
                  <a:pt x="20343" y="21598"/>
                </a:moveTo>
                <a:cubicBezTo>
                  <a:pt x="20272" y="21599"/>
                  <a:pt x="20200" y="21599"/>
                  <a:pt x="20128" y="21600"/>
                </a:cubicBezTo>
                <a:cubicBezTo>
                  <a:pt x="11223" y="21600"/>
                  <a:pt x="3230" y="16135"/>
                  <a:pt x="-1" y="7837"/>
                </a:cubicBezTo>
              </a:path>
              <a:path w="20344" h="21600" stroke="0" extrusionOk="0">
                <a:moveTo>
                  <a:pt x="20343" y="21598"/>
                </a:moveTo>
                <a:cubicBezTo>
                  <a:pt x="20272" y="21599"/>
                  <a:pt x="20200" y="21599"/>
                  <a:pt x="20128" y="21600"/>
                </a:cubicBezTo>
                <a:cubicBezTo>
                  <a:pt x="11223" y="21600"/>
                  <a:pt x="3230" y="16135"/>
                  <a:pt x="-1" y="7837"/>
                </a:cubicBezTo>
                <a:lnTo>
                  <a:pt x="20128" y="0"/>
                </a:lnTo>
                <a:lnTo>
                  <a:pt x="20343" y="21598"/>
                </a:lnTo>
                <a:close/>
              </a:path>
            </a:pathLst>
          </a:custGeom>
          <a:noFill/>
          <a:ln w="38100">
            <a:solidFill>
              <a:srgbClr val="00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95" name="Group 190">
            <a:extLst>
              <a:ext uri="{FF2B5EF4-FFF2-40B4-BE49-F238E27FC236}">
                <a16:creationId xmlns:a16="http://schemas.microsoft.com/office/drawing/2014/main" id="{CDAE413C-2BD2-8922-ADF5-F7B253B7F13E}"/>
              </a:ext>
            </a:extLst>
          </p:cNvPr>
          <p:cNvGrpSpPr>
            <a:grpSpLocks/>
          </p:cNvGrpSpPr>
          <p:nvPr/>
        </p:nvGrpSpPr>
        <p:grpSpPr bwMode="auto">
          <a:xfrm>
            <a:off x="2724721" y="3089869"/>
            <a:ext cx="247650" cy="531813"/>
            <a:chOff x="1856" y="1216"/>
            <a:chExt cx="156" cy="335"/>
          </a:xfrm>
        </p:grpSpPr>
        <p:sp>
          <p:nvSpPr>
            <p:cNvPr id="96" name="Arc 114">
              <a:extLst>
                <a:ext uri="{FF2B5EF4-FFF2-40B4-BE49-F238E27FC236}">
                  <a16:creationId xmlns:a16="http://schemas.microsoft.com/office/drawing/2014/main" id="{B2F46A08-99D5-3BEA-7CE8-BA4ABB2585C2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1856" y="1216"/>
              <a:ext cx="156" cy="335"/>
            </a:xfrm>
            <a:custGeom>
              <a:avLst/>
              <a:gdLst>
                <a:gd name="T0" fmla="*/ 0 w 17798"/>
                <a:gd name="T1" fmla="*/ 0 h 21600"/>
                <a:gd name="T2" fmla="*/ 0 w 17798"/>
                <a:gd name="T3" fmla="*/ 0 h 21600"/>
                <a:gd name="T4" fmla="*/ 0 w 17798"/>
                <a:gd name="T5" fmla="*/ 0 h 21600"/>
                <a:gd name="T6" fmla="*/ 0 60000 65536"/>
                <a:gd name="T7" fmla="*/ 0 60000 65536"/>
                <a:gd name="T8" fmla="*/ 0 60000 65536"/>
                <a:gd name="T9" fmla="*/ 0 w 17798"/>
                <a:gd name="T10" fmla="*/ 0 h 21600"/>
                <a:gd name="T11" fmla="*/ 17798 w 17798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798" h="21600" fill="none" extrusionOk="0">
                  <a:moveTo>
                    <a:pt x="17798" y="12422"/>
                  </a:moveTo>
                  <a:cubicBezTo>
                    <a:pt x="13753" y="18175"/>
                    <a:pt x="7161" y="21599"/>
                    <a:pt x="128" y="21600"/>
                  </a:cubicBezTo>
                  <a:cubicBezTo>
                    <a:pt x="85" y="21600"/>
                    <a:pt x="42" y="21599"/>
                    <a:pt x="0" y="21599"/>
                  </a:cubicBezTo>
                </a:path>
                <a:path w="17798" h="21600" stroke="0" extrusionOk="0">
                  <a:moveTo>
                    <a:pt x="17798" y="12422"/>
                  </a:moveTo>
                  <a:cubicBezTo>
                    <a:pt x="13753" y="18175"/>
                    <a:pt x="7161" y="21599"/>
                    <a:pt x="128" y="21600"/>
                  </a:cubicBezTo>
                  <a:cubicBezTo>
                    <a:pt x="85" y="21600"/>
                    <a:pt x="42" y="21599"/>
                    <a:pt x="0" y="21599"/>
                  </a:cubicBezTo>
                  <a:lnTo>
                    <a:pt x="128" y="0"/>
                  </a:lnTo>
                  <a:lnTo>
                    <a:pt x="17798" y="12422"/>
                  </a:lnTo>
                  <a:close/>
                </a:path>
              </a:pathLst>
            </a:custGeom>
            <a:noFill/>
            <a:ln w="9525">
              <a:solidFill>
                <a:srgbClr val="00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7" name="Line 115">
              <a:extLst>
                <a:ext uri="{FF2B5EF4-FFF2-40B4-BE49-F238E27FC236}">
                  <a16:creationId xmlns:a16="http://schemas.microsoft.com/office/drawing/2014/main" id="{D715328D-E0F0-9840-47FD-FF5CA8F5415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59" y="1272"/>
              <a:ext cx="18" cy="18"/>
            </a:xfrm>
            <a:prstGeom prst="line">
              <a:avLst/>
            </a:prstGeom>
            <a:noFill/>
            <a:ln w="38100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98" name="Group 127">
            <a:extLst>
              <a:ext uri="{FF2B5EF4-FFF2-40B4-BE49-F238E27FC236}">
                <a16:creationId xmlns:a16="http://schemas.microsoft.com/office/drawing/2014/main" id="{BFF68E45-0FB1-E849-746C-2886E377EB1A}"/>
              </a:ext>
            </a:extLst>
          </p:cNvPr>
          <p:cNvGrpSpPr>
            <a:grpSpLocks/>
          </p:cNvGrpSpPr>
          <p:nvPr/>
        </p:nvGrpSpPr>
        <p:grpSpPr bwMode="auto">
          <a:xfrm>
            <a:off x="1624584" y="3093044"/>
            <a:ext cx="1620837" cy="1081088"/>
            <a:chOff x="1023" y="1974"/>
            <a:chExt cx="1021" cy="681"/>
          </a:xfrm>
        </p:grpSpPr>
        <p:sp>
          <p:nvSpPr>
            <p:cNvPr id="99" name="Line 128">
              <a:extLst>
                <a:ext uri="{FF2B5EF4-FFF2-40B4-BE49-F238E27FC236}">
                  <a16:creationId xmlns:a16="http://schemas.microsoft.com/office/drawing/2014/main" id="{4AC86599-7F38-F2CE-CD6A-345C546AEF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34" y="1976"/>
              <a:ext cx="0" cy="679"/>
            </a:xfrm>
            <a:prstGeom prst="line">
              <a:avLst/>
            </a:prstGeom>
            <a:noFill/>
            <a:ln w="38100">
              <a:solidFill>
                <a:srgbClr val="00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0" name="Line 129">
              <a:extLst>
                <a:ext uri="{FF2B5EF4-FFF2-40B4-BE49-F238E27FC236}">
                  <a16:creationId xmlns:a16="http://schemas.microsoft.com/office/drawing/2014/main" id="{5948FBCC-CB5A-5932-33B1-8E68617C1D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23" y="2655"/>
              <a:ext cx="1021" cy="0"/>
            </a:xfrm>
            <a:prstGeom prst="line">
              <a:avLst/>
            </a:prstGeom>
            <a:noFill/>
            <a:ln w="38100">
              <a:solidFill>
                <a:srgbClr val="00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1" name="Line 130">
              <a:extLst>
                <a:ext uri="{FF2B5EF4-FFF2-40B4-BE49-F238E27FC236}">
                  <a16:creationId xmlns:a16="http://schemas.microsoft.com/office/drawing/2014/main" id="{C83A4247-F88F-76D7-7D69-F42C7674FD2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33" y="1974"/>
              <a:ext cx="0" cy="680"/>
            </a:xfrm>
            <a:prstGeom prst="line">
              <a:avLst/>
            </a:prstGeom>
            <a:noFill/>
            <a:ln w="38100">
              <a:solidFill>
                <a:srgbClr val="00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102" name="Line 131">
            <a:extLst>
              <a:ext uri="{FF2B5EF4-FFF2-40B4-BE49-F238E27FC236}">
                <a16:creationId xmlns:a16="http://schemas.microsoft.com/office/drawing/2014/main" id="{E3F7E3AD-56B3-08F2-A511-8E8AA026077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443734" y="2799357"/>
            <a:ext cx="0" cy="609600"/>
          </a:xfrm>
          <a:prstGeom prst="line">
            <a:avLst/>
          </a:prstGeom>
          <a:noFill/>
          <a:ln w="38100">
            <a:solidFill>
              <a:srgbClr val="00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3" name="Line 147">
            <a:extLst>
              <a:ext uri="{FF2B5EF4-FFF2-40B4-BE49-F238E27FC236}">
                <a16:creationId xmlns:a16="http://schemas.microsoft.com/office/drawing/2014/main" id="{5275F8DA-933A-FCA5-A001-C81D7EB1556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440559" y="3439119"/>
            <a:ext cx="2413000" cy="0"/>
          </a:xfrm>
          <a:prstGeom prst="line">
            <a:avLst/>
          </a:prstGeom>
          <a:noFill/>
          <a:ln w="9525">
            <a:solidFill>
              <a:srgbClr val="00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104" name="Group 151">
            <a:extLst>
              <a:ext uri="{FF2B5EF4-FFF2-40B4-BE49-F238E27FC236}">
                <a16:creationId xmlns:a16="http://schemas.microsoft.com/office/drawing/2014/main" id="{53275FAA-F4DD-424A-87A0-E5769AD2A7C7}"/>
              </a:ext>
            </a:extLst>
          </p:cNvPr>
          <p:cNvGrpSpPr>
            <a:grpSpLocks/>
          </p:cNvGrpSpPr>
          <p:nvPr/>
        </p:nvGrpSpPr>
        <p:grpSpPr bwMode="auto">
          <a:xfrm>
            <a:off x="4828159" y="3197819"/>
            <a:ext cx="534987" cy="366713"/>
            <a:chOff x="2915" y="1935"/>
            <a:chExt cx="325" cy="231"/>
          </a:xfrm>
        </p:grpSpPr>
        <p:sp>
          <p:nvSpPr>
            <p:cNvPr id="105" name="Oval 152">
              <a:extLst>
                <a:ext uri="{FF2B5EF4-FFF2-40B4-BE49-F238E27FC236}">
                  <a16:creationId xmlns:a16="http://schemas.microsoft.com/office/drawing/2014/main" id="{9CB2F26B-86A5-04DA-3106-D14483C651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1" y="2071"/>
              <a:ext cx="38" cy="38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A5002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6" name="Rectangle 153">
              <a:extLst>
                <a:ext uri="{FF2B5EF4-FFF2-40B4-BE49-F238E27FC236}">
                  <a16:creationId xmlns:a16="http://schemas.microsoft.com/office/drawing/2014/main" id="{E6C28D9F-CEBD-B20D-F184-55F9F2CFE1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15" y="1935"/>
              <a:ext cx="32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i="1" u="none" strike="noStrike" kern="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c</a:t>
              </a:r>
              <a:r>
                <a:rPr kumimoji="1" lang="en-US" altLang="zh-CN" sz="1800" i="0" u="none" strike="noStrike" kern="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rPr>
                <a:t>″</a:t>
              </a:r>
              <a:endParaRPr kumimoji="1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ea typeface="宋体" panose="02010600030101010101" pitchFamily="2" charset="-122"/>
              </a:endParaRPr>
            </a:p>
          </p:txBody>
        </p:sp>
      </p:grpSp>
      <p:grpSp>
        <p:nvGrpSpPr>
          <p:cNvPr id="107" name="Group 240">
            <a:extLst>
              <a:ext uri="{FF2B5EF4-FFF2-40B4-BE49-F238E27FC236}">
                <a16:creationId xmlns:a16="http://schemas.microsoft.com/office/drawing/2014/main" id="{04105D81-3FB5-E8CD-0DF0-19F3C4181546}"/>
              </a:ext>
            </a:extLst>
          </p:cNvPr>
          <p:cNvGrpSpPr>
            <a:grpSpLocks/>
          </p:cNvGrpSpPr>
          <p:nvPr/>
        </p:nvGrpSpPr>
        <p:grpSpPr bwMode="auto">
          <a:xfrm>
            <a:off x="2277046" y="1848444"/>
            <a:ext cx="2293938" cy="1189038"/>
            <a:chOff x="1574" y="602"/>
            <a:chExt cx="1445" cy="749"/>
          </a:xfrm>
        </p:grpSpPr>
        <p:sp>
          <p:nvSpPr>
            <p:cNvPr id="108" name="Text Box 155">
              <a:extLst>
                <a:ext uri="{FF2B5EF4-FFF2-40B4-BE49-F238E27FC236}">
                  <a16:creationId xmlns:a16="http://schemas.microsoft.com/office/drawing/2014/main" id="{EFE3CF6F-BBDF-72AE-A166-E39E0E247B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74" y="602"/>
              <a:ext cx="1445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lang="zh-CN" altLang="en-US" sz="1800" dirty="0">
                  <a:solidFill>
                    <a:srgbClr val="A50021"/>
                  </a:solidFill>
                  <a:latin typeface="+mj-ea"/>
                  <a:ea typeface="+mj-ea"/>
                </a:rPr>
                <a:t>圆柱轮廓线终止点</a:t>
              </a:r>
            </a:p>
          </p:txBody>
        </p:sp>
        <p:grpSp>
          <p:nvGrpSpPr>
            <p:cNvPr id="109" name="Group 219">
              <a:extLst>
                <a:ext uri="{FF2B5EF4-FFF2-40B4-BE49-F238E27FC236}">
                  <a16:creationId xmlns:a16="http://schemas.microsoft.com/office/drawing/2014/main" id="{774389AB-718D-1B6E-FD37-988B9EB72EF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89" y="808"/>
              <a:ext cx="415" cy="543"/>
              <a:chOff x="1505" y="598"/>
              <a:chExt cx="517" cy="570"/>
            </a:xfrm>
          </p:grpSpPr>
          <p:sp>
            <p:nvSpPr>
              <p:cNvPr id="110" name="Line 157">
                <a:extLst>
                  <a:ext uri="{FF2B5EF4-FFF2-40B4-BE49-F238E27FC236}">
                    <a16:creationId xmlns:a16="http://schemas.microsoft.com/office/drawing/2014/main" id="{3B3B9B39-34DA-1EA0-AEB8-BB738535798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505" y="604"/>
                <a:ext cx="513" cy="561"/>
              </a:xfrm>
              <a:prstGeom prst="line">
                <a:avLst/>
              </a:prstGeom>
              <a:noFill/>
              <a:ln w="9525">
                <a:solidFill>
                  <a:srgbClr val="A5002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11" name="Line 158">
                <a:extLst>
                  <a:ext uri="{FF2B5EF4-FFF2-40B4-BE49-F238E27FC236}">
                    <a16:creationId xmlns:a16="http://schemas.microsoft.com/office/drawing/2014/main" id="{CCE2DEC7-C311-282E-44A7-B037214A868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875" y="598"/>
                <a:ext cx="147" cy="570"/>
              </a:xfrm>
              <a:prstGeom prst="line">
                <a:avLst/>
              </a:prstGeom>
              <a:noFill/>
              <a:ln w="9525">
                <a:solidFill>
                  <a:srgbClr val="A5002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+mj-ea"/>
                  <a:ea typeface="+mj-ea"/>
                </a:endParaRPr>
              </a:p>
            </p:txBody>
          </p:sp>
        </p:grpSp>
      </p:grpSp>
      <p:grpSp>
        <p:nvGrpSpPr>
          <p:cNvPr id="112" name="Group 242">
            <a:extLst>
              <a:ext uri="{FF2B5EF4-FFF2-40B4-BE49-F238E27FC236}">
                <a16:creationId xmlns:a16="http://schemas.microsoft.com/office/drawing/2014/main" id="{9881CA1E-4282-D522-7C15-28B01571C19E}"/>
              </a:ext>
            </a:extLst>
          </p:cNvPr>
          <p:cNvGrpSpPr>
            <a:grpSpLocks/>
          </p:cNvGrpSpPr>
          <p:nvPr/>
        </p:nvGrpSpPr>
        <p:grpSpPr bwMode="auto">
          <a:xfrm>
            <a:off x="1364234" y="2216744"/>
            <a:ext cx="1681162" cy="936625"/>
            <a:chOff x="999" y="834"/>
            <a:chExt cx="1059" cy="590"/>
          </a:xfrm>
        </p:grpSpPr>
        <p:sp>
          <p:nvSpPr>
            <p:cNvPr id="113" name="Text Box 160">
              <a:extLst>
                <a:ext uri="{FF2B5EF4-FFF2-40B4-BE49-F238E27FC236}">
                  <a16:creationId xmlns:a16="http://schemas.microsoft.com/office/drawing/2014/main" id="{3714C8F9-FE59-3891-2875-511F4BB1F2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99" y="834"/>
              <a:ext cx="1059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lang="zh-CN" altLang="en-US" sz="1800" dirty="0">
                  <a:solidFill>
                    <a:srgbClr val="A50021"/>
                  </a:solidFill>
                  <a:latin typeface="+mj-ea"/>
                  <a:ea typeface="+mj-ea"/>
                </a:rPr>
                <a:t>此段为虚线</a:t>
              </a:r>
            </a:p>
          </p:txBody>
        </p:sp>
        <p:sp>
          <p:nvSpPr>
            <p:cNvPr id="114" name="Line 161">
              <a:extLst>
                <a:ext uri="{FF2B5EF4-FFF2-40B4-BE49-F238E27FC236}">
                  <a16:creationId xmlns:a16="http://schemas.microsoft.com/office/drawing/2014/main" id="{D3A7242B-ADF3-542C-E216-D869AAFE20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57" y="1042"/>
              <a:ext cx="48" cy="382"/>
            </a:xfrm>
            <a:prstGeom prst="line">
              <a:avLst/>
            </a:prstGeom>
            <a:noFill/>
            <a:ln w="9525">
              <a:solidFill>
                <a:srgbClr val="A5002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115" name="Group 67">
            <a:extLst>
              <a:ext uri="{FF2B5EF4-FFF2-40B4-BE49-F238E27FC236}">
                <a16:creationId xmlns:a16="http://schemas.microsoft.com/office/drawing/2014/main" id="{D74ABD9D-8E15-E06A-7FC5-01C73B286703}"/>
              </a:ext>
            </a:extLst>
          </p:cNvPr>
          <p:cNvGrpSpPr>
            <a:grpSpLocks/>
          </p:cNvGrpSpPr>
          <p:nvPr/>
        </p:nvGrpSpPr>
        <p:grpSpPr bwMode="auto">
          <a:xfrm>
            <a:off x="3251416" y="3005732"/>
            <a:ext cx="877888" cy="371475"/>
            <a:chOff x="2073" y="1839"/>
            <a:chExt cx="541" cy="234"/>
          </a:xfrm>
        </p:grpSpPr>
        <p:grpSp>
          <p:nvGrpSpPr>
            <p:cNvPr id="116" name="Group 68">
              <a:extLst>
                <a:ext uri="{FF2B5EF4-FFF2-40B4-BE49-F238E27FC236}">
                  <a16:creationId xmlns:a16="http://schemas.microsoft.com/office/drawing/2014/main" id="{67697290-18AD-8E27-062B-5CC321AE81D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73" y="1839"/>
              <a:ext cx="541" cy="234"/>
              <a:chOff x="1122" y="1073"/>
              <a:chExt cx="541" cy="234"/>
            </a:xfrm>
          </p:grpSpPr>
          <p:grpSp>
            <p:nvGrpSpPr>
              <p:cNvPr id="118" name="Group 69">
                <a:extLst>
                  <a:ext uri="{FF2B5EF4-FFF2-40B4-BE49-F238E27FC236}">
                    <a16:creationId xmlns:a16="http://schemas.microsoft.com/office/drawing/2014/main" id="{148038EB-718D-0750-1B89-C779F1E8331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305" y="1190"/>
                <a:ext cx="71" cy="56"/>
                <a:chOff x="231" y="2293"/>
                <a:chExt cx="57" cy="45"/>
              </a:xfrm>
            </p:grpSpPr>
            <p:sp>
              <p:nvSpPr>
                <p:cNvPr id="121" name="Line 70">
                  <a:extLst>
                    <a:ext uri="{FF2B5EF4-FFF2-40B4-BE49-F238E27FC236}">
                      <a16:creationId xmlns:a16="http://schemas.microsoft.com/office/drawing/2014/main" id="{9D57894E-9E09-E190-8D9C-7C71E559660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1" y="2316"/>
                  <a:ext cx="57" cy="0"/>
                </a:xfrm>
                <a:prstGeom prst="line">
                  <a:avLst/>
                </a:prstGeom>
                <a:noFill/>
                <a:ln w="12700">
                  <a:solidFill>
                    <a:srgbClr val="0000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22" name="Line 71">
                  <a:extLst>
                    <a:ext uri="{FF2B5EF4-FFF2-40B4-BE49-F238E27FC236}">
                      <a16:creationId xmlns:a16="http://schemas.microsoft.com/office/drawing/2014/main" id="{A2A27E3B-8B6E-6AE3-25AC-C70BA7A456E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1" y="2338"/>
                  <a:ext cx="57" cy="0"/>
                </a:xfrm>
                <a:prstGeom prst="line">
                  <a:avLst/>
                </a:prstGeom>
                <a:noFill/>
                <a:ln w="12700">
                  <a:solidFill>
                    <a:srgbClr val="0000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23" name="Line 72">
                  <a:extLst>
                    <a:ext uri="{FF2B5EF4-FFF2-40B4-BE49-F238E27FC236}">
                      <a16:creationId xmlns:a16="http://schemas.microsoft.com/office/drawing/2014/main" id="{D7507096-A79F-6EFE-D6E8-83FD5982F55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1" y="2293"/>
                  <a:ext cx="57" cy="0"/>
                </a:xfrm>
                <a:prstGeom prst="line">
                  <a:avLst/>
                </a:prstGeom>
                <a:noFill/>
                <a:ln w="12700">
                  <a:solidFill>
                    <a:srgbClr val="0000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119" name="Rectangle 73">
                <a:extLst>
                  <a:ext uri="{FF2B5EF4-FFF2-40B4-BE49-F238E27FC236}">
                    <a16:creationId xmlns:a16="http://schemas.microsoft.com/office/drawing/2014/main" id="{6A058CC7-FD35-1C7D-8EBE-298050AAE8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2" y="1073"/>
                <a:ext cx="235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800" i="1" u="none" strike="noStrike" kern="0" cap="none" spc="0" normalizeH="0" baseline="0" noProof="0">
                    <a:ln>
                      <a:noFill/>
                    </a:ln>
                    <a:solidFill>
                      <a:srgbClr val="000066"/>
                    </a:solidFill>
                    <a:effectLst/>
                    <a:uLnTx/>
                    <a:uFillTx/>
                    <a:ea typeface="宋体" panose="02010600030101010101" pitchFamily="2" charset="-122"/>
                  </a:rPr>
                  <a:t>a</a:t>
                </a:r>
                <a:r>
                  <a:rPr kumimoji="1" lang="en-US" altLang="zh-CN" sz="1800" i="0" u="none" strike="noStrike" kern="0" cap="none" spc="0" normalizeH="0" baseline="0" noProof="0">
                    <a:ln>
                      <a:noFill/>
                    </a:ln>
                    <a:solidFill>
                      <a:srgbClr val="000066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</a:rPr>
                  <a:t>″</a:t>
                </a:r>
                <a:endParaRPr kumimoji="1" lang="en-US" altLang="zh-CN" sz="1800" i="0" u="none" strike="noStrike" kern="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120" name="Rectangle 74">
                <a:extLst>
                  <a:ext uri="{FF2B5EF4-FFF2-40B4-BE49-F238E27FC236}">
                    <a16:creationId xmlns:a16="http://schemas.microsoft.com/office/drawing/2014/main" id="{553FB36F-87DF-B470-2B65-A5CC5FBCF8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27" y="1076"/>
                <a:ext cx="336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800" i="1" u="none" strike="noStrike" kern="0" cap="none" spc="0" normalizeH="0" baseline="0" noProof="0" dirty="0">
                    <a:ln>
                      <a:noFill/>
                    </a:ln>
                    <a:solidFill>
                      <a:srgbClr val="000066"/>
                    </a:solidFill>
                    <a:effectLst/>
                    <a:uLnTx/>
                    <a:uFillTx/>
                    <a:ea typeface="宋体" panose="02010600030101010101" pitchFamily="2" charset="-122"/>
                  </a:rPr>
                  <a:t>b</a:t>
                </a:r>
                <a:r>
                  <a:rPr kumimoji="1" lang="en-US" altLang="zh-CN" sz="180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66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</a:rPr>
                  <a:t>″</a:t>
                </a:r>
                <a:endParaRPr kumimoji="1" lang="en-US" altLang="zh-CN" sz="1800" i="0" u="none" strike="noStrike" kern="0" cap="none" spc="0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117" name="Oval 75">
              <a:extLst>
                <a:ext uri="{FF2B5EF4-FFF2-40B4-BE49-F238E27FC236}">
                  <a16:creationId xmlns:a16="http://schemas.microsoft.com/office/drawing/2014/main" id="{5D46A875-6A5A-F98A-7439-47855A7C47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50" y="2021"/>
              <a:ext cx="38" cy="38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A5002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24" name="Group 183">
            <a:extLst>
              <a:ext uri="{FF2B5EF4-FFF2-40B4-BE49-F238E27FC236}">
                <a16:creationId xmlns:a16="http://schemas.microsoft.com/office/drawing/2014/main" id="{65B68A8B-DD1D-0F61-F0BD-182A36FDD666}"/>
              </a:ext>
            </a:extLst>
          </p:cNvPr>
          <p:cNvGrpSpPr>
            <a:grpSpLocks/>
          </p:cNvGrpSpPr>
          <p:nvPr/>
        </p:nvGrpSpPr>
        <p:grpSpPr bwMode="auto">
          <a:xfrm>
            <a:off x="2035746" y="3289894"/>
            <a:ext cx="808038" cy="77788"/>
            <a:chOff x="1426" y="1342"/>
            <a:chExt cx="509" cy="49"/>
          </a:xfrm>
        </p:grpSpPr>
        <p:sp>
          <p:nvSpPr>
            <p:cNvPr id="125" name="Line 83">
              <a:extLst>
                <a:ext uri="{FF2B5EF4-FFF2-40B4-BE49-F238E27FC236}">
                  <a16:creationId xmlns:a16="http://schemas.microsoft.com/office/drawing/2014/main" id="{4ADE828E-2115-C60B-8CDC-89D14AEF83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28" y="1345"/>
              <a:ext cx="0" cy="42"/>
            </a:xfrm>
            <a:prstGeom prst="line">
              <a:avLst/>
            </a:prstGeom>
            <a:noFill/>
            <a:ln w="38100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6" name="Line 84">
              <a:extLst>
                <a:ext uri="{FF2B5EF4-FFF2-40B4-BE49-F238E27FC236}">
                  <a16:creationId xmlns:a16="http://schemas.microsoft.com/office/drawing/2014/main" id="{39FD073A-3791-C4B3-71F9-F6CFE041A3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29" y="1342"/>
              <a:ext cx="0" cy="42"/>
            </a:xfrm>
            <a:prstGeom prst="line">
              <a:avLst/>
            </a:prstGeom>
            <a:noFill/>
            <a:ln w="38100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7" name="Line 85">
              <a:extLst>
                <a:ext uri="{FF2B5EF4-FFF2-40B4-BE49-F238E27FC236}">
                  <a16:creationId xmlns:a16="http://schemas.microsoft.com/office/drawing/2014/main" id="{FDD71204-8421-BD5F-9604-F47EA0E639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26" y="1345"/>
              <a:ext cx="0" cy="42"/>
            </a:xfrm>
            <a:prstGeom prst="line">
              <a:avLst/>
            </a:prstGeom>
            <a:noFill/>
            <a:ln w="38100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8" name="Line 86">
              <a:extLst>
                <a:ext uri="{FF2B5EF4-FFF2-40B4-BE49-F238E27FC236}">
                  <a16:creationId xmlns:a16="http://schemas.microsoft.com/office/drawing/2014/main" id="{0A534D37-CAF3-7A75-9A3C-9199AECEF9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2" y="1345"/>
              <a:ext cx="0" cy="42"/>
            </a:xfrm>
            <a:prstGeom prst="line">
              <a:avLst/>
            </a:prstGeom>
            <a:noFill/>
            <a:ln w="38100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9" name="Line 181">
              <a:extLst>
                <a:ext uri="{FF2B5EF4-FFF2-40B4-BE49-F238E27FC236}">
                  <a16:creationId xmlns:a16="http://schemas.microsoft.com/office/drawing/2014/main" id="{E3BB795D-E0F8-C4E5-7640-5ED56F2F79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35" y="1347"/>
              <a:ext cx="0" cy="42"/>
            </a:xfrm>
            <a:prstGeom prst="line">
              <a:avLst/>
            </a:prstGeom>
            <a:noFill/>
            <a:ln w="38100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0" name="Line 182">
              <a:extLst>
                <a:ext uri="{FF2B5EF4-FFF2-40B4-BE49-F238E27FC236}">
                  <a16:creationId xmlns:a16="http://schemas.microsoft.com/office/drawing/2014/main" id="{2968BBD3-810E-933E-51C9-8FD817BEF7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26" y="1349"/>
              <a:ext cx="0" cy="42"/>
            </a:xfrm>
            <a:prstGeom prst="line">
              <a:avLst/>
            </a:prstGeom>
            <a:noFill/>
            <a:ln w="38100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131" name="Arc 191">
            <a:extLst>
              <a:ext uri="{FF2B5EF4-FFF2-40B4-BE49-F238E27FC236}">
                <a16:creationId xmlns:a16="http://schemas.microsoft.com/office/drawing/2014/main" id="{694E17CF-24ED-00F7-9F45-9D66814FF668}"/>
              </a:ext>
            </a:extLst>
          </p:cNvPr>
          <p:cNvSpPr>
            <a:spLocks/>
          </p:cNvSpPr>
          <p:nvPr/>
        </p:nvSpPr>
        <p:spPr bwMode="auto">
          <a:xfrm flipH="1" flipV="1">
            <a:off x="2156396" y="3091457"/>
            <a:ext cx="288925" cy="541337"/>
          </a:xfrm>
          <a:custGeom>
            <a:avLst/>
            <a:gdLst>
              <a:gd name="T0" fmla="*/ 2147483646 w 20344"/>
              <a:gd name="T1" fmla="*/ 2147483646 h 21600"/>
              <a:gd name="T2" fmla="*/ 0 w 20344"/>
              <a:gd name="T3" fmla="*/ 2147483646 h 21600"/>
              <a:gd name="T4" fmla="*/ 2147483646 w 20344"/>
              <a:gd name="T5" fmla="*/ 0 h 21600"/>
              <a:gd name="T6" fmla="*/ 0 60000 65536"/>
              <a:gd name="T7" fmla="*/ 0 60000 65536"/>
              <a:gd name="T8" fmla="*/ 0 60000 65536"/>
              <a:gd name="T9" fmla="*/ 0 w 20344"/>
              <a:gd name="T10" fmla="*/ 0 h 21600"/>
              <a:gd name="T11" fmla="*/ 20344 w 20344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0344" h="21600" fill="none" extrusionOk="0">
                <a:moveTo>
                  <a:pt x="20343" y="21598"/>
                </a:moveTo>
                <a:cubicBezTo>
                  <a:pt x="20272" y="21599"/>
                  <a:pt x="20200" y="21599"/>
                  <a:pt x="20128" y="21600"/>
                </a:cubicBezTo>
                <a:cubicBezTo>
                  <a:pt x="11223" y="21600"/>
                  <a:pt x="3230" y="16135"/>
                  <a:pt x="-1" y="7837"/>
                </a:cubicBezTo>
              </a:path>
              <a:path w="20344" h="21600" stroke="0" extrusionOk="0">
                <a:moveTo>
                  <a:pt x="20343" y="21598"/>
                </a:moveTo>
                <a:cubicBezTo>
                  <a:pt x="20272" y="21599"/>
                  <a:pt x="20200" y="21599"/>
                  <a:pt x="20128" y="21600"/>
                </a:cubicBezTo>
                <a:cubicBezTo>
                  <a:pt x="11223" y="21600"/>
                  <a:pt x="3230" y="16135"/>
                  <a:pt x="-1" y="7837"/>
                </a:cubicBezTo>
                <a:lnTo>
                  <a:pt x="20128" y="0"/>
                </a:lnTo>
                <a:lnTo>
                  <a:pt x="20343" y="21598"/>
                </a:lnTo>
                <a:close/>
              </a:path>
            </a:pathLst>
          </a:custGeom>
          <a:noFill/>
          <a:ln w="38100">
            <a:solidFill>
              <a:srgbClr val="00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132" name="Group 192">
            <a:extLst>
              <a:ext uri="{FF2B5EF4-FFF2-40B4-BE49-F238E27FC236}">
                <a16:creationId xmlns:a16="http://schemas.microsoft.com/office/drawing/2014/main" id="{3693D287-2E92-A8EB-6C71-FCC770AD371F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1910334" y="3089869"/>
            <a:ext cx="247650" cy="531813"/>
            <a:chOff x="1856" y="1216"/>
            <a:chExt cx="156" cy="335"/>
          </a:xfrm>
        </p:grpSpPr>
        <p:sp>
          <p:nvSpPr>
            <p:cNvPr id="133" name="Arc 193">
              <a:extLst>
                <a:ext uri="{FF2B5EF4-FFF2-40B4-BE49-F238E27FC236}">
                  <a16:creationId xmlns:a16="http://schemas.microsoft.com/office/drawing/2014/main" id="{006B92F8-EDB5-FECF-94A2-3A0097B09B94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1856" y="1216"/>
              <a:ext cx="156" cy="335"/>
            </a:xfrm>
            <a:custGeom>
              <a:avLst/>
              <a:gdLst>
                <a:gd name="T0" fmla="*/ 0 w 17798"/>
                <a:gd name="T1" fmla="*/ 0 h 21600"/>
                <a:gd name="T2" fmla="*/ 0 w 17798"/>
                <a:gd name="T3" fmla="*/ 0 h 21600"/>
                <a:gd name="T4" fmla="*/ 0 w 17798"/>
                <a:gd name="T5" fmla="*/ 0 h 21600"/>
                <a:gd name="T6" fmla="*/ 0 60000 65536"/>
                <a:gd name="T7" fmla="*/ 0 60000 65536"/>
                <a:gd name="T8" fmla="*/ 0 60000 65536"/>
                <a:gd name="T9" fmla="*/ 0 w 17798"/>
                <a:gd name="T10" fmla="*/ 0 h 21600"/>
                <a:gd name="T11" fmla="*/ 17798 w 17798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798" h="21600" fill="none" extrusionOk="0">
                  <a:moveTo>
                    <a:pt x="17798" y="12422"/>
                  </a:moveTo>
                  <a:cubicBezTo>
                    <a:pt x="13753" y="18175"/>
                    <a:pt x="7161" y="21599"/>
                    <a:pt x="128" y="21600"/>
                  </a:cubicBezTo>
                  <a:cubicBezTo>
                    <a:pt x="85" y="21600"/>
                    <a:pt x="42" y="21599"/>
                    <a:pt x="0" y="21599"/>
                  </a:cubicBezTo>
                </a:path>
                <a:path w="17798" h="21600" stroke="0" extrusionOk="0">
                  <a:moveTo>
                    <a:pt x="17798" y="12422"/>
                  </a:moveTo>
                  <a:cubicBezTo>
                    <a:pt x="13753" y="18175"/>
                    <a:pt x="7161" y="21599"/>
                    <a:pt x="128" y="21600"/>
                  </a:cubicBezTo>
                  <a:cubicBezTo>
                    <a:pt x="85" y="21600"/>
                    <a:pt x="42" y="21599"/>
                    <a:pt x="0" y="21599"/>
                  </a:cubicBezTo>
                  <a:lnTo>
                    <a:pt x="128" y="0"/>
                  </a:lnTo>
                  <a:lnTo>
                    <a:pt x="17798" y="12422"/>
                  </a:lnTo>
                  <a:close/>
                </a:path>
              </a:pathLst>
            </a:custGeom>
            <a:noFill/>
            <a:ln w="9525">
              <a:solidFill>
                <a:srgbClr val="00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4" name="Line 194">
              <a:extLst>
                <a:ext uri="{FF2B5EF4-FFF2-40B4-BE49-F238E27FC236}">
                  <a16:creationId xmlns:a16="http://schemas.microsoft.com/office/drawing/2014/main" id="{29072747-AAFA-AF72-324F-2F564250D77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59" y="1272"/>
              <a:ext cx="18" cy="18"/>
            </a:xfrm>
            <a:prstGeom prst="line">
              <a:avLst/>
            </a:prstGeom>
            <a:noFill/>
            <a:ln w="38100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35" name="Group 189">
            <a:extLst>
              <a:ext uri="{FF2B5EF4-FFF2-40B4-BE49-F238E27FC236}">
                <a16:creationId xmlns:a16="http://schemas.microsoft.com/office/drawing/2014/main" id="{1029ED40-680A-9518-1905-953D9B65271E}"/>
              </a:ext>
            </a:extLst>
          </p:cNvPr>
          <p:cNvGrpSpPr>
            <a:grpSpLocks/>
          </p:cNvGrpSpPr>
          <p:nvPr/>
        </p:nvGrpSpPr>
        <p:grpSpPr bwMode="auto">
          <a:xfrm>
            <a:off x="2380234" y="3293069"/>
            <a:ext cx="125412" cy="61913"/>
            <a:chOff x="1635" y="1344"/>
            <a:chExt cx="79" cy="39"/>
          </a:xfrm>
        </p:grpSpPr>
        <p:sp>
          <p:nvSpPr>
            <p:cNvPr id="136" name="Oval 117">
              <a:extLst>
                <a:ext uri="{FF2B5EF4-FFF2-40B4-BE49-F238E27FC236}">
                  <a16:creationId xmlns:a16="http://schemas.microsoft.com/office/drawing/2014/main" id="{B81D3104-3729-839E-3674-43935AF3F2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5" y="1344"/>
              <a:ext cx="38" cy="38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00066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7" name="Oval 118">
              <a:extLst>
                <a:ext uri="{FF2B5EF4-FFF2-40B4-BE49-F238E27FC236}">
                  <a16:creationId xmlns:a16="http://schemas.microsoft.com/office/drawing/2014/main" id="{A22969F0-FB26-EB89-7FCF-FE99837E0C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76" y="1345"/>
              <a:ext cx="38" cy="38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00066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38" name="Group 185">
            <a:extLst>
              <a:ext uri="{FF2B5EF4-FFF2-40B4-BE49-F238E27FC236}">
                <a16:creationId xmlns:a16="http://schemas.microsoft.com/office/drawing/2014/main" id="{A8B24CDC-94BD-775E-6EC0-081DABD2E029}"/>
              </a:ext>
            </a:extLst>
          </p:cNvPr>
          <p:cNvGrpSpPr>
            <a:grpSpLocks/>
          </p:cNvGrpSpPr>
          <p:nvPr/>
        </p:nvGrpSpPr>
        <p:grpSpPr bwMode="auto">
          <a:xfrm>
            <a:off x="1581721" y="3115269"/>
            <a:ext cx="1858963" cy="377825"/>
            <a:chOff x="1136" y="1232"/>
            <a:chExt cx="1171" cy="238"/>
          </a:xfrm>
        </p:grpSpPr>
        <p:sp>
          <p:nvSpPr>
            <p:cNvPr id="139" name="Rectangle 120">
              <a:extLst>
                <a:ext uri="{FF2B5EF4-FFF2-40B4-BE49-F238E27FC236}">
                  <a16:creationId xmlns:a16="http://schemas.microsoft.com/office/drawing/2014/main" id="{851D79C9-22A3-8770-1E41-2401586E60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6" y="1232"/>
              <a:ext cx="230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i="1" u="none" strike="noStrike" kern="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r>
                <a:rPr kumimoji="1" lang="en-US" altLang="zh-CN" sz="1800" i="0" u="none" strike="noStrike" kern="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′</a:t>
              </a:r>
            </a:p>
          </p:txBody>
        </p:sp>
        <p:grpSp>
          <p:nvGrpSpPr>
            <p:cNvPr id="140" name="Group 121">
              <a:extLst>
                <a:ext uri="{FF2B5EF4-FFF2-40B4-BE49-F238E27FC236}">
                  <a16:creationId xmlns:a16="http://schemas.microsoft.com/office/drawing/2014/main" id="{893DEE16-434F-80AE-A650-9D57C954ED2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71" y="1239"/>
              <a:ext cx="336" cy="231"/>
              <a:chOff x="1848" y="1657"/>
              <a:chExt cx="336" cy="231"/>
            </a:xfrm>
          </p:grpSpPr>
          <p:sp>
            <p:nvSpPr>
              <p:cNvPr id="144" name="Rectangle 122">
                <a:extLst>
                  <a:ext uri="{FF2B5EF4-FFF2-40B4-BE49-F238E27FC236}">
                    <a16:creationId xmlns:a16="http://schemas.microsoft.com/office/drawing/2014/main" id="{88EBE74F-F744-E58B-8640-C1F5BA3562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6" y="1726"/>
                <a:ext cx="100" cy="112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45" name="Rectangle 123">
                <a:extLst>
                  <a:ext uri="{FF2B5EF4-FFF2-40B4-BE49-F238E27FC236}">
                    <a16:creationId xmlns:a16="http://schemas.microsoft.com/office/drawing/2014/main" id="{C37E8541-127D-349A-A2AC-99CFED86B9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48" y="1657"/>
                <a:ext cx="336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800" i="1" u="none" strike="noStrike" kern="0" cap="none" spc="0" normalizeH="0" baseline="0" noProof="0">
                    <a:ln>
                      <a:noFill/>
                    </a:ln>
                    <a:solidFill>
                      <a:srgbClr val="000066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b</a:t>
                </a:r>
                <a:r>
                  <a:rPr kumimoji="1" lang="en-US" altLang="zh-CN" sz="1800" i="0" u="none" strike="noStrike" kern="0" cap="none" spc="0" normalizeH="0" baseline="0" noProof="0">
                    <a:ln>
                      <a:noFill/>
                    </a:ln>
                    <a:solidFill>
                      <a:srgbClr val="000066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′</a:t>
                </a:r>
              </a:p>
            </p:txBody>
          </p:sp>
        </p:grpSp>
        <p:grpSp>
          <p:nvGrpSpPr>
            <p:cNvPr id="141" name="Group 184">
              <a:extLst>
                <a:ext uri="{FF2B5EF4-FFF2-40B4-BE49-F238E27FC236}">
                  <a16:creationId xmlns:a16="http://schemas.microsoft.com/office/drawing/2014/main" id="{2D0CCAC5-5C59-FDAB-1225-E141429CAB3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26" y="1344"/>
              <a:ext cx="704" cy="40"/>
              <a:chOff x="1326" y="1344"/>
              <a:chExt cx="704" cy="40"/>
            </a:xfrm>
          </p:grpSpPr>
          <p:sp>
            <p:nvSpPr>
              <p:cNvPr id="142" name="Oval 125">
                <a:extLst>
                  <a:ext uri="{FF2B5EF4-FFF2-40B4-BE49-F238E27FC236}">
                    <a16:creationId xmlns:a16="http://schemas.microsoft.com/office/drawing/2014/main" id="{9C9B089A-0CE5-0600-0D88-D02805BB20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26" y="1345"/>
                <a:ext cx="39" cy="39"/>
              </a:xfrm>
              <a:prstGeom prst="ellipse">
                <a:avLst/>
              </a:prstGeom>
              <a:solidFill>
                <a:srgbClr val="FFFFFF"/>
              </a:solidFill>
              <a:ln w="28575">
                <a:solidFill>
                  <a:srgbClr val="A5002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43" name="Oval 126">
                <a:extLst>
                  <a:ext uri="{FF2B5EF4-FFF2-40B4-BE49-F238E27FC236}">
                    <a16:creationId xmlns:a16="http://schemas.microsoft.com/office/drawing/2014/main" id="{739DE8E1-521E-719C-6AB4-4B783CA688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91" y="1344"/>
                <a:ext cx="39" cy="39"/>
              </a:xfrm>
              <a:prstGeom prst="ellipse">
                <a:avLst/>
              </a:prstGeom>
              <a:solidFill>
                <a:srgbClr val="FFFFFF"/>
              </a:solidFill>
              <a:ln w="28575">
                <a:solidFill>
                  <a:srgbClr val="A5002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</p:grpSp>
      <p:grpSp>
        <p:nvGrpSpPr>
          <p:cNvPr id="146" name="Group 166">
            <a:extLst>
              <a:ext uri="{FF2B5EF4-FFF2-40B4-BE49-F238E27FC236}">
                <a16:creationId xmlns:a16="http://schemas.microsoft.com/office/drawing/2014/main" id="{31FA2E3E-D709-11DF-8423-84F69123E605}"/>
              </a:ext>
            </a:extLst>
          </p:cNvPr>
          <p:cNvGrpSpPr>
            <a:grpSpLocks/>
          </p:cNvGrpSpPr>
          <p:nvPr/>
        </p:nvGrpSpPr>
        <p:grpSpPr bwMode="auto">
          <a:xfrm>
            <a:off x="2102421" y="3318469"/>
            <a:ext cx="803275" cy="366713"/>
            <a:chOff x="1462" y="1357"/>
            <a:chExt cx="506" cy="231"/>
          </a:xfrm>
        </p:grpSpPr>
        <p:sp>
          <p:nvSpPr>
            <p:cNvPr id="147" name="Oval 149">
              <a:extLst>
                <a:ext uri="{FF2B5EF4-FFF2-40B4-BE49-F238E27FC236}">
                  <a16:creationId xmlns:a16="http://schemas.microsoft.com/office/drawing/2014/main" id="{B6EA4E37-A43A-35D6-F1DC-A837F4228F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55" y="1414"/>
              <a:ext cx="38" cy="38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A5002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48" name="Text Box 150">
              <a:extLst>
                <a:ext uri="{FF2B5EF4-FFF2-40B4-BE49-F238E27FC236}">
                  <a16:creationId xmlns:a16="http://schemas.microsoft.com/office/drawing/2014/main" id="{D8557112-B75A-9EB6-ED74-156CD0D8AC9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62" y="1357"/>
              <a:ext cx="50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i="1" u="none" strike="noStrike" kern="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c</a:t>
              </a:r>
              <a:r>
                <a:rPr kumimoji="1" lang="en-US" altLang="zh-CN" sz="1800" i="0" u="none" strike="noStrike" kern="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rPr>
                <a:t>′</a:t>
              </a:r>
            </a:p>
          </p:txBody>
        </p:sp>
      </p:grpSp>
      <p:grpSp>
        <p:nvGrpSpPr>
          <p:cNvPr id="149" name="Group 197">
            <a:extLst>
              <a:ext uri="{FF2B5EF4-FFF2-40B4-BE49-F238E27FC236}">
                <a16:creationId xmlns:a16="http://schemas.microsoft.com/office/drawing/2014/main" id="{E812DD36-DEFC-D39E-E51B-0A06E332EB83}"/>
              </a:ext>
            </a:extLst>
          </p:cNvPr>
          <p:cNvGrpSpPr>
            <a:grpSpLocks/>
          </p:cNvGrpSpPr>
          <p:nvPr/>
        </p:nvGrpSpPr>
        <p:grpSpPr bwMode="auto">
          <a:xfrm>
            <a:off x="2958084" y="2810469"/>
            <a:ext cx="31750" cy="409575"/>
            <a:chOff x="2003" y="1040"/>
            <a:chExt cx="20" cy="258"/>
          </a:xfrm>
        </p:grpSpPr>
        <p:sp>
          <p:nvSpPr>
            <p:cNvPr id="150" name="Line 137">
              <a:extLst>
                <a:ext uri="{FF2B5EF4-FFF2-40B4-BE49-F238E27FC236}">
                  <a16:creationId xmlns:a16="http://schemas.microsoft.com/office/drawing/2014/main" id="{ED05B521-715E-A65A-4F0C-A6953040C36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10" y="1040"/>
              <a:ext cx="0" cy="170"/>
            </a:xfrm>
            <a:prstGeom prst="line">
              <a:avLst/>
            </a:prstGeom>
            <a:noFill/>
            <a:ln w="38100">
              <a:solidFill>
                <a:srgbClr val="00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51" name="Line 138">
              <a:extLst>
                <a:ext uri="{FF2B5EF4-FFF2-40B4-BE49-F238E27FC236}">
                  <a16:creationId xmlns:a16="http://schemas.microsoft.com/office/drawing/2014/main" id="{B87D9E26-D8F6-0A4E-DE2C-60D80A5F5B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04" y="1298"/>
              <a:ext cx="19" cy="0"/>
            </a:xfrm>
            <a:prstGeom prst="line">
              <a:avLst/>
            </a:prstGeom>
            <a:noFill/>
            <a:ln w="28575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52" name="Line 196">
              <a:extLst>
                <a:ext uri="{FF2B5EF4-FFF2-40B4-BE49-F238E27FC236}">
                  <a16:creationId xmlns:a16="http://schemas.microsoft.com/office/drawing/2014/main" id="{51EF04C6-AE7B-49D9-5200-C44F678DA6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03" y="1237"/>
              <a:ext cx="19" cy="0"/>
            </a:xfrm>
            <a:prstGeom prst="line">
              <a:avLst/>
            </a:prstGeom>
            <a:noFill/>
            <a:ln w="28575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53" name="Group 198">
            <a:extLst>
              <a:ext uri="{FF2B5EF4-FFF2-40B4-BE49-F238E27FC236}">
                <a16:creationId xmlns:a16="http://schemas.microsoft.com/office/drawing/2014/main" id="{60EDB963-AD4A-DFFF-C4E0-01690FEEB568}"/>
              </a:ext>
            </a:extLst>
          </p:cNvPr>
          <p:cNvGrpSpPr>
            <a:grpSpLocks/>
          </p:cNvGrpSpPr>
          <p:nvPr/>
        </p:nvGrpSpPr>
        <p:grpSpPr bwMode="auto">
          <a:xfrm>
            <a:off x="1902396" y="2812057"/>
            <a:ext cx="31750" cy="409575"/>
            <a:chOff x="2003" y="1040"/>
            <a:chExt cx="20" cy="258"/>
          </a:xfrm>
        </p:grpSpPr>
        <p:sp>
          <p:nvSpPr>
            <p:cNvPr id="154" name="Line 199">
              <a:extLst>
                <a:ext uri="{FF2B5EF4-FFF2-40B4-BE49-F238E27FC236}">
                  <a16:creationId xmlns:a16="http://schemas.microsoft.com/office/drawing/2014/main" id="{6E6F4FCC-00D2-6398-46CF-98A75D4DB46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10" y="1040"/>
              <a:ext cx="0" cy="170"/>
            </a:xfrm>
            <a:prstGeom prst="line">
              <a:avLst/>
            </a:prstGeom>
            <a:noFill/>
            <a:ln w="38100">
              <a:solidFill>
                <a:srgbClr val="00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55" name="Line 200">
              <a:extLst>
                <a:ext uri="{FF2B5EF4-FFF2-40B4-BE49-F238E27FC236}">
                  <a16:creationId xmlns:a16="http://schemas.microsoft.com/office/drawing/2014/main" id="{E5624C45-5C84-5B35-0F73-5D2B68D06B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04" y="1298"/>
              <a:ext cx="19" cy="0"/>
            </a:xfrm>
            <a:prstGeom prst="line">
              <a:avLst/>
            </a:prstGeom>
            <a:noFill/>
            <a:ln w="28575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56" name="Line 201">
              <a:extLst>
                <a:ext uri="{FF2B5EF4-FFF2-40B4-BE49-F238E27FC236}">
                  <a16:creationId xmlns:a16="http://schemas.microsoft.com/office/drawing/2014/main" id="{8C3B0534-FCB3-8243-2AFC-04F98A2A27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03" y="1237"/>
              <a:ext cx="19" cy="0"/>
            </a:xfrm>
            <a:prstGeom prst="line">
              <a:avLst/>
            </a:prstGeom>
            <a:noFill/>
            <a:ln w="28575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157" name="Line 139">
            <a:extLst>
              <a:ext uri="{FF2B5EF4-FFF2-40B4-BE49-F238E27FC236}">
                <a16:creationId xmlns:a16="http://schemas.microsoft.com/office/drawing/2014/main" id="{0449756C-C214-5D43-4E4B-74923747582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622996" y="3096219"/>
            <a:ext cx="539750" cy="0"/>
          </a:xfrm>
          <a:prstGeom prst="line">
            <a:avLst/>
          </a:prstGeom>
          <a:noFill/>
          <a:ln w="38100">
            <a:solidFill>
              <a:srgbClr val="00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58" name="Line 140">
            <a:extLst>
              <a:ext uri="{FF2B5EF4-FFF2-40B4-BE49-F238E27FC236}">
                <a16:creationId xmlns:a16="http://schemas.microsoft.com/office/drawing/2014/main" id="{B18D9BFB-3F6C-4EAD-4152-4D69309541D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12021" y="3093044"/>
            <a:ext cx="533400" cy="0"/>
          </a:xfrm>
          <a:prstGeom prst="line">
            <a:avLst/>
          </a:prstGeom>
          <a:noFill/>
          <a:ln w="38100">
            <a:solidFill>
              <a:srgbClr val="00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159" name="Group 187">
            <a:extLst>
              <a:ext uri="{FF2B5EF4-FFF2-40B4-BE49-F238E27FC236}">
                <a16:creationId xmlns:a16="http://schemas.microsoft.com/office/drawing/2014/main" id="{B7A15365-8F7F-51D9-2406-D5B9DF3CD587}"/>
              </a:ext>
            </a:extLst>
          </p:cNvPr>
          <p:cNvGrpSpPr>
            <a:grpSpLocks/>
          </p:cNvGrpSpPr>
          <p:nvPr/>
        </p:nvGrpSpPr>
        <p:grpSpPr bwMode="auto">
          <a:xfrm>
            <a:off x="2088135" y="2764434"/>
            <a:ext cx="1201738" cy="376238"/>
            <a:chOff x="1455" y="1011"/>
            <a:chExt cx="757" cy="237"/>
          </a:xfrm>
        </p:grpSpPr>
        <p:sp>
          <p:nvSpPr>
            <p:cNvPr id="160" name="Text Box 142">
              <a:extLst>
                <a:ext uri="{FF2B5EF4-FFF2-40B4-BE49-F238E27FC236}">
                  <a16:creationId xmlns:a16="http://schemas.microsoft.com/office/drawing/2014/main" id="{C3B94CD0-CBA6-1FAF-81F0-ACFF12ED40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55" y="1017"/>
              <a:ext cx="50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i="1" u="none" strike="noStrike" kern="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e</a:t>
              </a:r>
              <a:r>
                <a:rPr kumimoji="1" lang="en-US" altLang="zh-CN" sz="1800" i="0" u="none" strike="noStrike" kern="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rPr>
                <a:t>′</a:t>
              </a:r>
            </a:p>
          </p:txBody>
        </p:sp>
        <p:grpSp>
          <p:nvGrpSpPr>
            <p:cNvPr id="161" name="Group 186">
              <a:extLst>
                <a:ext uri="{FF2B5EF4-FFF2-40B4-BE49-F238E27FC236}">
                  <a16:creationId xmlns:a16="http://schemas.microsoft.com/office/drawing/2014/main" id="{CFAF2165-3ABC-EEBF-E403-4B3C4BF240B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5" y="1198"/>
              <a:ext cx="382" cy="41"/>
              <a:chOff x="1485" y="1198"/>
              <a:chExt cx="382" cy="41"/>
            </a:xfrm>
          </p:grpSpPr>
          <p:sp>
            <p:nvSpPr>
              <p:cNvPr id="163" name="Oval 144">
                <a:extLst>
                  <a:ext uri="{FF2B5EF4-FFF2-40B4-BE49-F238E27FC236}">
                    <a16:creationId xmlns:a16="http://schemas.microsoft.com/office/drawing/2014/main" id="{B67E238F-718F-75C3-FD55-5FD8A5A4E1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85" y="1201"/>
                <a:ext cx="38" cy="38"/>
              </a:xfrm>
              <a:prstGeom prst="ellipse">
                <a:avLst/>
              </a:prstGeom>
              <a:solidFill>
                <a:srgbClr val="FFFFFF"/>
              </a:solidFill>
              <a:ln w="28575">
                <a:solidFill>
                  <a:srgbClr val="A5002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64" name="Oval 145">
                <a:extLst>
                  <a:ext uri="{FF2B5EF4-FFF2-40B4-BE49-F238E27FC236}">
                    <a16:creationId xmlns:a16="http://schemas.microsoft.com/office/drawing/2014/main" id="{5FF0A355-A2C7-CA30-D102-482014814D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29" y="1198"/>
                <a:ext cx="38" cy="38"/>
              </a:xfrm>
              <a:prstGeom prst="ellipse">
                <a:avLst/>
              </a:prstGeom>
              <a:solidFill>
                <a:srgbClr val="FFFFFF"/>
              </a:solidFill>
              <a:ln w="28575">
                <a:solidFill>
                  <a:srgbClr val="A5002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162" name="Text Box 146">
              <a:extLst>
                <a:ext uri="{FF2B5EF4-FFF2-40B4-BE49-F238E27FC236}">
                  <a16:creationId xmlns:a16="http://schemas.microsoft.com/office/drawing/2014/main" id="{F31260CF-9F01-B7B4-E6A0-80FF2550FC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06" y="1011"/>
              <a:ext cx="50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i="1" u="none" strike="noStrike" kern="0" cap="none" spc="0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f </a:t>
              </a:r>
              <a:r>
                <a:rPr kumimoji="1" lang="en-US" altLang="zh-CN" sz="1800" i="0" u="none" strike="noStrike" kern="0" cap="none" spc="0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rPr>
                <a:t>′</a:t>
              </a:r>
            </a:p>
          </p:txBody>
        </p:sp>
      </p:grpSp>
      <p:sp>
        <p:nvSpPr>
          <p:cNvPr id="165" name="Text Box 205">
            <a:extLst>
              <a:ext uri="{FF2B5EF4-FFF2-40B4-BE49-F238E27FC236}">
                <a16:creationId xmlns:a16="http://schemas.microsoft.com/office/drawing/2014/main" id="{475639F9-B64C-A62D-76B8-C97863F32A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49616" y="1403721"/>
            <a:ext cx="202331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2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2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空间分析</a:t>
            </a:r>
          </a:p>
        </p:txBody>
      </p:sp>
      <p:sp>
        <p:nvSpPr>
          <p:cNvPr id="166" name="Text Box 207">
            <a:extLst>
              <a:ext uri="{FF2B5EF4-FFF2-40B4-BE49-F238E27FC236}">
                <a16:creationId xmlns:a16="http://schemas.microsoft.com/office/drawing/2014/main" id="{B92C750E-F61B-01B5-96EF-E82E27A362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49616" y="2727174"/>
            <a:ext cx="130516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2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</a:t>
            </a:r>
            <a:r>
              <a:rPr lang="zh-CN" altLang="en-US" sz="2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作图</a:t>
            </a:r>
          </a:p>
        </p:txBody>
      </p:sp>
      <p:sp>
        <p:nvSpPr>
          <p:cNvPr id="167" name="Rectangle 208">
            <a:extLst>
              <a:ext uri="{FF2B5EF4-FFF2-40B4-BE49-F238E27FC236}">
                <a16:creationId xmlns:a16="http://schemas.microsoft.com/office/drawing/2014/main" id="{EA5DE1E8-6A73-DBB9-DA78-BF71BE010F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08168" y="3277600"/>
            <a:ext cx="269817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8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求后棱面的交线</a:t>
            </a:r>
          </a:p>
        </p:txBody>
      </p:sp>
      <p:sp>
        <p:nvSpPr>
          <p:cNvPr id="168" name="Rectangle 210">
            <a:extLst>
              <a:ext uri="{FF2B5EF4-FFF2-40B4-BE49-F238E27FC236}">
                <a16:creationId xmlns:a16="http://schemas.microsoft.com/office/drawing/2014/main" id="{1B5B2586-F237-D290-55F5-43A5146F85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08168" y="3827371"/>
            <a:ext cx="305724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8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求前侧棱面的交线</a:t>
            </a:r>
          </a:p>
        </p:txBody>
      </p:sp>
      <p:sp>
        <p:nvSpPr>
          <p:cNvPr id="169" name="Rectangle 215">
            <a:extLst>
              <a:ext uri="{FF2B5EF4-FFF2-40B4-BE49-F238E27FC236}">
                <a16:creationId xmlns:a16="http://schemas.microsoft.com/office/drawing/2014/main" id="{DCF9E482-5191-8A7A-B38E-014EEF862C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49616" y="4482701"/>
            <a:ext cx="268054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2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 </a:t>
            </a:r>
            <a:r>
              <a:rPr lang="zh-CN" altLang="en-US" sz="2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检查 </a:t>
            </a:r>
            <a:r>
              <a:rPr lang="en-US" altLang="zh-CN" sz="2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r>
              <a:rPr lang="zh-CN" altLang="en-US" sz="2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轮廓线</a:t>
            </a:r>
          </a:p>
        </p:txBody>
      </p:sp>
      <p:sp>
        <p:nvSpPr>
          <p:cNvPr id="170" name="Line 132">
            <a:extLst>
              <a:ext uri="{FF2B5EF4-FFF2-40B4-BE49-F238E27FC236}">
                <a16:creationId xmlns:a16="http://schemas.microsoft.com/office/drawing/2014/main" id="{C69E09BD-B810-ECC2-AFC5-AAB4B6636E95}"/>
              </a:ext>
            </a:extLst>
          </p:cNvPr>
          <p:cNvSpPr>
            <a:spLocks noChangeShapeType="1"/>
          </p:cNvSpPr>
          <p:nvPr/>
        </p:nvSpPr>
        <p:spPr bwMode="auto">
          <a:xfrm>
            <a:off x="1892871" y="2816819"/>
            <a:ext cx="1095375" cy="0"/>
          </a:xfrm>
          <a:prstGeom prst="line">
            <a:avLst/>
          </a:prstGeom>
          <a:noFill/>
          <a:ln w="38100">
            <a:solidFill>
              <a:srgbClr val="00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71" name="Rectangle 235">
            <a:extLst>
              <a:ext uri="{FF2B5EF4-FFF2-40B4-BE49-F238E27FC236}">
                <a16:creationId xmlns:a16="http://schemas.microsoft.com/office/drawing/2014/main" id="{67E943E8-CFE8-0F4A-6792-13A8E60DB2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08168" y="5033127"/>
            <a:ext cx="219162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8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圆柱轮廓线  </a:t>
            </a:r>
          </a:p>
        </p:txBody>
      </p:sp>
      <p:sp>
        <p:nvSpPr>
          <p:cNvPr id="172" name="Rectangle 236">
            <a:extLst>
              <a:ext uri="{FF2B5EF4-FFF2-40B4-BE49-F238E27FC236}">
                <a16:creationId xmlns:a16="http://schemas.microsoft.com/office/drawing/2014/main" id="{82B92854-A134-4273-DB4F-A99668DC03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08168" y="5582898"/>
            <a:ext cx="198002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8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棱柱轮廓线</a:t>
            </a:r>
          </a:p>
        </p:txBody>
      </p:sp>
      <p:grpSp>
        <p:nvGrpSpPr>
          <p:cNvPr id="173" name="Group 239">
            <a:extLst>
              <a:ext uri="{FF2B5EF4-FFF2-40B4-BE49-F238E27FC236}">
                <a16:creationId xmlns:a16="http://schemas.microsoft.com/office/drawing/2014/main" id="{522C1CF9-B9EB-0C04-D443-D236A45B67E5}"/>
              </a:ext>
            </a:extLst>
          </p:cNvPr>
          <p:cNvGrpSpPr>
            <a:grpSpLocks/>
          </p:cNvGrpSpPr>
          <p:nvPr/>
        </p:nvGrpSpPr>
        <p:grpSpPr bwMode="auto">
          <a:xfrm>
            <a:off x="1956371" y="3386733"/>
            <a:ext cx="3094038" cy="1227138"/>
            <a:chOff x="1372" y="1403"/>
            <a:chExt cx="1949" cy="773"/>
          </a:xfrm>
        </p:grpSpPr>
        <p:sp>
          <p:nvSpPr>
            <p:cNvPr id="174" name="Text Box 224">
              <a:extLst>
                <a:ext uri="{FF2B5EF4-FFF2-40B4-BE49-F238E27FC236}">
                  <a16:creationId xmlns:a16="http://schemas.microsoft.com/office/drawing/2014/main" id="{C9DF1C76-C59B-EBFF-3ECD-FB67EBC6FD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47" y="1943"/>
              <a:ext cx="1174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lang="zh-CN" altLang="en-US" sz="1800" dirty="0">
                  <a:solidFill>
                    <a:srgbClr val="A50021"/>
                  </a:solidFill>
                  <a:latin typeface="+mj-ea"/>
                  <a:ea typeface="+mj-ea"/>
                </a:rPr>
                <a:t>棱线终止点</a:t>
              </a:r>
            </a:p>
          </p:txBody>
        </p:sp>
        <p:grpSp>
          <p:nvGrpSpPr>
            <p:cNvPr id="175" name="Group 238">
              <a:extLst>
                <a:ext uri="{FF2B5EF4-FFF2-40B4-BE49-F238E27FC236}">
                  <a16:creationId xmlns:a16="http://schemas.microsoft.com/office/drawing/2014/main" id="{870A64BE-7D94-6B6B-32F6-982DFF01304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72" y="1403"/>
              <a:ext cx="1031" cy="560"/>
              <a:chOff x="1372" y="1403"/>
              <a:chExt cx="1031" cy="560"/>
            </a:xfrm>
          </p:grpSpPr>
          <p:sp>
            <p:nvSpPr>
              <p:cNvPr id="176" name="Line 226">
                <a:extLst>
                  <a:ext uri="{FF2B5EF4-FFF2-40B4-BE49-F238E27FC236}">
                    <a16:creationId xmlns:a16="http://schemas.microsoft.com/office/drawing/2014/main" id="{9E7674CE-7488-B7C0-1D28-A27D26BE53F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004" y="1403"/>
                <a:ext cx="399" cy="558"/>
              </a:xfrm>
              <a:prstGeom prst="line">
                <a:avLst/>
              </a:prstGeom>
              <a:noFill/>
              <a:ln w="9525">
                <a:solidFill>
                  <a:srgbClr val="A5002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77" name="Line 227">
                <a:extLst>
                  <a:ext uri="{FF2B5EF4-FFF2-40B4-BE49-F238E27FC236}">
                    <a16:creationId xmlns:a16="http://schemas.microsoft.com/office/drawing/2014/main" id="{AC8B4423-CFD2-361A-47E8-7ED16CB7F8E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372" y="1405"/>
                <a:ext cx="1029" cy="558"/>
              </a:xfrm>
              <a:prstGeom prst="line">
                <a:avLst/>
              </a:prstGeom>
              <a:noFill/>
              <a:ln w="9525">
                <a:solidFill>
                  <a:srgbClr val="A5002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78" name="Line 237">
                <a:extLst>
                  <a:ext uri="{FF2B5EF4-FFF2-40B4-BE49-F238E27FC236}">
                    <a16:creationId xmlns:a16="http://schemas.microsoft.com/office/drawing/2014/main" id="{948961B8-C564-8B6F-874F-EDE7835AD9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14" y="1464"/>
                <a:ext cx="680" cy="493"/>
              </a:xfrm>
              <a:prstGeom prst="line">
                <a:avLst/>
              </a:prstGeom>
              <a:noFill/>
              <a:ln w="9525">
                <a:solidFill>
                  <a:srgbClr val="A5002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+mj-ea"/>
                  <a:ea typeface="+mj-ea"/>
                </a:endParaRPr>
              </a:p>
            </p:txBody>
          </p:sp>
        </p:grpSp>
      </p:grpSp>
      <p:sp>
        <p:nvSpPr>
          <p:cNvPr id="179" name="Text Box 23">
            <a:extLst>
              <a:ext uri="{FF2B5EF4-FFF2-40B4-BE49-F238E27FC236}">
                <a16:creationId xmlns:a16="http://schemas.microsoft.com/office/drawing/2014/main" id="{16EC63D5-DE85-13A4-0C0A-F73FC816DB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360" y="1156295"/>
            <a:ext cx="611096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CN" altLang="en-US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三棱柱与圆柱相贯</a:t>
            </a:r>
            <a:r>
              <a:rPr lang="en-US" altLang="zh-CN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求作主视图</a:t>
            </a:r>
          </a:p>
        </p:txBody>
      </p:sp>
      <p:sp>
        <p:nvSpPr>
          <p:cNvPr id="180" name="Text Box 205">
            <a:extLst>
              <a:ext uri="{FF2B5EF4-FFF2-40B4-BE49-F238E27FC236}">
                <a16:creationId xmlns:a16="http://schemas.microsoft.com/office/drawing/2014/main" id="{D8FB189F-AF84-C5CC-EB03-FD74C2EBDE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49616" y="2059051"/>
            <a:ext cx="202331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2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sz="2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投影分析</a:t>
            </a:r>
          </a:p>
        </p:txBody>
      </p:sp>
    </p:spTree>
    <p:extLst>
      <p:ext uri="{BB962C8B-B14F-4D97-AF65-F5344CB8AC3E}">
        <p14:creationId xmlns:p14="http://schemas.microsoft.com/office/powerpoint/2010/main" val="2334174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0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5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"/>
                            </p:stCondLst>
                            <p:childTnLst>
                              <p:par>
                                <p:cTn id="7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500"/>
                            </p:stCondLst>
                            <p:childTnLst>
                              <p:par>
                                <p:cTn id="9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500"/>
                            </p:stCondLst>
                            <p:childTnLst>
                              <p:par>
                                <p:cTn id="10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7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2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7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500"/>
                            </p:stCondLst>
                            <p:childTnLst>
                              <p:par>
                                <p:cTn id="1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1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6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6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1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1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6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1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6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1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" grpId="0" animBg="1"/>
      <p:bldP spid="94" grpId="0" animBg="1"/>
      <p:bldP spid="102" grpId="0" animBg="1"/>
      <p:bldP spid="103" grpId="0" animBg="1"/>
      <p:bldP spid="131" grpId="0" animBg="1"/>
      <p:bldP spid="157" grpId="0" animBg="1"/>
      <p:bldP spid="158" grpId="0" animBg="1"/>
      <p:bldP spid="165" grpId="0"/>
      <p:bldP spid="166" grpId="0"/>
      <p:bldP spid="167" grpId="0"/>
      <p:bldP spid="168" grpId="0"/>
      <p:bldP spid="169" grpId="0"/>
      <p:bldP spid="170" grpId="0" animBg="1"/>
      <p:bldP spid="171" grpId="0"/>
      <p:bldP spid="172" grpId="0"/>
      <p:bldP spid="18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95436D-1384-9417-1DD5-1DE51AD3E5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0836202-8C9F-1C1D-8690-4D07BC3DAF67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2707898" y="2727903"/>
            <a:ext cx="6776215" cy="830997"/>
          </a:xfr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zh-CN" sz="48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8.4 </a:t>
            </a:r>
            <a:r>
              <a:rPr lang="zh-CN" altLang="en-US" sz="48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回转体与回转体相交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8A6BD798-165C-C7CF-D119-F677AD7B39E3}"/>
              </a:ext>
            </a:extLst>
          </p:cNvPr>
          <p:cNvSpPr/>
          <p:nvPr/>
        </p:nvSpPr>
        <p:spPr>
          <a:xfrm>
            <a:off x="2783632" y="1136817"/>
            <a:ext cx="41870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A50021"/>
                </a:solidFill>
                <a:latin typeface="华文新魏" pitchFamily="2" charset="-122"/>
                <a:ea typeface="华文新魏" pitchFamily="2" charset="-122"/>
              </a:rPr>
              <a:t>8</a:t>
            </a:r>
            <a:endParaRPr lang="zh-CN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3851022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3A1930-6D5F-D21E-EEAC-5294E9DDB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8">
            <a:extLst>
              <a:ext uri="{FF2B5EF4-FFF2-40B4-BE49-F238E27FC236}">
                <a16:creationId xmlns:a16="http://schemas.microsoft.com/office/drawing/2014/main" id="{68C35A33-A710-74EE-838F-31AAF9A93E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619" y="412176"/>
            <a:ext cx="45801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8.4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回转体与回转体相交</a:t>
            </a:r>
          </a:p>
        </p:txBody>
      </p:sp>
      <p:sp>
        <p:nvSpPr>
          <p:cNvPr id="16" name="灯片编号占位符 3">
            <a:extLst>
              <a:ext uri="{FF2B5EF4-FFF2-40B4-BE49-F238E27FC236}">
                <a16:creationId xmlns:a16="http://schemas.microsoft.com/office/drawing/2014/main" id="{FCDC606A-F521-D941-55A7-CD7C84E51E73}"/>
              </a:ext>
            </a:extLst>
          </p:cNvPr>
          <p:cNvSpPr txBox="1">
            <a:spLocks/>
          </p:cNvSpPr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  <a:pPr/>
              <a:t>19</a:t>
            </a:fld>
            <a:endParaRPr lang="en-US" altLang="zh-CN" dirty="0"/>
          </a:p>
        </p:txBody>
      </p:sp>
      <p:sp>
        <p:nvSpPr>
          <p:cNvPr id="2" name="Text Box 13">
            <a:extLst>
              <a:ext uri="{FF2B5EF4-FFF2-40B4-BE49-F238E27FC236}">
                <a16:creationId xmlns:a16="http://schemas.microsoft.com/office/drawing/2014/main" id="{D2BB9625-E894-C684-8CFB-74DB5819BD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4064" y="1310864"/>
            <a:ext cx="277031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相贯线的形状</a:t>
            </a:r>
            <a:endParaRPr kumimoji="1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Picture 15">
            <a:extLst>
              <a:ext uri="{FF2B5EF4-FFF2-40B4-BE49-F238E27FC236}">
                <a16:creationId xmlns:a16="http://schemas.microsoft.com/office/drawing/2014/main" id="{C22A1B61-0BA5-B17B-088D-82BE1195CA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lum bright="1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8128" y="1343987"/>
            <a:ext cx="1619250" cy="1333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 Box 21">
            <a:extLst>
              <a:ext uri="{FF2B5EF4-FFF2-40B4-BE49-F238E27FC236}">
                <a16:creationId xmlns:a16="http://schemas.microsoft.com/office/drawing/2014/main" id="{13D7384F-46C3-E56F-BAB8-2576E275ED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7139" y="4712185"/>
            <a:ext cx="3108543" cy="424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457200" indent="-4572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积聚性表面取点法</a:t>
            </a:r>
            <a:endParaRPr lang="zh-CN" altLang="en-US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Symbol" panose="05050102010706020507" pitchFamily="18" charset="2"/>
            </a:endParaRPr>
          </a:p>
        </p:txBody>
      </p:sp>
      <p:sp>
        <p:nvSpPr>
          <p:cNvPr id="5" name="Text Box 22">
            <a:extLst>
              <a:ext uri="{FF2B5EF4-FFF2-40B4-BE49-F238E27FC236}">
                <a16:creationId xmlns:a16="http://schemas.microsoft.com/office/drawing/2014/main" id="{CE46BF65-BFD2-E401-7FB1-12CDA467C4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7139" y="5157192"/>
            <a:ext cx="218521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457200" indent="-4572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辅助平面法</a:t>
            </a:r>
          </a:p>
        </p:txBody>
      </p:sp>
      <p:sp>
        <p:nvSpPr>
          <p:cNvPr id="6" name="Text Box 29">
            <a:extLst>
              <a:ext uri="{FF2B5EF4-FFF2-40B4-BE49-F238E27FC236}">
                <a16:creationId xmlns:a16="http://schemas.microsoft.com/office/drawing/2014/main" id="{C2932DAA-E85E-4397-9609-6513B585F3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9189" y="1863959"/>
            <a:ext cx="480131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kumimoji="1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相贯线一般为光滑封闭的空间曲线</a:t>
            </a:r>
          </a:p>
        </p:txBody>
      </p:sp>
      <p:grpSp>
        <p:nvGrpSpPr>
          <p:cNvPr id="7" name="Group 15">
            <a:extLst>
              <a:ext uri="{FF2B5EF4-FFF2-40B4-BE49-F238E27FC236}">
                <a16:creationId xmlns:a16="http://schemas.microsoft.com/office/drawing/2014/main" id="{6B6E48AD-3015-7828-6683-FB06F374439D}"/>
              </a:ext>
            </a:extLst>
          </p:cNvPr>
          <p:cNvGrpSpPr>
            <a:grpSpLocks/>
          </p:cNvGrpSpPr>
          <p:nvPr/>
        </p:nvGrpSpPr>
        <p:grpSpPr bwMode="auto">
          <a:xfrm>
            <a:off x="9868070" y="1411456"/>
            <a:ext cx="1284287" cy="1198563"/>
            <a:chOff x="2444" y="1408"/>
            <a:chExt cx="1089" cy="1011"/>
          </a:xfrm>
        </p:grpSpPr>
        <p:sp>
          <p:nvSpPr>
            <p:cNvPr id="8" name="Freeform 16">
              <a:extLst>
                <a:ext uri="{FF2B5EF4-FFF2-40B4-BE49-F238E27FC236}">
                  <a16:creationId xmlns:a16="http://schemas.microsoft.com/office/drawing/2014/main" id="{6755CF33-98E8-D3CA-3C8F-FAC2EA2765BF}"/>
                </a:ext>
              </a:extLst>
            </p:cNvPr>
            <p:cNvSpPr>
              <a:spLocks/>
            </p:cNvSpPr>
            <p:nvPr/>
          </p:nvSpPr>
          <p:spPr bwMode="auto">
            <a:xfrm>
              <a:off x="2498" y="1408"/>
              <a:ext cx="1035" cy="968"/>
            </a:xfrm>
            <a:custGeom>
              <a:avLst/>
              <a:gdLst>
                <a:gd name="T0" fmla="*/ 0 w 1333"/>
                <a:gd name="T1" fmla="*/ 2 h 1246"/>
                <a:gd name="T2" fmla="*/ 2 w 1333"/>
                <a:gd name="T3" fmla="*/ 2 h 1246"/>
                <a:gd name="T4" fmla="*/ 2 w 1333"/>
                <a:gd name="T5" fmla="*/ 2 h 1246"/>
                <a:gd name="T6" fmla="*/ 2 w 1333"/>
                <a:gd name="T7" fmla="*/ 2 h 1246"/>
                <a:gd name="T8" fmla="*/ 2 w 1333"/>
                <a:gd name="T9" fmla="*/ 2 h 1246"/>
                <a:gd name="T10" fmla="*/ 2 w 1333"/>
                <a:gd name="T11" fmla="*/ 2 h 1246"/>
                <a:gd name="T12" fmla="*/ 2 w 1333"/>
                <a:gd name="T13" fmla="*/ 2 h 1246"/>
                <a:gd name="T14" fmla="*/ 2 w 1333"/>
                <a:gd name="T15" fmla="*/ 2 h 1246"/>
                <a:gd name="T16" fmla="*/ 2 w 1333"/>
                <a:gd name="T17" fmla="*/ 2 h 1246"/>
                <a:gd name="T18" fmla="*/ 2 w 1333"/>
                <a:gd name="T19" fmla="*/ 2 h 1246"/>
                <a:gd name="T20" fmla="*/ 2 w 1333"/>
                <a:gd name="T21" fmla="*/ 2 h 1246"/>
                <a:gd name="T22" fmla="*/ 2 w 1333"/>
                <a:gd name="T23" fmla="*/ 2 h 1246"/>
                <a:gd name="T24" fmla="*/ 2 w 1333"/>
                <a:gd name="T25" fmla="*/ 2 h 1246"/>
                <a:gd name="T26" fmla="*/ 2 w 1333"/>
                <a:gd name="T27" fmla="*/ 0 h 1246"/>
                <a:gd name="T28" fmla="*/ 2 w 1333"/>
                <a:gd name="T29" fmla="*/ 2 h 1246"/>
                <a:gd name="T30" fmla="*/ 2 w 1333"/>
                <a:gd name="T31" fmla="*/ 2 h 1246"/>
                <a:gd name="T32" fmla="*/ 2 w 1333"/>
                <a:gd name="T33" fmla="*/ 2 h 1246"/>
                <a:gd name="T34" fmla="*/ 2 w 1333"/>
                <a:gd name="T35" fmla="*/ 2 h 1246"/>
                <a:gd name="T36" fmla="*/ 2 w 1333"/>
                <a:gd name="T37" fmla="*/ 2 h 1246"/>
                <a:gd name="T38" fmla="*/ 2 w 1333"/>
                <a:gd name="T39" fmla="*/ 2 h 1246"/>
                <a:gd name="T40" fmla="*/ 2 w 1333"/>
                <a:gd name="T41" fmla="*/ 2 h 1246"/>
                <a:gd name="T42" fmla="*/ 2 w 1333"/>
                <a:gd name="T43" fmla="*/ 2 h 1246"/>
                <a:gd name="T44" fmla="*/ 2 w 1333"/>
                <a:gd name="T45" fmla="*/ 2 h 1246"/>
                <a:gd name="T46" fmla="*/ 2 w 1333"/>
                <a:gd name="T47" fmla="*/ 2 h 1246"/>
                <a:gd name="T48" fmla="*/ 2 w 1333"/>
                <a:gd name="T49" fmla="*/ 2 h 1246"/>
                <a:gd name="T50" fmla="*/ 2 w 1333"/>
                <a:gd name="T51" fmla="*/ 2 h 1246"/>
                <a:gd name="T52" fmla="*/ 2 w 1333"/>
                <a:gd name="T53" fmla="*/ 2 h 1246"/>
                <a:gd name="T54" fmla="*/ 2 w 1333"/>
                <a:gd name="T55" fmla="*/ 2 h 1246"/>
                <a:gd name="T56" fmla="*/ 2 w 1333"/>
                <a:gd name="T57" fmla="*/ 2 h 1246"/>
                <a:gd name="T58" fmla="*/ 2 w 1333"/>
                <a:gd name="T59" fmla="*/ 2 h 1246"/>
                <a:gd name="T60" fmla="*/ 2 w 1333"/>
                <a:gd name="T61" fmla="*/ 2 h 1246"/>
                <a:gd name="T62" fmla="*/ 2 w 1333"/>
                <a:gd name="T63" fmla="*/ 2 h 1246"/>
                <a:gd name="T64" fmla="*/ 2 w 1333"/>
                <a:gd name="T65" fmla="*/ 2 h 1246"/>
                <a:gd name="T66" fmla="*/ 2 w 1333"/>
                <a:gd name="T67" fmla="*/ 2 h 1246"/>
                <a:gd name="T68" fmla="*/ 2 w 1333"/>
                <a:gd name="T69" fmla="*/ 2 h 1246"/>
                <a:gd name="T70" fmla="*/ 2 w 1333"/>
                <a:gd name="T71" fmla="*/ 2 h 1246"/>
                <a:gd name="T72" fmla="*/ 2 w 1333"/>
                <a:gd name="T73" fmla="*/ 2 h 1246"/>
                <a:gd name="T74" fmla="*/ 2 w 1333"/>
                <a:gd name="T75" fmla="*/ 2 h 1246"/>
                <a:gd name="T76" fmla="*/ 2 w 1333"/>
                <a:gd name="T77" fmla="*/ 2 h 1246"/>
                <a:gd name="T78" fmla="*/ 2 w 1333"/>
                <a:gd name="T79" fmla="*/ 2 h 1246"/>
                <a:gd name="T80" fmla="*/ 2 w 1333"/>
                <a:gd name="T81" fmla="*/ 2 h 1246"/>
                <a:gd name="T82" fmla="*/ 2 w 1333"/>
                <a:gd name="T83" fmla="*/ 2 h 1246"/>
                <a:gd name="T84" fmla="*/ 0 w 1333"/>
                <a:gd name="T85" fmla="*/ 2 h 124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1333"/>
                <a:gd name="T130" fmla="*/ 0 h 1246"/>
                <a:gd name="T131" fmla="*/ 1333 w 1333"/>
                <a:gd name="T132" fmla="*/ 1246 h 124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1333" h="1246">
                  <a:moveTo>
                    <a:pt x="0" y="482"/>
                  </a:moveTo>
                  <a:lnTo>
                    <a:pt x="363" y="279"/>
                  </a:lnTo>
                  <a:lnTo>
                    <a:pt x="385" y="347"/>
                  </a:lnTo>
                  <a:lnTo>
                    <a:pt x="428" y="379"/>
                  </a:lnTo>
                  <a:lnTo>
                    <a:pt x="531" y="455"/>
                  </a:lnTo>
                  <a:lnTo>
                    <a:pt x="661" y="488"/>
                  </a:lnTo>
                  <a:lnTo>
                    <a:pt x="802" y="444"/>
                  </a:lnTo>
                  <a:lnTo>
                    <a:pt x="862" y="320"/>
                  </a:lnTo>
                  <a:lnTo>
                    <a:pt x="840" y="228"/>
                  </a:lnTo>
                  <a:lnTo>
                    <a:pt x="786" y="157"/>
                  </a:lnTo>
                  <a:lnTo>
                    <a:pt x="726" y="114"/>
                  </a:lnTo>
                  <a:lnTo>
                    <a:pt x="669" y="103"/>
                  </a:lnTo>
                  <a:lnTo>
                    <a:pt x="807" y="16"/>
                  </a:lnTo>
                  <a:lnTo>
                    <a:pt x="867" y="0"/>
                  </a:lnTo>
                  <a:lnTo>
                    <a:pt x="943" y="11"/>
                  </a:lnTo>
                  <a:lnTo>
                    <a:pt x="1002" y="27"/>
                  </a:lnTo>
                  <a:lnTo>
                    <a:pt x="1073" y="70"/>
                  </a:lnTo>
                  <a:lnTo>
                    <a:pt x="1127" y="114"/>
                  </a:lnTo>
                  <a:lnTo>
                    <a:pt x="1181" y="168"/>
                  </a:lnTo>
                  <a:lnTo>
                    <a:pt x="1219" y="222"/>
                  </a:lnTo>
                  <a:lnTo>
                    <a:pt x="1273" y="309"/>
                  </a:lnTo>
                  <a:lnTo>
                    <a:pt x="1311" y="390"/>
                  </a:lnTo>
                  <a:lnTo>
                    <a:pt x="1328" y="488"/>
                  </a:lnTo>
                  <a:lnTo>
                    <a:pt x="1333" y="563"/>
                  </a:lnTo>
                  <a:lnTo>
                    <a:pt x="1317" y="656"/>
                  </a:lnTo>
                  <a:lnTo>
                    <a:pt x="1290" y="721"/>
                  </a:lnTo>
                  <a:lnTo>
                    <a:pt x="1241" y="769"/>
                  </a:lnTo>
                  <a:lnTo>
                    <a:pt x="937" y="953"/>
                  </a:lnTo>
                  <a:lnTo>
                    <a:pt x="889" y="959"/>
                  </a:lnTo>
                  <a:lnTo>
                    <a:pt x="840" y="970"/>
                  </a:lnTo>
                  <a:lnTo>
                    <a:pt x="789" y="987"/>
                  </a:lnTo>
                  <a:lnTo>
                    <a:pt x="746" y="1031"/>
                  </a:lnTo>
                  <a:lnTo>
                    <a:pt x="702" y="1089"/>
                  </a:lnTo>
                  <a:lnTo>
                    <a:pt x="415" y="1246"/>
                  </a:lnTo>
                  <a:lnTo>
                    <a:pt x="471" y="1186"/>
                  </a:lnTo>
                  <a:lnTo>
                    <a:pt x="504" y="1105"/>
                  </a:lnTo>
                  <a:lnTo>
                    <a:pt x="509" y="1002"/>
                  </a:lnTo>
                  <a:lnTo>
                    <a:pt x="488" y="916"/>
                  </a:lnTo>
                  <a:lnTo>
                    <a:pt x="455" y="796"/>
                  </a:lnTo>
                  <a:lnTo>
                    <a:pt x="396" y="704"/>
                  </a:lnTo>
                  <a:lnTo>
                    <a:pt x="287" y="596"/>
                  </a:lnTo>
                  <a:lnTo>
                    <a:pt x="152" y="525"/>
                  </a:lnTo>
                  <a:lnTo>
                    <a:pt x="0" y="482"/>
                  </a:lnTo>
                  <a:close/>
                </a:path>
              </a:pathLst>
            </a:custGeom>
            <a:gradFill rotWithShape="0">
              <a:gsLst>
                <a:gs pos="0">
                  <a:srgbClr val="004E00"/>
                </a:gs>
                <a:gs pos="50000">
                  <a:srgbClr val="008000"/>
                </a:gs>
                <a:gs pos="100000">
                  <a:srgbClr val="004E00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" name="Oval 17">
              <a:extLst>
                <a:ext uri="{FF2B5EF4-FFF2-40B4-BE49-F238E27FC236}">
                  <a16:creationId xmlns:a16="http://schemas.microsoft.com/office/drawing/2014/main" id="{C71963B1-706E-6F84-530E-8E40CBC232D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1827933">
              <a:off x="2444" y="1741"/>
              <a:ext cx="431" cy="678"/>
            </a:xfrm>
            <a:prstGeom prst="ellipse">
              <a:avLst/>
            </a:prstGeom>
            <a:solidFill>
              <a:srgbClr val="00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" name="Freeform 18">
              <a:extLst>
                <a:ext uri="{FF2B5EF4-FFF2-40B4-BE49-F238E27FC236}">
                  <a16:creationId xmlns:a16="http://schemas.microsoft.com/office/drawing/2014/main" id="{5DE2ADC0-2818-C490-9123-6353D9E93B38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8" y="1479"/>
              <a:ext cx="407" cy="324"/>
            </a:xfrm>
            <a:custGeom>
              <a:avLst/>
              <a:gdLst>
                <a:gd name="T0" fmla="*/ 0 w 1164"/>
                <a:gd name="T1" fmla="*/ 0 h 924"/>
                <a:gd name="T2" fmla="*/ 0 w 1164"/>
                <a:gd name="T3" fmla="*/ 0 h 924"/>
                <a:gd name="T4" fmla="*/ 0 w 1164"/>
                <a:gd name="T5" fmla="*/ 0 h 924"/>
                <a:gd name="T6" fmla="*/ 0 w 1164"/>
                <a:gd name="T7" fmla="*/ 0 h 924"/>
                <a:gd name="T8" fmla="*/ 0 w 1164"/>
                <a:gd name="T9" fmla="*/ 0 h 924"/>
                <a:gd name="T10" fmla="*/ 0 w 1164"/>
                <a:gd name="T11" fmla="*/ 0 h 924"/>
                <a:gd name="T12" fmla="*/ 0 w 1164"/>
                <a:gd name="T13" fmla="*/ 0 h 924"/>
                <a:gd name="T14" fmla="*/ 0 w 1164"/>
                <a:gd name="T15" fmla="*/ 0 h 924"/>
                <a:gd name="T16" fmla="*/ 0 w 1164"/>
                <a:gd name="T17" fmla="*/ 0 h 924"/>
                <a:gd name="T18" fmla="*/ 0 w 1164"/>
                <a:gd name="T19" fmla="*/ 0 h 924"/>
                <a:gd name="T20" fmla="*/ 0 w 1164"/>
                <a:gd name="T21" fmla="*/ 0 h 924"/>
                <a:gd name="T22" fmla="*/ 0 w 1164"/>
                <a:gd name="T23" fmla="*/ 0 h 924"/>
                <a:gd name="T24" fmla="*/ 0 w 1164"/>
                <a:gd name="T25" fmla="*/ 0 h 924"/>
                <a:gd name="T26" fmla="*/ 0 w 1164"/>
                <a:gd name="T27" fmla="*/ 0 h 924"/>
                <a:gd name="T28" fmla="*/ 0 w 1164"/>
                <a:gd name="T29" fmla="*/ 0 h 924"/>
                <a:gd name="T30" fmla="*/ 0 w 1164"/>
                <a:gd name="T31" fmla="*/ 0 h 924"/>
                <a:gd name="T32" fmla="*/ 0 w 1164"/>
                <a:gd name="T33" fmla="*/ 0 h 924"/>
                <a:gd name="T34" fmla="*/ 0 w 1164"/>
                <a:gd name="T35" fmla="*/ 0 h 924"/>
                <a:gd name="T36" fmla="*/ 0 w 1164"/>
                <a:gd name="T37" fmla="*/ 0 h 924"/>
                <a:gd name="T38" fmla="*/ 0 w 1164"/>
                <a:gd name="T39" fmla="*/ 0 h 924"/>
                <a:gd name="T40" fmla="*/ 0 w 1164"/>
                <a:gd name="T41" fmla="*/ 0 h 924"/>
                <a:gd name="T42" fmla="*/ 0 w 1164"/>
                <a:gd name="T43" fmla="*/ 0 h 924"/>
                <a:gd name="T44" fmla="*/ 0 w 1164"/>
                <a:gd name="T45" fmla="*/ 0 h 924"/>
                <a:gd name="T46" fmla="*/ 0 w 1164"/>
                <a:gd name="T47" fmla="*/ 0 h 924"/>
                <a:gd name="T48" fmla="*/ 0 w 1164"/>
                <a:gd name="T49" fmla="*/ 0 h 924"/>
                <a:gd name="T50" fmla="*/ 0 w 1164"/>
                <a:gd name="T51" fmla="*/ 0 h 924"/>
                <a:gd name="T52" fmla="*/ 0 w 1164"/>
                <a:gd name="T53" fmla="*/ 0 h 924"/>
                <a:gd name="T54" fmla="*/ 0 w 1164"/>
                <a:gd name="T55" fmla="*/ 0 h 924"/>
                <a:gd name="T56" fmla="*/ 0 w 1164"/>
                <a:gd name="T57" fmla="*/ 0 h 924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w 1164"/>
                <a:gd name="T88" fmla="*/ 0 h 924"/>
                <a:gd name="T89" fmla="*/ 1164 w 1164"/>
                <a:gd name="T90" fmla="*/ 924 h 924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T87" t="T88" r="T89" b="T90"/>
              <a:pathLst>
                <a:path w="1164" h="924">
                  <a:moveTo>
                    <a:pt x="516" y="300"/>
                  </a:moveTo>
                  <a:lnTo>
                    <a:pt x="624" y="216"/>
                  </a:lnTo>
                  <a:lnTo>
                    <a:pt x="672" y="132"/>
                  </a:lnTo>
                  <a:cubicBezTo>
                    <a:pt x="708" y="72"/>
                    <a:pt x="684" y="46"/>
                    <a:pt x="708" y="24"/>
                  </a:cubicBezTo>
                  <a:lnTo>
                    <a:pt x="816" y="0"/>
                  </a:lnTo>
                  <a:lnTo>
                    <a:pt x="912" y="36"/>
                  </a:lnTo>
                  <a:lnTo>
                    <a:pt x="1020" y="108"/>
                  </a:lnTo>
                  <a:lnTo>
                    <a:pt x="1092" y="204"/>
                  </a:lnTo>
                  <a:lnTo>
                    <a:pt x="1140" y="288"/>
                  </a:lnTo>
                  <a:lnTo>
                    <a:pt x="1164" y="396"/>
                  </a:lnTo>
                  <a:lnTo>
                    <a:pt x="1164" y="516"/>
                  </a:lnTo>
                  <a:lnTo>
                    <a:pt x="1152" y="636"/>
                  </a:lnTo>
                  <a:lnTo>
                    <a:pt x="1092" y="744"/>
                  </a:lnTo>
                  <a:lnTo>
                    <a:pt x="1044" y="828"/>
                  </a:lnTo>
                  <a:lnTo>
                    <a:pt x="948" y="888"/>
                  </a:lnTo>
                  <a:lnTo>
                    <a:pt x="816" y="924"/>
                  </a:lnTo>
                  <a:lnTo>
                    <a:pt x="636" y="924"/>
                  </a:lnTo>
                  <a:lnTo>
                    <a:pt x="504" y="876"/>
                  </a:lnTo>
                  <a:lnTo>
                    <a:pt x="396" y="828"/>
                  </a:lnTo>
                  <a:lnTo>
                    <a:pt x="288" y="768"/>
                  </a:lnTo>
                  <a:lnTo>
                    <a:pt x="192" y="708"/>
                  </a:lnTo>
                  <a:lnTo>
                    <a:pt x="96" y="624"/>
                  </a:lnTo>
                  <a:lnTo>
                    <a:pt x="12" y="528"/>
                  </a:lnTo>
                  <a:lnTo>
                    <a:pt x="0" y="444"/>
                  </a:lnTo>
                  <a:lnTo>
                    <a:pt x="70" y="403"/>
                  </a:lnTo>
                  <a:lnTo>
                    <a:pt x="180" y="396"/>
                  </a:lnTo>
                  <a:lnTo>
                    <a:pt x="276" y="384"/>
                  </a:lnTo>
                  <a:lnTo>
                    <a:pt x="420" y="348"/>
                  </a:lnTo>
                  <a:lnTo>
                    <a:pt x="516" y="300"/>
                  </a:lnTo>
                  <a:close/>
                </a:path>
              </a:pathLst>
            </a:custGeom>
            <a:gradFill rotWithShape="0">
              <a:gsLst>
                <a:gs pos="0">
                  <a:srgbClr val="76002F"/>
                </a:gs>
                <a:gs pos="50000">
                  <a:srgbClr val="FF0066"/>
                </a:gs>
                <a:gs pos="100000">
                  <a:srgbClr val="76002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pic>
        <p:nvPicPr>
          <p:cNvPr id="11" name="Picture 24">
            <a:extLst>
              <a:ext uri="{FF2B5EF4-FFF2-40B4-BE49-F238E27FC236}">
                <a16:creationId xmlns:a16="http://schemas.microsoft.com/office/drawing/2014/main" id="{007E06E6-7C8C-BDAA-B281-287971753B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86610" y="2841383"/>
            <a:ext cx="1628775" cy="1493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2" name="Object 26">
            <a:extLst>
              <a:ext uri="{FF2B5EF4-FFF2-40B4-BE49-F238E27FC236}">
                <a16:creationId xmlns:a16="http://schemas.microsoft.com/office/drawing/2014/main" id="{C0D3100B-7A15-22D0-1DD5-54D2630A016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42535136"/>
              </p:ext>
            </p:extLst>
          </p:nvPr>
        </p:nvGraphicFramePr>
        <p:xfrm>
          <a:off x="9736307" y="4456385"/>
          <a:ext cx="1547812" cy="1446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位图图像" r:id="rId4" imgW="2343477" imgH="2190476" progId="Paint.Picture">
                  <p:embed/>
                </p:oleObj>
              </mc:Choice>
              <mc:Fallback>
                <p:oleObj name="位图图像" r:id="rId4" imgW="2343477" imgH="2190476" progId="Paint.Picture">
                  <p:embed/>
                  <p:pic>
                    <p:nvPicPr>
                      <p:cNvPr id="12" name="Object 26">
                        <a:extLst>
                          <a:ext uri="{FF2B5EF4-FFF2-40B4-BE49-F238E27FC236}">
                            <a16:creationId xmlns:a16="http://schemas.microsoft.com/office/drawing/2014/main" id="{C0D3100B-7A15-22D0-1DD5-54D2630A016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36307" y="4456385"/>
                        <a:ext cx="1547812" cy="1446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27">
            <a:extLst>
              <a:ext uri="{FF2B5EF4-FFF2-40B4-BE49-F238E27FC236}">
                <a16:creationId xmlns:a16="http://schemas.microsoft.com/office/drawing/2014/main" id="{3241AD46-201C-1AE4-D4E0-4F14C4954B6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905363"/>
              </p:ext>
            </p:extLst>
          </p:nvPr>
        </p:nvGraphicFramePr>
        <p:xfrm>
          <a:off x="7264003" y="4365104"/>
          <a:ext cx="1587500" cy="162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位图图像" r:id="rId6" imgW="2991268" imgH="3067478" progId="Paint.Picture">
                  <p:embed/>
                </p:oleObj>
              </mc:Choice>
              <mc:Fallback>
                <p:oleObj name="位图图像" r:id="rId6" imgW="2991268" imgH="3067478" progId="Paint.Picture">
                  <p:embed/>
                  <p:pic>
                    <p:nvPicPr>
                      <p:cNvPr id="13" name="Object 27">
                        <a:extLst>
                          <a:ext uri="{FF2B5EF4-FFF2-40B4-BE49-F238E27FC236}">
                            <a16:creationId xmlns:a16="http://schemas.microsoft.com/office/drawing/2014/main" id="{3241AD46-201C-1AE4-D4E0-4F14C4954B6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64003" y="4365104"/>
                        <a:ext cx="1587500" cy="1628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 Box 20">
            <a:extLst>
              <a:ext uri="{FF2B5EF4-FFF2-40B4-BE49-F238E27FC236}">
                <a16:creationId xmlns:a16="http://schemas.microsoft.com/office/drawing/2014/main" id="{B823884E-316D-FB92-F3A6-01873C134E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8989" y="2599914"/>
            <a:ext cx="277031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相贯线的求法</a:t>
            </a:r>
          </a:p>
        </p:txBody>
      </p:sp>
      <p:sp>
        <p:nvSpPr>
          <p:cNvPr id="15" name="Text Box 21">
            <a:extLst>
              <a:ext uri="{FF2B5EF4-FFF2-40B4-BE49-F238E27FC236}">
                <a16:creationId xmlns:a16="http://schemas.microsoft.com/office/drawing/2014/main" id="{D7BF275F-91CC-821F-10AE-6ACF23B60E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9189" y="3153448"/>
            <a:ext cx="5724644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求出相贯线上的一系列点，再光滑连接。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先取特殊点，后取中间点（一般位置）</a:t>
            </a:r>
            <a:endParaRPr lang="zh-CN" altLang="en-US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Symbol" panose="05050102010706020507" pitchFamily="18" charset="2"/>
            </a:endParaRPr>
          </a:p>
        </p:txBody>
      </p:sp>
      <p:sp>
        <p:nvSpPr>
          <p:cNvPr id="17" name="Text Box 21">
            <a:extLst>
              <a:ext uri="{FF2B5EF4-FFF2-40B4-BE49-F238E27FC236}">
                <a16:creationId xmlns:a16="http://schemas.microsoft.com/office/drawing/2014/main" id="{0312171E-8EC9-C3EE-2E50-81EDAB38C2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9189" y="4219399"/>
            <a:ext cx="4185761" cy="424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求作相贯线上点的基本方法：</a:t>
            </a:r>
            <a:endParaRPr lang="zh-CN" altLang="en-US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Symbol" panose="05050102010706020507" pitchFamily="18" charset="2"/>
            </a:endParaRPr>
          </a:p>
        </p:txBody>
      </p:sp>
      <p:sp>
        <p:nvSpPr>
          <p:cNvPr id="18" name="Text Box 22">
            <a:extLst>
              <a:ext uri="{FF2B5EF4-FFF2-40B4-BE49-F238E27FC236}">
                <a16:creationId xmlns:a16="http://schemas.microsoft.com/office/drawing/2014/main" id="{864403EC-E637-7F9D-4841-E4006ABE12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7139" y="5645288"/>
            <a:ext cx="218521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457200" indent="-4572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辅助球面法</a:t>
            </a:r>
          </a:p>
        </p:txBody>
      </p:sp>
    </p:spTree>
    <p:extLst>
      <p:ext uri="{BB962C8B-B14F-4D97-AF65-F5344CB8AC3E}">
        <p14:creationId xmlns:p14="http://schemas.microsoft.com/office/powerpoint/2010/main" val="2829915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5" grpId="0"/>
      <p:bldP spid="6" grpId="0"/>
      <p:bldP spid="14" grpId="0"/>
      <p:bldP spid="15" grpId="0"/>
      <p:bldP spid="17" grpId="0"/>
      <p:bldP spid="1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4AEBF1-64DD-CE6A-C7C4-15E0DCF2E6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8">
            <a:extLst>
              <a:ext uri="{FF2B5EF4-FFF2-40B4-BE49-F238E27FC236}">
                <a16:creationId xmlns:a16="http://schemas.microsoft.com/office/drawing/2014/main" id="{44C5B20D-A1A9-F939-1E58-24977EB4B0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619" y="412176"/>
            <a:ext cx="45801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8.4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回转体与回转体相交</a:t>
            </a:r>
          </a:p>
        </p:txBody>
      </p:sp>
      <p:sp>
        <p:nvSpPr>
          <p:cNvPr id="16" name="灯片编号占位符 3">
            <a:extLst>
              <a:ext uri="{FF2B5EF4-FFF2-40B4-BE49-F238E27FC236}">
                <a16:creationId xmlns:a16="http://schemas.microsoft.com/office/drawing/2014/main" id="{744815A3-12B7-3C95-D258-FE211921277F}"/>
              </a:ext>
            </a:extLst>
          </p:cNvPr>
          <p:cNvSpPr txBox="1">
            <a:spLocks/>
          </p:cNvSpPr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  <a:pPr/>
              <a:t>20</a:t>
            </a:fld>
            <a:endParaRPr lang="en-US" altLang="zh-CN" dirty="0"/>
          </a:p>
        </p:txBody>
      </p:sp>
      <p:sp>
        <p:nvSpPr>
          <p:cNvPr id="2" name="AutoShape 33" descr="信纸">
            <a:extLst>
              <a:ext uri="{FF2B5EF4-FFF2-40B4-BE49-F238E27FC236}">
                <a16:creationId xmlns:a16="http://schemas.microsoft.com/office/drawing/2014/main" id="{F926FCC1-C580-8A1F-126B-BA629423F9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110" y="2119537"/>
            <a:ext cx="3997117" cy="2314039"/>
          </a:xfrm>
          <a:prstGeom prst="snip2Diag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4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利用圆柱面投影具有积聚性的特点，</a:t>
            </a:r>
            <a:r>
              <a:rPr lang="zh-CN" altLang="en-US" sz="24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用圆柱面上取点的方法，</a:t>
            </a:r>
            <a:r>
              <a:rPr lang="zh-CN" altLang="en-US" sz="24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由两圆柱面上若干公有点的已知投影，求出公有点的未知投影。</a:t>
            </a:r>
          </a:p>
        </p:txBody>
      </p:sp>
      <p:sp>
        <p:nvSpPr>
          <p:cNvPr id="3" name="Text Box 21" descr="信纸">
            <a:extLst>
              <a:ext uri="{FF2B5EF4-FFF2-40B4-BE49-F238E27FC236}">
                <a16:creationId xmlns:a16="http://schemas.microsoft.com/office/drawing/2014/main" id="{65EF4B61-F426-B0EE-8D42-9CCC015F75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336" y="1196752"/>
            <a:ext cx="4032250" cy="53022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457200" indent="-457200" algn="ctr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积聚性表面取点法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  <a:sym typeface="Symbol" panose="05050102010706020507" pitchFamily="18" charset="2"/>
            </a:endParaRPr>
          </a:p>
        </p:txBody>
      </p:sp>
      <p:sp>
        <p:nvSpPr>
          <p:cNvPr id="4" name="Text Box 7">
            <a:extLst>
              <a:ext uri="{FF2B5EF4-FFF2-40B4-BE49-F238E27FC236}">
                <a16:creationId xmlns:a16="http://schemas.microsoft.com/office/drawing/2014/main" id="{B8DD13DF-1DCA-43C6-E70D-5BEC3DEEDD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12545" y="3817414"/>
            <a:ext cx="202811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 </a:t>
            </a:r>
            <a:r>
              <a:rPr lang="zh-CN" altLang="en-US" sz="2400" b="1" dirty="0">
                <a:solidFill>
                  <a:srgbClr val="000000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先找特殊点</a:t>
            </a:r>
            <a:endParaRPr lang="zh-CN" altLang="en-US" sz="2400" b="1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5" name="Text Box 9">
            <a:extLst>
              <a:ext uri="{FF2B5EF4-FFF2-40B4-BE49-F238E27FC236}">
                <a16:creationId xmlns:a16="http://schemas.microsoft.com/office/drawing/2014/main" id="{8401AEF2-1D70-7F03-566B-55CACBDCCC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12545" y="4177777"/>
            <a:ext cx="202811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 </a:t>
            </a:r>
            <a:r>
              <a:rPr lang="zh-CN" altLang="en-US" sz="2400" b="1" dirty="0">
                <a:solidFill>
                  <a:srgbClr val="000000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补充中间点</a:t>
            </a:r>
            <a:endParaRPr lang="zh-CN" altLang="en-US" sz="2400" b="1" dirty="0">
              <a:solidFill>
                <a:srgbClr val="000000"/>
              </a:solidFill>
              <a:latin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6" name="Text Box 9">
            <a:extLst>
              <a:ext uri="{FF2B5EF4-FFF2-40B4-BE49-F238E27FC236}">
                <a16:creationId xmlns:a16="http://schemas.microsoft.com/office/drawing/2014/main" id="{4105FD0F-EE52-38F4-50DF-D3B8D3819E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18895" y="4538139"/>
            <a:ext cx="187165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 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光滑连接</a:t>
            </a:r>
          </a:p>
        </p:txBody>
      </p:sp>
      <p:sp>
        <p:nvSpPr>
          <p:cNvPr id="7" name="Text Box 13">
            <a:extLst>
              <a:ext uri="{FF2B5EF4-FFF2-40B4-BE49-F238E27FC236}">
                <a16:creationId xmlns:a16="http://schemas.microsoft.com/office/drawing/2014/main" id="{C7FAD1C2-9D05-48C3-995E-1066D32F5F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9408" y="2097269"/>
            <a:ext cx="486222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342900" indent="-3429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空间分析</a:t>
            </a:r>
            <a:r>
              <a:rPr kumimoji="0" lang="zh-CN" altLang="en-US" sz="2400" b="1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，确定交线的空间形状</a:t>
            </a:r>
          </a:p>
        </p:txBody>
      </p:sp>
      <p:sp>
        <p:nvSpPr>
          <p:cNvPr id="8" name="Text Box 14">
            <a:extLst>
              <a:ext uri="{FF2B5EF4-FFF2-40B4-BE49-F238E27FC236}">
                <a16:creationId xmlns:a16="http://schemas.microsoft.com/office/drawing/2014/main" id="{054C8BBD-0E7F-2E54-B85B-393B01A3E7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9408" y="2725448"/>
            <a:ext cx="486222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342900" indent="-3429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投影分析</a:t>
            </a:r>
            <a:r>
              <a:rPr kumimoji="0" lang="zh-CN" altLang="en-US" sz="2400" b="1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，确定交线的已知投影</a:t>
            </a:r>
          </a:p>
        </p:txBody>
      </p:sp>
      <p:sp>
        <p:nvSpPr>
          <p:cNvPr id="9" name="Text Box 15">
            <a:extLst>
              <a:ext uri="{FF2B5EF4-FFF2-40B4-BE49-F238E27FC236}">
                <a16:creationId xmlns:a16="http://schemas.microsoft.com/office/drawing/2014/main" id="{2588B4A7-8181-4333-A1CD-259E3E355B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9408" y="3357982"/>
            <a:ext cx="33153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342900" indent="-3429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作图</a:t>
            </a:r>
            <a:r>
              <a:rPr kumimoji="0" lang="zh-CN" altLang="en-US" sz="2400" b="1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，求交线的投影</a:t>
            </a:r>
          </a:p>
        </p:txBody>
      </p:sp>
      <p:sp>
        <p:nvSpPr>
          <p:cNvPr id="10" name="Text Box 19">
            <a:extLst>
              <a:ext uri="{FF2B5EF4-FFF2-40B4-BE49-F238E27FC236}">
                <a16:creationId xmlns:a16="http://schemas.microsoft.com/office/drawing/2014/main" id="{BEEECB99-2C9C-2ED5-A01C-F1494CDB5A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5920" y="5085184"/>
            <a:ext cx="362471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342900" indent="-3429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检查</a:t>
            </a:r>
            <a:r>
              <a:rPr kumimoji="0" lang="zh-CN" altLang="en-US" sz="2400" b="1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：轮廓线、可见性</a:t>
            </a:r>
          </a:p>
        </p:txBody>
      </p:sp>
      <p:sp>
        <p:nvSpPr>
          <p:cNvPr id="11" name="Text Box 20">
            <a:extLst>
              <a:ext uri="{FF2B5EF4-FFF2-40B4-BE49-F238E27FC236}">
                <a16:creationId xmlns:a16="http://schemas.microsoft.com/office/drawing/2014/main" id="{5099E13F-71D1-063E-AC46-C81AFFFC23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15558" y="1516469"/>
            <a:ext cx="37560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求相贯线的基本步骤：</a:t>
            </a:r>
          </a:p>
        </p:txBody>
      </p:sp>
      <p:grpSp>
        <p:nvGrpSpPr>
          <p:cNvPr id="12" name="Group 25">
            <a:extLst>
              <a:ext uri="{FF2B5EF4-FFF2-40B4-BE49-F238E27FC236}">
                <a16:creationId xmlns:a16="http://schemas.microsoft.com/office/drawing/2014/main" id="{5359A9EA-91C9-622C-908A-E7E904D6F5AB}"/>
              </a:ext>
            </a:extLst>
          </p:cNvPr>
          <p:cNvGrpSpPr>
            <a:grpSpLocks/>
          </p:cNvGrpSpPr>
          <p:nvPr/>
        </p:nvGrpSpPr>
        <p:grpSpPr bwMode="auto">
          <a:xfrm>
            <a:off x="9155264" y="3499915"/>
            <a:ext cx="2572159" cy="1447800"/>
            <a:chOff x="3349" y="2788"/>
            <a:chExt cx="1629" cy="912"/>
          </a:xfrm>
          <a:solidFill>
            <a:schemeClr val="accent5">
              <a:lumMod val="40000"/>
              <a:lumOff val="60000"/>
            </a:schemeClr>
          </a:solidFill>
        </p:grpSpPr>
        <p:sp>
          <p:nvSpPr>
            <p:cNvPr id="13" name="AutoShape 24" descr="信纸">
              <a:extLst>
                <a:ext uri="{FF2B5EF4-FFF2-40B4-BE49-F238E27FC236}">
                  <a16:creationId xmlns:a16="http://schemas.microsoft.com/office/drawing/2014/main" id="{32B532E4-1052-EA2C-9DD0-5878B2E5E9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49" y="2788"/>
              <a:ext cx="1434" cy="912"/>
            </a:xfrm>
            <a:prstGeom prst="wedgeRoundRectCallout">
              <a:avLst>
                <a:gd name="adj1" fmla="val -87673"/>
                <a:gd name="adj2" fmla="val -11004"/>
                <a:gd name="adj3" fmla="val 16667"/>
              </a:avLst>
            </a:prstGeom>
            <a:grpFill/>
            <a:ln w="38100" algn="ctr">
              <a:solidFill>
                <a:schemeClr val="accent5">
                  <a:lumMod val="40000"/>
                  <a:lumOff val="60000"/>
                </a:scheme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99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4" name="Text Box 23">
              <a:extLst>
                <a:ext uri="{FF2B5EF4-FFF2-40B4-BE49-F238E27FC236}">
                  <a16:creationId xmlns:a16="http://schemas.microsoft.com/office/drawing/2014/main" id="{C3304085-FFE8-DAF3-A408-021AA5B6FC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31" y="2817"/>
              <a:ext cx="1547" cy="85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</a:rPr>
                <a:t>最高点、最低点、最左点、最右点、最前点、最后点、轮廓线上的点。</a:t>
              </a:r>
              <a:endParaRPr kumimoji="1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3448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4C9CCC-6D38-688F-66D5-8B99A21ABA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8">
            <a:extLst>
              <a:ext uri="{FF2B5EF4-FFF2-40B4-BE49-F238E27FC236}">
                <a16:creationId xmlns:a16="http://schemas.microsoft.com/office/drawing/2014/main" id="{7A3EB6B0-2350-9715-83AD-E02FED565F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619" y="412176"/>
            <a:ext cx="45801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8.4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回转体与回转体相交</a:t>
            </a:r>
          </a:p>
        </p:txBody>
      </p:sp>
      <p:sp>
        <p:nvSpPr>
          <p:cNvPr id="16" name="灯片编号占位符 3">
            <a:extLst>
              <a:ext uri="{FF2B5EF4-FFF2-40B4-BE49-F238E27FC236}">
                <a16:creationId xmlns:a16="http://schemas.microsoft.com/office/drawing/2014/main" id="{AE568988-0C7B-8569-E205-1136577C8071}"/>
              </a:ext>
            </a:extLst>
          </p:cNvPr>
          <p:cNvSpPr txBox="1">
            <a:spLocks/>
          </p:cNvSpPr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  <a:pPr/>
              <a:t>21</a:t>
            </a:fld>
            <a:endParaRPr lang="en-US" altLang="zh-CN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D9454A93-EC97-34C7-F77B-FDB402A22BF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440" t="17548" r="32396" b="5622"/>
          <a:stretch/>
        </p:blipFill>
        <p:spPr>
          <a:xfrm rot="5400000">
            <a:off x="6900065" y="1866212"/>
            <a:ext cx="1193803" cy="259783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2EC335E3-727B-8990-78AC-95C1A896362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035" t="40981" r="24513" b="5838"/>
          <a:stretch/>
        </p:blipFill>
        <p:spPr>
          <a:xfrm>
            <a:off x="6153659" y="5107602"/>
            <a:ext cx="2706848" cy="179818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1D9F0BB4-9FB0-3E77-C0E7-06144970790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352" t="36070" r="37347" b="17800"/>
          <a:stretch/>
        </p:blipFill>
        <p:spPr>
          <a:xfrm rot="5400000">
            <a:off x="6680509" y="5101054"/>
            <a:ext cx="1638300" cy="155974"/>
          </a:xfrm>
          <a:prstGeom prst="rect">
            <a:avLst/>
          </a:prstGeom>
        </p:spPr>
      </p:pic>
      <p:sp>
        <p:nvSpPr>
          <p:cNvPr id="5" name="Freeform 9">
            <a:extLst>
              <a:ext uri="{FF2B5EF4-FFF2-40B4-BE49-F238E27FC236}">
                <a16:creationId xmlns:a16="http://schemas.microsoft.com/office/drawing/2014/main" id="{44D90D73-4782-6036-C12E-0B6FE4CF8EB9}"/>
              </a:ext>
            </a:extLst>
          </p:cNvPr>
          <p:cNvSpPr>
            <a:spLocks/>
          </p:cNvSpPr>
          <p:nvPr/>
        </p:nvSpPr>
        <p:spPr bwMode="auto">
          <a:xfrm>
            <a:off x="6303044" y="1971554"/>
            <a:ext cx="449263" cy="1587"/>
          </a:xfrm>
          <a:custGeom>
            <a:avLst/>
            <a:gdLst>
              <a:gd name="T0" fmla="*/ 0 w 283"/>
              <a:gd name="T1" fmla="*/ 0 h 1"/>
              <a:gd name="T2" fmla="*/ 2147483646 w 283"/>
              <a:gd name="T3" fmla="*/ 0 h 1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283" h="1">
                <a:moveTo>
                  <a:pt x="0" y="0"/>
                </a:moveTo>
                <a:lnTo>
                  <a:pt x="283" y="0"/>
                </a:lnTo>
              </a:path>
            </a:pathLst>
          </a:cu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" name="Oval 2">
            <a:extLst>
              <a:ext uri="{FF2B5EF4-FFF2-40B4-BE49-F238E27FC236}">
                <a16:creationId xmlns:a16="http://schemas.microsoft.com/office/drawing/2014/main" id="{320A9EE1-E019-FDAA-0FD4-7108656366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92307" y="1962029"/>
            <a:ext cx="2001837" cy="1833562"/>
          </a:xfrm>
          <a:prstGeom prst="ellips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Oval 3">
            <a:extLst>
              <a:ext uri="{FF2B5EF4-FFF2-40B4-BE49-F238E27FC236}">
                <a16:creationId xmlns:a16="http://schemas.microsoft.com/office/drawing/2014/main" id="{13252252-5F39-0573-01F4-AE71F7E23C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3257" y="4454404"/>
            <a:ext cx="1577975" cy="1419225"/>
          </a:xfrm>
          <a:prstGeom prst="ellips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" name="Freeform 6">
            <a:extLst>
              <a:ext uri="{FF2B5EF4-FFF2-40B4-BE49-F238E27FC236}">
                <a16:creationId xmlns:a16="http://schemas.microsoft.com/office/drawing/2014/main" id="{3D147A14-5BDF-D302-A755-A54545443F38}"/>
              </a:ext>
            </a:extLst>
          </p:cNvPr>
          <p:cNvSpPr>
            <a:spLocks/>
          </p:cNvSpPr>
          <p:nvPr/>
        </p:nvSpPr>
        <p:spPr bwMode="auto">
          <a:xfrm flipH="1">
            <a:off x="6257007" y="1973141"/>
            <a:ext cx="46037" cy="1843088"/>
          </a:xfrm>
          <a:custGeom>
            <a:avLst/>
            <a:gdLst>
              <a:gd name="T0" fmla="*/ 0 w 1"/>
              <a:gd name="T1" fmla="*/ 0 h 1181"/>
              <a:gd name="T2" fmla="*/ 0 w 1"/>
              <a:gd name="T3" fmla="*/ 2147483646 h 1181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" h="1181">
                <a:moveTo>
                  <a:pt x="0" y="0"/>
                </a:moveTo>
                <a:lnTo>
                  <a:pt x="0" y="1181"/>
                </a:lnTo>
              </a:path>
            </a:pathLst>
          </a:cu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" name="Freeform 7">
            <a:extLst>
              <a:ext uri="{FF2B5EF4-FFF2-40B4-BE49-F238E27FC236}">
                <a16:creationId xmlns:a16="http://schemas.microsoft.com/office/drawing/2014/main" id="{16780E10-C615-8026-1CD0-46BB2F4D001B}"/>
              </a:ext>
            </a:extLst>
          </p:cNvPr>
          <p:cNvSpPr>
            <a:spLocks/>
          </p:cNvSpPr>
          <p:nvPr/>
        </p:nvSpPr>
        <p:spPr bwMode="auto">
          <a:xfrm>
            <a:off x="6283994" y="3808291"/>
            <a:ext cx="2455863" cy="3175"/>
          </a:xfrm>
          <a:custGeom>
            <a:avLst/>
            <a:gdLst>
              <a:gd name="T0" fmla="*/ 0 w 1547"/>
              <a:gd name="T1" fmla="*/ 0 h 2"/>
              <a:gd name="T2" fmla="*/ 2147483646 w 1547"/>
              <a:gd name="T3" fmla="*/ 2147483646 h 2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547" h="2">
                <a:moveTo>
                  <a:pt x="0" y="0"/>
                </a:moveTo>
                <a:lnTo>
                  <a:pt x="1547" y="2"/>
                </a:lnTo>
              </a:path>
            </a:pathLst>
          </a:cu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" name="Freeform 8">
            <a:extLst>
              <a:ext uri="{FF2B5EF4-FFF2-40B4-BE49-F238E27FC236}">
                <a16:creationId xmlns:a16="http://schemas.microsoft.com/office/drawing/2014/main" id="{93930ABF-6FDE-1B42-1554-680AC3EAAAFA}"/>
              </a:ext>
            </a:extLst>
          </p:cNvPr>
          <p:cNvSpPr>
            <a:spLocks/>
          </p:cNvSpPr>
          <p:nvPr/>
        </p:nvSpPr>
        <p:spPr bwMode="auto">
          <a:xfrm>
            <a:off x="8727157" y="1963616"/>
            <a:ext cx="1587" cy="1860550"/>
          </a:xfrm>
          <a:custGeom>
            <a:avLst/>
            <a:gdLst>
              <a:gd name="T0" fmla="*/ 0 w 1"/>
              <a:gd name="T1" fmla="*/ 2147483646 h 1172"/>
              <a:gd name="T2" fmla="*/ 0 w 1"/>
              <a:gd name="T3" fmla="*/ 0 h 1172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" h="1172">
                <a:moveTo>
                  <a:pt x="0" y="1172"/>
                </a:moveTo>
                <a:lnTo>
                  <a:pt x="0" y="0"/>
                </a:lnTo>
              </a:path>
            </a:pathLst>
          </a:cu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" name="Freeform 9">
            <a:extLst>
              <a:ext uri="{FF2B5EF4-FFF2-40B4-BE49-F238E27FC236}">
                <a16:creationId xmlns:a16="http://schemas.microsoft.com/office/drawing/2014/main" id="{550BCD77-AD0B-0904-843A-5B1A889B6AC2}"/>
              </a:ext>
            </a:extLst>
          </p:cNvPr>
          <p:cNvSpPr>
            <a:spLocks/>
          </p:cNvSpPr>
          <p:nvPr/>
        </p:nvSpPr>
        <p:spPr bwMode="auto">
          <a:xfrm>
            <a:off x="8277894" y="1963616"/>
            <a:ext cx="449263" cy="1588"/>
          </a:xfrm>
          <a:custGeom>
            <a:avLst/>
            <a:gdLst>
              <a:gd name="T0" fmla="*/ 0 w 283"/>
              <a:gd name="T1" fmla="*/ 0 h 1"/>
              <a:gd name="T2" fmla="*/ 2147483646 w 283"/>
              <a:gd name="T3" fmla="*/ 0 h 1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283" h="1">
                <a:moveTo>
                  <a:pt x="0" y="0"/>
                </a:moveTo>
                <a:lnTo>
                  <a:pt x="283" y="0"/>
                </a:lnTo>
              </a:path>
            </a:pathLst>
          </a:cu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" name="Freeform 10">
            <a:extLst>
              <a:ext uri="{FF2B5EF4-FFF2-40B4-BE49-F238E27FC236}">
                <a16:creationId xmlns:a16="http://schemas.microsoft.com/office/drawing/2014/main" id="{DB8BAA6A-BB8E-7BFB-19AF-BA437985E2EE}"/>
              </a:ext>
            </a:extLst>
          </p:cNvPr>
          <p:cNvSpPr>
            <a:spLocks/>
          </p:cNvSpPr>
          <p:nvPr/>
        </p:nvSpPr>
        <p:spPr bwMode="auto">
          <a:xfrm>
            <a:off x="6731669" y="1587379"/>
            <a:ext cx="7938" cy="393700"/>
          </a:xfrm>
          <a:custGeom>
            <a:avLst/>
            <a:gdLst>
              <a:gd name="T0" fmla="*/ 0 w 5"/>
              <a:gd name="T1" fmla="*/ 0 h 248"/>
              <a:gd name="T2" fmla="*/ 2147483646 w 5"/>
              <a:gd name="T3" fmla="*/ 2147483646 h 248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5" h="248">
                <a:moveTo>
                  <a:pt x="0" y="0"/>
                </a:moveTo>
                <a:lnTo>
                  <a:pt x="5" y="248"/>
                </a:lnTo>
              </a:path>
            </a:pathLst>
          </a:cu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" name="Freeform 11">
            <a:extLst>
              <a:ext uri="{FF2B5EF4-FFF2-40B4-BE49-F238E27FC236}">
                <a16:creationId xmlns:a16="http://schemas.microsoft.com/office/drawing/2014/main" id="{2F957F66-EE31-3E8A-70CA-DDC07D2327D1}"/>
              </a:ext>
            </a:extLst>
          </p:cNvPr>
          <p:cNvSpPr>
            <a:spLocks/>
          </p:cNvSpPr>
          <p:nvPr/>
        </p:nvSpPr>
        <p:spPr bwMode="auto">
          <a:xfrm>
            <a:off x="6738019" y="1595316"/>
            <a:ext cx="1539875" cy="9525"/>
          </a:xfrm>
          <a:custGeom>
            <a:avLst/>
            <a:gdLst>
              <a:gd name="T0" fmla="*/ 0 w 970"/>
              <a:gd name="T1" fmla="*/ 0 h 6"/>
              <a:gd name="T2" fmla="*/ 2147483646 w 970"/>
              <a:gd name="T3" fmla="*/ 2147483646 h 6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970" h="6">
                <a:moveTo>
                  <a:pt x="0" y="0"/>
                </a:moveTo>
                <a:lnTo>
                  <a:pt x="970" y="6"/>
                </a:lnTo>
              </a:path>
            </a:pathLst>
          </a:cu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" name="Freeform 12">
            <a:extLst>
              <a:ext uri="{FF2B5EF4-FFF2-40B4-BE49-F238E27FC236}">
                <a16:creationId xmlns:a16="http://schemas.microsoft.com/office/drawing/2014/main" id="{62191D93-05F9-5784-1419-DD65218587F5}"/>
              </a:ext>
            </a:extLst>
          </p:cNvPr>
          <p:cNvSpPr>
            <a:spLocks/>
          </p:cNvSpPr>
          <p:nvPr/>
        </p:nvSpPr>
        <p:spPr bwMode="auto">
          <a:xfrm>
            <a:off x="8276307" y="1600078"/>
            <a:ext cx="7937" cy="388939"/>
          </a:xfrm>
          <a:custGeom>
            <a:avLst/>
            <a:gdLst>
              <a:gd name="T0" fmla="*/ 0 w 5"/>
              <a:gd name="T1" fmla="*/ 0 h 245"/>
              <a:gd name="T2" fmla="*/ 2147483647 w 5"/>
              <a:gd name="T3" fmla="*/ 2147483647 h 245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5" h="245">
                <a:moveTo>
                  <a:pt x="0" y="0"/>
                </a:moveTo>
                <a:lnTo>
                  <a:pt x="5" y="245"/>
                </a:lnTo>
              </a:path>
            </a:pathLst>
          </a:custGeom>
          <a:noFill/>
          <a:ln w="38100">
            <a:solidFill>
              <a:srgbClr val="000000"/>
            </a:solidFill>
            <a:round/>
            <a:headEnd/>
            <a:tailEnd/>
          </a:ln>
          <a:effectLst/>
          <a:scene3d>
            <a:camera prst="orthographicFront">
              <a:rot lat="0" lon="0" rev="21594000"/>
            </a:camera>
            <a:lightRig rig="threePt" dir="t"/>
          </a:scene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charset="-122"/>
            </a:endParaRPr>
          </a:p>
        </p:txBody>
      </p:sp>
      <p:sp>
        <p:nvSpPr>
          <p:cNvPr id="15" name="Text Box 14">
            <a:extLst>
              <a:ext uri="{FF2B5EF4-FFF2-40B4-BE49-F238E27FC236}">
                <a16:creationId xmlns:a16="http://schemas.microsoft.com/office/drawing/2014/main" id="{485EBFB8-B262-E28D-ACC6-35997A5EEC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0715" y="1207670"/>
            <a:ext cx="305724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CN" altLang="en-US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求作主视图</a:t>
            </a:r>
          </a:p>
        </p:txBody>
      </p:sp>
      <p:sp>
        <p:nvSpPr>
          <p:cNvPr id="17" name="Rectangle 18">
            <a:extLst>
              <a:ext uri="{FF2B5EF4-FFF2-40B4-BE49-F238E27FC236}">
                <a16:creationId xmlns:a16="http://schemas.microsoft.com/office/drawing/2014/main" id="{7CA3D48B-8E4E-C48F-CE79-15E64655F0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99869" y="4208341"/>
            <a:ext cx="2425700" cy="1892300"/>
          </a:xfrm>
          <a:prstGeom prst="rect">
            <a:avLst/>
          </a:prstGeom>
          <a:noFill/>
          <a:ln w="381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8" name="Line 23">
            <a:extLst>
              <a:ext uri="{FF2B5EF4-FFF2-40B4-BE49-F238E27FC236}">
                <a16:creationId xmlns:a16="http://schemas.microsoft.com/office/drawing/2014/main" id="{A67964BE-0EFC-BF44-4936-74488EDB246F}"/>
              </a:ext>
            </a:extLst>
          </p:cNvPr>
          <p:cNvSpPr>
            <a:spLocks noChangeShapeType="1"/>
          </p:cNvSpPr>
          <p:nvPr/>
        </p:nvSpPr>
        <p:spPr bwMode="auto">
          <a:xfrm>
            <a:off x="9514557" y="1606429"/>
            <a:ext cx="1577975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9" name="Line 24">
            <a:extLst>
              <a:ext uri="{FF2B5EF4-FFF2-40B4-BE49-F238E27FC236}">
                <a16:creationId xmlns:a16="http://schemas.microsoft.com/office/drawing/2014/main" id="{57C221CC-4823-DDBF-3DD1-426FCE9D95A3}"/>
              </a:ext>
            </a:extLst>
          </p:cNvPr>
          <p:cNvSpPr>
            <a:spLocks noChangeShapeType="1"/>
          </p:cNvSpPr>
          <p:nvPr/>
        </p:nvSpPr>
        <p:spPr bwMode="auto">
          <a:xfrm>
            <a:off x="9514557" y="1606429"/>
            <a:ext cx="0" cy="709612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0" name="Line 25">
            <a:extLst>
              <a:ext uri="{FF2B5EF4-FFF2-40B4-BE49-F238E27FC236}">
                <a16:creationId xmlns:a16="http://schemas.microsoft.com/office/drawing/2014/main" id="{A96997F2-D658-7C24-939F-0C73EAC69230}"/>
              </a:ext>
            </a:extLst>
          </p:cNvPr>
          <p:cNvSpPr>
            <a:spLocks noChangeShapeType="1"/>
          </p:cNvSpPr>
          <p:nvPr/>
        </p:nvSpPr>
        <p:spPr bwMode="auto">
          <a:xfrm>
            <a:off x="11092532" y="1606429"/>
            <a:ext cx="0" cy="709612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1" name="Freeform 26">
            <a:extLst>
              <a:ext uri="{FF2B5EF4-FFF2-40B4-BE49-F238E27FC236}">
                <a16:creationId xmlns:a16="http://schemas.microsoft.com/office/drawing/2014/main" id="{9691AF75-EE81-2CEC-4EAD-1E7E8C74167B}"/>
              </a:ext>
            </a:extLst>
          </p:cNvPr>
          <p:cNvSpPr>
            <a:spLocks/>
          </p:cNvSpPr>
          <p:nvPr/>
        </p:nvSpPr>
        <p:spPr bwMode="auto">
          <a:xfrm>
            <a:off x="7404769" y="2292229"/>
            <a:ext cx="3698875" cy="1587"/>
          </a:xfrm>
          <a:custGeom>
            <a:avLst/>
            <a:gdLst>
              <a:gd name="T0" fmla="*/ 2147483646 w 2330"/>
              <a:gd name="T1" fmla="*/ 0 h 1"/>
              <a:gd name="T2" fmla="*/ 0 w 2330"/>
              <a:gd name="T3" fmla="*/ 0 h 1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2330" h="1">
                <a:moveTo>
                  <a:pt x="2330" y="0"/>
                </a:moveTo>
                <a:lnTo>
                  <a:pt x="0" y="0"/>
                </a:lnTo>
              </a:path>
            </a:pathLst>
          </a:custGeom>
          <a:noFill/>
          <a:ln w="12700" cap="flat" cmpd="sng">
            <a:solidFill>
              <a:srgbClr val="003399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2" name="Text Box 27">
            <a:extLst>
              <a:ext uri="{FF2B5EF4-FFF2-40B4-BE49-F238E27FC236}">
                <a16:creationId xmlns:a16="http://schemas.microsoft.com/office/drawing/2014/main" id="{0444996E-478F-1BCF-4975-70ED3F3EB5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98408" y="2174760"/>
            <a:ext cx="401637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900" b="1" i="0" u="none" strike="noStrike" kern="0" cap="none" spc="0" normalizeH="0" baseline="0" noProof="0" dirty="0">
                <a:ln>
                  <a:noFill/>
                </a:ln>
                <a:solidFill>
                  <a:srgbClr val="66FF33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●</a:t>
            </a:r>
            <a:endParaRPr kumimoji="1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66FF33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3" name="Freeform 28">
            <a:extLst>
              <a:ext uri="{FF2B5EF4-FFF2-40B4-BE49-F238E27FC236}">
                <a16:creationId xmlns:a16="http://schemas.microsoft.com/office/drawing/2014/main" id="{2049CA82-3993-3785-7A3F-E5D2712A7907}"/>
              </a:ext>
            </a:extLst>
          </p:cNvPr>
          <p:cNvSpPr>
            <a:spLocks/>
          </p:cNvSpPr>
          <p:nvPr/>
        </p:nvSpPr>
        <p:spPr bwMode="auto">
          <a:xfrm>
            <a:off x="6596732" y="2165229"/>
            <a:ext cx="4730750" cy="1587"/>
          </a:xfrm>
          <a:custGeom>
            <a:avLst/>
            <a:gdLst>
              <a:gd name="T0" fmla="*/ 0 w 2980"/>
              <a:gd name="T1" fmla="*/ 0 h 1"/>
              <a:gd name="T2" fmla="*/ 2147483646 w 2980"/>
              <a:gd name="T3" fmla="*/ 0 h 1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2980" h="1">
                <a:moveTo>
                  <a:pt x="0" y="0"/>
                </a:moveTo>
                <a:lnTo>
                  <a:pt x="2980" y="0"/>
                </a:lnTo>
              </a:path>
            </a:pathLst>
          </a:custGeom>
          <a:noFill/>
          <a:ln w="12700" cmpd="sng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24" name="Group 29">
            <a:extLst>
              <a:ext uri="{FF2B5EF4-FFF2-40B4-BE49-F238E27FC236}">
                <a16:creationId xmlns:a16="http://schemas.microsoft.com/office/drawing/2014/main" id="{6C93D433-6132-E8B9-3883-14F796A8BB0A}"/>
              </a:ext>
            </a:extLst>
          </p:cNvPr>
          <p:cNvGrpSpPr>
            <a:grpSpLocks/>
          </p:cNvGrpSpPr>
          <p:nvPr/>
        </p:nvGrpSpPr>
        <p:grpSpPr bwMode="auto">
          <a:xfrm>
            <a:off x="7506369" y="2166816"/>
            <a:ext cx="3455988" cy="3646488"/>
            <a:chOff x="1900" y="1017"/>
            <a:chExt cx="2177" cy="2297"/>
          </a:xfrm>
        </p:grpSpPr>
        <p:sp>
          <p:nvSpPr>
            <p:cNvPr id="25" name="Line 30">
              <a:extLst>
                <a:ext uri="{FF2B5EF4-FFF2-40B4-BE49-F238E27FC236}">
                  <a16:creationId xmlns:a16="http://schemas.microsoft.com/office/drawing/2014/main" id="{B468588D-6213-8EC1-1E8B-64EDDFC01D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55" y="1017"/>
              <a:ext cx="422" cy="0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6" name="Freeform 31">
              <a:extLst>
                <a:ext uri="{FF2B5EF4-FFF2-40B4-BE49-F238E27FC236}">
                  <a16:creationId xmlns:a16="http://schemas.microsoft.com/office/drawing/2014/main" id="{E1B6E426-E7ED-3F60-638C-907E80AD75AB}"/>
                </a:ext>
              </a:extLst>
            </p:cNvPr>
            <p:cNvSpPr>
              <a:spLocks/>
            </p:cNvSpPr>
            <p:nvPr/>
          </p:nvSpPr>
          <p:spPr bwMode="auto">
            <a:xfrm>
              <a:off x="1900" y="2894"/>
              <a:ext cx="1" cy="420"/>
            </a:xfrm>
            <a:custGeom>
              <a:avLst/>
              <a:gdLst>
                <a:gd name="T0" fmla="*/ 0 w 1"/>
                <a:gd name="T1" fmla="*/ 96 h 480"/>
                <a:gd name="T2" fmla="*/ 0 w 1"/>
                <a:gd name="T3" fmla="*/ 0 h 48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480">
                  <a:moveTo>
                    <a:pt x="0" y="480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rgbClr val="CC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27" name="Freeform 32">
            <a:extLst>
              <a:ext uri="{FF2B5EF4-FFF2-40B4-BE49-F238E27FC236}">
                <a16:creationId xmlns:a16="http://schemas.microsoft.com/office/drawing/2014/main" id="{CC4E1C6A-763D-8A26-042D-8AB3FC7E99AE}"/>
              </a:ext>
            </a:extLst>
          </p:cNvPr>
          <p:cNvSpPr>
            <a:spLocks/>
          </p:cNvSpPr>
          <p:nvPr/>
        </p:nvSpPr>
        <p:spPr bwMode="auto">
          <a:xfrm>
            <a:off x="6866607" y="5795841"/>
            <a:ext cx="1231900" cy="1588"/>
          </a:xfrm>
          <a:custGeom>
            <a:avLst/>
            <a:gdLst>
              <a:gd name="T0" fmla="*/ 0 w 776"/>
              <a:gd name="T1" fmla="*/ 0 h 1"/>
              <a:gd name="T2" fmla="*/ 2147483646 w 776"/>
              <a:gd name="T3" fmla="*/ 0 h 1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776" h="1">
                <a:moveTo>
                  <a:pt x="0" y="0"/>
                </a:moveTo>
                <a:lnTo>
                  <a:pt x="776" y="0"/>
                </a:lnTo>
              </a:path>
            </a:pathLst>
          </a:custGeom>
          <a:noFill/>
          <a:ln w="12700" cap="flat" cmpd="sng">
            <a:solidFill>
              <a:srgbClr val="003399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28" name="Group 33">
            <a:extLst>
              <a:ext uri="{FF2B5EF4-FFF2-40B4-BE49-F238E27FC236}">
                <a16:creationId xmlns:a16="http://schemas.microsoft.com/office/drawing/2014/main" id="{D5445CB8-C7CA-F23F-9181-8367278EDF1B}"/>
              </a:ext>
            </a:extLst>
          </p:cNvPr>
          <p:cNvGrpSpPr>
            <a:grpSpLocks/>
          </p:cNvGrpSpPr>
          <p:nvPr/>
        </p:nvGrpSpPr>
        <p:grpSpPr bwMode="auto">
          <a:xfrm>
            <a:off x="7157119" y="2098554"/>
            <a:ext cx="698500" cy="3757612"/>
            <a:chOff x="1680" y="974"/>
            <a:chExt cx="440" cy="2367"/>
          </a:xfrm>
        </p:grpSpPr>
        <p:sp>
          <p:nvSpPr>
            <p:cNvPr id="29" name="Freeform 34">
              <a:extLst>
                <a:ext uri="{FF2B5EF4-FFF2-40B4-BE49-F238E27FC236}">
                  <a16:creationId xmlns:a16="http://schemas.microsoft.com/office/drawing/2014/main" id="{4ED4B344-11C3-0866-BF6C-0F0B5F542C0B}"/>
                </a:ext>
              </a:extLst>
            </p:cNvPr>
            <p:cNvSpPr>
              <a:spLocks/>
            </p:cNvSpPr>
            <p:nvPr/>
          </p:nvSpPr>
          <p:spPr bwMode="auto">
            <a:xfrm>
              <a:off x="2119" y="974"/>
              <a:ext cx="1" cy="2357"/>
            </a:xfrm>
            <a:custGeom>
              <a:avLst/>
              <a:gdLst>
                <a:gd name="T0" fmla="*/ 0 w 1"/>
                <a:gd name="T1" fmla="*/ 2357 h 2357"/>
                <a:gd name="T2" fmla="*/ 0 w 1"/>
                <a:gd name="T3" fmla="*/ 0 h 235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357">
                  <a:moveTo>
                    <a:pt x="0" y="2357"/>
                  </a:moveTo>
                  <a:lnTo>
                    <a:pt x="0" y="0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" name="Freeform 35">
              <a:extLst>
                <a:ext uri="{FF2B5EF4-FFF2-40B4-BE49-F238E27FC236}">
                  <a16:creationId xmlns:a16="http://schemas.microsoft.com/office/drawing/2014/main" id="{3698A4D4-A4D9-C978-B75E-52976C5D3452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0" y="979"/>
              <a:ext cx="1" cy="2362"/>
            </a:xfrm>
            <a:custGeom>
              <a:avLst/>
              <a:gdLst>
                <a:gd name="T0" fmla="*/ 0 w 1"/>
                <a:gd name="T1" fmla="*/ 2362 h 2362"/>
                <a:gd name="T2" fmla="*/ 0 w 1"/>
                <a:gd name="T3" fmla="*/ 0 h 236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362">
                  <a:moveTo>
                    <a:pt x="0" y="2362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31" name="Group 36">
            <a:extLst>
              <a:ext uri="{FF2B5EF4-FFF2-40B4-BE49-F238E27FC236}">
                <a16:creationId xmlns:a16="http://schemas.microsoft.com/office/drawing/2014/main" id="{29355A94-3537-AB71-CD94-24950E410922}"/>
              </a:ext>
            </a:extLst>
          </p:cNvPr>
          <p:cNvGrpSpPr>
            <a:grpSpLocks/>
          </p:cNvGrpSpPr>
          <p:nvPr/>
        </p:nvGrpSpPr>
        <p:grpSpPr bwMode="auto">
          <a:xfrm>
            <a:off x="6561807" y="1847729"/>
            <a:ext cx="1870075" cy="238125"/>
            <a:chOff x="1292" y="816"/>
            <a:chExt cx="1204" cy="150"/>
          </a:xfrm>
        </p:grpSpPr>
        <p:sp>
          <p:nvSpPr>
            <p:cNvPr id="32" name="Text Box 37">
              <a:extLst>
                <a:ext uri="{FF2B5EF4-FFF2-40B4-BE49-F238E27FC236}">
                  <a16:creationId xmlns:a16="http://schemas.microsoft.com/office/drawing/2014/main" id="{39512A52-88C3-AE31-FEAE-E736122BDC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96" y="822"/>
              <a:ext cx="200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900" b="1" i="0" u="none" strike="noStrike" kern="0" cap="none" spc="0" normalizeH="0" baseline="0" noProof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●</a:t>
              </a:r>
              <a:endParaRPr kumimoji="1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3" name="Text Box 38">
              <a:extLst>
                <a:ext uri="{FF2B5EF4-FFF2-40B4-BE49-F238E27FC236}">
                  <a16:creationId xmlns:a16="http://schemas.microsoft.com/office/drawing/2014/main" id="{5DAD970A-1C63-625B-BE4D-4DC33D338C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92" y="816"/>
              <a:ext cx="196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900" b="1" i="0" u="none" strike="noStrike" kern="0" cap="none" spc="0" normalizeH="0" baseline="0" noProof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●</a:t>
              </a:r>
              <a:endParaRPr kumimoji="1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34" name="Group 39">
            <a:extLst>
              <a:ext uri="{FF2B5EF4-FFF2-40B4-BE49-F238E27FC236}">
                <a16:creationId xmlns:a16="http://schemas.microsoft.com/office/drawing/2014/main" id="{B07696C0-B2E8-687B-E269-E2AED24E6A36}"/>
              </a:ext>
            </a:extLst>
          </p:cNvPr>
          <p:cNvGrpSpPr>
            <a:grpSpLocks/>
          </p:cNvGrpSpPr>
          <p:nvPr/>
        </p:nvGrpSpPr>
        <p:grpSpPr bwMode="auto">
          <a:xfrm>
            <a:off x="6966619" y="2054104"/>
            <a:ext cx="1127125" cy="228600"/>
            <a:chOff x="1560" y="946"/>
            <a:chExt cx="710" cy="144"/>
          </a:xfrm>
        </p:grpSpPr>
        <p:sp>
          <p:nvSpPr>
            <p:cNvPr id="35" name="Text Box 40">
              <a:extLst>
                <a:ext uri="{FF2B5EF4-FFF2-40B4-BE49-F238E27FC236}">
                  <a16:creationId xmlns:a16="http://schemas.microsoft.com/office/drawing/2014/main" id="{93E7C561-C200-CA5C-F891-3056AEFEC5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60" y="946"/>
              <a:ext cx="253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900" b="1" i="0" u="none" strike="noStrike" kern="0" cap="none" spc="0" normalizeH="0" baseline="0" noProof="0">
                  <a:ln>
                    <a:noFill/>
                  </a:ln>
                  <a:solidFill>
                    <a:srgbClr val="FF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●</a:t>
              </a:r>
              <a:endParaRPr kumimoji="1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6" name="Text Box 41">
              <a:extLst>
                <a:ext uri="{FF2B5EF4-FFF2-40B4-BE49-F238E27FC236}">
                  <a16:creationId xmlns:a16="http://schemas.microsoft.com/office/drawing/2014/main" id="{83184C0D-C3FF-B505-9141-B53CD82FA5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75" y="946"/>
              <a:ext cx="295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900" b="1" i="0" u="none" strike="noStrike" kern="0" cap="none" spc="0" normalizeH="0" baseline="0" noProof="0">
                  <a:ln>
                    <a:noFill/>
                  </a:ln>
                  <a:solidFill>
                    <a:srgbClr val="FF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●</a:t>
              </a:r>
              <a:endParaRPr kumimoji="1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38" name="Oval 42">
            <a:extLst>
              <a:ext uri="{FF2B5EF4-FFF2-40B4-BE49-F238E27FC236}">
                <a16:creationId xmlns:a16="http://schemas.microsoft.com/office/drawing/2014/main" id="{455B5240-A214-D75F-DB14-01393C936F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8494" y="4454404"/>
            <a:ext cx="1582738" cy="1409700"/>
          </a:xfrm>
          <a:prstGeom prst="ellipse">
            <a:avLst/>
          </a:prstGeom>
          <a:noFill/>
          <a:ln w="38100">
            <a:solidFill>
              <a:srgbClr val="FF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9" name="Freeform 43">
            <a:extLst>
              <a:ext uri="{FF2B5EF4-FFF2-40B4-BE49-F238E27FC236}">
                <a16:creationId xmlns:a16="http://schemas.microsoft.com/office/drawing/2014/main" id="{47F86543-3A8C-882F-CB30-B5E33C6185DC}"/>
              </a:ext>
            </a:extLst>
          </p:cNvPr>
          <p:cNvSpPr>
            <a:spLocks/>
          </p:cNvSpPr>
          <p:nvPr/>
        </p:nvSpPr>
        <p:spPr bwMode="auto">
          <a:xfrm>
            <a:off x="9538369" y="1954091"/>
            <a:ext cx="1538288" cy="328613"/>
          </a:xfrm>
          <a:custGeom>
            <a:avLst/>
            <a:gdLst>
              <a:gd name="T0" fmla="*/ 0 w 967"/>
              <a:gd name="T1" fmla="*/ 2147483646 h 192"/>
              <a:gd name="T2" fmla="*/ 2147483646 w 967"/>
              <a:gd name="T3" fmla="*/ 2147483646 h 192"/>
              <a:gd name="T4" fmla="*/ 2147483646 w 967"/>
              <a:gd name="T5" fmla="*/ 2147483646 h 192"/>
              <a:gd name="T6" fmla="*/ 2147483646 w 967"/>
              <a:gd name="T7" fmla="*/ 0 h 192"/>
              <a:gd name="T8" fmla="*/ 2147483646 w 967"/>
              <a:gd name="T9" fmla="*/ 2147483646 h 192"/>
              <a:gd name="T10" fmla="*/ 2147483646 w 967"/>
              <a:gd name="T11" fmla="*/ 2147483646 h 192"/>
              <a:gd name="T12" fmla="*/ 2147483646 w 967"/>
              <a:gd name="T13" fmla="*/ 2147483646 h 19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967" h="192">
                <a:moveTo>
                  <a:pt x="0" y="182"/>
                </a:moveTo>
                <a:cubicBezTo>
                  <a:pt x="25" y="165"/>
                  <a:pt x="99" y="104"/>
                  <a:pt x="151" y="77"/>
                </a:cubicBezTo>
                <a:cubicBezTo>
                  <a:pt x="203" y="50"/>
                  <a:pt x="257" y="30"/>
                  <a:pt x="315" y="17"/>
                </a:cubicBezTo>
                <a:cubicBezTo>
                  <a:pt x="373" y="4"/>
                  <a:pt x="443" y="0"/>
                  <a:pt x="497" y="0"/>
                </a:cubicBezTo>
                <a:cubicBezTo>
                  <a:pt x="551" y="0"/>
                  <a:pt x="588" y="5"/>
                  <a:pt x="641" y="19"/>
                </a:cubicBezTo>
                <a:cubicBezTo>
                  <a:pt x="694" y="33"/>
                  <a:pt x="760" y="58"/>
                  <a:pt x="814" y="87"/>
                </a:cubicBezTo>
                <a:cubicBezTo>
                  <a:pt x="868" y="116"/>
                  <a:pt x="935" y="170"/>
                  <a:pt x="967" y="192"/>
                </a:cubicBezTo>
              </a:path>
            </a:pathLst>
          </a:custGeom>
          <a:noFill/>
          <a:ln w="38100" cap="flat" cmpd="sng">
            <a:solidFill>
              <a:srgbClr val="FF0066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40" name="Group 44">
            <a:extLst>
              <a:ext uri="{FF2B5EF4-FFF2-40B4-BE49-F238E27FC236}">
                <a16:creationId xmlns:a16="http://schemas.microsoft.com/office/drawing/2014/main" id="{E1E72D9D-4573-B8A9-2B13-AB55BBA2D340}"/>
              </a:ext>
            </a:extLst>
          </p:cNvPr>
          <p:cNvGrpSpPr>
            <a:grpSpLocks/>
          </p:cNvGrpSpPr>
          <p:nvPr/>
        </p:nvGrpSpPr>
        <p:grpSpPr bwMode="auto">
          <a:xfrm>
            <a:off x="9506619" y="2036641"/>
            <a:ext cx="1606550" cy="246063"/>
            <a:chOff x="3160" y="935"/>
            <a:chExt cx="1012" cy="155"/>
          </a:xfrm>
        </p:grpSpPr>
        <p:sp>
          <p:nvSpPr>
            <p:cNvPr id="41" name="Text Box 45">
              <a:extLst>
                <a:ext uri="{FF2B5EF4-FFF2-40B4-BE49-F238E27FC236}">
                  <a16:creationId xmlns:a16="http://schemas.microsoft.com/office/drawing/2014/main" id="{E77F0F65-3BD5-E286-E76C-5BFC6F0F3F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60" y="936"/>
              <a:ext cx="196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000" b="0" i="0" u="none" strike="noStrike" kern="0" cap="none" spc="0" normalizeH="0" baseline="0" noProof="0">
                  <a:ln>
                    <a:noFill/>
                  </a:ln>
                  <a:solidFill>
                    <a:srgbClr val="FF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●</a:t>
              </a:r>
            </a:p>
          </p:txBody>
        </p:sp>
        <p:sp>
          <p:nvSpPr>
            <p:cNvPr id="42" name="Text Box 46">
              <a:extLst>
                <a:ext uri="{FF2B5EF4-FFF2-40B4-BE49-F238E27FC236}">
                  <a16:creationId xmlns:a16="http://schemas.microsoft.com/office/drawing/2014/main" id="{36031DF5-6654-5C0C-072D-526620B3DF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76" y="935"/>
              <a:ext cx="196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000" b="0" i="0" u="none" strike="noStrike" kern="0" cap="none" spc="0" normalizeH="0" baseline="0" noProof="0">
                  <a:ln>
                    <a:noFill/>
                  </a:ln>
                  <a:solidFill>
                    <a:srgbClr val="FF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●</a:t>
              </a:r>
            </a:p>
          </p:txBody>
        </p:sp>
      </p:grpSp>
      <p:grpSp>
        <p:nvGrpSpPr>
          <p:cNvPr id="43" name="Group 47">
            <a:extLst>
              <a:ext uri="{FF2B5EF4-FFF2-40B4-BE49-F238E27FC236}">
                <a16:creationId xmlns:a16="http://schemas.microsoft.com/office/drawing/2014/main" id="{1D995774-F48C-34A3-6693-25C88E72262B}"/>
              </a:ext>
            </a:extLst>
          </p:cNvPr>
          <p:cNvGrpSpPr>
            <a:grpSpLocks/>
          </p:cNvGrpSpPr>
          <p:nvPr/>
        </p:nvGrpSpPr>
        <p:grpSpPr bwMode="auto">
          <a:xfrm>
            <a:off x="7009482" y="5673604"/>
            <a:ext cx="1001712" cy="246062"/>
            <a:chOff x="1587" y="3226"/>
            <a:chExt cx="631" cy="155"/>
          </a:xfrm>
        </p:grpSpPr>
        <p:sp>
          <p:nvSpPr>
            <p:cNvPr id="44" name="Text Box 48">
              <a:extLst>
                <a:ext uri="{FF2B5EF4-FFF2-40B4-BE49-F238E27FC236}">
                  <a16:creationId xmlns:a16="http://schemas.microsoft.com/office/drawing/2014/main" id="{EC3A59F5-6679-F899-6008-6B5019246E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87" y="3227"/>
              <a:ext cx="196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000" b="0" i="0" u="none" strike="noStrike" kern="0" cap="none" spc="0" normalizeH="0" baseline="0" noProof="0">
                  <a:ln>
                    <a:noFill/>
                  </a:ln>
                  <a:solidFill>
                    <a:srgbClr val="FF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●</a:t>
              </a:r>
            </a:p>
          </p:txBody>
        </p:sp>
        <p:sp>
          <p:nvSpPr>
            <p:cNvPr id="45" name="Text Box 49">
              <a:extLst>
                <a:ext uri="{FF2B5EF4-FFF2-40B4-BE49-F238E27FC236}">
                  <a16:creationId xmlns:a16="http://schemas.microsoft.com/office/drawing/2014/main" id="{507F5F1D-71B9-ED51-8621-900E87B3A6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22" y="3226"/>
              <a:ext cx="196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000" b="0" i="0" u="none" strike="noStrike" kern="0" cap="none" spc="0" normalizeH="0" baseline="0" noProof="0">
                  <a:ln>
                    <a:noFill/>
                  </a:ln>
                  <a:solidFill>
                    <a:srgbClr val="FF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●</a:t>
              </a:r>
            </a:p>
          </p:txBody>
        </p:sp>
      </p:grpSp>
      <p:sp>
        <p:nvSpPr>
          <p:cNvPr id="46" name="Freeform 50">
            <a:extLst>
              <a:ext uri="{FF2B5EF4-FFF2-40B4-BE49-F238E27FC236}">
                <a16:creationId xmlns:a16="http://schemas.microsoft.com/office/drawing/2014/main" id="{F77971B6-2CA3-66E6-E27C-A69D744FDBD9}"/>
              </a:ext>
            </a:extLst>
          </p:cNvPr>
          <p:cNvSpPr>
            <a:spLocks/>
          </p:cNvSpPr>
          <p:nvPr/>
        </p:nvSpPr>
        <p:spPr bwMode="auto">
          <a:xfrm>
            <a:off x="6741194" y="1966792"/>
            <a:ext cx="1514475" cy="318300"/>
          </a:xfrm>
          <a:custGeom>
            <a:avLst/>
            <a:gdLst>
              <a:gd name="T0" fmla="*/ 0 w 954"/>
              <a:gd name="T1" fmla="*/ 0 h 189"/>
              <a:gd name="T2" fmla="*/ 2147483646 w 954"/>
              <a:gd name="T3" fmla="*/ 2147483646 h 189"/>
              <a:gd name="T4" fmla="*/ 2147483646 w 954"/>
              <a:gd name="T5" fmla="*/ 2147483646 h 189"/>
              <a:gd name="T6" fmla="*/ 2147483646 w 954"/>
              <a:gd name="T7" fmla="*/ 2147483646 h 189"/>
              <a:gd name="T8" fmla="*/ 2147483646 w 954"/>
              <a:gd name="T9" fmla="*/ 2147483646 h 189"/>
              <a:gd name="T10" fmla="*/ 2147483646 w 954"/>
              <a:gd name="T11" fmla="*/ 2147483646 h 189"/>
              <a:gd name="T12" fmla="*/ 2147483646 w 954"/>
              <a:gd name="T13" fmla="*/ 2147483646 h 189"/>
              <a:gd name="T14" fmla="*/ 2147483646 w 954"/>
              <a:gd name="T15" fmla="*/ 2147483646 h 189"/>
              <a:gd name="T16" fmla="*/ 2147483646 w 954"/>
              <a:gd name="T17" fmla="*/ 2147483646 h 189"/>
              <a:gd name="T18" fmla="*/ 2147483646 w 954"/>
              <a:gd name="T19" fmla="*/ 2147483646 h 189"/>
              <a:gd name="T20" fmla="*/ 2147483646 w 954"/>
              <a:gd name="T21" fmla="*/ 2147483646 h 189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connsiteX0" fmla="*/ 0 w 10000"/>
              <a:gd name="connsiteY0" fmla="*/ 0 h 9894"/>
              <a:gd name="connsiteX1" fmla="*/ 1143 w 10000"/>
              <a:gd name="connsiteY1" fmla="*/ 4021 h 9894"/>
              <a:gd name="connsiteX2" fmla="*/ 2715 w 10000"/>
              <a:gd name="connsiteY2" fmla="*/ 7302 h 9894"/>
              <a:gd name="connsiteX3" fmla="*/ 2579 w 10000"/>
              <a:gd name="connsiteY3" fmla="*/ 7302 h 9894"/>
              <a:gd name="connsiteX4" fmla="*/ 3878 w 10000"/>
              <a:gd name="connsiteY4" fmla="*/ 9259 h 9894"/>
              <a:gd name="connsiteX5" fmla="*/ 5052 w 10000"/>
              <a:gd name="connsiteY5" fmla="*/ 9894 h 9894"/>
              <a:gd name="connsiteX6" fmla="*/ 6226 w 10000"/>
              <a:gd name="connsiteY6" fmla="*/ 8624 h 9894"/>
              <a:gd name="connsiteX7" fmla="*/ 7338 w 10000"/>
              <a:gd name="connsiteY7" fmla="*/ 7354 h 9894"/>
              <a:gd name="connsiteX8" fmla="*/ 8229 w 10000"/>
              <a:gd name="connsiteY8" fmla="*/ 5132 h 9894"/>
              <a:gd name="connsiteX9" fmla="*/ 9119 w 10000"/>
              <a:gd name="connsiteY9" fmla="*/ 2910 h 9894"/>
              <a:gd name="connsiteX10" fmla="*/ 10000 w 10000"/>
              <a:gd name="connsiteY10" fmla="*/ 635 h 9894"/>
              <a:gd name="connsiteX0" fmla="*/ 0 w 10000"/>
              <a:gd name="connsiteY0" fmla="*/ 0 h 10098"/>
              <a:gd name="connsiteX1" fmla="*/ 1143 w 10000"/>
              <a:gd name="connsiteY1" fmla="*/ 4064 h 10098"/>
              <a:gd name="connsiteX2" fmla="*/ 2715 w 10000"/>
              <a:gd name="connsiteY2" fmla="*/ 7380 h 10098"/>
              <a:gd name="connsiteX3" fmla="*/ 2579 w 10000"/>
              <a:gd name="connsiteY3" fmla="*/ 7380 h 10098"/>
              <a:gd name="connsiteX4" fmla="*/ 3878 w 10000"/>
              <a:gd name="connsiteY4" fmla="*/ 9358 h 10098"/>
              <a:gd name="connsiteX5" fmla="*/ 5052 w 10000"/>
              <a:gd name="connsiteY5" fmla="*/ 10000 h 10098"/>
              <a:gd name="connsiteX6" fmla="*/ 7338 w 10000"/>
              <a:gd name="connsiteY6" fmla="*/ 7433 h 10098"/>
              <a:gd name="connsiteX7" fmla="*/ 8229 w 10000"/>
              <a:gd name="connsiteY7" fmla="*/ 5187 h 10098"/>
              <a:gd name="connsiteX8" fmla="*/ 9119 w 10000"/>
              <a:gd name="connsiteY8" fmla="*/ 2941 h 10098"/>
              <a:gd name="connsiteX9" fmla="*/ 10000 w 10000"/>
              <a:gd name="connsiteY9" fmla="*/ 642 h 10098"/>
              <a:gd name="connsiteX0" fmla="*/ 0 w 10000"/>
              <a:gd name="connsiteY0" fmla="*/ 0 h 10098"/>
              <a:gd name="connsiteX1" fmla="*/ 1143 w 10000"/>
              <a:gd name="connsiteY1" fmla="*/ 4064 h 10098"/>
              <a:gd name="connsiteX2" fmla="*/ 2715 w 10000"/>
              <a:gd name="connsiteY2" fmla="*/ 7380 h 10098"/>
              <a:gd name="connsiteX3" fmla="*/ 2579 w 10000"/>
              <a:gd name="connsiteY3" fmla="*/ 7380 h 10098"/>
              <a:gd name="connsiteX4" fmla="*/ 3878 w 10000"/>
              <a:gd name="connsiteY4" fmla="*/ 9358 h 10098"/>
              <a:gd name="connsiteX5" fmla="*/ 5052 w 10000"/>
              <a:gd name="connsiteY5" fmla="*/ 10000 h 10098"/>
              <a:gd name="connsiteX6" fmla="*/ 7338 w 10000"/>
              <a:gd name="connsiteY6" fmla="*/ 7433 h 10098"/>
              <a:gd name="connsiteX7" fmla="*/ 8229 w 10000"/>
              <a:gd name="connsiteY7" fmla="*/ 5187 h 10098"/>
              <a:gd name="connsiteX8" fmla="*/ 9119 w 10000"/>
              <a:gd name="connsiteY8" fmla="*/ 2941 h 10098"/>
              <a:gd name="connsiteX9" fmla="*/ 10000 w 10000"/>
              <a:gd name="connsiteY9" fmla="*/ 642 h 10098"/>
              <a:gd name="connsiteX0" fmla="*/ 0 w 10000"/>
              <a:gd name="connsiteY0" fmla="*/ 0 h 10098"/>
              <a:gd name="connsiteX1" fmla="*/ 1143 w 10000"/>
              <a:gd name="connsiteY1" fmla="*/ 4064 h 10098"/>
              <a:gd name="connsiteX2" fmla="*/ 2715 w 10000"/>
              <a:gd name="connsiteY2" fmla="*/ 7380 h 10098"/>
              <a:gd name="connsiteX3" fmla="*/ 2579 w 10000"/>
              <a:gd name="connsiteY3" fmla="*/ 7380 h 10098"/>
              <a:gd name="connsiteX4" fmla="*/ 3878 w 10000"/>
              <a:gd name="connsiteY4" fmla="*/ 9358 h 10098"/>
              <a:gd name="connsiteX5" fmla="*/ 5052 w 10000"/>
              <a:gd name="connsiteY5" fmla="*/ 10000 h 10098"/>
              <a:gd name="connsiteX6" fmla="*/ 7338 w 10000"/>
              <a:gd name="connsiteY6" fmla="*/ 7433 h 10098"/>
              <a:gd name="connsiteX7" fmla="*/ 9119 w 10000"/>
              <a:gd name="connsiteY7" fmla="*/ 2941 h 10098"/>
              <a:gd name="connsiteX8" fmla="*/ 10000 w 10000"/>
              <a:gd name="connsiteY8" fmla="*/ 642 h 10098"/>
              <a:gd name="connsiteX0" fmla="*/ 0 w 10000"/>
              <a:gd name="connsiteY0" fmla="*/ 0 h 10098"/>
              <a:gd name="connsiteX1" fmla="*/ 1143 w 10000"/>
              <a:gd name="connsiteY1" fmla="*/ 4064 h 10098"/>
              <a:gd name="connsiteX2" fmla="*/ 2715 w 10000"/>
              <a:gd name="connsiteY2" fmla="*/ 7380 h 10098"/>
              <a:gd name="connsiteX3" fmla="*/ 2579 w 10000"/>
              <a:gd name="connsiteY3" fmla="*/ 7380 h 10098"/>
              <a:gd name="connsiteX4" fmla="*/ 3878 w 10000"/>
              <a:gd name="connsiteY4" fmla="*/ 9358 h 10098"/>
              <a:gd name="connsiteX5" fmla="*/ 5052 w 10000"/>
              <a:gd name="connsiteY5" fmla="*/ 10000 h 10098"/>
              <a:gd name="connsiteX6" fmla="*/ 7338 w 10000"/>
              <a:gd name="connsiteY6" fmla="*/ 7433 h 10098"/>
              <a:gd name="connsiteX7" fmla="*/ 10000 w 10000"/>
              <a:gd name="connsiteY7" fmla="*/ 642 h 10098"/>
              <a:gd name="connsiteX0" fmla="*/ 0 w 10000"/>
              <a:gd name="connsiteY0" fmla="*/ 0 h 10098"/>
              <a:gd name="connsiteX1" fmla="*/ 1143 w 10000"/>
              <a:gd name="connsiteY1" fmla="*/ 4064 h 10098"/>
              <a:gd name="connsiteX2" fmla="*/ 2715 w 10000"/>
              <a:gd name="connsiteY2" fmla="*/ 7380 h 10098"/>
              <a:gd name="connsiteX3" fmla="*/ 2579 w 10000"/>
              <a:gd name="connsiteY3" fmla="*/ 7380 h 10098"/>
              <a:gd name="connsiteX4" fmla="*/ 3878 w 10000"/>
              <a:gd name="connsiteY4" fmla="*/ 9358 h 10098"/>
              <a:gd name="connsiteX5" fmla="*/ 5052 w 10000"/>
              <a:gd name="connsiteY5" fmla="*/ 10000 h 10098"/>
              <a:gd name="connsiteX6" fmla="*/ 7338 w 10000"/>
              <a:gd name="connsiteY6" fmla="*/ 7433 h 10098"/>
              <a:gd name="connsiteX7" fmla="*/ 10000 w 10000"/>
              <a:gd name="connsiteY7" fmla="*/ 642 h 10098"/>
              <a:gd name="connsiteX0" fmla="*/ 0 w 10000"/>
              <a:gd name="connsiteY0" fmla="*/ 0 h 10098"/>
              <a:gd name="connsiteX1" fmla="*/ 1143 w 10000"/>
              <a:gd name="connsiteY1" fmla="*/ 4064 h 10098"/>
              <a:gd name="connsiteX2" fmla="*/ 2715 w 10000"/>
              <a:gd name="connsiteY2" fmla="*/ 7380 h 10098"/>
              <a:gd name="connsiteX3" fmla="*/ 2579 w 10000"/>
              <a:gd name="connsiteY3" fmla="*/ 7380 h 10098"/>
              <a:gd name="connsiteX4" fmla="*/ 3878 w 10000"/>
              <a:gd name="connsiteY4" fmla="*/ 9358 h 10098"/>
              <a:gd name="connsiteX5" fmla="*/ 5052 w 10000"/>
              <a:gd name="connsiteY5" fmla="*/ 10000 h 10098"/>
              <a:gd name="connsiteX6" fmla="*/ 7338 w 10000"/>
              <a:gd name="connsiteY6" fmla="*/ 7433 h 10098"/>
              <a:gd name="connsiteX7" fmla="*/ 10000 w 10000"/>
              <a:gd name="connsiteY7" fmla="*/ 642 h 10098"/>
              <a:gd name="connsiteX0" fmla="*/ 0 w 10000"/>
              <a:gd name="connsiteY0" fmla="*/ 0 h 10470"/>
              <a:gd name="connsiteX1" fmla="*/ 1143 w 10000"/>
              <a:gd name="connsiteY1" fmla="*/ 4064 h 10470"/>
              <a:gd name="connsiteX2" fmla="*/ 2715 w 10000"/>
              <a:gd name="connsiteY2" fmla="*/ 7380 h 10470"/>
              <a:gd name="connsiteX3" fmla="*/ 2579 w 10000"/>
              <a:gd name="connsiteY3" fmla="*/ 7380 h 10470"/>
              <a:gd name="connsiteX4" fmla="*/ 3878 w 10000"/>
              <a:gd name="connsiteY4" fmla="*/ 9358 h 10470"/>
              <a:gd name="connsiteX5" fmla="*/ 4942 w 10000"/>
              <a:gd name="connsiteY5" fmla="*/ 10401 h 10470"/>
              <a:gd name="connsiteX6" fmla="*/ 7338 w 10000"/>
              <a:gd name="connsiteY6" fmla="*/ 7433 h 10470"/>
              <a:gd name="connsiteX7" fmla="*/ 10000 w 10000"/>
              <a:gd name="connsiteY7" fmla="*/ 642 h 10470"/>
              <a:gd name="connsiteX0" fmla="*/ 0 w 10000"/>
              <a:gd name="connsiteY0" fmla="*/ 0 h 10401"/>
              <a:gd name="connsiteX1" fmla="*/ 1143 w 10000"/>
              <a:gd name="connsiteY1" fmla="*/ 4064 h 10401"/>
              <a:gd name="connsiteX2" fmla="*/ 2715 w 10000"/>
              <a:gd name="connsiteY2" fmla="*/ 7380 h 10401"/>
              <a:gd name="connsiteX3" fmla="*/ 2579 w 10000"/>
              <a:gd name="connsiteY3" fmla="*/ 7380 h 10401"/>
              <a:gd name="connsiteX4" fmla="*/ 4942 w 10000"/>
              <a:gd name="connsiteY4" fmla="*/ 10401 h 10401"/>
              <a:gd name="connsiteX5" fmla="*/ 7338 w 10000"/>
              <a:gd name="connsiteY5" fmla="*/ 7433 h 10401"/>
              <a:gd name="connsiteX6" fmla="*/ 10000 w 10000"/>
              <a:gd name="connsiteY6" fmla="*/ 642 h 10401"/>
              <a:gd name="connsiteX0" fmla="*/ 0 w 10000"/>
              <a:gd name="connsiteY0" fmla="*/ 0 h 10401"/>
              <a:gd name="connsiteX1" fmla="*/ 1143 w 10000"/>
              <a:gd name="connsiteY1" fmla="*/ 4064 h 10401"/>
              <a:gd name="connsiteX2" fmla="*/ 2715 w 10000"/>
              <a:gd name="connsiteY2" fmla="*/ 7380 h 10401"/>
              <a:gd name="connsiteX3" fmla="*/ 4942 w 10000"/>
              <a:gd name="connsiteY3" fmla="*/ 10401 h 10401"/>
              <a:gd name="connsiteX4" fmla="*/ 7338 w 10000"/>
              <a:gd name="connsiteY4" fmla="*/ 7433 h 10401"/>
              <a:gd name="connsiteX5" fmla="*/ 10000 w 10000"/>
              <a:gd name="connsiteY5" fmla="*/ 642 h 10401"/>
              <a:gd name="connsiteX0" fmla="*/ 0 w 10000"/>
              <a:gd name="connsiteY0" fmla="*/ 0 h 10401"/>
              <a:gd name="connsiteX1" fmla="*/ 1143 w 10000"/>
              <a:gd name="connsiteY1" fmla="*/ 4064 h 10401"/>
              <a:gd name="connsiteX2" fmla="*/ 4942 w 10000"/>
              <a:gd name="connsiteY2" fmla="*/ 10401 h 10401"/>
              <a:gd name="connsiteX3" fmla="*/ 7338 w 10000"/>
              <a:gd name="connsiteY3" fmla="*/ 7433 h 10401"/>
              <a:gd name="connsiteX4" fmla="*/ 10000 w 10000"/>
              <a:gd name="connsiteY4" fmla="*/ 642 h 10401"/>
              <a:gd name="connsiteX0" fmla="*/ 0 w 10000"/>
              <a:gd name="connsiteY0" fmla="*/ 0 h 10411"/>
              <a:gd name="connsiteX1" fmla="*/ 2668 w 10000"/>
              <a:gd name="connsiteY1" fmla="*/ 6551 h 10411"/>
              <a:gd name="connsiteX2" fmla="*/ 4942 w 10000"/>
              <a:gd name="connsiteY2" fmla="*/ 10401 h 10411"/>
              <a:gd name="connsiteX3" fmla="*/ 7338 w 10000"/>
              <a:gd name="connsiteY3" fmla="*/ 7433 h 10411"/>
              <a:gd name="connsiteX4" fmla="*/ 10000 w 10000"/>
              <a:gd name="connsiteY4" fmla="*/ 642 h 10411"/>
              <a:gd name="connsiteX0" fmla="*/ 0 w 10000"/>
              <a:gd name="connsiteY0" fmla="*/ 0 h 10411"/>
              <a:gd name="connsiteX1" fmla="*/ 2668 w 10000"/>
              <a:gd name="connsiteY1" fmla="*/ 6551 h 10411"/>
              <a:gd name="connsiteX2" fmla="*/ 4942 w 10000"/>
              <a:gd name="connsiteY2" fmla="*/ 10401 h 10411"/>
              <a:gd name="connsiteX3" fmla="*/ 7338 w 10000"/>
              <a:gd name="connsiteY3" fmla="*/ 7433 h 10411"/>
              <a:gd name="connsiteX4" fmla="*/ 10000 w 10000"/>
              <a:gd name="connsiteY4" fmla="*/ 642 h 10411"/>
              <a:gd name="connsiteX0" fmla="*/ 0 w 10000"/>
              <a:gd name="connsiteY0" fmla="*/ 0 h 10404"/>
              <a:gd name="connsiteX1" fmla="*/ 2762 w 10000"/>
              <a:gd name="connsiteY1" fmla="*/ 6952 h 10404"/>
              <a:gd name="connsiteX2" fmla="*/ 4942 w 10000"/>
              <a:gd name="connsiteY2" fmla="*/ 10401 h 10404"/>
              <a:gd name="connsiteX3" fmla="*/ 7338 w 10000"/>
              <a:gd name="connsiteY3" fmla="*/ 7433 h 10404"/>
              <a:gd name="connsiteX4" fmla="*/ 10000 w 10000"/>
              <a:gd name="connsiteY4" fmla="*/ 642 h 10404"/>
              <a:gd name="connsiteX0" fmla="*/ 0 w 10000"/>
              <a:gd name="connsiteY0" fmla="*/ 0 h 9604"/>
              <a:gd name="connsiteX1" fmla="*/ 2762 w 10000"/>
              <a:gd name="connsiteY1" fmla="*/ 6952 h 9604"/>
              <a:gd name="connsiteX2" fmla="*/ 5021 w 10000"/>
              <a:gd name="connsiteY2" fmla="*/ 9599 h 9604"/>
              <a:gd name="connsiteX3" fmla="*/ 7338 w 10000"/>
              <a:gd name="connsiteY3" fmla="*/ 7433 h 9604"/>
              <a:gd name="connsiteX4" fmla="*/ 10000 w 10000"/>
              <a:gd name="connsiteY4" fmla="*/ 642 h 9604"/>
              <a:gd name="connsiteX0" fmla="*/ 0 w 10000"/>
              <a:gd name="connsiteY0" fmla="*/ 0 h 10001"/>
              <a:gd name="connsiteX1" fmla="*/ 2762 w 10000"/>
              <a:gd name="connsiteY1" fmla="*/ 7239 h 10001"/>
              <a:gd name="connsiteX2" fmla="*/ 5021 w 10000"/>
              <a:gd name="connsiteY2" fmla="*/ 9995 h 10001"/>
              <a:gd name="connsiteX3" fmla="*/ 7338 w 10000"/>
              <a:gd name="connsiteY3" fmla="*/ 7739 h 10001"/>
              <a:gd name="connsiteX4" fmla="*/ 10000 w 10000"/>
              <a:gd name="connsiteY4" fmla="*/ 668 h 10001"/>
              <a:gd name="connsiteX0" fmla="*/ 0 w 10000"/>
              <a:gd name="connsiteY0" fmla="*/ 0 h 9995"/>
              <a:gd name="connsiteX1" fmla="*/ 2762 w 10000"/>
              <a:gd name="connsiteY1" fmla="*/ 7239 h 9995"/>
              <a:gd name="connsiteX2" fmla="*/ 5021 w 10000"/>
              <a:gd name="connsiteY2" fmla="*/ 9995 h 9995"/>
              <a:gd name="connsiteX3" fmla="*/ 7338 w 10000"/>
              <a:gd name="connsiteY3" fmla="*/ 7739 h 9995"/>
              <a:gd name="connsiteX4" fmla="*/ 10000 w 10000"/>
              <a:gd name="connsiteY4" fmla="*/ 668 h 9995"/>
              <a:gd name="connsiteX0" fmla="*/ 0 w 10000"/>
              <a:gd name="connsiteY0" fmla="*/ 0 h 10001"/>
              <a:gd name="connsiteX1" fmla="*/ 2762 w 10000"/>
              <a:gd name="connsiteY1" fmla="*/ 7243 h 10001"/>
              <a:gd name="connsiteX2" fmla="*/ 5021 w 10000"/>
              <a:gd name="connsiteY2" fmla="*/ 10000 h 10001"/>
              <a:gd name="connsiteX3" fmla="*/ 7401 w 10000"/>
              <a:gd name="connsiteY3" fmla="*/ 7492 h 10001"/>
              <a:gd name="connsiteX4" fmla="*/ 10000 w 10000"/>
              <a:gd name="connsiteY4" fmla="*/ 668 h 10001"/>
              <a:gd name="connsiteX0" fmla="*/ 0 w 10000"/>
              <a:gd name="connsiteY0" fmla="*/ 0 h 10001"/>
              <a:gd name="connsiteX1" fmla="*/ 2762 w 10000"/>
              <a:gd name="connsiteY1" fmla="*/ 7243 h 10001"/>
              <a:gd name="connsiteX2" fmla="*/ 5021 w 10000"/>
              <a:gd name="connsiteY2" fmla="*/ 10000 h 10001"/>
              <a:gd name="connsiteX3" fmla="*/ 7401 w 10000"/>
              <a:gd name="connsiteY3" fmla="*/ 7492 h 10001"/>
              <a:gd name="connsiteX4" fmla="*/ 10000 w 10000"/>
              <a:gd name="connsiteY4" fmla="*/ 668 h 10001"/>
              <a:gd name="connsiteX0" fmla="*/ 0 w 10000"/>
              <a:gd name="connsiteY0" fmla="*/ 0 h 10001"/>
              <a:gd name="connsiteX1" fmla="*/ 2762 w 10000"/>
              <a:gd name="connsiteY1" fmla="*/ 7243 h 10001"/>
              <a:gd name="connsiteX2" fmla="*/ 5021 w 10000"/>
              <a:gd name="connsiteY2" fmla="*/ 10000 h 10001"/>
              <a:gd name="connsiteX3" fmla="*/ 7401 w 10000"/>
              <a:gd name="connsiteY3" fmla="*/ 7492 h 10001"/>
              <a:gd name="connsiteX4" fmla="*/ 10000 w 10000"/>
              <a:gd name="connsiteY4" fmla="*/ 668 h 10001"/>
              <a:gd name="connsiteX0" fmla="*/ 0 w 10000"/>
              <a:gd name="connsiteY0" fmla="*/ 0 h 11170"/>
              <a:gd name="connsiteX1" fmla="*/ 2762 w 10000"/>
              <a:gd name="connsiteY1" fmla="*/ 7243 h 11170"/>
              <a:gd name="connsiteX2" fmla="*/ 5021 w 10000"/>
              <a:gd name="connsiteY2" fmla="*/ 11170 h 11170"/>
              <a:gd name="connsiteX3" fmla="*/ 7401 w 10000"/>
              <a:gd name="connsiteY3" fmla="*/ 7492 h 11170"/>
              <a:gd name="connsiteX4" fmla="*/ 10000 w 10000"/>
              <a:gd name="connsiteY4" fmla="*/ 668 h 11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1170">
                <a:moveTo>
                  <a:pt x="0" y="0"/>
                </a:moveTo>
                <a:cubicBezTo>
                  <a:pt x="1085" y="3678"/>
                  <a:pt x="1925" y="5381"/>
                  <a:pt x="2762" y="7243"/>
                </a:cubicBezTo>
                <a:cubicBezTo>
                  <a:pt x="3599" y="9105"/>
                  <a:pt x="4248" y="11129"/>
                  <a:pt x="5021" y="11170"/>
                </a:cubicBezTo>
                <a:cubicBezTo>
                  <a:pt x="5794" y="11211"/>
                  <a:pt x="6571" y="9242"/>
                  <a:pt x="7401" y="7492"/>
                </a:cubicBezTo>
                <a:cubicBezTo>
                  <a:pt x="8231" y="5742"/>
                  <a:pt x="8613" y="5235"/>
                  <a:pt x="10000" y="668"/>
                </a:cubicBezTo>
              </a:path>
            </a:pathLst>
          </a:cu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7" name="Text Box 51">
            <a:extLst>
              <a:ext uri="{FF2B5EF4-FFF2-40B4-BE49-F238E27FC236}">
                <a16:creationId xmlns:a16="http://schemas.microsoft.com/office/drawing/2014/main" id="{AF37A594-D74B-BEC7-9EAC-B407BF17E3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59082" y="1777879"/>
            <a:ext cx="2889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800" b="0" i="0" u="none" strike="noStrike" kern="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</a:t>
            </a:r>
            <a:endParaRPr kumimoji="1" lang="en-US" altLang="zh-CN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8" name="Text Box 52">
            <a:extLst>
              <a:ext uri="{FF2B5EF4-FFF2-40B4-BE49-F238E27FC236}">
                <a16:creationId xmlns:a16="http://schemas.microsoft.com/office/drawing/2014/main" id="{AF3DBE85-0687-0A50-3573-AB86949FA4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84032" y="4956698"/>
            <a:ext cx="2889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</a:t>
            </a:r>
            <a:endParaRPr kumimoji="1" lang="en-US" altLang="zh-CN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9" name="Text Box 53">
            <a:extLst>
              <a:ext uri="{FF2B5EF4-FFF2-40B4-BE49-F238E27FC236}">
                <a16:creationId xmlns:a16="http://schemas.microsoft.com/office/drawing/2014/main" id="{EFCF311F-C85D-25CC-5803-22145CCA42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69944" y="4970341"/>
            <a:ext cx="2889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800" b="0" i="0" u="none" strike="noStrike" kern="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</a:t>
            </a:r>
            <a:endParaRPr kumimoji="1" lang="en-US" altLang="zh-CN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0" name="Text Box 54">
            <a:extLst>
              <a:ext uri="{FF2B5EF4-FFF2-40B4-BE49-F238E27FC236}">
                <a16:creationId xmlns:a16="http://schemas.microsoft.com/office/drawing/2014/main" id="{7D0AC2E0-0942-8165-03B3-EFE813F0D9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65242" y="5683341"/>
            <a:ext cx="2889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rgbClr val="66FF33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</a:t>
            </a:r>
            <a:endParaRPr kumimoji="1" lang="en-US" altLang="zh-CN" sz="2400" b="0" i="0" u="none" strike="noStrike" kern="0" cap="none" spc="0" normalizeH="0" baseline="0" noProof="0" dirty="0">
              <a:ln>
                <a:noFill/>
              </a:ln>
              <a:solidFill>
                <a:srgbClr val="66FF33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1" name="Text Box 55">
            <a:extLst>
              <a:ext uri="{FF2B5EF4-FFF2-40B4-BE49-F238E27FC236}">
                <a16:creationId xmlns:a16="http://schemas.microsoft.com/office/drawing/2014/main" id="{E390257A-9643-6E76-2220-E508BDEA98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5828" y="2093652"/>
            <a:ext cx="205216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altLang="zh-CN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空间分析</a:t>
            </a:r>
          </a:p>
        </p:txBody>
      </p:sp>
      <p:sp>
        <p:nvSpPr>
          <p:cNvPr id="52" name="Text Box 56">
            <a:extLst>
              <a:ext uri="{FF2B5EF4-FFF2-40B4-BE49-F238E27FC236}">
                <a16:creationId xmlns:a16="http://schemas.microsoft.com/office/drawing/2014/main" id="{88B6F246-C3A3-4EB7-F1B5-B0F82A6651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5828" y="2712777"/>
            <a:ext cx="205216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altLang="zh-CN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投影分析</a:t>
            </a:r>
          </a:p>
        </p:txBody>
      </p:sp>
      <p:sp>
        <p:nvSpPr>
          <p:cNvPr id="53" name="Text Box 57">
            <a:extLst>
              <a:ext uri="{FF2B5EF4-FFF2-40B4-BE49-F238E27FC236}">
                <a16:creationId xmlns:a16="http://schemas.microsoft.com/office/drawing/2014/main" id="{C3617C57-549F-960E-05F9-545C3EC19A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5828" y="3365129"/>
            <a:ext cx="154882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30000"/>
              </a:spcBef>
              <a:spcAft>
                <a:spcPct val="0"/>
              </a:spcAft>
              <a:buFontTx/>
              <a:buNone/>
            </a:pPr>
            <a:r>
              <a:rPr lang="en-US" altLang="zh-CN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</a:t>
            </a: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作图  </a:t>
            </a:r>
          </a:p>
        </p:txBody>
      </p:sp>
      <p:sp>
        <p:nvSpPr>
          <p:cNvPr id="54" name="Text Box 58">
            <a:extLst>
              <a:ext uri="{FF2B5EF4-FFF2-40B4-BE49-F238E27FC236}">
                <a16:creationId xmlns:a16="http://schemas.microsoft.com/office/drawing/2014/main" id="{7F9AF024-9F42-4B87-BE20-E6953B3C39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4975" y="4354687"/>
            <a:ext cx="160492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）中间点</a:t>
            </a:r>
          </a:p>
        </p:txBody>
      </p:sp>
      <p:sp>
        <p:nvSpPr>
          <p:cNvPr id="55" name="Text Box 59">
            <a:extLst>
              <a:ext uri="{FF2B5EF4-FFF2-40B4-BE49-F238E27FC236}">
                <a16:creationId xmlns:a16="http://schemas.microsoft.com/office/drawing/2014/main" id="{459600AC-C3A0-4852-3929-C8EFCC15DA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5828" y="5353181"/>
            <a:ext cx="348845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altLang="zh-CN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en-US" altLang="zh-CN" sz="2800" b="1" i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检查轮廓线的投影</a:t>
            </a:r>
          </a:p>
        </p:txBody>
      </p:sp>
      <p:sp>
        <p:nvSpPr>
          <p:cNvPr id="56" name="Text Box 60">
            <a:extLst>
              <a:ext uri="{FF2B5EF4-FFF2-40B4-BE49-F238E27FC236}">
                <a16:creationId xmlns:a16="http://schemas.microsoft.com/office/drawing/2014/main" id="{A87960E9-29A7-3602-7206-3703A36F9A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4975" y="4730924"/>
            <a:ext cx="191270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光滑连接</a:t>
            </a:r>
            <a:endParaRPr lang="zh-CN" altLang="en-US" sz="2400" b="1" i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7" name="Picture 61">
            <a:extLst>
              <a:ext uri="{FF2B5EF4-FFF2-40B4-BE49-F238E27FC236}">
                <a16:creationId xmlns:a16="http://schemas.microsoft.com/office/drawing/2014/main" id="{69073BC1-AB62-3CE5-AD8B-02D194B625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18000" contras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26425" y="4290097"/>
            <a:ext cx="2133600" cy="1787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8" name="Text Box 62">
            <a:extLst>
              <a:ext uri="{FF2B5EF4-FFF2-40B4-BE49-F238E27FC236}">
                <a16:creationId xmlns:a16="http://schemas.microsoft.com/office/drawing/2014/main" id="{5525D1E4-DE04-D224-929A-8BAB4CDBFC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26681" y="2038229"/>
            <a:ext cx="1392237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0" fontAlgn="base" hangingPunct="0">
              <a:spcBef>
                <a:spcPts val="0"/>
              </a:spcBef>
              <a:spcAft>
                <a:spcPct val="0"/>
              </a:spcAft>
              <a:buFontTx/>
              <a:buNone/>
            </a:pPr>
            <a:r>
              <a:rPr lang="zh-CN" altLang="en-US" sz="2000" dirty="0">
                <a:solidFill>
                  <a:srgbClr val="000000"/>
                </a:solidFill>
                <a:ea typeface="黑体" panose="02010609060101010101" pitchFamily="49" charset="-122"/>
              </a:rPr>
              <a:t>封闭的</a:t>
            </a:r>
            <a:endParaRPr lang="en-US" altLang="zh-CN" sz="2000" dirty="0">
              <a:solidFill>
                <a:srgbClr val="000000"/>
              </a:solidFill>
              <a:ea typeface="黑体" panose="02010609060101010101" pitchFamily="49" charset="-122"/>
            </a:endParaRPr>
          </a:p>
          <a:p>
            <a:pPr algn="ctr" eaLnBrk="0" fontAlgn="base" hangingPunct="0">
              <a:spcBef>
                <a:spcPts val="0"/>
              </a:spcBef>
              <a:spcAft>
                <a:spcPct val="0"/>
              </a:spcAft>
              <a:buFontTx/>
              <a:buNone/>
            </a:pPr>
            <a:r>
              <a:rPr lang="zh-CN" altLang="en-US" sz="2000" dirty="0">
                <a:solidFill>
                  <a:srgbClr val="000000"/>
                </a:solidFill>
                <a:ea typeface="黑体" panose="02010609060101010101" pitchFamily="49" charset="-122"/>
              </a:rPr>
              <a:t>空间曲线</a:t>
            </a:r>
          </a:p>
        </p:txBody>
      </p:sp>
      <p:sp>
        <p:nvSpPr>
          <p:cNvPr id="60" name="Text Box 64">
            <a:extLst>
              <a:ext uri="{FF2B5EF4-FFF2-40B4-BE49-F238E27FC236}">
                <a16:creationId xmlns:a16="http://schemas.microsoft.com/office/drawing/2014/main" id="{C829FF3B-756D-FEF1-C414-B95C8643B7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4975" y="3978449"/>
            <a:ext cx="160492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30000"/>
              </a:spcBef>
              <a:spcAft>
                <a:spcPct val="0"/>
              </a:spcAft>
              <a:buFontTx/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）特殊点</a:t>
            </a:r>
            <a:endParaRPr lang="zh-CN" altLang="en-US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28731CE8-17B1-D15C-A842-CE305E0457F5}"/>
              </a:ext>
            </a:extLst>
          </p:cNvPr>
          <p:cNvGrpSpPr/>
          <p:nvPr/>
        </p:nvGrpSpPr>
        <p:grpSpPr>
          <a:xfrm>
            <a:off x="7754019" y="1053979"/>
            <a:ext cx="2979738" cy="919162"/>
            <a:chOff x="7754019" y="1053979"/>
            <a:chExt cx="2979738" cy="919162"/>
          </a:xfrm>
        </p:grpSpPr>
        <p:sp>
          <p:nvSpPr>
            <p:cNvPr id="61" name="Text Box 65">
              <a:extLst>
                <a:ext uri="{FF2B5EF4-FFF2-40B4-BE49-F238E27FC236}">
                  <a16:creationId xmlns:a16="http://schemas.microsoft.com/office/drawing/2014/main" id="{674E50C8-CC21-12EE-7858-7DCBCAECBE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03269" y="1053979"/>
              <a:ext cx="2630488" cy="396875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>
              <a:solidFill>
                <a:schemeClr val="accent5">
                  <a:lumMod val="40000"/>
                  <a:lumOff val="60000"/>
                </a:schemeClr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lang="zh-CN" altLang="en-US" sz="2000" dirty="0">
                  <a:solidFill>
                    <a:srgbClr val="FF0000"/>
                  </a:solidFill>
                  <a:ea typeface="黑体" panose="02010609060101010101" pitchFamily="49" charset="-122"/>
                </a:rPr>
                <a:t>此段外形轮廓线消失</a:t>
              </a:r>
            </a:p>
          </p:txBody>
        </p:sp>
        <p:sp>
          <p:nvSpPr>
            <p:cNvPr id="62" name="Line 66">
              <a:extLst>
                <a:ext uri="{FF2B5EF4-FFF2-40B4-BE49-F238E27FC236}">
                  <a16:creationId xmlns:a16="http://schemas.microsoft.com/office/drawing/2014/main" id="{A942E123-8EBE-B0E7-A541-0EEE91DD789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754019" y="1469904"/>
              <a:ext cx="395288" cy="50323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63" name="Text Box 67">
            <a:extLst>
              <a:ext uri="{FF2B5EF4-FFF2-40B4-BE49-F238E27FC236}">
                <a16:creationId xmlns:a16="http://schemas.microsoft.com/office/drawing/2014/main" id="{D6A650C5-1CD6-9018-2C12-A82D72EED5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32194" y="2089029"/>
            <a:ext cx="2889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rgbClr val="66FF33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</a:t>
            </a:r>
            <a:endParaRPr kumimoji="1" lang="en-US" altLang="zh-CN" sz="2400" b="0" i="0" u="none" strike="noStrike" kern="0" cap="none" spc="0" normalizeH="0" baseline="0" noProof="0" dirty="0">
              <a:ln>
                <a:noFill/>
              </a:ln>
              <a:solidFill>
                <a:srgbClr val="66FF33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4" name="Text Box 68">
            <a:extLst>
              <a:ext uri="{FF2B5EF4-FFF2-40B4-BE49-F238E27FC236}">
                <a16:creationId xmlns:a16="http://schemas.microsoft.com/office/drawing/2014/main" id="{A4BFB7B4-AE37-7BF6-F12A-4E3F784071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33694" y="1574679"/>
            <a:ext cx="5064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 panose="020B0702040204020203" pitchFamily="34" charset="0"/>
              </a:rPr>
              <a:t>1"</a:t>
            </a:r>
          </a:p>
        </p:txBody>
      </p:sp>
      <p:sp>
        <p:nvSpPr>
          <p:cNvPr id="65" name="Rectangle 69">
            <a:extLst>
              <a:ext uri="{FF2B5EF4-FFF2-40B4-BE49-F238E27FC236}">
                <a16:creationId xmlns:a16="http://schemas.microsoft.com/office/drawing/2014/main" id="{33D2D681-C6EA-C597-0AC7-EB134DB787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2894" y="1574679"/>
            <a:ext cx="43633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 panose="020B0702040204020203" pitchFamily="34" charset="0"/>
              </a:rPr>
              <a:t>1'</a:t>
            </a:r>
          </a:p>
        </p:txBody>
      </p:sp>
      <p:sp>
        <p:nvSpPr>
          <p:cNvPr id="66" name="Text Box 70">
            <a:extLst>
              <a:ext uri="{FF2B5EF4-FFF2-40B4-BE49-F238E27FC236}">
                <a16:creationId xmlns:a16="http://schemas.microsoft.com/office/drawing/2014/main" id="{AE3CC260-7B78-237F-4263-C2533C3DAC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06819" y="2055691"/>
            <a:ext cx="5064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 panose="020B0702040204020203" pitchFamily="34" charset="0"/>
              </a:rPr>
              <a:t>2"</a:t>
            </a:r>
          </a:p>
        </p:txBody>
      </p:sp>
      <p:sp>
        <p:nvSpPr>
          <p:cNvPr id="67" name="Text Box 71">
            <a:extLst>
              <a:ext uri="{FF2B5EF4-FFF2-40B4-BE49-F238E27FC236}">
                <a16:creationId xmlns:a16="http://schemas.microsoft.com/office/drawing/2014/main" id="{182E84D8-8657-1EE4-DF3A-7794F4AE8C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49607" y="1595316"/>
            <a:ext cx="5826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 panose="020B0702040204020203" pitchFamily="34" charset="0"/>
              </a:rPr>
              <a:t>,3"</a:t>
            </a:r>
          </a:p>
        </p:txBody>
      </p:sp>
      <p:sp>
        <p:nvSpPr>
          <p:cNvPr id="68" name="Rectangle 72">
            <a:extLst>
              <a:ext uri="{FF2B5EF4-FFF2-40B4-BE49-F238E27FC236}">
                <a16:creationId xmlns:a16="http://schemas.microsoft.com/office/drawing/2014/main" id="{06105A5D-F5B6-404A-5936-D00F4B3E46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33307" y="2190629"/>
            <a:ext cx="43633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 panose="020B0702040204020203" pitchFamily="34" charset="0"/>
              </a:rPr>
              <a:t>2'</a:t>
            </a:r>
          </a:p>
        </p:txBody>
      </p:sp>
      <p:sp>
        <p:nvSpPr>
          <p:cNvPr id="69" name="Rectangle 73">
            <a:extLst>
              <a:ext uri="{FF2B5EF4-FFF2-40B4-BE49-F238E27FC236}">
                <a16:creationId xmlns:a16="http://schemas.microsoft.com/office/drawing/2014/main" id="{0B4EC0F1-3531-27BB-28C8-110D74B739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41382" y="1555629"/>
            <a:ext cx="43633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 panose="020B0702040204020203" pitchFamily="34" charset="0"/>
              </a:rPr>
              <a:t>3'</a:t>
            </a:r>
          </a:p>
        </p:txBody>
      </p:sp>
      <p:sp>
        <p:nvSpPr>
          <p:cNvPr id="70" name="Rectangle 74">
            <a:extLst>
              <a:ext uri="{FF2B5EF4-FFF2-40B4-BE49-F238E27FC236}">
                <a16:creationId xmlns:a16="http://schemas.microsoft.com/office/drawing/2014/main" id="{0024B656-A458-DF2D-7703-E638A5EF87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30044" y="5075116"/>
            <a:ext cx="35618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 panose="020B0702040204020203" pitchFamily="34" charset="0"/>
              </a:rPr>
              <a:t>1</a:t>
            </a:r>
          </a:p>
        </p:txBody>
      </p:sp>
      <p:sp>
        <p:nvSpPr>
          <p:cNvPr id="71" name="Rectangle 75">
            <a:extLst>
              <a:ext uri="{FF2B5EF4-FFF2-40B4-BE49-F238E27FC236}">
                <a16:creationId xmlns:a16="http://schemas.microsoft.com/office/drawing/2014/main" id="{0DD8B312-84E3-460A-8FC7-6E1BA7E97E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5620" y="5738952"/>
            <a:ext cx="35618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 panose="020B0702040204020203" pitchFamily="34" charset="0"/>
              </a:rPr>
              <a:t>2</a:t>
            </a:r>
          </a:p>
        </p:txBody>
      </p:sp>
      <p:sp>
        <p:nvSpPr>
          <p:cNvPr id="72" name="Rectangle 76">
            <a:extLst>
              <a:ext uri="{FF2B5EF4-FFF2-40B4-BE49-F238E27FC236}">
                <a16:creationId xmlns:a16="http://schemas.microsoft.com/office/drawing/2014/main" id="{4BD25A72-8B54-806C-691E-3792B05F7A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87419" y="5092579"/>
            <a:ext cx="35618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 panose="020B0702040204020203" pitchFamily="34" charset="0"/>
              </a:rPr>
              <a:t>3</a:t>
            </a:r>
          </a:p>
        </p:txBody>
      </p:sp>
      <p:pic>
        <p:nvPicPr>
          <p:cNvPr id="73" name="图片 72">
            <a:extLst>
              <a:ext uri="{FF2B5EF4-FFF2-40B4-BE49-F238E27FC236}">
                <a16:creationId xmlns:a16="http://schemas.microsoft.com/office/drawing/2014/main" id="{CCB76D6F-13AB-5A41-1E50-7EBB5E2665E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996" t="26771" r="30327" b="11254"/>
          <a:stretch/>
        </p:blipFill>
        <p:spPr>
          <a:xfrm>
            <a:off x="9195308" y="2783503"/>
            <a:ext cx="2222501" cy="209550"/>
          </a:xfrm>
          <a:prstGeom prst="rect">
            <a:avLst/>
          </a:prstGeom>
        </p:spPr>
      </p:pic>
      <p:pic>
        <p:nvPicPr>
          <p:cNvPr id="74" name="图片 73">
            <a:extLst>
              <a:ext uri="{FF2B5EF4-FFF2-40B4-BE49-F238E27FC236}">
                <a16:creationId xmlns:a16="http://schemas.microsoft.com/office/drawing/2014/main" id="{8BF53146-F84E-00E6-FAD6-1D7A31052D0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263" t="35317" r="33002" b="21487"/>
          <a:stretch/>
        </p:blipFill>
        <p:spPr>
          <a:xfrm rot="5400000">
            <a:off x="9096884" y="2621579"/>
            <a:ext cx="2412998" cy="146051"/>
          </a:xfrm>
          <a:prstGeom prst="rect">
            <a:avLst/>
          </a:prstGeom>
        </p:spPr>
      </p:pic>
      <p:pic>
        <p:nvPicPr>
          <p:cNvPr id="75" name="图片 74">
            <a:extLst>
              <a:ext uri="{FF2B5EF4-FFF2-40B4-BE49-F238E27FC236}">
                <a16:creationId xmlns:a16="http://schemas.microsoft.com/office/drawing/2014/main" id="{B66B377B-BB78-64AC-C501-7505A6C05FB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577" t="30309" r="29613" b="5622"/>
          <a:stretch/>
        </p:blipFill>
        <p:spPr>
          <a:xfrm>
            <a:off x="6204619" y="2795466"/>
            <a:ext cx="2666840" cy="216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39710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000"/>
                            </p:stCondLst>
                            <p:childTnLst>
                              <p:par>
                                <p:cTn id="5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500"/>
                            </p:stCondLst>
                            <p:childTnLst>
                              <p:par>
                                <p:cTn id="5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2000"/>
                            </p:stCondLst>
                            <p:childTnLst>
                              <p:par>
                                <p:cTn id="5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2500"/>
                            </p:stCondLst>
                            <p:childTnLst>
                              <p:par>
                                <p:cTn id="6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3000"/>
                            </p:stCondLst>
                            <p:childTnLst>
                              <p:par>
                                <p:cTn id="6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3500"/>
                            </p:stCondLst>
                            <p:childTnLst>
                              <p:par>
                                <p:cTn id="7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500"/>
                            </p:stCondLst>
                            <p:childTnLst>
                              <p:par>
                                <p:cTn id="109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14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8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4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5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1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2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8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9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>
                      <p:stCondLst>
                        <p:cond delay="indefinite"/>
                      </p:stCondLst>
                      <p:childTnLst>
                        <p:par>
                          <p:cTn id="191" fill="hold">
                            <p:stCondLst>
                              <p:cond delay="0"/>
                            </p:stCondLst>
                            <p:childTnLst>
                              <p:par>
                                <p:cTn id="19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>
                      <p:stCondLst>
                        <p:cond delay="indefinite"/>
                      </p:stCondLst>
                      <p:childTnLst>
                        <p:par>
                          <p:cTn id="205" fill="hold">
                            <p:stCondLst>
                              <p:cond delay="0"/>
                            </p:stCondLst>
                            <p:childTnLst>
                              <p:par>
                                <p:cTn id="20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" fill="hold">
                      <p:stCondLst>
                        <p:cond delay="indefinite"/>
                      </p:stCondLst>
                      <p:childTnLst>
                        <p:par>
                          <p:cTn id="209" fill="hold">
                            <p:stCondLst>
                              <p:cond delay="0"/>
                            </p:stCondLst>
                            <p:childTnLst>
                              <p:par>
                                <p:cTn id="2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indefinite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7" fill="hold">
                      <p:stCondLst>
                        <p:cond delay="indefinite"/>
                      </p:stCondLst>
                      <p:childTnLst>
                        <p:par>
                          <p:cTn id="218" fill="hold">
                            <p:stCondLst>
                              <p:cond delay="0"/>
                            </p:stCondLst>
                            <p:childTnLst>
                              <p:par>
                                <p:cTn id="2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2" fill="hold">
                      <p:stCondLst>
                        <p:cond delay="indefinite"/>
                      </p:stCondLst>
                      <p:childTnLst>
                        <p:par>
                          <p:cTn id="223" fill="hold">
                            <p:stCondLst>
                              <p:cond delay="0"/>
                            </p:stCondLst>
                            <p:childTnLst>
                              <p:par>
                                <p:cTn id="2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7" fill="hold">
                      <p:stCondLst>
                        <p:cond delay="indefinite"/>
                      </p:stCondLst>
                      <p:childTnLst>
                        <p:par>
                          <p:cTn id="228" fill="hold">
                            <p:stCondLst>
                              <p:cond delay="0"/>
                            </p:stCondLst>
                            <p:childTnLst>
                              <p:par>
                                <p:cTn id="2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2" fill="hold">
                      <p:stCondLst>
                        <p:cond delay="indefinite"/>
                      </p:stCondLst>
                      <p:childTnLst>
                        <p:par>
                          <p:cTn id="233" fill="hold">
                            <p:stCondLst>
                              <p:cond delay="0"/>
                            </p:stCondLst>
                            <p:childTnLst>
                              <p:par>
                                <p:cTn id="23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21" grpId="0" animBg="1"/>
      <p:bldP spid="22" grpId="0" autoUpdateAnimBg="0"/>
      <p:bldP spid="23" grpId="0" animBg="1"/>
      <p:bldP spid="27" grpId="0" animBg="1"/>
      <p:bldP spid="38" grpId="0" animBg="1"/>
      <p:bldP spid="39" grpId="0" animBg="1"/>
      <p:bldP spid="46" grpId="0" animBg="1"/>
      <p:bldP spid="47" grpId="0" autoUpdateAnimBg="0"/>
      <p:bldP spid="48" grpId="0" autoUpdateAnimBg="0"/>
      <p:bldP spid="49" grpId="0" autoUpdateAnimBg="0"/>
      <p:bldP spid="50" grpId="0" autoUpdateAnimBg="0"/>
      <p:bldP spid="51" grpId="0"/>
      <p:bldP spid="52" grpId="0"/>
      <p:bldP spid="53" grpId="0"/>
      <p:bldP spid="54" grpId="0"/>
      <p:bldP spid="55" grpId="0"/>
      <p:bldP spid="56" grpId="0"/>
      <p:bldP spid="58" grpId="0"/>
      <p:bldP spid="60" grpId="0"/>
      <p:bldP spid="63" grpId="0"/>
      <p:bldP spid="64" grpId="0"/>
      <p:bldP spid="65" grpId="0"/>
      <p:bldP spid="66" grpId="0"/>
      <p:bldP spid="67" grpId="0"/>
      <p:bldP spid="68" grpId="0"/>
      <p:bldP spid="69" grpId="0"/>
      <p:bldP spid="70" grpId="0"/>
      <p:bldP spid="71" grpId="0"/>
      <p:bldP spid="7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CCCC1C-462E-9CC6-33F1-C62F3EFB44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8">
            <a:extLst>
              <a:ext uri="{FF2B5EF4-FFF2-40B4-BE49-F238E27FC236}">
                <a16:creationId xmlns:a16="http://schemas.microsoft.com/office/drawing/2014/main" id="{648075E7-1625-D96F-18E6-1130CB2D1E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619" y="412176"/>
            <a:ext cx="45801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8.4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回转体与回转体相交</a:t>
            </a:r>
          </a:p>
        </p:txBody>
      </p:sp>
      <p:sp>
        <p:nvSpPr>
          <p:cNvPr id="16" name="灯片编号占位符 3">
            <a:extLst>
              <a:ext uri="{FF2B5EF4-FFF2-40B4-BE49-F238E27FC236}">
                <a16:creationId xmlns:a16="http://schemas.microsoft.com/office/drawing/2014/main" id="{900EFB52-29A7-0C59-67E6-FA4685F12F3D}"/>
              </a:ext>
            </a:extLst>
          </p:cNvPr>
          <p:cNvSpPr txBox="1">
            <a:spLocks/>
          </p:cNvSpPr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  <a:pPr/>
              <a:t>22</a:t>
            </a:fld>
            <a:endParaRPr lang="en-US" altLang="zh-CN" dirty="0"/>
          </a:p>
        </p:txBody>
      </p:sp>
      <p:sp>
        <p:nvSpPr>
          <p:cNvPr id="516" name="Text Box 3">
            <a:extLst>
              <a:ext uri="{FF2B5EF4-FFF2-40B4-BE49-F238E27FC236}">
                <a16:creationId xmlns:a16="http://schemas.microsoft.com/office/drawing/2014/main" id="{8600019F-EA2B-D86D-E10E-1277F0C180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899" y="1157072"/>
            <a:ext cx="363753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讨论</a:t>
            </a:r>
            <a:r>
              <a:rPr lang="en-US" altLang="zh-CN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：相贯线的产生</a:t>
            </a:r>
          </a:p>
        </p:txBody>
      </p:sp>
      <p:sp>
        <p:nvSpPr>
          <p:cNvPr id="517" name="Text Box 4">
            <a:extLst>
              <a:ext uri="{FF2B5EF4-FFF2-40B4-BE49-F238E27FC236}">
                <a16:creationId xmlns:a16="http://schemas.microsoft.com/office/drawing/2014/main" id="{7927C98C-6793-6FEC-1F57-1705BD38B0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6761" y="1868987"/>
            <a:ext cx="28844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两外表面相交</a:t>
            </a:r>
          </a:p>
        </p:txBody>
      </p:sp>
      <p:sp>
        <p:nvSpPr>
          <p:cNvPr id="518" name="Text Box 5">
            <a:extLst>
              <a:ext uri="{FF2B5EF4-FFF2-40B4-BE49-F238E27FC236}">
                <a16:creationId xmlns:a16="http://schemas.microsoft.com/office/drawing/2014/main" id="{5037A5EE-D9CF-E673-4BBA-871B55F373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47728" y="1844824"/>
            <a:ext cx="374173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342900" indent="-342900" algn="ctr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外表面与内表面相交</a:t>
            </a:r>
          </a:p>
        </p:txBody>
      </p:sp>
      <p:sp>
        <p:nvSpPr>
          <p:cNvPr id="519" name="Text Box 6">
            <a:extLst>
              <a:ext uri="{FF2B5EF4-FFF2-40B4-BE49-F238E27FC236}">
                <a16:creationId xmlns:a16="http://schemas.microsoft.com/office/drawing/2014/main" id="{B6370E14-22B0-7CC5-0CC3-3C36A07347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89334" y="1878423"/>
            <a:ext cx="28225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342900" indent="-342900" algn="ctr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两内表面相交</a:t>
            </a:r>
          </a:p>
        </p:txBody>
      </p:sp>
      <p:pic>
        <p:nvPicPr>
          <p:cNvPr id="520" name="Picture 172">
            <a:extLst>
              <a:ext uri="{FF2B5EF4-FFF2-40B4-BE49-F238E27FC236}">
                <a16:creationId xmlns:a16="http://schemas.microsoft.com/office/drawing/2014/main" id="{A4E08D62-410B-7CD6-C613-BEF88C6D27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9087" y="4899025"/>
            <a:ext cx="1465262" cy="1420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21" name="Picture 173">
            <a:extLst>
              <a:ext uri="{FF2B5EF4-FFF2-40B4-BE49-F238E27FC236}">
                <a16:creationId xmlns:a16="http://schemas.microsoft.com/office/drawing/2014/main" id="{2BEB2DB7-9741-B376-812D-CF2C2A462B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6582" y="4983957"/>
            <a:ext cx="1433512" cy="1225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22" name="Group 174">
            <a:extLst>
              <a:ext uri="{FF2B5EF4-FFF2-40B4-BE49-F238E27FC236}">
                <a16:creationId xmlns:a16="http://schemas.microsoft.com/office/drawing/2014/main" id="{C2A81E5E-684D-A79F-13B6-A3B6957B6A16}"/>
              </a:ext>
            </a:extLst>
          </p:cNvPr>
          <p:cNvGrpSpPr>
            <a:grpSpLocks/>
          </p:cNvGrpSpPr>
          <p:nvPr/>
        </p:nvGrpSpPr>
        <p:grpSpPr bwMode="auto">
          <a:xfrm>
            <a:off x="1272037" y="4829175"/>
            <a:ext cx="1679575" cy="655638"/>
            <a:chOff x="213" y="1044"/>
            <a:chExt cx="1058" cy="413"/>
          </a:xfrm>
        </p:grpSpPr>
        <p:sp>
          <p:nvSpPr>
            <p:cNvPr id="523" name="Line 175">
              <a:extLst>
                <a:ext uri="{FF2B5EF4-FFF2-40B4-BE49-F238E27FC236}">
                  <a16:creationId xmlns:a16="http://schemas.microsoft.com/office/drawing/2014/main" id="{546C1BC9-4FC3-C7DA-D280-4CDC1A84388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32" y="1235"/>
              <a:ext cx="235" cy="222"/>
            </a:xfrm>
            <a:prstGeom prst="line">
              <a:avLst/>
            </a:prstGeom>
            <a:noFill/>
            <a:ln w="9525">
              <a:solidFill>
                <a:srgbClr val="A5002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24" name="Text Box 176">
              <a:extLst>
                <a:ext uri="{FF2B5EF4-FFF2-40B4-BE49-F238E27FC236}">
                  <a16:creationId xmlns:a16="http://schemas.microsoft.com/office/drawing/2014/main" id="{693E051A-82F4-B77E-420C-3FFE40A0B9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3" y="1044"/>
              <a:ext cx="105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kumimoji="0" lang="zh-CN" altLang="en-US" sz="1600" b="1">
                  <a:solidFill>
                    <a:srgbClr val="A50021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圆柱面</a:t>
              </a:r>
              <a:r>
                <a:rPr kumimoji="0" lang="en-US" altLang="zh-CN" sz="1600" b="1">
                  <a:solidFill>
                    <a:srgbClr val="A5002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Ⅰ</a:t>
              </a:r>
            </a:p>
          </p:txBody>
        </p:sp>
      </p:grpSp>
      <p:grpSp>
        <p:nvGrpSpPr>
          <p:cNvPr id="525" name="Group 177">
            <a:extLst>
              <a:ext uri="{FF2B5EF4-FFF2-40B4-BE49-F238E27FC236}">
                <a16:creationId xmlns:a16="http://schemas.microsoft.com/office/drawing/2014/main" id="{1683895C-18E0-6DE1-B318-1FB692CA6373}"/>
              </a:ext>
            </a:extLst>
          </p:cNvPr>
          <p:cNvGrpSpPr>
            <a:grpSpLocks/>
          </p:cNvGrpSpPr>
          <p:nvPr/>
        </p:nvGrpSpPr>
        <p:grpSpPr bwMode="auto">
          <a:xfrm>
            <a:off x="2718249" y="4554538"/>
            <a:ext cx="1701800" cy="809625"/>
            <a:chOff x="1124" y="1193"/>
            <a:chExt cx="1072" cy="510"/>
          </a:xfrm>
        </p:grpSpPr>
        <p:sp>
          <p:nvSpPr>
            <p:cNvPr id="526" name="Line 178">
              <a:extLst>
                <a:ext uri="{FF2B5EF4-FFF2-40B4-BE49-F238E27FC236}">
                  <a16:creationId xmlns:a16="http://schemas.microsoft.com/office/drawing/2014/main" id="{C5EC5992-FB9C-79F1-468F-6B2F86FFD38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24" y="1384"/>
              <a:ext cx="299" cy="319"/>
            </a:xfrm>
            <a:prstGeom prst="line">
              <a:avLst/>
            </a:prstGeom>
            <a:noFill/>
            <a:ln w="9525">
              <a:solidFill>
                <a:srgbClr val="A5002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27" name="Text Box 179">
              <a:extLst>
                <a:ext uri="{FF2B5EF4-FFF2-40B4-BE49-F238E27FC236}">
                  <a16:creationId xmlns:a16="http://schemas.microsoft.com/office/drawing/2014/main" id="{A018C673-3035-B8CB-D214-BD9E5185BD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38" y="1193"/>
              <a:ext cx="105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kumimoji="0" lang="zh-CN" altLang="en-US" sz="1600" b="1">
                  <a:solidFill>
                    <a:srgbClr val="A50021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圆柱面</a:t>
              </a:r>
              <a:r>
                <a:rPr kumimoji="0" lang="en-US" altLang="zh-CN" sz="1600" b="1">
                  <a:solidFill>
                    <a:srgbClr val="A5002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Ⅱ</a:t>
              </a:r>
            </a:p>
          </p:txBody>
        </p:sp>
      </p:grpSp>
      <p:grpSp>
        <p:nvGrpSpPr>
          <p:cNvPr id="528" name="Group 180">
            <a:extLst>
              <a:ext uri="{FF2B5EF4-FFF2-40B4-BE49-F238E27FC236}">
                <a16:creationId xmlns:a16="http://schemas.microsoft.com/office/drawing/2014/main" id="{90AC4A43-154E-DF48-7C15-9B2A271ECD04}"/>
              </a:ext>
            </a:extLst>
          </p:cNvPr>
          <p:cNvGrpSpPr>
            <a:grpSpLocks/>
          </p:cNvGrpSpPr>
          <p:nvPr/>
        </p:nvGrpSpPr>
        <p:grpSpPr bwMode="auto">
          <a:xfrm>
            <a:off x="4763657" y="4855370"/>
            <a:ext cx="1679575" cy="655637"/>
            <a:chOff x="213" y="1044"/>
            <a:chExt cx="1058" cy="413"/>
          </a:xfrm>
        </p:grpSpPr>
        <p:sp>
          <p:nvSpPr>
            <p:cNvPr id="529" name="Line 181">
              <a:extLst>
                <a:ext uri="{FF2B5EF4-FFF2-40B4-BE49-F238E27FC236}">
                  <a16:creationId xmlns:a16="http://schemas.microsoft.com/office/drawing/2014/main" id="{1592296A-96A7-8E14-1655-87893C6815D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32" y="1235"/>
              <a:ext cx="235" cy="222"/>
            </a:xfrm>
            <a:prstGeom prst="line">
              <a:avLst/>
            </a:prstGeom>
            <a:noFill/>
            <a:ln w="9525">
              <a:solidFill>
                <a:srgbClr val="A5002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30" name="Text Box 182">
              <a:extLst>
                <a:ext uri="{FF2B5EF4-FFF2-40B4-BE49-F238E27FC236}">
                  <a16:creationId xmlns:a16="http://schemas.microsoft.com/office/drawing/2014/main" id="{09F15F32-8799-461F-F183-297B1EF616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3" y="1044"/>
              <a:ext cx="105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kumimoji="0" lang="zh-CN" altLang="en-US" sz="1600" b="1" dirty="0">
                  <a:solidFill>
                    <a:srgbClr val="A50021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圆柱面</a:t>
              </a:r>
              <a:r>
                <a:rPr kumimoji="0" lang="en-US" altLang="zh-CN" sz="1600" b="1" dirty="0">
                  <a:solidFill>
                    <a:srgbClr val="A5002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Ⅰ</a:t>
              </a:r>
            </a:p>
          </p:txBody>
        </p:sp>
      </p:grpSp>
      <p:grpSp>
        <p:nvGrpSpPr>
          <p:cNvPr id="531" name="Group 183">
            <a:extLst>
              <a:ext uri="{FF2B5EF4-FFF2-40B4-BE49-F238E27FC236}">
                <a16:creationId xmlns:a16="http://schemas.microsoft.com/office/drawing/2014/main" id="{08A488F4-E0C3-9E1C-F180-E65C6DDEF415}"/>
              </a:ext>
            </a:extLst>
          </p:cNvPr>
          <p:cNvGrpSpPr>
            <a:grpSpLocks/>
          </p:cNvGrpSpPr>
          <p:nvPr/>
        </p:nvGrpSpPr>
        <p:grpSpPr bwMode="auto">
          <a:xfrm>
            <a:off x="5725682" y="4502945"/>
            <a:ext cx="1679575" cy="798512"/>
            <a:chOff x="2360" y="1194"/>
            <a:chExt cx="1058" cy="503"/>
          </a:xfrm>
        </p:grpSpPr>
        <p:sp>
          <p:nvSpPr>
            <p:cNvPr id="532" name="Line 184">
              <a:extLst>
                <a:ext uri="{FF2B5EF4-FFF2-40B4-BE49-F238E27FC236}">
                  <a16:creationId xmlns:a16="http://schemas.microsoft.com/office/drawing/2014/main" id="{DAC1339E-4546-3CA6-BF65-850497E29AD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606" y="1399"/>
              <a:ext cx="52" cy="298"/>
            </a:xfrm>
            <a:prstGeom prst="line">
              <a:avLst/>
            </a:prstGeom>
            <a:noFill/>
            <a:ln w="9525">
              <a:solidFill>
                <a:srgbClr val="A5002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33" name="Text Box 185">
              <a:extLst>
                <a:ext uri="{FF2B5EF4-FFF2-40B4-BE49-F238E27FC236}">
                  <a16:creationId xmlns:a16="http://schemas.microsoft.com/office/drawing/2014/main" id="{75FDE643-8C06-F8D3-D2E0-CE52C50FF2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60" y="1194"/>
              <a:ext cx="105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kumimoji="0" lang="zh-CN" altLang="en-US" sz="1600" b="1">
                  <a:solidFill>
                    <a:srgbClr val="A50021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圆柱面</a:t>
              </a:r>
              <a:r>
                <a:rPr kumimoji="0" lang="en-US" altLang="zh-CN" sz="1600" b="1">
                  <a:solidFill>
                    <a:srgbClr val="A5002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Ⅱ</a:t>
              </a:r>
            </a:p>
          </p:txBody>
        </p:sp>
      </p:grpSp>
      <p:grpSp>
        <p:nvGrpSpPr>
          <p:cNvPr id="534" name="Group 195">
            <a:extLst>
              <a:ext uri="{FF2B5EF4-FFF2-40B4-BE49-F238E27FC236}">
                <a16:creationId xmlns:a16="http://schemas.microsoft.com/office/drawing/2014/main" id="{2A3E3176-73D1-104A-D959-D875C0347E61}"/>
              </a:ext>
            </a:extLst>
          </p:cNvPr>
          <p:cNvGrpSpPr>
            <a:grpSpLocks/>
          </p:cNvGrpSpPr>
          <p:nvPr/>
        </p:nvGrpSpPr>
        <p:grpSpPr bwMode="auto">
          <a:xfrm>
            <a:off x="1311723" y="2500812"/>
            <a:ext cx="2209800" cy="2019300"/>
            <a:chOff x="456" y="2614"/>
            <a:chExt cx="1392" cy="1272"/>
          </a:xfrm>
        </p:grpSpPr>
        <p:grpSp>
          <p:nvGrpSpPr>
            <p:cNvPr id="535" name="Group 196">
              <a:extLst>
                <a:ext uri="{FF2B5EF4-FFF2-40B4-BE49-F238E27FC236}">
                  <a16:creationId xmlns:a16="http://schemas.microsoft.com/office/drawing/2014/main" id="{464AC818-5825-A640-AF13-B0E83BD19FF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6" y="2614"/>
              <a:ext cx="1392" cy="1272"/>
              <a:chOff x="456" y="2614"/>
              <a:chExt cx="1392" cy="1272"/>
            </a:xfrm>
          </p:grpSpPr>
          <p:grpSp>
            <p:nvGrpSpPr>
              <p:cNvPr id="539" name="Group 197">
                <a:extLst>
                  <a:ext uri="{FF2B5EF4-FFF2-40B4-BE49-F238E27FC236}">
                    <a16:creationId xmlns:a16="http://schemas.microsoft.com/office/drawing/2014/main" id="{3219C13F-7269-1900-81B5-B734FD6D2AB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56" y="3436"/>
                <a:ext cx="694" cy="450"/>
                <a:chOff x="468" y="3496"/>
                <a:chExt cx="694" cy="450"/>
              </a:xfrm>
            </p:grpSpPr>
            <p:sp>
              <p:nvSpPr>
                <p:cNvPr id="578" name="Rectangle 198">
                  <a:extLst>
                    <a:ext uri="{FF2B5EF4-FFF2-40B4-BE49-F238E27FC236}">
                      <a16:creationId xmlns:a16="http://schemas.microsoft.com/office/drawing/2014/main" id="{458C826B-0AF1-8C88-96A3-995056A615B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13" y="3505"/>
                  <a:ext cx="612" cy="441"/>
                </a:xfrm>
                <a:prstGeom prst="rect">
                  <a:avLst/>
                </a:prstGeom>
                <a:noFill/>
                <a:ln w="38100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79" name="Oval 199">
                  <a:extLst>
                    <a:ext uri="{FF2B5EF4-FFF2-40B4-BE49-F238E27FC236}">
                      <a16:creationId xmlns:a16="http://schemas.microsoft.com/office/drawing/2014/main" id="{836CD720-B2AC-8B8E-3BFE-10D7C7CD985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2" y="3540"/>
                  <a:ext cx="371" cy="371"/>
                </a:xfrm>
                <a:prstGeom prst="ellipse">
                  <a:avLst/>
                </a:prstGeom>
                <a:noFill/>
                <a:ln w="38100">
                  <a:solidFill>
                    <a:srgbClr val="A5002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80" name="Line 200">
                  <a:extLst>
                    <a:ext uri="{FF2B5EF4-FFF2-40B4-BE49-F238E27FC236}">
                      <a16:creationId xmlns:a16="http://schemas.microsoft.com/office/drawing/2014/main" id="{E5F45644-C977-0CF7-7A88-80B27C5B4F9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68" y="3726"/>
                  <a:ext cx="694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81" name="Line 201">
                  <a:extLst>
                    <a:ext uri="{FF2B5EF4-FFF2-40B4-BE49-F238E27FC236}">
                      <a16:creationId xmlns:a16="http://schemas.microsoft.com/office/drawing/2014/main" id="{40F5C379-32D3-62ED-59E6-F4F62DDC697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21" y="3496"/>
                  <a:ext cx="0" cy="45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grpSp>
              <p:nvGrpSpPr>
                <p:cNvPr id="582" name="Group 202">
                  <a:extLst>
                    <a:ext uri="{FF2B5EF4-FFF2-40B4-BE49-F238E27FC236}">
                      <a16:creationId xmlns:a16="http://schemas.microsoft.com/office/drawing/2014/main" id="{5ABD5FA1-9E7A-0647-FD0F-FB37FA24DAC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03" y="3788"/>
                  <a:ext cx="34" cy="60"/>
                  <a:chOff x="538" y="3398"/>
                  <a:chExt cx="31" cy="55"/>
                </a:xfrm>
              </p:grpSpPr>
              <p:sp>
                <p:nvSpPr>
                  <p:cNvPr id="586" name="Line 203">
                    <a:extLst>
                      <a:ext uri="{FF2B5EF4-FFF2-40B4-BE49-F238E27FC236}">
                        <a16:creationId xmlns:a16="http://schemas.microsoft.com/office/drawing/2014/main" id="{255482B7-9585-2F65-0756-01CDFA3BE7E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538" y="3398"/>
                    <a:ext cx="30" cy="0"/>
                  </a:xfrm>
                  <a:prstGeom prst="line">
                    <a:avLst/>
                  </a:prstGeom>
                  <a:noFill/>
                  <a:ln w="38100">
                    <a:solidFill>
                      <a:srgbClr val="FFFFF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587" name="Line 204">
                    <a:extLst>
                      <a:ext uri="{FF2B5EF4-FFF2-40B4-BE49-F238E27FC236}">
                        <a16:creationId xmlns:a16="http://schemas.microsoft.com/office/drawing/2014/main" id="{432FBB31-A41E-3987-38CA-A4212C25252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539" y="3453"/>
                    <a:ext cx="30" cy="0"/>
                  </a:xfrm>
                  <a:prstGeom prst="line">
                    <a:avLst/>
                  </a:prstGeom>
                  <a:noFill/>
                  <a:ln w="38100">
                    <a:solidFill>
                      <a:srgbClr val="FFFFF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</p:grpSp>
            <p:grpSp>
              <p:nvGrpSpPr>
                <p:cNvPr id="583" name="Group 205">
                  <a:extLst>
                    <a:ext uri="{FF2B5EF4-FFF2-40B4-BE49-F238E27FC236}">
                      <a16:creationId xmlns:a16="http://schemas.microsoft.com/office/drawing/2014/main" id="{E7DC4A94-3755-247B-461D-798C92A4B2A6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89" y="3702"/>
                  <a:ext cx="65" cy="45"/>
                  <a:chOff x="616" y="3326"/>
                  <a:chExt cx="59" cy="41"/>
                </a:xfrm>
              </p:grpSpPr>
              <p:sp>
                <p:nvSpPr>
                  <p:cNvPr id="584" name="Line 206">
                    <a:extLst>
                      <a:ext uri="{FF2B5EF4-FFF2-40B4-BE49-F238E27FC236}">
                        <a16:creationId xmlns:a16="http://schemas.microsoft.com/office/drawing/2014/main" id="{B1F13367-FE92-A59A-5BBE-9C81102C75A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616" y="3326"/>
                    <a:ext cx="0" cy="40"/>
                  </a:xfrm>
                  <a:prstGeom prst="line">
                    <a:avLst/>
                  </a:prstGeom>
                  <a:noFill/>
                  <a:ln w="38100">
                    <a:solidFill>
                      <a:srgbClr val="FFFFF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585" name="Line 207">
                    <a:extLst>
                      <a:ext uri="{FF2B5EF4-FFF2-40B4-BE49-F238E27FC236}">
                        <a16:creationId xmlns:a16="http://schemas.microsoft.com/office/drawing/2014/main" id="{BFD454BD-F478-7418-21E0-6C72148E7DA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675" y="3327"/>
                    <a:ext cx="0" cy="40"/>
                  </a:xfrm>
                  <a:prstGeom prst="line">
                    <a:avLst/>
                  </a:prstGeom>
                  <a:noFill/>
                  <a:ln w="38100">
                    <a:solidFill>
                      <a:srgbClr val="FFFFF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</p:grpSp>
          </p:grpSp>
          <p:grpSp>
            <p:nvGrpSpPr>
              <p:cNvPr id="540" name="Group 208">
                <a:extLst>
                  <a:ext uri="{FF2B5EF4-FFF2-40B4-BE49-F238E27FC236}">
                    <a16:creationId xmlns:a16="http://schemas.microsoft.com/office/drawing/2014/main" id="{4E7F767B-37BC-84D5-2D8B-63A48A21612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9" y="2614"/>
                <a:ext cx="700" cy="702"/>
                <a:chOff x="469" y="2614"/>
                <a:chExt cx="700" cy="702"/>
              </a:xfrm>
            </p:grpSpPr>
            <p:sp>
              <p:nvSpPr>
                <p:cNvPr id="552" name="Rectangle 209">
                  <a:extLst>
                    <a:ext uri="{FF2B5EF4-FFF2-40B4-BE49-F238E27FC236}">
                      <a16:creationId xmlns:a16="http://schemas.microsoft.com/office/drawing/2014/main" id="{6C08AF6E-1E77-6267-95DF-DA03B6255AD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4" y="2646"/>
                  <a:ext cx="372" cy="639"/>
                </a:xfrm>
                <a:prstGeom prst="rect">
                  <a:avLst/>
                </a:prstGeom>
                <a:noFill/>
                <a:ln w="38100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53" name="Rectangle 210">
                  <a:extLst>
                    <a:ext uri="{FF2B5EF4-FFF2-40B4-BE49-F238E27FC236}">
                      <a16:creationId xmlns:a16="http://schemas.microsoft.com/office/drawing/2014/main" id="{058CC0FE-FEA0-FFF8-5B43-BEF7B78C835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0" y="2762"/>
                  <a:ext cx="399" cy="420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FFFFFF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54" name="Line 211">
                  <a:extLst>
                    <a:ext uri="{FF2B5EF4-FFF2-40B4-BE49-F238E27FC236}">
                      <a16:creationId xmlns:a16="http://schemas.microsoft.com/office/drawing/2014/main" id="{3B91DC40-B520-0439-B86D-C195BA87EFA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821" y="2614"/>
                  <a:ext cx="0" cy="702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55" name="Line 212">
                  <a:extLst>
                    <a:ext uri="{FF2B5EF4-FFF2-40B4-BE49-F238E27FC236}">
                      <a16:creationId xmlns:a16="http://schemas.microsoft.com/office/drawing/2014/main" id="{D70E86DF-D6AD-FB20-BA84-00D41675ECE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69" y="2969"/>
                  <a:ext cx="700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grpSp>
              <p:nvGrpSpPr>
                <p:cNvPr id="556" name="Group 213">
                  <a:extLst>
                    <a:ext uri="{FF2B5EF4-FFF2-40B4-BE49-F238E27FC236}">
                      <a16:creationId xmlns:a16="http://schemas.microsoft.com/office/drawing/2014/main" id="{D1096193-262E-2A3A-A3BB-3EF2CAC47CB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512" y="2732"/>
                  <a:ext cx="126" cy="471"/>
                  <a:chOff x="210" y="2288"/>
                  <a:chExt cx="177" cy="429"/>
                </a:xfrm>
              </p:grpSpPr>
              <p:sp>
                <p:nvSpPr>
                  <p:cNvPr id="575" name="Line 214">
                    <a:extLst>
                      <a:ext uri="{FF2B5EF4-FFF2-40B4-BE49-F238E27FC236}">
                        <a16:creationId xmlns:a16="http://schemas.microsoft.com/office/drawing/2014/main" id="{74BC2268-9374-65E1-0F7E-3117B65360C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210" y="2298"/>
                    <a:ext cx="171" cy="0"/>
                  </a:xfrm>
                  <a:prstGeom prst="line">
                    <a:avLst/>
                  </a:pr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576" name="Line 215">
                    <a:extLst>
                      <a:ext uri="{FF2B5EF4-FFF2-40B4-BE49-F238E27FC236}">
                        <a16:creationId xmlns:a16="http://schemas.microsoft.com/office/drawing/2014/main" id="{724DB312-4758-4490-BFBB-37D4C003600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10" y="2288"/>
                    <a:ext cx="0" cy="429"/>
                  </a:xfrm>
                  <a:prstGeom prst="line">
                    <a:avLst/>
                  </a:pr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577" name="Line 216">
                    <a:extLst>
                      <a:ext uri="{FF2B5EF4-FFF2-40B4-BE49-F238E27FC236}">
                        <a16:creationId xmlns:a16="http://schemas.microsoft.com/office/drawing/2014/main" id="{33FD06E5-1870-5254-4E59-90EAD40C429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10" y="2706"/>
                    <a:ext cx="177" cy="0"/>
                  </a:xfrm>
                  <a:prstGeom prst="line">
                    <a:avLst/>
                  </a:pr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</p:grpSp>
            <p:grpSp>
              <p:nvGrpSpPr>
                <p:cNvPr id="557" name="Group 217">
                  <a:extLst>
                    <a:ext uri="{FF2B5EF4-FFF2-40B4-BE49-F238E27FC236}">
                      <a16:creationId xmlns:a16="http://schemas.microsoft.com/office/drawing/2014/main" id="{C4B7BF54-DE13-98C2-B8BA-D57978666EE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flipH="1">
                  <a:off x="998" y="2732"/>
                  <a:ext cx="124" cy="471"/>
                  <a:chOff x="210" y="2288"/>
                  <a:chExt cx="177" cy="429"/>
                </a:xfrm>
              </p:grpSpPr>
              <p:sp>
                <p:nvSpPr>
                  <p:cNvPr id="572" name="Line 218">
                    <a:extLst>
                      <a:ext uri="{FF2B5EF4-FFF2-40B4-BE49-F238E27FC236}">
                        <a16:creationId xmlns:a16="http://schemas.microsoft.com/office/drawing/2014/main" id="{FC9E2D10-2CDD-F26C-3996-AD5C205983B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210" y="2298"/>
                    <a:ext cx="171" cy="0"/>
                  </a:xfrm>
                  <a:prstGeom prst="line">
                    <a:avLst/>
                  </a:pr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573" name="Line 219">
                    <a:extLst>
                      <a:ext uri="{FF2B5EF4-FFF2-40B4-BE49-F238E27FC236}">
                        <a16:creationId xmlns:a16="http://schemas.microsoft.com/office/drawing/2014/main" id="{19055E23-8C91-8AC9-460B-A6BC2D2AD89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10" y="2288"/>
                    <a:ext cx="0" cy="429"/>
                  </a:xfrm>
                  <a:prstGeom prst="line">
                    <a:avLst/>
                  </a:pr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574" name="Line 220">
                    <a:extLst>
                      <a:ext uri="{FF2B5EF4-FFF2-40B4-BE49-F238E27FC236}">
                        <a16:creationId xmlns:a16="http://schemas.microsoft.com/office/drawing/2014/main" id="{547BC3FB-275E-E435-83C6-6A9E05B709D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10" y="2706"/>
                    <a:ext cx="177" cy="0"/>
                  </a:xfrm>
                  <a:prstGeom prst="line">
                    <a:avLst/>
                  </a:pr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</p:grpSp>
            <p:sp>
              <p:nvSpPr>
                <p:cNvPr id="558" name="Freeform 221">
                  <a:extLst>
                    <a:ext uri="{FF2B5EF4-FFF2-40B4-BE49-F238E27FC236}">
                      <a16:creationId xmlns:a16="http://schemas.microsoft.com/office/drawing/2014/main" id="{97FF2B91-E945-5DBE-048E-1BBAC2EA865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4" y="2739"/>
                  <a:ext cx="392" cy="117"/>
                </a:xfrm>
                <a:custGeom>
                  <a:avLst/>
                  <a:gdLst>
                    <a:gd name="T0" fmla="*/ 0 w 358"/>
                    <a:gd name="T1" fmla="*/ 0 h 107"/>
                    <a:gd name="T2" fmla="*/ 87 w 358"/>
                    <a:gd name="T3" fmla="*/ 68 h 107"/>
                    <a:gd name="T4" fmla="*/ 172 w 358"/>
                    <a:gd name="T5" fmla="*/ 126 h 107"/>
                    <a:gd name="T6" fmla="*/ 253 w 358"/>
                    <a:gd name="T7" fmla="*/ 152 h 107"/>
                    <a:gd name="T8" fmla="*/ 333 w 358"/>
                    <a:gd name="T9" fmla="*/ 138 h 107"/>
                    <a:gd name="T10" fmla="*/ 414 w 358"/>
                    <a:gd name="T11" fmla="*/ 82 h 107"/>
                    <a:gd name="T12" fmla="*/ 515 w 358"/>
                    <a:gd name="T13" fmla="*/ 2 h 10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358" h="107">
                      <a:moveTo>
                        <a:pt x="0" y="0"/>
                      </a:moveTo>
                      <a:cubicBezTo>
                        <a:pt x="10" y="8"/>
                        <a:pt x="40" y="33"/>
                        <a:pt x="60" y="48"/>
                      </a:cubicBezTo>
                      <a:cubicBezTo>
                        <a:pt x="80" y="63"/>
                        <a:pt x="101" y="78"/>
                        <a:pt x="120" y="88"/>
                      </a:cubicBezTo>
                      <a:cubicBezTo>
                        <a:pt x="139" y="98"/>
                        <a:pt x="157" y="105"/>
                        <a:pt x="176" y="106"/>
                      </a:cubicBezTo>
                      <a:cubicBezTo>
                        <a:pt x="195" y="107"/>
                        <a:pt x="213" y="104"/>
                        <a:pt x="232" y="96"/>
                      </a:cubicBezTo>
                      <a:cubicBezTo>
                        <a:pt x="251" y="88"/>
                        <a:pt x="267" y="74"/>
                        <a:pt x="288" y="58"/>
                      </a:cubicBezTo>
                      <a:cubicBezTo>
                        <a:pt x="309" y="42"/>
                        <a:pt x="344" y="14"/>
                        <a:pt x="358" y="2"/>
                      </a:cubicBezTo>
                    </a:path>
                  </a:pathLst>
                </a:custGeom>
                <a:noFill/>
                <a:ln w="38100" cmpd="sng">
                  <a:solidFill>
                    <a:srgbClr val="A5002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59" name="Freeform 222">
                  <a:extLst>
                    <a:ext uri="{FF2B5EF4-FFF2-40B4-BE49-F238E27FC236}">
                      <a16:creationId xmlns:a16="http://schemas.microsoft.com/office/drawing/2014/main" id="{CA59080A-72BB-8A72-CF98-5DA6E256C9E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10800000">
                  <a:off x="623" y="3080"/>
                  <a:ext cx="392" cy="118"/>
                </a:xfrm>
                <a:custGeom>
                  <a:avLst/>
                  <a:gdLst>
                    <a:gd name="T0" fmla="*/ 0 w 358"/>
                    <a:gd name="T1" fmla="*/ 0 h 107"/>
                    <a:gd name="T2" fmla="*/ 87 w 358"/>
                    <a:gd name="T3" fmla="*/ 71 h 107"/>
                    <a:gd name="T4" fmla="*/ 172 w 358"/>
                    <a:gd name="T5" fmla="*/ 130 h 107"/>
                    <a:gd name="T6" fmla="*/ 253 w 358"/>
                    <a:gd name="T7" fmla="*/ 157 h 107"/>
                    <a:gd name="T8" fmla="*/ 333 w 358"/>
                    <a:gd name="T9" fmla="*/ 142 h 107"/>
                    <a:gd name="T10" fmla="*/ 414 w 358"/>
                    <a:gd name="T11" fmla="*/ 86 h 107"/>
                    <a:gd name="T12" fmla="*/ 515 w 358"/>
                    <a:gd name="T13" fmla="*/ 2 h 10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358" h="107">
                      <a:moveTo>
                        <a:pt x="0" y="0"/>
                      </a:moveTo>
                      <a:cubicBezTo>
                        <a:pt x="10" y="8"/>
                        <a:pt x="40" y="33"/>
                        <a:pt x="60" y="48"/>
                      </a:cubicBezTo>
                      <a:cubicBezTo>
                        <a:pt x="80" y="63"/>
                        <a:pt x="101" y="78"/>
                        <a:pt x="120" y="88"/>
                      </a:cubicBezTo>
                      <a:cubicBezTo>
                        <a:pt x="139" y="98"/>
                        <a:pt x="157" y="105"/>
                        <a:pt x="176" y="106"/>
                      </a:cubicBezTo>
                      <a:cubicBezTo>
                        <a:pt x="195" y="107"/>
                        <a:pt x="213" y="104"/>
                        <a:pt x="232" y="96"/>
                      </a:cubicBezTo>
                      <a:cubicBezTo>
                        <a:pt x="251" y="88"/>
                        <a:pt x="267" y="74"/>
                        <a:pt x="288" y="58"/>
                      </a:cubicBezTo>
                      <a:cubicBezTo>
                        <a:pt x="309" y="42"/>
                        <a:pt x="344" y="14"/>
                        <a:pt x="358" y="2"/>
                      </a:cubicBezTo>
                    </a:path>
                  </a:pathLst>
                </a:custGeom>
                <a:noFill/>
                <a:ln w="38100" cmpd="sng">
                  <a:solidFill>
                    <a:srgbClr val="A5002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grpSp>
              <p:nvGrpSpPr>
                <p:cNvPr id="560" name="Group 223">
                  <a:extLst>
                    <a:ext uri="{FF2B5EF4-FFF2-40B4-BE49-F238E27FC236}">
                      <a16:creationId xmlns:a16="http://schemas.microsoft.com/office/drawing/2014/main" id="{095D7F08-C305-B72D-196C-13B12E015A5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568" y="2951"/>
                  <a:ext cx="61" cy="39"/>
                  <a:chOff x="323" y="2487"/>
                  <a:chExt cx="61" cy="36"/>
                </a:xfrm>
              </p:grpSpPr>
              <p:sp>
                <p:nvSpPr>
                  <p:cNvPr id="570" name="Line 224">
                    <a:extLst>
                      <a:ext uri="{FF2B5EF4-FFF2-40B4-BE49-F238E27FC236}">
                        <a16:creationId xmlns:a16="http://schemas.microsoft.com/office/drawing/2014/main" id="{A4B7D1FD-D735-A9CE-3593-CC47B10C5AB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23" y="2487"/>
                    <a:ext cx="0" cy="35"/>
                  </a:xfrm>
                  <a:prstGeom prst="line">
                    <a:avLst/>
                  </a:prstGeom>
                  <a:noFill/>
                  <a:ln w="38100">
                    <a:solidFill>
                      <a:srgbClr val="FFFFF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571" name="Line 225">
                    <a:extLst>
                      <a:ext uri="{FF2B5EF4-FFF2-40B4-BE49-F238E27FC236}">
                        <a16:creationId xmlns:a16="http://schemas.microsoft.com/office/drawing/2014/main" id="{731D8477-1BB5-92CD-C9D0-5AF3B339677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84" y="2488"/>
                    <a:ext cx="0" cy="35"/>
                  </a:xfrm>
                  <a:prstGeom prst="line">
                    <a:avLst/>
                  </a:prstGeom>
                  <a:noFill/>
                  <a:ln w="38100">
                    <a:solidFill>
                      <a:srgbClr val="FFFFF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</p:grpSp>
            <p:grpSp>
              <p:nvGrpSpPr>
                <p:cNvPr id="561" name="Group 226">
                  <a:extLst>
                    <a:ext uri="{FF2B5EF4-FFF2-40B4-BE49-F238E27FC236}">
                      <a16:creationId xmlns:a16="http://schemas.microsoft.com/office/drawing/2014/main" id="{40A62976-76F1-1EEE-80D8-DA4B2648CF9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971" y="2951"/>
                  <a:ext cx="62" cy="39"/>
                  <a:chOff x="323" y="2487"/>
                  <a:chExt cx="61" cy="36"/>
                </a:xfrm>
              </p:grpSpPr>
              <p:sp>
                <p:nvSpPr>
                  <p:cNvPr id="568" name="Line 227">
                    <a:extLst>
                      <a:ext uri="{FF2B5EF4-FFF2-40B4-BE49-F238E27FC236}">
                        <a16:creationId xmlns:a16="http://schemas.microsoft.com/office/drawing/2014/main" id="{97C1E788-C5F7-BD79-BF30-2ECF673A7FD4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23" y="2487"/>
                    <a:ext cx="0" cy="35"/>
                  </a:xfrm>
                  <a:prstGeom prst="line">
                    <a:avLst/>
                  </a:prstGeom>
                  <a:noFill/>
                  <a:ln w="38100">
                    <a:solidFill>
                      <a:srgbClr val="FFFFF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569" name="Line 228">
                    <a:extLst>
                      <a:ext uri="{FF2B5EF4-FFF2-40B4-BE49-F238E27FC236}">
                        <a16:creationId xmlns:a16="http://schemas.microsoft.com/office/drawing/2014/main" id="{B4A37C73-8768-AFE4-FD64-DAE4FA3B48D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84" y="2488"/>
                    <a:ext cx="0" cy="35"/>
                  </a:xfrm>
                  <a:prstGeom prst="line">
                    <a:avLst/>
                  </a:prstGeom>
                  <a:noFill/>
                  <a:ln w="38100">
                    <a:solidFill>
                      <a:srgbClr val="FFFFF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</p:grpSp>
            <p:grpSp>
              <p:nvGrpSpPr>
                <p:cNvPr id="562" name="Group 229">
                  <a:extLst>
                    <a:ext uri="{FF2B5EF4-FFF2-40B4-BE49-F238E27FC236}">
                      <a16:creationId xmlns:a16="http://schemas.microsoft.com/office/drawing/2014/main" id="{72152CAB-9ECA-D4A3-2E49-57E41D0D7F16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rot="-5400000">
                  <a:off x="789" y="3150"/>
                  <a:ext cx="62" cy="40"/>
                  <a:chOff x="323" y="2487"/>
                  <a:chExt cx="61" cy="36"/>
                </a:xfrm>
              </p:grpSpPr>
              <p:sp>
                <p:nvSpPr>
                  <p:cNvPr id="566" name="Line 230">
                    <a:extLst>
                      <a:ext uri="{FF2B5EF4-FFF2-40B4-BE49-F238E27FC236}">
                        <a16:creationId xmlns:a16="http://schemas.microsoft.com/office/drawing/2014/main" id="{B3AE6301-F039-4D9C-D9BD-63131FC38FA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23" y="2487"/>
                    <a:ext cx="0" cy="35"/>
                  </a:xfrm>
                  <a:prstGeom prst="line">
                    <a:avLst/>
                  </a:prstGeom>
                  <a:noFill/>
                  <a:ln w="38100">
                    <a:solidFill>
                      <a:srgbClr val="FFFFF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567" name="Line 231">
                    <a:extLst>
                      <a:ext uri="{FF2B5EF4-FFF2-40B4-BE49-F238E27FC236}">
                        <a16:creationId xmlns:a16="http://schemas.microsoft.com/office/drawing/2014/main" id="{F540DD7E-7749-C6F8-56AC-28702939E33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84" y="2488"/>
                    <a:ext cx="0" cy="35"/>
                  </a:xfrm>
                  <a:prstGeom prst="line">
                    <a:avLst/>
                  </a:prstGeom>
                  <a:noFill/>
                  <a:ln w="38100">
                    <a:solidFill>
                      <a:srgbClr val="FFFFF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</p:grpSp>
            <p:grpSp>
              <p:nvGrpSpPr>
                <p:cNvPr id="563" name="Group 232">
                  <a:extLst>
                    <a:ext uri="{FF2B5EF4-FFF2-40B4-BE49-F238E27FC236}">
                      <a16:creationId xmlns:a16="http://schemas.microsoft.com/office/drawing/2014/main" id="{2B85E1E7-34E2-5DA3-87A4-FA56C9D6365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rot="-5400000">
                  <a:off x="791" y="2731"/>
                  <a:ext cx="62" cy="40"/>
                  <a:chOff x="323" y="2487"/>
                  <a:chExt cx="61" cy="36"/>
                </a:xfrm>
              </p:grpSpPr>
              <p:sp>
                <p:nvSpPr>
                  <p:cNvPr id="564" name="Line 233">
                    <a:extLst>
                      <a:ext uri="{FF2B5EF4-FFF2-40B4-BE49-F238E27FC236}">
                        <a16:creationId xmlns:a16="http://schemas.microsoft.com/office/drawing/2014/main" id="{C1058F09-717B-48BB-51DC-8E2AE2332BB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23" y="2487"/>
                    <a:ext cx="0" cy="35"/>
                  </a:xfrm>
                  <a:prstGeom prst="line">
                    <a:avLst/>
                  </a:prstGeom>
                  <a:noFill/>
                  <a:ln w="38100">
                    <a:solidFill>
                      <a:srgbClr val="FFFFF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565" name="Line 234">
                    <a:extLst>
                      <a:ext uri="{FF2B5EF4-FFF2-40B4-BE49-F238E27FC236}">
                        <a16:creationId xmlns:a16="http://schemas.microsoft.com/office/drawing/2014/main" id="{11F5EF84-EFDD-6F2C-22B2-80B91766178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84" y="2488"/>
                    <a:ext cx="0" cy="35"/>
                  </a:xfrm>
                  <a:prstGeom prst="line">
                    <a:avLst/>
                  </a:prstGeom>
                  <a:noFill/>
                  <a:ln w="38100">
                    <a:solidFill>
                      <a:srgbClr val="FFFFF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</p:grpSp>
          </p:grpSp>
          <p:grpSp>
            <p:nvGrpSpPr>
              <p:cNvPr id="541" name="Group 235">
                <a:extLst>
                  <a:ext uri="{FF2B5EF4-FFF2-40B4-BE49-F238E27FC236}">
                    <a16:creationId xmlns:a16="http://schemas.microsoft.com/office/drawing/2014/main" id="{94F6212B-31BF-F94B-A184-EF0404D8DDC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332" y="2615"/>
                <a:ext cx="516" cy="702"/>
                <a:chOff x="1332" y="2615"/>
                <a:chExt cx="516" cy="702"/>
              </a:xfrm>
            </p:grpSpPr>
            <p:sp>
              <p:nvSpPr>
                <p:cNvPr id="542" name="Rectangle 236">
                  <a:extLst>
                    <a:ext uri="{FF2B5EF4-FFF2-40B4-BE49-F238E27FC236}">
                      <a16:creationId xmlns:a16="http://schemas.microsoft.com/office/drawing/2014/main" id="{DA6DF602-98B2-8DE3-9F0D-889AF35766E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00" y="2647"/>
                  <a:ext cx="373" cy="639"/>
                </a:xfrm>
                <a:prstGeom prst="rect">
                  <a:avLst/>
                </a:prstGeom>
                <a:noFill/>
                <a:ln w="38100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43" name="Oval 237">
                  <a:extLst>
                    <a:ext uri="{FF2B5EF4-FFF2-40B4-BE49-F238E27FC236}">
                      <a16:creationId xmlns:a16="http://schemas.microsoft.com/office/drawing/2014/main" id="{ADECD559-4670-D732-5EFB-A424A34E7F8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67" y="2750"/>
                  <a:ext cx="439" cy="439"/>
                </a:xfrm>
                <a:prstGeom prst="ellipse">
                  <a:avLst/>
                </a:prstGeom>
                <a:solidFill>
                  <a:srgbClr val="FFFFFF"/>
                </a:solidFill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44" name="Line 238">
                  <a:extLst>
                    <a:ext uri="{FF2B5EF4-FFF2-40B4-BE49-F238E27FC236}">
                      <a16:creationId xmlns:a16="http://schemas.microsoft.com/office/drawing/2014/main" id="{B2F68874-0E98-2D76-0AB8-57003CE7F70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332" y="2969"/>
                  <a:ext cx="516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45" name="Line 239">
                  <a:extLst>
                    <a:ext uri="{FF2B5EF4-FFF2-40B4-BE49-F238E27FC236}">
                      <a16:creationId xmlns:a16="http://schemas.microsoft.com/office/drawing/2014/main" id="{6ADC429B-1C08-0C4A-2BD5-A765323A4D6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1588" y="2615"/>
                  <a:ext cx="0" cy="702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grpSp>
              <p:nvGrpSpPr>
                <p:cNvPr id="546" name="Group 240">
                  <a:extLst>
                    <a:ext uri="{FF2B5EF4-FFF2-40B4-BE49-F238E27FC236}">
                      <a16:creationId xmlns:a16="http://schemas.microsoft.com/office/drawing/2014/main" id="{06C635B9-B08E-48D4-CDB3-FCD2A845538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rot="-5400000">
                  <a:off x="1558" y="3050"/>
                  <a:ext cx="62" cy="40"/>
                  <a:chOff x="323" y="2487"/>
                  <a:chExt cx="61" cy="36"/>
                </a:xfrm>
              </p:grpSpPr>
              <p:sp>
                <p:nvSpPr>
                  <p:cNvPr id="550" name="Line 241">
                    <a:extLst>
                      <a:ext uri="{FF2B5EF4-FFF2-40B4-BE49-F238E27FC236}">
                        <a16:creationId xmlns:a16="http://schemas.microsoft.com/office/drawing/2014/main" id="{B7496AA4-6BF6-AD81-D9A8-B5A7B8C41A3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23" y="2487"/>
                    <a:ext cx="0" cy="35"/>
                  </a:xfrm>
                  <a:prstGeom prst="line">
                    <a:avLst/>
                  </a:prstGeom>
                  <a:noFill/>
                  <a:ln w="38100">
                    <a:solidFill>
                      <a:srgbClr val="FFFFF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551" name="Line 242">
                    <a:extLst>
                      <a:ext uri="{FF2B5EF4-FFF2-40B4-BE49-F238E27FC236}">
                        <a16:creationId xmlns:a16="http://schemas.microsoft.com/office/drawing/2014/main" id="{1118CC44-8B24-82BA-AC44-FB9E078BF70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84" y="2488"/>
                    <a:ext cx="0" cy="35"/>
                  </a:xfrm>
                  <a:prstGeom prst="line">
                    <a:avLst/>
                  </a:prstGeom>
                  <a:noFill/>
                  <a:ln w="38100">
                    <a:solidFill>
                      <a:srgbClr val="FFFFF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</p:grpSp>
            <p:grpSp>
              <p:nvGrpSpPr>
                <p:cNvPr id="547" name="Group 243">
                  <a:extLst>
                    <a:ext uri="{FF2B5EF4-FFF2-40B4-BE49-F238E27FC236}">
                      <a16:creationId xmlns:a16="http://schemas.microsoft.com/office/drawing/2014/main" id="{536FB923-08C7-0B46-72B1-6AFEE6171AB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rot="10800000">
                  <a:off x="1458" y="2950"/>
                  <a:ext cx="62" cy="39"/>
                  <a:chOff x="323" y="2487"/>
                  <a:chExt cx="61" cy="36"/>
                </a:xfrm>
              </p:grpSpPr>
              <p:sp>
                <p:nvSpPr>
                  <p:cNvPr id="548" name="Line 244">
                    <a:extLst>
                      <a:ext uri="{FF2B5EF4-FFF2-40B4-BE49-F238E27FC236}">
                        <a16:creationId xmlns:a16="http://schemas.microsoft.com/office/drawing/2014/main" id="{500F2AAD-A319-676A-362B-EA44C84CE70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23" y="2487"/>
                    <a:ext cx="0" cy="35"/>
                  </a:xfrm>
                  <a:prstGeom prst="line">
                    <a:avLst/>
                  </a:prstGeom>
                  <a:noFill/>
                  <a:ln w="38100">
                    <a:solidFill>
                      <a:srgbClr val="FFFFF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549" name="Line 245">
                    <a:extLst>
                      <a:ext uri="{FF2B5EF4-FFF2-40B4-BE49-F238E27FC236}">
                        <a16:creationId xmlns:a16="http://schemas.microsoft.com/office/drawing/2014/main" id="{0BEBE7C0-657B-4B86-32DC-96487BE02831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84" y="2488"/>
                    <a:ext cx="0" cy="35"/>
                  </a:xfrm>
                  <a:prstGeom prst="line">
                    <a:avLst/>
                  </a:prstGeom>
                  <a:noFill/>
                  <a:ln w="38100">
                    <a:solidFill>
                      <a:srgbClr val="FFFFF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</p:grpSp>
          </p:grpSp>
        </p:grpSp>
        <p:grpSp>
          <p:nvGrpSpPr>
            <p:cNvPr id="536" name="Group 246">
              <a:extLst>
                <a:ext uri="{FF2B5EF4-FFF2-40B4-BE49-F238E27FC236}">
                  <a16:creationId xmlns:a16="http://schemas.microsoft.com/office/drawing/2014/main" id="{9CF54FB8-11C6-8D4F-C9FF-85798AE0065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99" y="2749"/>
              <a:ext cx="376" cy="440"/>
              <a:chOff x="1399" y="2749"/>
              <a:chExt cx="376" cy="440"/>
            </a:xfrm>
          </p:grpSpPr>
          <p:sp>
            <p:nvSpPr>
              <p:cNvPr id="537" name="Arc 247">
                <a:extLst>
                  <a:ext uri="{FF2B5EF4-FFF2-40B4-BE49-F238E27FC236}">
                    <a16:creationId xmlns:a16="http://schemas.microsoft.com/office/drawing/2014/main" id="{5C0ABFD8-2265-1BFE-86AB-9BB1D2B8D435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 flipV="1">
                <a:off x="1399" y="2749"/>
                <a:ext cx="373" cy="219"/>
              </a:xfrm>
              <a:custGeom>
                <a:avLst/>
                <a:gdLst>
                  <a:gd name="T0" fmla="*/ 0 w 36799"/>
                  <a:gd name="T1" fmla="*/ 0 h 21600"/>
                  <a:gd name="T2" fmla="*/ 0 w 36799"/>
                  <a:gd name="T3" fmla="*/ 0 h 21600"/>
                  <a:gd name="T4" fmla="*/ 0 w 36799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6799" h="21600" fill="none" extrusionOk="0">
                    <a:moveTo>
                      <a:pt x="36798" y="11208"/>
                    </a:moveTo>
                    <a:cubicBezTo>
                      <a:pt x="32882" y="17660"/>
                      <a:pt x="25882" y="21599"/>
                      <a:pt x="18335" y="21600"/>
                    </a:cubicBezTo>
                    <a:cubicBezTo>
                      <a:pt x="10875" y="21600"/>
                      <a:pt x="3943" y="17750"/>
                      <a:pt x="-1" y="11418"/>
                    </a:cubicBezTo>
                  </a:path>
                  <a:path w="36799" h="21600" stroke="0" extrusionOk="0">
                    <a:moveTo>
                      <a:pt x="36798" y="11208"/>
                    </a:moveTo>
                    <a:cubicBezTo>
                      <a:pt x="32882" y="17660"/>
                      <a:pt x="25882" y="21599"/>
                      <a:pt x="18335" y="21600"/>
                    </a:cubicBezTo>
                    <a:cubicBezTo>
                      <a:pt x="10875" y="21600"/>
                      <a:pt x="3943" y="17750"/>
                      <a:pt x="-1" y="11418"/>
                    </a:cubicBezTo>
                    <a:lnTo>
                      <a:pt x="18335" y="0"/>
                    </a:lnTo>
                    <a:lnTo>
                      <a:pt x="36798" y="11208"/>
                    </a:lnTo>
                    <a:close/>
                  </a:path>
                </a:pathLst>
              </a:custGeom>
              <a:noFill/>
              <a:ln w="38100">
                <a:solidFill>
                  <a:srgbClr val="A5002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38" name="Arc 248">
                <a:extLst>
                  <a:ext uri="{FF2B5EF4-FFF2-40B4-BE49-F238E27FC236}">
                    <a16:creationId xmlns:a16="http://schemas.microsoft.com/office/drawing/2014/main" id="{E61E8038-511F-90BD-C91D-FD855F104EC2}"/>
                  </a:ext>
                </a:extLst>
              </p:cNvPr>
              <p:cNvSpPr>
                <a:spLocks/>
              </p:cNvSpPr>
              <p:nvPr/>
            </p:nvSpPr>
            <p:spPr bwMode="auto">
              <a:xfrm rot="10800000" flipH="1" flipV="1">
                <a:off x="1402" y="2970"/>
                <a:ext cx="373" cy="219"/>
              </a:xfrm>
              <a:custGeom>
                <a:avLst/>
                <a:gdLst>
                  <a:gd name="T0" fmla="*/ 0 w 36799"/>
                  <a:gd name="T1" fmla="*/ 0 h 21600"/>
                  <a:gd name="T2" fmla="*/ 0 w 36799"/>
                  <a:gd name="T3" fmla="*/ 0 h 21600"/>
                  <a:gd name="T4" fmla="*/ 0 w 36799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6799" h="21600" fill="none" extrusionOk="0">
                    <a:moveTo>
                      <a:pt x="36798" y="11208"/>
                    </a:moveTo>
                    <a:cubicBezTo>
                      <a:pt x="32882" y="17660"/>
                      <a:pt x="25882" y="21599"/>
                      <a:pt x="18335" y="21600"/>
                    </a:cubicBezTo>
                    <a:cubicBezTo>
                      <a:pt x="10875" y="21600"/>
                      <a:pt x="3943" y="17750"/>
                      <a:pt x="-1" y="11418"/>
                    </a:cubicBezTo>
                  </a:path>
                  <a:path w="36799" h="21600" stroke="0" extrusionOk="0">
                    <a:moveTo>
                      <a:pt x="36798" y="11208"/>
                    </a:moveTo>
                    <a:cubicBezTo>
                      <a:pt x="32882" y="17660"/>
                      <a:pt x="25882" y="21599"/>
                      <a:pt x="18335" y="21600"/>
                    </a:cubicBezTo>
                    <a:cubicBezTo>
                      <a:pt x="10875" y="21600"/>
                      <a:pt x="3943" y="17750"/>
                      <a:pt x="-1" y="11418"/>
                    </a:cubicBezTo>
                    <a:lnTo>
                      <a:pt x="18335" y="0"/>
                    </a:lnTo>
                    <a:lnTo>
                      <a:pt x="36798" y="11208"/>
                    </a:lnTo>
                    <a:close/>
                  </a:path>
                </a:pathLst>
              </a:custGeom>
              <a:noFill/>
              <a:ln w="38100">
                <a:solidFill>
                  <a:srgbClr val="A5002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</p:grpSp>
      <p:grpSp>
        <p:nvGrpSpPr>
          <p:cNvPr id="588" name="Group 249">
            <a:extLst>
              <a:ext uri="{FF2B5EF4-FFF2-40B4-BE49-F238E27FC236}">
                <a16:creationId xmlns:a16="http://schemas.microsoft.com/office/drawing/2014/main" id="{792F3B0D-F9F0-66BD-66BE-5817B618C09C}"/>
              </a:ext>
            </a:extLst>
          </p:cNvPr>
          <p:cNvGrpSpPr>
            <a:grpSpLocks/>
          </p:cNvGrpSpPr>
          <p:nvPr/>
        </p:nvGrpSpPr>
        <p:grpSpPr bwMode="auto">
          <a:xfrm>
            <a:off x="4717703" y="2529798"/>
            <a:ext cx="2209800" cy="1865312"/>
            <a:chOff x="2099" y="2710"/>
            <a:chExt cx="1392" cy="1175"/>
          </a:xfrm>
        </p:grpSpPr>
        <p:grpSp>
          <p:nvGrpSpPr>
            <p:cNvPr id="589" name="Group 250">
              <a:extLst>
                <a:ext uri="{FF2B5EF4-FFF2-40B4-BE49-F238E27FC236}">
                  <a16:creationId xmlns:a16="http://schemas.microsoft.com/office/drawing/2014/main" id="{206ED254-3EA3-5E21-C697-B9AF4F9C3D7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99" y="2710"/>
              <a:ext cx="1392" cy="1175"/>
              <a:chOff x="2015" y="2710"/>
              <a:chExt cx="1392" cy="1175"/>
            </a:xfrm>
          </p:grpSpPr>
          <p:grpSp>
            <p:nvGrpSpPr>
              <p:cNvPr id="593" name="Group 251">
                <a:extLst>
                  <a:ext uri="{FF2B5EF4-FFF2-40B4-BE49-F238E27FC236}">
                    <a16:creationId xmlns:a16="http://schemas.microsoft.com/office/drawing/2014/main" id="{04B39A3E-DCB4-8648-25B6-8080CCB9A7A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015" y="3435"/>
                <a:ext cx="694" cy="450"/>
                <a:chOff x="468" y="3496"/>
                <a:chExt cx="694" cy="450"/>
              </a:xfrm>
            </p:grpSpPr>
            <p:sp>
              <p:nvSpPr>
                <p:cNvPr id="643" name="Rectangle 252">
                  <a:extLst>
                    <a:ext uri="{FF2B5EF4-FFF2-40B4-BE49-F238E27FC236}">
                      <a16:creationId xmlns:a16="http://schemas.microsoft.com/office/drawing/2014/main" id="{B4365A1C-4500-D04A-9CB9-EE56264F981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13" y="3505"/>
                  <a:ext cx="612" cy="441"/>
                </a:xfrm>
                <a:prstGeom prst="rect">
                  <a:avLst/>
                </a:prstGeom>
                <a:noFill/>
                <a:ln w="38100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44" name="Oval 253">
                  <a:extLst>
                    <a:ext uri="{FF2B5EF4-FFF2-40B4-BE49-F238E27FC236}">
                      <a16:creationId xmlns:a16="http://schemas.microsoft.com/office/drawing/2014/main" id="{47C0EE79-D275-65FD-A547-4C299AC413A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2" y="3540"/>
                  <a:ext cx="371" cy="371"/>
                </a:xfrm>
                <a:prstGeom prst="ellipse">
                  <a:avLst/>
                </a:prstGeom>
                <a:noFill/>
                <a:ln w="38100">
                  <a:solidFill>
                    <a:srgbClr val="A5002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45" name="Line 254">
                  <a:extLst>
                    <a:ext uri="{FF2B5EF4-FFF2-40B4-BE49-F238E27FC236}">
                      <a16:creationId xmlns:a16="http://schemas.microsoft.com/office/drawing/2014/main" id="{905C341D-7628-0D36-0DAE-C1D1E2957BB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68" y="3726"/>
                  <a:ext cx="694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46" name="Line 255">
                  <a:extLst>
                    <a:ext uri="{FF2B5EF4-FFF2-40B4-BE49-F238E27FC236}">
                      <a16:creationId xmlns:a16="http://schemas.microsoft.com/office/drawing/2014/main" id="{D55DBA22-950F-C5E9-4829-0AC4A05E289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21" y="3496"/>
                  <a:ext cx="0" cy="45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grpSp>
              <p:nvGrpSpPr>
                <p:cNvPr id="647" name="Group 256">
                  <a:extLst>
                    <a:ext uri="{FF2B5EF4-FFF2-40B4-BE49-F238E27FC236}">
                      <a16:creationId xmlns:a16="http://schemas.microsoft.com/office/drawing/2014/main" id="{C509F6AC-52FD-D272-22E3-DDE339A3B4F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03" y="3788"/>
                  <a:ext cx="34" cy="60"/>
                  <a:chOff x="538" y="3398"/>
                  <a:chExt cx="31" cy="55"/>
                </a:xfrm>
              </p:grpSpPr>
              <p:sp>
                <p:nvSpPr>
                  <p:cNvPr id="651" name="Line 257">
                    <a:extLst>
                      <a:ext uri="{FF2B5EF4-FFF2-40B4-BE49-F238E27FC236}">
                        <a16:creationId xmlns:a16="http://schemas.microsoft.com/office/drawing/2014/main" id="{3F1A2BD8-1CCA-914D-2E7B-A817BDEFA64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538" y="3398"/>
                    <a:ext cx="30" cy="0"/>
                  </a:xfrm>
                  <a:prstGeom prst="line">
                    <a:avLst/>
                  </a:prstGeom>
                  <a:noFill/>
                  <a:ln w="38100">
                    <a:solidFill>
                      <a:srgbClr val="FFFFF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652" name="Line 258">
                    <a:extLst>
                      <a:ext uri="{FF2B5EF4-FFF2-40B4-BE49-F238E27FC236}">
                        <a16:creationId xmlns:a16="http://schemas.microsoft.com/office/drawing/2014/main" id="{DA55258C-B9BF-78F1-0724-9F6438FBB97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539" y="3453"/>
                    <a:ext cx="30" cy="0"/>
                  </a:xfrm>
                  <a:prstGeom prst="line">
                    <a:avLst/>
                  </a:prstGeom>
                  <a:noFill/>
                  <a:ln w="38100">
                    <a:solidFill>
                      <a:srgbClr val="FFFFF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</p:grpSp>
            <p:grpSp>
              <p:nvGrpSpPr>
                <p:cNvPr id="648" name="Group 259">
                  <a:extLst>
                    <a:ext uri="{FF2B5EF4-FFF2-40B4-BE49-F238E27FC236}">
                      <a16:creationId xmlns:a16="http://schemas.microsoft.com/office/drawing/2014/main" id="{F201D507-2E57-B7A3-5263-5E29144CCB1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89" y="3702"/>
                  <a:ext cx="65" cy="45"/>
                  <a:chOff x="616" y="3326"/>
                  <a:chExt cx="59" cy="41"/>
                </a:xfrm>
              </p:grpSpPr>
              <p:sp>
                <p:nvSpPr>
                  <p:cNvPr id="649" name="Line 260">
                    <a:extLst>
                      <a:ext uri="{FF2B5EF4-FFF2-40B4-BE49-F238E27FC236}">
                        <a16:creationId xmlns:a16="http://schemas.microsoft.com/office/drawing/2014/main" id="{FA0FB7CC-A1A4-2AD0-E723-B560B691244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616" y="3326"/>
                    <a:ext cx="0" cy="40"/>
                  </a:xfrm>
                  <a:prstGeom prst="line">
                    <a:avLst/>
                  </a:prstGeom>
                  <a:noFill/>
                  <a:ln w="38100">
                    <a:solidFill>
                      <a:srgbClr val="FFFFF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650" name="Line 261">
                    <a:extLst>
                      <a:ext uri="{FF2B5EF4-FFF2-40B4-BE49-F238E27FC236}">
                        <a16:creationId xmlns:a16="http://schemas.microsoft.com/office/drawing/2014/main" id="{13C2DB69-A936-2251-72E4-89D2CB6884D1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675" y="3327"/>
                    <a:ext cx="0" cy="40"/>
                  </a:xfrm>
                  <a:prstGeom prst="line">
                    <a:avLst/>
                  </a:prstGeom>
                  <a:noFill/>
                  <a:ln w="38100">
                    <a:solidFill>
                      <a:srgbClr val="FFFFF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</p:grpSp>
          </p:grpSp>
          <p:grpSp>
            <p:nvGrpSpPr>
              <p:cNvPr id="594" name="Group 262">
                <a:extLst>
                  <a:ext uri="{FF2B5EF4-FFF2-40B4-BE49-F238E27FC236}">
                    <a16:creationId xmlns:a16="http://schemas.microsoft.com/office/drawing/2014/main" id="{7E8A1F47-7FB4-7B3F-C897-F22609C6CAF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028" y="2715"/>
                <a:ext cx="700" cy="494"/>
                <a:chOff x="2028" y="2715"/>
                <a:chExt cx="700" cy="494"/>
              </a:xfrm>
            </p:grpSpPr>
            <p:sp>
              <p:nvSpPr>
                <p:cNvPr id="613" name="Line 263">
                  <a:extLst>
                    <a:ext uri="{FF2B5EF4-FFF2-40B4-BE49-F238E27FC236}">
                      <a16:creationId xmlns:a16="http://schemas.microsoft.com/office/drawing/2014/main" id="{5E770950-3B4B-134E-13FE-8501AFA04F4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380" y="2715"/>
                  <a:ext cx="0" cy="494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14" name="Line 264">
                  <a:extLst>
                    <a:ext uri="{FF2B5EF4-FFF2-40B4-BE49-F238E27FC236}">
                      <a16:creationId xmlns:a16="http://schemas.microsoft.com/office/drawing/2014/main" id="{60D56268-3456-9B17-245F-483BB8AEF3A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028" y="2968"/>
                  <a:ext cx="700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grpSp>
              <p:nvGrpSpPr>
                <p:cNvPr id="615" name="Group 265">
                  <a:extLst>
                    <a:ext uri="{FF2B5EF4-FFF2-40B4-BE49-F238E27FC236}">
                      <a16:creationId xmlns:a16="http://schemas.microsoft.com/office/drawing/2014/main" id="{48319306-09FE-0F80-BBBF-5EF2A2735C0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071" y="2731"/>
                  <a:ext cx="126" cy="471"/>
                  <a:chOff x="210" y="2288"/>
                  <a:chExt cx="177" cy="429"/>
                </a:xfrm>
              </p:grpSpPr>
              <p:sp>
                <p:nvSpPr>
                  <p:cNvPr id="640" name="Line 266">
                    <a:extLst>
                      <a:ext uri="{FF2B5EF4-FFF2-40B4-BE49-F238E27FC236}">
                        <a16:creationId xmlns:a16="http://schemas.microsoft.com/office/drawing/2014/main" id="{7CEDE8C4-3643-BADD-A37A-50E4C4379CA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210" y="2298"/>
                    <a:ext cx="171" cy="0"/>
                  </a:xfrm>
                  <a:prstGeom prst="line">
                    <a:avLst/>
                  </a:pr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641" name="Line 267">
                    <a:extLst>
                      <a:ext uri="{FF2B5EF4-FFF2-40B4-BE49-F238E27FC236}">
                        <a16:creationId xmlns:a16="http://schemas.microsoft.com/office/drawing/2014/main" id="{D93BD6C1-2055-2C77-8C78-09FA503EA9D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10" y="2288"/>
                    <a:ext cx="0" cy="429"/>
                  </a:xfrm>
                  <a:prstGeom prst="line">
                    <a:avLst/>
                  </a:pr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642" name="Line 268">
                    <a:extLst>
                      <a:ext uri="{FF2B5EF4-FFF2-40B4-BE49-F238E27FC236}">
                        <a16:creationId xmlns:a16="http://schemas.microsoft.com/office/drawing/2014/main" id="{E3FB1E39-C57A-EE28-8BCB-32DEA0BF035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10" y="2706"/>
                    <a:ext cx="177" cy="0"/>
                  </a:xfrm>
                  <a:prstGeom prst="line">
                    <a:avLst/>
                  </a:pr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</p:grpSp>
            <p:grpSp>
              <p:nvGrpSpPr>
                <p:cNvPr id="616" name="Group 269">
                  <a:extLst>
                    <a:ext uri="{FF2B5EF4-FFF2-40B4-BE49-F238E27FC236}">
                      <a16:creationId xmlns:a16="http://schemas.microsoft.com/office/drawing/2014/main" id="{1FCD1FDE-FF09-E114-64A7-90348F34910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flipH="1">
                  <a:off x="2557" y="2731"/>
                  <a:ext cx="124" cy="471"/>
                  <a:chOff x="210" y="2288"/>
                  <a:chExt cx="177" cy="429"/>
                </a:xfrm>
              </p:grpSpPr>
              <p:sp>
                <p:nvSpPr>
                  <p:cNvPr id="637" name="Line 270">
                    <a:extLst>
                      <a:ext uri="{FF2B5EF4-FFF2-40B4-BE49-F238E27FC236}">
                        <a16:creationId xmlns:a16="http://schemas.microsoft.com/office/drawing/2014/main" id="{DAFDA794-1AED-0464-1D7A-5A0FA7CE7EC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210" y="2298"/>
                    <a:ext cx="171" cy="0"/>
                  </a:xfrm>
                  <a:prstGeom prst="line">
                    <a:avLst/>
                  </a:pr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638" name="Line 271">
                    <a:extLst>
                      <a:ext uri="{FF2B5EF4-FFF2-40B4-BE49-F238E27FC236}">
                        <a16:creationId xmlns:a16="http://schemas.microsoft.com/office/drawing/2014/main" id="{358517C7-CFB3-F09F-D791-ED996360A14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10" y="2288"/>
                    <a:ext cx="0" cy="429"/>
                  </a:xfrm>
                  <a:prstGeom prst="line">
                    <a:avLst/>
                  </a:pr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639" name="Line 272">
                    <a:extLst>
                      <a:ext uri="{FF2B5EF4-FFF2-40B4-BE49-F238E27FC236}">
                        <a16:creationId xmlns:a16="http://schemas.microsoft.com/office/drawing/2014/main" id="{C42EC302-C7C3-DD40-B20D-12B146FF4D6D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10" y="2706"/>
                    <a:ext cx="177" cy="0"/>
                  </a:xfrm>
                  <a:prstGeom prst="line">
                    <a:avLst/>
                  </a:pr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</p:grpSp>
            <p:grpSp>
              <p:nvGrpSpPr>
                <p:cNvPr id="617" name="Group 273">
                  <a:extLst>
                    <a:ext uri="{FF2B5EF4-FFF2-40B4-BE49-F238E27FC236}">
                      <a16:creationId xmlns:a16="http://schemas.microsoft.com/office/drawing/2014/main" id="{E9DBD758-1B4D-D8DF-A6E8-359AA069F09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245" y="2952"/>
                  <a:ext cx="61" cy="39"/>
                  <a:chOff x="323" y="2487"/>
                  <a:chExt cx="61" cy="36"/>
                </a:xfrm>
              </p:grpSpPr>
              <p:sp>
                <p:nvSpPr>
                  <p:cNvPr id="635" name="Line 274">
                    <a:extLst>
                      <a:ext uri="{FF2B5EF4-FFF2-40B4-BE49-F238E27FC236}">
                        <a16:creationId xmlns:a16="http://schemas.microsoft.com/office/drawing/2014/main" id="{8358694D-466F-9A60-62CF-578B3486C851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23" y="2487"/>
                    <a:ext cx="0" cy="35"/>
                  </a:xfrm>
                  <a:prstGeom prst="line">
                    <a:avLst/>
                  </a:prstGeom>
                  <a:noFill/>
                  <a:ln w="38100">
                    <a:solidFill>
                      <a:srgbClr val="FFFFF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636" name="Line 275">
                    <a:extLst>
                      <a:ext uri="{FF2B5EF4-FFF2-40B4-BE49-F238E27FC236}">
                        <a16:creationId xmlns:a16="http://schemas.microsoft.com/office/drawing/2014/main" id="{0FE139A4-2A52-5B71-CB6A-03AE7514616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84" y="2488"/>
                    <a:ext cx="0" cy="35"/>
                  </a:xfrm>
                  <a:prstGeom prst="line">
                    <a:avLst/>
                  </a:prstGeom>
                  <a:noFill/>
                  <a:ln w="38100">
                    <a:solidFill>
                      <a:srgbClr val="FFFFF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</p:grpSp>
            <p:grpSp>
              <p:nvGrpSpPr>
                <p:cNvPr id="618" name="Group 276">
                  <a:extLst>
                    <a:ext uri="{FF2B5EF4-FFF2-40B4-BE49-F238E27FC236}">
                      <a16:creationId xmlns:a16="http://schemas.microsoft.com/office/drawing/2014/main" id="{8C9CA7D2-2DE1-284C-4FF1-BF266A80E45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rot="-5400000">
                  <a:off x="2350" y="2894"/>
                  <a:ext cx="62" cy="40"/>
                  <a:chOff x="323" y="2487"/>
                  <a:chExt cx="61" cy="36"/>
                </a:xfrm>
              </p:grpSpPr>
              <p:sp>
                <p:nvSpPr>
                  <p:cNvPr id="633" name="Line 277">
                    <a:extLst>
                      <a:ext uri="{FF2B5EF4-FFF2-40B4-BE49-F238E27FC236}">
                        <a16:creationId xmlns:a16="http://schemas.microsoft.com/office/drawing/2014/main" id="{D4030A3C-7E5A-58B9-0427-F6AE6DA633F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23" y="2487"/>
                    <a:ext cx="0" cy="35"/>
                  </a:xfrm>
                  <a:prstGeom prst="line">
                    <a:avLst/>
                  </a:prstGeom>
                  <a:noFill/>
                  <a:ln w="38100">
                    <a:solidFill>
                      <a:srgbClr val="FFFFF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634" name="Line 278">
                    <a:extLst>
                      <a:ext uri="{FF2B5EF4-FFF2-40B4-BE49-F238E27FC236}">
                        <a16:creationId xmlns:a16="http://schemas.microsoft.com/office/drawing/2014/main" id="{38941DD7-B82A-E909-704A-E73C11740BF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84" y="2488"/>
                    <a:ext cx="0" cy="35"/>
                  </a:xfrm>
                  <a:prstGeom prst="line">
                    <a:avLst/>
                  </a:prstGeom>
                  <a:noFill/>
                  <a:ln w="38100">
                    <a:solidFill>
                      <a:srgbClr val="FFFFF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</p:grpSp>
            <p:sp>
              <p:nvSpPr>
                <p:cNvPr id="619" name="Line 279">
                  <a:extLst>
                    <a:ext uri="{FF2B5EF4-FFF2-40B4-BE49-F238E27FC236}">
                      <a16:creationId xmlns:a16="http://schemas.microsoft.com/office/drawing/2014/main" id="{93F047F8-AE01-36F0-4A3B-FFA526AB86D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90" y="2744"/>
                  <a:ext cx="0" cy="442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20" name="Line 280">
                  <a:extLst>
                    <a:ext uri="{FF2B5EF4-FFF2-40B4-BE49-F238E27FC236}">
                      <a16:creationId xmlns:a16="http://schemas.microsoft.com/office/drawing/2014/main" id="{C6DA7632-FF37-4AA2-7144-13EA9EC8131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569" y="2745"/>
                  <a:ext cx="0" cy="442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grpSp>
              <p:nvGrpSpPr>
                <p:cNvPr id="621" name="Group 281">
                  <a:extLst>
                    <a:ext uri="{FF2B5EF4-FFF2-40B4-BE49-F238E27FC236}">
                      <a16:creationId xmlns:a16="http://schemas.microsoft.com/office/drawing/2014/main" id="{CDE3EE31-2132-09F6-E4F6-38AEA0AF48D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167" y="2834"/>
                  <a:ext cx="42" cy="265"/>
                  <a:chOff x="2167" y="2834"/>
                  <a:chExt cx="42" cy="265"/>
                </a:xfrm>
              </p:grpSpPr>
              <p:sp>
                <p:nvSpPr>
                  <p:cNvPr id="629" name="Line 282">
                    <a:extLst>
                      <a:ext uri="{FF2B5EF4-FFF2-40B4-BE49-F238E27FC236}">
                        <a16:creationId xmlns:a16="http://schemas.microsoft.com/office/drawing/2014/main" id="{F2D8F652-906B-8EE1-8AE2-40981279B00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-5400000">
                    <a:off x="2189" y="2902"/>
                    <a:ext cx="0" cy="39"/>
                  </a:xfrm>
                  <a:prstGeom prst="line">
                    <a:avLst/>
                  </a:prstGeom>
                  <a:noFill/>
                  <a:ln w="38100">
                    <a:solidFill>
                      <a:srgbClr val="FFFFF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630" name="Line 283">
                    <a:extLst>
                      <a:ext uri="{FF2B5EF4-FFF2-40B4-BE49-F238E27FC236}">
                        <a16:creationId xmlns:a16="http://schemas.microsoft.com/office/drawing/2014/main" id="{DA0D9B08-8AD7-7E32-6041-5CDC1AA562B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-5400000">
                    <a:off x="2188" y="2814"/>
                    <a:ext cx="0" cy="39"/>
                  </a:xfrm>
                  <a:prstGeom prst="line">
                    <a:avLst/>
                  </a:prstGeom>
                  <a:noFill/>
                  <a:ln w="38100">
                    <a:solidFill>
                      <a:srgbClr val="FFFFF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631" name="Line 284">
                    <a:extLst>
                      <a:ext uri="{FF2B5EF4-FFF2-40B4-BE49-F238E27FC236}">
                        <a16:creationId xmlns:a16="http://schemas.microsoft.com/office/drawing/2014/main" id="{CAE8E471-5ABD-2B4E-D5DE-A732CDF4FC5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-5400000">
                    <a:off x="2190" y="3079"/>
                    <a:ext cx="0" cy="39"/>
                  </a:xfrm>
                  <a:prstGeom prst="line">
                    <a:avLst/>
                  </a:prstGeom>
                  <a:noFill/>
                  <a:ln w="38100">
                    <a:solidFill>
                      <a:srgbClr val="FFFFF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632" name="Line 285">
                    <a:extLst>
                      <a:ext uri="{FF2B5EF4-FFF2-40B4-BE49-F238E27FC236}">
                        <a16:creationId xmlns:a16="http://schemas.microsoft.com/office/drawing/2014/main" id="{668A48A7-46BA-CF6A-CAF2-183EF88ED0A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-5400000">
                    <a:off x="2187" y="2993"/>
                    <a:ext cx="0" cy="39"/>
                  </a:xfrm>
                  <a:prstGeom prst="line">
                    <a:avLst/>
                  </a:prstGeom>
                  <a:noFill/>
                  <a:ln w="38100">
                    <a:solidFill>
                      <a:srgbClr val="FFFFF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</p:grpSp>
            <p:grpSp>
              <p:nvGrpSpPr>
                <p:cNvPr id="622" name="Group 286">
                  <a:extLst>
                    <a:ext uri="{FF2B5EF4-FFF2-40B4-BE49-F238E27FC236}">
                      <a16:creationId xmlns:a16="http://schemas.microsoft.com/office/drawing/2014/main" id="{E7B2A997-40FC-DD68-2F09-5A751ED11BB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546" y="2835"/>
                  <a:ext cx="42" cy="265"/>
                  <a:chOff x="2167" y="2834"/>
                  <a:chExt cx="42" cy="265"/>
                </a:xfrm>
              </p:grpSpPr>
              <p:sp>
                <p:nvSpPr>
                  <p:cNvPr id="625" name="Line 287">
                    <a:extLst>
                      <a:ext uri="{FF2B5EF4-FFF2-40B4-BE49-F238E27FC236}">
                        <a16:creationId xmlns:a16="http://schemas.microsoft.com/office/drawing/2014/main" id="{75FBCA89-32D5-AA09-D163-88E2FAC1528D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-5400000">
                    <a:off x="2189" y="2902"/>
                    <a:ext cx="0" cy="39"/>
                  </a:xfrm>
                  <a:prstGeom prst="line">
                    <a:avLst/>
                  </a:prstGeom>
                  <a:noFill/>
                  <a:ln w="38100">
                    <a:solidFill>
                      <a:srgbClr val="FFFFF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626" name="Line 288">
                    <a:extLst>
                      <a:ext uri="{FF2B5EF4-FFF2-40B4-BE49-F238E27FC236}">
                        <a16:creationId xmlns:a16="http://schemas.microsoft.com/office/drawing/2014/main" id="{949FF527-2881-EA00-BDEA-5F5D4086F58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-5400000">
                    <a:off x="2188" y="2814"/>
                    <a:ext cx="0" cy="39"/>
                  </a:xfrm>
                  <a:prstGeom prst="line">
                    <a:avLst/>
                  </a:prstGeom>
                  <a:noFill/>
                  <a:ln w="38100">
                    <a:solidFill>
                      <a:srgbClr val="FFFFF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627" name="Line 289">
                    <a:extLst>
                      <a:ext uri="{FF2B5EF4-FFF2-40B4-BE49-F238E27FC236}">
                        <a16:creationId xmlns:a16="http://schemas.microsoft.com/office/drawing/2014/main" id="{5FD1C763-FF81-B2B7-5416-236347D3274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-5400000">
                    <a:off x="2190" y="3079"/>
                    <a:ext cx="0" cy="39"/>
                  </a:xfrm>
                  <a:prstGeom prst="line">
                    <a:avLst/>
                  </a:prstGeom>
                  <a:noFill/>
                  <a:ln w="38100">
                    <a:solidFill>
                      <a:srgbClr val="FFFFF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628" name="Line 290">
                    <a:extLst>
                      <a:ext uri="{FF2B5EF4-FFF2-40B4-BE49-F238E27FC236}">
                        <a16:creationId xmlns:a16="http://schemas.microsoft.com/office/drawing/2014/main" id="{B997886A-81A6-33F0-FEAE-71AE26DAF74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-5400000">
                    <a:off x="2187" y="2993"/>
                    <a:ext cx="0" cy="39"/>
                  </a:xfrm>
                  <a:prstGeom prst="line">
                    <a:avLst/>
                  </a:prstGeom>
                  <a:noFill/>
                  <a:ln w="38100">
                    <a:solidFill>
                      <a:srgbClr val="FFFFF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</p:grpSp>
            <p:sp>
              <p:nvSpPr>
                <p:cNvPr id="623" name="Freeform 291">
                  <a:extLst>
                    <a:ext uri="{FF2B5EF4-FFF2-40B4-BE49-F238E27FC236}">
                      <a16:creationId xmlns:a16="http://schemas.microsoft.com/office/drawing/2014/main" id="{8F13D678-3E72-9417-33D5-92CC4B4A986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83" y="2738"/>
                  <a:ext cx="392" cy="117"/>
                </a:xfrm>
                <a:custGeom>
                  <a:avLst/>
                  <a:gdLst>
                    <a:gd name="T0" fmla="*/ 0 w 358"/>
                    <a:gd name="T1" fmla="*/ 0 h 107"/>
                    <a:gd name="T2" fmla="*/ 87 w 358"/>
                    <a:gd name="T3" fmla="*/ 68 h 107"/>
                    <a:gd name="T4" fmla="*/ 172 w 358"/>
                    <a:gd name="T5" fmla="*/ 126 h 107"/>
                    <a:gd name="T6" fmla="*/ 253 w 358"/>
                    <a:gd name="T7" fmla="*/ 152 h 107"/>
                    <a:gd name="T8" fmla="*/ 333 w 358"/>
                    <a:gd name="T9" fmla="*/ 138 h 107"/>
                    <a:gd name="T10" fmla="*/ 414 w 358"/>
                    <a:gd name="T11" fmla="*/ 82 h 107"/>
                    <a:gd name="T12" fmla="*/ 515 w 358"/>
                    <a:gd name="T13" fmla="*/ 2 h 10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358" h="107">
                      <a:moveTo>
                        <a:pt x="0" y="0"/>
                      </a:moveTo>
                      <a:cubicBezTo>
                        <a:pt x="10" y="8"/>
                        <a:pt x="40" y="33"/>
                        <a:pt x="60" y="48"/>
                      </a:cubicBezTo>
                      <a:cubicBezTo>
                        <a:pt x="80" y="63"/>
                        <a:pt x="101" y="78"/>
                        <a:pt x="120" y="88"/>
                      </a:cubicBezTo>
                      <a:cubicBezTo>
                        <a:pt x="139" y="98"/>
                        <a:pt x="157" y="105"/>
                        <a:pt x="176" y="106"/>
                      </a:cubicBezTo>
                      <a:cubicBezTo>
                        <a:pt x="195" y="107"/>
                        <a:pt x="213" y="104"/>
                        <a:pt x="232" y="96"/>
                      </a:cubicBezTo>
                      <a:cubicBezTo>
                        <a:pt x="251" y="88"/>
                        <a:pt x="267" y="74"/>
                        <a:pt x="288" y="58"/>
                      </a:cubicBezTo>
                      <a:cubicBezTo>
                        <a:pt x="309" y="42"/>
                        <a:pt x="344" y="14"/>
                        <a:pt x="358" y="2"/>
                      </a:cubicBezTo>
                    </a:path>
                  </a:pathLst>
                </a:custGeom>
                <a:noFill/>
                <a:ln w="38100" cmpd="sng">
                  <a:solidFill>
                    <a:srgbClr val="A5002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24" name="Freeform 292">
                  <a:extLst>
                    <a:ext uri="{FF2B5EF4-FFF2-40B4-BE49-F238E27FC236}">
                      <a16:creationId xmlns:a16="http://schemas.microsoft.com/office/drawing/2014/main" id="{D83C99CB-3F45-14E7-C05A-C8C1155FA65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10800000">
                  <a:off x="2182" y="3079"/>
                  <a:ext cx="392" cy="118"/>
                </a:xfrm>
                <a:custGeom>
                  <a:avLst/>
                  <a:gdLst>
                    <a:gd name="T0" fmla="*/ 0 w 358"/>
                    <a:gd name="T1" fmla="*/ 0 h 107"/>
                    <a:gd name="T2" fmla="*/ 87 w 358"/>
                    <a:gd name="T3" fmla="*/ 71 h 107"/>
                    <a:gd name="T4" fmla="*/ 172 w 358"/>
                    <a:gd name="T5" fmla="*/ 130 h 107"/>
                    <a:gd name="T6" fmla="*/ 253 w 358"/>
                    <a:gd name="T7" fmla="*/ 157 h 107"/>
                    <a:gd name="T8" fmla="*/ 333 w 358"/>
                    <a:gd name="T9" fmla="*/ 142 h 107"/>
                    <a:gd name="T10" fmla="*/ 414 w 358"/>
                    <a:gd name="T11" fmla="*/ 86 h 107"/>
                    <a:gd name="T12" fmla="*/ 515 w 358"/>
                    <a:gd name="T13" fmla="*/ 2 h 10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358" h="107">
                      <a:moveTo>
                        <a:pt x="0" y="0"/>
                      </a:moveTo>
                      <a:cubicBezTo>
                        <a:pt x="10" y="8"/>
                        <a:pt x="40" y="33"/>
                        <a:pt x="60" y="48"/>
                      </a:cubicBezTo>
                      <a:cubicBezTo>
                        <a:pt x="80" y="63"/>
                        <a:pt x="101" y="78"/>
                        <a:pt x="120" y="88"/>
                      </a:cubicBezTo>
                      <a:cubicBezTo>
                        <a:pt x="139" y="98"/>
                        <a:pt x="157" y="105"/>
                        <a:pt x="176" y="106"/>
                      </a:cubicBezTo>
                      <a:cubicBezTo>
                        <a:pt x="195" y="107"/>
                        <a:pt x="213" y="104"/>
                        <a:pt x="232" y="96"/>
                      </a:cubicBezTo>
                      <a:cubicBezTo>
                        <a:pt x="251" y="88"/>
                        <a:pt x="267" y="74"/>
                        <a:pt x="288" y="58"/>
                      </a:cubicBezTo>
                      <a:cubicBezTo>
                        <a:pt x="309" y="42"/>
                        <a:pt x="344" y="14"/>
                        <a:pt x="358" y="2"/>
                      </a:cubicBezTo>
                    </a:path>
                  </a:pathLst>
                </a:custGeom>
                <a:noFill/>
                <a:ln w="38100" cmpd="sng">
                  <a:solidFill>
                    <a:srgbClr val="A5002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595" name="Group 293">
                <a:extLst>
                  <a:ext uri="{FF2B5EF4-FFF2-40B4-BE49-F238E27FC236}">
                    <a16:creationId xmlns:a16="http://schemas.microsoft.com/office/drawing/2014/main" id="{293562AD-114F-A587-31B0-04A93053CCB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891" y="2710"/>
                <a:ext cx="516" cy="524"/>
                <a:chOff x="2891" y="2710"/>
                <a:chExt cx="516" cy="524"/>
              </a:xfrm>
            </p:grpSpPr>
            <p:sp>
              <p:nvSpPr>
                <p:cNvPr id="596" name="Oval 294">
                  <a:extLst>
                    <a:ext uri="{FF2B5EF4-FFF2-40B4-BE49-F238E27FC236}">
                      <a16:creationId xmlns:a16="http://schemas.microsoft.com/office/drawing/2014/main" id="{DD3FC1FD-B46F-4F31-FEF4-60DD12BE20C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26" y="2749"/>
                  <a:ext cx="439" cy="439"/>
                </a:xfrm>
                <a:prstGeom prst="ellipse">
                  <a:avLst/>
                </a:prstGeom>
                <a:solidFill>
                  <a:srgbClr val="FFFFFF"/>
                </a:solidFill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97" name="Line 295">
                  <a:extLst>
                    <a:ext uri="{FF2B5EF4-FFF2-40B4-BE49-F238E27FC236}">
                      <a16:creationId xmlns:a16="http://schemas.microsoft.com/office/drawing/2014/main" id="{48E7A9B3-A7A1-4951-60F7-62D9DDDDBA7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91" y="2968"/>
                  <a:ext cx="516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98" name="Line 296">
                  <a:extLst>
                    <a:ext uri="{FF2B5EF4-FFF2-40B4-BE49-F238E27FC236}">
                      <a16:creationId xmlns:a16="http://schemas.microsoft.com/office/drawing/2014/main" id="{BEBCF151-1913-89C2-F9C7-4D3D6375FB6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147" y="2710"/>
                  <a:ext cx="0" cy="524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grpSp>
              <p:nvGrpSpPr>
                <p:cNvPr id="599" name="Group 297">
                  <a:extLst>
                    <a:ext uri="{FF2B5EF4-FFF2-40B4-BE49-F238E27FC236}">
                      <a16:creationId xmlns:a16="http://schemas.microsoft.com/office/drawing/2014/main" id="{4F848763-7D93-E1D7-D317-D836F196C6A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rot="-5400000">
                  <a:off x="3117" y="3049"/>
                  <a:ext cx="62" cy="40"/>
                  <a:chOff x="323" y="2487"/>
                  <a:chExt cx="61" cy="36"/>
                </a:xfrm>
              </p:grpSpPr>
              <p:sp>
                <p:nvSpPr>
                  <p:cNvPr id="611" name="Line 298">
                    <a:extLst>
                      <a:ext uri="{FF2B5EF4-FFF2-40B4-BE49-F238E27FC236}">
                        <a16:creationId xmlns:a16="http://schemas.microsoft.com/office/drawing/2014/main" id="{5DF5EFFE-6DAD-D48A-B91D-16CC5469DCD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23" y="2487"/>
                    <a:ext cx="0" cy="35"/>
                  </a:xfrm>
                  <a:prstGeom prst="line">
                    <a:avLst/>
                  </a:prstGeom>
                  <a:noFill/>
                  <a:ln w="38100">
                    <a:solidFill>
                      <a:srgbClr val="FFFFF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612" name="Line 299">
                    <a:extLst>
                      <a:ext uri="{FF2B5EF4-FFF2-40B4-BE49-F238E27FC236}">
                        <a16:creationId xmlns:a16="http://schemas.microsoft.com/office/drawing/2014/main" id="{846E4441-A201-EAFE-A34C-93B9C5EE8CD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84" y="2488"/>
                    <a:ext cx="0" cy="35"/>
                  </a:xfrm>
                  <a:prstGeom prst="line">
                    <a:avLst/>
                  </a:prstGeom>
                  <a:noFill/>
                  <a:ln w="38100">
                    <a:solidFill>
                      <a:srgbClr val="FFFFF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</p:grpSp>
            <p:grpSp>
              <p:nvGrpSpPr>
                <p:cNvPr id="600" name="Group 300">
                  <a:extLst>
                    <a:ext uri="{FF2B5EF4-FFF2-40B4-BE49-F238E27FC236}">
                      <a16:creationId xmlns:a16="http://schemas.microsoft.com/office/drawing/2014/main" id="{84F4E7D9-C0D5-CBFF-8672-0053C66CB44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rot="10800000">
                  <a:off x="3029" y="2949"/>
                  <a:ext cx="62" cy="39"/>
                  <a:chOff x="323" y="2487"/>
                  <a:chExt cx="61" cy="36"/>
                </a:xfrm>
              </p:grpSpPr>
              <p:sp>
                <p:nvSpPr>
                  <p:cNvPr id="609" name="Line 301">
                    <a:extLst>
                      <a:ext uri="{FF2B5EF4-FFF2-40B4-BE49-F238E27FC236}">
                        <a16:creationId xmlns:a16="http://schemas.microsoft.com/office/drawing/2014/main" id="{CBBFBD9E-5EC1-FFAE-0FB1-84D43BCB1D6D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23" y="2487"/>
                    <a:ext cx="0" cy="35"/>
                  </a:xfrm>
                  <a:prstGeom prst="line">
                    <a:avLst/>
                  </a:prstGeom>
                  <a:noFill/>
                  <a:ln w="38100">
                    <a:solidFill>
                      <a:srgbClr val="FFFFF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610" name="Line 302">
                    <a:extLst>
                      <a:ext uri="{FF2B5EF4-FFF2-40B4-BE49-F238E27FC236}">
                        <a16:creationId xmlns:a16="http://schemas.microsoft.com/office/drawing/2014/main" id="{B70ADAAE-6754-8E44-27CF-AA99872E7DF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84" y="2488"/>
                    <a:ext cx="0" cy="35"/>
                  </a:xfrm>
                  <a:prstGeom prst="line">
                    <a:avLst/>
                  </a:prstGeom>
                  <a:noFill/>
                  <a:ln w="38100">
                    <a:solidFill>
                      <a:srgbClr val="FFFFF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</p:grpSp>
            <p:sp>
              <p:nvSpPr>
                <p:cNvPr id="601" name="Line 303">
                  <a:extLst>
                    <a:ext uri="{FF2B5EF4-FFF2-40B4-BE49-F238E27FC236}">
                      <a16:creationId xmlns:a16="http://schemas.microsoft.com/office/drawing/2014/main" id="{9DC7CD2D-E75C-D795-7565-ACB46B818D7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60" y="2864"/>
                  <a:ext cx="0" cy="226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02" name="Line 304">
                  <a:extLst>
                    <a:ext uri="{FF2B5EF4-FFF2-40B4-BE49-F238E27FC236}">
                      <a16:creationId xmlns:a16="http://schemas.microsoft.com/office/drawing/2014/main" id="{A61CF9CF-AB5D-78DF-3818-A7D3C420CF9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30" y="2850"/>
                  <a:ext cx="0" cy="232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grpSp>
              <p:nvGrpSpPr>
                <p:cNvPr id="603" name="Group 305">
                  <a:extLst>
                    <a:ext uri="{FF2B5EF4-FFF2-40B4-BE49-F238E27FC236}">
                      <a16:creationId xmlns:a16="http://schemas.microsoft.com/office/drawing/2014/main" id="{06400309-C4BC-C164-C7DF-080E93A654A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946" y="2922"/>
                  <a:ext cx="40" cy="88"/>
                  <a:chOff x="2946" y="2922"/>
                  <a:chExt cx="40" cy="88"/>
                </a:xfrm>
              </p:grpSpPr>
              <p:sp>
                <p:nvSpPr>
                  <p:cNvPr id="607" name="Line 306">
                    <a:extLst>
                      <a:ext uri="{FF2B5EF4-FFF2-40B4-BE49-F238E27FC236}">
                        <a16:creationId xmlns:a16="http://schemas.microsoft.com/office/drawing/2014/main" id="{1E52D470-9D56-D0B6-20E8-77F9AB771C6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-5400000">
                    <a:off x="2966" y="2990"/>
                    <a:ext cx="0" cy="39"/>
                  </a:xfrm>
                  <a:prstGeom prst="line">
                    <a:avLst/>
                  </a:prstGeom>
                  <a:noFill/>
                  <a:ln w="38100">
                    <a:solidFill>
                      <a:srgbClr val="FFFFF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608" name="Line 307">
                    <a:extLst>
                      <a:ext uri="{FF2B5EF4-FFF2-40B4-BE49-F238E27FC236}">
                        <a16:creationId xmlns:a16="http://schemas.microsoft.com/office/drawing/2014/main" id="{7FD1FDEF-20AA-B03E-F319-CDE7509F870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-5400000">
                    <a:off x="2967" y="2902"/>
                    <a:ext cx="0" cy="39"/>
                  </a:xfrm>
                  <a:prstGeom prst="line">
                    <a:avLst/>
                  </a:prstGeom>
                  <a:noFill/>
                  <a:ln w="38100">
                    <a:solidFill>
                      <a:srgbClr val="FFFFF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</p:grpSp>
            <p:grpSp>
              <p:nvGrpSpPr>
                <p:cNvPr id="604" name="Group 308">
                  <a:extLst>
                    <a:ext uri="{FF2B5EF4-FFF2-40B4-BE49-F238E27FC236}">
                      <a16:creationId xmlns:a16="http://schemas.microsoft.com/office/drawing/2014/main" id="{69A4EE24-A9DB-759B-56FA-1022D89784E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303" y="2925"/>
                  <a:ext cx="40" cy="88"/>
                  <a:chOff x="2946" y="2922"/>
                  <a:chExt cx="40" cy="88"/>
                </a:xfrm>
              </p:grpSpPr>
              <p:sp>
                <p:nvSpPr>
                  <p:cNvPr id="605" name="Line 309">
                    <a:extLst>
                      <a:ext uri="{FF2B5EF4-FFF2-40B4-BE49-F238E27FC236}">
                        <a16:creationId xmlns:a16="http://schemas.microsoft.com/office/drawing/2014/main" id="{61DFCB7F-F6AB-9E1D-EC58-2C12D928BE8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-5400000">
                    <a:off x="2966" y="2990"/>
                    <a:ext cx="0" cy="39"/>
                  </a:xfrm>
                  <a:prstGeom prst="line">
                    <a:avLst/>
                  </a:prstGeom>
                  <a:noFill/>
                  <a:ln w="38100">
                    <a:solidFill>
                      <a:srgbClr val="FFFFF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606" name="Line 310">
                    <a:extLst>
                      <a:ext uri="{FF2B5EF4-FFF2-40B4-BE49-F238E27FC236}">
                        <a16:creationId xmlns:a16="http://schemas.microsoft.com/office/drawing/2014/main" id="{D79502BD-C968-F579-CFBD-31BE149682E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-5400000">
                    <a:off x="2967" y="2902"/>
                    <a:ext cx="0" cy="39"/>
                  </a:xfrm>
                  <a:prstGeom prst="line">
                    <a:avLst/>
                  </a:prstGeom>
                  <a:noFill/>
                  <a:ln w="38100">
                    <a:solidFill>
                      <a:srgbClr val="FFFFF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</p:grpSp>
          </p:grpSp>
        </p:grpSp>
        <p:grpSp>
          <p:nvGrpSpPr>
            <p:cNvPr id="590" name="Group 311">
              <a:extLst>
                <a:ext uri="{FF2B5EF4-FFF2-40B4-BE49-F238E27FC236}">
                  <a16:creationId xmlns:a16="http://schemas.microsoft.com/office/drawing/2014/main" id="{6AADFE2A-E279-B36C-8CA7-BC691C49BE2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42" y="2748"/>
              <a:ext cx="376" cy="440"/>
              <a:chOff x="1399" y="2749"/>
              <a:chExt cx="376" cy="440"/>
            </a:xfrm>
          </p:grpSpPr>
          <p:sp>
            <p:nvSpPr>
              <p:cNvPr id="591" name="Arc 312">
                <a:extLst>
                  <a:ext uri="{FF2B5EF4-FFF2-40B4-BE49-F238E27FC236}">
                    <a16:creationId xmlns:a16="http://schemas.microsoft.com/office/drawing/2014/main" id="{2E44FF21-C025-9128-E9E9-440ADB5755DB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 flipV="1">
                <a:off x="1399" y="2749"/>
                <a:ext cx="373" cy="219"/>
              </a:xfrm>
              <a:custGeom>
                <a:avLst/>
                <a:gdLst>
                  <a:gd name="T0" fmla="*/ 0 w 36799"/>
                  <a:gd name="T1" fmla="*/ 0 h 21600"/>
                  <a:gd name="T2" fmla="*/ 0 w 36799"/>
                  <a:gd name="T3" fmla="*/ 0 h 21600"/>
                  <a:gd name="T4" fmla="*/ 0 w 36799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6799" h="21600" fill="none" extrusionOk="0">
                    <a:moveTo>
                      <a:pt x="36798" y="11208"/>
                    </a:moveTo>
                    <a:cubicBezTo>
                      <a:pt x="32882" y="17660"/>
                      <a:pt x="25882" y="21599"/>
                      <a:pt x="18335" y="21600"/>
                    </a:cubicBezTo>
                    <a:cubicBezTo>
                      <a:pt x="10875" y="21600"/>
                      <a:pt x="3943" y="17750"/>
                      <a:pt x="-1" y="11418"/>
                    </a:cubicBezTo>
                  </a:path>
                  <a:path w="36799" h="21600" stroke="0" extrusionOk="0">
                    <a:moveTo>
                      <a:pt x="36798" y="11208"/>
                    </a:moveTo>
                    <a:cubicBezTo>
                      <a:pt x="32882" y="17660"/>
                      <a:pt x="25882" y="21599"/>
                      <a:pt x="18335" y="21600"/>
                    </a:cubicBezTo>
                    <a:cubicBezTo>
                      <a:pt x="10875" y="21600"/>
                      <a:pt x="3943" y="17750"/>
                      <a:pt x="-1" y="11418"/>
                    </a:cubicBezTo>
                    <a:lnTo>
                      <a:pt x="18335" y="0"/>
                    </a:lnTo>
                    <a:lnTo>
                      <a:pt x="36798" y="11208"/>
                    </a:lnTo>
                    <a:close/>
                  </a:path>
                </a:pathLst>
              </a:custGeom>
              <a:noFill/>
              <a:ln w="38100">
                <a:solidFill>
                  <a:srgbClr val="A5002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92" name="Arc 313">
                <a:extLst>
                  <a:ext uri="{FF2B5EF4-FFF2-40B4-BE49-F238E27FC236}">
                    <a16:creationId xmlns:a16="http://schemas.microsoft.com/office/drawing/2014/main" id="{6CE1D2A2-2F64-4EBC-D89B-A4FC43118FB2}"/>
                  </a:ext>
                </a:extLst>
              </p:cNvPr>
              <p:cNvSpPr>
                <a:spLocks/>
              </p:cNvSpPr>
              <p:nvPr/>
            </p:nvSpPr>
            <p:spPr bwMode="auto">
              <a:xfrm rot="10800000" flipH="1" flipV="1">
                <a:off x="1402" y="2970"/>
                <a:ext cx="373" cy="219"/>
              </a:xfrm>
              <a:custGeom>
                <a:avLst/>
                <a:gdLst>
                  <a:gd name="T0" fmla="*/ 0 w 36799"/>
                  <a:gd name="T1" fmla="*/ 0 h 21600"/>
                  <a:gd name="T2" fmla="*/ 0 w 36799"/>
                  <a:gd name="T3" fmla="*/ 0 h 21600"/>
                  <a:gd name="T4" fmla="*/ 0 w 36799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6799" h="21600" fill="none" extrusionOk="0">
                    <a:moveTo>
                      <a:pt x="36798" y="11208"/>
                    </a:moveTo>
                    <a:cubicBezTo>
                      <a:pt x="32882" y="17660"/>
                      <a:pt x="25882" y="21599"/>
                      <a:pt x="18335" y="21600"/>
                    </a:cubicBezTo>
                    <a:cubicBezTo>
                      <a:pt x="10875" y="21600"/>
                      <a:pt x="3943" y="17750"/>
                      <a:pt x="-1" y="11418"/>
                    </a:cubicBezTo>
                  </a:path>
                  <a:path w="36799" h="21600" stroke="0" extrusionOk="0">
                    <a:moveTo>
                      <a:pt x="36798" y="11208"/>
                    </a:moveTo>
                    <a:cubicBezTo>
                      <a:pt x="32882" y="17660"/>
                      <a:pt x="25882" y="21599"/>
                      <a:pt x="18335" y="21600"/>
                    </a:cubicBezTo>
                    <a:cubicBezTo>
                      <a:pt x="10875" y="21600"/>
                      <a:pt x="3943" y="17750"/>
                      <a:pt x="-1" y="11418"/>
                    </a:cubicBezTo>
                    <a:lnTo>
                      <a:pt x="18335" y="0"/>
                    </a:lnTo>
                    <a:lnTo>
                      <a:pt x="36798" y="11208"/>
                    </a:lnTo>
                    <a:close/>
                  </a:path>
                </a:pathLst>
              </a:custGeom>
              <a:noFill/>
              <a:ln w="38100">
                <a:solidFill>
                  <a:srgbClr val="A5002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</p:grpSp>
      <p:grpSp>
        <p:nvGrpSpPr>
          <p:cNvPr id="653" name="Group 314">
            <a:extLst>
              <a:ext uri="{FF2B5EF4-FFF2-40B4-BE49-F238E27FC236}">
                <a16:creationId xmlns:a16="http://schemas.microsoft.com/office/drawing/2014/main" id="{94465073-3EE2-E403-586B-09F450EB5F7F}"/>
              </a:ext>
            </a:extLst>
          </p:cNvPr>
          <p:cNvGrpSpPr>
            <a:grpSpLocks/>
          </p:cNvGrpSpPr>
          <p:nvPr/>
        </p:nvGrpSpPr>
        <p:grpSpPr bwMode="auto">
          <a:xfrm>
            <a:off x="8043346" y="2504275"/>
            <a:ext cx="2266950" cy="2136775"/>
            <a:chOff x="3730" y="2610"/>
            <a:chExt cx="1428" cy="1346"/>
          </a:xfrm>
        </p:grpSpPr>
        <p:grpSp>
          <p:nvGrpSpPr>
            <p:cNvPr id="654" name="Group 315">
              <a:extLst>
                <a:ext uri="{FF2B5EF4-FFF2-40B4-BE49-F238E27FC236}">
                  <a16:creationId xmlns:a16="http://schemas.microsoft.com/office/drawing/2014/main" id="{B2C78B05-B5C2-FA91-61DE-28AA6D76AC3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30" y="2610"/>
              <a:ext cx="1428" cy="1346"/>
              <a:chOff x="3730" y="2610"/>
              <a:chExt cx="1428" cy="1346"/>
            </a:xfrm>
          </p:grpSpPr>
          <p:grpSp>
            <p:nvGrpSpPr>
              <p:cNvPr id="658" name="Group 316">
                <a:extLst>
                  <a:ext uri="{FF2B5EF4-FFF2-40B4-BE49-F238E27FC236}">
                    <a16:creationId xmlns:a16="http://schemas.microsoft.com/office/drawing/2014/main" id="{04366F1C-18CE-B607-775B-7F92A4AF432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743" y="2610"/>
                <a:ext cx="700" cy="702"/>
                <a:chOff x="3743" y="2610"/>
                <a:chExt cx="700" cy="702"/>
              </a:xfrm>
            </p:grpSpPr>
            <p:sp>
              <p:nvSpPr>
                <p:cNvPr id="715" name="Rectangle 317">
                  <a:extLst>
                    <a:ext uri="{FF2B5EF4-FFF2-40B4-BE49-F238E27FC236}">
                      <a16:creationId xmlns:a16="http://schemas.microsoft.com/office/drawing/2014/main" id="{7B632000-A076-864F-01EB-4083963D05F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84" y="2642"/>
                  <a:ext cx="610" cy="639"/>
                </a:xfrm>
                <a:prstGeom prst="rect">
                  <a:avLst/>
                </a:prstGeom>
                <a:noFill/>
                <a:ln w="38100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716" name="Line 318">
                  <a:extLst>
                    <a:ext uri="{FF2B5EF4-FFF2-40B4-BE49-F238E27FC236}">
                      <a16:creationId xmlns:a16="http://schemas.microsoft.com/office/drawing/2014/main" id="{90B69D6B-FE60-4D58-AA3E-11393AE6A80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095" y="2610"/>
                  <a:ext cx="0" cy="702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717" name="Line 319">
                  <a:extLst>
                    <a:ext uri="{FF2B5EF4-FFF2-40B4-BE49-F238E27FC236}">
                      <a16:creationId xmlns:a16="http://schemas.microsoft.com/office/drawing/2014/main" id="{DC96C3FD-C334-A450-E187-9B2A467C50D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743" y="2965"/>
                  <a:ext cx="700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718" name="Line 320">
                  <a:extLst>
                    <a:ext uri="{FF2B5EF4-FFF2-40B4-BE49-F238E27FC236}">
                      <a16:creationId xmlns:a16="http://schemas.microsoft.com/office/drawing/2014/main" id="{40D072A6-F5FD-0D9E-A0F3-F96D031FC47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786" y="2739"/>
                  <a:ext cx="117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719" name="Line 321">
                  <a:extLst>
                    <a:ext uri="{FF2B5EF4-FFF2-40B4-BE49-F238E27FC236}">
                      <a16:creationId xmlns:a16="http://schemas.microsoft.com/office/drawing/2014/main" id="{7CBF1E0C-526F-26D8-3206-F38113F8D64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786" y="3187"/>
                  <a:ext cx="118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720" name="Line 322">
                  <a:extLst>
                    <a:ext uri="{FF2B5EF4-FFF2-40B4-BE49-F238E27FC236}">
                      <a16:creationId xmlns:a16="http://schemas.microsoft.com/office/drawing/2014/main" id="{B9119E67-E376-8E89-B6F4-2BD0FCCA243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276" y="2739"/>
                  <a:ext cx="120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721" name="Line 323">
                  <a:extLst>
                    <a:ext uri="{FF2B5EF4-FFF2-40B4-BE49-F238E27FC236}">
                      <a16:creationId xmlns:a16="http://schemas.microsoft.com/office/drawing/2014/main" id="{308C51A4-FEC3-998A-B8DD-660F42365FE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274" y="3187"/>
                  <a:ext cx="122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722" name="Freeform 324">
                  <a:extLst>
                    <a:ext uri="{FF2B5EF4-FFF2-40B4-BE49-F238E27FC236}">
                      <a16:creationId xmlns:a16="http://schemas.microsoft.com/office/drawing/2014/main" id="{4DD3FE28-3A4B-8E96-5C1D-69E9A7E2525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02" y="2737"/>
                  <a:ext cx="376" cy="115"/>
                </a:xfrm>
                <a:custGeom>
                  <a:avLst/>
                  <a:gdLst>
                    <a:gd name="T0" fmla="*/ 0 w 376"/>
                    <a:gd name="T1" fmla="*/ 0 h 115"/>
                    <a:gd name="T2" fmla="*/ 62 w 376"/>
                    <a:gd name="T3" fmla="*/ 50 h 115"/>
                    <a:gd name="T4" fmla="*/ 127 w 376"/>
                    <a:gd name="T5" fmla="*/ 94 h 115"/>
                    <a:gd name="T6" fmla="*/ 189 w 376"/>
                    <a:gd name="T7" fmla="*/ 114 h 115"/>
                    <a:gd name="T8" fmla="*/ 250 w 376"/>
                    <a:gd name="T9" fmla="*/ 103 h 115"/>
                    <a:gd name="T10" fmla="*/ 311 w 376"/>
                    <a:gd name="T11" fmla="*/ 61 h 115"/>
                    <a:gd name="T12" fmla="*/ 376 w 376"/>
                    <a:gd name="T13" fmla="*/ 2 h 11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376" h="115">
                      <a:moveTo>
                        <a:pt x="0" y="0"/>
                      </a:moveTo>
                      <a:cubicBezTo>
                        <a:pt x="10" y="8"/>
                        <a:pt x="41" y="34"/>
                        <a:pt x="62" y="50"/>
                      </a:cubicBezTo>
                      <a:cubicBezTo>
                        <a:pt x="83" y="66"/>
                        <a:pt x="107" y="83"/>
                        <a:pt x="127" y="94"/>
                      </a:cubicBezTo>
                      <a:cubicBezTo>
                        <a:pt x="148" y="105"/>
                        <a:pt x="168" y="113"/>
                        <a:pt x="189" y="114"/>
                      </a:cubicBezTo>
                      <a:cubicBezTo>
                        <a:pt x="210" y="115"/>
                        <a:pt x="229" y="112"/>
                        <a:pt x="250" y="103"/>
                      </a:cubicBezTo>
                      <a:cubicBezTo>
                        <a:pt x="271" y="94"/>
                        <a:pt x="290" y="78"/>
                        <a:pt x="311" y="61"/>
                      </a:cubicBezTo>
                      <a:cubicBezTo>
                        <a:pt x="332" y="44"/>
                        <a:pt x="362" y="14"/>
                        <a:pt x="376" y="2"/>
                      </a:cubicBezTo>
                    </a:path>
                  </a:pathLst>
                </a:custGeom>
                <a:noFill/>
                <a:ln w="9525" cmpd="sng">
                  <a:solidFill>
                    <a:srgbClr val="A5002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723" name="Freeform 325">
                  <a:extLst>
                    <a:ext uri="{FF2B5EF4-FFF2-40B4-BE49-F238E27FC236}">
                      <a16:creationId xmlns:a16="http://schemas.microsoft.com/office/drawing/2014/main" id="{4916C164-A44A-68D5-75F8-728F0F96DD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03" y="3075"/>
                  <a:ext cx="372" cy="114"/>
                </a:xfrm>
                <a:custGeom>
                  <a:avLst/>
                  <a:gdLst>
                    <a:gd name="T0" fmla="*/ 372 w 372"/>
                    <a:gd name="T1" fmla="*/ 114 h 114"/>
                    <a:gd name="T2" fmla="*/ 320 w 372"/>
                    <a:gd name="T3" fmla="*/ 65 h 114"/>
                    <a:gd name="T4" fmla="*/ 255 w 372"/>
                    <a:gd name="T5" fmla="*/ 21 h 114"/>
                    <a:gd name="T6" fmla="*/ 193 w 372"/>
                    <a:gd name="T7" fmla="*/ 1 h 114"/>
                    <a:gd name="T8" fmla="*/ 132 w 372"/>
                    <a:gd name="T9" fmla="*/ 12 h 114"/>
                    <a:gd name="T10" fmla="*/ 71 w 372"/>
                    <a:gd name="T11" fmla="*/ 54 h 114"/>
                    <a:gd name="T12" fmla="*/ 0 w 372"/>
                    <a:gd name="T13" fmla="*/ 113 h 11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372" h="114">
                      <a:moveTo>
                        <a:pt x="372" y="114"/>
                      </a:moveTo>
                      <a:cubicBezTo>
                        <a:pt x="364" y="106"/>
                        <a:pt x="339" y="80"/>
                        <a:pt x="320" y="65"/>
                      </a:cubicBezTo>
                      <a:cubicBezTo>
                        <a:pt x="301" y="50"/>
                        <a:pt x="275" y="32"/>
                        <a:pt x="255" y="21"/>
                      </a:cubicBezTo>
                      <a:cubicBezTo>
                        <a:pt x="234" y="10"/>
                        <a:pt x="214" y="2"/>
                        <a:pt x="193" y="1"/>
                      </a:cubicBezTo>
                      <a:cubicBezTo>
                        <a:pt x="172" y="0"/>
                        <a:pt x="153" y="3"/>
                        <a:pt x="132" y="12"/>
                      </a:cubicBezTo>
                      <a:cubicBezTo>
                        <a:pt x="111" y="21"/>
                        <a:pt x="93" y="37"/>
                        <a:pt x="71" y="54"/>
                      </a:cubicBezTo>
                      <a:cubicBezTo>
                        <a:pt x="49" y="71"/>
                        <a:pt x="15" y="101"/>
                        <a:pt x="0" y="113"/>
                      </a:cubicBezTo>
                    </a:path>
                  </a:pathLst>
                </a:custGeom>
                <a:noFill/>
                <a:ln w="9525" cmpd="sng">
                  <a:solidFill>
                    <a:srgbClr val="A5002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grpSp>
              <p:nvGrpSpPr>
                <p:cNvPr id="724" name="Group 326">
                  <a:extLst>
                    <a:ext uri="{FF2B5EF4-FFF2-40B4-BE49-F238E27FC236}">
                      <a16:creationId xmlns:a16="http://schemas.microsoft.com/office/drawing/2014/main" id="{A93329E9-B835-838D-1A85-5B8BC863A54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886" y="2947"/>
                  <a:ext cx="61" cy="39"/>
                  <a:chOff x="323" y="2487"/>
                  <a:chExt cx="61" cy="36"/>
                </a:xfrm>
              </p:grpSpPr>
              <p:sp>
                <p:nvSpPr>
                  <p:cNvPr id="760" name="Line 327">
                    <a:extLst>
                      <a:ext uri="{FF2B5EF4-FFF2-40B4-BE49-F238E27FC236}">
                        <a16:creationId xmlns:a16="http://schemas.microsoft.com/office/drawing/2014/main" id="{7F5F3AF1-D023-6703-E305-CA2BE01D18D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23" y="2487"/>
                    <a:ext cx="0" cy="35"/>
                  </a:xfrm>
                  <a:prstGeom prst="line">
                    <a:avLst/>
                  </a:prstGeom>
                  <a:noFill/>
                  <a:ln w="38100">
                    <a:solidFill>
                      <a:srgbClr val="FFFFF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761" name="Line 328">
                    <a:extLst>
                      <a:ext uri="{FF2B5EF4-FFF2-40B4-BE49-F238E27FC236}">
                        <a16:creationId xmlns:a16="http://schemas.microsoft.com/office/drawing/2014/main" id="{773C9B39-D033-D591-E397-F24703E3830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84" y="2488"/>
                    <a:ext cx="0" cy="35"/>
                  </a:xfrm>
                  <a:prstGeom prst="line">
                    <a:avLst/>
                  </a:prstGeom>
                  <a:noFill/>
                  <a:ln w="38100">
                    <a:solidFill>
                      <a:srgbClr val="FFFFF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</p:grpSp>
            <p:grpSp>
              <p:nvGrpSpPr>
                <p:cNvPr id="725" name="Group 329">
                  <a:extLst>
                    <a:ext uri="{FF2B5EF4-FFF2-40B4-BE49-F238E27FC236}">
                      <a16:creationId xmlns:a16="http://schemas.microsoft.com/office/drawing/2014/main" id="{34A5825A-FF15-41B6-388F-2B2BE2E52F9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239" y="2947"/>
                  <a:ext cx="62" cy="39"/>
                  <a:chOff x="323" y="2487"/>
                  <a:chExt cx="61" cy="36"/>
                </a:xfrm>
              </p:grpSpPr>
              <p:sp>
                <p:nvSpPr>
                  <p:cNvPr id="758" name="Line 330">
                    <a:extLst>
                      <a:ext uri="{FF2B5EF4-FFF2-40B4-BE49-F238E27FC236}">
                        <a16:creationId xmlns:a16="http://schemas.microsoft.com/office/drawing/2014/main" id="{F5662C12-987E-5DB8-437E-20058C8896A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23" y="2487"/>
                    <a:ext cx="0" cy="35"/>
                  </a:xfrm>
                  <a:prstGeom prst="line">
                    <a:avLst/>
                  </a:prstGeom>
                  <a:noFill/>
                  <a:ln w="38100">
                    <a:solidFill>
                      <a:srgbClr val="FFFFF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759" name="Line 331">
                    <a:extLst>
                      <a:ext uri="{FF2B5EF4-FFF2-40B4-BE49-F238E27FC236}">
                        <a16:creationId xmlns:a16="http://schemas.microsoft.com/office/drawing/2014/main" id="{B1FCDB7B-9F23-90A5-844B-F1A7AEBB378D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84" y="2488"/>
                    <a:ext cx="0" cy="35"/>
                  </a:xfrm>
                  <a:prstGeom prst="line">
                    <a:avLst/>
                  </a:prstGeom>
                  <a:noFill/>
                  <a:ln w="38100">
                    <a:solidFill>
                      <a:srgbClr val="FFFFF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</p:grpSp>
            <p:grpSp>
              <p:nvGrpSpPr>
                <p:cNvPr id="726" name="Group 332">
                  <a:extLst>
                    <a:ext uri="{FF2B5EF4-FFF2-40B4-BE49-F238E27FC236}">
                      <a16:creationId xmlns:a16="http://schemas.microsoft.com/office/drawing/2014/main" id="{13045070-4785-6A71-1320-87EF58509A6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rot="-5400000">
                  <a:off x="4063" y="3142"/>
                  <a:ext cx="62" cy="40"/>
                  <a:chOff x="323" y="2487"/>
                  <a:chExt cx="61" cy="36"/>
                </a:xfrm>
              </p:grpSpPr>
              <p:sp>
                <p:nvSpPr>
                  <p:cNvPr id="756" name="Line 333">
                    <a:extLst>
                      <a:ext uri="{FF2B5EF4-FFF2-40B4-BE49-F238E27FC236}">
                        <a16:creationId xmlns:a16="http://schemas.microsoft.com/office/drawing/2014/main" id="{7CC79DBD-FC83-E970-F3F4-E449690A5F2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23" y="2487"/>
                    <a:ext cx="0" cy="35"/>
                  </a:xfrm>
                  <a:prstGeom prst="line">
                    <a:avLst/>
                  </a:prstGeom>
                  <a:noFill/>
                  <a:ln w="38100">
                    <a:solidFill>
                      <a:srgbClr val="FFFFF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757" name="Line 334">
                    <a:extLst>
                      <a:ext uri="{FF2B5EF4-FFF2-40B4-BE49-F238E27FC236}">
                        <a16:creationId xmlns:a16="http://schemas.microsoft.com/office/drawing/2014/main" id="{7CDFD1FD-77AC-BD33-6FEC-D012B346E42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84" y="2488"/>
                    <a:ext cx="0" cy="35"/>
                  </a:xfrm>
                  <a:prstGeom prst="line">
                    <a:avLst/>
                  </a:prstGeom>
                  <a:noFill/>
                  <a:ln w="38100">
                    <a:solidFill>
                      <a:srgbClr val="FFFFF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</p:grpSp>
            <p:grpSp>
              <p:nvGrpSpPr>
                <p:cNvPr id="727" name="Group 335">
                  <a:extLst>
                    <a:ext uri="{FF2B5EF4-FFF2-40B4-BE49-F238E27FC236}">
                      <a16:creationId xmlns:a16="http://schemas.microsoft.com/office/drawing/2014/main" id="{4CB53DD7-47BB-156F-6C7D-35A841FE81F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rot="-5400000">
                  <a:off x="4065" y="2731"/>
                  <a:ext cx="62" cy="40"/>
                  <a:chOff x="323" y="2487"/>
                  <a:chExt cx="61" cy="36"/>
                </a:xfrm>
              </p:grpSpPr>
              <p:sp>
                <p:nvSpPr>
                  <p:cNvPr id="754" name="Line 336">
                    <a:extLst>
                      <a:ext uri="{FF2B5EF4-FFF2-40B4-BE49-F238E27FC236}">
                        <a16:creationId xmlns:a16="http://schemas.microsoft.com/office/drawing/2014/main" id="{77BCC545-B45B-8384-173C-FBD3D3F5089D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23" y="2487"/>
                    <a:ext cx="0" cy="35"/>
                  </a:xfrm>
                  <a:prstGeom prst="line">
                    <a:avLst/>
                  </a:prstGeom>
                  <a:noFill/>
                  <a:ln w="38100">
                    <a:solidFill>
                      <a:srgbClr val="FFFFF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755" name="Line 337">
                    <a:extLst>
                      <a:ext uri="{FF2B5EF4-FFF2-40B4-BE49-F238E27FC236}">
                        <a16:creationId xmlns:a16="http://schemas.microsoft.com/office/drawing/2014/main" id="{4E45307F-5C4D-89EC-552F-52E0249F0DD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84" y="2488"/>
                    <a:ext cx="0" cy="35"/>
                  </a:xfrm>
                  <a:prstGeom prst="line">
                    <a:avLst/>
                  </a:prstGeom>
                  <a:noFill/>
                  <a:ln w="38100">
                    <a:solidFill>
                      <a:srgbClr val="FFFFF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</p:grpSp>
            <p:sp>
              <p:nvSpPr>
                <p:cNvPr id="728" name="Line 338">
                  <a:extLst>
                    <a:ext uri="{FF2B5EF4-FFF2-40B4-BE49-F238E27FC236}">
                      <a16:creationId xmlns:a16="http://schemas.microsoft.com/office/drawing/2014/main" id="{6571C5B8-E889-BD64-F0A5-62A2BA60F47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904" y="2640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729" name="Line 339">
                  <a:extLst>
                    <a:ext uri="{FF2B5EF4-FFF2-40B4-BE49-F238E27FC236}">
                      <a16:creationId xmlns:a16="http://schemas.microsoft.com/office/drawing/2014/main" id="{5597CE60-CA77-5C9C-EECE-583C2CE60A9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904" y="3187"/>
                  <a:ext cx="0" cy="99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730" name="Line 340">
                  <a:extLst>
                    <a:ext uri="{FF2B5EF4-FFF2-40B4-BE49-F238E27FC236}">
                      <a16:creationId xmlns:a16="http://schemas.microsoft.com/office/drawing/2014/main" id="{F9373D1B-7090-A172-A990-9F532C55CA3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276" y="2638"/>
                  <a:ext cx="0" cy="101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731" name="Line 341">
                  <a:extLst>
                    <a:ext uri="{FF2B5EF4-FFF2-40B4-BE49-F238E27FC236}">
                      <a16:creationId xmlns:a16="http://schemas.microsoft.com/office/drawing/2014/main" id="{045A7BB0-83FD-1774-0533-2B60705138B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276" y="3187"/>
                  <a:ext cx="0" cy="93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732" name="Line 342">
                  <a:extLst>
                    <a:ext uri="{FF2B5EF4-FFF2-40B4-BE49-F238E27FC236}">
                      <a16:creationId xmlns:a16="http://schemas.microsoft.com/office/drawing/2014/main" id="{21CDBAD3-E25F-BFB2-FA78-E76212D89B7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890" y="2694"/>
                  <a:ext cx="31" cy="0"/>
                </a:xfrm>
                <a:prstGeom prst="line">
                  <a:avLst/>
                </a:prstGeom>
                <a:noFill/>
                <a:ln w="28575">
                  <a:solidFill>
                    <a:srgbClr val="FFFFFF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733" name="Line 343">
                  <a:extLst>
                    <a:ext uri="{FF2B5EF4-FFF2-40B4-BE49-F238E27FC236}">
                      <a16:creationId xmlns:a16="http://schemas.microsoft.com/office/drawing/2014/main" id="{B2E1C3FC-84A5-FD7C-ED42-63AA0D473D2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848" y="2724"/>
                  <a:ext cx="0" cy="33"/>
                </a:xfrm>
                <a:prstGeom prst="line">
                  <a:avLst/>
                </a:prstGeom>
                <a:noFill/>
                <a:ln w="28575">
                  <a:solidFill>
                    <a:srgbClr val="FFFFFF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734" name="Line 344">
                  <a:extLst>
                    <a:ext uri="{FF2B5EF4-FFF2-40B4-BE49-F238E27FC236}">
                      <a16:creationId xmlns:a16="http://schemas.microsoft.com/office/drawing/2014/main" id="{7D01EAB8-1A56-2BD5-D454-D9D34A33493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32" y="2726"/>
                  <a:ext cx="0" cy="33"/>
                </a:xfrm>
                <a:prstGeom prst="line">
                  <a:avLst/>
                </a:prstGeom>
                <a:noFill/>
                <a:ln w="28575">
                  <a:solidFill>
                    <a:srgbClr val="FFFFFF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735" name="Line 345">
                  <a:extLst>
                    <a:ext uri="{FF2B5EF4-FFF2-40B4-BE49-F238E27FC236}">
                      <a16:creationId xmlns:a16="http://schemas.microsoft.com/office/drawing/2014/main" id="{E0FBD84A-7847-1BBF-7953-6E6EE3ABE4A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263" y="2698"/>
                  <a:ext cx="31" cy="0"/>
                </a:xfrm>
                <a:prstGeom prst="line">
                  <a:avLst/>
                </a:prstGeom>
                <a:noFill/>
                <a:ln w="28575">
                  <a:solidFill>
                    <a:srgbClr val="FFFFFF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736" name="Line 346">
                  <a:extLst>
                    <a:ext uri="{FF2B5EF4-FFF2-40B4-BE49-F238E27FC236}">
                      <a16:creationId xmlns:a16="http://schemas.microsoft.com/office/drawing/2014/main" id="{368B69B6-440D-693F-053D-85C7A526882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886" y="3229"/>
                  <a:ext cx="31" cy="0"/>
                </a:xfrm>
                <a:prstGeom prst="line">
                  <a:avLst/>
                </a:prstGeom>
                <a:noFill/>
                <a:ln w="28575">
                  <a:solidFill>
                    <a:srgbClr val="FFFFFF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737" name="Line 347">
                  <a:extLst>
                    <a:ext uri="{FF2B5EF4-FFF2-40B4-BE49-F238E27FC236}">
                      <a16:creationId xmlns:a16="http://schemas.microsoft.com/office/drawing/2014/main" id="{40A148A8-3E99-ED28-B7C0-D78DE9CCA51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259" y="3233"/>
                  <a:ext cx="31" cy="0"/>
                </a:xfrm>
                <a:prstGeom prst="line">
                  <a:avLst/>
                </a:prstGeom>
                <a:noFill/>
                <a:ln w="28575">
                  <a:solidFill>
                    <a:srgbClr val="FFFFFF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738" name="Line 348">
                  <a:extLst>
                    <a:ext uri="{FF2B5EF4-FFF2-40B4-BE49-F238E27FC236}">
                      <a16:creationId xmlns:a16="http://schemas.microsoft.com/office/drawing/2014/main" id="{F6803569-EBE4-4E31-6E94-CD305C7C166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846" y="3173"/>
                  <a:ext cx="0" cy="33"/>
                </a:xfrm>
                <a:prstGeom prst="line">
                  <a:avLst/>
                </a:prstGeom>
                <a:noFill/>
                <a:ln w="28575">
                  <a:solidFill>
                    <a:srgbClr val="FFFFFF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739" name="Line 349">
                  <a:extLst>
                    <a:ext uri="{FF2B5EF4-FFF2-40B4-BE49-F238E27FC236}">
                      <a16:creationId xmlns:a16="http://schemas.microsoft.com/office/drawing/2014/main" id="{4F0245DB-BBB1-C6B2-6423-B84E7821AB1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32" y="3175"/>
                  <a:ext cx="0" cy="33"/>
                </a:xfrm>
                <a:prstGeom prst="line">
                  <a:avLst/>
                </a:prstGeom>
                <a:noFill/>
                <a:ln w="28575">
                  <a:solidFill>
                    <a:srgbClr val="FFFFFF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grpSp>
              <p:nvGrpSpPr>
                <p:cNvPr id="740" name="Group 350">
                  <a:extLst>
                    <a:ext uri="{FF2B5EF4-FFF2-40B4-BE49-F238E27FC236}">
                      <a16:creationId xmlns:a16="http://schemas.microsoft.com/office/drawing/2014/main" id="{BFBD823E-F996-9884-FEC1-CA74809FE63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942" y="2766"/>
                  <a:ext cx="305" cy="95"/>
                  <a:chOff x="3942" y="2766"/>
                  <a:chExt cx="305" cy="95"/>
                </a:xfrm>
              </p:grpSpPr>
              <p:sp>
                <p:nvSpPr>
                  <p:cNvPr id="748" name="Line 351">
                    <a:extLst>
                      <a:ext uri="{FF2B5EF4-FFF2-40B4-BE49-F238E27FC236}">
                        <a16:creationId xmlns:a16="http://schemas.microsoft.com/office/drawing/2014/main" id="{C6E900EC-F073-457E-86A2-2F783588FDAD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942" y="2768"/>
                    <a:ext cx="15" cy="19"/>
                  </a:xfrm>
                  <a:prstGeom prst="line">
                    <a:avLst/>
                  </a:prstGeom>
                  <a:noFill/>
                  <a:ln w="28575">
                    <a:solidFill>
                      <a:srgbClr val="FFFFF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749" name="Line 352">
                    <a:extLst>
                      <a:ext uri="{FF2B5EF4-FFF2-40B4-BE49-F238E27FC236}">
                        <a16:creationId xmlns:a16="http://schemas.microsoft.com/office/drawing/2014/main" id="{5F38E222-9AF5-FA16-6BF5-D83E5268DC6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998" y="2802"/>
                    <a:ext cx="15" cy="24"/>
                  </a:xfrm>
                  <a:prstGeom prst="line">
                    <a:avLst/>
                  </a:prstGeom>
                  <a:noFill/>
                  <a:ln w="28575">
                    <a:solidFill>
                      <a:srgbClr val="FFFFF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750" name="Line 353">
                    <a:extLst>
                      <a:ext uri="{FF2B5EF4-FFF2-40B4-BE49-F238E27FC236}">
                        <a16:creationId xmlns:a16="http://schemas.microsoft.com/office/drawing/2014/main" id="{0B7D5283-D005-27A4-0AB3-19EAE457B8D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4059" y="2831"/>
                    <a:ext cx="8" cy="30"/>
                  </a:xfrm>
                  <a:prstGeom prst="line">
                    <a:avLst/>
                  </a:prstGeom>
                  <a:noFill/>
                  <a:ln w="28575">
                    <a:solidFill>
                      <a:srgbClr val="FFFFF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751" name="Line 354">
                    <a:extLst>
                      <a:ext uri="{FF2B5EF4-FFF2-40B4-BE49-F238E27FC236}">
                        <a16:creationId xmlns:a16="http://schemas.microsoft.com/office/drawing/2014/main" id="{958AFC21-54E0-65D1-08BC-D51EB3B662B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4127" y="2831"/>
                    <a:ext cx="9" cy="26"/>
                  </a:xfrm>
                  <a:prstGeom prst="line">
                    <a:avLst/>
                  </a:prstGeom>
                  <a:noFill/>
                  <a:ln w="28575">
                    <a:solidFill>
                      <a:srgbClr val="FFFFF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752" name="Line 355">
                    <a:extLst>
                      <a:ext uri="{FF2B5EF4-FFF2-40B4-BE49-F238E27FC236}">
                        <a16:creationId xmlns:a16="http://schemas.microsoft.com/office/drawing/2014/main" id="{026937E2-2248-6EC0-1F56-E73A2282780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4182" y="2802"/>
                    <a:ext cx="18" cy="21"/>
                  </a:xfrm>
                  <a:prstGeom prst="line">
                    <a:avLst/>
                  </a:prstGeom>
                  <a:noFill/>
                  <a:ln w="28575">
                    <a:solidFill>
                      <a:srgbClr val="FFFFF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753" name="Line 356">
                    <a:extLst>
                      <a:ext uri="{FF2B5EF4-FFF2-40B4-BE49-F238E27FC236}">
                        <a16:creationId xmlns:a16="http://schemas.microsoft.com/office/drawing/2014/main" id="{44F6643E-3DA1-89C6-D401-FE0C8CBED63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4233" y="2766"/>
                    <a:ext cx="14" cy="14"/>
                  </a:xfrm>
                  <a:prstGeom prst="line">
                    <a:avLst/>
                  </a:prstGeom>
                  <a:noFill/>
                  <a:ln w="28575">
                    <a:solidFill>
                      <a:srgbClr val="FFFFF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</p:grpSp>
            <p:grpSp>
              <p:nvGrpSpPr>
                <p:cNvPr id="741" name="Group 357">
                  <a:extLst>
                    <a:ext uri="{FF2B5EF4-FFF2-40B4-BE49-F238E27FC236}">
                      <a16:creationId xmlns:a16="http://schemas.microsoft.com/office/drawing/2014/main" id="{FBF4FD54-B4AF-586A-0548-9554654C183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rot="10800000">
                  <a:off x="3941" y="3065"/>
                  <a:ext cx="305" cy="95"/>
                  <a:chOff x="3942" y="2766"/>
                  <a:chExt cx="305" cy="95"/>
                </a:xfrm>
              </p:grpSpPr>
              <p:sp>
                <p:nvSpPr>
                  <p:cNvPr id="742" name="Line 358">
                    <a:extLst>
                      <a:ext uri="{FF2B5EF4-FFF2-40B4-BE49-F238E27FC236}">
                        <a16:creationId xmlns:a16="http://schemas.microsoft.com/office/drawing/2014/main" id="{FFF3E31A-CDEE-E854-168E-D9A94720A54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942" y="2768"/>
                    <a:ext cx="15" cy="19"/>
                  </a:xfrm>
                  <a:prstGeom prst="line">
                    <a:avLst/>
                  </a:prstGeom>
                  <a:noFill/>
                  <a:ln w="28575">
                    <a:solidFill>
                      <a:srgbClr val="FFFFF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743" name="Line 359">
                    <a:extLst>
                      <a:ext uri="{FF2B5EF4-FFF2-40B4-BE49-F238E27FC236}">
                        <a16:creationId xmlns:a16="http://schemas.microsoft.com/office/drawing/2014/main" id="{AD16D668-A0F9-1A8E-92E2-7CA1FED9DB21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998" y="2802"/>
                    <a:ext cx="15" cy="24"/>
                  </a:xfrm>
                  <a:prstGeom prst="line">
                    <a:avLst/>
                  </a:prstGeom>
                  <a:noFill/>
                  <a:ln w="28575">
                    <a:solidFill>
                      <a:srgbClr val="FFFFF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744" name="Line 360">
                    <a:extLst>
                      <a:ext uri="{FF2B5EF4-FFF2-40B4-BE49-F238E27FC236}">
                        <a16:creationId xmlns:a16="http://schemas.microsoft.com/office/drawing/2014/main" id="{9AF4A28E-F667-1E48-2693-AB1226C679FD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4059" y="2831"/>
                    <a:ext cx="8" cy="30"/>
                  </a:xfrm>
                  <a:prstGeom prst="line">
                    <a:avLst/>
                  </a:prstGeom>
                  <a:noFill/>
                  <a:ln w="28575">
                    <a:solidFill>
                      <a:srgbClr val="FFFFF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745" name="Line 361">
                    <a:extLst>
                      <a:ext uri="{FF2B5EF4-FFF2-40B4-BE49-F238E27FC236}">
                        <a16:creationId xmlns:a16="http://schemas.microsoft.com/office/drawing/2014/main" id="{36F5D4E9-A40E-319A-6F43-A0CB6BE0395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4127" y="2831"/>
                    <a:ext cx="9" cy="26"/>
                  </a:xfrm>
                  <a:prstGeom prst="line">
                    <a:avLst/>
                  </a:prstGeom>
                  <a:noFill/>
                  <a:ln w="28575">
                    <a:solidFill>
                      <a:srgbClr val="FFFFF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746" name="Line 362">
                    <a:extLst>
                      <a:ext uri="{FF2B5EF4-FFF2-40B4-BE49-F238E27FC236}">
                        <a16:creationId xmlns:a16="http://schemas.microsoft.com/office/drawing/2014/main" id="{3151D587-CF99-DDF5-ABEA-7E581AE7ACB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4182" y="2802"/>
                    <a:ext cx="18" cy="21"/>
                  </a:xfrm>
                  <a:prstGeom prst="line">
                    <a:avLst/>
                  </a:prstGeom>
                  <a:noFill/>
                  <a:ln w="28575">
                    <a:solidFill>
                      <a:srgbClr val="FFFFF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747" name="Line 363">
                    <a:extLst>
                      <a:ext uri="{FF2B5EF4-FFF2-40B4-BE49-F238E27FC236}">
                        <a16:creationId xmlns:a16="http://schemas.microsoft.com/office/drawing/2014/main" id="{510573B9-456B-B838-AA7C-6D181C56853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4233" y="2766"/>
                    <a:ext cx="14" cy="14"/>
                  </a:xfrm>
                  <a:prstGeom prst="line">
                    <a:avLst/>
                  </a:prstGeom>
                  <a:noFill/>
                  <a:ln w="28575">
                    <a:solidFill>
                      <a:srgbClr val="FFFFF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</p:grpSp>
          </p:grpSp>
          <p:grpSp>
            <p:nvGrpSpPr>
              <p:cNvPr id="659" name="Group 364">
                <a:extLst>
                  <a:ext uri="{FF2B5EF4-FFF2-40B4-BE49-F238E27FC236}">
                    <a16:creationId xmlns:a16="http://schemas.microsoft.com/office/drawing/2014/main" id="{C7B595C7-5512-D8D3-D156-21829C7FD5D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563" y="2611"/>
                <a:ext cx="595" cy="702"/>
                <a:chOff x="4563" y="2611"/>
                <a:chExt cx="595" cy="702"/>
              </a:xfrm>
            </p:grpSpPr>
            <p:sp>
              <p:nvSpPr>
                <p:cNvPr id="689" name="Rectangle 365">
                  <a:extLst>
                    <a:ext uri="{FF2B5EF4-FFF2-40B4-BE49-F238E27FC236}">
                      <a16:creationId xmlns:a16="http://schemas.microsoft.com/office/drawing/2014/main" id="{788554ED-1136-DA9A-04F7-4145BD572FF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563" y="2643"/>
                  <a:ext cx="595" cy="639"/>
                </a:xfrm>
                <a:prstGeom prst="rect">
                  <a:avLst/>
                </a:prstGeom>
                <a:noFill/>
                <a:ln w="38100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90" name="Oval 366">
                  <a:extLst>
                    <a:ext uri="{FF2B5EF4-FFF2-40B4-BE49-F238E27FC236}">
                      <a16:creationId xmlns:a16="http://schemas.microsoft.com/office/drawing/2014/main" id="{418CE074-8B83-0969-3552-2FC4D75A7F0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41" y="2746"/>
                  <a:ext cx="439" cy="439"/>
                </a:xfrm>
                <a:prstGeom prst="ellipse">
                  <a:avLst/>
                </a:prstGeom>
                <a:solidFill>
                  <a:srgbClr val="FFFFFF"/>
                </a:solidFill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91" name="Line 367">
                  <a:extLst>
                    <a:ext uri="{FF2B5EF4-FFF2-40B4-BE49-F238E27FC236}">
                      <a16:creationId xmlns:a16="http://schemas.microsoft.com/office/drawing/2014/main" id="{A28A4FDC-2B3F-E229-33DC-E46A3B03183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606" y="2965"/>
                  <a:ext cx="516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92" name="Line 368">
                  <a:extLst>
                    <a:ext uri="{FF2B5EF4-FFF2-40B4-BE49-F238E27FC236}">
                      <a16:creationId xmlns:a16="http://schemas.microsoft.com/office/drawing/2014/main" id="{08DE517D-0E65-7E8F-6EFE-9D7B40427F1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862" y="2611"/>
                  <a:ext cx="0" cy="702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grpSp>
              <p:nvGrpSpPr>
                <p:cNvPr id="693" name="Group 369">
                  <a:extLst>
                    <a:ext uri="{FF2B5EF4-FFF2-40B4-BE49-F238E27FC236}">
                      <a16:creationId xmlns:a16="http://schemas.microsoft.com/office/drawing/2014/main" id="{7BF408DA-7DFB-AE1E-E433-D3C1B063565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rot="-5400000">
                  <a:off x="4832" y="3046"/>
                  <a:ext cx="62" cy="40"/>
                  <a:chOff x="323" y="2487"/>
                  <a:chExt cx="61" cy="36"/>
                </a:xfrm>
              </p:grpSpPr>
              <p:sp>
                <p:nvSpPr>
                  <p:cNvPr id="713" name="Line 370">
                    <a:extLst>
                      <a:ext uri="{FF2B5EF4-FFF2-40B4-BE49-F238E27FC236}">
                        <a16:creationId xmlns:a16="http://schemas.microsoft.com/office/drawing/2014/main" id="{56F38B68-F086-8E7A-BCE5-0CC03A6CD22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23" y="2487"/>
                    <a:ext cx="0" cy="35"/>
                  </a:xfrm>
                  <a:prstGeom prst="line">
                    <a:avLst/>
                  </a:prstGeom>
                  <a:noFill/>
                  <a:ln w="38100">
                    <a:solidFill>
                      <a:srgbClr val="FFFFF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714" name="Line 371">
                    <a:extLst>
                      <a:ext uri="{FF2B5EF4-FFF2-40B4-BE49-F238E27FC236}">
                        <a16:creationId xmlns:a16="http://schemas.microsoft.com/office/drawing/2014/main" id="{500536F8-579D-5216-8F1D-09C57F0E6A2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84" y="2488"/>
                    <a:ext cx="0" cy="35"/>
                  </a:xfrm>
                  <a:prstGeom prst="line">
                    <a:avLst/>
                  </a:prstGeom>
                  <a:noFill/>
                  <a:ln w="38100">
                    <a:solidFill>
                      <a:srgbClr val="FFFFF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</p:grpSp>
            <p:grpSp>
              <p:nvGrpSpPr>
                <p:cNvPr id="694" name="Group 372">
                  <a:extLst>
                    <a:ext uri="{FF2B5EF4-FFF2-40B4-BE49-F238E27FC236}">
                      <a16:creationId xmlns:a16="http://schemas.microsoft.com/office/drawing/2014/main" id="{E95A8640-2769-F067-02B0-527A0384E69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rot="10800000">
                  <a:off x="4732" y="2946"/>
                  <a:ext cx="62" cy="39"/>
                  <a:chOff x="323" y="2487"/>
                  <a:chExt cx="61" cy="36"/>
                </a:xfrm>
              </p:grpSpPr>
              <p:sp>
                <p:nvSpPr>
                  <p:cNvPr id="711" name="Line 373">
                    <a:extLst>
                      <a:ext uri="{FF2B5EF4-FFF2-40B4-BE49-F238E27FC236}">
                        <a16:creationId xmlns:a16="http://schemas.microsoft.com/office/drawing/2014/main" id="{9A8317EA-9033-42FA-53D0-FC62DB679341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23" y="2487"/>
                    <a:ext cx="0" cy="35"/>
                  </a:xfrm>
                  <a:prstGeom prst="line">
                    <a:avLst/>
                  </a:prstGeom>
                  <a:noFill/>
                  <a:ln w="38100">
                    <a:solidFill>
                      <a:srgbClr val="FFFFF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712" name="Line 374">
                    <a:extLst>
                      <a:ext uri="{FF2B5EF4-FFF2-40B4-BE49-F238E27FC236}">
                        <a16:creationId xmlns:a16="http://schemas.microsoft.com/office/drawing/2014/main" id="{CF059BEE-6A86-E833-DFD4-7539CFEDF9B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84" y="2488"/>
                    <a:ext cx="0" cy="35"/>
                  </a:xfrm>
                  <a:prstGeom prst="line">
                    <a:avLst/>
                  </a:prstGeom>
                  <a:noFill/>
                  <a:ln w="38100">
                    <a:solidFill>
                      <a:srgbClr val="FFFFF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</p:grpSp>
            <p:sp>
              <p:nvSpPr>
                <p:cNvPr id="695" name="Line 375">
                  <a:extLst>
                    <a:ext uri="{FF2B5EF4-FFF2-40B4-BE49-F238E27FC236}">
                      <a16:creationId xmlns:a16="http://schemas.microsoft.com/office/drawing/2014/main" id="{A1B21BF5-C3ED-4A0E-CB04-3BA200FBB96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673" y="2646"/>
                  <a:ext cx="0" cy="207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96" name="Line 376">
                  <a:extLst>
                    <a:ext uri="{FF2B5EF4-FFF2-40B4-BE49-F238E27FC236}">
                      <a16:creationId xmlns:a16="http://schemas.microsoft.com/office/drawing/2014/main" id="{A1A8621F-2A7D-FAA2-2526-DF646017A5C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674" y="3081"/>
                  <a:ext cx="0" cy="201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97" name="Line 377">
                  <a:extLst>
                    <a:ext uri="{FF2B5EF4-FFF2-40B4-BE49-F238E27FC236}">
                      <a16:creationId xmlns:a16="http://schemas.microsoft.com/office/drawing/2014/main" id="{C44F908C-9D7F-C596-C381-CCAD6B9F690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046" y="2643"/>
                  <a:ext cx="0" cy="201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98" name="Line 378">
                  <a:extLst>
                    <a:ext uri="{FF2B5EF4-FFF2-40B4-BE49-F238E27FC236}">
                      <a16:creationId xmlns:a16="http://schemas.microsoft.com/office/drawing/2014/main" id="{B46B3F8B-24BA-AF0E-4075-E7872D94EEB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046" y="3087"/>
                  <a:ext cx="0" cy="198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grpSp>
              <p:nvGrpSpPr>
                <p:cNvPr id="699" name="Group 379">
                  <a:extLst>
                    <a:ext uri="{FF2B5EF4-FFF2-40B4-BE49-F238E27FC236}">
                      <a16:creationId xmlns:a16="http://schemas.microsoft.com/office/drawing/2014/main" id="{56B268A5-5107-28B1-AC9C-FAEEE4BC0DB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651" y="2710"/>
                  <a:ext cx="41" cy="69"/>
                  <a:chOff x="4651" y="2710"/>
                  <a:chExt cx="41" cy="69"/>
                </a:xfrm>
              </p:grpSpPr>
              <p:sp>
                <p:nvSpPr>
                  <p:cNvPr id="709" name="Line 380">
                    <a:extLst>
                      <a:ext uri="{FF2B5EF4-FFF2-40B4-BE49-F238E27FC236}">
                        <a16:creationId xmlns:a16="http://schemas.microsoft.com/office/drawing/2014/main" id="{CD1B2E90-8D87-B120-7F9C-38CCA2E3C34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4654" y="2710"/>
                    <a:ext cx="38" cy="0"/>
                  </a:xfrm>
                  <a:prstGeom prst="line">
                    <a:avLst/>
                  </a:prstGeom>
                  <a:noFill/>
                  <a:ln w="28575">
                    <a:solidFill>
                      <a:srgbClr val="FFFFF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710" name="Line 381">
                    <a:extLst>
                      <a:ext uri="{FF2B5EF4-FFF2-40B4-BE49-F238E27FC236}">
                        <a16:creationId xmlns:a16="http://schemas.microsoft.com/office/drawing/2014/main" id="{80F71BA1-6A70-0E20-72C7-4AA42D642D8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4651" y="2779"/>
                    <a:ext cx="38" cy="0"/>
                  </a:xfrm>
                  <a:prstGeom prst="line">
                    <a:avLst/>
                  </a:prstGeom>
                  <a:noFill/>
                  <a:ln w="28575">
                    <a:solidFill>
                      <a:srgbClr val="FFFFF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</p:grpSp>
            <p:grpSp>
              <p:nvGrpSpPr>
                <p:cNvPr id="700" name="Group 382">
                  <a:extLst>
                    <a:ext uri="{FF2B5EF4-FFF2-40B4-BE49-F238E27FC236}">
                      <a16:creationId xmlns:a16="http://schemas.microsoft.com/office/drawing/2014/main" id="{397187C8-3A22-DCB0-860D-CD71A876D4B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5022" y="2709"/>
                  <a:ext cx="41" cy="69"/>
                  <a:chOff x="4651" y="2710"/>
                  <a:chExt cx="41" cy="69"/>
                </a:xfrm>
              </p:grpSpPr>
              <p:sp>
                <p:nvSpPr>
                  <p:cNvPr id="707" name="Line 383">
                    <a:extLst>
                      <a:ext uri="{FF2B5EF4-FFF2-40B4-BE49-F238E27FC236}">
                        <a16:creationId xmlns:a16="http://schemas.microsoft.com/office/drawing/2014/main" id="{71C8DF2C-BE02-98DC-6213-F4BCC52EAAB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4654" y="2710"/>
                    <a:ext cx="38" cy="0"/>
                  </a:xfrm>
                  <a:prstGeom prst="line">
                    <a:avLst/>
                  </a:prstGeom>
                  <a:noFill/>
                  <a:ln w="28575">
                    <a:solidFill>
                      <a:srgbClr val="FFFFF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708" name="Line 384">
                    <a:extLst>
                      <a:ext uri="{FF2B5EF4-FFF2-40B4-BE49-F238E27FC236}">
                        <a16:creationId xmlns:a16="http://schemas.microsoft.com/office/drawing/2014/main" id="{D3AEC5AF-1A83-ADFF-F0F8-FB2598B1FED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4651" y="2779"/>
                    <a:ext cx="38" cy="0"/>
                  </a:xfrm>
                  <a:prstGeom prst="line">
                    <a:avLst/>
                  </a:prstGeom>
                  <a:noFill/>
                  <a:ln w="28575">
                    <a:solidFill>
                      <a:srgbClr val="FFFFF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</p:grpSp>
            <p:grpSp>
              <p:nvGrpSpPr>
                <p:cNvPr id="701" name="Group 385">
                  <a:extLst>
                    <a:ext uri="{FF2B5EF4-FFF2-40B4-BE49-F238E27FC236}">
                      <a16:creationId xmlns:a16="http://schemas.microsoft.com/office/drawing/2014/main" id="{6F2DE20E-D5DA-458D-3ADD-74C89A7332C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656" y="3157"/>
                  <a:ext cx="41" cy="69"/>
                  <a:chOff x="4651" y="2710"/>
                  <a:chExt cx="41" cy="69"/>
                </a:xfrm>
              </p:grpSpPr>
              <p:sp>
                <p:nvSpPr>
                  <p:cNvPr id="705" name="Line 386">
                    <a:extLst>
                      <a:ext uri="{FF2B5EF4-FFF2-40B4-BE49-F238E27FC236}">
                        <a16:creationId xmlns:a16="http://schemas.microsoft.com/office/drawing/2014/main" id="{F0FE9B24-75AE-03F8-3F38-E62CA8F05FF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4654" y="2710"/>
                    <a:ext cx="38" cy="0"/>
                  </a:xfrm>
                  <a:prstGeom prst="line">
                    <a:avLst/>
                  </a:prstGeom>
                  <a:noFill/>
                  <a:ln w="28575">
                    <a:solidFill>
                      <a:srgbClr val="FFFFF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706" name="Line 387">
                    <a:extLst>
                      <a:ext uri="{FF2B5EF4-FFF2-40B4-BE49-F238E27FC236}">
                        <a16:creationId xmlns:a16="http://schemas.microsoft.com/office/drawing/2014/main" id="{80EB567F-4C75-97A9-9A10-BC5AFB86035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4651" y="2779"/>
                    <a:ext cx="38" cy="0"/>
                  </a:xfrm>
                  <a:prstGeom prst="line">
                    <a:avLst/>
                  </a:prstGeom>
                  <a:noFill/>
                  <a:ln w="28575">
                    <a:solidFill>
                      <a:srgbClr val="FFFFF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</p:grpSp>
            <p:grpSp>
              <p:nvGrpSpPr>
                <p:cNvPr id="702" name="Group 388">
                  <a:extLst>
                    <a:ext uri="{FF2B5EF4-FFF2-40B4-BE49-F238E27FC236}">
                      <a16:creationId xmlns:a16="http://schemas.microsoft.com/office/drawing/2014/main" id="{18A981BB-0AAE-55FE-99A3-F89A6038083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5027" y="3156"/>
                  <a:ext cx="41" cy="69"/>
                  <a:chOff x="4651" y="2710"/>
                  <a:chExt cx="41" cy="69"/>
                </a:xfrm>
              </p:grpSpPr>
              <p:sp>
                <p:nvSpPr>
                  <p:cNvPr id="703" name="Line 389">
                    <a:extLst>
                      <a:ext uri="{FF2B5EF4-FFF2-40B4-BE49-F238E27FC236}">
                        <a16:creationId xmlns:a16="http://schemas.microsoft.com/office/drawing/2014/main" id="{8E96F4D1-EACA-BDD9-398F-6A6443D4CA1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4654" y="2710"/>
                    <a:ext cx="38" cy="0"/>
                  </a:xfrm>
                  <a:prstGeom prst="line">
                    <a:avLst/>
                  </a:prstGeom>
                  <a:noFill/>
                  <a:ln w="28575">
                    <a:solidFill>
                      <a:srgbClr val="FFFFF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704" name="Line 390">
                    <a:extLst>
                      <a:ext uri="{FF2B5EF4-FFF2-40B4-BE49-F238E27FC236}">
                        <a16:creationId xmlns:a16="http://schemas.microsoft.com/office/drawing/2014/main" id="{10BFE0C0-460F-2DA4-1A51-58230F7A66F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4651" y="2779"/>
                    <a:ext cx="38" cy="0"/>
                  </a:xfrm>
                  <a:prstGeom prst="line">
                    <a:avLst/>
                  </a:prstGeom>
                  <a:noFill/>
                  <a:ln w="28575">
                    <a:solidFill>
                      <a:srgbClr val="FFFFF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</p:grpSp>
          </p:grpSp>
          <p:grpSp>
            <p:nvGrpSpPr>
              <p:cNvPr id="660" name="Group 391">
                <a:extLst>
                  <a:ext uri="{FF2B5EF4-FFF2-40B4-BE49-F238E27FC236}">
                    <a16:creationId xmlns:a16="http://schemas.microsoft.com/office/drawing/2014/main" id="{6F754978-7B63-6DC7-329F-0DD41490021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730" y="3361"/>
                <a:ext cx="694" cy="595"/>
                <a:chOff x="3730" y="3361"/>
                <a:chExt cx="694" cy="595"/>
              </a:xfrm>
            </p:grpSpPr>
            <p:sp>
              <p:nvSpPr>
                <p:cNvPr id="661" name="Rectangle 392">
                  <a:extLst>
                    <a:ext uri="{FF2B5EF4-FFF2-40B4-BE49-F238E27FC236}">
                      <a16:creationId xmlns:a16="http://schemas.microsoft.com/office/drawing/2014/main" id="{8E7C80F1-C38F-09D7-B190-D607BF0F8FA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75" y="3361"/>
                  <a:ext cx="612" cy="595"/>
                </a:xfrm>
                <a:prstGeom prst="rect">
                  <a:avLst/>
                </a:prstGeom>
                <a:noFill/>
                <a:ln w="38100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62" name="Oval 393">
                  <a:extLst>
                    <a:ext uri="{FF2B5EF4-FFF2-40B4-BE49-F238E27FC236}">
                      <a16:creationId xmlns:a16="http://schemas.microsoft.com/office/drawing/2014/main" id="{E0B4F3DF-C7BC-BDDB-2438-91CB5897E3B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894" y="3476"/>
                  <a:ext cx="371" cy="371"/>
                </a:xfrm>
                <a:prstGeom prst="ellipse">
                  <a:avLst/>
                </a:prstGeom>
                <a:noFill/>
                <a:ln w="38100">
                  <a:solidFill>
                    <a:srgbClr val="A5002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63" name="Line 394">
                  <a:extLst>
                    <a:ext uri="{FF2B5EF4-FFF2-40B4-BE49-F238E27FC236}">
                      <a16:creationId xmlns:a16="http://schemas.microsoft.com/office/drawing/2014/main" id="{C484C7B1-1E5C-FD00-E20C-8DAAA43B818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730" y="3662"/>
                  <a:ext cx="694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64" name="Line 395">
                  <a:extLst>
                    <a:ext uri="{FF2B5EF4-FFF2-40B4-BE49-F238E27FC236}">
                      <a16:creationId xmlns:a16="http://schemas.microsoft.com/office/drawing/2014/main" id="{EAF790A9-6743-3BA5-3AF2-030F4292881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083" y="3438"/>
                  <a:ext cx="0" cy="444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grpSp>
              <p:nvGrpSpPr>
                <p:cNvPr id="665" name="Group 396">
                  <a:extLst>
                    <a:ext uri="{FF2B5EF4-FFF2-40B4-BE49-F238E27FC236}">
                      <a16:creationId xmlns:a16="http://schemas.microsoft.com/office/drawing/2014/main" id="{7D934A77-6E65-74C7-2D77-01BBDDA9310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065" y="3724"/>
                  <a:ext cx="34" cy="60"/>
                  <a:chOff x="538" y="3398"/>
                  <a:chExt cx="31" cy="55"/>
                </a:xfrm>
              </p:grpSpPr>
              <p:sp>
                <p:nvSpPr>
                  <p:cNvPr id="687" name="Line 397">
                    <a:extLst>
                      <a:ext uri="{FF2B5EF4-FFF2-40B4-BE49-F238E27FC236}">
                        <a16:creationId xmlns:a16="http://schemas.microsoft.com/office/drawing/2014/main" id="{CAEF96BE-49DD-63CB-0B14-326C938FEB2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538" y="3398"/>
                    <a:ext cx="30" cy="0"/>
                  </a:xfrm>
                  <a:prstGeom prst="line">
                    <a:avLst/>
                  </a:prstGeom>
                  <a:noFill/>
                  <a:ln w="38100">
                    <a:solidFill>
                      <a:srgbClr val="FFFFF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688" name="Line 398">
                    <a:extLst>
                      <a:ext uri="{FF2B5EF4-FFF2-40B4-BE49-F238E27FC236}">
                        <a16:creationId xmlns:a16="http://schemas.microsoft.com/office/drawing/2014/main" id="{D64AF008-920D-3593-12CD-3C0DAC55674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539" y="3453"/>
                    <a:ext cx="30" cy="0"/>
                  </a:xfrm>
                  <a:prstGeom prst="line">
                    <a:avLst/>
                  </a:prstGeom>
                  <a:noFill/>
                  <a:ln w="38100">
                    <a:solidFill>
                      <a:srgbClr val="FFFFF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</p:grpSp>
            <p:grpSp>
              <p:nvGrpSpPr>
                <p:cNvPr id="666" name="Group 399">
                  <a:extLst>
                    <a:ext uri="{FF2B5EF4-FFF2-40B4-BE49-F238E27FC236}">
                      <a16:creationId xmlns:a16="http://schemas.microsoft.com/office/drawing/2014/main" id="{1156FC6C-3A90-F0C8-0645-289DD5B733B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151" y="3638"/>
                  <a:ext cx="65" cy="45"/>
                  <a:chOff x="616" y="3326"/>
                  <a:chExt cx="59" cy="41"/>
                </a:xfrm>
              </p:grpSpPr>
              <p:sp>
                <p:nvSpPr>
                  <p:cNvPr id="685" name="Line 400">
                    <a:extLst>
                      <a:ext uri="{FF2B5EF4-FFF2-40B4-BE49-F238E27FC236}">
                        <a16:creationId xmlns:a16="http://schemas.microsoft.com/office/drawing/2014/main" id="{06E86018-A1B8-725C-F616-51EA271BDC7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616" y="3326"/>
                    <a:ext cx="0" cy="40"/>
                  </a:xfrm>
                  <a:prstGeom prst="line">
                    <a:avLst/>
                  </a:prstGeom>
                  <a:noFill/>
                  <a:ln w="38100">
                    <a:solidFill>
                      <a:srgbClr val="FFFFF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686" name="Line 401">
                    <a:extLst>
                      <a:ext uri="{FF2B5EF4-FFF2-40B4-BE49-F238E27FC236}">
                        <a16:creationId xmlns:a16="http://schemas.microsoft.com/office/drawing/2014/main" id="{428A82D2-0760-9AA3-0C65-92D754A1135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675" y="3327"/>
                    <a:ext cx="0" cy="40"/>
                  </a:xfrm>
                  <a:prstGeom prst="line">
                    <a:avLst/>
                  </a:prstGeom>
                  <a:noFill/>
                  <a:ln w="38100">
                    <a:solidFill>
                      <a:srgbClr val="FFFFF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</p:grpSp>
            <p:sp>
              <p:nvSpPr>
                <p:cNvPr id="667" name="Line 402">
                  <a:extLst>
                    <a:ext uri="{FF2B5EF4-FFF2-40B4-BE49-F238E27FC236}">
                      <a16:creationId xmlns:a16="http://schemas.microsoft.com/office/drawing/2014/main" id="{F3F09341-4FF5-A1C0-3ADB-9B1BD32A6E3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774" y="3440"/>
                  <a:ext cx="618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68" name="Line 403">
                  <a:extLst>
                    <a:ext uri="{FF2B5EF4-FFF2-40B4-BE49-F238E27FC236}">
                      <a16:creationId xmlns:a16="http://schemas.microsoft.com/office/drawing/2014/main" id="{2F9BC27A-7ADA-9F11-407A-3D8D27AB466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772" y="3880"/>
                  <a:ext cx="618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grpSp>
              <p:nvGrpSpPr>
                <p:cNvPr id="669" name="Group 404">
                  <a:extLst>
                    <a:ext uri="{FF2B5EF4-FFF2-40B4-BE49-F238E27FC236}">
                      <a16:creationId xmlns:a16="http://schemas.microsoft.com/office/drawing/2014/main" id="{BEBF3454-89D0-FBBE-1A02-954C2761C3B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858" y="3415"/>
                  <a:ext cx="462" cy="45"/>
                  <a:chOff x="3858" y="3415"/>
                  <a:chExt cx="462" cy="45"/>
                </a:xfrm>
              </p:grpSpPr>
              <p:sp>
                <p:nvSpPr>
                  <p:cNvPr id="678" name="Line 405">
                    <a:extLst>
                      <a:ext uri="{FF2B5EF4-FFF2-40B4-BE49-F238E27FC236}">
                        <a16:creationId xmlns:a16="http://schemas.microsoft.com/office/drawing/2014/main" id="{EBFB31BA-0497-55B0-0B23-7DF39E9BF99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858" y="3418"/>
                    <a:ext cx="0" cy="42"/>
                  </a:xfrm>
                  <a:prstGeom prst="line">
                    <a:avLst/>
                  </a:prstGeom>
                  <a:noFill/>
                  <a:ln w="28575">
                    <a:solidFill>
                      <a:srgbClr val="FFFFF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679" name="Line 406">
                    <a:extLst>
                      <a:ext uri="{FF2B5EF4-FFF2-40B4-BE49-F238E27FC236}">
                        <a16:creationId xmlns:a16="http://schemas.microsoft.com/office/drawing/2014/main" id="{7372EC1E-1709-3657-E362-B9C9759A1E5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4015" y="3417"/>
                    <a:ext cx="0" cy="42"/>
                  </a:xfrm>
                  <a:prstGeom prst="line">
                    <a:avLst/>
                  </a:prstGeom>
                  <a:noFill/>
                  <a:ln w="28575">
                    <a:solidFill>
                      <a:srgbClr val="FFFFF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680" name="Line 407">
                    <a:extLst>
                      <a:ext uri="{FF2B5EF4-FFF2-40B4-BE49-F238E27FC236}">
                        <a16:creationId xmlns:a16="http://schemas.microsoft.com/office/drawing/2014/main" id="{65006928-9875-BA4A-6D16-3E683F70198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938" y="3420"/>
                    <a:ext cx="0" cy="40"/>
                  </a:xfrm>
                  <a:prstGeom prst="line">
                    <a:avLst/>
                  </a:prstGeom>
                  <a:noFill/>
                  <a:ln w="28575">
                    <a:solidFill>
                      <a:srgbClr val="FFFFF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681" name="Line 408">
                    <a:extLst>
                      <a:ext uri="{FF2B5EF4-FFF2-40B4-BE49-F238E27FC236}">
                        <a16:creationId xmlns:a16="http://schemas.microsoft.com/office/drawing/2014/main" id="{51805850-58D0-E88E-0B6B-7E08054A2C3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4095" y="3415"/>
                    <a:ext cx="0" cy="42"/>
                  </a:xfrm>
                  <a:prstGeom prst="line">
                    <a:avLst/>
                  </a:prstGeom>
                  <a:noFill/>
                  <a:ln w="28575">
                    <a:solidFill>
                      <a:srgbClr val="FFFFF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682" name="Line 409">
                    <a:extLst>
                      <a:ext uri="{FF2B5EF4-FFF2-40B4-BE49-F238E27FC236}">
                        <a16:creationId xmlns:a16="http://schemas.microsoft.com/office/drawing/2014/main" id="{6A92A718-0417-3DA9-EAFE-A52DA821EEA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4174" y="3418"/>
                    <a:ext cx="0" cy="42"/>
                  </a:xfrm>
                  <a:prstGeom prst="line">
                    <a:avLst/>
                  </a:prstGeom>
                  <a:noFill/>
                  <a:ln w="28575">
                    <a:solidFill>
                      <a:srgbClr val="FFFFF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683" name="Line 410">
                    <a:extLst>
                      <a:ext uri="{FF2B5EF4-FFF2-40B4-BE49-F238E27FC236}">
                        <a16:creationId xmlns:a16="http://schemas.microsoft.com/office/drawing/2014/main" id="{6DC6FB5F-4ACF-3983-EC79-B1C0A3F8840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4251" y="3417"/>
                    <a:ext cx="0" cy="42"/>
                  </a:xfrm>
                  <a:prstGeom prst="line">
                    <a:avLst/>
                  </a:prstGeom>
                  <a:noFill/>
                  <a:ln w="28575">
                    <a:solidFill>
                      <a:srgbClr val="FFFFF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684" name="Line 411">
                    <a:extLst>
                      <a:ext uri="{FF2B5EF4-FFF2-40B4-BE49-F238E27FC236}">
                        <a16:creationId xmlns:a16="http://schemas.microsoft.com/office/drawing/2014/main" id="{FFE437D3-86ED-0756-B626-6814652B52B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4320" y="3418"/>
                    <a:ext cx="0" cy="42"/>
                  </a:xfrm>
                  <a:prstGeom prst="line">
                    <a:avLst/>
                  </a:prstGeom>
                  <a:noFill/>
                  <a:ln w="28575">
                    <a:solidFill>
                      <a:srgbClr val="FFFFF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</p:grpSp>
            <p:grpSp>
              <p:nvGrpSpPr>
                <p:cNvPr id="670" name="Group 412">
                  <a:extLst>
                    <a:ext uri="{FF2B5EF4-FFF2-40B4-BE49-F238E27FC236}">
                      <a16:creationId xmlns:a16="http://schemas.microsoft.com/office/drawing/2014/main" id="{1C65FACD-58FF-78A9-F80F-CD97DC3CA01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859" y="3854"/>
                  <a:ext cx="462" cy="45"/>
                  <a:chOff x="3858" y="3415"/>
                  <a:chExt cx="462" cy="45"/>
                </a:xfrm>
              </p:grpSpPr>
              <p:sp>
                <p:nvSpPr>
                  <p:cNvPr id="671" name="Line 413">
                    <a:extLst>
                      <a:ext uri="{FF2B5EF4-FFF2-40B4-BE49-F238E27FC236}">
                        <a16:creationId xmlns:a16="http://schemas.microsoft.com/office/drawing/2014/main" id="{46F9E53A-C7F5-86FE-EBC7-9E8ED898A3B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858" y="3418"/>
                    <a:ext cx="0" cy="42"/>
                  </a:xfrm>
                  <a:prstGeom prst="line">
                    <a:avLst/>
                  </a:prstGeom>
                  <a:noFill/>
                  <a:ln w="28575">
                    <a:solidFill>
                      <a:srgbClr val="FFFFF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672" name="Line 414">
                    <a:extLst>
                      <a:ext uri="{FF2B5EF4-FFF2-40B4-BE49-F238E27FC236}">
                        <a16:creationId xmlns:a16="http://schemas.microsoft.com/office/drawing/2014/main" id="{986C694E-F89F-D39D-3BB7-4B85226BE49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4015" y="3417"/>
                    <a:ext cx="0" cy="42"/>
                  </a:xfrm>
                  <a:prstGeom prst="line">
                    <a:avLst/>
                  </a:prstGeom>
                  <a:noFill/>
                  <a:ln w="28575">
                    <a:solidFill>
                      <a:srgbClr val="FFFFF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673" name="Line 415">
                    <a:extLst>
                      <a:ext uri="{FF2B5EF4-FFF2-40B4-BE49-F238E27FC236}">
                        <a16:creationId xmlns:a16="http://schemas.microsoft.com/office/drawing/2014/main" id="{2B7D4BF5-4A7D-4AD4-0BCD-6B8CF32E441D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938" y="3420"/>
                    <a:ext cx="0" cy="40"/>
                  </a:xfrm>
                  <a:prstGeom prst="line">
                    <a:avLst/>
                  </a:prstGeom>
                  <a:noFill/>
                  <a:ln w="28575">
                    <a:solidFill>
                      <a:srgbClr val="FFFFF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674" name="Line 416">
                    <a:extLst>
                      <a:ext uri="{FF2B5EF4-FFF2-40B4-BE49-F238E27FC236}">
                        <a16:creationId xmlns:a16="http://schemas.microsoft.com/office/drawing/2014/main" id="{9716F74D-6531-4C7D-EE78-6663662D7D1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4095" y="3415"/>
                    <a:ext cx="0" cy="42"/>
                  </a:xfrm>
                  <a:prstGeom prst="line">
                    <a:avLst/>
                  </a:prstGeom>
                  <a:noFill/>
                  <a:ln w="28575">
                    <a:solidFill>
                      <a:srgbClr val="FFFFF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675" name="Line 417">
                    <a:extLst>
                      <a:ext uri="{FF2B5EF4-FFF2-40B4-BE49-F238E27FC236}">
                        <a16:creationId xmlns:a16="http://schemas.microsoft.com/office/drawing/2014/main" id="{37F0168C-D048-942C-D1E3-023E4D77946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4174" y="3418"/>
                    <a:ext cx="0" cy="42"/>
                  </a:xfrm>
                  <a:prstGeom prst="line">
                    <a:avLst/>
                  </a:prstGeom>
                  <a:noFill/>
                  <a:ln w="28575">
                    <a:solidFill>
                      <a:srgbClr val="FFFFF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676" name="Line 418">
                    <a:extLst>
                      <a:ext uri="{FF2B5EF4-FFF2-40B4-BE49-F238E27FC236}">
                        <a16:creationId xmlns:a16="http://schemas.microsoft.com/office/drawing/2014/main" id="{2A49BDAE-777F-9EE1-C20F-3AF98D1A4EC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4251" y="3417"/>
                    <a:ext cx="0" cy="42"/>
                  </a:xfrm>
                  <a:prstGeom prst="line">
                    <a:avLst/>
                  </a:prstGeom>
                  <a:noFill/>
                  <a:ln w="28575">
                    <a:solidFill>
                      <a:srgbClr val="FFFFF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677" name="Line 419">
                    <a:extLst>
                      <a:ext uri="{FF2B5EF4-FFF2-40B4-BE49-F238E27FC236}">
                        <a16:creationId xmlns:a16="http://schemas.microsoft.com/office/drawing/2014/main" id="{2A1927F8-E4B1-42B7-AF02-C92E791C715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4320" y="3418"/>
                    <a:ext cx="0" cy="42"/>
                  </a:xfrm>
                  <a:prstGeom prst="line">
                    <a:avLst/>
                  </a:prstGeom>
                  <a:noFill/>
                  <a:ln w="28575">
                    <a:solidFill>
                      <a:srgbClr val="FFFFF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</p:grpSp>
          </p:grpSp>
        </p:grpSp>
        <p:grpSp>
          <p:nvGrpSpPr>
            <p:cNvPr id="655" name="Group 420">
              <a:extLst>
                <a:ext uri="{FF2B5EF4-FFF2-40B4-BE49-F238E27FC236}">
                  <a16:creationId xmlns:a16="http://schemas.microsoft.com/office/drawing/2014/main" id="{D8A102FE-125B-75C1-CD62-8632383DFF0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73" y="2744"/>
              <a:ext cx="376" cy="440"/>
              <a:chOff x="1399" y="2749"/>
              <a:chExt cx="376" cy="440"/>
            </a:xfrm>
          </p:grpSpPr>
          <p:sp>
            <p:nvSpPr>
              <p:cNvPr id="656" name="Arc 421">
                <a:extLst>
                  <a:ext uri="{FF2B5EF4-FFF2-40B4-BE49-F238E27FC236}">
                    <a16:creationId xmlns:a16="http://schemas.microsoft.com/office/drawing/2014/main" id="{8F648661-9062-9894-3164-52B8B1D43D4E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 flipV="1">
                <a:off x="1399" y="2749"/>
                <a:ext cx="373" cy="219"/>
              </a:xfrm>
              <a:custGeom>
                <a:avLst/>
                <a:gdLst>
                  <a:gd name="T0" fmla="*/ 0 w 36799"/>
                  <a:gd name="T1" fmla="*/ 0 h 21600"/>
                  <a:gd name="T2" fmla="*/ 0 w 36799"/>
                  <a:gd name="T3" fmla="*/ 0 h 21600"/>
                  <a:gd name="T4" fmla="*/ 0 w 36799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6799" h="21600" fill="none" extrusionOk="0">
                    <a:moveTo>
                      <a:pt x="36798" y="11208"/>
                    </a:moveTo>
                    <a:cubicBezTo>
                      <a:pt x="32882" y="17660"/>
                      <a:pt x="25882" y="21599"/>
                      <a:pt x="18335" y="21600"/>
                    </a:cubicBezTo>
                    <a:cubicBezTo>
                      <a:pt x="10875" y="21600"/>
                      <a:pt x="3943" y="17750"/>
                      <a:pt x="-1" y="11418"/>
                    </a:cubicBezTo>
                  </a:path>
                  <a:path w="36799" h="21600" stroke="0" extrusionOk="0">
                    <a:moveTo>
                      <a:pt x="36798" y="11208"/>
                    </a:moveTo>
                    <a:cubicBezTo>
                      <a:pt x="32882" y="17660"/>
                      <a:pt x="25882" y="21599"/>
                      <a:pt x="18335" y="21600"/>
                    </a:cubicBezTo>
                    <a:cubicBezTo>
                      <a:pt x="10875" y="21600"/>
                      <a:pt x="3943" y="17750"/>
                      <a:pt x="-1" y="11418"/>
                    </a:cubicBezTo>
                    <a:lnTo>
                      <a:pt x="18335" y="0"/>
                    </a:lnTo>
                    <a:lnTo>
                      <a:pt x="36798" y="11208"/>
                    </a:lnTo>
                    <a:close/>
                  </a:path>
                </a:pathLst>
              </a:custGeom>
              <a:noFill/>
              <a:ln w="38100">
                <a:solidFill>
                  <a:srgbClr val="A5002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57" name="Arc 422">
                <a:extLst>
                  <a:ext uri="{FF2B5EF4-FFF2-40B4-BE49-F238E27FC236}">
                    <a16:creationId xmlns:a16="http://schemas.microsoft.com/office/drawing/2014/main" id="{32ACD0FF-9C58-442F-41B9-8B2920FA2F34}"/>
                  </a:ext>
                </a:extLst>
              </p:cNvPr>
              <p:cNvSpPr>
                <a:spLocks/>
              </p:cNvSpPr>
              <p:nvPr/>
            </p:nvSpPr>
            <p:spPr bwMode="auto">
              <a:xfrm rot="10800000" flipH="1" flipV="1">
                <a:off x="1402" y="2970"/>
                <a:ext cx="373" cy="219"/>
              </a:xfrm>
              <a:custGeom>
                <a:avLst/>
                <a:gdLst>
                  <a:gd name="T0" fmla="*/ 0 w 36799"/>
                  <a:gd name="T1" fmla="*/ 0 h 21600"/>
                  <a:gd name="T2" fmla="*/ 0 w 36799"/>
                  <a:gd name="T3" fmla="*/ 0 h 21600"/>
                  <a:gd name="T4" fmla="*/ 0 w 36799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6799" h="21600" fill="none" extrusionOk="0">
                    <a:moveTo>
                      <a:pt x="36798" y="11208"/>
                    </a:moveTo>
                    <a:cubicBezTo>
                      <a:pt x="32882" y="17660"/>
                      <a:pt x="25882" y="21599"/>
                      <a:pt x="18335" y="21600"/>
                    </a:cubicBezTo>
                    <a:cubicBezTo>
                      <a:pt x="10875" y="21600"/>
                      <a:pt x="3943" y="17750"/>
                      <a:pt x="-1" y="11418"/>
                    </a:cubicBezTo>
                  </a:path>
                  <a:path w="36799" h="21600" stroke="0" extrusionOk="0">
                    <a:moveTo>
                      <a:pt x="36798" y="11208"/>
                    </a:moveTo>
                    <a:cubicBezTo>
                      <a:pt x="32882" y="17660"/>
                      <a:pt x="25882" y="21599"/>
                      <a:pt x="18335" y="21600"/>
                    </a:cubicBezTo>
                    <a:cubicBezTo>
                      <a:pt x="10875" y="21600"/>
                      <a:pt x="3943" y="17750"/>
                      <a:pt x="-1" y="11418"/>
                    </a:cubicBezTo>
                    <a:lnTo>
                      <a:pt x="18335" y="0"/>
                    </a:lnTo>
                    <a:lnTo>
                      <a:pt x="36798" y="11208"/>
                    </a:lnTo>
                    <a:close/>
                  </a:path>
                </a:pathLst>
              </a:custGeom>
              <a:noFill/>
              <a:ln w="38100">
                <a:solidFill>
                  <a:srgbClr val="A5002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</p:grpSp>
      <p:pic>
        <p:nvPicPr>
          <p:cNvPr id="762" name="Picture 432">
            <a:extLst>
              <a:ext uri="{FF2B5EF4-FFF2-40B4-BE49-F238E27FC236}">
                <a16:creationId xmlns:a16="http://schemas.microsoft.com/office/drawing/2014/main" id="{0C8E6869-8851-855C-4B9C-C2B8F284B5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82471" y="4101301"/>
            <a:ext cx="2170112" cy="2149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63" name="Group 433">
            <a:extLst>
              <a:ext uri="{FF2B5EF4-FFF2-40B4-BE49-F238E27FC236}">
                <a16:creationId xmlns:a16="http://schemas.microsoft.com/office/drawing/2014/main" id="{70B48A21-D4A2-2DDA-8529-36824E68F27B}"/>
              </a:ext>
            </a:extLst>
          </p:cNvPr>
          <p:cNvGrpSpPr>
            <a:grpSpLocks/>
          </p:cNvGrpSpPr>
          <p:nvPr/>
        </p:nvGrpSpPr>
        <p:grpSpPr bwMode="auto">
          <a:xfrm>
            <a:off x="8641121" y="5199851"/>
            <a:ext cx="1679575" cy="1049337"/>
            <a:chOff x="3071" y="1432"/>
            <a:chExt cx="1058" cy="661"/>
          </a:xfrm>
        </p:grpSpPr>
        <p:sp>
          <p:nvSpPr>
            <p:cNvPr id="764" name="Line 434">
              <a:extLst>
                <a:ext uri="{FF2B5EF4-FFF2-40B4-BE49-F238E27FC236}">
                  <a16:creationId xmlns:a16="http://schemas.microsoft.com/office/drawing/2014/main" id="{B30CCF08-1769-0D8F-4B9C-6242C6E72C5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78" y="1432"/>
              <a:ext cx="290" cy="471"/>
            </a:xfrm>
            <a:prstGeom prst="line">
              <a:avLst/>
            </a:prstGeom>
            <a:noFill/>
            <a:ln w="9525">
              <a:solidFill>
                <a:srgbClr val="A5002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65" name="Text Box 435">
              <a:extLst>
                <a:ext uri="{FF2B5EF4-FFF2-40B4-BE49-F238E27FC236}">
                  <a16:creationId xmlns:a16="http://schemas.microsoft.com/office/drawing/2014/main" id="{AD51314A-E435-6F67-3E6F-DA51ABD0DA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71" y="1881"/>
              <a:ext cx="105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kumimoji="0" lang="zh-CN" altLang="en-US" sz="1600" b="1">
                  <a:solidFill>
                    <a:srgbClr val="A50021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圆柱面</a:t>
              </a:r>
              <a:r>
                <a:rPr kumimoji="0" lang="en-US" altLang="zh-CN" sz="1600" b="1">
                  <a:solidFill>
                    <a:srgbClr val="A5002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Ⅰ</a:t>
              </a:r>
            </a:p>
          </p:txBody>
        </p:sp>
      </p:grpSp>
      <p:grpSp>
        <p:nvGrpSpPr>
          <p:cNvPr id="766" name="Group 436">
            <a:extLst>
              <a:ext uri="{FF2B5EF4-FFF2-40B4-BE49-F238E27FC236}">
                <a16:creationId xmlns:a16="http://schemas.microsoft.com/office/drawing/2014/main" id="{1DE54379-465F-4F49-71E7-866DB7A48501}"/>
              </a:ext>
            </a:extLst>
          </p:cNvPr>
          <p:cNvGrpSpPr>
            <a:grpSpLocks/>
          </p:cNvGrpSpPr>
          <p:nvPr/>
        </p:nvGrpSpPr>
        <p:grpSpPr bwMode="auto">
          <a:xfrm>
            <a:off x="9652358" y="5182388"/>
            <a:ext cx="1679575" cy="773113"/>
            <a:chOff x="3900" y="1529"/>
            <a:chExt cx="1058" cy="487"/>
          </a:xfrm>
        </p:grpSpPr>
        <p:sp>
          <p:nvSpPr>
            <p:cNvPr id="767" name="Line 437">
              <a:extLst>
                <a:ext uri="{FF2B5EF4-FFF2-40B4-BE49-F238E27FC236}">
                  <a16:creationId xmlns:a16="http://schemas.microsoft.com/office/drawing/2014/main" id="{9BB28707-9F13-FBD9-3F77-24F29754C8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3" y="1529"/>
              <a:ext cx="112" cy="279"/>
            </a:xfrm>
            <a:prstGeom prst="line">
              <a:avLst/>
            </a:prstGeom>
            <a:noFill/>
            <a:ln w="9525">
              <a:solidFill>
                <a:srgbClr val="A5002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68" name="Text Box 438">
              <a:extLst>
                <a:ext uri="{FF2B5EF4-FFF2-40B4-BE49-F238E27FC236}">
                  <a16:creationId xmlns:a16="http://schemas.microsoft.com/office/drawing/2014/main" id="{8ACA80C9-B47E-524A-AB2D-E2121702B3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00" y="1804"/>
              <a:ext cx="105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kumimoji="0" lang="zh-CN" altLang="en-US" sz="1600" b="1">
                  <a:solidFill>
                    <a:srgbClr val="A50021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圆柱面</a:t>
              </a:r>
              <a:r>
                <a:rPr kumimoji="0" lang="en-US" altLang="zh-CN" sz="1600" b="1">
                  <a:solidFill>
                    <a:srgbClr val="A5002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Ⅱ</a:t>
              </a:r>
            </a:p>
          </p:txBody>
        </p:sp>
      </p:grpSp>
      <p:sp>
        <p:nvSpPr>
          <p:cNvPr id="769" name="Rectangle 183" descr="信纸">
            <a:extLst>
              <a:ext uri="{FF2B5EF4-FFF2-40B4-BE49-F238E27FC236}">
                <a16:creationId xmlns:a16="http://schemas.microsoft.com/office/drawing/2014/main" id="{CBA316C7-3A98-E3D8-1B8A-C5242F474F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7409" y="1137852"/>
            <a:ext cx="5824915" cy="624423"/>
          </a:xfrm>
          <a:prstGeom prst="snip2Diag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800" dirty="0">
                <a:solidFill>
                  <a:srgbClr val="C00000"/>
                </a:solidFill>
                <a:ea typeface="黑体" panose="02010609060101010101" pitchFamily="49" charset="-122"/>
              </a:rPr>
              <a:t>相贯线相同，求相贯线的方法相同</a:t>
            </a:r>
          </a:p>
        </p:txBody>
      </p:sp>
    </p:spTree>
    <p:extLst>
      <p:ext uri="{BB962C8B-B14F-4D97-AF65-F5344CB8AC3E}">
        <p14:creationId xmlns:p14="http://schemas.microsoft.com/office/powerpoint/2010/main" val="38040117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4" dur="500"/>
                                        <p:tgtEl>
                                          <p:spTgt spid="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6" dur="500"/>
                                        <p:tgtEl>
                                          <p:spTgt spid="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7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8" dur="500"/>
                                        <p:tgtEl>
                                          <p:spTgt spid="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7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7" grpId="0"/>
      <p:bldP spid="518" grpId="0"/>
      <p:bldP spid="519" grpId="0"/>
      <p:bldP spid="769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0A4922-B8E5-00FB-DB26-CFBCBB6EB9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8">
            <a:extLst>
              <a:ext uri="{FF2B5EF4-FFF2-40B4-BE49-F238E27FC236}">
                <a16:creationId xmlns:a16="http://schemas.microsoft.com/office/drawing/2014/main" id="{32C71165-88C2-7259-DD0A-FBA2E60FEB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619" y="412176"/>
            <a:ext cx="45801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8.4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回转体与回转体相交</a:t>
            </a:r>
          </a:p>
        </p:txBody>
      </p:sp>
      <p:sp>
        <p:nvSpPr>
          <p:cNvPr id="16" name="灯片编号占位符 3">
            <a:extLst>
              <a:ext uri="{FF2B5EF4-FFF2-40B4-BE49-F238E27FC236}">
                <a16:creationId xmlns:a16="http://schemas.microsoft.com/office/drawing/2014/main" id="{19959341-0DB7-FEBC-E1AB-E231901BA276}"/>
              </a:ext>
            </a:extLst>
          </p:cNvPr>
          <p:cNvSpPr txBox="1">
            <a:spLocks/>
          </p:cNvSpPr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  <a:pPr/>
              <a:t>23</a:t>
            </a:fld>
            <a:endParaRPr lang="en-US" altLang="zh-CN" dirty="0"/>
          </a:p>
        </p:txBody>
      </p:sp>
      <p:sp>
        <p:nvSpPr>
          <p:cNvPr id="2" name="Text Box 2">
            <a:extLst>
              <a:ext uri="{FF2B5EF4-FFF2-40B4-BE49-F238E27FC236}">
                <a16:creationId xmlns:a16="http://schemas.microsoft.com/office/drawing/2014/main" id="{068B8F1B-F7B7-92C7-1ED8-48A08B9798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7491" y="1654044"/>
            <a:ext cx="2214471" cy="275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讨论</a:t>
            </a:r>
            <a:r>
              <a:rPr lang="en-US" altLang="zh-CN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en-US" altLang="zh-CN" sz="28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两轴线垂直相交的圆柱</a:t>
            </a:r>
            <a:r>
              <a:rPr lang="en-US" altLang="zh-CN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直径的相对大小对相贯线的影响</a:t>
            </a:r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7110D1C2-1824-4F3A-7E12-5C9E72C28941}"/>
              </a:ext>
            </a:extLst>
          </p:cNvPr>
          <p:cNvGrpSpPr>
            <a:grpSpLocks/>
          </p:cNvGrpSpPr>
          <p:nvPr/>
        </p:nvGrpSpPr>
        <p:grpSpPr bwMode="auto">
          <a:xfrm>
            <a:off x="9499354" y="1375729"/>
            <a:ext cx="1573212" cy="1658937"/>
            <a:chOff x="2362" y="363"/>
            <a:chExt cx="1322" cy="1394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8D9030A9-F860-B69A-13DB-056AD9BAAE1A}"/>
                </a:ext>
              </a:extLst>
            </p:cNvPr>
            <p:cNvSpPr>
              <a:spLocks/>
            </p:cNvSpPr>
            <p:nvPr/>
          </p:nvSpPr>
          <p:spPr bwMode="auto">
            <a:xfrm>
              <a:off x="2409" y="461"/>
              <a:ext cx="1275" cy="1177"/>
            </a:xfrm>
            <a:custGeom>
              <a:avLst/>
              <a:gdLst>
                <a:gd name="T0" fmla="*/ 0 w 2964"/>
                <a:gd name="T1" fmla="*/ 0 h 2736"/>
                <a:gd name="T2" fmla="*/ 0 w 2964"/>
                <a:gd name="T3" fmla="*/ 0 h 2736"/>
                <a:gd name="T4" fmla="*/ 0 w 2964"/>
                <a:gd name="T5" fmla="*/ 0 h 2736"/>
                <a:gd name="T6" fmla="*/ 0 w 2964"/>
                <a:gd name="T7" fmla="*/ 0 h 2736"/>
                <a:gd name="T8" fmla="*/ 0 w 2964"/>
                <a:gd name="T9" fmla="*/ 0 h 2736"/>
                <a:gd name="T10" fmla="*/ 0 w 2964"/>
                <a:gd name="T11" fmla="*/ 0 h 2736"/>
                <a:gd name="T12" fmla="*/ 0 w 2964"/>
                <a:gd name="T13" fmla="*/ 0 h 2736"/>
                <a:gd name="T14" fmla="*/ 0 w 2964"/>
                <a:gd name="T15" fmla="*/ 0 h 2736"/>
                <a:gd name="T16" fmla="*/ 0 w 2964"/>
                <a:gd name="T17" fmla="*/ 0 h 2736"/>
                <a:gd name="T18" fmla="*/ 0 w 2964"/>
                <a:gd name="T19" fmla="*/ 0 h 2736"/>
                <a:gd name="T20" fmla="*/ 0 w 2964"/>
                <a:gd name="T21" fmla="*/ 0 h 2736"/>
                <a:gd name="T22" fmla="*/ 0 w 2964"/>
                <a:gd name="T23" fmla="*/ 0 h 2736"/>
                <a:gd name="T24" fmla="*/ 0 w 2964"/>
                <a:gd name="T25" fmla="*/ 0 h 2736"/>
                <a:gd name="T26" fmla="*/ 0 w 2964"/>
                <a:gd name="T27" fmla="*/ 0 h 2736"/>
                <a:gd name="T28" fmla="*/ 0 w 2964"/>
                <a:gd name="T29" fmla="*/ 0 h 2736"/>
                <a:gd name="T30" fmla="*/ 0 w 2964"/>
                <a:gd name="T31" fmla="*/ 0 h 2736"/>
                <a:gd name="T32" fmla="*/ 0 w 2964"/>
                <a:gd name="T33" fmla="*/ 0 h 2736"/>
                <a:gd name="T34" fmla="*/ 0 w 2964"/>
                <a:gd name="T35" fmla="*/ 0 h 2736"/>
                <a:gd name="T36" fmla="*/ 0 w 2964"/>
                <a:gd name="T37" fmla="*/ 0 h 2736"/>
                <a:gd name="T38" fmla="*/ 0 w 2964"/>
                <a:gd name="T39" fmla="*/ 0 h 2736"/>
                <a:gd name="T40" fmla="*/ 0 w 2964"/>
                <a:gd name="T41" fmla="*/ 0 h 2736"/>
                <a:gd name="T42" fmla="*/ 0 w 2964"/>
                <a:gd name="T43" fmla="*/ 0 h 2736"/>
                <a:gd name="T44" fmla="*/ 0 w 2964"/>
                <a:gd name="T45" fmla="*/ 0 h 2736"/>
                <a:gd name="T46" fmla="*/ 0 w 2964"/>
                <a:gd name="T47" fmla="*/ 0 h 2736"/>
                <a:gd name="T48" fmla="*/ 0 w 2964"/>
                <a:gd name="T49" fmla="*/ 0 h 2736"/>
                <a:gd name="T50" fmla="*/ 0 w 2964"/>
                <a:gd name="T51" fmla="*/ 0 h 2736"/>
                <a:gd name="T52" fmla="*/ 0 w 2964"/>
                <a:gd name="T53" fmla="*/ 0 h 2736"/>
                <a:gd name="T54" fmla="*/ 0 w 2964"/>
                <a:gd name="T55" fmla="*/ 0 h 2736"/>
                <a:gd name="T56" fmla="*/ 0 w 2964"/>
                <a:gd name="T57" fmla="*/ 0 h 2736"/>
                <a:gd name="T58" fmla="*/ 0 w 2964"/>
                <a:gd name="T59" fmla="*/ 0 h 2736"/>
                <a:gd name="T60" fmla="*/ 0 w 2964"/>
                <a:gd name="T61" fmla="*/ 0 h 2736"/>
                <a:gd name="T62" fmla="*/ 0 w 2964"/>
                <a:gd name="T63" fmla="*/ 0 h 2736"/>
                <a:gd name="T64" fmla="*/ 0 w 2964"/>
                <a:gd name="T65" fmla="*/ 0 h 2736"/>
                <a:gd name="T66" fmla="*/ 0 w 2964"/>
                <a:gd name="T67" fmla="*/ 0 h 2736"/>
                <a:gd name="T68" fmla="*/ 0 w 2964"/>
                <a:gd name="T69" fmla="*/ 0 h 2736"/>
                <a:gd name="T70" fmla="*/ 0 w 2964"/>
                <a:gd name="T71" fmla="*/ 0 h 2736"/>
                <a:gd name="T72" fmla="*/ 0 w 2964"/>
                <a:gd name="T73" fmla="*/ 0 h 2736"/>
                <a:gd name="T74" fmla="*/ 0 w 2964"/>
                <a:gd name="T75" fmla="*/ 0 h 2736"/>
                <a:gd name="T76" fmla="*/ 0 w 2964"/>
                <a:gd name="T77" fmla="*/ 0 h 2736"/>
                <a:gd name="T78" fmla="*/ 0 w 2964"/>
                <a:gd name="T79" fmla="*/ 0 h 2736"/>
                <a:gd name="T80" fmla="*/ 0 w 2964"/>
                <a:gd name="T81" fmla="*/ 0 h 2736"/>
                <a:gd name="T82" fmla="*/ 0 w 2964"/>
                <a:gd name="T83" fmla="*/ 0 h 2736"/>
                <a:gd name="T84" fmla="*/ 0 w 2964"/>
                <a:gd name="T85" fmla="*/ 0 h 2736"/>
                <a:gd name="T86" fmla="*/ 0 w 2964"/>
                <a:gd name="T87" fmla="*/ 0 h 2736"/>
                <a:gd name="T88" fmla="*/ 0 w 2964"/>
                <a:gd name="T89" fmla="*/ 0 h 2736"/>
                <a:gd name="T90" fmla="*/ 0 w 2964"/>
                <a:gd name="T91" fmla="*/ 0 h 2736"/>
                <a:gd name="T92" fmla="*/ 0 w 2964"/>
                <a:gd name="T93" fmla="*/ 0 h 2736"/>
                <a:gd name="T94" fmla="*/ 0 w 2964"/>
                <a:gd name="T95" fmla="*/ 0 h 27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964"/>
                <a:gd name="T145" fmla="*/ 0 h 2736"/>
                <a:gd name="T146" fmla="*/ 2964 w 2964"/>
                <a:gd name="T147" fmla="*/ 2736 h 27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964" h="2736">
                  <a:moveTo>
                    <a:pt x="0" y="1140"/>
                  </a:moveTo>
                  <a:lnTo>
                    <a:pt x="561" y="816"/>
                  </a:lnTo>
                  <a:lnTo>
                    <a:pt x="852" y="912"/>
                  </a:lnTo>
                  <a:lnTo>
                    <a:pt x="1116" y="996"/>
                  </a:lnTo>
                  <a:lnTo>
                    <a:pt x="1668" y="1332"/>
                  </a:lnTo>
                  <a:lnTo>
                    <a:pt x="1860" y="1464"/>
                  </a:lnTo>
                  <a:lnTo>
                    <a:pt x="1992" y="1596"/>
                  </a:lnTo>
                  <a:lnTo>
                    <a:pt x="2100" y="1392"/>
                  </a:lnTo>
                  <a:lnTo>
                    <a:pt x="2148" y="1200"/>
                  </a:lnTo>
                  <a:lnTo>
                    <a:pt x="2184" y="1020"/>
                  </a:lnTo>
                  <a:lnTo>
                    <a:pt x="2220" y="720"/>
                  </a:lnTo>
                  <a:lnTo>
                    <a:pt x="2220" y="552"/>
                  </a:lnTo>
                  <a:lnTo>
                    <a:pt x="2208" y="384"/>
                  </a:lnTo>
                  <a:lnTo>
                    <a:pt x="2160" y="168"/>
                  </a:lnTo>
                  <a:lnTo>
                    <a:pt x="2100" y="0"/>
                  </a:lnTo>
                  <a:lnTo>
                    <a:pt x="2184" y="12"/>
                  </a:lnTo>
                  <a:lnTo>
                    <a:pt x="2352" y="72"/>
                  </a:lnTo>
                  <a:lnTo>
                    <a:pt x="2436" y="144"/>
                  </a:lnTo>
                  <a:lnTo>
                    <a:pt x="2520" y="204"/>
                  </a:lnTo>
                  <a:lnTo>
                    <a:pt x="2604" y="276"/>
                  </a:lnTo>
                  <a:lnTo>
                    <a:pt x="2712" y="396"/>
                  </a:lnTo>
                  <a:lnTo>
                    <a:pt x="2808" y="540"/>
                  </a:lnTo>
                  <a:lnTo>
                    <a:pt x="2880" y="684"/>
                  </a:lnTo>
                  <a:lnTo>
                    <a:pt x="2916" y="804"/>
                  </a:lnTo>
                  <a:lnTo>
                    <a:pt x="2940" y="960"/>
                  </a:lnTo>
                  <a:lnTo>
                    <a:pt x="2964" y="1116"/>
                  </a:lnTo>
                  <a:lnTo>
                    <a:pt x="2952" y="1248"/>
                  </a:lnTo>
                  <a:lnTo>
                    <a:pt x="2928" y="1368"/>
                  </a:lnTo>
                  <a:lnTo>
                    <a:pt x="2880" y="1428"/>
                  </a:lnTo>
                  <a:lnTo>
                    <a:pt x="2820" y="1500"/>
                  </a:lnTo>
                  <a:lnTo>
                    <a:pt x="2256" y="1826"/>
                  </a:lnTo>
                  <a:lnTo>
                    <a:pt x="2184" y="1860"/>
                  </a:lnTo>
                  <a:lnTo>
                    <a:pt x="2064" y="1728"/>
                  </a:lnTo>
                  <a:lnTo>
                    <a:pt x="1896" y="1980"/>
                  </a:lnTo>
                  <a:lnTo>
                    <a:pt x="1608" y="2244"/>
                  </a:lnTo>
                  <a:lnTo>
                    <a:pt x="1356" y="2448"/>
                  </a:lnTo>
                  <a:lnTo>
                    <a:pt x="960" y="2676"/>
                  </a:lnTo>
                  <a:lnTo>
                    <a:pt x="816" y="2736"/>
                  </a:lnTo>
                  <a:lnTo>
                    <a:pt x="828" y="2544"/>
                  </a:lnTo>
                  <a:lnTo>
                    <a:pt x="936" y="2196"/>
                  </a:lnTo>
                  <a:lnTo>
                    <a:pt x="888" y="1896"/>
                  </a:lnTo>
                  <a:lnTo>
                    <a:pt x="804" y="1656"/>
                  </a:lnTo>
                  <a:lnTo>
                    <a:pt x="696" y="1464"/>
                  </a:lnTo>
                  <a:lnTo>
                    <a:pt x="612" y="1356"/>
                  </a:lnTo>
                  <a:lnTo>
                    <a:pt x="408" y="1248"/>
                  </a:lnTo>
                  <a:lnTo>
                    <a:pt x="252" y="1188"/>
                  </a:lnTo>
                  <a:lnTo>
                    <a:pt x="120" y="1176"/>
                  </a:lnTo>
                  <a:lnTo>
                    <a:pt x="0" y="1140"/>
                  </a:lnTo>
                  <a:close/>
                </a:path>
              </a:pathLst>
            </a:custGeom>
            <a:gradFill rotWithShape="0">
              <a:gsLst>
                <a:gs pos="0">
                  <a:srgbClr val="1B5136"/>
                </a:gs>
                <a:gs pos="50000">
                  <a:srgbClr val="339966"/>
                </a:gs>
                <a:gs pos="100000">
                  <a:srgbClr val="1B5136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9943343C-37ED-90B4-4125-5EC84AFEFA70}"/>
                </a:ext>
              </a:extLst>
            </p:cNvPr>
            <p:cNvSpPr>
              <a:spLocks/>
            </p:cNvSpPr>
            <p:nvPr/>
          </p:nvSpPr>
          <p:spPr bwMode="auto">
            <a:xfrm>
              <a:off x="2626" y="575"/>
              <a:ext cx="754" cy="609"/>
            </a:xfrm>
            <a:custGeom>
              <a:avLst/>
              <a:gdLst>
                <a:gd name="T0" fmla="*/ 0 w 1752"/>
                <a:gd name="T1" fmla="*/ 0 h 1416"/>
                <a:gd name="T2" fmla="*/ 0 w 1752"/>
                <a:gd name="T3" fmla="*/ 0 h 1416"/>
                <a:gd name="T4" fmla="*/ 0 w 1752"/>
                <a:gd name="T5" fmla="*/ 0 h 1416"/>
                <a:gd name="T6" fmla="*/ 0 w 1752"/>
                <a:gd name="T7" fmla="*/ 0 h 1416"/>
                <a:gd name="T8" fmla="*/ 0 w 1752"/>
                <a:gd name="T9" fmla="*/ 0 h 1416"/>
                <a:gd name="T10" fmla="*/ 0 w 1752"/>
                <a:gd name="T11" fmla="*/ 0 h 1416"/>
                <a:gd name="T12" fmla="*/ 0 w 1752"/>
                <a:gd name="T13" fmla="*/ 0 h 1416"/>
                <a:gd name="T14" fmla="*/ 0 w 1752"/>
                <a:gd name="T15" fmla="*/ 0 h 1416"/>
                <a:gd name="T16" fmla="*/ 0 w 1752"/>
                <a:gd name="T17" fmla="*/ 0 h 1416"/>
                <a:gd name="T18" fmla="*/ 0 w 1752"/>
                <a:gd name="T19" fmla="*/ 0 h 1416"/>
                <a:gd name="T20" fmla="*/ 0 w 1752"/>
                <a:gd name="T21" fmla="*/ 0 h 1416"/>
                <a:gd name="T22" fmla="*/ 0 w 1752"/>
                <a:gd name="T23" fmla="*/ 0 h 1416"/>
                <a:gd name="T24" fmla="*/ 0 w 1752"/>
                <a:gd name="T25" fmla="*/ 0 h 1416"/>
                <a:gd name="T26" fmla="*/ 0 w 1752"/>
                <a:gd name="T27" fmla="*/ 0 h 1416"/>
                <a:gd name="T28" fmla="*/ 0 w 1752"/>
                <a:gd name="T29" fmla="*/ 0 h 1416"/>
                <a:gd name="T30" fmla="*/ 0 w 1752"/>
                <a:gd name="T31" fmla="*/ 0 h 1416"/>
                <a:gd name="T32" fmla="*/ 0 w 1752"/>
                <a:gd name="T33" fmla="*/ 0 h 141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752"/>
                <a:gd name="T52" fmla="*/ 0 h 1416"/>
                <a:gd name="T53" fmla="*/ 1752 w 1752"/>
                <a:gd name="T54" fmla="*/ 1416 h 141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752" h="1416">
                  <a:moveTo>
                    <a:pt x="1752" y="12"/>
                  </a:moveTo>
                  <a:lnTo>
                    <a:pt x="1752" y="612"/>
                  </a:lnTo>
                  <a:lnTo>
                    <a:pt x="1740" y="828"/>
                  </a:lnTo>
                  <a:lnTo>
                    <a:pt x="1704" y="972"/>
                  </a:lnTo>
                  <a:lnTo>
                    <a:pt x="1668" y="1128"/>
                  </a:lnTo>
                  <a:lnTo>
                    <a:pt x="1608" y="1284"/>
                  </a:lnTo>
                  <a:lnTo>
                    <a:pt x="1536" y="1416"/>
                  </a:lnTo>
                  <a:lnTo>
                    <a:pt x="1392" y="1296"/>
                  </a:lnTo>
                  <a:lnTo>
                    <a:pt x="1212" y="1152"/>
                  </a:lnTo>
                  <a:lnTo>
                    <a:pt x="1008" y="1020"/>
                  </a:lnTo>
                  <a:lnTo>
                    <a:pt x="828" y="924"/>
                  </a:lnTo>
                  <a:lnTo>
                    <a:pt x="576" y="780"/>
                  </a:lnTo>
                  <a:lnTo>
                    <a:pt x="396" y="708"/>
                  </a:lnTo>
                  <a:lnTo>
                    <a:pt x="192" y="636"/>
                  </a:lnTo>
                  <a:lnTo>
                    <a:pt x="0" y="600"/>
                  </a:lnTo>
                  <a:lnTo>
                    <a:pt x="0" y="0"/>
                  </a:lnTo>
                  <a:lnTo>
                    <a:pt x="1752" y="12"/>
                  </a:lnTo>
                  <a:close/>
                </a:path>
              </a:pathLst>
            </a:custGeom>
            <a:gradFill rotWithShape="0">
              <a:gsLst>
                <a:gs pos="0">
                  <a:srgbClr val="A00040"/>
                </a:gs>
                <a:gs pos="50000">
                  <a:srgbClr val="FF0066"/>
                </a:gs>
                <a:gs pos="100000">
                  <a:srgbClr val="A0004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" name="Oval 6">
              <a:extLst>
                <a:ext uri="{FF2B5EF4-FFF2-40B4-BE49-F238E27FC236}">
                  <a16:creationId xmlns:a16="http://schemas.microsoft.com/office/drawing/2014/main" id="{6C41B790-85E1-4B27-FB5A-8CDEB88C33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6" y="363"/>
              <a:ext cx="754" cy="444"/>
            </a:xfrm>
            <a:prstGeom prst="ellipse">
              <a:avLst/>
            </a:prstGeom>
            <a:solidFill>
              <a:srgbClr val="FF99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B3A022B2-B210-B147-31C7-C3B2802F496B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2" y="1179"/>
              <a:ext cx="738" cy="578"/>
            </a:xfrm>
            <a:custGeom>
              <a:avLst/>
              <a:gdLst>
                <a:gd name="T0" fmla="*/ 0 w 1716"/>
                <a:gd name="T1" fmla="*/ 0 h 1344"/>
                <a:gd name="T2" fmla="*/ 0 w 1716"/>
                <a:gd name="T3" fmla="*/ 0 h 1344"/>
                <a:gd name="T4" fmla="*/ 0 w 1716"/>
                <a:gd name="T5" fmla="*/ 0 h 1344"/>
                <a:gd name="T6" fmla="*/ 0 w 1716"/>
                <a:gd name="T7" fmla="*/ 0 h 1344"/>
                <a:gd name="T8" fmla="*/ 0 w 1716"/>
                <a:gd name="T9" fmla="*/ 0 h 1344"/>
                <a:gd name="T10" fmla="*/ 0 w 1716"/>
                <a:gd name="T11" fmla="*/ 0 h 1344"/>
                <a:gd name="T12" fmla="*/ 0 w 1716"/>
                <a:gd name="T13" fmla="*/ 0 h 1344"/>
                <a:gd name="T14" fmla="*/ 0 w 1716"/>
                <a:gd name="T15" fmla="*/ 0 h 1344"/>
                <a:gd name="T16" fmla="*/ 0 w 1716"/>
                <a:gd name="T17" fmla="*/ 0 h 1344"/>
                <a:gd name="T18" fmla="*/ 0 w 1716"/>
                <a:gd name="T19" fmla="*/ 0 h 1344"/>
                <a:gd name="T20" fmla="*/ 0 w 1716"/>
                <a:gd name="T21" fmla="*/ 0 h 1344"/>
                <a:gd name="T22" fmla="*/ 0 w 1716"/>
                <a:gd name="T23" fmla="*/ 0 h 1344"/>
                <a:gd name="T24" fmla="*/ 0 w 1716"/>
                <a:gd name="T25" fmla="*/ 0 h 1344"/>
                <a:gd name="T26" fmla="*/ 0 w 1716"/>
                <a:gd name="T27" fmla="*/ 0 h 1344"/>
                <a:gd name="T28" fmla="*/ 0 w 1716"/>
                <a:gd name="T29" fmla="*/ 0 h 1344"/>
                <a:gd name="T30" fmla="*/ 0 w 1716"/>
                <a:gd name="T31" fmla="*/ 0 h 1344"/>
                <a:gd name="T32" fmla="*/ 0 w 1716"/>
                <a:gd name="T33" fmla="*/ 0 h 1344"/>
                <a:gd name="T34" fmla="*/ 0 w 1716"/>
                <a:gd name="T35" fmla="*/ 0 h 1344"/>
                <a:gd name="T36" fmla="*/ 0 w 1716"/>
                <a:gd name="T37" fmla="*/ 0 h 1344"/>
                <a:gd name="T38" fmla="*/ 0 w 1716"/>
                <a:gd name="T39" fmla="*/ 0 h 1344"/>
                <a:gd name="T40" fmla="*/ 0 w 1716"/>
                <a:gd name="T41" fmla="*/ 0 h 1344"/>
                <a:gd name="T42" fmla="*/ 0 w 1716"/>
                <a:gd name="T43" fmla="*/ 0 h 1344"/>
                <a:gd name="T44" fmla="*/ 0 w 1716"/>
                <a:gd name="T45" fmla="*/ 0 h 1344"/>
                <a:gd name="T46" fmla="*/ 0 w 1716"/>
                <a:gd name="T47" fmla="*/ 0 h 1344"/>
                <a:gd name="T48" fmla="*/ 0 w 1716"/>
                <a:gd name="T49" fmla="*/ 0 h 1344"/>
                <a:gd name="T50" fmla="*/ 0 w 1716"/>
                <a:gd name="T51" fmla="*/ 0 h 1344"/>
                <a:gd name="T52" fmla="*/ 0 w 1716"/>
                <a:gd name="T53" fmla="*/ 0 h 1344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w 1716"/>
                <a:gd name="T82" fmla="*/ 0 h 1344"/>
                <a:gd name="T83" fmla="*/ 1716 w 1716"/>
                <a:gd name="T84" fmla="*/ 1344 h 1344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T81" t="T82" r="T83" b="T84"/>
              <a:pathLst>
                <a:path w="1716" h="1344">
                  <a:moveTo>
                    <a:pt x="1416" y="108"/>
                  </a:moveTo>
                  <a:lnTo>
                    <a:pt x="1320" y="240"/>
                  </a:lnTo>
                  <a:lnTo>
                    <a:pt x="1236" y="336"/>
                  </a:lnTo>
                  <a:lnTo>
                    <a:pt x="1140" y="432"/>
                  </a:lnTo>
                  <a:lnTo>
                    <a:pt x="1056" y="504"/>
                  </a:lnTo>
                  <a:lnTo>
                    <a:pt x="948" y="588"/>
                  </a:lnTo>
                  <a:lnTo>
                    <a:pt x="852" y="684"/>
                  </a:lnTo>
                  <a:lnTo>
                    <a:pt x="312" y="996"/>
                  </a:lnTo>
                  <a:lnTo>
                    <a:pt x="0" y="960"/>
                  </a:lnTo>
                  <a:lnTo>
                    <a:pt x="72" y="1032"/>
                  </a:lnTo>
                  <a:lnTo>
                    <a:pt x="144" y="1128"/>
                  </a:lnTo>
                  <a:lnTo>
                    <a:pt x="240" y="1176"/>
                  </a:lnTo>
                  <a:lnTo>
                    <a:pt x="372" y="1236"/>
                  </a:lnTo>
                  <a:lnTo>
                    <a:pt x="504" y="1296"/>
                  </a:lnTo>
                  <a:lnTo>
                    <a:pt x="648" y="1320"/>
                  </a:lnTo>
                  <a:lnTo>
                    <a:pt x="864" y="1344"/>
                  </a:lnTo>
                  <a:lnTo>
                    <a:pt x="1092" y="1308"/>
                  </a:lnTo>
                  <a:lnTo>
                    <a:pt x="1308" y="1248"/>
                  </a:lnTo>
                  <a:lnTo>
                    <a:pt x="1500" y="1140"/>
                  </a:lnTo>
                  <a:lnTo>
                    <a:pt x="1632" y="1032"/>
                  </a:lnTo>
                  <a:lnTo>
                    <a:pt x="1692" y="864"/>
                  </a:lnTo>
                  <a:lnTo>
                    <a:pt x="1716" y="684"/>
                  </a:lnTo>
                  <a:lnTo>
                    <a:pt x="1716" y="168"/>
                  </a:lnTo>
                  <a:lnTo>
                    <a:pt x="1656" y="108"/>
                  </a:lnTo>
                  <a:lnTo>
                    <a:pt x="1584" y="48"/>
                  </a:lnTo>
                  <a:lnTo>
                    <a:pt x="1500" y="0"/>
                  </a:lnTo>
                  <a:lnTo>
                    <a:pt x="1416" y="108"/>
                  </a:lnTo>
                  <a:close/>
                </a:path>
              </a:pathLst>
            </a:custGeom>
            <a:gradFill rotWithShape="0">
              <a:gsLst>
                <a:gs pos="0">
                  <a:srgbClr val="A50042"/>
                </a:gs>
                <a:gs pos="50000">
                  <a:srgbClr val="FF0066"/>
                </a:gs>
                <a:gs pos="100000">
                  <a:srgbClr val="A5004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" name="Oval 8">
              <a:extLst>
                <a:ext uri="{FF2B5EF4-FFF2-40B4-BE49-F238E27FC236}">
                  <a16:creationId xmlns:a16="http://schemas.microsoft.com/office/drawing/2014/main" id="{F51398F2-D84A-531E-DD40-852726388629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1875859">
              <a:off x="2362" y="900"/>
              <a:ext cx="472" cy="754"/>
            </a:xfrm>
            <a:prstGeom prst="ellipse">
              <a:avLst/>
            </a:prstGeom>
            <a:solidFill>
              <a:srgbClr val="33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3BD20DB7-1DC7-EB43-1C22-0E3676D51BAD}"/>
              </a:ext>
            </a:extLst>
          </p:cNvPr>
          <p:cNvGrpSpPr>
            <a:grpSpLocks/>
          </p:cNvGrpSpPr>
          <p:nvPr/>
        </p:nvGrpSpPr>
        <p:grpSpPr bwMode="auto">
          <a:xfrm>
            <a:off x="3360489" y="1233711"/>
            <a:ext cx="1604963" cy="1531937"/>
            <a:chOff x="516" y="445"/>
            <a:chExt cx="1392" cy="1328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2349A193-3434-AD8A-70ED-39BFFED884F8}"/>
                </a:ext>
              </a:extLst>
            </p:cNvPr>
            <p:cNvSpPr>
              <a:spLocks/>
            </p:cNvSpPr>
            <p:nvPr/>
          </p:nvSpPr>
          <p:spPr bwMode="auto">
            <a:xfrm>
              <a:off x="574" y="487"/>
              <a:ext cx="1334" cy="1240"/>
            </a:xfrm>
            <a:custGeom>
              <a:avLst/>
              <a:gdLst>
                <a:gd name="T0" fmla="*/ 0 w 1334"/>
                <a:gd name="T1" fmla="*/ 478 h 1240"/>
                <a:gd name="T2" fmla="*/ 300 w 1334"/>
                <a:gd name="T3" fmla="*/ 305 h 1240"/>
                <a:gd name="T4" fmla="*/ 374 w 1334"/>
                <a:gd name="T5" fmla="*/ 341 h 1240"/>
                <a:gd name="T6" fmla="*/ 437 w 1334"/>
                <a:gd name="T7" fmla="*/ 371 h 1240"/>
                <a:gd name="T8" fmla="*/ 466 w 1334"/>
                <a:gd name="T9" fmla="*/ 408 h 1240"/>
                <a:gd name="T10" fmla="*/ 509 w 1334"/>
                <a:gd name="T11" fmla="*/ 478 h 1240"/>
                <a:gd name="T12" fmla="*/ 620 w 1334"/>
                <a:gd name="T13" fmla="*/ 536 h 1240"/>
                <a:gd name="T14" fmla="*/ 741 w 1334"/>
                <a:gd name="T15" fmla="*/ 557 h 1240"/>
                <a:gd name="T16" fmla="*/ 846 w 1334"/>
                <a:gd name="T17" fmla="*/ 546 h 1240"/>
                <a:gd name="T18" fmla="*/ 872 w 1334"/>
                <a:gd name="T19" fmla="*/ 489 h 1240"/>
                <a:gd name="T20" fmla="*/ 898 w 1334"/>
                <a:gd name="T21" fmla="*/ 399 h 1240"/>
                <a:gd name="T22" fmla="*/ 909 w 1334"/>
                <a:gd name="T23" fmla="*/ 315 h 1240"/>
                <a:gd name="T24" fmla="*/ 919 w 1334"/>
                <a:gd name="T25" fmla="*/ 226 h 1240"/>
                <a:gd name="T26" fmla="*/ 893 w 1334"/>
                <a:gd name="T27" fmla="*/ 126 h 1240"/>
                <a:gd name="T28" fmla="*/ 861 w 1334"/>
                <a:gd name="T29" fmla="*/ 63 h 1240"/>
                <a:gd name="T30" fmla="*/ 804 w 1334"/>
                <a:gd name="T31" fmla="*/ 16 h 1240"/>
                <a:gd name="T32" fmla="*/ 840 w 1334"/>
                <a:gd name="T33" fmla="*/ 0 h 1240"/>
                <a:gd name="T34" fmla="*/ 898 w 1334"/>
                <a:gd name="T35" fmla="*/ 0 h 1240"/>
                <a:gd name="T36" fmla="*/ 956 w 1334"/>
                <a:gd name="T37" fmla="*/ 11 h 1240"/>
                <a:gd name="T38" fmla="*/ 1014 w 1334"/>
                <a:gd name="T39" fmla="*/ 26 h 1240"/>
                <a:gd name="T40" fmla="*/ 1071 w 1334"/>
                <a:gd name="T41" fmla="*/ 63 h 1240"/>
                <a:gd name="T42" fmla="*/ 1124 w 1334"/>
                <a:gd name="T43" fmla="*/ 95 h 1240"/>
                <a:gd name="T44" fmla="*/ 1166 w 1334"/>
                <a:gd name="T45" fmla="*/ 131 h 1240"/>
                <a:gd name="T46" fmla="*/ 1208 w 1334"/>
                <a:gd name="T47" fmla="*/ 184 h 1240"/>
                <a:gd name="T48" fmla="*/ 1239 w 1334"/>
                <a:gd name="T49" fmla="*/ 231 h 1240"/>
                <a:gd name="T50" fmla="*/ 1276 w 1334"/>
                <a:gd name="T51" fmla="*/ 299 h 1240"/>
                <a:gd name="T52" fmla="*/ 1297 w 1334"/>
                <a:gd name="T53" fmla="*/ 342 h 1240"/>
                <a:gd name="T54" fmla="*/ 1323 w 1334"/>
                <a:gd name="T55" fmla="*/ 420 h 1240"/>
                <a:gd name="T56" fmla="*/ 1334 w 1334"/>
                <a:gd name="T57" fmla="*/ 494 h 1240"/>
                <a:gd name="T58" fmla="*/ 1334 w 1334"/>
                <a:gd name="T59" fmla="*/ 562 h 1240"/>
                <a:gd name="T60" fmla="*/ 1318 w 1334"/>
                <a:gd name="T61" fmla="*/ 636 h 1240"/>
                <a:gd name="T62" fmla="*/ 1297 w 1334"/>
                <a:gd name="T63" fmla="*/ 699 h 1240"/>
                <a:gd name="T64" fmla="*/ 1266 w 1334"/>
                <a:gd name="T65" fmla="*/ 736 h 1240"/>
                <a:gd name="T66" fmla="*/ 919 w 1334"/>
                <a:gd name="T67" fmla="*/ 946 h 1240"/>
                <a:gd name="T68" fmla="*/ 410 w 1334"/>
                <a:gd name="T69" fmla="*/ 1240 h 1240"/>
                <a:gd name="T70" fmla="*/ 462 w 1334"/>
                <a:gd name="T71" fmla="*/ 1161 h 1240"/>
                <a:gd name="T72" fmla="*/ 509 w 1334"/>
                <a:gd name="T73" fmla="*/ 1082 h 1240"/>
                <a:gd name="T74" fmla="*/ 520 w 1334"/>
                <a:gd name="T75" fmla="*/ 962 h 1240"/>
                <a:gd name="T76" fmla="*/ 488 w 1334"/>
                <a:gd name="T77" fmla="*/ 851 h 1240"/>
                <a:gd name="T78" fmla="*/ 441 w 1334"/>
                <a:gd name="T79" fmla="*/ 741 h 1240"/>
                <a:gd name="T80" fmla="*/ 404 w 1334"/>
                <a:gd name="T81" fmla="*/ 678 h 1240"/>
                <a:gd name="T82" fmla="*/ 341 w 1334"/>
                <a:gd name="T83" fmla="*/ 615 h 1240"/>
                <a:gd name="T84" fmla="*/ 268 w 1334"/>
                <a:gd name="T85" fmla="*/ 546 h 1240"/>
                <a:gd name="T86" fmla="*/ 152 w 1334"/>
                <a:gd name="T87" fmla="*/ 489 h 1240"/>
                <a:gd name="T88" fmla="*/ 74 w 1334"/>
                <a:gd name="T89" fmla="*/ 473 h 1240"/>
                <a:gd name="T90" fmla="*/ 0 w 1334"/>
                <a:gd name="T91" fmla="*/ 478 h 1240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w 1334"/>
                <a:gd name="T139" fmla="*/ 0 h 1240"/>
                <a:gd name="T140" fmla="*/ 1334 w 1334"/>
                <a:gd name="T141" fmla="*/ 1240 h 1240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T138" t="T139" r="T140" b="T141"/>
              <a:pathLst>
                <a:path w="1334" h="1240">
                  <a:moveTo>
                    <a:pt x="0" y="478"/>
                  </a:moveTo>
                  <a:lnTo>
                    <a:pt x="300" y="305"/>
                  </a:lnTo>
                  <a:lnTo>
                    <a:pt x="374" y="341"/>
                  </a:lnTo>
                  <a:lnTo>
                    <a:pt x="437" y="371"/>
                  </a:lnTo>
                  <a:lnTo>
                    <a:pt x="466" y="408"/>
                  </a:lnTo>
                  <a:lnTo>
                    <a:pt x="509" y="478"/>
                  </a:lnTo>
                  <a:lnTo>
                    <a:pt x="620" y="536"/>
                  </a:lnTo>
                  <a:lnTo>
                    <a:pt x="741" y="557"/>
                  </a:lnTo>
                  <a:lnTo>
                    <a:pt x="846" y="546"/>
                  </a:lnTo>
                  <a:lnTo>
                    <a:pt x="872" y="489"/>
                  </a:lnTo>
                  <a:lnTo>
                    <a:pt x="898" y="399"/>
                  </a:lnTo>
                  <a:lnTo>
                    <a:pt x="909" y="315"/>
                  </a:lnTo>
                  <a:lnTo>
                    <a:pt x="919" y="226"/>
                  </a:lnTo>
                  <a:lnTo>
                    <a:pt x="893" y="126"/>
                  </a:lnTo>
                  <a:lnTo>
                    <a:pt x="861" y="63"/>
                  </a:lnTo>
                  <a:lnTo>
                    <a:pt x="804" y="16"/>
                  </a:lnTo>
                  <a:lnTo>
                    <a:pt x="840" y="0"/>
                  </a:lnTo>
                  <a:lnTo>
                    <a:pt x="898" y="0"/>
                  </a:lnTo>
                  <a:lnTo>
                    <a:pt x="956" y="11"/>
                  </a:lnTo>
                  <a:lnTo>
                    <a:pt x="1014" y="26"/>
                  </a:lnTo>
                  <a:lnTo>
                    <a:pt x="1071" y="63"/>
                  </a:lnTo>
                  <a:lnTo>
                    <a:pt x="1124" y="95"/>
                  </a:lnTo>
                  <a:lnTo>
                    <a:pt x="1166" y="131"/>
                  </a:lnTo>
                  <a:lnTo>
                    <a:pt x="1208" y="184"/>
                  </a:lnTo>
                  <a:lnTo>
                    <a:pt x="1239" y="231"/>
                  </a:lnTo>
                  <a:lnTo>
                    <a:pt x="1276" y="299"/>
                  </a:lnTo>
                  <a:lnTo>
                    <a:pt x="1297" y="342"/>
                  </a:lnTo>
                  <a:lnTo>
                    <a:pt x="1323" y="420"/>
                  </a:lnTo>
                  <a:lnTo>
                    <a:pt x="1334" y="494"/>
                  </a:lnTo>
                  <a:lnTo>
                    <a:pt x="1334" y="562"/>
                  </a:lnTo>
                  <a:lnTo>
                    <a:pt x="1318" y="636"/>
                  </a:lnTo>
                  <a:lnTo>
                    <a:pt x="1297" y="699"/>
                  </a:lnTo>
                  <a:lnTo>
                    <a:pt x="1266" y="736"/>
                  </a:lnTo>
                  <a:lnTo>
                    <a:pt x="919" y="946"/>
                  </a:lnTo>
                  <a:lnTo>
                    <a:pt x="410" y="1240"/>
                  </a:lnTo>
                  <a:lnTo>
                    <a:pt x="462" y="1161"/>
                  </a:lnTo>
                  <a:lnTo>
                    <a:pt x="509" y="1082"/>
                  </a:lnTo>
                  <a:lnTo>
                    <a:pt x="520" y="962"/>
                  </a:lnTo>
                  <a:lnTo>
                    <a:pt x="488" y="851"/>
                  </a:lnTo>
                  <a:lnTo>
                    <a:pt x="441" y="741"/>
                  </a:lnTo>
                  <a:lnTo>
                    <a:pt x="404" y="678"/>
                  </a:lnTo>
                  <a:lnTo>
                    <a:pt x="341" y="615"/>
                  </a:lnTo>
                  <a:lnTo>
                    <a:pt x="268" y="546"/>
                  </a:lnTo>
                  <a:lnTo>
                    <a:pt x="152" y="489"/>
                  </a:lnTo>
                  <a:lnTo>
                    <a:pt x="74" y="473"/>
                  </a:lnTo>
                  <a:lnTo>
                    <a:pt x="0" y="478"/>
                  </a:lnTo>
                  <a:close/>
                </a:path>
              </a:pathLst>
            </a:custGeom>
            <a:gradFill rotWithShape="0">
              <a:gsLst>
                <a:gs pos="0">
                  <a:srgbClr val="16422C"/>
                </a:gs>
                <a:gs pos="50000">
                  <a:srgbClr val="339966"/>
                </a:gs>
                <a:gs pos="100000">
                  <a:srgbClr val="16422C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" name="Oval 11">
              <a:extLst>
                <a:ext uri="{FF2B5EF4-FFF2-40B4-BE49-F238E27FC236}">
                  <a16:creationId xmlns:a16="http://schemas.microsoft.com/office/drawing/2014/main" id="{6C609DCE-B136-45A4-F6A5-A900FAA886C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1801384">
              <a:off x="516" y="910"/>
              <a:ext cx="546" cy="863"/>
            </a:xfrm>
            <a:prstGeom prst="ellipse">
              <a:avLst/>
            </a:prstGeom>
            <a:solidFill>
              <a:srgbClr val="33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EFE92026-5FBF-12E2-8353-C6CBED4F428E}"/>
                </a:ext>
              </a:extLst>
            </p:cNvPr>
            <p:cNvSpPr>
              <a:spLocks/>
            </p:cNvSpPr>
            <p:nvPr/>
          </p:nvSpPr>
          <p:spPr bwMode="auto">
            <a:xfrm>
              <a:off x="878" y="613"/>
              <a:ext cx="620" cy="468"/>
            </a:xfrm>
            <a:custGeom>
              <a:avLst/>
              <a:gdLst>
                <a:gd name="T0" fmla="*/ 0 w 1416"/>
                <a:gd name="T1" fmla="*/ 0 h 1068"/>
                <a:gd name="T2" fmla="*/ 0 w 1416"/>
                <a:gd name="T3" fmla="*/ 0 h 1068"/>
                <a:gd name="T4" fmla="*/ 0 w 1416"/>
                <a:gd name="T5" fmla="*/ 0 h 1068"/>
                <a:gd name="T6" fmla="*/ 0 w 1416"/>
                <a:gd name="T7" fmla="*/ 0 h 1068"/>
                <a:gd name="T8" fmla="*/ 0 w 1416"/>
                <a:gd name="T9" fmla="*/ 0 h 1068"/>
                <a:gd name="T10" fmla="*/ 0 w 1416"/>
                <a:gd name="T11" fmla="*/ 0 h 1068"/>
                <a:gd name="T12" fmla="*/ 0 w 1416"/>
                <a:gd name="T13" fmla="*/ 0 h 1068"/>
                <a:gd name="T14" fmla="*/ 0 w 1416"/>
                <a:gd name="T15" fmla="*/ 0 h 1068"/>
                <a:gd name="T16" fmla="*/ 0 w 1416"/>
                <a:gd name="T17" fmla="*/ 0 h 1068"/>
                <a:gd name="T18" fmla="*/ 0 w 1416"/>
                <a:gd name="T19" fmla="*/ 0 h 1068"/>
                <a:gd name="T20" fmla="*/ 0 w 1416"/>
                <a:gd name="T21" fmla="*/ 0 h 1068"/>
                <a:gd name="T22" fmla="*/ 0 w 1416"/>
                <a:gd name="T23" fmla="*/ 0 h 1068"/>
                <a:gd name="T24" fmla="*/ 0 w 1416"/>
                <a:gd name="T25" fmla="*/ 0 h 1068"/>
                <a:gd name="T26" fmla="*/ 0 w 1416"/>
                <a:gd name="T27" fmla="*/ 0 h 1068"/>
                <a:gd name="T28" fmla="*/ 0 w 1416"/>
                <a:gd name="T29" fmla="*/ 0 h 1068"/>
                <a:gd name="T30" fmla="*/ 0 w 1416"/>
                <a:gd name="T31" fmla="*/ 0 h 1068"/>
                <a:gd name="T32" fmla="*/ 0 w 1416"/>
                <a:gd name="T33" fmla="*/ 0 h 1068"/>
                <a:gd name="T34" fmla="*/ 0 w 1416"/>
                <a:gd name="T35" fmla="*/ 0 h 1068"/>
                <a:gd name="T36" fmla="*/ 0 w 1416"/>
                <a:gd name="T37" fmla="*/ 0 h 1068"/>
                <a:gd name="T38" fmla="*/ 0 w 1416"/>
                <a:gd name="T39" fmla="*/ 0 h 1068"/>
                <a:gd name="T40" fmla="*/ 0 w 1416"/>
                <a:gd name="T41" fmla="*/ 0 h 1068"/>
                <a:gd name="T42" fmla="*/ 0 w 1416"/>
                <a:gd name="T43" fmla="*/ 0 h 1068"/>
                <a:gd name="T44" fmla="*/ 0 w 1416"/>
                <a:gd name="T45" fmla="*/ 0 h 1068"/>
                <a:gd name="T46" fmla="*/ 0 w 1416"/>
                <a:gd name="T47" fmla="*/ 0 h 1068"/>
                <a:gd name="T48" fmla="*/ 0 w 1416"/>
                <a:gd name="T49" fmla="*/ 0 h 1068"/>
                <a:gd name="T50" fmla="*/ 0 w 1416"/>
                <a:gd name="T51" fmla="*/ 0 h 1068"/>
                <a:gd name="T52" fmla="*/ 0 w 1416"/>
                <a:gd name="T53" fmla="*/ 0 h 1068"/>
                <a:gd name="T54" fmla="*/ 0 w 1416"/>
                <a:gd name="T55" fmla="*/ 0 h 1068"/>
                <a:gd name="T56" fmla="*/ 0 w 1416"/>
                <a:gd name="T57" fmla="*/ 0 h 1068"/>
                <a:gd name="T58" fmla="*/ 0 w 1416"/>
                <a:gd name="T59" fmla="*/ 0 h 1068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w 1416"/>
                <a:gd name="T91" fmla="*/ 0 h 1068"/>
                <a:gd name="T92" fmla="*/ 1416 w 1416"/>
                <a:gd name="T93" fmla="*/ 1068 h 1068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T90" t="T91" r="T92" b="T93"/>
              <a:pathLst>
                <a:path w="1416" h="1068">
                  <a:moveTo>
                    <a:pt x="0" y="36"/>
                  </a:moveTo>
                  <a:lnTo>
                    <a:pt x="0" y="408"/>
                  </a:lnTo>
                  <a:lnTo>
                    <a:pt x="168" y="552"/>
                  </a:lnTo>
                  <a:lnTo>
                    <a:pt x="300" y="684"/>
                  </a:lnTo>
                  <a:lnTo>
                    <a:pt x="420" y="792"/>
                  </a:lnTo>
                  <a:lnTo>
                    <a:pt x="552" y="900"/>
                  </a:lnTo>
                  <a:lnTo>
                    <a:pt x="672" y="984"/>
                  </a:lnTo>
                  <a:lnTo>
                    <a:pt x="804" y="1044"/>
                  </a:lnTo>
                  <a:lnTo>
                    <a:pt x="924" y="1068"/>
                  </a:lnTo>
                  <a:lnTo>
                    <a:pt x="1044" y="1056"/>
                  </a:lnTo>
                  <a:lnTo>
                    <a:pt x="1128" y="1032"/>
                  </a:lnTo>
                  <a:lnTo>
                    <a:pt x="1248" y="972"/>
                  </a:lnTo>
                  <a:lnTo>
                    <a:pt x="1332" y="852"/>
                  </a:lnTo>
                  <a:lnTo>
                    <a:pt x="1380" y="744"/>
                  </a:lnTo>
                  <a:lnTo>
                    <a:pt x="1404" y="576"/>
                  </a:lnTo>
                  <a:lnTo>
                    <a:pt x="1416" y="492"/>
                  </a:lnTo>
                  <a:lnTo>
                    <a:pt x="1416" y="0"/>
                  </a:lnTo>
                  <a:lnTo>
                    <a:pt x="1332" y="168"/>
                  </a:lnTo>
                  <a:lnTo>
                    <a:pt x="1272" y="276"/>
                  </a:lnTo>
                  <a:lnTo>
                    <a:pt x="1164" y="348"/>
                  </a:lnTo>
                  <a:lnTo>
                    <a:pt x="1032" y="396"/>
                  </a:lnTo>
                  <a:lnTo>
                    <a:pt x="936" y="408"/>
                  </a:lnTo>
                  <a:lnTo>
                    <a:pt x="768" y="444"/>
                  </a:lnTo>
                  <a:lnTo>
                    <a:pt x="660" y="456"/>
                  </a:lnTo>
                  <a:lnTo>
                    <a:pt x="468" y="432"/>
                  </a:lnTo>
                  <a:lnTo>
                    <a:pt x="372" y="372"/>
                  </a:lnTo>
                  <a:lnTo>
                    <a:pt x="240" y="336"/>
                  </a:lnTo>
                  <a:lnTo>
                    <a:pt x="132" y="240"/>
                  </a:lnTo>
                  <a:lnTo>
                    <a:pt x="72" y="180"/>
                  </a:lnTo>
                  <a:lnTo>
                    <a:pt x="0" y="36"/>
                  </a:lnTo>
                  <a:close/>
                </a:path>
              </a:pathLst>
            </a:custGeom>
            <a:gradFill rotWithShape="0">
              <a:gsLst>
                <a:gs pos="0">
                  <a:srgbClr val="9B3E00"/>
                </a:gs>
                <a:gs pos="50000">
                  <a:srgbClr val="FF6600"/>
                </a:gs>
                <a:gs pos="100000">
                  <a:srgbClr val="9B3E0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" name="Oval 13">
              <a:extLst>
                <a:ext uri="{FF2B5EF4-FFF2-40B4-BE49-F238E27FC236}">
                  <a16:creationId xmlns:a16="http://schemas.microsoft.com/office/drawing/2014/main" id="{F8F1EEF4-B4B9-ABF3-DD44-DBBD0C4431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4" y="445"/>
              <a:ext cx="609" cy="388"/>
            </a:xfrm>
            <a:prstGeom prst="ellipse">
              <a:avLst/>
            </a:prstGeom>
            <a:solidFill>
              <a:srgbClr val="FF66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4EDF9035-27C7-1756-4D98-93D62DEA399E}"/>
                </a:ext>
              </a:extLst>
            </p:cNvPr>
            <p:cNvSpPr>
              <a:spLocks/>
            </p:cNvSpPr>
            <p:nvPr/>
          </p:nvSpPr>
          <p:spPr bwMode="auto">
            <a:xfrm>
              <a:off x="994" y="1428"/>
              <a:ext cx="510" cy="341"/>
            </a:xfrm>
            <a:custGeom>
              <a:avLst/>
              <a:gdLst>
                <a:gd name="T0" fmla="*/ 0 w 1164"/>
                <a:gd name="T1" fmla="*/ 0 h 780"/>
                <a:gd name="T2" fmla="*/ 0 w 1164"/>
                <a:gd name="T3" fmla="*/ 0 h 780"/>
                <a:gd name="T4" fmla="*/ 0 w 1164"/>
                <a:gd name="T5" fmla="*/ 0 h 780"/>
                <a:gd name="T6" fmla="*/ 0 w 1164"/>
                <a:gd name="T7" fmla="*/ 0 h 780"/>
                <a:gd name="T8" fmla="*/ 0 w 1164"/>
                <a:gd name="T9" fmla="*/ 0 h 780"/>
                <a:gd name="T10" fmla="*/ 0 w 1164"/>
                <a:gd name="T11" fmla="*/ 0 h 780"/>
                <a:gd name="T12" fmla="*/ 0 w 1164"/>
                <a:gd name="T13" fmla="*/ 0 h 780"/>
                <a:gd name="T14" fmla="*/ 0 w 1164"/>
                <a:gd name="T15" fmla="*/ 0 h 780"/>
                <a:gd name="T16" fmla="*/ 0 w 1164"/>
                <a:gd name="T17" fmla="*/ 0 h 780"/>
                <a:gd name="T18" fmla="*/ 0 w 1164"/>
                <a:gd name="T19" fmla="*/ 0 h 780"/>
                <a:gd name="T20" fmla="*/ 0 w 1164"/>
                <a:gd name="T21" fmla="*/ 0 h 780"/>
                <a:gd name="T22" fmla="*/ 0 w 1164"/>
                <a:gd name="T23" fmla="*/ 0 h 780"/>
                <a:gd name="T24" fmla="*/ 0 w 1164"/>
                <a:gd name="T25" fmla="*/ 0 h 780"/>
                <a:gd name="T26" fmla="*/ 0 w 1164"/>
                <a:gd name="T27" fmla="*/ 0 h 780"/>
                <a:gd name="T28" fmla="*/ 0 w 1164"/>
                <a:gd name="T29" fmla="*/ 0 h 780"/>
                <a:gd name="T30" fmla="*/ 0 w 1164"/>
                <a:gd name="T31" fmla="*/ 0 h 780"/>
                <a:gd name="T32" fmla="*/ 0 w 1164"/>
                <a:gd name="T33" fmla="*/ 0 h 780"/>
                <a:gd name="T34" fmla="*/ 0 w 1164"/>
                <a:gd name="T35" fmla="*/ 0 h 780"/>
                <a:gd name="T36" fmla="*/ 0 w 1164"/>
                <a:gd name="T37" fmla="*/ 0 h 780"/>
                <a:gd name="T38" fmla="*/ 0 w 1164"/>
                <a:gd name="T39" fmla="*/ 0 h 780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1164"/>
                <a:gd name="T61" fmla="*/ 0 h 780"/>
                <a:gd name="T62" fmla="*/ 1164 w 1164"/>
                <a:gd name="T63" fmla="*/ 780 h 780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1164" h="780">
                  <a:moveTo>
                    <a:pt x="0" y="660"/>
                  </a:moveTo>
                  <a:lnTo>
                    <a:pt x="660" y="264"/>
                  </a:lnTo>
                  <a:lnTo>
                    <a:pt x="732" y="204"/>
                  </a:lnTo>
                  <a:lnTo>
                    <a:pt x="804" y="132"/>
                  </a:lnTo>
                  <a:lnTo>
                    <a:pt x="888" y="60"/>
                  </a:lnTo>
                  <a:lnTo>
                    <a:pt x="984" y="12"/>
                  </a:lnTo>
                  <a:lnTo>
                    <a:pt x="1080" y="0"/>
                  </a:lnTo>
                  <a:lnTo>
                    <a:pt x="1164" y="0"/>
                  </a:lnTo>
                  <a:lnTo>
                    <a:pt x="1164" y="336"/>
                  </a:lnTo>
                  <a:lnTo>
                    <a:pt x="1116" y="456"/>
                  </a:lnTo>
                  <a:lnTo>
                    <a:pt x="1056" y="552"/>
                  </a:lnTo>
                  <a:lnTo>
                    <a:pt x="936" y="648"/>
                  </a:lnTo>
                  <a:lnTo>
                    <a:pt x="816" y="720"/>
                  </a:lnTo>
                  <a:lnTo>
                    <a:pt x="708" y="756"/>
                  </a:lnTo>
                  <a:lnTo>
                    <a:pt x="600" y="780"/>
                  </a:lnTo>
                  <a:lnTo>
                    <a:pt x="468" y="780"/>
                  </a:lnTo>
                  <a:lnTo>
                    <a:pt x="312" y="768"/>
                  </a:lnTo>
                  <a:lnTo>
                    <a:pt x="228" y="756"/>
                  </a:lnTo>
                  <a:lnTo>
                    <a:pt x="144" y="708"/>
                  </a:lnTo>
                  <a:lnTo>
                    <a:pt x="0" y="660"/>
                  </a:lnTo>
                  <a:close/>
                </a:path>
              </a:pathLst>
            </a:custGeom>
            <a:gradFill rotWithShape="0">
              <a:gsLst>
                <a:gs pos="0">
                  <a:srgbClr val="FF6600"/>
                </a:gs>
                <a:gs pos="100000">
                  <a:srgbClr val="BE4C0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5" name="Group 15">
            <a:extLst>
              <a:ext uri="{FF2B5EF4-FFF2-40B4-BE49-F238E27FC236}">
                <a16:creationId xmlns:a16="http://schemas.microsoft.com/office/drawing/2014/main" id="{850F226F-B25B-8E13-6C3E-DE06C4B78F40}"/>
              </a:ext>
            </a:extLst>
          </p:cNvPr>
          <p:cNvGrpSpPr>
            <a:grpSpLocks/>
          </p:cNvGrpSpPr>
          <p:nvPr/>
        </p:nvGrpSpPr>
        <p:grpSpPr bwMode="auto">
          <a:xfrm>
            <a:off x="7033045" y="1197198"/>
            <a:ext cx="1312862" cy="1563688"/>
            <a:chOff x="4280" y="375"/>
            <a:chExt cx="1156" cy="1377"/>
          </a:xfrm>
        </p:grpSpPr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6DAF0976-D49C-EBF8-40FF-38619C139132}"/>
                </a:ext>
              </a:extLst>
            </p:cNvPr>
            <p:cNvSpPr>
              <a:spLocks/>
            </p:cNvSpPr>
            <p:nvPr/>
          </p:nvSpPr>
          <p:spPr bwMode="auto">
            <a:xfrm>
              <a:off x="4431" y="612"/>
              <a:ext cx="821" cy="1140"/>
            </a:xfrm>
            <a:custGeom>
              <a:avLst/>
              <a:gdLst>
                <a:gd name="T0" fmla="*/ 0 w 2028"/>
                <a:gd name="T1" fmla="*/ 0 h 2832"/>
                <a:gd name="T2" fmla="*/ 0 w 2028"/>
                <a:gd name="T3" fmla="*/ 0 h 2832"/>
                <a:gd name="T4" fmla="*/ 0 w 2028"/>
                <a:gd name="T5" fmla="*/ 0 h 2832"/>
                <a:gd name="T6" fmla="*/ 0 w 2028"/>
                <a:gd name="T7" fmla="*/ 0 h 2832"/>
                <a:gd name="T8" fmla="*/ 0 w 2028"/>
                <a:gd name="T9" fmla="*/ 0 h 2832"/>
                <a:gd name="T10" fmla="*/ 0 w 2028"/>
                <a:gd name="T11" fmla="*/ 0 h 2832"/>
                <a:gd name="T12" fmla="*/ 0 w 2028"/>
                <a:gd name="T13" fmla="*/ 0 h 2832"/>
                <a:gd name="T14" fmla="*/ 0 w 2028"/>
                <a:gd name="T15" fmla="*/ 0 h 2832"/>
                <a:gd name="T16" fmla="*/ 0 w 2028"/>
                <a:gd name="T17" fmla="*/ 0 h 2832"/>
                <a:gd name="T18" fmla="*/ 0 w 2028"/>
                <a:gd name="T19" fmla="*/ 0 h 2832"/>
                <a:gd name="T20" fmla="*/ 0 w 2028"/>
                <a:gd name="T21" fmla="*/ 0 h 2832"/>
                <a:gd name="T22" fmla="*/ 0 w 2028"/>
                <a:gd name="T23" fmla="*/ 0 h 2832"/>
                <a:gd name="T24" fmla="*/ 0 w 2028"/>
                <a:gd name="T25" fmla="*/ 0 h 2832"/>
                <a:gd name="T26" fmla="*/ 0 w 2028"/>
                <a:gd name="T27" fmla="*/ 0 h 2832"/>
                <a:gd name="T28" fmla="*/ 0 w 2028"/>
                <a:gd name="T29" fmla="*/ 0 h 2832"/>
                <a:gd name="T30" fmla="*/ 0 w 2028"/>
                <a:gd name="T31" fmla="*/ 0 h 2832"/>
                <a:gd name="T32" fmla="*/ 0 w 2028"/>
                <a:gd name="T33" fmla="*/ 0 h 2832"/>
                <a:gd name="T34" fmla="*/ 0 w 2028"/>
                <a:gd name="T35" fmla="*/ 0 h 2832"/>
                <a:gd name="T36" fmla="*/ 0 w 2028"/>
                <a:gd name="T37" fmla="*/ 0 h 2832"/>
                <a:gd name="T38" fmla="*/ 0 w 2028"/>
                <a:gd name="T39" fmla="*/ 0 h 2832"/>
                <a:gd name="T40" fmla="*/ 0 w 2028"/>
                <a:gd name="T41" fmla="*/ 0 h 2832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2028"/>
                <a:gd name="T64" fmla="*/ 0 h 2832"/>
                <a:gd name="T65" fmla="*/ 2028 w 2028"/>
                <a:gd name="T66" fmla="*/ 2832 h 2832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2028" h="2832">
                  <a:moveTo>
                    <a:pt x="0" y="48"/>
                  </a:moveTo>
                  <a:lnTo>
                    <a:pt x="0" y="2208"/>
                  </a:lnTo>
                  <a:lnTo>
                    <a:pt x="24" y="2304"/>
                  </a:lnTo>
                  <a:lnTo>
                    <a:pt x="96" y="2460"/>
                  </a:lnTo>
                  <a:lnTo>
                    <a:pt x="192" y="2556"/>
                  </a:lnTo>
                  <a:lnTo>
                    <a:pt x="336" y="2652"/>
                  </a:lnTo>
                  <a:lnTo>
                    <a:pt x="468" y="2724"/>
                  </a:lnTo>
                  <a:lnTo>
                    <a:pt x="636" y="2784"/>
                  </a:lnTo>
                  <a:lnTo>
                    <a:pt x="768" y="2820"/>
                  </a:lnTo>
                  <a:lnTo>
                    <a:pt x="936" y="2832"/>
                  </a:lnTo>
                  <a:lnTo>
                    <a:pt x="1116" y="2832"/>
                  </a:lnTo>
                  <a:lnTo>
                    <a:pt x="1296" y="2808"/>
                  </a:lnTo>
                  <a:lnTo>
                    <a:pt x="1452" y="2784"/>
                  </a:lnTo>
                  <a:lnTo>
                    <a:pt x="1596" y="2724"/>
                  </a:lnTo>
                  <a:lnTo>
                    <a:pt x="1716" y="2664"/>
                  </a:lnTo>
                  <a:lnTo>
                    <a:pt x="1836" y="2580"/>
                  </a:lnTo>
                  <a:lnTo>
                    <a:pt x="1944" y="2460"/>
                  </a:lnTo>
                  <a:lnTo>
                    <a:pt x="2016" y="2328"/>
                  </a:lnTo>
                  <a:lnTo>
                    <a:pt x="2028" y="2208"/>
                  </a:lnTo>
                  <a:lnTo>
                    <a:pt x="2028" y="0"/>
                  </a:lnTo>
                  <a:lnTo>
                    <a:pt x="0" y="48"/>
                  </a:lnTo>
                  <a:close/>
                </a:path>
              </a:pathLst>
            </a:custGeom>
            <a:gradFill rotWithShape="0">
              <a:gsLst>
                <a:gs pos="0">
                  <a:srgbClr val="76002F"/>
                </a:gs>
                <a:gs pos="50000">
                  <a:srgbClr val="FF0066"/>
                </a:gs>
                <a:gs pos="100000">
                  <a:srgbClr val="76002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B19BE12D-6329-D007-F28A-F3D724F746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31" y="375"/>
              <a:ext cx="817" cy="488"/>
            </a:xfrm>
            <a:prstGeom prst="ellipse">
              <a:avLst/>
            </a:prstGeom>
            <a:solidFill>
              <a:srgbClr val="FF99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57D574D7-BB3E-CF7D-8376-6C44739906FD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0" y="955"/>
              <a:ext cx="541" cy="584"/>
            </a:xfrm>
            <a:custGeom>
              <a:avLst/>
              <a:gdLst>
                <a:gd name="T0" fmla="*/ 0 w 1344"/>
                <a:gd name="T1" fmla="*/ 0 h 1452"/>
                <a:gd name="T2" fmla="*/ 0 w 1344"/>
                <a:gd name="T3" fmla="*/ 0 h 1452"/>
                <a:gd name="T4" fmla="*/ 0 w 1344"/>
                <a:gd name="T5" fmla="*/ 0 h 1452"/>
                <a:gd name="T6" fmla="*/ 0 w 1344"/>
                <a:gd name="T7" fmla="*/ 0 h 1452"/>
                <a:gd name="T8" fmla="*/ 0 w 1344"/>
                <a:gd name="T9" fmla="*/ 0 h 1452"/>
                <a:gd name="T10" fmla="*/ 0 w 1344"/>
                <a:gd name="T11" fmla="*/ 0 h 1452"/>
                <a:gd name="T12" fmla="*/ 0 w 1344"/>
                <a:gd name="T13" fmla="*/ 0 h 1452"/>
                <a:gd name="T14" fmla="*/ 0 w 1344"/>
                <a:gd name="T15" fmla="*/ 0 h 1452"/>
                <a:gd name="T16" fmla="*/ 0 w 1344"/>
                <a:gd name="T17" fmla="*/ 0 h 1452"/>
                <a:gd name="T18" fmla="*/ 0 w 1344"/>
                <a:gd name="T19" fmla="*/ 0 h 1452"/>
                <a:gd name="T20" fmla="*/ 0 w 1344"/>
                <a:gd name="T21" fmla="*/ 0 h 1452"/>
                <a:gd name="T22" fmla="*/ 0 w 1344"/>
                <a:gd name="T23" fmla="*/ 0 h 1452"/>
                <a:gd name="T24" fmla="*/ 0 w 1344"/>
                <a:gd name="T25" fmla="*/ 0 h 1452"/>
                <a:gd name="T26" fmla="*/ 0 w 1344"/>
                <a:gd name="T27" fmla="*/ 0 h 1452"/>
                <a:gd name="T28" fmla="*/ 0 w 1344"/>
                <a:gd name="T29" fmla="*/ 0 h 1452"/>
                <a:gd name="T30" fmla="*/ 0 w 1344"/>
                <a:gd name="T31" fmla="*/ 0 h 1452"/>
                <a:gd name="T32" fmla="*/ 0 w 1344"/>
                <a:gd name="T33" fmla="*/ 0 h 1452"/>
                <a:gd name="T34" fmla="*/ 0 w 1344"/>
                <a:gd name="T35" fmla="*/ 0 h 1452"/>
                <a:gd name="T36" fmla="*/ 0 w 1344"/>
                <a:gd name="T37" fmla="*/ 0 h 1452"/>
                <a:gd name="T38" fmla="*/ 0 w 1344"/>
                <a:gd name="T39" fmla="*/ 0 h 1452"/>
                <a:gd name="T40" fmla="*/ 0 w 1344"/>
                <a:gd name="T41" fmla="*/ 0 h 1452"/>
                <a:gd name="T42" fmla="*/ 0 w 1344"/>
                <a:gd name="T43" fmla="*/ 0 h 1452"/>
                <a:gd name="T44" fmla="*/ 0 w 1344"/>
                <a:gd name="T45" fmla="*/ 0 h 1452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w 1344"/>
                <a:gd name="T70" fmla="*/ 0 h 1452"/>
                <a:gd name="T71" fmla="*/ 1344 w 1344"/>
                <a:gd name="T72" fmla="*/ 1452 h 1452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T69" t="T70" r="T71" b="T72"/>
              <a:pathLst>
                <a:path w="1344" h="1452">
                  <a:moveTo>
                    <a:pt x="0" y="168"/>
                  </a:moveTo>
                  <a:lnTo>
                    <a:pt x="192" y="216"/>
                  </a:lnTo>
                  <a:lnTo>
                    <a:pt x="420" y="348"/>
                  </a:lnTo>
                  <a:lnTo>
                    <a:pt x="660" y="576"/>
                  </a:lnTo>
                  <a:lnTo>
                    <a:pt x="756" y="804"/>
                  </a:lnTo>
                  <a:lnTo>
                    <a:pt x="792" y="1080"/>
                  </a:lnTo>
                  <a:lnTo>
                    <a:pt x="732" y="1308"/>
                  </a:lnTo>
                  <a:lnTo>
                    <a:pt x="696" y="1452"/>
                  </a:lnTo>
                  <a:lnTo>
                    <a:pt x="1008" y="1272"/>
                  </a:lnTo>
                  <a:lnTo>
                    <a:pt x="1140" y="1176"/>
                  </a:lnTo>
                  <a:lnTo>
                    <a:pt x="1236" y="1056"/>
                  </a:lnTo>
                  <a:lnTo>
                    <a:pt x="1308" y="936"/>
                  </a:lnTo>
                  <a:lnTo>
                    <a:pt x="1344" y="780"/>
                  </a:lnTo>
                  <a:lnTo>
                    <a:pt x="1344" y="636"/>
                  </a:lnTo>
                  <a:lnTo>
                    <a:pt x="1296" y="504"/>
                  </a:lnTo>
                  <a:lnTo>
                    <a:pt x="1200" y="396"/>
                  </a:lnTo>
                  <a:lnTo>
                    <a:pt x="1080" y="312"/>
                  </a:lnTo>
                  <a:lnTo>
                    <a:pt x="900" y="216"/>
                  </a:lnTo>
                  <a:lnTo>
                    <a:pt x="732" y="144"/>
                  </a:lnTo>
                  <a:lnTo>
                    <a:pt x="528" y="84"/>
                  </a:lnTo>
                  <a:lnTo>
                    <a:pt x="408" y="36"/>
                  </a:lnTo>
                  <a:lnTo>
                    <a:pt x="276" y="0"/>
                  </a:lnTo>
                  <a:lnTo>
                    <a:pt x="0" y="168"/>
                  </a:lnTo>
                  <a:close/>
                </a:path>
              </a:pathLst>
            </a:custGeom>
            <a:gradFill rotWithShape="0">
              <a:gsLst>
                <a:gs pos="0">
                  <a:srgbClr val="18472F"/>
                </a:gs>
                <a:gs pos="50000">
                  <a:srgbClr val="339966"/>
                </a:gs>
                <a:gs pos="100000">
                  <a:srgbClr val="18472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8500A21D-6B27-7A74-E233-AD1094212DE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1847301">
              <a:off x="4280" y="983"/>
              <a:ext cx="368" cy="587"/>
            </a:xfrm>
            <a:prstGeom prst="ellipse">
              <a:avLst/>
            </a:prstGeom>
            <a:solidFill>
              <a:srgbClr val="33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3C824B29-0B56-55FF-E756-86FD2A59D21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23" y="612"/>
              <a:ext cx="213" cy="551"/>
            </a:xfrm>
            <a:custGeom>
              <a:avLst/>
              <a:gdLst>
                <a:gd name="T0" fmla="*/ 0 w 528"/>
                <a:gd name="T1" fmla="*/ 0 h 1368"/>
                <a:gd name="T2" fmla="*/ 0 w 528"/>
                <a:gd name="T3" fmla="*/ 0 h 1368"/>
                <a:gd name="T4" fmla="*/ 0 w 528"/>
                <a:gd name="T5" fmla="*/ 0 h 1368"/>
                <a:gd name="T6" fmla="*/ 0 w 528"/>
                <a:gd name="T7" fmla="*/ 0 h 1368"/>
                <a:gd name="T8" fmla="*/ 0 w 528"/>
                <a:gd name="T9" fmla="*/ 0 h 1368"/>
                <a:gd name="T10" fmla="*/ 0 w 528"/>
                <a:gd name="T11" fmla="*/ 0 h 1368"/>
                <a:gd name="T12" fmla="*/ 0 w 528"/>
                <a:gd name="T13" fmla="*/ 0 h 1368"/>
                <a:gd name="T14" fmla="*/ 0 w 528"/>
                <a:gd name="T15" fmla="*/ 0 h 1368"/>
                <a:gd name="T16" fmla="*/ 0 w 528"/>
                <a:gd name="T17" fmla="*/ 0 h 1368"/>
                <a:gd name="T18" fmla="*/ 0 w 528"/>
                <a:gd name="T19" fmla="*/ 0 h 1368"/>
                <a:gd name="T20" fmla="*/ 0 w 528"/>
                <a:gd name="T21" fmla="*/ 0 h 1368"/>
                <a:gd name="T22" fmla="*/ 0 w 528"/>
                <a:gd name="T23" fmla="*/ 0 h 1368"/>
                <a:gd name="T24" fmla="*/ 0 w 528"/>
                <a:gd name="T25" fmla="*/ 0 h 1368"/>
                <a:gd name="T26" fmla="*/ 0 w 528"/>
                <a:gd name="T27" fmla="*/ 0 h 1368"/>
                <a:gd name="T28" fmla="*/ 0 w 528"/>
                <a:gd name="T29" fmla="*/ 0 h 1368"/>
                <a:gd name="T30" fmla="*/ 0 w 528"/>
                <a:gd name="T31" fmla="*/ 0 h 1368"/>
                <a:gd name="T32" fmla="*/ 0 w 528"/>
                <a:gd name="T33" fmla="*/ 0 h 1368"/>
                <a:gd name="T34" fmla="*/ 0 w 528"/>
                <a:gd name="T35" fmla="*/ 0 h 1368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528"/>
                <a:gd name="T55" fmla="*/ 0 h 1368"/>
                <a:gd name="T56" fmla="*/ 528 w 528"/>
                <a:gd name="T57" fmla="*/ 1368 h 1368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528" h="1368">
                  <a:moveTo>
                    <a:pt x="72" y="0"/>
                  </a:moveTo>
                  <a:lnTo>
                    <a:pt x="72" y="684"/>
                  </a:lnTo>
                  <a:lnTo>
                    <a:pt x="36" y="876"/>
                  </a:lnTo>
                  <a:lnTo>
                    <a:pt x="0" y="1044"/>
                  </a:lnTo>
                  <a:lnTo>
                    <a:pt x="0" y="1152"/>
                  </a:lnTo>
                  <a:lnTo>
                    <a:pt x="36" y="1284"/>
                  </a:lnTo>
                  <a:lnTo>
                    <a:pt x="60" y="1368"/>
                  </a:lnTo>
                  <a:lnTo>
                    <a:pt x="413" y="1164"/>
                  </a:lnTo>
                  <a:lnTo>
                    <a:pt x="492" y="1056"/>
                  </a:lnTo>
                  <a:lnTo>
                    <a:pt x="528" y="924"/>
                  </a:lnTo>
                  <a:lnTo>
                    <a:pt x="528" y="768"/>
                  </a:lnTo>
                  <a:lnTo>
                    <a:pt x="516" y="612"/>
                  </a:lnTo>
                  <a:lnTo>
                    <a:pt x="480" y="480"/>
                  </a:lnTo>
                  <a:lnTo>
                    <a:pt x="420" y="372"/>
                  </a:lnTo>
                  <a:lnTo>
                    <a:pt x="348" y="252"/>
                  </a:lnTo>
                  <a:lnTo>
                    <a:pt x="264" y="144"/>
                  </a:lnTo>
                  <a:lnTo>
                    <a:pt x="180" y="60"/>
                  </a:lnTo>
                  <a:lnTo>
                    <a:pt x="72" y="0"/>
                  </a:lnTo>
                  <a:close/>
                </a:path>
              </a:pathLst>
            </a:custGeom>
            <a:gradFill rotWithShape="0">
              <a:gsLst>
                <a:gs pos="0">
                  <a:srgbClr val="18472F"/>
                </a:gs>
                <a:gs pos="100000">
                  <a:srgbClr val="339966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448B504-614A-9905-20D1-A151ADF698D2}"/>
              </a:ext>
            </a:extLst>
          </p:cNvPr>
          <p:cNvGrpSpPr>
            <a:grpSpLocks/>
          </p:cNvGrpSpPr>
          <p:nvPr/>
        </p:nvGrpSpPr>
        <p:grpSpPr bwMode="auto">
          <a:xfrm>
            <a:off x="9487100" y="3094991"/>
            <a:ext cx="1574800" cy="2638425"/>
            <a:chOff x="2058" y="1780"/>
            <a:chExt cx="1144" cy="1917"/>
          </a:xfrm>
        </p:grpSpPr>
        <p:sp>
          <p:nvSpPr>
            <p:cNvPr id="25" name="Line 24">
              <a:extLst>
                <a:ext uri="{FF2B5EF4-FFF2-40B4-BE49-F238E27FC236}">
                  <a16:creationId xmlns:a16="http://schemas.microsoft.com/office/drawing/2014/main" id="{1314A7AB-6C12-FBD4-42AA-4090CC0186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47" y="2824"/>
              <a:ext cx="563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6" name="Line 25">
              <a:extLst>
                <a:ext uri="{FF2B5EF4-FFF2-40B4-BE49-F238E27FC236}">
                  <a16:creationId xmlns:a16="http://schemas.microsoft.com/office/drawing/2014/main" id="{8DBD9D31-25F3-1BB6-97FE-8B91743597F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47" y="2632"/>
              <a:ext cx="0" cy="20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7" name="Line 26">
              <a:extLst>
                <a:ext uri="{FF2B5EF4-FFF2-40B4-BE49-F238E27FC236}">
                  <a16:creationId xmlns:a16="http://schemas.microsoft.com/office/drawing/2014/main" id="{5BB0F647-BFD6-87E3-3C59-2205C3E6E6E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160" y="2638"/>
              <a:ext cx="187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" name="Line 27">
              <a:extLst>
                <a:ext uri="{FF2B5EF4-FFF2-40B4-BE49-F238E27FC236}">
                  <a16:creationId xmlns:a16="http://schemas.microsoft.com/office/drawing/2014/main" id="{F4147711-8FBE-BC23-CA53-392668176A5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60" y="2076"/>
              <a:ext cx="0" cy="56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9" name="Line 28">
              <a:extLst>
                <a:ext uri="{FF2B5EF4-FFF2-40B4-BE49-F238E27FC236}">
                  <a16:creationId xmlns:a16="http://schemas.microsoft.com/office/drawing/2014/main" id="{6AD73669-6102-6AAD-9BF0-6C9E99C8EA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60" y="2076"/>
              <a:ext cx="187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" name="Line 29">
              <a:extLst>
                <a:ext uri="{FF2B5EF4-FFF2-40B4-BE49-F238E27FC236}">
                  <a16:creationId xmlns:a16="http://schemas.microsoft.com/office/drawing/2014/main" id="{FB992EED-0171-ECEE-4C03-F2D590C233D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47" y="1890"/>
              <a:ext cx="0" cy="186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1" name="Line 30">
              <a:extLst>
                <a:ext uri="{FF2B5EF4-FFF2-40B4-BE49-F238E27FC236}">
                  <a16:creationId xmlns:a16="http://schemas.microsoft.com/office/drawing/2014/main" id="{E3D6EE08-DF16-C295-C70F-3DEBA8382C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47" y="1890"/>
              <a:ext cx="563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2" name="Line 31">
              <a:extLst>
                <a:ext uri="{FF2B5EF4-FFF2-40B4-BE49-F238E27FC236}">
                  <a16:creationId xmlns:a16="http://schemas.microsoft.com/office/drawing/2014/main" id="{16EC10F7-F7A1-1B06-450B-39ED7F43FE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10" y="1890"/>
              <a:ext cx="0" cy="205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3" name="Line 32">
              <a:extLst>
                <a:ext uri="{FF2B5EF4-FFF2-40B4-BE49-F238E27FC236}">
                  <a16:creationId xmlns:a16="http://schemas.microsoft.com/office/drawing/2014/main" id="{FEE7351B-74D3-1658-70E6-7305922BF6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10" y="2084"/>
              <a:ext cx="188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4" name="Line 33">
              <a:extLst>
                <a:ext uri="{FF2B5EF4-FFF2-40B4-BE49-F238E27FC236}">
                  <a16:creationId xmlns:a16="http://schemas.microsoft.com/office/drawing/2014/main" id="{149C8C3D-98AB-31D9-4AB7-AE77955BCB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98" y="2083"/>
              <a:ext cx="0" cy="567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5" name="Line 34">
              <a:extLst>
                <a:ext uri="{FF2B5EF4-FFF2-40B4-BE49-F238E27FC236}">
                  <a16:creationId xmlns:a16="http://schemas.microsoft.com/office/drawing/2014/main" id="{666A864A-814A-9575-AF61-604F0A89B47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910" y="2638"/>
              <a:ext cx="188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6" name="Line 35">
              <a:extLst>
                <a:ext uri="{FF2B5EF4-FFF2-40B4-BE49-F238E27FC236}">
                  <a16:creationId xmlns:a16="http://schemas.microsoft.com/office/drawing/2014/main" id="{BA2AC6FC-66C0-1BF1-D140-43FE36839B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09" y="2632"/>
              <a:ext cx="0" cy="20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8" name="Oval 36">
              <a:extLst>
                <a:ext uri="{FF2B5EF4-FFF2-40B4-BE49-F238E27FC236}">
                  <a16:creationId xmlns:a16="http://schemas.microsoft.com/office/drawing/2014/main" id="{A10DA686-233D-0EE2-51C9-7F328A09DB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47" y="3050"/>
              <a:ext cx="563" cy="564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9" name="Rectangle 37">
              <a:extLst>
                <a:ext uri="{FF2B5EF4-FFF2-40B4-BE49-F238E27FC236}">
                  <a16:creationId xmlns:a16="http://schemas.microsoft.com/office/drawing/2014/main" id="{C3108BAE-9554-6A17-B86B-374312F12A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0" y="3050"/>
              <a:ext cx="937" cy="564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40" name="Group 38">
              <a:extLst>
                <a:ext uri="{FF2B5EF4-FFF2-40B4-BE49-F238E27FC236}">
                  <a16:creationId xmlns:a16="http://schemas.microsoft.com/office/drawing/2014/main" id="{1284FBE7-6F2B-6103-8E17-2FC0BEBDBC8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58" y="2356"/>
              <a:ext cx="1144" cy="1"/>
              <a:chOff x="2268" y="1265"/>
              <a:chExt cx="1144" cy="1"/>
            </a:xfrm>
          </p:grpSpPr>
          <p:sp>
            <p:nvSpPr>
              <p:cNvPr id="57" name="Freeform 39">
                <a:extLst>
                  <a:ext uri="{FF2B5EF4-FFF2-40B4-BE49-F238E27FC236}">
                    <a16:creationId xmlns:a16="http://schemas.microsoft.com/office/drawing/2014/main" id="{D691B6CD-E69B-5F47-0396-D8A5217806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68" y="1265"/>
                <a:ext cx="360" cy="1"/>
              </a:xfrm>
              <a:custGeom>
                <a:avLst/>
                <a:gdLst>
                  <a:gd name="T0" fmla="*/ 0 w 1080"/>
                  <a:gd name="T1" fmla="*/ 0 h 1"/>
                  <a:gd name="T2" fmla="*/ 0 w 1080"/>
                  <a:gd name="T3" fmla="*/ 0 h 1"/>
                  <a:gd name="T4" fmla="*/ 0 w 1080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1080"/>
                  <a:gd name="T10" fmla="*/ 0 h 1"/>
                  <a:gd name="T11" fmla="*/ 1080 w 1080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080" h="1">
                    <a:moveTo>
                      <a:pt x="0" y="0"/>
                    </a:moveTo>
                    <a:lnTo>
                      <a:pt x="1079" y="0"/>
                    </a:lnTo>
                    <a:lnTo>
                      <a:pt x="1080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8" name="Freeform 40">
                <a:extLst>
                  <a:ext uri="{FF2B5EF4-FFF2-40B4-BE49-F238E27FC236}">
                    <a16:creationId xmlns:a16="http://schemas.microsoft.com/office/drawing/2014/main" id="{E66C7A27-4487-0900-3862-1D7B99971B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60" y="1265"/>
                <a:ext cx="8" cy="1"/>
              </a:xfrm>
              <a:custGeom>
                <a:avLst/>
                <a:gdLst>
                  <a:gd name="T0" fmla="*/ 0 w 24"/>
                  <a:gd name="T1" fmla="*/ 0 h 1"/>
                  <a:gd name="T2" fmla="*/ 0 w 24"/>
                  <a:gd name="T3" fmla="*/ 0 h 1"/>
                  <a:gd name="T4" fmla="*/ 0 w 24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24"/>
                  <a:gd name="T10" fmla="*/ 0 h 1"/>
                  <a:gd name="T11" fmla="*/ 24 w 24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4" h="1">
                    <a:moveTo>
                      <a:pt x="0" y="0"/>
                    </a:moveTo>
                    <a:lnTo>
                      <a:pt x="22" y="0"/>
                    </a:lnTo>
                    <a:lnTo>
                      <a:pt x="24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9" name="Freeform 41">
                <a:extLst>
                  <a:ext uri="{FF2B5EF4-FFF2-40B4-BE49-F238E27FC236}">
                    <a16:creationId xmlns:a16="http://schemas.microsoft.com/office/drawing/2014/main" id="{8D847366-12AC-07D4-473A-DACEC4081A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01" y="1265"/>
                <a:ext cx="460" cy="1"/>
              </a:xfrm>
              <a:custGeom>
                <a:avLst/>
                <a:gdLst>
                  <a:gd name="T0" fmla="*/ 0 w 1382"/>
                  <a:gd name="T1" fmla="*/ 0 h 1"/>
                  <a:gd name="T2" fmla="*/ 0 w 1382"/>
                  <a:gd name="T3" fmla="*/ 0 h 1"/>
                  <a:gd name="T4" fmla="*/ 0 w 1382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1382"/>
                  <a:gd name="T10" fmla="*/ 0 h 1"/>
                  <a:gd name="T11" fmla="*/ 1382 w 1382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382" h="1">
                    <a:moveTo>
                      <a:pt x="0" y="0"/>
                    </a:moveTo>
                    <a:lnTo>
                      <a:pt x="1380" y="0"/>
                    </a:lnTo>
                    <a:lnTo>
                      <a:pt x="1382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0" name="Freeform 42">
                <a:extLst>
                  <a:ext uri="{FF2B5EF4-FFF2-40B4-BE49-F238E27FC236}">
                    <a16:creationId xmlns:a16="http://schemas.microsoft.com/office/drawing/2014/main" id="{59B74936-7D9B-8CB9-14F7-DCBE3EEA8C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0" y="1265"/>
                <a:ext cx="8" cy="1"/>
              </a:xfrm>
              <a:custGeom>
                <a:avLst/>
                <a:gdLst>
                  <a:gd name="T0" fmla="*/ 0 w 23"/>
                  <a:gd name="T1" fmla="*/ 0 h 1"/>
                  <a:gd name="T2" fmla="*/ 0 w 23"/>
                  <a:gd name="T3" fmla="*/ 0 h 1"/>
                  <a:gd name="T4" fmla="*/ 0 w 23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23"/>
                  <a:gd name="T10" fmla="*/ 0 h 1"/>
                  <a:gd name="T11" fmla="*/ 23 w 23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3" h="1">
                    <a:moveTo>
                      <a:pt x="0" y="0"/>
                    </a:moveTo>
                    <a:lnTo>
                      <a:pt x="22" y="0"/>
                    </a:lnTo>
                    <a:lnTo>
                      <a:pt x="23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1" name="Freeform 43">
                <a:extLst>
                  <a:ext uri="{FF2B5EF4-FFF2-40B4-BE49-F238E27FC236}">
                    <a16:creationId xmlns:a16="http://schemas.microsoft.com/office/drawing/2014/main" id="{E630A18C-DCA5-216E-5656-02D0F0681A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23" y="1265"/>
                <a:ext cx="189" cy="1"/>
              </a:xfrm>
              <a:custGeom>
                <a:avLst/>
                <a:gdLst>
                  <a:gd name="T0" fmla="*/ 0 w 567"/>
                  <a:gd name="T1" fmla="*/ 0 h 1"/>
                  <a:gd name="T2" fmla="*/ 0 w 567"/>
                  <a:gd name="T3" fmla="*/ 0 h 1"/>
                  <a:gd name="T4" fmla="*/ 0 w 567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567"/>
                  <a:gd name="T10" fmla="*/ 0 h 1"/>
                  <a:gd name="T11" fmla="*/ 567 w 567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67" h="1">
                    <a:moveTo>
                      <a:pt x="0" y="0"/>
                    </a:moveTo>
                    <a:lnTo>
                      <a:pt x="566" y="0"/>
                    </a:lnTo>
                    <a:lnTo>
                      <a:pt x="567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41" name="Group 44">
              <a:extLst>
                <a:ext uri="{FF2B5EF4-FFF2-40B4-BE49-F238E27FC236}">
                  <a16:creationId xmlns:a16="http://schemas.microsoft.com/office/drawing/2014/main" id="{A744A9BA-5182-B32F-FF2C-658829AB1C1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28" y="1780"/>
              <a:ext cx="1" cy="1133"/>
              <a:chOff x="2838" y="689"/>
              <a:chExt cx="1" cy="1133"/>
            </a:xfrm>
          </p:grpSpPr>
          <p:sp>
            <p:nvSpPr>
              <p:cNvPr id="52" name="Freeform 45">
                <a:extLst>
                  <a:ext uri="{FF2B5EF4-FFF2-40B4-BE49-F238E27FC236}">
                    <a16:creationId xmlns:a16="http://schemas.microsoft.com/office/drawing/2014/main" id="{57EE74C6-0159-13B6-C63C-5493772F3D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38" y="689"/>
                <a:ext cx="1" cy="194"/>
              </a:xfrm>
              <a:custGeom>
                <a:avLst/>
                <a:gdLst>
                  <a:gd name="T0" fmla="*/ 0 w 1"/>
                  <a:gd name="T1" fmla="*/ 0 h 582"/>
                  <a:gd name="T2" fmla="*/ 0 w 1"/>
                  <a:gd name="T3" fmla="*/ 0 h 582"/>
                  <a:gd name="T4" fmla="*/ 1 w 1"/>
                  <a:gd name="T5" fmla="*/ 0 h 582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582"/>
                  <a:gd name="T11" fmla="*/ 1 w 1"/>
                  <a:gd name="T12" fmla="*/ 582 h 58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582">
                    <a:moveTo>
                      <a:pt x="0" y="0"/>
                    </a:moveTo>
                    <a:lnTo>
                      <a:pt x="0" y="582"/>
                    </a:lnTo>
                    <a:lnTo>
                      <a:pt x="1" y="582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3" name="Freeform 46">
                <a:extLst>
                  <a:ext uri="{FF2B5EF4-FFF2-40B4-BE49-F238E27FC236}">
                    <a16:creationId xmlns:a16="http://schemas.microsoft.com/office/drawing/2014/main" id="{17685894-6BDD-3A2A-966F-9645C15BCC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38" y="1457"/>
                <a:ext cx="1" cy="365"/>
              </a:xfrm>
              <a:custGeom>
                <a:avLst/>
                <a:gdLst>
                  <a:gd name="T0" fmla="*/ 0 w 1"/>
                  <a:gd name="T1" fmla="*/ 0 h 1095"/>
                  <a:gd name="T2" fmla="*/ 0 w 1"/>
                  <a:gd name="T3" fmla="*/ 0 h 1095"/>
                  <a:gd name="T4" fmla="*/ 1 w 1"/>
                  <a:gd name="T5" fmla="*/ 0 h 1095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1095"/>
                  <a:gd name="T11" fmla="*/ 1 w 1"/>
                  <a:gd name="T12" fmla="*/ 1095 h 109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1095">
                    <a:moveTo>
                      <a:pt x="0" y="0"/>
                    </a:moveTo>
                    <a:lnTo>
                      <a:pt x="0" y="1095"/>
                    </a:lnTo>
                    <a:lnTo>
                      <a:pt x="1" y="1095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4" name="Freeform 47">
                <a:extLst>
                  <a:ext uri="{FF2B5EF4-FFF2-40B4-BE49-F238E27FC236}">
                    <a16:creationId xmlns:a16="http://schemas.microsoft.com/office/drawing/2014/main" id="{1ABA731B-0195-CD03-581D-1B5D196BC7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38" y="1409"/>
                <a:ext cx="1" cy="15"/>
              </a:xfrm>
              <a:custGeom>
                <a:avLst/>
                <a:gdLst>
                  <a:gd name="T0" fmla="*/ 0 w 1"/>
                  <a:gd name="T1" fmla="*/ 0 h 44"/>
                  <a:gd name="T2" fmla="*/ 0 w 1"/>
                  <a:gd name="T3" fmla="*/ 0 h 44"/>
                  <a:gd name="T4" fmla="*/ 1 w 1"/>
                  <a:gd name="T5" fmla="*/ 0 h 44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44"/>
                  <a:gd name="T11" fmla="*/ 1 w 1"/>
                  <a:gd name="T12" fmla="*/ 44 h 4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44">
                    <a:moveTo>
                      <a:pt x="0" y="0"/>
                    </a:moveTo>
                    <a:lnTo>
                      <a:pt x="0" y="44"/>
                    </a:lnTo>
                    <a:lnTo>
                      <a:pt x="1" y="44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5" name="Freeform 48">
                <a:extLst>
                  <a:ext uri="{FF2B5EF4-FFF2-40B4-BE49-F238E27FC236}">
                    <a16:creationId xmlns:a16="http://schemas.microsoft.com/office/drawing/2014/main" id="{843D6608-5AAB-427D-E127-699F0506EE6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38" y="953"/>
                <a:ext cx="1" cy="423"/>
              </a:xfrm>
              <a:custGeom>
                <a:avLst/>
                <a:gdLst>
                  <a:gd name="T0" fmla="*/ 0 w 1"/>
                  <a:gd name="T1" fmla="*/ 0 h 1271"/>
                  <a:gd name="T2" fmla="*/ 0 w 1"/>
                  <a:gd name="T3" fmla="*/ 0 h 1271"/>
                  <a:gd name="T4" fmla="*/ 1 w 1"/>
                  <a:gd name="T5" fmla="*/ 0 h 1271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1271"/>
                  <a:gd name="T11" fmla="*/ 1 w 1"/>
                  <a:gd name="T12" fmla="*/ 1271 h 127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1271">
                    <a:moveTo>
                      <a:pt x="0" y="0"/>
                    </a:moveTo>
                    <a:lnTo>
                      <a:pt x="0" y="1271"/>
                    </a:lnTo>
                    <a:lnTo>
                      <a:pt x="1" y="1271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6" name="Freeform 49">
                <a:extLst>
                  <a:ext uri="{FF2B5EF4-FFF2-40B4-BE49-F238E27FC236}">
                    <a16:creationId xmlns:a16="http://schemas.microsoft.com/office/drawing/2014/main" id="{0D1A1F52-3560-669E-07E2-4CB3AADB8A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38" y="909"/>
                <a:ext cx="1" cy="15"/>
              </a:xfrm>
              <a:custGeom>
                <a:avLst/>
                <a:gdLst>
                  <a:gd name="T0" fmla="*/ 0 w 1"/>
                  <a:gd name="T1" fmla="*/ 0 h 44"/>
                  <a:gd name="T2" fmla="*/ 0 w 1"/>
                  <a:gd name="T3" fmla="*/ 0 h 44"/>
                  <a:gd name="T4" fmla="*/ 1 w 1"/>
                  <a:gd name="T5" fmla="*/ 0 h 44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44"/>
                  <a:gd name="T11" fmla="*/ 1 w 1"/>
                  <a:gd name="T12" fmla="*/ 44 h 4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44">
                    <a:moveTo>
                      <a:pt x="0" y="0"/>
                    </a:moveTo>
                    <a:lnTo>
                      <a:pt x="0" y="44"/>
                    </a:lnTo>
                    <a:lnTo>
                      <a:pt x="1" y="44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42" name="Group 50">
              <a:extLst>
                <a:ext uri="{FF2B5EF4-FFF2-40B4-BE49-F238E27FC236}">
                  <a16:creationId xmlns:a16="http://schemas.microsoft.com/office/drawing/2014/main" id="{E4CC507E-EC70-9BBF-1F50-D7BC6E3634B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28" y="2985"/>
              <a:ext cx="1" cy="712"/>
              <a:chOff x="2838" y="2048"/>
              <a:chExt cx="1" cy="712"/>
            </a:xfrm>
          </p:grpSpPr>
          <p:sp>
            <p:nvSpPr>
              <p:cNvPr id="49" name="Freeform 51">
                <a:extLst>
                  <a:ext uri="{FF2B5EF4-FFF2-40B4-BE49-F238E27FC236}">
                    <a16:creationId xmlns:a16="http://schemas.microsoft.com/office/drawing/2014/main" id="{2DCBB804-4ADD-6E43-4B7D-B848BBCA86C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38" y="2048"/>
                <a:ext cx="1" cy="433"/>
              </a:xfrm>
              <a:custGeom>
                <a:avLst/>
                <a:gdLst>
                  <a:gd name="T0" fmla="*/ 0 w 1"/>
                  <a:gd name="T1" fmla="*/ 0 h 1299"/>
                  <a:gd name="T2" fmla="*/ 0 w 1"/>
                  <a:gd name="T3" fmla="*/ 0 h 1299"/>
                  <a:gd name="T4" fmla="*/ 1 w 1"/>
                  <a:gd name="T5" fmla="*/ 0 h 1299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1299"/>
                  <a:gd name="T11" fmla="*/ 1 w 1"/>
                  <a:gd name="T12" fmla="*/ 1299 h 129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1299">
                    <a:moveTo>
                      <a:pt x="0" y="0"/>
                    </a:moveTo>
                    <a:lnTo>
                      <a:pt x="0" y="1299"/>
                    </a:lnTo>
                    <a:lnTo>
                      <a:pt x="1" y="1299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0" name="Freeform 52">
                <a:extLst>
                  <a:ext uri="{FF2B5EF4-FFF2-40B4-BE49-F238E27FC236}">
                    <a16:creationId xmlns:a16="http://schemas.microsoft.com/office/drawing/2014/main" id="{4BB44718-011C-1EE7-3F3F-BE9B7F6EE7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38" y="2588"/>
                <a:ext cx="1" cy="172"/>
              </a:xfrm>
              <a:custGeom>
                <a:avLst/>
                <a:gdLst>
                  <a:gd name="T0" fmla="*/ 0 w 1"/>
                  <a:gd name="T1" fmla="*/ 0 h 517"/>
                  <a:gd name="T2" fmla="*/ 0 w 1"/>
                  <a:gd name="T3" fmla="*/ 0 h 517"/>
                  <a:gd name="T4" fmla="*/ 1 w 1"/>
                  <a:gd name="T5" fmla="*/ 0 h 517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517"/>
                  <a:gd name="T11" fmla="*/ 1 w 1"/>
                  <a:gd name="T12" fmla="*/ 517 h 51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517">
                    <a:moveTo>
                      <a:pt x="0" y="0"/>
                    </a:moveTo>
                    <a:lnTo>
                      <a:pt x="0" y="517"/>
                    </a:lnTo>
                    <a:lnTo>
                      <a:pt x="1" y="517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1" name="Freeform 53">
                <a:extLst>
                  <a:ext uri="{FF2B5EF4-FFF2-40B4-BE49-F238E27FC236}">
                    <a16:creationId xmlns:a16="http://schemas.microsoft.com/office/drawing/2014/main" id="{1AE8B9D9-D531-33DB-5E7D-E0E982118D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38" y="2525"/>
                <a:ext cx="1" cy="22"/>
              </a:xfrm>
              <a:custGeom>
                <a:avLst/>
                <a:gdLst>
                  <a:gd name="T0" fmla="*/ 0 w 1"/>
                  <a:gd name="T1" fmla="*/ 0 h 67"/>
                  <a:gd name="T2" fmla="*/ 0 w 1"/>
                  <a:gd name="T3" fmla="*/ 0 h 67"/>
                  <a:gd name="T4" fmla="*/ 1 w 1"/>
                  <a:gd name="T5" fmla="*/ 0 h 67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67"/>
                  <a:gd name="T11" fmla="*/ 1 w 1"/>
                  <a:gd name="T12" fmla="*/ 67 h 6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67">
                    <a:moveTo>
                      <a:pt x="0" y="0"/>
                    </a:moveTo>
                    <a:lnTo>
                      <a:pt x="0" y="67"/>
                    </a:lnTo>
                    <a:lnTo>
                      <a:pt x="1" y="67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43" name="Group 54">
              <a:extLst>
                <a:ext uri="{FF2B5EF4-FFF2-40B4-BE49-F238E27FC236}">
                  <a16:creationId xmlns:a16="http://schemas.microsoft.com/office/drawing/2014/main" id="{68F9275B-901D-F504-B813-E35D5C4E2B4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68" y="3332"/>
              <a:ext cx="1103" cy="1"/>
              <a:chOff x="2278" y="2395"/>
              <a:chExt cx="1103" cy="1"/>
            </a:xfrm>
          </p:grpSpPr>
          <p:sp>
            <p:nvSpPr>
              <p:cNvPr id="44" name="Freeform 55">
                <a:extLst>
                  <a:ext uri="{FF2B5EF4-FFF2-40B4-BE49-F238E27FC236}">
                    <a16:creationId xmlns:a16="http://schemas.microsoft.com/office/drawing/2014/main" id="{D59F55CA-6ABD-BCF3-DB9A-0239A1F90F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78" y="2395"/>
                <a:ext cx="139" cy="1"/>
              </a:xfrm>
              <a:custGeom>
                <a:avLst/>
                <a:gdLst>
                  <a:gd name="T0" fmla="*/ 0 w 416"/>
                  <a:gd name="T1" fmla="*/ 0 h 1"/>
                  <a:gd name="T2" fmla="*/ 0 w 416"/>
                  <a:gd name="T3" fmla="*/ 0 h 1"/>
                  <a:gd name="T4" fmla="*/ 0 w 416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416"/>
                  <a:gd name="T10" fmla="*/ 0 h 1"/>
                  <a:gd name="T11" fmla="*/ 416 w 416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16" h="1">
                    <a:moveTo>
                      <a:pt x="0" y="0"/>
                    </a:moveTo>
                    <a:lnTo>
                      <a:pt x="414" y="0"/>
                    </a:lnTo>
                    <a:lnTo>
                      <a:pt x="416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5" name="Freeform 56">
                <a:extLst>
                  <a:ext uri="{FF2B5EF4-FFF2-40B4-BE49-F238E27FC236}">
                    <a16:creationId xmlns:a16="http://schemas.microsoft.com/office/drawing/2014/main" id="{BD4AFD23-B7BA-E10B-7FA2-4FE38884F85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52" y="2395"/>
                <a:ext cx="20" cy="1"/>
              </a:xfrm>
              <a:custGeom>
                <a:avLst/>
                <a:gdLst>
                  <a:gd name="T0" fmla="*/ 0 w 58"/>
                  <a:gd name="T1" fmla="*/ 0 h 1"/>
                  <a:gd name="T2" fmla="*/ 0 w 58"/>
                  <a:gd name="T3" fmla="*/ 0 h 1"/>
                  <a:gd name="T4" fmla="*/ 0 w 58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58"/>
                  <a:gd name="T10" fmla="*/ 0 h 1"/>
                  <a:gd name="T11" fmla="*/ 58 w 58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8" h="1">
                    <a:moveTo>
                      <a:pt x="0" y="0"/>
                    </a:moveTo>
                    <a:lnTo>
                      <a:pt x="56" y="0"/>
                    </a:lnTo>
                    <a:lnTo>
                      <a:pt x="58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6" name="Freeform 57">
                <a:extLst>
                  <a:ext uri="{FF2B5EF4-FFF2-40B4-BE49-F238E27FC236}">
                    <a16:creationId xmlns:a16="http://schemas.microsoft.com/office/drawing/2014/main" id="{F4A8CA67-2CCC-8AFC-381E-028B90E379A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15" y="2395"/>
                <a:ext cx="450" cy="1"/>
              </a:xfrm>
              <a:custGeom>
                <a:avLst/>
                <a:gdLst>
                  <a:gd name="T0" fmla="*/ 0 w 1349"/>
                  <a:gd name="T1" fmla="*/ 0 h 1"/>
                  <a:gd name="T2" fmla="*/ 0 w 1349"/>
                  <a:gd name="T3" fmla="*/ 0 h 1"/>
                  <a:gd name="T4" fmla="*/ 0 w 1349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1349"/>
                  <a:gd name="T10" fmla="*/ 0 h 1"/>
                  <a:gd name="T11" fmla="*/ 1349 w 1349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349" h="1">
                    <a:moveTo>
                      <a:pt x="0" y="0"/>
                    </a:moveTo>
                    <a:lnTo>
                      <a:pt x="1347" y="0"/>
                    </a:lnTo>
                    <a:lnTo>
                      <a:pt x="1349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7" name="Freeform 58">
                <a:extLst>
                  <a:ext uri="{FF2B5EF4-FFF2-40B4-BE49-F238E27FC236}">
                    <a16:creationId xmlns:a16="http://schemas.microsoft.com/office/drawing/2014/main" id="{45255649-0BE8-BF75-2810-2017083F32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01" y="2395"/>
                <a:ext cx="15" cy="1"/>
              </a:xfrm>
              <a:custGeom>
                <a:avLst/>
                <a:gdLst>
                  <a:gd name="T0" fmla="*/ 0 w 45"/>
                  <a:gd name="T1" fmla="*/ 0 h 1"/>
                  <a:gd name="T2" fmla="*/ 0 w 45"/>
                  <a:gd name="T3" fmla="*/ 0 h 1"/>
                  <a:gd name="T4" fmla="*/ 0 w 45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45"/>
                  <a:gd name="T10" fmla="*/ 0 h 1"/>
                  <a:gd name="T11" fmla="*/ 45 w 45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5" h="1">
                    <a:moveTo>
                      <a:pt x="0" y="0"/>
                    </a:moveTo>
                    <a:lnTo>
                      <a:pt x="44" y="0"/>
                    </a:lnTo>
                    <a:lnTo>
                      <a:pt x="45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8" name="Freeform 59">
                <a:extLst>
                  <a:ext uri="{FF2B5EF4-FFF2-40B4-BE49-F238E27FC236}">
                    <a16:creationId xmlns:a16="http://schemas.microsoft.com/office/drawing/2014/main" id="{427BAF6F-B109-A1B0-DF22-8970672C57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9" y="2395"/>
                <a:ext cx="322" cy="1"/>
              </a:xfrm>
              <a:custGeom>
                <a:avLst/>
                <a:gdLst>
                  <a:gd name="T0" fmla="*/ 0 w 967"/>
                  <a:gd name="T1" fmla="*/ 0 h 1"/>
                  <a:gd name="T2" fmla="*/ 0 w 967"/>
                  <a:gd name="T3" fmla="*/ 0 h 1"/>
                  <a:gd name="T4" fmla="*/ 0 w 967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967"/>
                  <a:gd name="T10" fmla="*/ 0 h 1"/>
                  <a:gd name="T11" fmla="*/ 967 w 967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967" h="1">
                    <a:moveTo>
                      <a:pt x="0" y="0"/>
                    </a:moveTo>
                    <a:lnTo>
                      <a:pt x="966" y="0"/>
                    </a:lnTo>
                    <a:lnTo>
                      <a:pt x="967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</p:grpSp>
      <p:grpSp>
        <p:nvGrpSpPr>
          <p:cNvPr id="62" name="Group 60">
            <a:extLst>
              <a:ext uri="{FF2B5EF4-FFF2-40B4-BE49-F238E27FC236}">
                <a16:creationId xmlns:a16="http://schemas.microsoft.com/office/drawing/2014/main" id="{DE38498F-10F2-4A08-4A16-829B6AD25B82}"/>
              </a:ext>
            </a:extLst>
          </p:cNvPr>
          <p:cNvGrpSpPr>
            <a:grpSpLocks/>
          </p:cNvGrpSpPr>
          <p:nvPr/>
        </p:nvGrpSpPr>
        <p:grpSpPr bwMode="auto">
          <a:xfrm>
            <a:off x="6825476" y="2883123"/>
            <a:ext cx="1746250" cy="2743200"/>
            <a:chOff x="3994" y="1782"/>
            <a:chExt cx="1244" cy="1955"/>
          </a:xfrm>
        </p:grpSpPr>
        <p:sp>
          <p:nvSpPr>
            <p:cNvPr id="63" name="Line 61">
              <a:extLst>
                <a:ext uri="{FF2B5EF4-FFF2-40B4-BE49-F238E27FC236}">
                  <a16:creationId xmlns:a16="http://schemas.microsoft.com/office/drawing/2014/main" id="{E724D570-EE79-007B-205C-885BB112AD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98" y="3097"/>
              <a:ext cx="0" cy="47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4" name="Line 62">
              <a:extLst>
                <a:ext uri="{FF2B5EF4-FFF2-40B4-BE49-F238E27FC236}">
                  <a16:creationId xmlns:a16="http://schemas.microsoft.com/office/drawing/2014/main" id="{CBC7B057-3C70-3CE0-85D7-F983D2817D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87" y="3572"/>
              <a:ext cx="317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5" name="Line 63">
              <a:extLst>
                <a:ext uri="{FF2B5EF4-FFF2-40B4-BE49-F238E27FC236}">
                  <a16:creationId xmlns:a16="http://schemas.microsoft.com/office/drawing/2014/main" id="{1D6DA47B-C189-3FC1-C1C1-0F561249D1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87" y="3097"/>
              <a:ext cx="317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6" name="Line 64">
              <a:extLst>
                <a:ext uri="{FF2B5EF4-FFF2-40B4-BE49-F238E27FC236}">
                  <a16:creationId xmlns:a16="http://schemas.microsoft.com/office/drawing/2014/main" id="{E499DA0F-4C4F-80D6-BE53-B798F99102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37" y="3097"/>
              <a:ext cx="0" cy="475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7" name="Line 65">
              <a:extLst>
                <a:ext uri="{FF2B5EF4-FFF2-40B4-BE49-F238E27FC236}">
                  <a16:creationId xmlns:a16="http://schemas.microsoft.com/office/drawing/2014/main" id="{0810B1C6-E113-0483-F7A1-586A784ED68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88" y="3572"/>
              <a:ext cx="349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8" name="Line 66">
              <a:extLst>
                <a:ext uri="{FF2B5EF4-FFF2-40B4-BE49-F238E27FC236}">
                  <a16:creationId xmlns:a16="http://schemas.microsoft.com/office/drawing/2014/main" id="{456D3AF6-8C9C-8A5F-FCD5-AEFD8C18792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88" y="3097"/>
              <a:ext cx="349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9" name="Line 67">
              <a:extLst>
                <a:ext uri="{FF2B5EF4-FFF2-40B4-BE49-F238E27FC236}">
                  <a16:creationId xmlns:a16="http://schemas.microsoft.com/office/drawing/2014/main" id="{D3B4CA62-E66F-2176-C286-130FAAFCE5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99" y="1890"/>
              <a:ext cx="621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0" name="Line 68">
              <a:extLst>
                <a:ext uri="{FF2B5EF4-FFF2-40B4-BE49-F238E27FC236}">
                  <a16:creationId xmlns:a16="http://schemas.microsoft.com/office/drawing/2014/main" id="{E30508C0-0F38-9319-95CB-E1819BFA13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20" y="1890"/>
              <a:ext cx="0" cy="233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1" name="Line 69">
              <a:extLst>
                <a:ext uri="{FF2B5EF4-FFF2-40B4-BE49-F238E27FC236}">
                  <a16:creationId xmlns:a16="http://schemas.microsoft.com/office/drawing/2014/main" id="{E9952F7E-180C-C7D8-9082-5EF0613EDC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20" y="2124"/>
              <a:ext cx="217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2" name="Line 70">
              <a:extLst>
                <a:ext uri="{FF2B5EF4-FFF2-40B4-BE49-F238E27FC236}">
                  <a16:creationId xmlns:a16="http://schemas.microsoft.com/office/drawing/2014/main" id="{5394E67B-9364-C3F7-3353-4A7DC11AE5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26" y="2124"/>
              <a:ext cx="0" cy="467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3" name="Line 71">
              <a:extLst>
                <a:ext uri="{FF2B5EF4-FFF2-40B4-BE49-F238E27FC236}">
                  <a16:creationId xmlns:a16="http://schemas.microsoft.com/office/drawing/2014/main" id="{02430563-C498-001F-0D1C-9F94C20CFAC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920" y="2591"/>
              <a:ext cx="217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4" name="Line 72">
              <a:extLst>
                <a:ext uri="{FF2B5EF4-FFF2-40B4-BE49-F238E27FC236}">
                  <a16:creationId xmlns:a16="http://schemas.microsoft.com/office/drawing/2014/main" id="{8FECA7EB-C6BD-32EC-653F-A434BE2C5D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20" y="2591"/>
              <a:ext cx="0" cy="233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5" name="Line 73">
              <a:extLst>
                <a:ext uri="{FF2B5EF4-FFF2-40B4-BE49-F238E27FC236}">
                  <a16:creationId xmlns:a16="http://schemas.microsoft.com/office/drawing/2014/main" id="{E0DF86AC-1FEE-28B5-A8A9-3F9D669D1BB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99" y="2823"/>
              <a:ext cx="621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6" name="Line 74">
              <a:extLst>
                <a:ext uri="{FF2B5EF4-FFF2-40B4-BE49-F238E27FC236}">
                  <a16:creationId xmlns:a16="http://schemas.microsoft.com/office/drawing/2014/main" id="{547D563C-12F8-11B5-AF24-50CAC42A011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99" y="2591"/>
              <a:ext cx="0" cy="243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7" name="Line 75">
              <a:extLst>
                <a:ext uri="{FF2B5EF4-FFF2-40B4-BE49-F238E27FC236}">
                  <a16:creationId xmlns:a16="http://schemas.microsoft.com/office/drawing/2014/main" id="{2AF113A0-7E61-B44E-0283-DF0A068328D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087" y="2591"/>
              <a:ext cx="212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8" name="Line 76">
              <a:extLst>
                <a:ext uri="{FF2B5EF4-FFF2-40B4-BE49-F238E27FC236}">
                  <a16:creationId xmlns:a16="http://schemas.microsoft.com/office/drawing/2014/main" id="{139AE4AF-1B0E-18C2-4044-81ACF9F96F4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87" y="2124"/>
              <a:ext cx="0" cy="467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9" name="Line 77">
              <a:extLst>
                <a:ext uri="{FF2B5EF4-FFF2-40B4-BE49-F238E27FC236}">
                  <a16:creationId xmlns:a16="http://schemas.microsoft.com/office/drawing/2014/main" id="{13644283-6BEF-28BA-1AEC-97F844EF0D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87" y="2124"/>
              <a:ext cx="212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0" name="Line 78">
              <a:extLst>
                <a:ext uri="{FF2B5EF4-FFF2-40B4-BE49-F238E27FC236}">
                  <a16:creationId xmlns:a16="http://schemas.microsoft.com/office/drawing/2014/main" id="{5C7E2B27-087F-4276-E353-F3730A50EC3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99" y="1891"/>
              <a:ext cx="0" cy="244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1" name="Oval 79">
              <a:extLst>
                <a:ext uri="{FF2B5EF4-FFF2-40B4-BE49-F238E27FC236}">
                  <a16:creationId xmlns:a16="http://schemas.microsoft.com/office/drawing/2014/main" id="{8FE25FE4-1E36-B8F2-CAD8-098C99EF88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94" y="3041"/>
              <a:ext cx="621" cy="584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2" name="Freeform 80">
              <a:extLst>
                <a:ext uri="{FF2B5EF4-FFF2-40B4-BE49-F238E27FC236}">
                  <a16:creationId xmlns:a16="http://schemas.microsoft.com/office/drawing/2014/main" id="{E74C82D0-9433-F79F-7769-9F3D873A1CC3}"/>
                </a:ext>
              </a:extLst>
            </p:cNvPr>
            <p:cNvSpPr>
              <a:spLocks/>
            </p:cNvSpPr>
            <p:nvPr/>
          </p:nvSpPr>
          <p:spPr bwMode="auto">
            <a:xfrm>
              <a:off x="4844" y="2122"/>
              <a:ext cx="81" cy="469"/>
            </a:xfrm>
            <a:custGeom>
              <a:avLst/>
              <a:gdLst>
                <a:gd name="T0" fmla="*/ 80 w 81"/>
                <a:gd name="T1" fmla="*/ 0 h 469"/>
                <a:gd name="T2" fmla="*/ 22 w 81"/>
                <a:gd name="T3" fmla="*/ 124 h 469"/>
                <a:gd name="T4" fmla="*/ 0 w 81"/>
                <a:gd name="T5" fmla="*/ 236 h 469"/>
                <a:gd name="T6" fmla="*/ 22 w 81"/>
                <a:gd name="T7" fmla="*/ 347 h 469"/>
                <a:gd name="T8" fmla="*/ 80 w 81"/>
                <a:gd name="T9" fmla="*/ 469 h 469"/>
                <a:gd name="T10" fmla="*/ 81 w 81"/>
                <a:gd name="T11" fmla="*/ 469 h 46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81"/>
                <a:gd name="T19" fmla="*/ 0 h 469"/>
                <a:gd name="T20" fmla="*/ 81 w 81"/>
                <a:gd name="T21" fmla="*/ 469 h 469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81" h="469">
                  <a:moveTo>
                    <a:pt x="80" y="0"/>
                  </a:moveTo>
                  <a:lnTo>
                    <a:pt x="22" y="124"/>
                  </a:lnTo>
                  <a:lnTo>
                    <a:pt x="0" y="236"/>
                  </a:lnTo>
                  <a:lnTo>
                    <a:pt x="22" y="347"/>
                  </a:lnTo>
                  <a:lnTo>
                    <a:pt x="80" y="469"/>
                  </a:lnTo>
                  <a:lnTo>
                    <a:pt x="81" y="469"/>
                  </a:lnTo>
                </a:path>
              </a:pathLst>
            </a:custGeom>
            <a:noFill/>
            <a:ln w="38100" cmpd="sng">
              <a:solidFill>
                <a:srgbClr val="C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3" name="Freeform 81">
              <a:extLst>
                <a:ext uri="{FF2B5EF4-FFF2-40B4-BE49-F238E27FC236}">
                  <a16:creationId xmlns:a16="http://schemas.microsoft.com/office/drawing/2014/main" id="{6F8F3EA1-9CE6-2A90-2F9F-948D908F3D43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8" y="2122"/>
              <a:ext cx="90" cy="469"/>
            </a:xfrm>
            <a:custGeom>
              <a:avLst/>
              <a:gdLst>
                <a:gd name="T0" fmla="*/ 0 w 90"/>
                <a:gd name="T1" fmla="*/ 469 h 469"/>
                <a:gd name="T2" fmla="*/ 79 w 90"/>
                <a:gd name="T3" fmla="*/ 336 h 469"/>
                <a:gd name="T4" fmla="*/ 90 w 90"/>
                <a:gd name="T5" fmla="*/ 236 h 469"/>
                <a:gd name="T6" fmla="*/ 79 w 90"/>
                <a:gd name="T7" fmla="*/ 124 h 469"/>
                <a:gd name="T8" fmla="*/ 0 w 90"/>
                <a:gd name="T9" fmla="*/ 0 h 469"/>
                <a:gd name="T10" fmla="*/ 0 w 90"/>
                <a:gd name="T11" fmla="*/ 0 h 46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90"/>
                <a:gd name="T19" fmla="*/ 0 h 469"/>
                <a:gd name="T20" fmla="*/ 90 w 90"/>
                <a:gd name="T21" fmla="*/ 469 h 469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90" h="469">
                  <a:moveTo>
                    <a:pt x="0" y="469"/>
                  </a:moveTo>
                  <a:lnTo>
                    <a:pt x="79" y="336"/>
                  </a:lnTo>
                  <a:lnTo>
                    <a:pt x="90" y="236"/>
                  </a:lnTo>
                  <a:lnTo>
                    <a:pt x="79" y="124"/>
                  </a:lnTo>
                  <a:lnTo>
                    <a:pt x="0" y="0"/>
                  </a:lnTo>
                </a:path>
              </a:pathLst>
            </a:custGeom>
            <a:noFill/>
            <a:ln w="38100" cmpd="sng">
              <a:solidFill>
                <a:srgbClr val="C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84" name="Group 82">
              <a:extLst>
                <a:ext uri="{FF2B5EF4-FFF2-40B4-BE49-F238E27FC236}">
                  <a16:creationId xmlns:a16="http://schemas.microsoft.com/office/drawing/2014/main" id="{5246FB17-82DA-1F0E-169F-47B677DB327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04" y="2356"/>
              <a:ext cx="1234" cy="1"/>
              <a:chOff x="3950" y="1265"/>
              <a:chExt cx="1234" cy="1"/>
            </a:xfrm>
          </p:grpSpPr>
          <p:sp>
            <p:nvSpPr>
              <p:cNvPr id="103" name="Freeform 83">
                <a:extLst>
                  <a:ext uri="{FF2B5EF4-FFF2-40B4-BE49-F238E27FC236}">
                    <a16:creationId xmlns:a16="http://schemas.microsoft.com/office/drawing/2014/main" id="{C4AAE6EC-412B-170F-E25F-F541D5BB51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50" y="1265"/>
                <a:ext cx="207" cy="1"/>
              </a:xfrm>
              <a:custGeom>
                <a:avLst/>
                <a:gdLst>
                  <a:gd name="T0" fmla="*/ 0 w 621"/>
                  <a:gd name="T1" fmla="*/ 0 h 1"/>
                  <a:gd name="T2" fmla="*/ 0 w 621"/>
                  <a:gd name="T3" fmla="*/ 0 h 1"/>
                  <a:gd name="T4" fmla="*/ 0 w 621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621"/>
                  <a:gd name="T10" fmla="*/ 0 h 1"/>
                  <a:gd name="T11" fmla="*/ 621 w 621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621" h="1">
                    <a:moveTo>
                      <a:pt x="0" y="0"/>
                    </a:moveTo>
                    <a:lnTo>
                      <a:pt x="620" y="0"/>
                    </a:lnTo>
                    <a:lnTo>
                      <a:pt x="621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4" name="Freeform 84">
                <a:extLst>
                  <a:ext uri="{FF2B5EF4-FFF2-40B4-BE49-F238E27FC236}">
                    <a16:creationId xmlns:a16="http://schemas.microsoft.com/office/drawing/2014/main" id="{17FA86A3-E00E-4AE1-F511-ECC745D693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70" y="1265"/>
                <a:ext cx="596" cy="1"/>
              </a:xfrm>
              <a:custGeom>
                <a:avLst/>
                <a:gdLst>
                  <a:gd name="T0" fmla="*/ 0 w 1787"/>
                  <a:gd name="T1" fmla="*/ 0 h 1"/>
                  <a:gd name="T2" fmla="*/ 0 w 1787"/>
                  <a:gd name="T3" fmla="*/ 0 h 1"/>
                  <a:gd name="T4" fmla="*/ 0 w 1787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1787"/>
                  <a:gd name="T10" fmla="*/ 0 h 1"/>
                  <a:gd name="T11" fmla="*/ 1787 w 1787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787" h="1">
                    <a:moveTo>
                      <a:pt x="0" y="0"/>
                    </a:moveTo>
                    <a:lnTo>
                      <a:pt x="1785" y="0"/>
                    </a:lnTo>
                    <a:lnTo>
                      <a:pt x="1787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5" name="Freeform 85">
                <a:extLst>
                  <a:ext uri="{FF2B5EF4-FFF2-40B4-BE49-F238E27FC236}">
                    <a16:creationId xmlns:a16="http://schemas.microsoft.com/office/drawing/2014/main" id="{08982635-CCA0-29E1-FE05-02188FDF15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04" y="1265"/>
                <a:ext cx="19" cy="1"/>
              </a:xfrm>
              <a:custGeom>
                <a:avLst/>
                <a:gdLst>
                  <a:gd name="T0" fmla="*/ 0 w 56"/>
                  <a:gd name="T1" fmla="*/ 0 h 1"/>
                  <a:gd name="T2" fmla="*/ 0 w 56"/>
                  <a:gd name="T3" fmla="*/ 0 h 1"/>
                  <a:gd name="T4" fmla="*/ 0 w 56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56"/>
                  <a:gd name="T10" fmla="*/ 0 h 1"/>
                  <a:gd name="T11" fmla="*/ 56 w 56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6" h="1">
                    <a:moveTo>
                      <a:pt x="0" y="0"/>
                    </a:moveTo>
                    <a:lnTo>
                      <a:pt x="55" y="0"/>
                    </a:lnTo>
                    <a:lnTo>
                      <a:pt x="56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6" name="Freeform 86">
                <a:extLst>
                  <a:ext uri="{FF2B5EF4-FFF2-40B4-BE49-F238E27FC236}">
                    <a16:creationId xmlns:a16="http://schemas.microsoft.com/office/drawing/2014/main" id="{CFB8C8D2-07E9-09C6-75E0-6A4722959A6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09" y="1265"/>
                <a:ext cx="18" cy="1"/>
              </a:xfrm>
              <a:custGeom>
                <a:avLst/>
                <a:gdLst>
                  <a:gd name="T0" fmla="*/ 0 w 55"/>
                  <a:gd name="T1" fmla="*/ 0 h 1"/>
                  <a:gd name="T2" fmla="*/ 0 w 55"/>
                  <a:gd name="T3" fmla="*/ 0 h 1"/>
                  <a:gd name="T4" fmla="*/ 0 w 55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55"/>
                  <a:gd name="T10" fmla="*/ 0 h 1"/>
                  <a:gd name="T11" fmla="*/ 55 w 55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5" h="1">
                    <a:moveTo>
                      <a:pt x="0" y="0"/>
                    </a:moveTo>
                    <a:lnTo>
                      <a:pt x="54" y="0"/>
                    </a:lnTo>
                    <a:lnTo>
                      <a:pt x="55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7" name="Freeform 87">
                <a:extLst>
                  <a:ext uri="{FF2B5EF4-FFF2-40B4-BE49-F238E27FC236}">
                    <a16:creationId xmlns:a16="http://schemas.microsoft.com/office/drawing/2014/main" id="{A5DE3D3C-0ACA-094E-F674-D39239B17E6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71" y="1265"/>
                <a:ext cx="213" cy="1"/>
              </a:xfrm>
              <a:custGeom>
                <a:avLst/>
                <a:gdLst>
                  <a:gd name="T0" fmla="*/ 0 w 639"/>
                  <a:gd name="T1" fmla="*/ 0 h 1"/>
                  <a:gd name="T2" fmla="*/ 0 w 639"/>
                  <a:gd name="T3" fmla="*/ 0 h 1"/>
                  <a:gd name="T4" fmla="*/ 0 w 639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639"/>
                  <a:gd name="T10" fmla="*/ 0 h 1"/>
                  <a:gd name="T11" fmla="*/ 639 w 639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639" h="1">
                    <a:moveTo>
                      <a:pt x="0" y="0"/>
                    </a:moveTo>
                    <a:lnTo>
                      <a:pt x="637" y="0"/>
                    </a:lnTo>
                    <a:lnTo>
                      <a:pt x="639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85" name="Group 88">
              <a:extLst>
                <a:ext uri="{FF2B5EF4-FFF2-40B4-BE49-F238E27FC236}">
                  <a16:creationId xmlns:a16="http://schemas.microsoft.com/office/drawing/2014/main" id="{FCAD00C5-276D-8409-FF2C-89814CC2BE6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12" y="1782"/>
              <a:ext cx="1" cy="1131"/>
              <a:chOff x="4558" y="691"/>
              <a:chExt cx="1" cy="1131"/>
            </a:xfrm>
          </p:grpSpPr>
          <p:sp>
            <p:nvSpPr>
              <p:cNvPr id="98" name="Freeform 89">
                <a:extLst>
                  <a:ext uri="{FF2B5EF4-FFF2-40B4-BE49-F238E27FC236}">
                    <a16:creationId xmlns:a16="http://schemas.microsoft.com/office/drawing/2014/main" id="{2EBDEA0C-9929-FCC2-C4DE-F62379E9E3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58" y="691"/>
                <a:ext cx="1" cy="255"/>
              </a:xfrm>
              <a:custGeom>
                <a:avLst/>
                <a:gdLst>
                  <a:gd name="T0" fmla="*/ 0 w 1"/>
                  <a:gd name="T1" fmla="*/ 0 h 765"/>
                  <a:gd name="T2" fmla="*/ 0 w 1"/>
                  <a:gd name="T3" fmla="*/ 0 h 765"/>
                  <a:gd name="T4" fmla="*/ 1 w 1"/>
                  <a:gd name="T5" fmla="*/ 0 h 765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765"/>
                  <a:gd name="T11" fmla="*/ 1 w 1"/>
                  <a:gd name="T12" fmla="*/ 765 h 76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765">
                    <a:moveTo>
                      <a:pt x="0" y="0"/>
                    </a:moveTo>
                    <a:lnTo>
                      <a:pt x="0" y="765"/>
                    </a:lnTo>
                    <a:lnTo>
                      <a:pt x="1" y="765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9" name="Freeform 90">
                <a:extLst>
                  <a:ext uri="{FF2B5EF4-FFF2-40B4-BE49-F238E27FC236}">
                    <a16:creationId xmlns:a16="http://schemas.microsoft.com/office/drawing/2014/main" id="{7659DC20-5328-65CD-E8EB-5F43F2D3DA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58" y="1614"/>
                <a:ext cx="1" cy="208"/>
              </a:xfrm>
              <a:custGeom>
                <a:avLst/>
                <a:gdLst>
                  <a:gd name="T0" fmla="*/ 0 w 1"/>
                  <a:gd name="T1" fmla="*/ 0 h 623"/>
                  <a:gd name="T2" fmla="*/ 0 w 1"/>
                  <a:gd name="T3" fmla="*/ 0 h 623"/>
                  <a:gd name="T4" fmla="*/ 1 w 1"/>
                  <a:gd name="T5" fmla="*/ 0 h 623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623"/>
                  <a:gd name="T11" fmla="*/ 1 w 1"/>
                  <a:gd name="T12" fmla="*/ 623 h 62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623">
                    <a:moveTo>
                      <a:pt x="0" y="0"/>
                    </a:moveTo>
                    <a:lnTo>
                      <a:pt x="0" y="623"/>
                    </a:lnTo>
                    <a:lnTo>
                      <a:pt x="1" y="623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0" name="Freeform 91">
                <a:extLst>
                  <a:ext uri="{FF2B5EF4-FFF2-40B4-BE49-F238E27FC236}">
                    <a16:creationId xmlns:a16="http://schemas.microsoft.com/office/drawing/2014/main" id="{028A81E8-FC11-7AFC-1098-EA717C65C5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58" y="1541"/>
                <a:ext cx="1" cy="26"/>
              </a:xfrm>
              <a:custGeom>
                <a:avLst/>
                <a:gdLst>
                  <a:gd name="T0" fmla="*/ 0 w 1"/>
                  <a:gd name="T1" fmla="*/ 0 h 77"/>
                  <a:gd name="T2" fmla="*/ 0 w 1"/>
                  <a:gd name="T3" fmla="*/ 0 h 77"/>
                  <a:gd name="T4" fmla="*/ 1 w 1"/>
                  <a:gd name="T5" fmla="*/ 0 h 77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77"/>
                  <a:gd name="T11" fmla="*/ 1 w 1"/>
                  <a:gd name="T12" fmla="*/ 77 h 7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77">
                    <a:moveTo>
                      <a:pt x="0" y="0"/>
                    </a:moveTo>
                    <a:lnTo>
                      <a:pt x="0" y="77"/>
                    </a:lnTo>
                    <a:lnTo>
                      <a:pt x="1" y="77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1" name="Freeform 92">
                <a:extLst>
                  <a:ext uri="{FF2B5EF4-FFF2-40B4-BE49-F238E27FC236}">
                    <a16:creationId xmlns:a16="http://schemas.microsoft.com/office/drawing/2014/main" id="{E6C0BC81-982C-D777-98B2-9CC6E31F2A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58" y="1045"/>
                <a:ext cx="1" cy="452"/>
              </a:xfrm>
              <a:custGeom>
                <a:avLst/>
                <a:gdLst>
                  <a:gd name="T0" fmla="*/ 0 w 1"/>
                  <a:gd name="T1" fmla="*/ 0 h 1358"/>
                  <a:gd name="T2" fmla="*/ 0 w 1"/>
                  <a:gd name="T3" fmla="*/ 0 h 1358"/>
                  <a:gd name="T4" fmla="*/ 1 w 1"/>
                  <a:gd name="T5" fmla="*/ 0 h 1358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1358"/>
                  <a:gd name="T11" fmla="*/ 1 w 1"/>
                  <a:gd name="T12" fmla="*/ 1358 h 135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1358">
                    <a:moveTo>
                      <a:pt x="0" y="0"/>
                    </a:moveTo>
                    <a:lnTo>
                      <a:pt x="0" y="1358"/>
                    </a:lnTo>
                    <a:lnTo>
                      <a:pt x="1" y="1358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2" name="Freeform 93">
                <a:extLst>
                  <a:ext uri="{FF2B5EF4-FFF2-40B4-BE49-F238E27FC236}">
                    <a16:creationId xmlns:a16="http://schemas.microsoft.com/office/drawing/2014/main" id="{5F8843C2-932A-4C3F-7BD3-13F7C2E462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58" y="982"/>
                <a:ext cx="1" cy="22"/>
              </a:xfrm>
              <a:custGeom>
                <a:avLst/>
                <a:gdLst>
                  <a:gd name="T0" fmla="*/ 0 w 1"/>
                  <a:gd name="T1" fmla="*/ 0 h 67"/>
                  <a:gd name="T2" fmla="*/ 0 w 1"/>
                  <a:gd name="T3" fmla="*/ 0 h 67"/>
                  <a:gd name="T4" fmla="*/ 1 w 1"/>
                  <a:gd name="T5" fmla="*/ 0 h 67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67"/>
                  <a:gd name="T11" fmla="*/ 1 w 1"/>
                  <a:gd name="T12" fmla="*/ 67 h 6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67">
                    <a:moveTo>
                      <a:pt x="0" y="0"/>
                    </a:moveTo>
                    <a:lnTo>
                      <a:pt x="0" y="67"/>
                    </a:lnTo>
                    <a:lnTo>
                      <a:pt x="1" y="67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86" name="Group 94">
              <a:extLst>
                <a:ext uri="{FF2B5EF4-FFF2-40B4-BE49-F238E27FC236}">
                  <a16:creationId xmlns:a16="http://schemas.microsoft.com/office/drawing/2014/main" id="{2DAA7837-5608-1696-A6C6-2C6B9830EF2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94" y="3332"/>
              <a:ext cx="1234" cy="1"/>
              <a:chOff x="3940" y="2395"/>
              <a:chExt cx="1234" cy="1"/>
            </a:xfrm>
          </p:grpSpPr>
          <p:sp>
            <p:nvSpPr>
              <p:cNvPr id="93" name="Freeform 95">
                <a:extLst>
                  <a:ext uri="{FF2B5EF4-FFF2-40B4-BE49-F238E27FC236}">
                    <a16:creationId xmlns:a16="http://schemas.microsoft.com/office/drawing/2014/main" id="{37A5D149-D760-4AED-58A2-FB78AE2313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40" y="2395"/>
                <a:ext cx="140" cy="1"/>
              </a:xfrm>
              <a:custGeom>
                <a:avLst/>
                <a:gdLst>
                  <a:gd name="T0" fmla="*/ 0 w 421"/>
                  <a:gd name="T1" fmla="*/ 0 h 1"/>
                  <a:gd name="T2" fmla="*/ 0 w 421"/>
                  <a:gd name="T3" fmla="*/ 0 h 1"/>
                  <a:gd name="T4" fmla="*/ 0 w 421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421"/>
                  <a:gd name="T10" fmla="*/ 0 h 1"/>
                  <a:gd name="T11" fmla="*/ 421 w 421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21" h="1">
                    <a:moveTo>
                      <a:pt x="0" y="0"/>
                    </a:moveTo>
                    <a:lnTo>
                      <a:pt x="420" y="0"/>
                    </a:lnTo>
                    <a:lnTo>
                      <a:pt x="421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4" name="Freeform 96">
                <a:extLst>
                  <a:ext uri="{FF2B5EF4-FFF2-40B4-BE49-F238E27FC236}">
                    <a16:creationId xmlns:a16="http://schemas.microsoft.com/office/drawing/2014/main" id="{2AA672FA-EB16-25F1-250F-252730412B1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17" y="2395"/>
                <a:ext cx="14" cy="1"/>
              </a:xfrm>
              <a:custGeom>
                <a:avLst/>
                <a:gdLst>
                  <a:gd name="T0" fmla="*/ 0 w 44"/>
                  <a:gd name="T1" fmla="*/ 0 h 1"/>
                  <a:gd name="T2" fmla="*/ 0 w 44"/>
                  <a:gd name="T3" fmla="*/ 0 h 1"/>
                  <a:gd name="T4" fmla="*/ 0 w 44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44"/>
                  <a:gd name="T10" fmla="*/ 0 h 1"/>
                  <a:gd name="T11" fmla="*/ 44 w 44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4" h="1">
                    <a:moveTo>
                      <a:pt x="0" y="0"/>
                    </a:moveTo>
                    <a:lnTo>
                      <a:pt x="42" y="0"/>
                    </a:lnTo>
                    <a:lnTo>
                      <a:pt x="44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5" name="Freeform 97">
                <a:extLst>
                  <a:ext uri="{FF2B5EF4-FFF2-40B4-BE49-F238E27FC236}">
                    <a16:creationId xmlns:a16="http://schemas.microsoft.com/office/drawing/2014/main" id="{8DB4AD1F-A075-16B7-C6D8-609DCFE996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68" y="2395"/>
                <a:ext cx="504" cy="1"/>
              </a:xfrm>
              <a:custGeom>
                <a:avLst/>
                <a:gdLst>
                  <a:gd name="T0" fmla="*/ 0 w 1513"/>
                  <a:gd name="T1" fmla="*/ 0 h 1"/>
                  <a:gd name="T2" fmla="*/ 0 w 1513"/>
                  <a:gd name="T3" fmla="*/ 0 h 1"/>
                  <a:gd name="T4" fmla="*/ 0 w 1513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1513"/>
                  <a:gd name="T10" fmla="*/ 0 h 1"/>
                  <a:gd name="T11" fmla="*/ 1513 w 1513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513" h="1">
                    <a:moveTo>
                      <a:pt x="0" y="0"/>
                    </a:moveTo>
                    <a:lnTo>
                      <a:pt x="1511" y="0"/>
                    </a:lnTo>
                    <a:lnTo>
                      <a:pt x="1513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6" name="Freeform 98">
                <a:extLst>
                  <a:ext uri="{FF2B5EF4-FFF2-40B4-BE49-F238E27FC236}">
                    <a16:creationId xmlns:a16="http://schemas.microsoft.com/office/drawing/2014/main" id="{AFF8830B-ED09-47DB-0884-1C68319468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12" y="2395"/>
                <a:ext cx="22" cy="1"/>
              </a:xfrm>
              <a:custGeom>
                <a:avLst/>
                <a:gdLst>
                  <a:gd name="T0" fmla="*/ 0 w 67"/>
                  <a:gd name="T1" fmla="*/ 0 h 1"/>
                  <a:gd name="T2" fmla="*/ 0 w 67"/>
                  <a:gd name="T3" fmla="*/ 0 h 1"/>
                  <a:gd name="T4" fmla="*/ 0 w 67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67"/>
                  <a:gd name="T10" fmla="*/ 0 h 1"/>
                  <a:gd name="T11" fmla="*/ 67 w 67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67" h="1">
                    <a:moveTo>
                      <a:pt x="0" y="0"/>
                    </a:moveTo>
                    <a:lnTo>
                      <a:pt x="65" y="0"/>
                    </a:lnTo>
                    <a:lnTo>
                      <a:pt x="67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7" name="Freeform 99">
                <a:extLst>
                  <a:ext uri="{FF2B5EF4-FFF2-40B4-BE49-F238E27FC236}">
                    <a16:creationId xmlns:a16="http://schemas.microsoft.com/office/drawing/2014/main" id="{267BE674-9121-9F10-5B02-4C6EEA9BD55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74" y="2395"/>
                <a:ext cx="400" cy="1"/>
              </a:xfrm>
              <a:custGeom>
                <a:avLst/>
                <a:gdLst>
                  <a:gd name="T0" fmla="*/ 0 w 1200"/>
                  <a:gd name="T1" fmla="*/ 0 h 1"/>
                  <a:gd name="T2" fmla="*/ 0 w 1200"/>
                  <a:gd name="T3" fmla="*/ 0 h 1"/>
                  <a:gd name="T4" fmla="*/ 0 w 1200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1200"/>
                  <a:gd name="T10" fmla="*/ 0 h 1"/>
                  <a:gd name="T11" fmla="*/ 1200 w 1200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200" h="1">
                    <a:moveTo>
                      <a:pt x="0" y="0"/>
                    </a:moveTo>
                    <a:lnTo>
                      <a:pt x="1198" y="0"/>
                    </a:lnTo>
                    <a:lnTo>
                      <a:pt x="1200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87" name="Group 100">
              <a:extLst>
                <a:ext uri="{FF2B5EF4-FFF2-40B4-BE49-F238E27FC236}">
                  <a16:creationId xmlns:a16="http://schemas.microsoft.com/office/drawing/2014/main" id="{721375DE-FA3B-5D7C-582F-D44751FCB44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12" y="2945"/>
              <a:ext cx="1" cy="792"/>
              <a:chOff x="4558" y="2008"/>
              <a:chExt cx="1" cy="792"/>
            </a:xfrm>
          </p:grpSpPr>
          <p:sp>
            <p:nvSpPr>
              <p:cNvPr id="88" name="Freeform 101">
                <a:extLst>
                  <a:ext uri="{FF2B5EF4-FFF2-40B4-BE49-F238E27FC236}">
                    <a16:creationId xmlns:a16="http://schemas.microsoft.com/office/drawing/2014/main" id="{F404BB82-66E3-8D0B-6DB2-662E894C64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58" y="2008"/>
                <a:ext cx="1" cy="152"/>
              </a:xfrm>
              <a:custGeom>
                <a:avLst/>
                <a:gdLst>
                  <a:gd name="T0" fmla="*/ 0 w 1"/>
                  <a:gd name="T1" fmla="*/ 0 h 457"/>
                  <a:gd name="T2" fmla="*/ 0 w 1"/>
                  <a:gd name="T3" fmla="*/ 0 h 457"/>
                  <a:gd name="T4" fmla="*/ 1 w 1"/>
                  <a:gd name="T5" fmla="*/ 0 h 457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457"/>
                  <a:gd name="T11" fmla="*/ 1 w 1"/>
                  <a:gd name="T12" fmla="*/ 457 h 45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457">
                    <a:moveTo>
                      <a:pt x="0" y="0"/>
                    </a:moveTo>
                    <a:lnTo>
                      <a:pt x="0" y="457"/>
                    </a:lnTo>
                    <a:lnTo>
                      <a:pt x="1" y="457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9" name="Freeform 102">
                <a:extLst>
                  <a:ext uri="{FF2B5EF4-FFF2-40B4-BE49-F238E27FC236}">
                    <a16:creationId xmlns:a16="http://schemas.microsoft.com/office/drawing/2014/main" id="{A65F7E3A-FAAA-937E-1F29-7933D26BA9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58" y="2657"/>
                <a:ext cx="1" cy="143"/>
              </a:xfrm>
              <a:custGeom>
                <a:avLst/>
                <a:gdLst>
                  <a:gd name="T0" fmla="*/ 0 w 1"/>
                  <a:gd name="T1" fmla="*/ 0 h 429"/>
                  <a:gd name="T2" fmla="*/ 0 w 1"/>
                  <a:gd name="T3" fmla="*/ 0 h 429"/>
                  <a:gd name="T4" fmla="*/ 1 w 1"/>
                  <a:gd name="T5" fmla="*/ 0 h 429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429"/>
                  <a:gd name="T11" fmla="*/ 1 w 1"/>
                  <a:gd name="T12" fmla="*/ 429 h 42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429">
                    <a:moveTo>
                      <a:pt x="0" y="0"/>
                    </a:moveTo>
                    <a:lnTo>
                      <a:pt x="0" y="429"/>
                    </a:lnTo>
                    <a:lnTo>
                      <a:pt x="1" y="429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0" name="Freeform 103">
                <a:extLst>
                  <a:ext uri="{FF2B5EF4-FFF2-40B4-BE49-F238E27FC236}">
                    <a16:creationId xmlns:a16="http://schemas.microsoft.com/office/drawing/2014/main" id="{E89403FF-C1C6-0A4B-FA13-7E0A3859C9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58" y="2591"/>
                <a:ext cx="1" cy="23"/>
              </a:xfrm>
              <a:custGeom>
                <a:avLst/>
                <a:gdLst>
                  <a:gd name="T0" fmla="*/ 0 w 1"/>
                  <a:gd name="T1" fmla="*/ 0 h 67"/>
                  <a:gd name="T2" fmla="*/ 0 w 1"/>
                  <a:gd name="T3" fmla="*/ 0 h 67"/>
                  <a:gd name="T4" fmla="*/ 1 w 1"/>
                  <a:gd name="T5" fmla="*/ 0 h 67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67"/>
                  <a:gd name="T11" fmla="*/ 1 w 1"/>
                  <a:gd name="T12" fmla="*/ 67 h 6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67">
                    <a:moveTo>
                      <a:pt x="0" y="0"/>
                    </a:moveTo>
                    <a:lnTo>
                      <a:pt x="0" y="67"/>
                    </a:lnTo>
                    <a:lnTo>
                      <a:pt x="1" y="67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1" name="Freeform 104">
                <a:extLst>
                  <a:ext uri="{FF2B5EF4-FFF2-40B4-BE49-F238E27FC236}">
                    <a16:creationId xmlns:a16="http://schemas.microsoft.com/office/drawing/2014/main" id="{CB3BBBA7-A070-4B19-2E77-C32A4049CF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58" y="2256"/>
                <a:ext cx="1" cy="303"/>
              </a:xfrm>
              <a:custGeom>
                <a:avLst/>
                <a:gdLst>
                  <a:gd name="T0" fmla="*/ 0 w 1"/>
                  <a:gd name="T1" fmla="*/ 0 h 909"/>
                  <a:gd name="T2" fmla="*/ 0 w 1"/>
                  <a:gd name="T3" fmla="*/ 0 h 909"/>
                  <a:gd name="T4" fmla="*/ 1 w 1"/>
                  <a:gd name="T5" fmla="*/ 0 h 909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909"/>
                  <a:gd name="T11" fmla="*/ 1 w 1"/>
                  <a:gd name="T12" fmla="*/ 909 h 90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909">
                    <a:moveTo>
                      <a:pt x="0" y="0"/>
                    </a:moveTo>
                    <a:lnTo>
                      <a:pt x="0" y="909"/>
                    </a:lnTo>
                    <a:lnTo>
                      <a:pt x="1" y="909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2" name="Freeform 105">
                <a:extLst>
                  <a:ext uri="{FF2B5EF4-FFF2-40B4-BE49-F238E27FC236}">
                    <a16:creationId xmlns:a16="http://schemas.microsoft.com/office/drawing/2014/main" id="{73F847A9-39B1-CD8E-31FD-5FB9FCF6653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58" y="2193"/>
                <a:ext cx="1" cy="19"/>
              </a:xfrm>
              <a:custGeom>
                <a:avLst/>
                <a:gdLst>
                  <a:gd name="T0" fmla="*/ 0 w 1"/>
                  <a:gd name="T1" fmla="*/ 0 h 55"/>
                  <a:gd name="T2" fmla="*/ 0 w 1"/>
                  <a:gd name="T3" fmla="*/ 0 h 55"/>
                  <a:gd name="T4" fmla="*/ 1 w 1"/>
                  <a:gd name="T5" fmla="*/ 0 h 55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55"/>
                  <a:gd name="T11" fmla="*/ 1 w 1"/>
                  <a:gd name="T12" fmla="*/ 55 h 5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55">
                    <a:moveTo>
                      <a:pt x="0" y="0"/>
                    </a:moveTo>
                    <a:lnTo>
                      <a:pt x="0" y="55"/>
                    </a:lnTo>
                    <a:lnTo>
                      <a:pt x="1" y="55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</p:grpSp>
      <p:grpSp>
        <p:nvGrpSpPr>
          <p:cNvPr id="108" name="Group 106">
            <a:extLst>
              <a:ext uri="{FF2B5EF4-FFF2-40B4-BE49-F238E27FC236}">
                <a16:creationId xmlns:a16="http://schemas.microsoft.com/office/drawing/2014/main" id="{CB4B08E9-7666-F4D7-BE26-D8654FC54322}"/>
              </a:ext>
            </a:extLst>
          </p:cNvPr>
          <p:cNvGrpSpPr>
            <a:grpSpLocks/>
          </p:cNvGrpSpPr>
          <p:nvPr/>
        </p:nvGrpSpPr>
        <p:grpSpPr bwMode="auto">
          <a:xfrm>
            <a:off x="3323977" y="2827561"/>
            <a:ext cx="1673225" cy="2833687"/>
            <a:chOff x="594" y="1747"/>
            <a:chExt cx="1187" cy="2010"/>
          </a:xfrm>
        </p:grpSpPr>
        <p:sp>
          <p:nvSpPr>
            <p:cNvPr id="109" name="Line 107">
              <a:extLst>
                <a:ext uri="{FF2B5EF4-FFF2-40B4-BE49-F238E27FC236}">
                  <a16:creationId xmlns:a16="http://schemas.microsoft.com/office/drawing/2014/main" id="{29FBDA31-153C-6B13-A885-9C21677DF9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92" y="2048"/>
              <a:ext cx="0" cy="633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0" name="Line 108">
              <a:extLst>
                <a:ext uri="{FF2B5EF4-FFF2-40B4-BE49-F238E27FC236}">
                  <a16:creationId xmlns:a16="http://schemas.microsoft.com/office/drawing/2014/main" id="{7B0001CC-D800-6D09-A343-88EFD53D71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92" y="2670"/>
              <a:ext cx="278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1" name="Line 109">
              <a:extLst>
                <a:ext uri="{FF2B5EF4-FFF2-40B4-BE49-F238E27FC236}">
                  <a16:creationId xmlns:a16="http://schemas.microsoft.com/office/drawing/2014/main" id="{80B4D7E6-F1F1-EA94-95B4-58109441C8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55" y="2658"/>
              <a:ext cx="0" cy="176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2" name="Line 110">
              <a:extLst>
                <a:ext uri="{FF2B5EF4-FFF2-40B4-BE49-F238E27FC236}">
                  <a16:creationId xmlns:a16="http://schemas.microsoft.com/office/drawing/2014/main" id="{A5484AD2-E76F-48F0-90DF-1257D8A653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55" y="2834"/>
              <a:ext cx="468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3" name="Line 111">
              <a:extLst>
                <a:ext uri="{FF2B5EF4-FFF2-40B4-BE49-F238E27FC236}">
                  <a16:creationId xmlns:a16="http://schemas.microsoft.com/office/drawing/2014/main" id="{898642B1-BD75-ADAD-E313-936056BAE6C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27" y="2670"/>
              <a:ext cx="0" cy="164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4" name="Line 112">
              <a:extLst>
                <a:ext uri="{FF2B5EF4-FFF2-40B4-BE49-F238E27FC236}">
                  <a16:creationId xmlns:a16="http://schemas.microsoft.com/office/drawing/2014/main" id="{4778C6DF-6E60-EAE8-66E1-919106FF8C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16" y="2669"/>
              <a:ext cx="270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5" name="Line 113">
              <a:extLst>
                <a:ext uri="{FF2B5EF4-FFF2-40B4-BE49-F238E27FC236}">
                  <a16:creationId xmlns:a16="http://schemas.microsoft.com/office/drawing/2014/main" id="{4EEF975E-752D-DE24-5423-9E59EE76C21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86" y="2044"/>
              <a:ext cx="0" cy="625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6" name="Line 114">
              <a:extLst>
                <a:ext uri="{FF2B5EF4-FFF2-40B4-BE49-F238E27FC236}">
                  <a16:creationId xmlns:a16="http://schemas.microsoft.com/office/drawing/2014/main" id="{94523179-A8F6-C311-D28F-D5C03AEB33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22" y="2050"/>
              <a:ext cx="264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7" name="Line 115">
              <a:extLst>
                <a:ext uri="{FF2B5EF4-FFF2-40B4-BE49-F238E27FC236}">
                  <a16:creationId xmlns:a16="http://schemas.microsoft.com/office/drawing/2014/main" id="{116BEA5B-09CA-095B-7F82-2C6E4A314DE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22" y="1880"/>
              <a:ext cx="0" cy="17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8" name="Line 116">
              <a:extLst>
                <a:ext uri="{FF2B5EF4-FFF2-40B4-BE49-F238E27FC236}">
                  <a16:creationId xmlns:a16="http://schemas.microsoft.com/office/drawing/2014/main" id="{86D8CF12-4C7F-37AC-3517-6773EFF6411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46" y="1880"/>
              <a:ext cx="470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9" name="Line 117">
              <a:extLst>
                <a:ext uri="{FF2B5EF4-FFF2-40B4-BE49-F238E27FC236}">
                  <a16:creationId xmlns:a16="http://schemas.microsoft.com/office/drawing/2014/main" id="{75418903-DC69-8DDC-3E14-AFEFEB8C20D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55" y="1880"/>
              <a:ext cx="0" cy="164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0" name="Line 118">
              <a:extLst>
                <a:ext uri="{FF2B5EF4-FFF2-40B4-BE49-F238E27FC236}">
                  <a16:creationId xmlns:a16="http://schemas.microsoft.com/office/drawing/2014/main" id="{B5074C91-33E7-C7B3-FD65-2AA76A098D1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93" y="2048"/>
              <a:ext cx="262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1" name="Oval 119">
              <a:extLst>
                <a:ext uri="{FF2B5EF4-FFF2-40B4-BE49-F238E27FC236}">
                  <a16:creationId xmlns:a16="http://schemas.microsoft.com/office/drawing/2014/main" id="{5370683B-C53B-A62E-2083-6EF814CE6A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5" y="3119"/>
              <a:ext cx="461" cy="434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2" name="Rectangle 120">
              <a:extLst>
                <a:ext uri="{FF2B5EF4-FFF2-40B4-BE49-F238E27FC236}">
                  <a16:creationId xmlns:a16="http://schemas.microsoft.com/office/drawing/2014/main" id="{0EDDEDFC-241D-615D-2FD9-4709884015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2" y="3018"/>
              <a:ext cx="994" cy="628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3" name="Freeform 121">
              <a:extLst>
                <a:ext uri="{FF2B5EF4-FFF2-40B4-BE49-F238E27FC236}">
                  <a16:creationId xmlns:a16="http://schemas.microsoft.com/office/drawing/2014/main" id="{29D1D1B2-3FA6-CD3D-30E4-31C9C90D0938}"/>
                </a:ext>
              </a:extLst>
            </p:cNvPr>
            <p:cNvSpPr>
              <a:spLocks/>
            </p:cNvSpPr>
            <p:nvPr/>
          </p:nvSpPr>
          <p:spPr bwMode="auto">
            <a:xfrm>
              <a:off x="954" y="2043"/>
              <a:ext cx="469" cy="92"/>
            </a:xfrm>
            <a:custGeom>
              <a:avLst/>
              <a:gdLst>
                <a:gd name="T0" fmla="*/ 0 w 469"/>
                <a:gd name="T1" fmla="*/ 0 h 92"/>
                <a:gd name="T2" fmla="*/ 134 w 469"/>
                <a:gd name="T3" fmla="*/ 70 h 92"/>
                <a:gd name="T4" fmla="*/ 234 w 469"/>
                <a:gd name="T5" fmla="*/ 92 h 92"/>
                <a:gd name="T6" fmla="*/ 334 w 469"/>
                <a:gd name="T7" fmla="*/ 70 h 92"/>
                <a:gd name="T8" fmla="*/ 469 w 469"/>
                <a:gd name="T9" fmla="*/ 0 h 92"/>
                <a:gd name="T10" fmla="*/ 469 w 469"/>
                <a:gd name="T11" fmla="*/ 0 h 9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469"/>
                <a:gd name="T19" fmla="*/ 0 h 92"/>
                <a:gd name="T20" fmla="*/ 469 w 469"/>
                <a:gd name="T21" fmla="*/ 92 h 92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469" h="92">
                  <a:moveTo>
                    <a:pt x="0" y="0"/>
                  </a:moveTo>
                  <a:lnTo>
                    <a:pt x="134" y="70"/>
                  </a:lnTo>
                  <a:lnTo>
                    <a:pt x="234" y="92"/>
                  </a:lnTo>
                  <a:lnTo>
                    <a:pt x="334" y="70"/>
                  </a:lnTo>
                  <a:lnTo>
                    <a:pt x="469" y="0"/>
                  </a:lnTo>
                </a:path>
              </a:pathLst>
            </a:custGeom>
            <a:noFill/>
            <a:ln w="38100" cmpd="sng">
              <a:solidFill>
                <a:srgbClr val="C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4" name="Freeform 122">
              <a:extLst>
                <a:ext uri="{FF2B5EF4-FFF2-40B4-BE49-F238E27FC236}">
                  <a16:creationId xmlns:a16="http://schemas.microsoft.com/office/drawing/2014/main" id="{2DE8D6C0-9439-E66F-3B9C-86C5B1987491}"/>
                </a:ext>
              </a:extLst>
            </p:cNvPr>
            <p:cNvSpPr>
              <a:spLocks/>
            </p:cNvSpPr>
            <p:nvPr/>
          </p:nvSpPr>
          <p:spPr bwMode="auto">
            <a:xfrm>
              <a:off x="954" y="2580"/>
              <a:ext cx="468" cy="90"/>
            </a:xfrm>
            <a:custGeom>
              <a:avLst/>
              <a:gdLst>
                <a:gd name="T0" fmla="*/ 468 w 468"/>
                <a:gd name="T1" fmla="*/ 90 h 90"/>
                <a:gd name="T2" fmla="*/ 334 w 468"/>
                <a:gd name="T3" fmla="*/ 22 h 90"/>
                <a:gd name="T4" fmla="*/ 234 w 468"/>
                <a:gd name="T5" fmla="*/ 0 h 90"/>
                <a:gd name="T6" fmla="*/ 123 w 468"/>
                <a:gd name="T7" fmla="*/ 22 h 90"/>
                <a:gd name="T8" fmla="*/ 0 w 468"/>
                <a:gd name="T9" fmla="*/ 90 h 90"/>
                <a:gd name="T10" fmla="*/ 0 w 468"/>
                <a:gd name="T11" fmla="*/ 90 h 9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468"/>
                <a:gd name="T19" fmla="*/ 0 h 90"/>
                <a:gd name="T20" fmla="*/ 468 w 468"/>
                <a:gd name="T21" fmla="*/ 90 h 9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468" h="90">
                  <a:moveTo>
                    <a:pt x="468" y="90"/>
                  </a:moveTo>
                  <a:lnTo>
                    <a:pt x="334" y="22"/>
                  </a:lnTo>
                  <a:lnTo>
                    <a:pt x="234" y="0"/>
                  </a:lnTo>
                  <a:lnTo>
                    <a:pt x="123" y="22"/>
                  </a:lnTo>
                  <a:lnTo>
                    <a:pt x="0" y="90"/>
                  </a:lnTo>
                </a:path>
              </a:pathLst>
            </a:custGeom>
            <a:noFill/>
            <a:ln w="38100" cmpd="sng">
              <a:solidFill>
                <a:srgbClr val="C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125" name="Group 123">
              <a:extLst>
                <a:ext uri="{FF2B5EF4-FFF2-40B4-BE49-F238E27FC236}">
                  <a16:creationId xmlns:a16="http://schemas.microsoft.com/office/drawing/2014/main" id="{889F4E76-3A4E-A611-4259-FAEE856CF28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94" y="3332"/>
              <a:ext cx="1187" cy="1"/>
              <a:chOff x="617" y="2395"/>
              <a:chExt cx="1187" cy="1"/>
            </a:xfrm>
          </p:grpSpPr>
          <p:sp>
            <p:nvSpPr>
              <p:cNvPr id="142" name="Freeform 124">
                <a:extLst>
                  <a:ext uri="{FF2B5EF4-FFF2-40B4-BE49-F238E27FC236}">
                    <a16:creationId xmlns:a16="http://schemas.microsoft.com/office/drawing/2014/main" id="{EEAEC8E6-8CBA-4D29-E7BF-DBC851D3DA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17" y="2395"/>
                <a:ext cx="204" cy="1"/>
              </a:xfrm>
              <a:custGeom>
                <a:avLst/>
                <a:gdLst>
                  <a:gd name="T0" fmla="*/ 0 w 611"/>
                  <a:gd name="T1" fmla="*/ 0 h 1"/>
                  <a:gd name="T2" fmla="*/ 0 w 611"/>
                  <a:gd name="T3" fmla="*/ 0 h 1"/>
                  <a:gd name="T4" fmla="*/ 0 w 611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611"/>
                  <a:gd name="T10" fmla="*/ 0 h 1"/>
                  <a:gd name="T11" fmla="*/ 611 w 611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611" h="1">
                    <a:moveTo>
                      <a:pt x="0" y="0"/>
                    </a:moveTo>
                    <a:lnTo>
                      <a:pt x="609" y="0"/>
                    </a:lnTo>
                    <a:lnTo>
                      <a:pt x="611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43" name="Freeform 125">
                <a:extLst>
                  <a:ext uri="{FF2B5EF4-FFF2-40B4-BE49-F238E27FC236}">
                    <a16:creationId xmlns:a16="http://schemas.microsoft.com/office/drawing/2014/main" id="{A7EADD2F-15BB-1624-DF6E-B741BBFA7A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59" y="2395"/>
                <a:ext cx="20" cy="1"/>
              </a:xfrm>
              <a:custGeom>
                <a:avLst/>
                <a:gdLst>
                  <a:gd name="T0" fmla="*/ 0 w 62"/>
                  <a:gd name="T1" fmla="*/ 0 h 1"/>
                  <a:gd name="T2" fmla="*/ 0 w 62"/>
                  <a:gd name="T3" fmla="*/ 0 h 1"/>
                  <a:gd name="T4" fmla="*/ 0 w 62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62"/>
                  <a:gd name="T10" fmla="*/ 0 h 1"/>
                  <a:gd name="T11" fmla="*/ 62 w 62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62" h="1">
                    <a:moveTo>
                      <a:pt x="0" y="0"/>
                    </a:moveTo>
                    <a:lnTo>
                      <a:pt x="61" y="0"/>
                    </a:lnTo>
                    <a:lnTo>
                      <a:pt x="62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44" name="Freeform 126">
                <a:extLst>
                  <a:ext uri="{FF2B5EF4-FFF2-40B4-BE49-F238E27FC236}">
                    <a16:creationId xmlns:a16="http://schemas.microsoft.com/office/drawing/2014/main" id="{A5230E81-BFCF-3F28-0873-8B5FD69AE0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18" y="2395"/>
                <a:ext cx="602" cy="1"/>
              </a:xfrm>
              <a:custGeom>
                <a:avLst/>
                <a:gdLst>
                  <a:gd name="T0" fmla="*/ 0 w 1806"/>
                  <a:gd name="T1" fmla="*/ 0 h 1"/>
                  <a:gd name="T2" fmla="*/ 0 w 1806"/>
                  <a:gd name="T3" fmla="*/ 0 h 1"/>
                  <a:gd name="T4" fmla="*/ 0 w 1806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1806"/>
                  <a:gd name="T10" fmla="*/ 0 h 1"/>
                  <a:gd name="T11" fmla="*/ 1806 w 1806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806" h="1">
                    <a:moveTo>
                      <a:pt x="0" y="0"/>
                    </a:moveTo>
                    <a:lnTo>
                      <a:pt x="1805" y="0"/>
                    </a:lnTo>
                    <a:lnTo>
                      <a:pt x="1806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45" name="Freeform 127">
                <a:extLst>
                  <a:ext uri="{FF2B5EF4-FFF2-40B4-BE49-F238E27FC236}">
                    <a16:creationId xmlns:a16="http://schemas.microsoft.com/office/drawing/2014/main" id="{AB89A7B6-CBA2-51A1-7E8A-A5A33F3D727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59" y="2395"/>
                <a:ext cx="21" cy="1"/>
              </a:xfrm>
              <a:custGeom>
                <a:avLst/>
                <a:gdLst>
                  <a:gd name="T0" fmla="*/ 0 w 62"/>
                  <a:gd name="T1" fmla="*/ 0 h 1"/>
                  <a:gd name="T2" fmla="*/ 0 w 62"/>
                  <a:gd name="T3" fmla="*/ 0 h 1"/>
                  <a:gd name="T4" fmla="*/ 0 w 62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62"/>
                  <a:gd name="T10" fmla="*/ 0 h 1"/>
                  <a:gd name="T11" fmla="*/ 62 w 62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62" h="1">
                    <a:moveTo>
                      <a:pt x="0" y="0"/>
                    </a:moveTo>
                    <a:lnTo>
                      <a:pt x="61" y="0"/>
                    </a:lnTo>
                    <a:lnTo>
                      <a:pt x="62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46" name="Freeform 128">
                <a:extLst>
                  <a:ext uri="{FF2B5EF4-FFF2-40B4-BE49-F238E27FC236}">
                    <a16:creationId xmlns:a16="http://schemas.microsoft.com/office/drawing/2014/main" id="{8F3575AD-27AF-E331-BDF0-B27800DA4A8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4" y="2395"/>
                <a:ext cx="190" cy="1"/>
              </a:xfrm>
              <a:custGeom>
                <a:avLst/>
                <a:gdLst>
                  <a:gd name="T0" fmla="*/ 0 w 568"/>
                  <a:gd name="T1" fmla="*/ 0 h 1"/>
                  <a:gd name="T2" fmla="*/ 0 w 568"/>
                  <a:gd name="T3" fmla="*/ 0 h 1"/>
                  <a:gd name="T4" fmla="*/ 0 w 568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568"/>
                  <a:gd name="T10" fmla="*/ 0 h 1"/>
                  <a:gd name="T11" fmla="*/ 568 w 568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68" h="1">
                    <a:moveTo>
                      <a:pt x="0" y="0"/>
                    </a:moveTo>
                    <a:lnTo>
                      <a:pt x="566" y="0"/>
                    </a:lnTo>
                    <a:lnTo>
                      <a:pt x="568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26" name="Group 129">
              <a:extLst>
                <a:ext uri="{FF2B5EF4-FFF2-40B4-BE49-F238E27FC236}">
                  <a16:creationId xmlns:a16="http://schemas.microsoft.com/office/drawing/2014/main" id="{324975D1-8F7A-B982-C2DE-83C1404A499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88" y="2925"/>
              <a:ext cx="1" cy="832"/>
              <a:chOff x="1211" y="1988"/>
              <a:chExt cx="1" cy="832"/>
            </a:xfrm>
          </p:grpSpPr>
          <p:sp>
            <p:nvSpPr>
              <p:cNvPr id="139" name="Freeform 130">
                <a:extLst>
                  <a:ext uri="{FF2B5EF4-FFF2-40B4-BE49-F238E27FC236}">
                    <a16:creationId xmlns:a16="http://schemas.microsoft.com/office/drawing/2014/main" id="{C9764458-13E5-69F1-D558-1C46314715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11" y="1988"/>
                <a:ext cx="1" cy="251"/>
              </a:xfrm>
              <a:custGeom>
                <a:avLst/>
                <a:gdLst>
                  <a:gd name="T0" fmla="*/ 0 w 1"/>
                  <a:gd name="T1" fmla="*/ 0 h 752"/>
                  <a:gd name="T2" fmla="*/ 0 w 1"/>
                  <a:gd name="T3" fmla="*/ 0 h 752"/>
                  <a:gd name="T4" fmla="*/ 1 w 1"/>
                  <a:gd name="T5" fmla="*/ 0 h 752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752"/>
                  <a:gd name="T11" fmla="*/ 1 w 1"/>
                  <a:gd name="T12" fmla="*/ 752 h 75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752">
                    <a:moveTo>
                      <a:pt x="0" y="0"/>
                    </a:moveTo>
                    <a:lnTo>
                      <a:pt x="0" y="752"/>
                    </a:lnTo>
                    <a:lnTo>
                      <a:pt x="1" y="752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40" name="Freeform 131">
                <a:extLst>
                  <a:ext uri="{FF2B5EF4-FFF2-40B4-BE49-F238E27FC236}">
                    <a16:creationId xmlns:a16="http://schemas.microsoft.com/office/drawing/2014/main" id="{3AF70770-2249-F38E-FD57-75A608DA03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11" y="2339"/>
                <a:ext cx="1" cy="481"/>
              </a:xfrm>
              <a:custGeom>
                <a:avLst/>
                <a:gdLst>
                  <a:gd name="T0" fmla="*/ 0 w 1"/>
                  <a:gd name="T1" fmla="*/ 0 h 1443"/>
                  <a:gd name="T2" fmla="*/ 0 w 1"/>
                  <a:gd name="T3" fmla="*/ 0 h 1443"/>
                  <a:gd name="T4" fmla="*/ 1 w 1"/>
                  <a:gd name="T5" fmla="*/ 0 h 1443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1443"/>
                  <a:gd name="T11" fmla="*/ 1 w 1"/>
                  <a:gd name="T12" fmla="*/ 1443 h 144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1443">
                    <a:moveTo>
                      <a:pt x="0" y="0"/>
                    </a:moveTo>
                    <a:lnTo>
                      <a:pt x="0" y="1443"/>
                    </a:lnTo>
                    <a:lnTo>
                      <a:pt x="1" y="1443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41" name="Freeform 132">
                <a:extLst>
                  <a:ext uri="{FF2B5EF4-FFF2-40B4-BE49-F238E27FC236}">
                    <a16:creationId xmlns:a16="http://schemas.microsoft.com/office/drawing/2014/main" id="{F1E75576-C269-E3DD-A3F3-4C8ADD9D15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11" y="2279"/>
                <a:ext cx="1" cy="20"/>
              </a:xfrm>
              <a:custGeom>
                <a:avLst/>
                <a:gdLst>
                  <a:gd name="T0" fmla="*/ 0 w 1"/>
                  <a:gd name="T1" fmla="*/ 0 h 61"/>
                  <a:gd name="T2" fmla="*/ 0 w 1"/>
                  <a:gd name="T3" fmla="*/ 0 h 61"/>
                  <a:gd name="T4" fmla="*/ 1 w 1"/>
                  <a:gd name="T5" fmla="*/ 0 h 61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61"/>
                  <a:gd name="T11" fmla="*/ 1 w 1"/>
                  <a:gd name="T12" fmla="*/ 61 h 6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61">
                    <a:moveTo>
                      <a:pt x="0" y="0"/>
                    </a:moveTo>
                    <a:lnTo>
                      <a:pt x="0" y="61"/>
                    </a:lnTo>
                    <a:lnTo>
                      <a:pt x="1" y="61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27" name="Group 133">
              <a:extLst>
                <a:ext uri="{FF2B5EF4-FFF2-40B4-BE49-F238E27FC236}">
                  <a16:creationId xmlns:a16="http://schemas.microsoft.com/office/drawing/2014/main" id="{8B8ABE16-0966-ED7F-33CC-7F7FB68B6EB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95" y="2356"/>
              <a:ext cx="1182" cy="1"/>
              <a:chOff x="618" y="1265"/>
              <a:chExt cx="1182" cy="1"/>
            </a:xfrm>
          </p:grpSpPr>
          <p:sp>
            <p:nvSpPr>
              <p:cNvPr id="134" name="Freeform 134">
                <a:extLst>
                  <a:ext uri="{FF2B5EF4-FFF2-40B4-BE49-F238E27FC236}">
                    <a16:creationId xmlns:a16="http://schemas.microsoft.com/office/drawing/2014/main" id="{6358693D-95F9-500B-3ACA-33E5F3E153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18" y="1265"/>
                <a:ext cx="317" cy="1"/>
              </a:xfrm>
              <a:custGeom>
                <a:avLst/>
                <a:gdLst>
                  <a:gd name="T0" fmla="*/ 0 w 951"/>
                  <a:gd name="T1" fmla="*/ 0 h 1"/>
                  <a:gd name="T2" fmla="*/ 0 w 951"/>
                  <a:gd name="T3" fmla="*/ 0 h 1"/>
                  <a:gd name="T4" fmla="*/ 0 w 951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951"/>
                  <a:gd name="T10" fmla="*/ 0 h 1"/>
                  <a:gd name="T11" fmla="*/ 951 w 951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951" h="1">
                    <a:moveTo>
                      <a:pt x="0" y="0"/>
                    </a:moveTo>
                    <a:lnTo>
                      <a:pt x="950" y="0"/>
                    </a:lnTo>
                    <a:lnTo>
                      <a:pt x="951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5" name="Freeform 135">
                <a:extLst>
                  <a:ext uri="{FF2B5EF4-FFF2-40B4-BE49-F238E27FC236}">
                    <a16:creationId xmlns:a16="http://schemas.microsoft.com/office/drawing/2014/main" id="{0C3BF365-EFB4-5AAC-1ABF-E957518558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28" y="1265"/>
                <a:ext cx="411" cy="1"/>
              </a:xfrm>
              <a:custGeom>
                <a:avLst/>
                <a:gdLst>
                  <a:gd name="T0" fmla="*/ 0 w 1234"/>
                  <a:gd name="T1" fmla="*/ 0 h 1"/>
                  <a:gd name="T2" fmla="*/ 0 w 1234"/>
                  <a:gd name="T3" fmla="*/ 0 h 1"/>
                  <a:gd name="T4" fmla="*/ 0 w 1234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1234"/>
                  <a:gd name="T10" fmla="*/ 0 h 1"/>
                  <a:gd name="T11" fmla="*/ 1234 w 1234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234" h="1">
                    <a:moveTo>
                      <a:pt x="0" y="0"/>
                    </a:moveTo>
                    <a:lnTo>
                      <a:pt x="1232" y="0"/>
                    </a:lnTo>
                    <a:lnTo>
                      <a:pt x="1234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6" name="Freeform 136">
                <a:extLst>
                  <a:ext uri="{FF2B5EF4-FFF2-40B4-BE49-F238E27FC236}">
                    <a16:creationId xmlns:a16="http://schemas.microsoft.com/office/drawing/2014/main" id="{45D73C91-C0AB-EE88-A321-C7A427635C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78" y="1265"/>
                <a:ext cx="24" cy="1"/>
              </a:xfrm>
              <a:custGeom>
                <a:avLst/>
                <a:gdLst>
                  <a:gd name="T0" fmla="*/ 0 w 70"/>
                  <a:gd name="T1" fmla="*/ 0 h 1"/>
                  <a:gd name="T2" fmla="*/ 0 w 70"/>
                  <a:gd name="T3" fmla="*/ 0 h 1"/>
                  <a:gd name="T4" fmla="*/ 0 w 70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70"/>
                  <a:gd name="T10" fmla="*/ 0 h 1"/>
                  <a:gd name="T11" fmla="*/ 70 w 70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70" h="1">
                    <a:moveTo>
                      <a:pt x="0" y="0"/>
                    </a:moveTo>
                    <a:lnTo>
                      <a:pt x="68" y="0"/>
                    </a:lnTo>
                    <a:lnTo>
                      <a:pt x="70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7" name="Freeform 137">
                <a:extLst>
                  <a:ext uri="{FF2B5EF4-FFF2-40B4-BE49-F238E27FC236}">
                    <a16:creationId xmlns:a16="http://schemas.microsoft.com/office/drawing/2014/main" id="{2943C9D1-FA71-AF8C-E506-FD83571739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39" y="1265"/>
                <a:ext cx="261" cy="1"/>
              </a:xfrm>
              <a:custGeom>
                <a:avLst/>
                <a:gdLst>
                  <a:gd name="T0" fmla="*/ 0 w 783"/>
                  <a:gd name="T1" fmla="*/ 0 h 1"/>
                  <a:gd name="T2" fmla="*/ 0 w 783"/>
                  <a:gd name="T3" fmla="*/ 0 h 1"/>
                  <a:gd name="T4" fmla="*/ 0 w 783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783"/>
                  <a:gd name="T10" fmla="*/ 0 h 1"/>
                  <a:gd name="T11" fmla="*/ 783 w 783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783" h="1">
                    <a:moveTo>
                      <a:pt x="0" y="0"/>
                    </a:moveTo>
                    <a:lnTo>
                      <a:pt x="782" y="0"/>
                    </a:lnTo>
                    <a:lnTo>
                      <a:pt x="783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8" name="Freeform 138">
                <a:extLst>
                  <a:ext uri="{FF2B5EF4-FFF2-40B4-BE49-F238E27FC236}">
                    <a16:creationId xmlns:a16="http://schemas.microsoft.com/office/drawing/2014/main" id="{E2DEA0EA-FA31-C0D3-9169-F8F2DC14E9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9" y="1265"/>
                <a:ext cx="24" cy="1"/>
              </a:xfrm>
              <a:custGeom>
                <a:avLst/>
                <a:gdLst>
                  <a:gd name="T0" fmla="*/ 0 w 71"/>
                  <a:gd name="T1" fmla="*/ 0 h 1"/>
                  <a:gd name="T2" fmla="*/ 0 w 71"/>
                  <a:gd name="T3" fmla="*/ 0 h 1"/>
                  <a:gd name="T4" fmla="*/ 0 w 71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71"/>
                  <a:gd name="T10" fmla="*/ 0 h 1"/>
                  <a:gd name="T11" fmla="*/ 71 w 71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71" h="1">
                    <a:moveTo>
                      <a:pt x="0" y="0"/>
                    </a:moveTo>
                    <a:lnTo>
                      <a:pt x="69" y="0"/>
                    </a:lnTo>
                    <a:lnTo>
                      <a:pt x="71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28" name="Group 139">
              <a:extLst>
                <a:ext uri="{FF2B5EF4-FFF2-40B4-BE49-F238E27FC236}">
                  <a16:creationId xmlns:a16="http://schemas.microsoft.com/office/drawing/2014/main" id="{E1888C95-13EF-4885-BC37-26975EDC4E3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88" y="1747"/>
              <a:ext cx="1" cy="1201"/>
              <a:chOff x="1211" y="656"/>
              <a:chExt cx="1" cy="1201"/>
            </a:xfrm>
          </p:grpSpPr>
          <p:sp>
            <p:nvSpPr>
              <p:cNvPr id="129" name="Freeform 140">
                <a:extLst>
                  <a:ext uri="{FF2B5EF4-FFF2-40B4-BE49-F238E27FC236}">
                    <a16:creationId xmlns:a16="http://schemas.microsoft.com/office/drawing/2014/main" id="{92098B23-F317-FEE9-3F0C-B11F8F177F6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11" y="656"/>
                <a:ext cx="1" cy="242"/>
              </a:xfrm>
              <a:custGeom>
                <a:avLst/>
                <a:gdLst>
                  <a:gd name="T0" fmla="*/ 0 w 1"/>
                  <a:gd name="T1" fmla="*/ 0 h 726"/>
                  <a:gd name="T2" fmla="*/ 0 w 1"/>
                  <a:gd name="T3" fmla="*/ 0 h 726"/>
                  <a:gd name="T4" fmla="*/ 1 w 1"/>
                  <a:gd name="T5" fmla="*/ 0 h 726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726"/>
                  <a:gd name="T11" fmla="*/ 1 w 1"/>
                  <a:gd name="T12" fmla="*/ 726 h 72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726">
                    <a:moveTo>
                      <a:pt x="0" y="0"/>
                    </a:moveTo>
                    <a:lnTo>
                      <a:pt x="0" y="726"/>
                    </a:lnTo>
                    <a:lnTo>
                      <a:pt x="1" y="726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0" name="Freeform 141">
                <a:extLst>
                  <a:ext uri="{FF2B5EF4-FFF2-40B4-BE49-F238E27FC236}">
                    <a16:creationId xmlns:a16="http://schemas.microsoft.com/office/drawing/2014/main" id="{0951E530-737F-4D30-9372-302EF22AED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11" y="1602"/>
                <a:ext cx="1" cy="19"/>
              </a:xfrm>
              <a:custGeom>
                <a:avLst/>
                <a:gdLst>
                  <a:gd name="T0" fmla="*/ 0 w 1"/>
                  <a:gd name="T1" fmla="*/ 0 h 58"/>
                  <a:gd name="T2" fmla="*/ 0 w 1"/>
                  <a:gd name="T3" fmla="*/ 0 h 58"/>
                  <a:gd name="T4" fmla="*/ 1 w 1"/>
                  <a:gd name="T5" fmla="*/ 0 h 58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58"/>
                  <a:gd name="T11" fmla="*/ 1 w 1"/>
                  <a:gd name="T12" fmla="*/ 58 h 5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58">
                    <a:moveTo>
                      <a:pt x="0" y="0"/>
                    </a:moveTo>
                    <a:lnTo>
                      <a:pt x="0" y="58"/>
                    </a:lnTo>
                    <a:lnTo>
                      <a:pt x="1" y="58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1" name="Freeform 142">
                <a:extLst>
                  <a:ext uri="{FF2B5EF4-FFF2-40B4-BE49-F238E27FC236}">
                    <a16:creationId xmlns:a16="http://schemas.microsoft.com/office/drawing/2014/main" id="{47141D27-659F-DE6A-4CFA-88C3DF3DB7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11" y="981"/>
                <a:ext cx="1" cy="591"/>
              </a:xfrm>
              <a:custGeom>
                <a:avLst/>
                <a:gdLst>
                  <a:gd name="T0" fmla="*/ 0 w 1"/>
                  <a:gd name="T1" fmla="*/ 0 h 1774"/>
                  <a:gd name="T2" fmla="*/ 0 w 1"/>
                  <a:gd name="T3" fmla="*/ 0 h 1774"/>
                  <a:gd name="T4" fmla="*/ 1 w 1"/>
                  <a:gd name="T5" fmla="*/ 0 h 1774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1774"/>
                  <a:gd name="T11" fmla="*/ 1 w 1"/>
                  <a:gd name="T12" fmla="*/ 1774 h 177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1774">
                    <a:moveTo>
                      <a:pt x="0" y="0"/>
                    </a:moveTo>
                    <a:lnTo>
                      <a:pt x="0" y="1774"/>
                    </a:lnTo>
                    <a:lnTo>
                      <a:pt x="1" y="1774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2" name="Freeform 143">
                <a:extLst>
                  <a:ext uri="{FF2B5EF4-FFF2-40B4-BE49-F238E27FC236}">
                    <a16:creationId xmlns:a16="http://schemas.microsoft.com/office/drawing/2014/main" id="{9CC43AD8-7E99-036C-7BC5-799F5144CF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11" y="925"/>
                <a:ext cx="1" cy="23"/>
              </a:xfrm>
              <a:custGeom>
                <a:avLst/>
                <a:gdLst>
                  <a:gd name="T0" fmla="*/ 0 w 1"/>
                  <a:gd name="T1" fmla="*/ 0 h 69"/>
                  <a:gd name="T2" fmla="*/ 0 w 1"/>
                  <a:gd name="T3" fmla="*/ 0 h 69"/>
                  <a:gd name="T4" fmla="*/ 1 w 1"/>
                  <a:gd name="T5" fmla="*/ 0 h 69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69"/>
                  <a:gd name="T11" fmla="*/ 1 w 1"/>
                  <a:gd name="T12" fmla="*/ 69 h 6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69">
                    <a:moveTo>
                      <a:pt x="0" y="0"/>
                    </a:moveTo>
                    <a:lnTo>
                      <a:pt x="0" y="69"/>
                    </a:lnTo>
                    <a:lnTo>
                      <a:pt x="1" y="69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3" name="Freeform 144">
                <a:extLst>
                  <a:ext uri="{FF2B5EF4-FFF2-40B4-BE49-F238E27FC236}">
                    <a16:creationId xmlns:a16="http://schemas.microsoft.com/office/drawing/2014/main" id="{BD8A8B31-3D2E-1F74-D2DF-570330F964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11" y="1648"/>
                <a:ext cx="1" cy="209"/>
              </a:xfrm>
              <a:custGeom>
                <a:avLst/>
                <a:gdLst>
                  <a:gd name="T0" fmla="*/ 0 w 1"/>
                  <a:gd name="T1" fmla="*/ 0 h 628"/>
                  <a:gd name="T2" fmla="*/ 0 w 1"/>
                  <a:gd name="T3" fmla="*/ 0 h 628"/>
                  <a:gd name="T4" fmla="*/ 1 w 1"/>
                  <a:gd name="T5" fmla="*/ 0 h 628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628"/>
                  <a:gd name="T11" fmla="*/ 1 w 1"/>
                  <a:gd name="T12" fmla="*/ 628 h 62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628">
                    <a:moveTo>
                      <a:pt x="0" y="0"/>
                    </a:moveTo>
                    <a:lnTo>
                      <a:pt x="0" y="628"/>
                    </a:lnTo>
                    <a:lnTo>
                      <a:pt x="1" y="628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</p:grpSp>
      <p:grpSp>
        <p:nvGrpSpPr>
          <p:cNvPr id="148" name="Group 146">
            <a:extLst>
              <a:ext uri="{FF2B5EF4-FFF2-40B4-BE49-F238E27FC236}">
                <a16:creationId xmlns:a16="http://schemas.microsoft.com/office/drawing/2014/main" id="{4B8612B8-A3D3-79BE-AE61-C4AFCFD00A0F}"/>
              </a:ext>
            </a:extLst>
          </p:cNvPr>
          <p:cNvGrpSpPr>
            <a:grpSpLocks/>
          </p:cNvGrpSpPr>
          <p:nvPr/>
        </p:nvGrpSpPr>
        <p:grpSpPr bwMode="auto">
          <a:xfrm>
            <a:off x="3607773" y="5547300"/>
            <a:ext cx="4548594" cy="831145"/>
            <a:chOff x="1090" y="3629"/>
            <a:chExt cx="2038" cy="496"/>
          </a:xfrm>
        </p:grpSpPr>
        <p:sp>
          <p:nvSpPr>
            <p:cNvPr id="149" name="Text Box 147">
              <a:extLst>
                <a:ext uri="{FF2B5EF4-FFF2-40B4-BE49-F238E27FC236}">
                  <a16:creationId xmlns:a16="http://schemas.microsoft.com/office/drawing/2014/main" id="{360BF69F-455A-964D-8474-6906B0D519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18" y="3629"/>
              <a:ext cx="1384" cy="4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</a:rPr>
                <a:t>相贯线投影向大圆柱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99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</a:rPr>
                <a:t>轴线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</a:rPr>
                <a:t>弯曲</a:t>
              </a:r>
            </a:p>
          </p:txBody>
        </p:sp>
        <p:sp>
          <p:nvSpPr>
            <p:cNvPr id="150" name="AutoShape 148">
              <a:extLst>
                <a:ext uri="{FF2B5EF4-FFF2-40B4-BE49-F238E27FC236}">
                  <a16:creationId xmlns:a16="http://schemas.microsoft.com/office/drawing/2014/main" id="{84D34240-4AE6-6CAC-6FC1-2B8EAD2C21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95" y="3697"/>
              <a:ext cx="433" cy="288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17694720 60000 65536"/>
                <a:gd name="T13" fmla="*/ 11796480 60000 65536"/>
                <a:gd name="T14" fmla="*/ 11796480 60000 65536"/>
                <a:gd name="T15" fmla="*/ 5898240 60000 65536"/>
                <a:gd name="T16" fmla="*/ 0 60000 65536"/>
                <a:gd name="T17" fmla="*/ 0 60000 65536"/>
                <a:gd name="T18" fmla="*/ 0 w 21600"/>
                <a:gd name="T19" fmla="*/ 16950 h 21600"/>
                <a:gd name="T20" fmla="*/ 17414 w 21600"/>
                <a:gd name="T21" fmla="*/ 21600 h 216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1600" h="21600">
                  <a:moveTo>
                    <a:pt x="15530" y="0"/>
                  </a:moveTo>
                  <a:lnTo>
                    <a:pt x="9460" y="7200"/>
                  </a:lnTo>
                  <a:lnTo>
                    <a:pt x="13665" y="7200"/>
                  </a:lnTo>
                  <a:lnTo>
                    <a:pt x="13665" y="16968"/>
                  </a:lnTo>
                  <a:lnTo>
                    <a:pt x="0" y="16968"/>
                  </a:lnTo>
                  <a:lnTo>
                    <a:pt x="0" y="21600"/>
                  </a:lnTo>
                  <a:lnTo>
                    <a:pt x="17395" y="21600"/>
                  </a:lnTo>
                  <a:lnTo>
                    <a:pt x="17395" y="7200"/>
                  </a:lnTo>
                  <a:lnTo>
                    <a:pt x="21600" y="7200"/>
                  </a:lnTo>
                  <a:lnTo>
                    <a:pt x="15530" y="0"/>
                  </a:lnTo>
                  <a:close/>
                </a:path>
              </a:pathLst>
            </a:cu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51" name="AutoShape 149">
              <a:extLst>
                <a:ext uri="{FF2B5EF4-FFF2-40B4-BE49-F238E27FC236}">
                  <a16:creationId xmlns:a16="http://schemas.microsoft.com/office/drawing/2014/main" id="{FEDD2D2D-17A9-DA4D-E39B-16861901C5F9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1090" y="3697"/>
              <a:ext cx="433" cy="288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17694720 60000 65536"/>
                <a:gd name="T13" fmla="*/ 11796480 60000 65536"/>
                <a:gd name="T14" fmla="*/ 11796480 60000 65536"/>
                <a:gd name="T15" fmla="*/ 5898240 60000 65536"/>
                <a:gd name="T16" fmla="*/ 0 60000 65536"/>
                <a:gd name="T17" fmla="*/ 0 60000 65536"/>
                <a:gd name="T18" fmla="*/ 0 w 21600"/>
                <a:gd name="T19" fmla="*/ 16950 h 21600"/>
                <a:gd name="T20" fmla="*/ 17414 w 21600"/>
                <a:gd name="T21" fmla="*/ 21600 h 216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1600" h="21600">
                  <a:moveTo>
                    <a:pt x="15530" y="0"/>
                  </a:moveTo>
                  <a:lnTo>
                    <a:pt x="9460" y="7200"/>
                  </a:lnTo>
                  <a:lnTo>
                    <a:pt x="13665" y="7200"/>
                  </a:lnTo>
                  <a:lnTo>
                    <a:pt x="13665" y="16968"/>
                  </a:lnTo>
                  <a:lnTo>
                    <a:pt x="0" y="16968"/>
                  </a:lnTo>
                  <a:lnTo>
                    <a:pt x="0" y="21600"/>
                  </a:lnTo>
                  <a:lnTo>
                    <a:pt x="17395" y="21600"/>
                  </a:lnTo>
                  <a:lnTo>
                    <a:pt x="17395" y="7200"/>
                  </a:lnTo>
                  <a:lnTo>
                    <a:pt x="21600" y="7200"/>
                  </a:lnTo>
                  <a:lnTo>
                    <a:pt x="15530" y="0"/>
                  </a:lnTo>
                  <a:close/>
                </a:path>
              </a:pathLst>
            </a:cu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153" name="Text Box 147">
            <a:extLst>
              <a:ext uri="{FF2B5EF4-FFF2-40B4-BE49-F238E27FC236}">
                <a16:creationId xmlns:a16="http://schemas.microsoft.com/office/drawing/2014/main" id="{51CF0F5D-BAAC-498E-5525-B79E88221A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43065" y="3536793"/>
            <a:ext cx="415499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?</a:t>
            </a:r>
            <a:endParaRPr kumimoji="1" lang="zh-CN" altLang="en-US" sz="36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537560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7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00FA99-4D79-9DF0-2C06-3862D4278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8">
            <a:extLst>
              <a:ext uri="{FF2B5EF4-FFF2-40B4-BE49-F238E27FC236}">
                <a16:creationId xmlns:a16="http://schemas.microsoft.com/office/drawing/2014/main" id="{5274403D-2666-4645-B6EF-15F2702D7D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619" y="412176"/>
            <a:ext cx="45801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8.4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回转体与回转体相交</a:t>
            </a:r>
          </a:p>
        </p:txBody>
      </p:sp>
      <p:sp>
        <p:nvSpPr>
          <p:cNvPr id="16" name="灯片编号占位符 3">
            <a:extLst>
              <a:ext uri="{FF2B5EF4-FFF2-40B4-BE49-F238E27FC236}">
                <a16:creationId xmlns:a16="http://schemas.microsoft.com/office/drawing/2014/main" id="{BF4125A5-E1A2-9096-97E2-F6AB72210B98}"/>
              </a:ext>
            </a:extLst>
          </p:cNvPr>
          <p:cNvSpPr txBox="1">
            <a:spLocks/>
          </p:cNvSpPr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  <a:pPr/>
              <a:t>24</a:t>
            </a:fld>
            <a:endParaRPr lang="en-US" altLang="zh-CN" dirty="0"/>
          </a:p>
        </p:txBody>
      </p:sp>
      <p:sp>
        <p:nvSpPr>
          <p:cNvPr id="2" name="Text Box 2">
            <a:extLst>
              <a:ext uri="{FF2B5EF4-FFF2-40B4-BE49-F238E27FC236}">
                <a16:creationId xmlns:a16="http://schemas.microsoft.com/office/drawing/2014/main" id="{CA93C54A-8E95-C114-E3BE-8F9A62B6A3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2745" y="1482152"/>
            <a:ext cx="9712138" cy="2517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20000"/>
              </a:spcAft>
              <a:buFontTx/>
              <a:buNone/>
            </a:pP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蒙日</a:t>
            </a:r>
            <a:r>
              <a:rPr lang="en-US" altLang="zh-CN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2800" b="1" dirty="0" err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G.Monge</a:t>
            </a:r>
            <a:r>
              <a:rPr lang="en-US" altLang="zh-CN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定理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kumimoji="0"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若两个二次曲面同切于第三个二次曲面，则这两个二次曲面的交线为平面曲线。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kumimoji="0" lang="en-US" altLang="zh-CN" sz="24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ct val="0"/>
              </a:spcBef>
              <a:buNone/>
            </a:pPr>
            <a:r>
              <a:rPr kumimoji="0"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两个</a:t>
            </a:r>
            <a:r>
              <a:rPr kumimoji="0" lang="zh-CN" altLang="en-US" sz="2400" u="sng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轴线相交</a:t>
            </a:r>
            <a:r>
              <a:rPr kumimoji="0"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的回转面同</a:t>
            </a:r>
            <a:r>
              <a:rPr kumimoji="0"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切于</a:t>
            </a:r>
            <a:r>
              <a:rPr kumimoji="0"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一个</a:t>
            </a:r>
            <a:r>
              <a:rPr kumimoji="0" lang="zh-CN" altLang="en-US" sz="2400" u="sng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圆球面</a:t>
            </a:r>
            <a:r>
              <a:rPr kumimoji="0"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时，则这两个回转面的交线为</a:t>
            </a:r>
            <a:r>
              <a:rPr kumimoji="0"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椭圆</a:t>
            </a:r>
            <a:r>
              <a:rPr kumimoji="0"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（平面曲线）。其积聚性的投影为这两个回转面轮廓线的交点对连。</a:t>
            </a:r>
          </a:p>
        </p:txBody>
      </p:sp>
    </p:spTree>
    <p:extLst>
      <p:ext uri="{BB962C8B-B14F-4D97-AF65-F5344CB8AC3E}">
        <p14:creationId xmlns:p14="http://schemas.microsoft.com/office/powerpoint/2010/main" val="3425290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D59993-3DCE-8F75-FECE-49DF36308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8">
            <a:extLst>
              <a:ext uri="{FF2B5EF4-FFF2-40B4-BE49-F238E27FC236}">
                <a16:creationId xmlns:a16="http://schemas.microsoft.com/office/drawing/2014/main" id="{3F5EB9D4-3C3D-2D65-A4FE-3E48CF1776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619" y="412176"/>
            <a:ext cx="45801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8.4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回转体与回转体相交</a:t>
            </a:r>
          </a:p>
        </p:txBody>
      </p:sp>
      <p:sp>
        <p:nvSpPr>
          <p:cNvPr id="16" name="灯片编号占位符 3">
            <a:extLst>
              <a:ext uri="{FF2B5EF4-FFF2-40B4-BE49-F238E27FC236}">
                <a16:creationId xmlns:a16="http://schemas.microsoft.com/office/drawing/2014/main" id="{F3DFD9B4-40A7-B78C-9CFC-11EC9C82127D}"/>
              </a:ext>
            </a:extLst>
          </p:cNvPr>
          <p:cNvSpPr txBox="1">
            <a:spLocks/>
          </p:cNvSpPr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  <a:pPr/>
              <a:t>25</a:t>
            </a:fld>
            <a:endParaRPr lang="en-US" altLang="zh-CN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65C3293D-80F9-7348-3F22-17003655C85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475" t="29503" r="49535" b="21199"/>
          <a:stretch/>
        </p:blipFill>
        <p:spPr>
          <a:xfrm>
            <a:off x="9189374" y="5018905"/>
            <a:ext cx="871538" cy="166688"/>
          </a:xfrm>
          <a:prstGeom prst="rect">
            <a:avLst/>
          </a:prstGeom>
        </p:spPr>
      </p:pic>
      <p:grpSp>
        <p:nvGrpSpPr>
          <p:cNvPr id="3" name="组合 2">
            <a:extLst>
              <a:ext uri="{FF2B5EF4-FFF2-40B4-BE49-F238E27FC236}">
                <a16:creationId xmlns:a16="http://schemas.microsoft.com/office/drawing/2014/main" id="{3168F077-D637-4186-1122-BA45B03F1BBF}"/>
              </a:ext>
            </a:extLst>
          </p:cNvPr>
          <p:cNvGrpSpPr/>
          <p:nvPr/>
        </p:nvGrpSpPr>
        <p:grpSpPr>
          <a:xfrm>
            <a:off x="9194608" y="3587493"/>
            <a:ext cx="1942310" cy="909639"/>
            <a:chOff x="9315450" y="3267074"/>
            <a:chExt cx="1942310" cy="909639"/>
          </a:xfrm>
        </p:grpSpPr>
        <p:grpSp>
          <p:nvGrpSpPr>
            <p:cNvPr id="4" name="Group 19">
              <a:extLst>
                <a:ext uri="{FF2B5EF4-FFF2-40B4-BE49-F238E27FC236}">
                  <a16:creationId xmlns:a16="http://schemas.microsoft.com/office/drawing/2014/main" id="{C8FFC9E3-20A2-A7AB-A9F1-984095D264E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395941" y="3376894"/>
              <a:ext cx="1790700" cy="723900"/>
              <a:chOff x="2264" y="2635"/>
              <a:chExt cx="1128" cy="456"/>
            </a:xfrm>
          </p:grpSpPr>
          <p:sp>
            <p:nvSpPr>
              <p:cNvPr id="9" name="Oval 20">
                <a:extLst>
                  <a:ext uri="{FF2B5EF4-FFF2-40B4-BE49-F238E27FC236}">
                    <a16:creationId xmlns:a16="http://schemas.microsoft.com/office/drawing/2014/main" id="{8FBB51AD-6D0E-D6C2-E066-82BBC2D4C3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64" y="2635"/>
                <a:ext cx="456" cy="456"/>
              </a:xfrm>
              <a:prstGeom prst="ellips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6600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" name="Oval 22">
                <a:extLst>
                  <a:ext uri="{FF2B5EF4-FFF2-40B4-BE49-F238E27FC236}">
                    <a16:creationId xmlns:a16="http://schemas.microsoft.com/office/drawing/2014/main" id="{E0B838C3-D921-9785-7B83-936E32C706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36" y="2635"/>
                <a:ext cx="456" cy="456"/>
              </a:xfrm>
              <a:prstGeom prst="ellips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6600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B3056AB3-4646-7F9B-FAA6-DF77A55D252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475" t="29503" r="49535" b="21199"/>
            <a:stretch/>
          </p:blipFill>
          <p:spPr>
            <a:xfrm>
              <a:off x="9315450" y="3648075"/>
              <a:ext cx="871538" cy="166688"/>
            </a:xfrm>
            <a:prstGeom prst="rect">
              <a:avLst/>
            </a:prstGeom>
          </p:spPr>
        </p:pic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A0C3A07A-910E-DE79-805D-17739A9D19F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4321" t="26770" r="41076" b="23697"/>
            <a:stretch/>
          </p:blipFill>
          <p:spPr>
            <a:xfrm rot="16200000">
              <a:off x="9286479" y="3638155"/>
              <a:ext cx="909639" cy="167478"/>
            </a:xfrm>
            <a:prstGeom prst="rect">
              <a:avLst/>
            </a:prstGeom>
          </p:spPr>
        </p:pic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FF3C8BE7-1580-1C1C-5E9F-7F053380B2C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475" t="29503" r="49535" b="21199"/>
            <a:stretch/>
          </p:blipFill>
          <p:spPr>
            <a:xfrm>
              <a:off x="10386222" y="3648075"/>
              <a:ext cx="871538" cy="166688"/>
            </a:xfrm>
            <a:prstGeom prst="rect">
              <a:avLst/>
            </a:prstGeom>
          </p:spPr>
        </p:pic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C312552E-2E1D-0686-365C-3B3F4F9F743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4321" t="26770" r="41076" b="23697"/>
            <a:stretch/>
          </p:blipFill>
          <p:spPr>
            <a:xfrm rot="16200000">
              <a:off x="10357251" y="3638155"/>
              <a:ext cx="909639" cy="167478"/>
            </a:xfrm>
            <a:prstGeom prst="rect">
              <a:avLst/>
            </a:prstGeom>
          </p:spPr>
        </p:pic>
      </p:grpSp>
      <p:pic>
        <p:nvPicPr>
          <p:cNvPr id="11" name="图片 10">
            <a:extLst>
              <a:ext uri="{FF2B5EF4-FFF2-40B4-BE49-F238E27FC236}">
                <a16:creationId xmlns:a16="http://schemas.microsoft.com/office/drawing/2014/main" id="{A7A0E7A5-4613-1A68-EE99-A743A20CB71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110" t="7761" r="41365" b="11253"/>
          <a:stretch/>
        </p:blipFill>
        <p:spPr>
          <a:xfrm>
            <a:off x="7084821" y="4459032"/>
            <a:ext cx="904875" cy="273827"/>
          </a:xfrm>
          <a:prstGeom prst="rect">
            <a:avLst/>
          </a:prstGeom>
        </p:spPr>
      </p:pic>
      <p:grpSp>
        <p:nvGrpSpPr>
          <p:cNvPr id="12" name="组合 11">
            <a:extLst>
              <a:ext uri="{FF2B5EF4-FFF2-40B4-BE49-F238E27FC236}">
                <a16:creationId xmlns:a16="http://schemas.microsoft.com/office/drawing/2014/main" id="{C3FCF73A-E349-D7D3-EDFF-AD957637CAE4}"/>
              </a:ext>
            </a:extLst>
          </p:cNvPr>
          <p:cNvGrpSpPr/>
          <p:nvPr/>
        </p:nvGrpSpPr>
        <p:grpSpPr>
          <a:xfrm>
            <a:off x="6445769" y="3519372"/>
            <a:ext cx="2040233" cy="1976297"/>
            <a:chOff x="6566611" y="3198953"/>
            <a:chExt cx="2040233" cy="1976297"/>
          </a:xfrm>
        </p:grpSpPr>
        <p:sp>
          <p:nvSpPr>
            <p:cNvPr id="13" name="Freeform 39">
              <a:extLst>
                <a:ext uri="{FF2B5EF4-FFF2-40B4-BE49-F238E27FC236}">
                  <a16:creationId xmlns:a16="http://schemas.microsoft.com/office/drawing/2014/main" id="{A2082AA5-B7DB-BEB3-6754-A99E913E01DE}"/>
                </a:ext>
              </a:extLst>
            </p:cNvPr>
            <p:cNvSpPr>
              <a:spLocks/>
            </p:cNvSpPr>
            <p:nvPr/>
          </p:nvSpPr>
          <p:spPr bwMode="auto">
            <a:xfrm>
              <a:off x="6633227" y="3321331"/>
              <a:ext cx="1933575" cy="1752600"/>
            </a:xfrm>
            <a:custGeom>
              <a:avLst/>
              <a:gdLst>
                <a:gd name="T0" fmla="*/ 204 w 1218"/>
                <a:gd name="T1" fmla="*/ 1104 h 1104"/>
                <a:gd name="T2" fmla="*/ 222 w 1218"/>
                <a:gd name="T3" fmla="*/ 1053 h 1104"/>
                <a:gd name="T4" fmla="*/ 177 w 1218"/>
                <a:gd name="T5" fmla="*/ 1074 h 1104"/>
                <a:gd name="T6" fmla="*/ 0 w 1218"/>
                <a:gd name="T7" fmla="*/ 657 h 1104"/>
                <a:gd name="T8" fmla="*/ 465 w 1218"/>
                <a:gd name="T9" fmla="*/ 450 h 1104"/>
                <a:gd name="T10" fmla="*/ 645 w 1218"/>
                <a:gd name="T11" fmla="*/ 0 h 1104"/>
                <a:gd name="T12" fmla="*/ 768 w 1218"/>
                <a:gd name="T13" fmla="*/ 318 h 1104"/>
                <a:gd name="T14" fmla="*/ 1038 w 1218"/>
                <a:gd name="T15" fmla="*/ 198 h 1104"/>
                <a:gd name="T16" fmla="*/ 1218 w 1218"/>
                <a:gd name="T17" fmla="*/ 615 h 1104"/>
                <a:gd name="T18" fmla="*/ 936 w 1218"/>
                <a:gd name="T19" fmla="*/ 744 h 1104"/>
                <a:gd name="T20" fmla="*/ 1080 w 1218"/>
                <a:gd name="T21" fmla="*/ 1101 h 1104"/>
                <a:gd name="T22" fmla="*/ 204 w 1218"/>
                <a:gd name="T23" fmla="*/ 1104 h 1104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218" h="1104">
                  <a:moveTo>
                    <a:pt x="204" y="1104"/>
                  </a:moveTo>
                  <a:lnTo>
                    <a:pt x="222" y="1053"/>
                  </a:lnTo>
                  <a:lnTo>
                    <a:pt x="177" y="1074"/>
                  </a:lnTo>
                  <a:lnTo>
                    <a:pt x="0" y="657"/>
                  </a:lnTo>
                  <a:lnTo>
                    <a:pt x="465" y="450"/>
                  </a:lnTo>
                  <a:lnTo>
                    <a:pt x="645" y="0"/>
                  </a:lnTo>
                  <a:lnTo>
                    <a:pt x="768" y="318"/>
                  </a:lnTo>
                  <a:lnTo>
                    <a:pt x="1038" y="198"/>
                  </a:lnTo>
                  <a:lnTo>
                    <a:pt x="1218" y="615"/>
                  </a:lnTo>
                  <a:lnTo>
                    <a:pt x="936" y="744"/>
                  </a:lnTo>
                  <a:lnTo>
                    <a:pt x="1080" y="1101"/>
                  </a:lnTo>
                  <a:lnTo>
                    <a:pt x="204" y="1104"/>
                  </a:lnTo>
                  <a:close/>
                </a:path>
              </a:pathLst>
            </a:cu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66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pic>
          <p:nvPicPr>
            <p:cNvPr id="14" name="图片 13">
              <a:extLst>
                <a:ext uri="{FF2B5EF4-FFF2-40B4-BE49-F238E27FC236}">
                  <a16:creationId xmlns:a16="http://schemas.microsoft.com/office/drawing/2014/main" id="{C1003AD0-0466-1E01-B147-A59EFB6BF25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996" t="26772" r="31887" b="22703"/>
            <a:stretch/>
          </p:blipFill>
          <p:spPr>
            <a:xfrm rot="5400000">
              <a:off x="6685518" y="4101684"/>
              <a:ext cx="1976297" cy="170835"/>
            </a:xfrm>
            <a:prstGeom prst="rect">
              <a:avLst/>
            </a:prstGeom>
          </p:spPr>
        </p:pic>
        <p:pic>
          <p:nvPicPr>
            <p:cNvPr id="15" name="图片 14">
              <a:extLst>
                <a:ext uri="{FF2B5EF4-FFF2-40B4-BE49-F238E27FC236}">
                  <a16:creationId xmlns:a16="http://schemas.microsoft.com/office/drawing/2014/main" id="{512FA7D7-D9CF-F91B-E1FD-CF5AD98C695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4687" t="26771" r="32561" b="20148"/>
            <a:stretch/>
          </p:blipFill>
          <p:spPr>
            <a:xfrm rot="20193186">
              <a:off x="6566611" y="4228979"/>
              <a:ext cx="2040233" cy="179477"/>
            </a:xfrm>
            <a:prstGeom prst="rect">
              <a:avLst/>
            </a:prstGeom>
          </p:spPr>
        </p:pic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A447532B-CA0B-0AEF-80B6-887D98A2FFC3}"/>
              </a:ext>
            </a:extLst>
          </p:cNvPr>
          <p:cNvGrpSpPr/>
          <p:nvPr/>
        </p:nvGrpSpPr>
        <p:grpSpPr>
          <a:xfrm>
            <a:off x="3835207" y="3901818"/>
            <a:ext cx="2152766" cy="1403350"/>
            <a:chOff x="3956049" y="3581399"/>
            <a:chExt cx="2152766" cy="1403350"/>
          </a:xfrm>
        </p:grpSpPr>
        <p:grpSp>
          <p:nvGrpSpPr>
            <p:cNvPr id="18" name="Group 3">
              <a:extLst>
                <a:ext uri="{FF2B5EF4-FFF2-40B4-BE49-F238E27FC236}">
                  <a16:creationId xmlns:a16="http://schemas.microsoft.com/office/drawing/2014/main" id="{3AF79314-A493-BD57-8358-94E72C1795B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46630" y="3707095"/>
              <a:ext cx="1981200" cy="1144588"/>
              <a:chOff x="432" y="2643"/>
              <a:chExt cx="1248" cy="721"/>
            </a:xfrm>
          </p:grpSpPr>
          <p:sp>
            <p:nvSpPr>
              <p:cNvPr id="23" name="Oval 4">
                <a:extLst>
                  <a:ext uri="{FF2B5EF4-FFF2-40B4-BE49-F238E27FC236}">
                    <a16:creationId xmlns:a16="http://schemas.microsoft.com/office/drawing/2014/main" id="{534BEC94-798F-3278-6499-95F0A4FD8B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2" y="2643"/>
                <a:ext cx="456" cy="456"/>
              </a:xfrm>
              <a:prstGeom prst="ellips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6600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4" name="Line 5">
                <a:extLst>
                  <a:ext uri="{FF2B5EF4-FFF2-40B4-BE49-F238E27FC236}">
                    <a16:creationId xmlns:a16="http://schemas.microsoft.com/office/drawing/2014/main" id="{973B35B0-68B9-EBEA-065B-C6AA21C63E0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52" y="2644"/>
                <a:ext cx="628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5" name="Line 6">
                <a:extLst>
                  <a:ext uri="{FF2B5EF4-FFF2-40B4-BE49-F238E27FC236}">
                    <a16:creationId xmlns:a16="http://schemas.microsoft.com/office/drawing/2014/main" id="{498DD543-5FA3-0199-E5F0-43418F74A52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04" y="3100"/>
                <a:ext cx="176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6" name="Line 7">
                <a:extLst>
                  <a:ext uri="{FF2B5EF4-FFF2-40B4-BE49-F238E27FC236}">
                    <a16:creationId xmlns:a16="http://schemas.microsoft.com/office/drawing/2014/main" id="{BF8F0CC2-60C6-8FC8-5641-58CA74EAFB7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2" y="2864"/>
                <a:ext cx="0" cy="50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7" name="Line 8">
                <a:extLst>
                  <a:ext uri="{FF2B5EF4-FFF2-40B4-BE49-F238E27FC236}">
                    <a16:creationId xmlns:a16="http://schemas.microsoft.com/office/drawing/2014/main" id="{C58C27EB-61A5-A2C0-98A4-653B80375E6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88" y="2864"/>
                <a:ext cx="0" cy="50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8" name="Line 9">
                <a:extLst>
                  <a:ext uri="{FF2B5EF4-FFF2-40B4-BE49-F238E27FC236}">
                    <a16:creationId xmlns:a16="http://schemas.microsoft.com/office/drawing/2014/main" id="{31970D94-F2B3-8D3C-38C8-508EF32992A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2" y="3364"/>
                <a:ext cx="456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9" name="Line 10">
                <a:extLst>
                  <a:ext uri="{FF2B5EF4-FFF2-40B4-BE49-F238E27FC236}">
                    <a16:creationId xmlns:a16="http://schemas.microsoft.com/office/drawing/2014/main" id="{FF5691C0-3544-448C-646E-423D5935BD6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48" y="2644"/>
                <a:ext cx="0" cy="72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0" name="Line 11">
                <a:extLst>
                  <a:ext uri="{FF2B5EF4-FFF2-40B4-BE49-F238E27FC236}">
                    <a16:creationId xmlns:a16="http://schemas.microsoft.com/office/drawing/2014/main" id="{699244A2-F90E-EDE2-D7D9-DE2EF97A371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04" y="3100"/>
                <a:ext cx="0" cy="264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1" name="Line 12">
                <a:extLst>
                  <a:ext uri="{FF2B5EF4-FFF2-40B4-BE49-F238E27FC236}">
                    <a16:creationId xmlns:a16="http://schemas.microsoft.com/office/drawing/2014/main" id="{569941AD-4408-E941-7E61-FD454905CC4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76" y="2644"/>
                <a:ext cx="0" cy="45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2" name="Line 13">
                <a:extLst>
                  <a:ext uri="{FF2B5EF4-FFF2-40B4-BE49-F238E27FC236}">
                    <a16:creationId xmlns:a16="http://schemas.microsoft.com/office/drawing/2014/main" id="{2486463F-784A-64BD-75CC-9FF3CBB740F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48" y="3364"/>
                <a:ext cx="456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pic>
          <p:nvPicPr>
            <p:cNvPr id="19" name="图片 18">
              <a:extLst>
                <a:ext uri="{FF2B5EF4-FFF2-40B4-BE49-F238E27FC236}">
                  <a16:creationId xmlns:a16="http://schemas.microsoft.com/office/drawing/2014/main" id="{AC61EE0C-BF3C-9485-F2CB-8B39595CC52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4051" t="30445" r="41474" b="11251"/>
            <a:stretch/>
          </p:blipFill>
          <p:spPr>
            <a:xfrm>
              <a:off x="3956049" y="3968751"/>
              <a:ext cx="901701" cy="197130"/>
            </a:xfrm>
            <a:prstGeom prst="rect">
              <a:avLst/>
            </a:prstGeom>
          </p:spPr>
        </p:pic>
        <p:pic>
          <p:nvPicPr>
            <p:cNvPr id="20" name="图片 19">
              <a:extLst>
                <a:ext uri="{FF2B5EF4-FFF2-40B4-BE49-F238E27FC236}">
                  <a16:creationId xmlns:a16="http://schemas.microsoft.com/office/drawing/2014/main" id="{665445B2-6E38-C772-075D-05A7F16642D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508" t="39834" r="30327" b="11254"/>
            <a:stretch/>
          </p:blipFill>
          <p:spPr>
            <a:xfrm>
              <a:off x="4914900" y="4000499"/>
              <a:ext cx="1193915" cy="165381"/>
            </a:xfrm>
            <a:prstGeom prst="rect">
              <a:avLst/>
            </a:prstGeom>
          </p:spPr>
        </p:pic>
        <p:pic>
          <p:nvPicPr>
            <p:cNvPr id="21" name="图片 20">
              <a:extLst>
                <a:ext uri="{FF2B5EF4-FFF2-40B4-BE49-F238E27FC236}">
                  <a16:creationId xmlns:a16="http://schemas.microsoft.com/office/drawing/2014/main" id="{8D3BAE7A-F536-DFDE-B369-E50CE8A59A6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3678" t="26771" r="32853" b="23960"/>
            <a:stretch/>
          </p:blipFill>
          <p:spPr>
            <a:xfrm rot="16200000">
              <a:off x="3704481" y="4212479"/>
              <a:ext cx="1377950" cy="166590"/>
            </a:xfrm>
            <a:prstGeom prst="rect">
              <a:avLst/>
            </a:prstGeom>
          </p:spPr>
        </p:pic>
        <p:pic>
          <p:nvPicPr>
            <p:cNvPr id="22" name="图片 21">
              <a:extLst>
                <a:ext uri="{FF2B5EF4-FFF2-40B4-BE49-F238E27FC236}">
                  <a16:creationId xmlns:a16="http://schemas.microsoft.com/office/drawing/2014/main" id="{1FD85D77-59A2-24E8-EE1C-A7486A50CC2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166" t="26772" r="45511" b="18581"/>
            <a:stretch/>
          </p:blipFill>
          <p:spPr>
            <a:xfrm rot="16200000">
              <a:off x="4679644" y="4184340"/>
              <a:ext cx="1390649" cy="184768"/>
            </a:xfrm>
            <a:prstGeom prst="rect">
              <a:avLst/>
            </a:prstGeom>
          </p:spPr>
        </p:pic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B6B1C891-6010-9A7A-EB6A-1F3509EF3537}"/>
              </a:ext>
            </a:extLst>
          </p:cNvPr>
          <p:cNvGrpSpPr/>
          <p:nvPr/>
        </p:nvGrpSpPr>
        <p:grpSpPr>
          <a:xfrm flipH="1">
            <a:off x="9603074" y="4692393"/>
            <a:ext cx="61600" cy="851016"/>
            <a:chOff x="1911439" y="3472143"/>
            <a:chExt cx="53089" cy="733425"/>
          </a:xfrm>
        </p:grpSpPr>
        <p:sp>
          <p:nvSpPr>
            <p:cNvPr id="34" name="Line 47">
              <a:extLst>
                <a:ext uri="{FF2B5EF4-FFF2-40B4-BE49-F238E27FC236}">
                  <a16:creationId xmlns:a16="http://schemas.microsoft.com/office/drawing/2014/main" id="{471D4A20-545F-4336-60A4-C9494B148C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36842" y="3472143"/>
              <a:ext cx="0" cy="733425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C77630A7-966A-DDD7-3DB8-F1D990228AC1}"/>
                </a:ext>
              </a:extLst>
            </p:cNvPr>
            <p:cNvCxnSpPr/>
            <p:nvPr/>
          </p:nvCxnSpPr>
          <p:spPr>
            <a:xfrm>
              <a:off x="1911439" y="3571879"/>
              <a:ext cx="5308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D791F455-7845-3124-5BA1-8CA83332EF34}"/>
                </a:ext>
              </a:extLst>
            </p:cNvPr>
            <p:cNvCxnSpPr/>
            <p:nvPr/>
          </p:nvCxnSpPr>
          <p:spPr>
            <a:xfrm>
              <a:off x="1911439" y="3636813"/>
              <a:ext cx="5308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E7E57562-12AF-5109-0621-A245C3E685D6}"/>
                </a:ext>
              </a:extLst>
            </p:cNvPr>
            <p:cNvCxnSpPr/>
            <p:nvPr/>
          </p:nvCxnSpPr>
          <p:spPr>
            <a:xfrm>
              <a:off x="1911439" y="4035859"/>
              <a:ext cx="5308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C6914D55-AEDF-D4F4-5819-263B37057011}"/>
                </a:ext>
              </a:extLst>
            </p:cNvPr>
            <p:cNvCxnSpPr/>
            <p:nvPr/>
          </p:nvCxnSpPr>
          <p:spPr>
            <a:xfrm>
              <a:off x="1911439" y="4100793"/>
              <a:ext cx="5308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0" name="Line 18">
            <a:extLst>
              <a:ext uri="{FF2B5EF4-FFF2-40B4-BE49-F238E27FC236}">
                <a16:creationId xmlns:a16="http://schemas.microsoft.com/office/drawing/2014/main" id="{9863BBDD-FF1F-CA2E-1124-D278C6252525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903688" y="4022750"/>
            <a:ext cx="730250" cy="73025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1" name="Line 28">
            <a:extLst>
              <a:ext uri="{FF2B5EF4-FFF2-40B4-BE49-F238E27FC236}">
                <a16:creationId xmlns:a16="http://schemas.microsoft.com/office/drawing/2014/main" id="{E8ABF83B-01D6-5D38-798E-6A73CA192324}"/>
              </a:ext>
            </a:extLst>
          </p:cNvPr>
          <p:cNvSpPr>
            <a:spLocks noChangeShapeType="1"/>
          </p:cNvSpPr>
          <p:nvPr/>
        </p:nvSpPr>
        <p:spPr bwMode="auto">
          <a:xfrm>
            <a:off x="9275099" y="4746650"/>
            <a:ext cx="723900" cy="72390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2" name="Line 29">
            <a:extLst>
              <a:ext uri="{FF2B5EF4-FFF2-40B4-BE49-F238E27FC236}">
                <a16:creationId xmlns:a16="http://schemas.microsoft.com/office/drawing/2014/main" id="{19640E21-306D-9D30-BE9A-6428E78655B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275099" y="4753000"/>
            <a:ext cx="717550" cy="71755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3" name="Line 30">
            <a:extLst>
              <a:ext uri="{FF2B5EF4-FFF2-40B4-BE49-F238E27FC236}">
                <a16:creationId xmlns:a16="http://schemas.microsoft.com/office/drawing/2014/main" id="{3EB34300-3042-DFB1-1973-E8F4048AF3EC}"/>
              </a:ext>
            </a:extLst>
          </p:cNvPr>
          <p:cNvSpPr>
            <a:spLocks noChangeShapeType="1"/>
          </p:cNvSpPr>
          <p:nvPr/>
        </p:nvSpPr>
        <p:spPr bwMode="auto">
          <a:xfrm>
            <a:off x="9275099" y="4745062"/>
            <a:ext cx="0" cy="723900"/>
          </a:xfrm>
          <a:prstGeom prst="line">
            <a:avLst/>
          </a:prstGeom>
          <a:noFill/>
          <a:ln w="28575">
            <a:solidFill>
              <a:srgbClr val="3333FF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4" name="Oval 31">
            <a:extLst>
              <a:ext uri="{FF2B5EF4-FFF2-40B4-BE49-F238E27FC236}">
                <a16:creationId xmlns:a16="http://schemas.microsoft.com/office/drawing/2014/main" id="{3CA0BFB1-6ABF-184D-028F-2A0A5BF5CE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75099" y="3697312"/>
            <a:ext cx="723900" cy="723900"/>
          </a:xfrm>
          <a:prstGeom prst="ellipse">
            <a:avLst/>
          </a:prstGeom>
          <a:noFill/>
          <a:ln w="28575">
            <a:solidFill>
              <a:srgbClr val="3333FF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5" name="Line 32">
            <a:extLst>
              <a:ext uri="{FF2B5EF4-FFF2-40B4-BE49-F238E27FC236}">
                <a16:creationId xmlns:a16="http://schemas.microsoft.com/office/drawing/2014/main" id="{2B652B59-BB0C-0F32-E40B-48AC6F4ED61F}"/>
              </a:ext>
            </a:extLst>
          </p:cNvPr>
          <p:cNvSpPr>
            <a:spLocks noChangeShapeType="1"/>
          </p:cNvSpPr>
          <p:nvPr/>
        </p:nvSpPr>
        <p:spPr bwMode="auto">
          <a:xfrm>
            <a:off x="9998999" y="4746650"/>
            <a:ext cx="0" cy="723900"/>
          </a:xfrm>
          <a:prstGeom prst="line">
            <a:avLst/>
          </a:prstGeom>
          <a:noFill/>
          <a:ln w="28575">
            <a:solidFill>
              <a:srgbClr val="3333FF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6" name="AutoShape 33">
            <a:extLst>
              <a:ext uri="{FF2B5EF4-FFF2-40B4-BE49-F238E27FC236}">
                <a16:creationId xmlns:a16="http://schemas.microsoft.com/office/drawing/2014/main" id="{06C0C030-7F5F-2811-6BFD-F4E408D52B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4647" y="3654450"/>
            <a:ext cx="1397000" cy="1739900"/>
          </a:xfrm>
          <a:prstGeom prst="triangle">
            <a:avLst>
              <a:gd name="adj" fmla="val 50000"/>
            </a:avLst>
          </a:prstGeom>
          <a:noFill/>
          <a:ln w="3175">
            <a:solidFill>
              <a:srgbClr val="000000"/>
            </a:solidFill>
            <a:miter lim="800000"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7" name="Rectangle 35">
            <a:extLst>
              <a:ext uri="{FF2B5EF4-FFF2-40B4-BE49-F238E27FC236}">
                <a16:creationId xmlns:a16="http://schemas.microsoft.com/office/drawing/2014/main" id="{75DF580B-2735-FF8A-4055-2E06AE62FFF3}"/>
              </a:ext>
            </a:extLst>
          </p:cNvPr>
          <p:cNvSpPr>
            <a:spLocks noChangeArrowheads="1"/>
          </p:cNvSpPr>
          <p:nvPr/>
        </p:nvSpPr>
        <p:spPr bwMode="auto">
          <a:xfrm rot="20179702">
            <a:off x="6569535" y="4295800"/>
            <a:ext cx="1814512" cy="723900"/>
          </a:xfrm>
          <a:prstGeom prst="rect">
            <a:avLst/>
          </a:prstGeom>
          <a:noFill/>
          <a:ln w="3175">
            <a:solidFill>
              <a:srgbClr val="000000"/>
            </a:solidFill>
            <a:miter lim="800000"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8" name="Oval 40">
            <a:extLst>
              <a:ext uri="{FF2B5EF4-FFF2-40B4-BE49-F238E27FC236}">
                <a16:creationId xmlns:a16="http://schemas.microsoft.com/office/drawing/2014/main" id="{ACE6BFF5-8392-22BD-5B83-EF2208985B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5960" y="4268812"/>
            <a:ext cx="723900" cy="723900"/>
          </a:xfrm>
          <a:prstGeom prst="ellipse">
            <a:avLst/>
          </a:prstGeom>
          <a:noFill/>
          <a:ln w="9525">
            <a:solidFill>
              <a:srgbClr val="000000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9" name="Line 41">
            <a:extLst>
              <a:ext uri="{FF2B5EF4-FFF2-40B4-BE49-F238E27FC236}">
                <a16:creationId xmlns:a16="http://schemas.microsoft.com/office/drawing/2014/main" id="{A5EE868A-12C6-8409-80C2-45A02603BAB6}"/>
              </a:ext>
            </a:extLst>
          </p:cNvPr>
          <p:cNvSpPr>
            <a:spLocks noChangeShapeType="1"/>
          </p:cNvSpPr>
          <p:nvPr/>
        </p:nvSpPr>
        <p:spPr bwMode="auto">
          <a:xfrm>
            <a:off x="9276687" y="4748237"/>
            <a:ext cx="728662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0" name="Line 42">
            <a:extLst>
              <a:ext uri="{FF2B5EF4-FFF2-40B4-BE49-F238E27FC236}">
                <a16:creationId xmlns:a16="http://schemas.microsoft.com/office/drawing/2014/main" id="{75368CF8-1C6F-19F3-EBF3-2B2C9F6536B1}"/>
              </a:ext>
            </a:extLst>
          </p:cNvPr>
          <p:cNvSpPr>
            <a:spLocks noChangeShapeType="1"/>
          </p:cNvSpPr>
          <p:nvPr/>
        </p:nvSpPr>
        <p:spPr bwMode="auto">
          <a:xfrm>
            <a:off x="9271924" y="5472137"/>
            <a:ext cx="728663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1" name="Line 43">
            <a:extLst>
              <a:ext uri="{FF2B5EF4-FFF2-40B4-BE49-F238E27FC236}">
                <a16:creationId xmlns:a16="http://schemas.microsoft.com/office/drawing/2014/main" id="{4F8317E6-91D5-D76B-97D8-5290162D3A0D}"/>
              </a:ext>
            </a:extLst>
          </p:cNvPr>
          <p:cNvSpPr>
            <a:spLocks noChangeShapeType="1"/>
          </p:cNvSpPr>
          <p:nvPr/>
        </p:nvSpPr>
        <p:spPr bwMode="auto">
          <a:xfrm>
            <a:off x="7250572" y="4351362"/>
            <a:ext cx="752475" cy="471488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2" name="Line 44">
            <a:extLst>
              <a:ext uri="{FF2B5EF4-FFF2-40B4-BE49-F238E27FC236}">
                <a16:creationId xmlns:a16="http://schemas.microsoft.com/office/drawing/2014/main" id="{D6C6AC4D-4C12-27DF-3802-86887DFE023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864810" y="4137050"/>
            <a:ext cx="866775" cy="118110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53" name="Object 45">
            <a:extLst>
              <a:ext uri="{FF2B5EF4-FFF2-40B4-BE49-F238E27FC236}">
                <a16:creationId xmlns:a16="http://schemas.microsoft.com/office/drawing/2014/main" id="{88426875-D785-58DB-C89C-3BFA8714D07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835690"/>
              </p:ext>
            </p:extLst>
          </p:nvPr>
        </p:nvGraphicFramePr>
        <p:xfrm>
          <a:off x="1400075" y="3476650"/>
          <a:ext cx="1576388" cy="231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rawing" r:id="rId3" imgW="3667125" imgH="5381625" progId="AutoCAD.Drawing.15">
                  <p:embed/>
                </p:oleObj>
              </mc:Choice>
              <mc:Fallback>
                <p:oleObj name="Drawing" r:id="rId3" imgW="3667125" imgH="5381625" progId="AutoCAD.Drawing.15">
                  <p:embed/>
                  <p:pic>
                    <p:nvPicPr>
                      <p:cNvPr id="53" name="Object 45">
                        <a:extLst>
                          <a:ext uri="{FF2B5EF4-FFF2-40B4-BE49-F238E27FC236}">
                            <a16:creationId xmlns:a16="http://schemas.microsoft.com/office/drawing/2014/main" id="{88426875-D785-58DB-C89C-3BFA8714D07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0075" y="3476650"/>
                        <a:ext cx="1576388" cy="2311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" name="Oval 46">
            <a:extLst>
              <a:ext uri="{FF2B5EF4-FFF2-40B4-BE49-F238E27FC236}">
                <a16:creationId xmlns:a16="http://schemas.microsoft.com/office/drawing/2014/main" id="{6E26FA9A-3306-46AD-267D-B9E2EEB5BB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7588" y="3795737"/>
            <a:ext cx="723900" cy="730250"/>
          </a:xfrm>
          <a:prstGeom prst="ellipse">
            <a:avLst/>
          </a:prstGeom>
          <a:noFill/>
          <a:ln w="63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5" name="Line 51">
            <a:extLst>
              <a:ext uri="{FF2B5EF4-FFF2-40B4-BE49-F238E27FC236}">
                <a16:creationId xmlns:a16="http://schemas.microsoft.com/office/drawing/2014/main" id="{0FA8EFD2-3838-1DE8-F28A-8C2F6238F02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814413" y="3792562"/>
            <a:ext cx="730250" cy="73342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6" name="Line 52">
            <a:extLst>
              <a:ext uri="{FF2B5EF4-FFF2-40B4-BE49-F238E27FC236}">
                <a16:creationId xmlns:a16="http://schemas.microsoft.com/office/drawing/2014/main" id="{0FC022DD-0AEF-F8EA-1FCE-01A4C9F0C592}"/>
              </a:ext>
            </a:extLst>
          </p:cNvPr>
          <p:cNvSpPr>
            <a:spLocks noChangeShapeType="1"/>
          </p:cNvSpPr>
          <p:nvPr/>
        </p:nvSpPr>
        <p:spPr bwMode="auto">
          <a:xfrm>
            <a:off x="1816000" y="3797325"/>
            <a:ext cx="733425" cy="73342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57" name="Picture 55">
            <a:extLst>
              <a:ext uri="{FF2B5EF4-FFF2-40B4-BE49-F238E27FC236}">
                <a16:creationId xmlns:a16="http://schemas.microsoft.com/office/drawing/2014/main" id="{2EAD184D-E14F-CBF3-04AE-E567ED1449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2697" y="1520850"/>
            <a:ext cx="1900238" cy="1717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8" name="Picture 56">
            <a:extLst>
              <a:ext uri="{FF2B5EF4-FFF2-40B4-BE49-F238E27FC236}">
                <a16:creationId xmlns:a16="http://schemas.microsoft.com/office/drawing/2014/main" id="{9E8D9974-212E-4CFB-7A12-3AE0EC0AB9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02074" y="1822475"/>
            <a:ext cx="1660525" cy="1339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9" name="Picture 62">
            <a:extLst>
              <a:ext uri="{FF2B5EF4-FFF2-40B4-BE49-F238E27FC236}">
                <a16:creationId xmlns:a16="http://schemas.microsoft.com/office/drawing/2014/main" id="{19E033B8-D507-0FD3-851B-28F5440A67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9115" y="1593875"/>
            <a:ext cx="1692275" cy="163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0" name="Picture 63">
            <a:extLst>
              <a:ext uri="{FF2B5EF4-FFF2-40B4-BE49-F238E27FC236}">
                <a16:creationId xmlns:a16="http://schemas.microsoft.com/office/drawing/2014/main" id="{B301AC88-4D62-A6D0-2A57-AB049D6CA0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9776" y="1628800"/>
            <a:ext cx="1592262" cy="1655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62" name="组合 61">
            <a:extLst>
              <a:ext uri="{FF2B5EF4-FFF2-40B4-BE49-F238E27FC236}">
                <a16:creationId xmlns:a16="http://schemas.microsoft.com/office/drawing/2014/main" id="{D7E84DD3-5E25-F71F-C96D-59F349BA1A66}"/>
              </a:ext>
            </a:extLst>
          </p:cNvPr>
          <p:cNvGrpSpPr/>
          <p:nvPr/>
        </p:nvGrpSpPr>
        <p:grpSpPr>
          <a:xfrm>
            <a:off x="1790597" y="3792562"/>
            <a:ext cx="53089" cy="733425"/>
            <a:chOff x="1911439" y="3472143"/>
            <a:chExt cx="53089" cy="733425"/>
          </a:xfrm>
        </p:grpSpPr>
        <p:sp>
          <p:nvSpPr>
            <p:cNvPr id="63" name="Line 47">
              <a:extLst>
                <a:ext uri="{FF2B5EF4-FFF2-40B4-BE49-F238E27FC236}">
                  <a16:creationId xmlns:a16="http://schemas.microsoft.com/office/drawing/2014/main" id="{25B019FD-22E7-048F-F0DF-59BD1A2B56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36842" y="3472143"/>
              <a:ext cx="0" cy="73342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64" name="直接连接符 63">
              <a:extLst>
                <a:ext uri="{FF2B5EF4-FFF2-40B4-BE49-F238E27FC236}">
                  <a16:creationId xmlns:a16="http://schemas.microsoft.com/office/drawing/2014/main" id="{27EA9C0F-873F-DD89-E6C1-B5A3CBDEB298}"/>
                </a:ext>
              </a:extLst>
            </p:cNvPr>
            <p:cNvCxnSpPr/>
            <p:nvPr/>
          </p:nvCxnSpPr>
          <p:spPr>
            <a:xfrm>
              <a:off x="1911439" y="3571879"/>
              <a:ext cx="53089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连接符 64">
              <a:extLst>
                <a:ext uri="{FF2B5EF4-FFF2-40B4-BE49-F238E27FC236}">
                  <a16:creationId xmlns:a16="http://schemas.microsoft.com/office/drawing/2014/main" id="{AAEA4BFC-4009-7D22-C0C1-5992E7B72124}"/>
                </a:ext>
              </a:extLst>
            </p:cNvPr>
            <p:cNvCxnSpPr/>
            <p:nvPr/>
          </p:nvCxnSpPr>
          <p:spPr>
            <a:xfrm>
              <a:off x="1911439" y="3602042"/>
              <a:ext cx="53089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65">
              <a:extLst>
                <a:ext uri="{FF2B5EF4-FFF2-40B4-BE49-F238E27FC236}">
                  <a16:creationId xmlns:a16="http://schemas.microsoft.com/office/drawing/2014/main" id="{5CA41770-9411-EA28-EE02-2714F257232B}"/>
                </a:ext>
              </a:extLst>
            </p:cNvPr>
            <p:cNvCxnSpPr/>
            <p:nvPr/>
          </p:nvCxnSpPr>
          <p:spPr>
            <a:xfrm>
              <a:off x="1911439" y="3636813"/>
              <a:ext cx="53089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连接符 66">
              <a:extLst>
                <a:ext uri="{FF2B5EF4-FFF2-40B4-BE49-F238E27FC236}">
                  <a16:creationId xmlns:a16="http://schemas.microsoft.com/office/drawing/2014/main" id="{14EC22F8-8E6A-32D7-1E79-6BC337DB5A04}"/>
                </a:ext>
              </a:extLst>
            </p:cNvPr>
            <p:cNvCxnSpPr/>
            <p:nvPr/>
          </p:nvCxnSpPr>
          <p:spPr>
            <a:xfrm>
              <a:off x="1911439" y="4035859"/>
              <a:ext cx="53089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连接符 67">
              <a:extLst>
                <a:ext uri="{FF2B5EF4-FFF2-40B4-BE49-F238E27FC236}">
                  <a16:creationId xmlns:a16="http://schemas.microsoft.com/office/drawing/2014/main" id="{0D9F0E44-D3D8-3831-3420-69D182FC54B6}"/>
                </a:ext>
              </a:extLst>
            </p:cNvPr>
            <p:cNvCxnSpPr/>
            <p:nvPr/>
          </p:nvCxnSpPr>
          <p:spPr>
            <a:xfrm>
              <a:off x="1911439" y="4066022"/>
              <a:ext cx="53089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接连接符 68">
              <a:extLst>
                <a:ext uri="{FF2B5EF4-FFF2-40B4-BE49-F238E27FC236}">
                  <a16:creationId xmlns:a16="http://schemas.microsoft.com/office/drawing/2014/main" id="{5BB72814-FE83-46A7-FB03-82DBF9B39D77}"/>
                </a:ext>
              </a:extLst>
            </p:cNvPr>
            <p:cNvCxnSpPr/>
            <p:nvPr/>
          </p:nvCxnSpPr>
          <p:spPr>
            <a:xfrm>
              <a:off x="1911439" y="4100793"/>
              <a:ext cx="53089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0" name="组合 69">
            <a:extLst>
              <a:ext uri="{FF2B5EF4-FFF2-40B4-BE49-F238E27FC236}">
                <a16:creationId xmlns:a16="http://schemas.microsoft.com/office/drawing/2014/main" id="{6D4557C3-FC7C-020D-CDFD-33466B672D8A}"/>
              </a:ext>
            </a:extLst>
          </p:cNvPr>
          <p:cNvGrpSpPr/>
          <p:nvPr/>
        </p:nvGrpSpPr>
        <p:grpSpPr>
          <a:xfrm>
            <a:off x="2521294" y="3800500"/>
            <a:ext cx="53089" cy="733425"/>
            <a:chOff x="2642136" y="3480081"/>
            <a:chExt cx="53089" cy="733425"/>
          </a:xfrm>
        </p:grpSpPr>
        <p:sp>
          <p:nvSpPr>
            <p:cNvPr id="71" name="Line 50">
              <a:extLst>
                <a:ext uri="{FF2B5EF4-FFF2-40B4-BE49-F238E27FC236}">
                  <a16:creationId xmlns:a16="http://schemas.microsoft.com/office/drawing/2014/main" id="{DA28521D-7A2D-A03B-CF08-4A96A91F160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>
              <a:off x="2298792" y="3846794"/>
              <a:ext cx="73342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72" name="直接连接符 71">
              <a:extLst>
                <a:ext uri="{FF2B5EF4-FFF2-40B4-BE49-F238E27FC236}">
                  <a16:creationId xmlns:a16="http://schemas.microsoft.com/office/drawing/2014/main" id="{C3984AA5-A696-00C2-DB3C-EE5446976D62}"/>
                </a:ext>
              </a:extLst>
            </p:cNvPr>
            <p:cNvCxnSpPr/>
            <p:nvPr/>
          </p:nvCxnSpPr>
          <p:spPr>
            <a:xfrm>
              <a:off x="2642136" y="4035859"/>
              <a:ext cx="53089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接连接符 72">
              <a:extLst>
                <a:ext uri="{FF2B5EF4-FFF2-40B4-BE49-F238E27FC236}">
                  <a16:creationId xmlns:a16="http://schemas.microsoft.com/office/drawing/2014/main" id="{A647CF68-2375-AED4-4CD4-CB77EFC79D4F}"/>
                </a:ext>
              </a:extLst>
            </p:cNvPr>
            <p:cNvCxnSpPr/>
            <p:nvPr/>
          </p:nvCxnSpPr>
          <p:spPr>
            <a:xfrm>
              <a:off x="2642136" y="4066022"/>
              <a:ext cx="53089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连接符 73">
              <a:extLst>
                <a:ext uri="{FF2B5EF4-FFF2-40B4-BE49-F238E27FC236}">
                  <a16:creationId xmlns:a16="http://schemas.microsoft.com/office/drawing/2014/main" id="{92C95DD5-9120-9F6B-7ABB-D681EFD25C88}"/>
                </a:ext>
              </a:extLst>
            </p:cNvPr>
            <p:cNvCxnSpPr/>
            <p:nvPr/>
          </p:nvCxnSpPr>
          <p:spPr>
            <a:xfrm>
              <a:off x="2642136" y="4100793"/>
              <a:ext cx="53089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接连接符 74">
              <a:extLst>
                <a:ext uri="{FF2B5EF4-FFF2-40B4-BE49-F238E27FC236}">
                  <a16:creationId xmlns:a16="http://schemas.microsoft.com/office/drawing/2014/main" id="{BED9F4EB-806B-186E-D51B-8F34518704BB}"/>
                </a:ext>
              </a:extLst>
            </p:cNvPr>
            <p:cNvCxnSpPr/>
            <p:nvPr/>
          </p:nvCxnSpPr>
          <p:spPr>
            <a:xfrm>
              <a:off x="2642136" y="3577076"/>
              <a:ext cx="53089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接连接符 75">
              <a:extLst>
                <a:ext uri="{FF2B5EF4-FFF2-40B4-BE49-F238E27FC236}">
                  <a16:creationId xmlns:a16="http://schemas.microsoft.com/office/drawing/2014/main" id="{D9EE92E3-865C-E82C-EB2E-1B6231F1AFD4}"/>
                </a:ext>
              </a:extLst>
            </p:cNvPr>
            <p:cNvCxnSpPr/>
            <p:nvPr/>
          </p:nvCxnSpPr>
          <p:spPr>
            <a:xfrm>
              <a:off x="2642136" y="3607239"/>
              <a:ext cx="53089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>
              <a:extLst>
                <a:ext uri="{FF2B5EF4-FFF2-40B4-BE49-F238E27FC236}">
                  <a16:creationId xmlns:a16="http://schemas.microsoft.com/office/drawing/2014/main" id="{4D71E5EA-1CF6-D41C-6A48-D5268A28305B}"/>
                </a:ext>
              </a:extLst>
            </p:cNvPr>
            <p:cNvCxnSpPr/>
            <p:nvPr/>
          </p:nvCxnSpPr>
          <p:spPr>
            <a:xfrm>
              <a:off x="2642136" y="3642010"/>
              <a:ext cx="53089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8" name="组合 77">
            <a:extLst>
              <a:ext uri="{FF2B5EF4-FFF2-40B4-BE49-F238E27FC236}">
                <a16:creationId xmlns:a16="http://schemas.microsoft.com/office/drawing/2014/main" id="{C2BC177C-BFD5-301B-BF1B-B279C1AB8ACE}"/>
              </a:ext>
            </a:extLst>
          </p:cNvPr>
          <p:cNvGrpSpPr/>
          <p:nvPr/>
        </p:nvGrpSpPr>
        <p:grpSpPr>
          <a:xfrm>
            <a:off x="1816000" y="3769987"/>
            <a:ext cx="733425" cy="53090"/>
            <a:chOff x="1936842" y="3449568"/>
            <a:chExt cx="733425" cy="53090"/>
          </a:xfrm>
        </p:grpSpPr>
        <p:sp>
          <p:nvSpPr>
            <p:cNvPr id="79" name="Line 48">
              <a:extLst>
                <a:ext uri="{FF2B5EF4-FFF2-40B4-BE49-F238E27FC236}">
                  <a16:creationId xmlns:a16="http://schemas.microsoft.com/office/drawing/2014/main" id="{D92C9A3C-F9FD-233D-0F1D-FD17A02A8D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36842" y="3472143"/>
              <a:ext cx="73342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80" name="组合 79">
              <a:extLst>
                <a:ext uri="{FF2B5EF4-FFF2-40B4-BE49-F238E27FC236}">
                  <a16:creationId xmlns:a16="http://schemas.microsoft.com/office/drawing/2014/main" id="{BBD67545-ACC3-6411-F81F-1AF0677794C5}"/>
                </a:ext>
              </a:extLst>
            </p:cNvPr>
            <p:cNvGrpSpPr/>
            <p:nvPr/>
          </p:nvGrpSpPr>
          <p:grpSpPr>
            <a:xfrm rot="5400000">
              <a:off x="2505842" y="3443646"/>
              <a:ext cx="53089" cy="64934"/>
              <a:chOff x="2845336" y="3311959"/>
              <a:chExt cx="53089" cy="64934"/>
            </a:xfrm>
          </p:grpSpPr>
          <p:cxnSp>
            <p:nvCxnSpPr>
              <p:cNvPr id="85" name="直接连接符 84">
                <a:extLst>
                  <a:ext uri="{FF2B5EF4-FFF2-40B4-BE49-F238E27FC236}">
                    <a16:creationId xmlns:a16="http://schemas.microsoft.com/office/drawing/2014/main" id="{C34BD6F2-A3E0-0BCB-A2F6-7BF64217FA79}"/>
                  </a:ext>
                </a:extLst>
              </p:cNvPr>
              <p:cNvCxnSpPr/>
              <p:nvPr/>
            </p:nvCxnSpPr>
            <p:spPr>
              <a:xfrm>
                <a:off x="2845336" y="3311959"/>
                <a:ext cx="53089" cy="0"/>
              </a:xfrm>
              <a:prstGeom prst="line">
                <a:avLst/>
              </a:prstGeom>
              <a:ln w="127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直接连接符 85">
                <a:extLst>
                  <a:ext uri="{FF2B5EF4-FFF2-40B4-BE49-F238E27FC236}">
                    <a16:creationId xmlns:a16="http://schemas.microsoft.com/office/drawing/2014/main" id="{9EFC3CC2-923E-086B-58DE-BD0C8A3219D7}"/>
                  </a:ext>
                </a:extLst>
              </p:cNvPr>
              <p:cNvCxnSpPr/>
              <p:nvPr/>
            </p:nvCxnSpPr>
            <p:spPr>
              <a:xfrm>
                <a:off x="2845336" y="3342122"/>
                <a:ext cx="53089" cy="0"/>
              </a:xfrm>
              <a:prstGeom prst="line">
                <a:avLst/>
              </a:prstGeom>
              <a:ln w="127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直接连接符 86">
                <a:extLst>
                  <a:ext uri="{FF2B5EF4-FFF2-40B4-BE49-F238E27FC236}">
                    <a16:creationId xmlns:a16="http://schemas.microsoft.com/office/drawing/2014/main" id="{81507F20-DFAE-E438-A9D0-B5FDCB3F6D2F}"/>
                  </a:ext>
                </a:extLst>
              </p:cNvPr>
              <p:cNvCxnSpPr/>
              <p:nvPr/>
            </p:nvCxnSpPr>
            <p:spPr>
              <a:xfrm>
                <a:off x="2845336" y="3376893"/>
                <a:ext cx="53089" cy="0"/>
              </a:xfrm>
              <a:prstGeom prst="line">
                <a:avLst/>
              </a:prstGeom>
              <a:ln w="127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1" name="组合 80">
              <a:extLst>
                <a:ext uri="{FF2B5EF4-FFF2-40B4-BE49-F238E27FC236}">
                  <a16:creationId xmlns:a16="http://schemas.microsoft.com/office/drawing/2014/main" id="{76009FEA-B566-7512-2EB5-8AD0FB763349}"/>
                </a:ext>
              </a:extLst>
            </p:cNvPr>
            <p:cNvGrpSpPr/>
            <p:nvPr/>
          </p:nvGrpSpPr>
          <p:grpSpPr>
            <a:xfrm rot="5400000">
              <a:off x="2027942" y="3443647"/>
              <a:ext cx="53089" cy="64934"/>
              <a:chOff x="2845336" y="3311959"/>
              <a:chExt cx="53089" cy="64934"/>
            </a:xfrm>
          </p:grpSpPr>
          <p:cxnSp>
            <p:nvCxnSpPr>
              <p:cNvPr id="82" name="直接连接符 81">
                <a:extLst>
                  <a:ext uri="{FF2B5EF4-FFF2-40B4-BE49-F238E27FC236}">
                    <a16:creationId xmlns:a16="http://schemas.microsoft.com/office/drawing/2014/main" id="{E6CF2BAE-77D7-054C-D24D-B47F7F2B1EFF}"/>
                  </a:ext>
                </a:extLst>
              </p:cNvPr>
              <p:cNvCxnSpPr/>
              <p:nvPr/>
            </p:nvCxnSpPr>
            <p:spPr>
              <a:xfrm>
                <a:off x="2845336" y="3311959"/>
                <a:ext cx="53089" cy="0"/>
              </a:xfrm>
              <a:prstGeom prst="line">
                <a:avLst/>
              </a:prstGeom>
              <a:ln w="127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直接连接符 82">
                <a:extLst>
                  <a:ext uri="{FF2B5EF4-FFF2-40B4-BE49-F238E27FC236}">
                    <a16:creationId xmlns:a16="http://schemas.microsoft.com/office/drawing/2014/main" id="{E6BA7AE1-4CBA-2507-A770-4435A4A1147E}"/>
                  </a:ext>
                </a:extLst>
              </p:cNvPr>
              <p:cNvCxnSpPr/>
              <p:nvPr/>
            </p:nvCxnSpPr>
            <p:spPr>
              <a:xfrm>
                <a:off x="2845336" y="3342122"/>
                <a:ext cx="53089" cy="0"/>
              </a:xfrm>
              <a:prstGeom prst="line">
                <a:avLst/>
              </a:prstGeom>
              <a:ln w="127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直接连接符 83">
                <a:extLst>
                  <a:ext uri="{FF2B5EF4-FFF2-40B4-BE49-F238E27FC236}">
                    <a16:creationId xmlns:a16="http://schemas.microsoft.com/office/drawing/2014/main" id="{A0BFA52C-D642-55B8-6D5A-3E02887EEEA4}"/>
                  </a:ext>
                </a:extLst>
              </p:cNvPr>
              <p:cNvCxnSpPr/>
              <p:nvPr/>
            </p:nvCxnSpPr>
            <p:spPr>
              <a:xfrm>
                <a:off x="2845336" y="3376893"/>
                <a:ext cx="53089" cy="0"/>
              </a:xfrm>
              <a:prstGeom prst="line">
                <a:avLst/>
              </a:prstGeom>
              <a:ln w="127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88" name="组合 87">
            <a:extLst>
              <a:ext uri="{FF2B5EF4-FFF2-40B4-BE49-F238E27FC236}">
                <a16:creationId xmlns:a16="http://schemas.microsoft.com/office/drawing/2014/main" id="{63BF1CC1-6E9C-C4D9-3CC5-A742B1A0AA2A}"/>
              </a:ext>
            </a:extLst>
          </p:cNvPr>
          <p:cNvGrpSpPr/>
          <p:nvPr/>
        </p:nvGrpSpPr>
        <p:grpSpPr>
          <a:xfrm>
            <a:off x="1814413" y="4505350"/>
            <a:ext cx="733425" cy="53090"/>
            <a:chOff x="1935255" y="4184931"/>
            <a:chExt cx="733425" cy="53090"/>
          </a:xfrm>
        </p:grpSpPr>
        <p:sp>
          <p:nvSpPr>
            <p:cNvPr id="89" name="Line 49">
              <a:extLst>
                <a:ext uri="{FF2B5EF4-FFF2-40B4-BE49-F238E27FC236}">
                  <a16:creationId xmlns:a16="http://schemas.microsoft.com/office/drawing/2014/main" id="{BA4A8B25-5BBA-7B3E-BA3C-04EBB85C0DC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>
              <a:off x="2301968" y="3842030"/>
              <a:ext cx="0" cy="73342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90" name="组合 89">
              <a:extLst>
                <a:ext uri="{FF2B5EF4-FFF2-40B4-BE49-F238E27FC236}">
                  <a16:creationId xmlns:a16="http://schemas.microsoft.com/office/drawing/2014/main" id="{7424E874-D672-2504-B691-9018F49D3370}"/>
                </a:ext>
              </a:extLst>
            </p:cNvPr>
            <p:cNvGrpSpPr/>
            <p:nvPr/>
          </p:nvGrpSpPr>
          <p:grpSpPr>
            <a:xfrm rot="5400000">
              <a:off x="2505842" y="4179009"/>
              <a:ext cx="53089" cy="64934"/>
              <a:chOff x="2845336" y="3311959"/>
              <a:chExt cx="53089" cy="64934"/>
            </a:xfrm>
          </p:grpSpPr>
          <p:cxnSp>
            <p:nvCxnSpPr>
              <p:cNvPr id="95" name="直接连接符 94">
                <a:extLst>
                  <a:ext uri="{FF2B5EF4-FFF2-40B4-BE49-F238E27FC236}">
                    <a16:creationId xmlns:a16="http://schemas.microsoft.com/office/drawing/2014/main" id="{F3BFA2A8-4DE9-96F9-AEE5-3714225FC7DE}"/>
                  </a:ext>
                </a:extLst>
              </p:cNvPr>
              <p:cNvCxnSpPr/>
              <p:nvPr/>
            </p:nvCxnSpPr>
            <p:spPr>
              <a:xfrm>
                <a:off x="2845336" y="3311959"/>
                <a:ext cx="53089" cy="0"/>
              </a:xfrm>
              <a:prstGeom prst="line">
                <a:avLst/>
              </a:prstGeom>
              <a:ln w="127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直接连接符 95">
                <a:extLst>
                  <a:ext uri="{FF2B5EF4-FFF2-40B4-BE49-F238E27FC236}">
                    <a16:creationId xmlns:a16="http://schemas.microsoft.com/office/drawing/2014/main" id="{962ECA6A-4148-0615-C1DE-01E6B11BE364}"/>
                  </a:ext>
                </a:extLst>
              </p:cNvPr>
              <p:cNvCxnSpPr/>
              <p:nvPr/>
            </p:nvCxnSpPr>
            <p:spPr>
              <a:xfrm>
                <a:off x="2845336" y="3342122"/>
                <a:ext cx="53089" cy="0"/>
              </a:xfrm>
              <a:prstGeom prst="line">
                <a:avLst/>
              </a:prstGeom>
              <a:ln w="127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直接连接符 96">
                <a:extLst>
                  <a:ext uri="{FF2B5EF4-FFF2-40B4-BE49-F238E27FC236}">
                    <a16:creationId xmlns:a16="http://schemas.microsoft.com/office/drawing/2014/main" id="{B820DCB6-EC8C-A36E-19FF-D190596427B9}"/>
                  </a:ext>
                </a:extLst>
              </p:cNvPr>
              <p:cNvCxnSpPr/>
              <p:nvPr/>
            </p:nvCxnSpPr>
            <p:spPr>
              <a:xfrm>
                <a:off x="2845336" y="3376893"/>
                <a:ext cx="53089" cy="0"/>
              </a:xfrm>
              <a:prstGeom prst="line">
                <a:avLst/>
              </a:prstGeom>
              <a:ln w="127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1" name="组合 90">
              <a:extLst>
                <a:ext uri="{FF2B5EF4-FFF2-40B4-BE49-F238E27FC236}">
                  <a16:creationId xmlns:a16="http://schemas.microsoft.com/office/drawing/2014/main" id="{C64CB15A-6056-A33E-D908-A8440E3DCE6B}"/>
                </a:ext>
              </a:extLst>
            </p:cNvPr>
            <p:cNvGrpSpPr/>
            <p:nvPr/>
          </p:nvGrpSpPr>
          <p:grpSpPr>
            <a:xfrm rot="5400000">
              <a:off x="2027942" y="4179010"/>
              <a:ext cx="53089" cy="64934"/>
              <a:chOff x="2845336" y="3311959"/>
              <a:chExt cx="53089" cy="64934"/>
            </a:xfrm>
          </p:grpSpPr>
          <p:cxnSp>
            <p:nvCxnSpPr>
              <p:cNvPr id="92" name="直接连接符 91">
                <a:extLst>
                  <a:ext uri="{FF2B5EF4-FFF2-40B4-BE49-F238E27FC236}">
                    <a16:creationId xmlns:a16="http://schemas.microsoft.com/office/drawing/2014/main" id="{B89A670F-1A4B-24DE-C7E3-820417E5FE24}"/>
                  </a:ext>
                </a:extLst>
              </p:cNvPr>
              <p:cNvCxnSpPr/>
              <p:nvPr/>
            </p:nvCxnSpPr>
            <p:spPr>
              <a:xfrm>
                <a:off x="2845336" y="3311959"/>
                <a:ext cx="53089" cy="0"/>
              </a:xfrm>
              <a:prstGeom prst="line">
                <a:avLst/>
              </a:prstGeom>
              <a:ln w="127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直接连接符 92">
                <a:extLst>
                  <a:ext uri="{FF2B5EF4-FFF2-40B4-BE49-F238E27FC236}">
                    <a16:creationId xmlns:a16="http://schemas.microsoft.com/office/drawing/2014/main" id="{5F2CB931-6E33-8E4C-A709-394416A703F7}"/>
                  </a:ext>
                </a:extLst>
              </p:cNvPr>
              <p:cNvCxnSpPr/>
              <p:nvPr/>
            </p:nvCxnSpPr>
            <p:spPr>
              <a:xfrm>
                <a:off x="2845336" y="3345297"/>
                <a:ext cx="53089" cy="0"/>
              </a:xfrm>
              <a:prstGeom prst="line">
                <a:avLst/>
              </a:prstGeom>
              <a:ln w="127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直接连接符 93">
                <a:extLst>
                  <a:ext uri="{FF2B5EF4-FFF2-40B4-BE49-F238E27FC236}">
                    <a16:creationId xmlns:a16="http://schemas.microsoft.com/office/drawing/2014/main" id="{F21C5B07-7D10-4797-23D5-43F3F01F8FFF}"/>
                  </a:ext>
                </a:extLst>
              </p:cNvPr>
              <p:cNvCxnSpPr/>
              <p:nvPr/>
            </p:nvCxnSpPr>
            <p:spPr>
              <a:xfrm>
                <a:off x="2845336" y="3376893"/>
                <a:ext cx="53089" cy="0"/>
              </a:xfrm>
              <a:prstGeom prst="line">
                <a:avLst/>
              </a:prstGeom>
              <a:ln w="127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965612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000"/>
                            </p:stCondLst>
                            <p:childTnLst>
                              <p:par>
                                <p:cTn id="6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500"/>
                            </p:stCondLst>
                            <p:childTnLst>
                              <p:par>
                                <p:cTn id="7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500"/>
                            </p:stCondLst>
                            <p:childTnLst>
                              <p:par>
                                <p:cTn id="1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500"/>
                            </p:stCondLst>
                            <p:childTnLst>
                              <p:par>
                                <p:cTn id="1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8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4" grpId="0" animBg="1"/>
      <p:bldP spid="55" grpId="0" animBg="1"/>
      <p:bldP spid="56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E51E42-45A2-3B21-6771-7D94821F2E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8">
            <a:extLst>
              <a:ext uri="{FF2B5EF4-FFF2-40B4-BE49-F238E27FC236}">
                <a16:creationId xmlns:a16="http://schemas.microsoft.com/office/drawing/2014/main" id="{15226FBE-AA29-2C2F-5FCD-EA4E4AC6E0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619" y="412176"/>
            <a:ext cx="45801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8.4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回转体与回转体相交</a:t>
            </a:r>
          </a:p>
        </p:txBody>
      </p:sp>
      <p:sp>
        <p:nvSpPr>
          <p:cNvPr id="16" name="灯片编号占位符 3">
            <a:extLst>
              <a:ext uri="{FF2B5EF4-FFF2-40B4-BE49-F238E27FC236}">
                <a16:creationId xmlns:a16="http://schemas.microsoft.com/office/drawing/2014/main" id="{DFFA6B36-8335-40D6-D2A1-262EFB708BF2}"/>
              </a:ext>
            </a:extLst>
          </p:cNvPr>
          <p:cNvSpPr txBox="1">
            <a:spLocks/>
          </p:cNvSpPr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  <a:pPr/>
              <a:t>26</a:t>
            </a:fld>
            <a:endParaRPr lang="en-US" altLang="zh-CN" dirty="0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128D10CB-6B8E-33A9-901E-5BA14B40B745}"/>
              </a:ext>
            </a:extLst>
          </p:cNvPr>
          <p:cNvGrpSpPr/>
          <p:nvPr/>
        </p:nvGrpSpPr>
        <p:grpSpPr>
          <a:xfrm>
            <a:off x="3719736" y="3504650"/>
            <a:ext cx="1681163" cy="2527956"/>
            <a:chOff x="1943099" y="3391835"/>
            <a:chExt cx="1681163" cy="2527956"/>
          </a:xfrm>
        </p:grpSpPr>
        <p:grpSp>
          <p:nvGrpSpPr>
            <p:cNvPr id="3" name="Group 36">
              <a:extLst>
                <a:ext uri="{FF2B5EF4-FFF2-40B4-BE49-F238E27FC236}">
                  <a16:creationId xmlns:a16="http://schemas.microsoft.com/office/drawing/2014/main" id="{A8B4807D-A2EA-F584-43EB-904D6E8722D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22008" y="3482490"/>
              <a:ext cx="1525588" cy="2368550"/>
              <a:chOff x="714" y="2002"/>
              <a:chExt cx="961" cy="1492"/>
            </a:xfrm>
          </p:grpSpPr>
          <p:sp>
            <p:nvSpPr>
              <p:cNvPr id="8" name="Rectangle 37">
                <a:extLst>
                  <a:ext uri="{FF2B5EF4-FFF2-40B4-BE49-F238E27FC236}">
                    <a16:creationId xmlns:a16="http://schemas.microsoft.com/office/drawing/2014/main" id="{3076EC71-4FDD-0F63-B3DD-724B4097A0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" y="2161"/>
                <a:ext cx="958" cy="555"/>
              </a:xfrm>
              <a:prstGeom prst="rect">
                <a:avLst/>
              </a:prstGeom>
              <a:solidFill>
                <a:srgbClr val="FFFFFF"/>
              </a:solidFill>
              <a:ln w="285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" name="Rectangle 38">
                <a:extLst>
                  <a:ext uri="{FF2B5EF4-FFF2-40B4-BE49-F238E27FC236}">
                    <a16:creationId xmlns:a16="http://schemas.microsoft.com/office/drawing/2014/main" id="{51B4AEC1-F013-06FA-DA07-6DCA8CDBF8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9" y="2720"/>
                <a:ext cx="375" cy="159"/>
              </a:xfrm>
              <a:prstGeom prst="rect">
                <a:avLst/>
              </a:prstGeom>
              <a:solidFill>
                <a:srgbClr val="FFFFFF"/>
              </a:solidFill>
              <a:ln w="285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" name="Line 39">
                <a:extLst>
                  <a:ext uri="{FF2B5EF4-FFF2-40B4-BE49-F238E27FC236}">
                    <a16:creationId xmlns:a16="http://schemas.microsoft.com/office/drawing/2014/main" id="{04DD0B4D-180B-2D5D-5360-B22859B065C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23" y="2155"/>
                <a:ext cx="340" cy="0"/>
              </a:xfrm>
              <a:prstGeom prst="line">
                <a:avLst/>
              </a:prstGeom>
              <a:noFill/>
              <a:ln w="9525">
                <a:solidFill>
                  <a:srgbClr val="A5002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" name="Rectangle 40">
                <a:extLst>
                  <a:ext uri="{FF2B5EF4-FFF2-40B4-BE49-F238E27FC236}">
                    <a16:creationId xmlns:a16="http://schemas.microsoft.com/office/drawing/2014/main" id="{0CC00E41-9D94-ACFF-0A39-A8A4804591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" y="2002"/>
                <a:ext cx="380" cy="162"/>
              </a:xfrm>
              <a:prstGeom prst="rect">
                <a:avLst/>
              </a:prstGeom>
              <a:solidFill>
                <a:srgbClr val="FFFFFF"/>
              </a:solidFill>
              <a:ln w="285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" name="Line 41">
                <a:extLst>
                  <a:ext uri="{FF2B5EF4-FFF2-40B4-BE49-F238E27FC236}">
                    <a16:creationId xmlns:a16="http://schemas.microsoft.com/office/drawing/2014/main" id="{33B277D3-0454-7400-BF87-01E225DBB44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15" y="2715"/>
                <a:ext cx="340" cy="0"/>
              </a:xfrm>
              <a:prstGeom prst="line">
                <a:avLst/>
              </a:prstGeom>
              <a:noFill/>
              <a:ln w="9525">
                <a:solidFill>
                  <a:srgbClr val="A5002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" name="Rectangle 42">
                <a:extLst>
                  <a:ext uri="{FF2B5EF4-FFF2-40B4-BE49-F238E27FC236}">
                    <a16:creationId xmlns:a16="http://schemas.microsoft.com/office/drawing/2014/main" id="{4E91B6DB-F3E2-2C44-AE73-78C6F19FFE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4" y="2940"/>
                <a:ext cx="957" cy="554"/>
              </a:xfrm>
              <a:prstGeom prst="rect">
                <a:avLst/>
              </a:prstGeom>
              <a:solidFill>
                <a:srgbClr val="FFFFFF"/>
              </a:solidFill>
              <a:ln w="285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4" name="Oval 43">
                <a:extLst>
                  <a:ext uri="{FF2B5EF4-FFF2-40B4-BE49-F238E27FC236}">
                    <a16:creationId xmlns:a16="http://schemas.microsoft.com/office/drawing/2014/main" id="{DB3A486B-9B48-A76C-9545-E531093A4D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9" y="3033"/>
                <a:ext cx="367" cy="368"/>
              </a:xfrm>
              <a:prstGeom prst="ellipse">
                <a:avLst/>
              </a:prstGeom>
              <a:solidFill>
                <a:srgbClr val="FFFFFF"/>
              </a:solidFill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5" name="Line 48">
                <a:extLst>
                  <a:ext uri="{FF2B5EF4-FFF2-40B4-BE49-F238E27FC236}">
                    <a16:creationId xmlns:a16="http://schemas.microsoft.com/office/drawing/2014/main" id="{47D06545-C5FC-93C0-FF04-0A99C40A551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00" y="2152"/>
                <a:ext cx="359" cy="0"/>
              </a:xfrm>
              <a:prstGeom prst="line">
                <a:avLst/>
              </a:prstGeom>
              <a:noFill/>
              <a:ln w="73025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7" name="Line 49">
                <a:extLst>
                  <a:ext uri="{FF2B5EF4-FFF2-40B4-BE49-F238E27FC236}">
                    <a16:creationId xmlns:a16="http://schemas.microsoft.com/office/drawing/2014/main" id="{E0FEE5F0-2EBF-E362-F8BB-BAE162FD72B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95" y="2716"/>
                <a:ext cx="363" cy="0"/>
              </a:xfrm>
              <a:prstGeom prst="line">
                <a:avLst/>
              </a:prstGeom>
              <a:noFill/>
              <a:ln w="57150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F1B4394A-EE47-C5C0-83B5-186662E9A8A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0616" t="32254" r="32397" b="24082"/>
            <a:stretch/>
          </p:blipFill>
          <p:spPr>
            <a:xfrm>
              <a:off x="1943099" y="4110038"/>
              <a:ext cx="1681163" cy="147637"/>
            </a:xfrm>
            <a:prstGeom prst="rect">
              <a:avLst/>
            </a:prstGeom>
          </p:spPr>
        </p:pic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63D6A6FC-9B2B-22B9-24F1-980805A7F71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352" t="34335" r="39197" b="17800"/>
            <a:stretch/>
          </p:blipFill>
          <p:spPr>
            <a:xfrm rot="5400000">
              <a:off x="1995997" y="4072448"/>
              <a:ext cx="1523065" cy="161840"/>
            </a:xfrm>
            <a:prstGeom prst="rect">
              <a:avLst/>
            </a:prstGeom>
          </p:spPr>
        </p:pic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81F60C04-A325-F0EC-AB74-F74E241E812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0616" t="32819" r="32397" b="26335"/>
            <a:stretch/>
          </p:blipFill>
          <p:spPr>
            <a:xfrm>
              <a:off x="1943099" y="5338763"/>
              <a:ext cx="1681163" cy="138112"/>
            </a:xfrm>
            <a:prstGeom prst="rect">
              <a:avLst/>
            </a:prstGeom>
          </p:spPr>
        </p:pic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3F12ACE7-C6D7-ED9E-9E5C-4FA412CDF3B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1872" t="32927" r="42302" b="17800"/>
            <a:stretch/>
          </p:blipFill>
          <p:spPr>
            <a:xfrm rot="5400000">
              <a:off x="2266992" y="5343571"/>
              <a:ext cx="985838" cy="166602"/>
            </a:xfrm>
            <a:prstGeom prst="rect">
              <a:avLst/>
            </a:prstGeom>
          </p:spPr>
        </p:pic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745A04DA-AA38-0553-EC60-BAA9F16CE772}"/>
              </a:ext>
            </a:extLst>
          </p:cNvPr>
          <p:cNvGrpSpPr/>
          <p:nvPr/>
        </p:nvGrpSpPr>
        <p:grpSpPr>
          <a:xfrm>
            <a:off x="9176846" y="3504651"/>
            <a:ext cx="1681163" cy="2637488"/>
            <a:chOff x="8526790" y="3391836"/>
            <a:chExt cx="1681163" cy="2637488"/>
          </a:xfrm>
        </p:grpSpPr>
        <p:grpSp>
          <p:nvGrpSpPr>
            <p:cNvPr id="19" name="Group 52">
              <a:extLst>
                <a:ext uri="{FF2B5EF4-FFF2-40B4-BE49-F238E27FC236}">
                  <a16:creationId xmlns:a16="http://schemas.microsoft.com/office/drawing/2014/main" id="{09381E41-2ACE-AFDB-F9B6-5FCFBF7F404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584729" y="3501539"/>
              <a:ext cx="1533525" cy="2460625"/>
              <a:chOff x="3741" y="1989"/>
              <a:chExt cx="966" cy="1550"/>
            </a:xfrm>
          </p:grpSpPr>
          <p:sp>
            <p:nvSpPr>
              <p:cNvPr id="25" name="Rectangle 53">
                <a:extLst>
                  <a:ext uri="{FF2B5EF4-FFF2-40B4-BE49-F238E27FC236}">
                    <a16:creationId xmlns:a16="http://schemas.microsoft.com/office/drawing/2014/main" id="{B1CB30B8-208F-BBC9-B94C-F8641DF1F9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4031" y="2694"/>
                <a:ext cx="383" cy="147"/>
              </a:xfrm>
              <a:prstGeom prst="rect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10800000"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6" name="Rectangle 54">
                <a:extLst>
                  <a:ext uri="{FF2B5EF4-FFF2-40B4-BE49-F238E27FC236}">
                    <a16:creationId xmlns:a16="http://schemas.microsoft.com/office/drawing/2014/main" id="{1F271814-3CE6-9010-659A-4E2F9FD760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41" y="2142"/>
                <a:ext cx="957" cy="553"/>
              </a:xfrm>
              <a:prstGeom prst="rect">
                <a:avLst/>
              </a:prstGeom>
              <a:solidFill>
                <a:srgbClr val="FFFFFF"/>
              </a:solidFill>
              <a:ln w="285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7" name="Rectangle 55">
                <a:extLst>
                  <a:ext uri="{FF2B5EF4-FFF2-40B4-BE49-F238E27FC236}">
                    <a16:creationId xmlns:a16="http://schemas.microsoft.com/office/drawing/2014/main" id="{2E0E81B4-1376-EB41-4D68-4F309FEF3E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25" y="1989"/>
                <a:ext cx="392" cy="156"/>
              </a:xfrm>
              <a:prstGeom prst="rect">
                <a:avLst/>
              </a:prstGeom>
              <a:solidFill>
                <a:srgbClr val="FFFFFF"/>
              </a:solidFill>
              <a:ln w="285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8" name="Line 56">
                <a:extLst>
                  <a:ext uri="{FF2B5EF4-FFF2-40B4-BE49-F238E27FC236}">
                    <a16:creationId xmlns:a16="http://schemas.microsoft.com/office/drawing/2014/main" id="{FECA9B09-5738-8545-D6FB-FB543913695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60" y="2135"/>
                <a:ext cx="339" cy="0"/>
              </a:xfrm>
              <a:prstGeom prst="line">
                <a:avLst/>
              </a:prstGeom>
              <a:noFill/>
              <a:ln w="9525">
                <a:solidFill>
                  <a:srgbClr val="A5002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9" name="Line 57">
                <a:extLst>
                  <a:ext uri="{FF2B5EF4-FFF2-40B4-BE49-F238E27FC236}">
                    <a16:creationId xmlns:a16="http://schemas.microsoft.com/office/drawing/2014/main" id="{F51F7151-1935-5D06-72CC-F20CA0FDFED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52" y="2694"/>
                <a:ext cx="339" cy="0"/>
              </a:xfrm>
              <a:prstGeom prst="line">
                <a:avLst/>
              </a:prstGeom>
              <a:noFill/>
              <a:ln w="9525">
                <a:solidFill>
                  <a:srgbClr val="A5002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0" name="Rectangle 58">
                <a:extLst>
                  <a:ext uri="{FF2B5EF4-FFF2-40B4-BE49-F238E27FC236}">
                    <a16:creationId xmlns:a16="http://schemas.microsoft.com/office/drawing/2014/main" id="{0F75F163-E8AA-5D45-FA21-F2C13356A6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51" y="2919"/>
                <a:ext cx="956" cy="553"/>
              </a:xfrm>
              <a:prstGeom prst="rect">
                <a:avLst/>
              </a:prstGeom>
              <a:solidFill>
                <a:srgbClr val="FFFFFF"/>
              </a:solidFill>
              <a:ln w="285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1" name="Oval 59">
                <a:extLst>
                  <a:ext uri="{FF2B5EF4-FFF2-40B4-BE49-F238E27FC236}">
                    <a16:creationId xmlns:a16="http://schemas.microsoft.com/office/drawing/2014/main" id="{0C130B44-580C-B401-A30C-747CECD769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31" y="3152"/>
                <a:ext cx="387" cy="387"/>
              </a:xfrm>
              <a:prstGeom prst="ellipse">
                <a:avLst/>
              </a:prstGeom>
              <a:solidFill>
                <a:srgbClr val="FFFFFF"/>
              </a:solidFill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2" name="Line 64">
                <a:extLst>
                  <a:ext uri="{FF2B5EF4-FFF2-40B4-BE49-F238E27FC236}">
                    <a16:creationId xmlns:a16="http://schemas.microsoft.com/office/drawing/2014/main" id="{2F1260D5-0356-22C9-1523-F0568E2FDE2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041" y="2136"/>
                <a:ext cx="363" cy="4"/>
              </a:xfrm>
              <a:prstGeom prst="line">
                <a:avLst/>
              </a:prstGeom>
              <a:noFill/>
              <a:ln w="57150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3" name="Line 65">
                <a:extLst>
                  <a:ext uri="{FF2B5EF4-FFF2-40B4-BE49-F238E27FC236}">
                    <a16:creationId xmlns:a16="http://schemas.microsoft.com/office/drawing/2014/main" id="{37B34BD2-D058-1387-6749-E53ABECECDD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43" y="2691"/>
                <a:ext cx="363" cy="0"/>
              </a:xfrm>
              <a:prstGeom prst="line">
                <a:avLst/>
              </a:prstGeom>
              <a:noFill/>
              <a:ln w="76200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pic>
          <p:nvPicPr>
            <p:cNvPr id="20" name="图片 19">
              <a:extLst>
                <a:ext uri="{FF2B5EF4-FFF2-40B4-BE49-F238E27FC236}">
                  <a16:creationId xmlns:a16="http://schemas.microsoft.com/office/drawing/2014/main" id="{EE6D52E3-4C71-91D9-71DA-76488264565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0616" t="32254" r="32397" b="24082"/>
            <a:stretch/>
          </p:blipFill>
          <p:spPr>
            <a:xfrm>
              <a:off x="8526790" y="4110039"/>
              <a:ext cx="1681163" cy="147637"/>
            </a:xfrm>
            <a:prstGeom prst="rect">
              <a:avLst/>
            </a:prstGeom>
          </p:spPr>
        </p:pic>
        <p:pic>
          <p:nvPicPr>
            <p:cNvPr id="21" name="图片 20">
              <a:extLst>
                <a:ext uri="{FF2B5EF4-FFF2-40B4-BE49-F238E27FC236}">
                  <a16:creationId xmlns:a16="http://schemas.microsoft.com/office/drawing/2014/main" id="{F011F155-C081-78F5-E8BC-5FD07A64044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352" t="34335" r="39197" b="17800"/>
            <a:stretch/>
          </p:blipFill>
          <p:spPr>
            <a:xfrm rot="5400000">
              <a:off x="8579688" y="4072449"/>
              <a:ext cx="1523065" cy="161840"/>
            </a:xfrm>
            <a:prstGeom prst="rect">
              <a:avLst/>
            </a:prstGeom>
          </p:spPr>
        </p:pic>
        <p:pic>
          <p:nvPicPr>
            <p:cNvPr id="22" name="图片 21">
              <a:extLst>
                <a:ext uri="{FF2B5EF4-FFF2-40B4-BE49-F238E27FC236}">
                  <a16:creationId xmlns:a16="http://schemas.microsoft.com/office/drawing/2014/main" id="{A2A8D6F9-2E2E-8298-C402-4C822DF88FB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0616" t="32819" r="32397" b="26335"/>
            <a:stretch/>
          </p:blipFill>
          <p:spPr>
            <a:xfrm>
              <a:off x="8526790" y="5338764"/>
              <a:ext cx="1681163" cy="138112"/>
            </a:xfrm>
            <a:prstGeom prst="rect">
              <a:avLst/>
            </a:prstGeom>
          </p:spPr>
        </p:pic>
        <p:pic>
          <p:nvPicPr>
            <p:cNvPr id="23" name="图片 22">
              <a:extLst>
                <a:ext uri="{FF2B5EF4-FFF2-40B4-BE49-F238E27FC236}">
                  <a16:creationId xmlns:a16="http://schemas.microsoft.com/office/drawing/2014/main" id="{E12F5182-815C-318A-5879-FB8EFBF17D7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2407" t="34902" r="40009" b="17800"/>
            <a:stretch/>
          </p:blipFill>
          <p:spPr>
            <a:xfrm rot="5400000">
              <a:off x="8792577" y="5401677"/>
              <a:ext cx="1095371" cy="159924"/>
            </a:xfrm>
            <a:prstGeom prst="rect">
              <a:avLst/>
            </a:prstGeom>
          </p:spPr>
        </p:pic>
        <p:pic>
          <p:nvPicPr>
            <p:cNvPr id="24" name="图片 23">
              <a:extLst>
                <a:ext uri="{FF2B5EF4-FFF2-40B4-BE49-F238E27FC236}">
                  <a16:creationId xmlns:a16="http://schemas.microsoft.com/office/drawing/2014/main" id="{727DD754-C6A2-06E3-B986-C38209A19BD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8116" t="34547" r="40722" b="27424"/>
            <a:stretch/>
          </p:blipFill>
          <p:spPr>
            <a:xfrm>
              <a:off x="8998749" y="5592277"/>
              <a:ext cx="695325" cy="128587"/>
            </a:xfrm>
            <a:prstGeom prst="rect">
              <a:avLst/>
            </a:prstGeom>
          </p:spPr>
        </p:pic>
      </p:grp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50EEBD73-59EC-4729-7EF8-7B266EF425E3}"/>
              </a:ext>
            </a:extLst>
          </p:cNvPr>
          <p:cNvGrpSpPr/>
          <p:nvPr/>
        </p:nvGrpSpPr>
        <p:grpSpPr>
          <a:xfrm>
            <a:off x="6245444" y="3504651"/>
            <a:ext cx="1681163" cy="2527956"/>
            <a:chOff x="5162079" y="3391836"/>
            <a:chExt cx="1681163" cy="2527956"/>
          </a:xfrm>
        </p:grpSpPr>
        <p:grpSp>
          <p:nvGrpSpPr>
            <p:cNvPr id="35" name="Group 2">
              <a:extLst>
                <a:ext uri="{FF2B5EF4-FFF2-40B4-BE49-F238E27FC236}">
                  <a16:creationId xmlns:a16="http://schemas.microsoft.com/office/drawing/2014/main" id="{CD4DC6BD-DD1A-AB60-18A4-FC308A2122C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39871" y="3476140"/>
              <a:ext cx="1525588" cy="2374900"/>
              <a:chOff x="2127" y="1972"/>
              <a:chExt cx="961" cy="1496"/>
            </a:xfrm>
          </p:grpSpPr>
          <p:sp>
            <p:nvSpPr>
              <p:cNvPr id="42" name="Rectangle 3">
                <a:extLst>
                  <a:ext uri="{FF2B5EF4-FFF2-40B4-BE49-F238E27FC236}">
                    <a16:creationId xmlns:a16="http://schemas.microsoft.com/office/drawing/2014/main" id="{C3AB504C-1DC0-C1BC-D692-160DC877A9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30" y="2135"/>
                <a:ext cx="958" cy="555"/>
              </a:xfrm>
              <a:prstGeom prst="rect">
                <a:avLst/>
              </a:prstGeom>
              <a:solidFill>
                <a:srgbClr val="FFFFFF"/>
              </a:solidFill>
              <a:ln w="285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3" name="Rectangle 4">
                <a:extLst>
                  <a:ext uri="{FF2B5EF4-FFF2-40B4-BE49-F238E27FC236}">
                    <a16:creationId xmlns:a16="http://schemas.microsoft.com/office/drawing/2014/main" id="{8C370A8F-0C13-7424-3E11-969E37CB6E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02" y="2694"/>
                <a:ext cx="375" cy="159"/>
              </a:xfrm>
              <a:prstGeom prst="rect">
                <a:avLst/>
              </a:prstGeom>
              <a:solidFill>
                <a:srgbClr val="FFFFFF"/>
              </a:solidFill>
              <a:ln w="285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4" name="Rectangle 5">
                <a:extLst>
                  <a:ext uri="{FF2B5EF4-FFF2-40B4-BE49-F238E27FC236}">
                    <a16:creationId xmlns:a16="http://schemas.microsoft.com/office/drawing/2014/main" id="{5417E234-725A-CA33-0B09-60DD9BDBE4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03" y="1972"/>
                <a:ext cx="380" cy="162"/>
              </a:xfrm>
              <a:prstGeom prst="rect">
                <a:avLst/>
              </a:prstGeom>
              <a:solidFill>
                <a:srgbClr val="FFFFFF"/>
              </a:solidFill>
              <a:ln w="285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5" name="Line 6">
                <a:extLst>
                  <a:ext uri="{FF2B5EF4-FFF2-40B4-BE49-F238E27FC236}">
                    <a16:creationId xmlns:a16="http://schemas.microsoft.com/office/drawing/2014/main" id="{6EFBD88F-2DC0-0B03-6CAD-0AF9094ACBE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08" y="2141"/>
                <a:ext cx="368" cy="0"/>
              </a:xfrm>
              <a:prstGeom prst="line">
                <a:avLst/>
              </a:prstGeom>
              <a:noFill/>
              <a:ln w="76200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6" name="Line 7">
                <a:extLst>
                  <a:ext uri="{FF2B5EF4-FFF2-40B4-BE49-F238E27FC236}">
                    <a16:creationId xmlns:a16="http://schemas.microsoft.com/office/drawing/2014/main" id="{94C688DC-1CA9-A84D-ED2C-9E2E9889BEF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28" y="2689"/>
                <a:ext cx="340" cy="0"/>
              </a:xfrm>
              <a:prstGeom prst="line">
                <a:avLst/>
              </a:prstGeom>
              <a:noFill/>
              <a:ln w="9525">
                <a:solidFill>
                  <a:srgbClr val="A5002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7" name="Rectangle 8">
                <a:extLst>
                  <a:ext uri="{FF2B5EF4-FFF2-40B4-BE49-F238E27FC236}">
                    <a16:creationId xmlns:a16="http://schemas.microsoft.com/office/drawing/2014/main" id="{FA1E53A9-8734-2EF5-4873-C506A2ECE0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27" y="2914"/>
                <a:ext cx="957" cy="554"/>
              </a:xfrm>
              <a:prstGeom prst="rect">
                <a:avLst/>
              </a:prstGeom>
              <a:solidFill>
                <a:srgbClr val="FFFFFF"/>
              </a:solidFill>
              <a:ln w="285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8" name="Oval 9">
                <a:extLst>
                  <a:ext uri="{FF2B5EF4-FFF2-40B4-BE49-F238E27FC236}">
                    <a16:creationId xmlns:a16="http://schemas.microsoft.com/office/drawing/2014/main" id="{130E96AC-ABC0-F13D-666F-DE646E49B5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08" y="3099"/>
                <a:ext cx="367" cy="368"/>
              </a:xfrm>
              <a:prstGeom prst="ellipse">
                <a:avLst/>
              </a:prstGeom>
              <a:solidFill>
                <a:srgbClr val="FFFFFF"/>
              </a:solidFill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9" name="Line 14">
                <a:extLst>
                  <a:ext uri="{FF2B5EF4-FFF2-40B4-BE49-F238E27FC236}">
                    <a16:creationId xmlns:a16="http://schemas.microsoft.com/office/drawing/2014/main" id="{A388DE65-79AB-D6AC-E6E7-58C50633067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08" y="2690"/>
                <a:ext cx="363" cy="0"/>
              </a:xfrm>
              <a:prstGeom prst="line">
                <a:avLst/>
              </a:prstGeom>
              <a:noFill/>
              <a:ln w="57150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pic>
          <p:nvPicPr>
            <p:cNvPr id="36" name="图片 35">
              <a:extLst>
                <a:ext uri="{FF2B5EF4-FFF2-40B4-BE49-F238E27FC236}">
                  <a16:creationId xmlns:a16="http://schemas.microsoft.com/office/drawing/2014/main" id="{514B73B1-51EB-6DD7-DF23-D8A2C5F8B7E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0616" t="32254" r="32397" b="24082"/>
            <a:stretch/>
          </p:blipFill>
          <p:spPr>
            <a:xfrm>
              <a:off x="5162079" y="4110039"/>
              <a:ext cx="1681163" cy="147637"/>
            </a:xfrm>
            <a:prstGeom prst="rect">
              <a:avLst/>
            </a:prstGeom>
          </p:spPr>
        </p:pic>
        <p:pic>
          <p:nvPicPr>
            <p:cNvPr id="38" name="图片 37">
              <a:extLst>
                <a:ext uri="{FF2B5EF4-FFF2-40B4-BE49-F238E27FC236}">
                  <a16:creationId xmlns:a16="http://schemas.microsoft.com/office/drawing/2014/main" id="{0B794E0D-F074-1EFF-DA94-7B2B81D393E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352" t="34335" r="39197" b="17800"/>
            <a:stretch/>
          </p:blipFill>
          <p:spPr>
            <a:xfrm rot="5400000">
              <a:off x="5214977" y="4072449"/>
              <a:ext cx="1523065" cy="161840"/>
            </a:xfrm>
            <a:prstGeom prst="rect">
              <a:avLst/>
            </a:prstGeom>
          </p:spPr>
        </p:pic>
        <p:pic>
          <p:nvPicPr>
            <p:cNvPr id="39" name="图片 38">
              <a:extLst>
                <a:ext uri="{FF2B5EF4-FFF2-40B4-BE49-F238E27FC236}">
                  <a16:creationId xmlns:a16="http://schemas.microsoft.com/office/drawing/2014/main" id="{0F891781-A696-6ADF-9BCD-61436076100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0616" t="32819" r="32397" b="26335"/>
            <a:stretch/>
          </p:blipFill>
          <p:spPr>
            <a:xfrm>
              <a:off x="5162079" y="5338764"/>
              <a:ext cx="1681163" cy="138112"/>
            </a:xfrm>
            <a:prstGeom prst="rect">
              <a:avLst/>
            </a:prstGeom>
          </p:spPr>
        </p:pic>
        <p:pic>
          <p:nvPicPr>
            <p:cNvPr id="40" name="图片 39">
              <a:extLst>
                <a:ext uri="{FF2B5EF4-FFF2-40B4-BE49-F238E27FC236}">
                  <a16:creationId xmlns:a16="http://schemas.microsoft.com/office/drawing/2014/main" id="{C30F4AB3-BF4E-776E-0AC3-5B6AFC16984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3477" t="32927" r="40697" b="17800"/>
            <a:stretch/>
          </p:blipFill>
          <p:spPr>
            <a:xfrm rot="5400000">
              <a:off x="5485972" y="5343572"/>
              <a:ext cx="985838" cy="166602"/>
            </a:xfrm>
            <a:prstGeom prst="rect">
              <a:avLst/>
            </a:prstGeom>
          </p:spPr>
        </p:pic>
        <p:pic>
          <p:nvPicPr>
            <p:cNvPr id="41" name="图片 40">
              <a:extLst>
                <a:ext uri="{FF2B5EF4-FFF2-40B4-BE49-F238E27FC236}">
                  <a16:creationId xmlns:a16="http://schemas.microsoft.com/office/drawing/2014/main" id="{9F77C20C-D2B2-E8E7-FE27-943A3AEC1DE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8116" t="34547" r="40722" b="27424"/>
            <a:stretch/>
          </p:blipFill>
          <p:spPr>
            <a:xfrm>
              <a:off x="5629275" y="5486398"/>
              <a:ext cx="695325" cy="128587"/>
            </a:xfrm>
            <a:prstGeom prst="rect">
              <a:avLst/>
            </a:prstGeom>
          </p:spPr>
        </p:pic>
      </p:grpSp>
      <p:grpSp>
        <p:nvGrpSpPr>
          <p:cNvPr id="50" name="Group 16">
            <a:extLst>
              <a:ext uri="{FF2B5EF4-FFF2-40B4-BE49-F238E27FC236}">
                <a16:creationId xmlns:a16="http://schemas.microsoft.com/office/drawing/2014/main" id="{209C08FF-60B4-C3A7-2374-AF8E3A3B6873}"/>
              </a:ext>
            </a:extLst>
          </p:cNvPr>
          <p:cNvGrpSpPr>
            <a:grpSpLocks/>
          </p:cNvGrpSpPr>
          <p:nvPr/>
        </p:nvGrpSpPr>
        <p:grpSpPr bwMode="auto">
          <a:xfrm>
            <a:off x="9085562" y="1598229"/>
            <a:ext cx="1758950" cy="1700212"/>
            <a:chOff x="1636" y="1038"/>
            <a:chExt cx="1108" cy="1071"/>
          </a:xfrm>
        </p:grpSpPr>
        <p:sp>
          <p:nvSpPr>
            <p:cNvPr id="51" name="Freeform 17">
              <a:extLst>
                <a:ext uri="{FF2B5EF4-FFF2-40B4-BE49-F238E27FC236}">
                  <a16:creationId xmlns:a16="http://schemas.microsoft.com/office/drawing/2014/main" id="{46882617-971F-9335-1405-E400D0468AC0}"/>
                </a:ext>
              </a:extLst>
            </p:cNvPr>
            <p:cNvSpPr>
              <a:spLocks/>
            </p:cNvSpPr>
            <p:nvPr/>
          </p:nvSpPr>
          <p:spPr bwMode="auto">
            <a:xfrm>
              <a:off x="2124" y="1038"/>
              <a:ext cx="484" cy="1071"/>
            </a:xfrm>
            <a:custGeom>
              <a:avLst/>
              <a:gdLst>
                <a:gd name="T0" fmla="*/ 8 w 484"/>
                <a:gd name="T1" fmla="*/ 94 h 1071"/>
                <a:gd name="T2" fmla="*/ 8 w 484"/>
                <a:gd name="T3" fmla="*/ 326 h 1071"/>
                <a:gd name="T4" fmla="*/ 32 w 484"/>
                <a:gd name="T5" fmla="*/ 358 h 1071"/>
                <a:gd name="T6" fmla="*/ 60 w 484"/>
                <a:gd name="T7" fmla="*/ 382 h 1071"/>
                <a:gd name="T8" fmla="*/ 88 w 484"/>
                <a:gd name="T9" fmla="*/ 406 h 1071"/>
                <a:gd name="T10" fmla="*/ 108 w 484"/>
                <a:gd name="T11" fmla="*/ 426 h 1071"/>
                <a:gd name="T12" fmla="*/ 128 w 484"/>
                <a:gd name="T13" fmla="*/ 450 h 1071"/>
                <a:gd name="T14" fmla="*/ 144 w 484"/>
                <a:gd name="T15" fmla="*/ 470 h 1071"/>
                <a:gd name="T16" fmla="*/ 164 w 484"/>
                <a:gd name="T17" fmla="*/ 498 h 1071"/>
                <a:gd name="T18" fmla="*/ 176 w 484"/>
                <a:gd name="T19" fmla="*/ 534 h 1071"/>
                <a:gd name="T20" fmla="*/ 188 w 484"/>
                <a:gd name="T21" fmla="*/ 574 h 1071"/>
                <a:gd name="T22" fmla="*/ 200 w 484"/>
                <a:gd name="T23" fmla="*/ 614 h 1071"/>
                <a:gd name="T24" fmla="*/ 208 w 484"/>
                <a:gd name="T25" fmla="*/ 642 h 1071"/>
                <a:gd name="T26" fmla="*/ 208 w 484"/>
                <a:gd name="T27" fmla="*/ 690 h 1071"/>
                <a:gd name="T28" fmla="*/ 204 w 484"/>
                <a:gd name="T29" fmla="*/ 734 h 1071"/>
                <a:gd name="T30" fmla="*/ 196 w 484"/>
                <a:gd name="T31" fmla="*/ 782 h 1071"/>
                <a:gd name="T32" fmla="*/ 176 w 484"/>
                <a:gd name="T33" fmla="*/ 822 h 1071"/>
                <a:gd name="T34" fmla="*/ 148 w 484"/>
                <a:gd name="T35" fmla="*/ 870 h 1071"/>
                <a:gd name="T36" fmla="*/ 128 w 484"/>
                <a:gd name="T37" fmla="*/ 882 h 1071"/>
                <a:gd name="T38" fmla="*/ 100 w 484"/>
                <a:gd name="T39" fmla="*/ 898 h 1071"/>
                <a:gd name="T40" fmla="*/ 56 w 484"/>
                <a:gd name="T41" fmla="*/ 906 h 1071"/>
                <a:gd name="T42" fmla="*/ 8 w 484"/>
                <a:gd name="T43" fmla="*/ 926 h 1071"/>
                <a:gd name="T44" fmla="*/ 8 w 484"/>
                <a:gd name="T45" fmla="*/ 974 h 1071"/>
                <a:gd name="T46" fmla="*/ 16 w 484"/>
                <a:gd name="T47" fmla="*/ 1014 h 1071"/>
                <a:gd name="T48" fmla="*/ 72 w 484"/>
                <a:gd name="T49" fmla="*/ 1034 h 1071"/>
                <a:gd name="T50" fmla="*/ 116 w 484"/>
                <a:gd name="T51" fmla="*/ 1058 h 1071"/>
                <a:gd name="T52" fmla="*/ 176 w 484"/>
                <a:gd name="T53" fmla="*/ 1066 h 1071"/>
                <a:gd name="T54" fmla="*/ 228 w 484"/>
                <a:gd name="T55" fmla="*/ 1070 h 1071"/>
                <a:gd name="T56" fmla="*/ 304 w 484"/>
                <a:gd name="T57" fmla="*/ 1062 h 1071"/>
                <a:gd name="T58" fmla="*/ 384 w 484"/>
                <a:gd name="T59" fmla="*/ 1050 h 1071"/>
                <a:gd name="T60" fmla="*/ 452 w 484"/>
                <a:gd name="T61" fmla="*/ 1010 h 1071"/>
                <a:gd name="T62" fmla="*/ 480 w 484"/>
                <a:gd name="T63" fmla="*/ 894 h 1071"/>
                <a:gd name="T64" fmla="*/ 476 w 484"/>
                <a:gd name="T65" fmla="*/ 130 h 1071"/>
                <a:gd name="T66" fmla="*/ 456 w 484"/>
                <a:gd name="T67" fmla="*/ 114 h 1071"/>
                <a:gd name="T68" fmla="*/ 424 w 484"/>
                <a:gd name="T69" fmla="*/ 138 h 1071"/>
                <a:gd name="T70" fmla="*/ 360 w 484"/>
                <a:gd name="T71" fmla="*/ 154 h 1071"/>
                <a:gd name="T72" fmla="*/ 316 w 484"/>
                <a:gd name="T73" fmla="*/ 162 h 1071"/>
                <a:gd name="T74" fmla="*/ 264 w 484"/>
                <a:gd name="T75" fmla="*/ 166 h 1071"/>
                <a:gd name="T76" fmla="*/ 204 w 484"/>
                <a:gd name="T77" fmla="*/ 166 h 1071"/>
                <a:gd name="T78" fmla="*/ 152 w 484"/>
                <a:gd name="T79" fmla="*/ 154 h 1071"/>
                <a:gd name="T80" fmla="*/ 92 w 484"/>
                <a:gd name="T81" fmla="*/ 138 h 1071"/>
                <a:gd name="T82" fmla="*/ 48 w 484"/>
                <a:gd name="T83" fmla="*/ 126 h 1071"/>
                <a:gd name="T84" fmla="*/ 4 w 484"/>
                <a:gd name="T85" fmla="*/ 90 h 1071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484"/>
                <a:gd name="T130" fmla="*/ 0 h 1071"/>
                <a:gd name="T131" fmla="*/ 484 w 484"/>
                <a:gd name="T132" fmla="*/ 1071 h 1071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484" h="1071">
                  <a:moveTo>
                    <a:pt x="8" y="94"/>
                  </a:moveTo>
                  <a:cubicBezTo>
                    <a:pt x="8" y="133"/>
                    <a:pt x="4" y="282"/>
                    <a:pt x="8" y="326"/>
                  </a:cubicBezTo>
                  <a:cubicBezTo>
                    <a:pt x="12" y="370"/>
                    <a:pt x="23" y="349"/>
                    <a:pt x="32" y="358"/>
                  </a:cubicBezTo>
                  <a:cubicBezTo>
                    <a:pt x="41" y="367"/>
                    <a:pt x="51" y="374"/>
                    <a:pt x="60" y="382"/>
                  </a:cubicBezTo>
                  <a:cubicBezTo>
                    <a:pt x="69" y="390"/>
                    <a:pt x="80" y="399"/>
                    <a:pt x="88" y="406"/>
                  </a:cubicBezTo>
                  <a:cubicBezTo>
                    <a:pt x="96" y="413"/>
                    <a:pt x="101" y="419"/>
                    <a:pt x="108" y="426"/>
                  </a:cubicBezTo>
                  <a:cubicBezTo>
                    <a:pt x="115" y="433"/>
                    <a:pt x="122" y="443"/>
                    <a:pt x="128" y="450"/>
                  </a:cubicBezTo>
                  <a:cubicBezTo>
                    <a:pt x="134" y="457"/>
                    <a:pt x="138" y="462"/>
                    <a:pt x="144" y="470"/>
                  </a:cubicBezTo>
                  <a:cubicBezTo>
                    <a:pt x="150" y="478"/>
                    <a:pt x="159" y="487"/>
                    <a:pt x="164" y="498"/>
                  </a:cubicBezTo>
                  <a:cubicBezTo>
                    <a:pt x="169" y="509"/>
                    <a:pt x="172" y="521"/>
                    <a:pt x="176" y="534"/>
                  </a:cubicBezTo>
                  <a:cubicBezTo>
                    <a:pt x="180" y="547"/>
                    <a:pt x="184" y="561"/>
                    <a:pt x="188" y="574"/>
                  </a:cubicBezTo>
                  <a:cubicBezTo>
                    <a:pt x="192" y="587"/>
                    <a:pt x="197" y="603"/>
                    <a:pt x="200" y="614"/>
                  </a:cubicBezTo>
                  <a:cubicBezTo>
                    <a:pt x="203" y="625"/>
                    <a:pt x="207" y="629"/>
                    <a:pt x="208" y="642"/>
                  </a:cubicBezTo>
                  <a:cubicBezTo>
                    <a:pt x="209" y="655"/>
                    <a:pt x="209" y="675"/>
                    <a:pt x="208" y="690"/>
                  </a:cubicBezTo>
                  <a:cubicBezTo>
                    <a:pt x="207" y="705"/>
                    <a:pt x="206" y="719"/>
                    <a:pt x="204" y="734"/>
                  </a:cubicBezTo>
                  <a:cubicBezTo>
                    <a:pt x="202" y="749"/>
                    <a:pt x="201" y="767"/>
                    <a:pt x="196" y="782"/>
                  </a:cubicBezTo>
                  <a:cubicBezTo>
                    <a:pt x="191" y="797"/>
                    <a:pt x="184" y="807"/>
                    <a:pt x="176" y="822"/>
                  </a:cubicBezTo>
                  <a:cubicBezTo>
                    <a:pt x="168" y="837"/>
                    <a:pt x="156" y="860"/>
                    <a:pt x="148" y="870"/>
                  </a:cubicBezTo>
                  <a:cubicBezTo>
                    <a:pt x="140" y="880"/>
                    <a:pt x="136" y="877"/>
                    <a:pt x="128" y="882"/>
                  </a:cubicBezTo>
                  <a:cubicBezTo>
                    <a:pt x="120" y="887"/>
                    <a:pt x="112" y="894"/>
                    <a:pt x="100" y="898"/>
                  </a:cubicBezTo>
                  <a:cubicBezTo>
                    <a:pt x="88" y="902"/>
                    <a:pt x="71" y="901"/>
                    <a:pt x="56" y="906"/>
                  </a:cubicBezTo>
                  <a:cubicBezTo>
                    <a:pt x="41" y="911"/>
                    <a:pt x="16" y="915"/>
                    <a:pt x="8" y="926"/>
                  </a:cubicBezTo>
                  <a:cubicBezTo>
                    <a:pt x="0" y="937"/>
                    <a:pt x="7" y="959"/>
                    <a:pt x="8" y="974"/>
                  </a:cubicBezTo>
                  <a:cubicBezTo>
                    <a:pt x="9" y="989"/>
                    <a:pt x="5" y="1004"/>
                    <a:pt x="16" y="1014"/>
                  </a:cubicBezTo>
                  <a:cubicBezTo>
                    <a:pt x="27" y="1024"/>
                    <a:pt x="55" y="1027"/>
                    <a:pt x="72" y="1034"/>
                  </a:cubicBezTo>
                  <a:cubicBezTo>
                    <a:pt x="89" y="1041"/>
                    <a:pt x="99" y="1053"/>
                    <a:pt x="116" y="1058"/>
                  </a:cubicBezTo>
                  <a:cubicBezTo>
                    <a:pt x="133" y="1063"/>
                    <a:pt x="157" y="1064"/>
                    <a:pt x="176" y="1066"/>
                  </a:cubicBezTo>
                  <a:cubicBezTo>
                    <a:pt x="195" y="1068"/>
                    <a:pt x="207" y="1071"/>
                    <a:pt x="228" y="1070"/>
                  </a:cubicBezTo>
                  <a:cubicBezTo>
                    <a:pt x="249" y="1069"/>
                    <a:pt x="278" y="1065"/>
                    <a:pt x="304" y="1062"/>
                  </a:cubicBezTo>
                  <a:cubicBezTo>
                    <a:pt x="330" y="1059"/>
                    <a:pt x="359" y="1059"/>
                    <a:pt x="384" y="1050"/>
                  </a:cubicBezTo>
                  <a:cubicBezTo>
                    <a:pt x="409" y="1041"/>
                    <a:pt x="436" y="1036"/>
                    <a:pt x="452" y="1010"/>
                  </a:cubicBezTo>
                  <a:cubicBezTo>
                    <a:pt x="468" y="984"/>
                    <a:pt x="476" y="1041"/>
                    <a:pt x="480" y="894"/>
                  </a:cubicBezTo>
                  <a:cubicBezTo>
                    <a:pt x="484" y="747"/>
                    <a:pt x="480" y="260"/>
                    <a:pt x="476" y="130"/>
                  </a:cubicBezTo>
                  <a:cubicBezTo>
                    <a:pt x="472" y="0"/>
                    <a:pt x="465" y="113"/>
                    <a:pt x="456" y="114"/>
                  </a:cubicBezTo>
                  <a:cubicBezTo>
                    <a:pt x="447" y="115"/>
                    <a:pt x="440" y="131"/>
                    <a:pt x="424" y="138"/>
                  </a:cubicBezTo>
                  <a:cubicBezTo>
                    <a:pt x="408" y="145"/>
                    <a:pt x="378" y="150"/>
                    <a:pt x="360" y="154"/>
                  </a:cubicBezTo>
                  <a:cubicBezTo>
                    <a:pt x="342" y="158"/>
                    <a:pt x="332" y="160"/>
                    <a:pt x="316" y="162"/>
                  </a:cubicBezTo>
                  <a:cubicBezTo>
                    <a:pt x="300" y="164"/>
                    <a:pt x="283" y="165"/>
                    <a:pt x="264" y="166"/>
                  </a:cubicBezTo>
                  <a:cubicBezTo>
                    <a:pt x="245" y="167"/>
                    <a:pt x="223" y="168"/>
                    <a:pt x="204" y="166"/>
                  </a:cubicBezTo>
                  <a:cubicBezTo>
                    <a:pt x="185" y="164"/>
                    <a:pt x="171" y="159"/>
                    <a:pt x="152" y="154"/>
                  </a:cubicBezTo>
                  <a:cubicBezTo>
                    <a:pt x="133" y="149"/>
                    <a:pt x="109" y="143"/>
                    <a:pt x="92" y="138"/>
                  </a:cubicBezTo>
                  <a:cubicBezTo>
                    <a:pt x="75" y="133"/>
                    <a:pt x="63" y="134"/>
                    <a:pt x="48" y="126"/>
                  </a:cubicBezTo>
                  <a:cubicBezTo>
                    <a:pt x="33" y="118"/>
                    <a:pt x="13" y="98"/>
                    <a:pt x="4" y="90"/>
                  </a:cubicBezTo>
                </a:path>
              </a:pathLst>
            </a:custGeom>
            <a:gradFill rotWithShape="0">
              <a:gsLst>
                <a:gs pos="0">
                  <a:srgbClr val="765E76"/>
                </a:gs>
                <a:gs pos="50000">
                  <a:srgbClr val="FFCCFF"/>
                </a:gs>
                <a:gs pos="100000">
                  <a:srgbClr val="765E76"/>
                </a:gs>
              </a:gsLst>
              <a:lin ang="0" scaled="1"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2" name="Freeform 18">
              <a:extLst>
                <a:ext uri="{FF2B5EF4-FFF2-40B4-BE49-F238E27FC236}">
                  <a16:creationId xmlns:a16="http://schemas.microsoft.com/office/drawing/2014/main" id="{73607B9A-E48F-0C65-1E69-B6D2A51149FE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0" y="1252"/>
              <a:ext cx="576" cy="776"/>
            </a:xfrm>
            <a:custGeom>
              <a:avLst/>
              <a:gdLst>
                <a:gd name="T0" fmla="*/ 0 w 576"/>
                <a:gd name="T1" fmla="*/ 124 h 776"/>
                <a:gd name="T2" fmla="*/ 28 w 576"/>
                <a:gd name="T3" fmla="*/ 124 h 776"/>
                <a:gd name="T4" fmla="*/ 68 w 576"/>
                <a:gd name="T5" fmla="*/ 124 h 776"/>
                <a:gd name="T6" fmla="*/ 104 w 576"/>
                <a:gd name="T7" fmla="*/ 132 h 776"/>
                <a:gd name="T8" fmla="*/ 128 w 576"/>
                <a:gd name="T9" fmla="*/ 140 h 776"/>
                <a:gd name="T10" fmla="*/ 164 w 576"/>
                <a:gd name="T11" fmla="*/ 168 h 776"/>
                <a:gd name="T12" fmla="*/ 188 w 576"/>
                <a:gd name="T13" fmla="*/ 184 h 776"/>
                <a:gd name="T14" fmla="*/ 204 w 576"/>
                <a:gd name="T15" fmla="*/ 204 h 776"/>
                <a:gd name="T16" fmla="*/ 236 w 576"/>
                <a:gd name="T17" fmla="*/ 228 h 776"/>
                <a:gd name="T18" fmla="*/ 260 w 576"/>
                <a:gd name="T19" fmla="*/ 260 h 776"/>
                <a:gd name="T20" fmla="*/ 288 w 576"/>
                <a:gd name="T21" fmla="*/ 304 h 776"/>
                <a:gd name="T22" fmla="*/ 304 w 576"/>
                <a:gd name="T23" fmla="*/ 328 h 776"/>
                <a:gd name="T24" fmla="*/ 320 w 576"/>
                <a:gd name="T25" fmla="*/ 372 h 776"/>
                <a:gd name="T26" fmla="*/ 328 w 576"/>
                <a:gd name="T27" fmla="*/ 408 h 776"/>
                <a:gd name="T28" fmla="*/ 336 w 576"/>
                <a:gd name="T29" fmla="*/ 444 h 776"/>
                <a:gd name="T30" fmla="*/ 340 w 576"/>
                <a:gd name="T31" fmla="*/ 480 h 776"/>
                <a:gd name="T32" fmla="*/ 348 w 576"/>
                <a:gd name="T33" fmla="*/ 512 h 776"/>
                <a:gd name="T34" fmla="*/ 352 w 576"/>
                <a:gd name="T35" fmla="*/ 548 h 776"/>
                <a:gd name="T36" fmla="*/ 344 w 576"/>
                <a:gd name="T37" fmla="*/ 588 h 776"/>
                <a:gd name="T38" fmla="*/ 336 w 576"/>
                <a:gd name="T39" fmla="*/ 632 h 776"/>
                <a:gd name="T40" fmla="*/ 320 w 576"/>
                <a:gd name="T41" fmla="*/ 672 h 776"/>
                <a:gd name="T42" fmla="*/ 292 w 576"/>
                <a:gd name="T43" fmla="*/ 712 h 776"/>
                <a:gd name="T44" fmla="*/ 248 w 576"/>
                <a:gd name="T45" fmla="*/ 740 h 776"/>
                <a:gd name="T46" fmla="*/ 216 w 576"/>
                <a:gd name="T47" fmla="*/ 776 h 776"/>
                <a:gd name="T48" fmla="*/ 372 w 576"/>
                <a:gd name="T49" fmla="*/ 720 h 776"/>
                <a:gd name="T50" fmla="*/ 408 w 576"/>
                <a:gd name="T51" fmla="*/ 708 h 776"/>
                <a:gd name="T52" fmla="*/ 444 w 576"/>
                <a:gd name="T53" fmla="*/ 692 h 776"/>
                <a:gd name="T54" fmla="*/ 468 w 576"/>
                <a:gd name="T55" fmla="*/ 684 h 776"/>
                <a:gd name="T56" fmla="*/ 496 w 576"/>
                <a:gd name="T57" fmla="*/ 668 h 776"/>
                <a:gd name="T58" fmla="*/ 520 w 576"/>
                <a:gd name="T59" fmla="*/ 652 h 776"/>
                <a:gd name="T60" fmla="*/ 540 w 576"/>
                <a:gd name="T61" fmla="*/ 628 h 776"/>
                <a:gd name="T62" fmla="*/ 556 w 576"/>
                <a:gd name="T63" fmla="*/ 592 h 776"/>
                <a:gd name="T64" fmla="*/ 568 w 576"/>
                <a:gd name="T65" fmla="*/ 544 h 776"/>
                <a:gd name="T66" fmla="*/ 576 w 576"/>
                <a:gd name="T67" fmla="*/ 516 h 776"/>
                <a:gd name="T68" fmla="*/ 576 w 576"/>
                <a:gd name="T69" fmla="*/ 492 h 776"/>
                <a:gd name="T70" fmla="*/ 576 w 576"/>
                <a:gd name="T71" fmla="*/ 464 h 776"/>
                <a:gd name="T72" fmla="*/ 572 w 576"/>
                <a:gd name="T73" fmla="*/ 440 h 776"/>
                <a:gd name="T74" fmla="*/ 564 w 576"/>
                <a:gd name="T75" fmla="*/ 404 h 776"/>
                <a:gd name="T76" fmla="*/ 560 w 576"/>
                <a:gd name="T77" fmla="*/ 372 h 776"/>
                <a:gd name="T78" fmla="*/ 552 w 576"/>
                <a:gd name="T79" fmla="*/ 348 h 776"/>
                <a:gd name="T80" fmla="*/ 540 w 576"/>
                <a:gd name="T81" fmla="*/ 324 h 776"/>
                <a:gd name="T82" fmla="*/ 528 w 576"/>
                <a:gd name="T83" fmla="*/ 288 h 776"/>
                <a:gd name="T84" fmla="*/ 508 w 576"/>
                <a:gd name="T85" fmla="*/ 256 h 776"/>
                <a:gd name="T86" fmla="*/ 496 w 576"/>
                <a:gd name="T87" fmla="*/ 236 h 776"/>
                <a:gd name="T88" fmla="*/ 480 w 576"/>
                <a:gd name="T89" fmla="*/ 216 h 776"/>
                <a:gd name="T90" fmla="*/ 448 w 576"/>
                <a:gd name="T91" fmla="*/ 188 h 776"/>
                <a:gd name="T92" fmla="*/ 416 w 576"/>
                <a:gd name="T93" fmla="*/ 156 h 776"/>
                <a:gd name="T94" fmla="*/ 396 w 576"/>
                <a:gd name="T95" fmla="*/ 132 h 776"/>
                <a:gd name="T96" fmla="*/ 376 w 576"/>
                <a:gd name="T97" fmla="*/ 100 h 776"/>
                <a:gd name="T98" fmla="*/ 368 w 576"/>
                <a:gd name="T99" fmla="*/ 48 h 776"/>
                <a:gd name="T100" fmla="*/ 368 w 576"/>
                <a:gd name="T101" fmla="*/ 0 h 776"/>
                <a:gd name="T102" fmla="*/ 0 w 576"/>
                <a:gd name="T103" fmla="*/ 124 h 77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w 576"/>
                <a:gd name="T157" fmla="*/ 0 h 776"/>
                <a:gd name="T158" fmla="*/ 576 w 576"/>
                <a:gd name="T159" fmla="*/ 776 h 776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T156" t="T157" r="T158" b="T159"/>
              <a:pathLst>
                <a:path w="576" h="776">
                  <a:moveTo>
                    <a:pt x="0" y="124"/>
                  </a:moveTo>
                  <a:lnTo>
                    <a:pt x="28" y="124"/>
                  </a:lnTo>
                  <a:lnTo>
                    <a:pt x="68" y="124"/>
                  </a:lnTo>
                  <a:lnTo>
                    <a:pt x="104" y="132"/>
                  </a:lnTo>
                  <a:lnTo>
                    <a:pt x="128" y="140"/>
                  </a:lnTo>
                  <a:lnTo>
                    <a:pt x="164" y="168"/>
                  </a:lnTo>
                  <a:lnTo>
                    <a:pt x="188" y="184"/>
                  </a:lnTo>
                  <a:lnTo>
                    <a:pt x="204" y="204"/>
                  </a:lnTo>
                  <a:lnTo>
                    <a:pt x="236" y="228"/>
                  </a:lnTo>
                  <a:lnTo>
                    <a:pt x="260" y="260"/>
                  </a:lnTo>
                  <a:lnTo>
                    <a:pt x="288" y="304"/>
                  </a:lnTo>
                  <a:lnTo>
                    <a:pt x="304" y="328"/>
                  </a:lnTo>
                  <a:lnTo>
                    <a:pt x="320" y="372"/>
                  </a:lnTo>
                  <a:lnTo>
                    <a:pt x="328" y="408"/>
                  </a:lnTo>
                  <a:lnTo>
                    <a:pt x="336" y="444"/>
                  </a:lnTo>
                  <a:lnTo>
                    <a:pt x="340" y="480"/>
                  </a:lnTo>
                  <a:lnTo>
                    <a:pt x="348" y="512"/>
                  </a:lnTo>
                  <a:lnTo>
                    <a:pt x="352" y="548"/>
                  </a:lnTo>
                  <a:lnTo>
                    <a:pt x="344" y="588"/>
                  </a:lnTo>
                  <a:cubicBezTo>
                    <a:pt x="335" y="623"/>
                    <a:pt x="339" y="617"/>
                    <a:pt x="336" y="632"/>
                  </a:cubicBezTo>
                  <a:lnTo>
                    <a:pt x="320" y="672"/>
                  </a:lnTo>
                  <a:lnTo>
                    <a:pt x="292" y="712"/>
                  </a:lnTo>
                  <a:lnTo>
                    <a:pt x="248" y="740"/>
                  </a:lnTo>
                  <a:lnTo>
                    <a:pt x="216" y="776"/>
                  </a:lnTo>
                  <a:lnTo>
                    <a:pt x="372" y="720"/>
                  </a:lnTo>
                  <a:lnTo>
                    <a:pt x="408" y="708"/>
                  </a:lnTo>
                  <a:lnTo>
                    <a:pt x="444" y="692"/>
                  </a:lnTo>
                  <a:lnTo>
                    <a:pt x="468" y="684"/>
                  </a:lnTo>
                  <a:lnTo>
                    <a:pt x="496" y="668"/>
                  </a:lnTo>
                  <a:lnTo>
                    <a:pt x="520" y="652"/>
                  </a:lnTo>
                  <a:lnTo>
                    <a:pt x="540" y="628"/>
                  </a:lnTo>
                  <a:lnTo>
                    <a:pt x="556" y="592"/>
                  </a:lnTo>
                  <a:lnTo>
                    <a:pt x="568" y="544"/>
                  </a:lnTo>
                  <a:lnTo>
                    <a:pt x="576" y="516"/>
                  </a:lnTo>
                  <a:lnTo>
                    <a:pt x="576" y="492"/>
                  </a:lnTo>
                  <a:lnTo>
                    <a:pt x="576" y="464"/>
                  </a:lnTo>
                  <a:lnTo>
                    <a:pt x="572" y="440"/>
                  </a:lnTo>
                  <a:lnTo>
                    <a:pt x="564" y="404"/>
                  </a:lnTo>
                  <a:lnTo>
                    <a:pt x="560" y="372"/>
                  </a:lnTo>
                  <a:lnTo>
                    <a:pt x="552" y="348"/>
                  </a:lnTo>
                  <a:lnTo>
                    <a:pt x="540" y="324"/>
                  </a:lnTo>
                  <a:lnTo>
                    <a:pt x="528" y="288"/>
                  </a:lnTo>
                  <a:cubicBezTo>
                    <a:pt x="520" y="256"/>
                    <a:pt x="513" y="265"/>
                    <a:pt x="508" y="256"/>
                  </a:cubicBezTo>
                  <a:lnTo>
                    <a:pt x="496" y="236"/>
                  </a:lnTo>
                  <a:lnTo>
                    <a:pt x="480" y="216"/>
                  </a:lnTo>
                  <a:lnTo>
                    <a:pt x="448" y="188"/>
                  </a:lnTo>
                  <a:lnTo>
                    <a:pt x="416" y="156"/>
                  </a:lnTo>
                  <a:lnTo>
                    <a:pt x="396" y="132"/>
                  </a:lnTo>
                  <a:lnTo>
                    <a:pt x="376" y="100"/>
                  </a:lnTo>
                  <a:lnTo>
                    <a:pt x="368" y="48"/>
                  </a:lnTo>
                  <a:lnTo>
                    <a:pt x="368" y="0"/>
                  </a:lnTo>
                  <a:lnTo>
                    <a:pt x="0" y="124"/>
                  </a:lnTo>
                  <a:close/>
                </a:path>
              </a:pathLst>
            </a:custGeom>
            <a:gradFill rotWithShape="0">
              <a:gsLst>
                <a:gs pos="0">
                  <a:srgbClr val="475E76"/>
                </a:gs>
                <a:gs pos="50000">
                  <a:srgbClr val="99CCFF"/>
                </a:gs>
                <a:gs pos="100000">
                  <a:srgbClr val="475E76"/>
                </a:gs>
              </a:gsLst>
              <a:lin ang="5400000" scaled="1"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3" name="Oval 19">
              <a:extLst>
                <a:ext uri="{FF2B5EF4-FFF2-40B4-BE49-F238E27FC236}">
                  <a16:creationId xmlns:a16="http://schemas.microsoft.com/office/drawing/2014/main" id="{0061EE0E-5EBE-4291-5FA8-395FB849294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1224673">
              <a:off x="1636" y="1358"/>
              <a:ext cx="464" cy="683"/>
            </a:xfrm>
            <a:prstGeom prst="ellipse">
              <a:avLst/>
            </a:prstGeom>
            <a:gradFill rotWithShape="0">
              <a:gsLst>
                <a:gs pos="0">
                  <a:srgbClr val="475E76"/>
                </a:gs>
                <a:gs pos="100000">
                  <a:srgbClr val="99CCFF"/>
                </a:gs>
              </a:gsLst>
              <a:lin ang="270000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4" name="Freeform 20">
              <a:extLst>
                <a:ext uri="{FF2B5EF4-FFF2-40B4-BE49-F238E27FC236}">
                  <a16:creationId xmlns:a16="http://schemas.microsoft.com/office/drawing/2014/main" id="{D3686317-D0EB-CB18-ABA5-6883ACEB1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6" y="1212"/>
              <a:ext cx="148" cy="715"/>
            </a:xfrm>
            <a:custGeom>
              <a:avLst/>
              <a:gdLst>
                <a:gd name="T0" fmla="*/ 0 w 148"/>
                <a:gd name="T1" fmla="*/ 0 h 715"/>
                <a:gd name="T2" fmla="*/ 16 w 148"/>
                <a:gd name="T3" fmla="*/ 28 h 715"/>
                <a:gd name="T4" fmla="*/ 36 w 148"/>
                <a:gd name="T5" fmla="*/ 44 h 715"/>
                <a:gd name="T6" fmla="*/ 52 w 148"/>
                <a:gd name="T7" fmla="*/ 64 h 715"/>
                <a:gd name="T8" fmla="*/ 72 w 148"/>
                <a:gd name="T9" fmla="*/ 88 h 715"/>
                <a:gd name="T10" fmla="*/ 100 w 148"/>
                <a:gd name="T11" fmla="*/ 132 h 715"/>
                <a:gd name="T12" fmla="*/ 112 w 148"/>
                <a:gd name="T13" fmla="*/ 156 h 715"/>
                <a:gd name="T14" fmla="*/ 128 w 148"/>
                <a:gd name="T15" fmla="*/ 188 h 715"/>
                <a:gd name="T16" fmla="*/ 140 w 148"/>
                <a:gd name="T17" fmla="*/ 236 h 715"/>
                <a:gd name="T18" fmla="*/ 144 w 148"/>
                <a:gd name="T19" fmla="*/ 284 h 715"/>
                <a:gd name="T20" fmla="*/ 148 w 148"/>
                <a:gd name="T21" fmla="*/ 328 h 715"/>
                <a:gd name="T22" fmla="*/ 148 w 148"/>
                <a:gd name="T23" fmla="*/ 360 h 715"/>
                <a:gd name="T24" fmla="*/ 148 w 148"/>
                <a:gd name="T25" fmla="*/ 392 h 715"/>
                <a:gd name="T26" fmla="*/ 140 w 148"/>
                <a:gd name="T27" fmla="*/ 428 h 715"/>
                <a:gd name="T28" fmla="*/ 128 w 148"/>
                <a:gd name="T29" fmla="*/ 456 h 715"/>
                <a:gd name="T30" fmla="*/ 120 w 148"/>
                <a:gd name="T31" fmla="*/ 484 h 715"/>
                <a:gd name="T32" fmla="*/ 92 w 148"/>
                <a:gd name="T33" fmla="*/ 532 h 715"/>
                <a:gd name="T34" fmla="*/ 68 w 148"/>
                <a:gd name="T35" fmla="*/ 568 h 715"/>
                <a:gd name="T36" fmla="*/ 48 w 148"/>
                <a:gd name="T37" fmla="*/ 584 h 715"/>
                <a:gd name="T38" fmla="*/ 28 w 148"/>
                <a:gd name="T39" fmla="*/ 596 h 715"/>
                <a:gd name="T40" fmla="*/ 8 w 148"/>
                <a:gd name="T41" fmla="*/ 616 h 715"/>
                <a:gd name="T42" fmla="*/ 0 w 148"/>
                <a:gd name="T43" fmla="*/ 0 h 715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148"/>
                <a:gd name="T67" fmla="*/ 0 h 715"/>
                <a:gd name="T68" fmla="*/ 148 w 148"/>
                <a:gd name="T69" fmla="*/ 715 h 715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148" h="715">
                  <a:moveTo>
                    <a:pt x="0" y="0"/>
                  </a:moveTo>
                  <a:lnTo>
                    <a:pt x="16" y="28"/>
                  </a:lnTo>
                  <a:lnTo>
                    <a:pt x="36" y="44"/>
                  </a:lnTo>
                  <a:lnTo>
                    <a:pt x="52" y="64"/>
                  </a:lnTo>
                  <a:lnTo>
                    <a:pt x="72" y="88"/>
                  </a:lnTo>
                  <a:lnTo>
                    <a:pt x="100" y="132"/>
                  </a:lnTo>
                  <a:lnTo>
                    <a:pt x="112" y="156"/>
                  </a:lnTo>
                  <a:lnTo>
                    <a:pt x="128" y="188"/>
                  </a:lnTo>
                  <a:lnTo>
                    <a:pt x="140" y="236"/>
                  </a:lnTo>
                  <a:lnTo>
                    <a:pt x="144" y="284"/>
                  </a:lnTo>
                  <a:lnTo>
                    <a:pt x="148" y="328"/>
                  </a:lnTo>
                  <a:lnTo>
                    <a:pt x="148" y="360"/>
                  </a:lnTo>
                  <a:lnTo>
                    <a:pt x="148" y="392"/>
                  </a:lnTo>
                  <a:lnTo>
                    <a:pt x="140" y="428"/>
                  </a:lnTo>
                  <a:lnTo>
                    <a:pt x="128" y="456"/>
                  </a:lnTo>
                  <a:lnTo>
                    <a:pt x="120" y="484"/>
                  </a:lnTo>
                  <a:lnTo>
                    <a:pt x="92" y="532"/>
                  </a:lnTo>
                  <a:cubicBezTo>
                    <a:pt x="84" y="542"/>
                    <a:pt x="77" y="559"/>
                    <a:pt x="68" y="568"/>
                  </a:cubicBezTo>
                  <a:lnTo>
                    <a:pt x="48" y="584"/>
                  </a:lnTo>
                  <a:cubicBezTo>
                    <a:pt x="34" y="594"/>
                    <a:pt x="40" y="590"/>
                    <a:pt x="28" y="596"/>
                  </a:cubicBezTo>
                  <a:cubicBezTo>
                    <a:pt x="6" y="614"/>
                    <a:pt x="13" y="715"/>
                    <a:pt x="8" y="616"/>
                  </a:cubicBez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475E76"/>
                </a:gs>
                <a:gs pos="50000">
                  <a:srgbClr val="99CCFF"/>
                </a:gs>
                <a:gs pos="100000">
                  <a:srgbClr val="475E76"/>
                </a:gs>
              </a:gsLst>
              <a:lin ang="5400000" scaled="1"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5" name="Oval 21">
              <a:extLst>
                <a:ext uri="{FF2B5EF4-FFF2-40B4-BE49-F238E27FC236}">
                  <a16:creationId xmlns:a16="http://schemas.microsoft.com/office/drawing/2014/main" id="{D4F09D7D-027A-54E3-F11A-F26904E355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4" y="1038"/>
              <a:ext cx="466" cy="162"/>
            </a:xfrm>
            <a:prstGeom prst="ellipse">
              <a:avLst/>
            </a:prstGeom>
            <a:gradFill rotWithShape="0">
              <a:gsLst>
                <a:gs pos="0">
                  <a:srgbClr val="FFCCFF"/>
                </a:gs>
                <a:gs pos="100000">
                  <a:srgbClr val="765E76"/>
                </a:gs>
              </a:gsLst>
              <a:lin ang="1890000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56" name="Group 22">
            <a:extLst>
              <a:ext uri="{FF2B5EF4-FFF2-40B4-BE49-F238E27FC236}">
                <a16:creationId xmlns:a16="http://schemas.microsoft.com/office/drawing/2014/main" id="{69B45A3E-C251-FAEE-A9F1-F6DE671D7583}"/>
              </a:ext>
            </a:extLst>
          </p:cNvPr>
          <p:cNvGrpSpPr>
            <a:grpSpLocks/>
          </p:cNvGrpSpPr>
          <p:nvPr/>
        </p:nvGrpSpPr>
        <p:grpSpPr bwMode="auto">
          <a:xfrm>
            <a:off x="3708157" y="1650618"/>
            <a:ext cx="1784350" cy="1612900"/>
            <a:chOff x="904" y="1180"/>
            <a:chExt cx="1124" cy="1016"/>
          </a:xfrm>
        </p:grpSpPr>
        <p:sp>
          <p:nvSpPr>
            <p:cNvPr id="57" name="Freeform 23">
              <a:extLst>
                <a:ext uri="{FF2B5EF4-FFF2-40B4-BE49-F238E27FC236}">
                  <a16:creationId xmlns:a16="http://schemas.microsoft.com/office/drawing/2014/main" id="{4A260E3C-7D4B-94E5-CDE7-AD385B674BDF}"/>
                </a:ext>
              </a:extLst>
            </p:cNvPr>
            <p:cNvSpPr>
              <a:spLocks/>
            </p:cNvSpPr>
            <p:nvPr/>
          </p:nvSpPr>
          <p:spPr bwMode="auto">
            <a:xfrm>
              <a:off x="1236" y="1264"/>
              <a:ext cx="460" cy="244"/>
            </a:xfrm>
            <a:custGeom>
              <a:avLst/>
              <a:gdLst>
                <a:gd name="T0" fmla="*/ 0 w 460"/>
                <a:gd name="T1" fmla="*/ 0 h 244"/>
                <a:gd name="T2" fmla="*/ 0 w 460"/>
                <a:gd name="T3" fmla="*/ 144 h 244"/>
                <a:gd name="T4" fmla="*/ 28 w 460"/>
                <a:gd name="T5" fmla="*/ 144 h 244"/>
                <a:gd name="T6" fmla="*/ 60 w 460"/>
                <a:gd name="T7" fmla="*/ 160 h 244"/>
                <a:gd name="T8" fmla="*/ 96 w 460"/>
                <a:gd name="T9" fmla="*/ 164 h 244"/>
                <a:gd name="T10" fmla="*/ 124 w 460"/>
                <a:gd name="T11" fmla="*/ 176 h 244"/>
                <a:gd name="T12" fmla="*/ 160 w 460"/>
                <a:gd name="T13" fmla="*/ 188 h 244"/>
                <a:gd name="T14" fmla="*/ 196 w 460"/>
                <a:gd name="T15" fmla="*/ 204 h 244"/>
                <a:gd name="T16" fmla="*/ 244 w 460"/>
                <a:gd name="T17" fmla="*/ 220 h 244"/>
                <a:gd name="T18" fmla="*/ 280 w 460"/>
                <a:gd name="T19" fmla="*/ 236 h 244"/>
                <a:gd name="T20" fmla="*/ 304 w 460"/>
                <a:gd name="T21" fmla="*/ 240 h 244"/>
                <a:gd name="T22" fmla="*/ 348 w 460"/>
                <a:gd name="T23" fmla="*/ 244 h 244"/>
                <a:gd name="T24" fmla="*/ 392 w 460"/>
                <a:gd name="T25" fmla="*/ 240 h 244"/>
                <a:gd name="T26" fmla="*/ 424 w 460"/>
                <a:gd name="T27" fmla="*/ 216 h 244"/>
                <a:gd name="T28" fmla="*/ 444 w 460"/>
                <a:gd name="T29" fmla="*/ 192 h 244"/>
                <a:gd name="T30" fmla="*/ 444 w 460"/>
                <a:gd name="T31" fmla="*/ 160 h 244"/>
                <a:gd name="T32" fmla="*/ 460 w 460"/>
                <a:gd name="T33" fmla="*/ 120 h 244"/>
                <a:gd name="T34" fmla="*/ 456 w 460"/>
                <a:gd name="T35" fmla="*/ 4 h 244"/>
                <a:gd name="T36" fmla="*/ 424 w 460"/>
                <a:gd name="T37" fmla="*/ 36 h 244"/>
                <a:gd name="T38" fmla="*/ 368 w 460"/>
                <a:gd name="T39" fmla="*/ 60 h 244"/>
                <a:gd name="T40" fmla="*/ 308 w 460"/>
                <a:gd name="T41" fmla="*/ 72 h 244"/>
                <a:gd name="T42" fmla="*/ 228 w 460"/>
                <a:gd name="T43" fmla="*/ 72 h 244"/>
                <a:gd name="T44" fmla="*/ 176 w 460"/>
                <a:gd name="T45" fmla="*/ 68 h 244"/>
                <a:gd name="T46" fmla="*/ 116 w 460"/>
                <a:gd name="T47" fmla="*/ 60 h 244"/>
                <a:gd name="T48" fmla="*/ 64 w 460"/>
                <a:gd name="T49" fmla="*/ 52 h 244"/>
                <a:gd name="T50" fmla="*/ 28 w 460"/>
                <a:gd name="T51" fmla="*/ 32 h 244"/>
                <a:gd name="T52" fmla="*/ 0 w 460"/>
                <a:gd name="T53" fmla="*/ 8 h 244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w 460"/>
                <a:gd name="T82" fmla="*/ 0 h 244"/>
                <a:gd name="T83" fmla="*/ 460 w 460"/>
                <a:gd name="T84" fmla="*/ 244 h 244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T81" t="T82" r="T83" b="T84"/>
              <a:pathLst>
                <a:path w="460" h="244">
                  <a:moveTo>
                    <a:pt x="0" y="0"/>
                  </a:moveTo>
                  <a:lnTo>
                    <a:pt x="0" y="144"/>
                  </a:lnTo>
                  <a:lnTo>
                    <a:pt x="28" y="144"/>
                  </a:lnTo>
                  <a:lnTo>
                    <a:pt x="60" y="160"/>
                  </a:lnTo>
                  <a:lnTo>
                    <a:pt x="96" y="164"/>
                  </a:lnTo>
                  <a:lnTo>
                    <a:pt x="124" y="176"/>
                  </a:lnTo>
                  <a:lnTo>
                    <a:pt x="160" y="188"/>
                  </a:lnTo>
                  <a:lnTo>
                    <a:pt x="196" y="204"/>
                  </a:lnTo>
                  <a:lnTo>
                    <a:pt x="244" y="220"/>
                  </a:lnTo>
                  <a:lnTo>
                    <a:pt x="280" y="236"/>
                  </a:lnTo>
                  <a:lnTo>
                    <a:pt x="304" y="240"/>
                  </a:lnTo>
                  <a:lnTo>
                    <a:pt x="348" y="244"/>
                  </a:lnTo>
                  <a:lnTo>
                    <a:pt x="392" y="240"/>
                  </a:lnTo>
                  <a:lnTo>
                    <a:pt x="424" y="216"/>
                  </a:lnTo>
                  <a:lnTo>
                    <a:pt x="444" y="192"/>
                  </a:lnTo>
                  <a:lnTo>
                    <a:pt x="444" y="160"/>
                  </a:lnTo>
                  <a:lnTo>
                    <a:pt x="460" y="120"/>
                  </a:lnTo>
                  <a:lnTo>
                    <a:pt x="456" y="4"/>
                  </a:lnTo>
                  <a:lnTo>
                    <a:pt x="424" y="36"/>
                  </a:lnTo>
                  <a:lnTo>
                    <a:pt x="368" y="60"/>
                  </a:lnTo>
                  <a:lnTo>
                    <a:pt x="308" y="72"/>
                  </a:lnTo>
                  <a:lnTo>
                    <a:pt x="228" y="72"/>
                  </a:lnTo>
                  <a:lnTo>
                    <a:pt x="176" y="68"/>
                  </a:lnTo>
                  <a:lnTo>
                    <a:pt x="116" y="60"/>
                  </a:lnTo>
                  <a:lnTo>
                    <a:pt x="64" y="52"/>
                  </a:lnTo>
                  <a:lnTo>
                    <a:pt x="28" y="32"/>
                  </a:lnTo>
                  <a:lnTo>
                    <a:pt x="0" y="8"/>
                  </a:lnTo>
                </a:path>
              </a:pathLst>
            </a:custGeom>
            <a:gradFill rotWithShape="0">
              <a:gsLst>
                <a:gs pos="0">
                  <a:srgbClr val="FFCCFF"/>
                </a:gs>
                <a:gs pos="100000">
                  <a:srgbClr val="765E76"/>
                </a:gs>
              </a:gsLst>
              <a:lin ang="0" scaled="1"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8" name="Freeform 24">
              <a:extLst>
                <a:ext uri="{FF2B5EF4-FFF2-40B4-BE49-F238E27FC236}">
                  <a16:creationId xmlns:a16="http://schemas.microsoft.com/office/drawing/2014/main" id="{C1FDC473-C830-29B6-36CF-23F4248E408B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0" y="1972"/>
              <a:ext cx="448" cy="224"/>
            </a:xfrm>
            <a:custGeom>
              <a:avLst/>
              <a:gdLst>
                <a:gd name="T0" fmla="*/ 448 w 448"/>
                <a:gd name="T1" fmla="*/ 0 h 224"/>
                <a:gd name="T2" fmla="*/ 448 w 448"/>
                <a:gd name="T3" fmla="*/ 164 h 224"/>
                <a:gd name="T4" fmla="*/ 416 w 448"/>
                <a:gd name="T5" fmla="*/ 192 h 224"/>
                <a:gd name="T6" fmla="*/ 392 w 448"/>
                <a:gd name="T7" fmla="*/ 200 h 224"/>
                <a:gd name="T8" fmla="*/ 360 w 448"/>
                <a:gd name="T9" fmla="*/ 204 h 224"/>
                <a:gd name="T10" fmla="*/ 320 w 448"/>
                <a:gd name="T11" fmla="*/ 216 h 224"/>
                <a:gd name="T12" fmla="*/ 264 w 448"/>
                <a:gd name="T13" fmla="*/ 224 h 224"/>
                <a:gd name="T14" fmla="*/ 232 w 448"/>
                <a:gd name="T15" fmla="*/ 224 h 224"/>
                <a:gd name="T16" fmla="*/ 204 w 448"/>
                <a:gd name="T17" fmla="*/ 224 h 224"/>
                <a:gd name="T18" fmla="*/ 180 w 448"/>
                <a:gd name="T19" fmla="*/ 224 h 224"/>
                <a:gd name="T20" fmla="*/ 156 w 448"/>
                <a:gd name="T21" fmla="*/ 224 h 224"/>
                <a:gd name="T22" fmla="*/ 128 w 448"/>
                <a:gd name="T23" fmla="*/ 220 h 224"/>
                <a:gd name="T24" fmla="*/ 80 w 448"/>
                <a:gd name="T25" fmla="*/ 208 h 224"/>
                <a:gd name="T26" fmla="*/ 56 w 448"/>
                <a:gd name="T27" fmla="*/ 196 h 224"/>
                <a:gd name="T28" fmla="*/ 20 w 448"/>
                <a:gd name="T29" fmla="*/ 188 h 224"/>
                <a:gd name="T30" fmla="*/ 0 w 448"/>
                <a:gd name="T31" fmla="*/ 172 h 224"/>
                <a:gd name="T32" fmla="*/ 24 w 448"/>
                <a:gd name="T33" fmla="*/ 144 h 224"/>
                <a:gd name="T34" fmla="*/ 48 w 448"/>
                <a:gd name="T35" fmla="*/ 128 h 224"/>
                <a:gd name="T36" fmla="*/ 88 w 448"/>
                <a:gd name="T37" fmla="*/ 124 h 224"/>
                <a:gd name="T38" fmla="*/ 116 w 448"/>
                <a:gd name="T39" fmla="*/ 112 h 224"/>
                <a:gd name="T40" fmla="*/ 144 w 448"/>
                <a:gd name="T41" fmla="*/ 100 h 224"/>
                <a:gd name="T42" fmla="*/ 180 w 448"/>
                <a:gd name="T43" fmla="*/ 88 h 224"/>
                <a:gd name="T44" fmla="*/ 208 w 448"/>
                <a:gd name="T45" fmla="*/ 80 h 224"/>
                <a:gd name="T46" fmla="*/ 240 w 448"/>
                <a:gd name="T47" fmla="*/ 64 h 224"/>
                <a:gd name="T48" fmla="*/ 268 w 448"/>
                <a:gd name="T49" fmla="*/ 56 h 224"/>
                <a:gd name="T50" fmla="*/ 300 w 448"/>
                <a:gd name="T51" fmla="*/ 44 h 224"/>
                <a:gd name="T52" fmla="*/ 340 w 448"/>
                <a:gd name="T53" fmla="*/ 28 h 224"/>
                <a:gd name="T54" fmla="*/ 376 w 448"/>
                <a:gd name="T55" fmla="*/ 12 h 224"/>
                <a:gd name="T56" fmla="*/ 404 w 448"/>
                <a:gd name="T57" fmla="*/ 4 h 224"/>
                <a:gd name="T58" fmla="*/ 448 w 448"/>
                <a:gd name="T59" fmla="*/ 0 h 224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w 448"/>
                <a:gd name="T91" fmla="*/ 0 h 224"/>
                <a:gd name="T92" fmla="*/ 448 w 448"/>
                <a:gd name="T93" fmla="*/ 224 h 224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T90" t="T91" r="T92" b="T93"/>
              <a:pathLst>
                <a:path w="448" h="224">
                  <a:moveTo>
                    <a:pt x="448" y="0"/>
                  </a:moveTo>
                  <a:lnTo>
                    <a:pt x="448" y="164"/>
                  </a:lnTo>
                  <a:lnTo>
                    <a:pt x="416" y="192"/>
                  </a:lnTo>
                  <a:lnTo>
                    <a:pt x="392" y="200"/>
                  </a:lnTo>
                  <a:lnTo>
                    <a:pt x="360" y="204"/>
                  </a:lnTo>
                  <a:lnTo>
                    <a:pt x="320" y="216"/>
                  </a:lnTo>
                  <a:lnTo>
                    <a:pt x="264" y="224"/>
                  </a:lnTo>
                  <a:cubicBezTo>
                    <a:pt x="253" y="224"/>
                    <a:pt x="243" y="224"/>
                    <a:pt x="232" y="224"/>
                  </a:cubicBezTo>
                  <a:lnTo>
                    <a:pt x="204" y="224"/>
                  </a:lnTo>
                  <a:lnTo>
                    <a:pt x="180" y="224"/>
                  </a:lnTo>
                  <a:lnTo>
                    <a:pt x="156" y="224"/>
                  </a:lnTo>
                  <a:lnTo>
                    <a:pt x="128" y="220"/>
                  </a:lnTo>
                  <a:lnTo>
                    <a:pt x="80" y="208"/>
                  </a:lnTo>
                  <a:lnTo>
                    <a:pt x="56" y="196"/>
                  </a:lnTo>
                  <a:lnTo>
                    <a:pt x="20" y="188"/>
                  </a:lnTo>
                  <a:lnTo>
                    <a:pt x="0" y="172"/>
                  </a:lnTo>
                  <a:lnTo>
                    <a:pt x="24" y="144"/>
                  </a:lnTo>
                  <a:lnTo>
                    <a:pt x="48" y="128"/>
                  </a:lnTo>
                  <a:lnTo>
                    <a:pt x="88" y="124"/>
                  </a:lnTo>
                  <a:lnTo>
                    <a:pt x="116" y="112"/>
                  </a:lnTo>
                  <a:lnTo>
                    <a:pt x="144" y="100"/>
                  </a:lnTo>
                  <a:lnTo>
                    <a:pt x="180" y="88"/>
                  </a:lnTo>
                  <a:lnTo>
                    <a:pt x="208" y="80"/>
                  </a:lnTo>
                  <a:lnTo>
                    <a:pt x="240" y="64"/>
                  </a:lnTo>
                  <a:lnTo>
                    <a:pt x="268" y="56"/>
                  </a:lnTo>
                  <a:lnTo>
                    <a:pt x="300" y="44"/>
                  </a:lnTo>
                  <a:lnTo>
                    <a:pt x="340" y="28"/>
                  </a:lnTo>
                  <a:lnTo>
                    <a:pt x="376" y="12"/>
                  </a:lnTo>
                  <a:lnTo>
                    <a:pt x="404" y="4"/>
                  </a:lnTo>
                  <a:lnTo>
                    <a:pt x="448" y="0"/>
                  </a:lnTo>
                  <a:close/>
                </a:path>
              </a:pathLst>
            </a:custGeom>
            <a:gradFill rotWithShape="0">
              <a:gsLst>
                <a:gs pos="0">
                  <a:srgbClr val="FFCCFF"/>
                </a:gs>
                <a:gs pos="100000">
                  <a:srgbClr val="765E76"/>
                </a:gs>
              </a:gsLst>
              <a:lin ang="0" scaled="1"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9" name="Freeform 25">
              <a:extLst>
                <a:ext uri="{FF2B5EF4-FFF2-40B4-BE49-F238E27FC236}">
                  <a16:creationId xmlns:a16="http://schemas.microsoft.com/office/drawing/2014/main" id="{CEFCAB6E-A68B-460D-07B7-F0AF099C58E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8" y="1248"/>
              <a:ext cx="1020" cy="872"/>
            </a:xfrm>
            <a:custGeom>
              <a:avLst/>
              <a:gdLst>
                <a:gd name="T0" fmla="*/ 28 w 1020"/>
                <a:gd name="T1" fmla="*/ 224 h 872"/>
                <a:gd name="T2" fmla="*/ 100 w 1020"/>
                <a:gd name="T3" fmla="*/ 232 h 872"/>
                <a:gd name="T4" fmla="*/ 168 w 1020"/>
                <a:gd name="T5" fmla="*/ 264 h 872"/>
                <a:gd name="T6" fmla="*/ 232 w 1020"/>
                <a:gd name="T7" fmla="*/ 304 h 872"/>
                <a:gd name="T8" fmla="*/ 280 w 1020"/>
                <a:gd name="T9" fmla="*/ 356 h 872"/>
                <a:gd name="T10" fmla="*/ 328 w 1020"/>
                <a:gd name="T11" fmla="*/ 416 h 872"/>
                <a:gd name="T12" fmla="*/ 348 w 1020"/>
                <a:gd name="T13" fmla="*/ 464 h 872"/>
                <a:gd name="T14" fmla="*/ 364 w 1020"/>
                <a:gd name="T15" fmla="*/ 540 h 872"/>
                <a:gd name="T16" fmla="*/ 376 w 1020"/>
                <a:gd name="T17" fmla="*/ 596 h 872"/>
                <a:gd name="T18" fmla="*/ 376 w 1020"/>
                <a:gd name="T19" fmla="*/ 668 h 872"/>
                <a:gd name="T20" fmla="*/ 356 w 1020"/>
                <a:gd name="T21" fmla="*/ 760 h 872"/>
                <a:gd name="T22" fmla="*/ 316 w 1020"/>
                <a:gd name="T23" fmla="*/ 824 h 872"/>
                <a:gd name="T24" fmla="*/ 232 w 1020"/>
                <a:gd name="T25" fmla="*/ 872 h 872"/>
                <a:gd name="T26" fmla="*/ 376 w 1020"/>
                <a:gd name="T27" fmla="*/ 824 h 872"/>
                <a:gd name="T28" fmla="*/ 432 w 1020"/>
                <a:gd name="T29" fmla="*/ 808 h 872"/>
                <a:gd name="T30" fmla="*/ 524 w 1020"/>
                <a:gd name="T31" fmla="*/ 772 h 872"/>
                <a:gd name="T32" fmla="*/ 616 w 1020"/>
                <a:gd name="T33" fmla="*/ 740 h 872"/>
                <a:gd name="T34" fmla="*/ 684 w 1020"/>
                <a:gd name="T35" fmla="*/ 728 h 872"/>
                <a:gd name="T36" fmla="*/ 944 w 1020"/>
                <a:gd name="T37" fmla="*/ 616 h 872"/>
                <a:gd name="T38" fmla="*/ 996 w 1020"/>
                <a:gd name="T39" fmla="*/ 552 h 872"/>
                <a:gd name="T40" fmla="*/ 1016 w 1020"/>
                <a:gd name="T41" fmla="*/ 480 h 872"/>
                <a:gd name="T42" fmla="*/ 1016 w 1020"/>
                <a:gd name="T43" fmla="*/ 384 h 872"/>
                <a:gd name="T44" fmla="*/ 1000 w 1020"/>
                <a:gd name="T45" fmla="*/ 288 h 872"/>
                <a:gd name="T46" fmla="*/ 972 w 1020"/>
                <a:gd name="T47" fmla="*/ 208 h 872"/>
                <a:gd name="T48" fmla="*/ 940 w 1020"/>
                <a:gd name="T49" fmla="*/ 140 h 872"/>
                <a:gd name="T50" fmla="*/ 892 w 1020"/>
                <a:gd name="T51" fmla="*/ 84 h 872"/>
                <a:gd name="T52" fmla="*/ 836 w 1020"/>
                <a:gd name="T53" fmla="*/ 36 h 872"/>
                <a:gd name="T54" fmla="*/ 764 w 1020"/>
                <a:gd name="T55" fmla="*/ 4 h 872"/>
                <a:gd name="T56" fmla="*/ 692 w 1020"/>
                <a:gd name="T57" fmla="*/ 8 h 872"/>
                <a:gd name="T58" fmla="*/ 696 w 1020"/>
                <a:gd name="T59" fmla="*/ 80 h 872"/>
                <a:gd name="T60" fmla="*/ 684 w 1020"/>
                <a:gd name="T61" fmla="*/ 144 h 872"/>
                <a:gd name="T62" fmla="*/ 676 w 1020"/>
                <a:gd name="T63" fmla="*/ 204 h 872"/>
                <a:gd name="T64" fmla="*/ 616 w 1020"/>
                <a:gd name="T65" fmla="*/ 260 h 872"/>
                <a:gd name="T66" fmla="*/ 540 w 1020"/>
                <a:gd name="T67" fmla="*/ 260 h 872"/>
                <a:gd name="T68" fmla="*/ 456 w 1020"/>
                <a:gd name="T69" fmla="*/ 232 h 872"/>
                <a:gd name="T70" fmla="*/ 368 w 1020"/>
                <a:gd name="T71" fmla="*/ 200 h 872"/>
                <a:gd name="T72" fmla="*/ 272 w 1020"/>
                <a:gd name="T73" fmla="*/ 168 h 872"/>
                <a:gd name="T74" fmla="*/ 0 w 1020"/>
                <a:gd name="T75" fmla="*/ 236 h 872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1020"/>
                <a:gd name="T115" fmla="*/ 0 h 872"/>
                <a:gd name="T116" fmla="*/ 1020 w 1020"/>
                <a:gd name="T117" fmla="*/ 872 h 872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1020" h="872">
                  <a:moveTo>
                    <a:pt x="4" y="236"/>
                  </a:moveTo>
                  <a:lnTo>
                    <a:pt x="28" y="224"/>
                  </a:lnTo>
                  <a:lnTo>
                    <a:pt x="68" y="224"/>
                  </a:lnTo>
                  <a:lnTo>
                    <a:pt x="100" y="232"/>
                  </a:lnTo>
                  <a:lnTo>
                    <a:pt x="132" y="244"/>
                  </a:lnTo>
                  <a:lnTo>
                    <a:pt x="168" y="264"/>
                  </a:lnTo>
                  <a:lnTo>
                    <a:pt x="200" y="288"/>
                  </a:lnTo>
                  <a:lnTo>
                    <a:pt x="232" y="304"/>
                  </a:lnTo>
                  <a:lnTo>
                    <a:pt x="260" y="332"/>
                  </a:lnTo>
                  <a:lnTo>
                    <a:pt x="280" y="356"/>
                  </a:lnTo>
                  <a:lnTo>
                    <a:pt x="300" y="380"/>
                  </a:lnTo>
                  <a:lnTo>
                    <a:pt x="328" y="416"/>
                  </a:lnTo>
                  <a:lnTo>
                    <a:pt x="340" y="440"/>
                  </a:lnTo>
                  <a:lnTo>
                    <a:pt x="348" y="464"/>
                  </a:lnTo>
                  <a:cubicBezTo>
                    <a:pt x="357" y="481"/>
                    <a:pt x="360" y="499"/>
                    <a:pt x="368" y="516"/>
                  </a:cubicBezTo>
                  <a:lnTo>
                    <a:pt x="364" y="540"/>
                  </a:lnTo>
                  <a:lnTo>
                    <a:pt x="372" y="572"/>
                  </a:lnTo>
                  <a:lnTo>
                    <a:pt x="376" y="596"/>
                  </a:lnTo>
                  <a:lnTo>
                    <a:pt x="380" y="620"/>
                  </a:lnTo>
                  <a:lnTo>
                    <a:pt x="376" y="668"/>
                  </a:lnTo>
                  <a:lnTo>
                    <a:pt x="372" y="704"/>
                  </a:lnTo>
                  <a:cubicBezTo>
                    <a:pt x="368" y="721"/>
                    <a:pt x="369" y="747"/>
                    <a:pt x="356" y="760"/>
                  </a:cubicBezTo>
                  <a:lnTo>
                    <a:pt x="332" y="784"/>
                  </a:lnTo>
                  <a:lnTo>
                    <a:pt x="316" y="824"/>
                  </a:lnTo>
                  <a:lnTo>
                    <a:pt x="292" y="844"/>
                  </a:lnTo>
                  <a:cubicBezTo>
                    <a:pt x="275" y="855"/>
                    <a:pt x="254" y="872"/>
                    <a:pt x="232" y="872"/>
                  </a:cubicBezTo>
                  <a:lnTo>
                    <a:pt x="352" y="836"/>
                  </a:lnTo>
                  <a:lnTo>
                    <a:pt x="376" y="824"/>
                  </a:lnTo>
                  <a:lnTo>
                    <a:pt x="400" y="812"/>
                  </a:lnTo>
                  <a:lnTo>
                    <a:pt x="432" y="808"/>
                  </a:lnTo>
                  <a:lnTo>
                    <a:pt x="480" y="792"/>
                  </a:lnTo>
                  <a:lnTo>
                    <a:pt x="524" y="772"/>
                  </a:lnTo>
                  <a:lnTo>
                    <a:pt x="568" y="756"/>
                  </a:lnTo>
                  <a:lnTo>
                    <a:pt x="616" y="740"/>
                  </a:lnTo>
                  <a:lnTo>
                    <a:pt x="660" y="732"/>
                  </a:lnTo>
                  <a:lnTo>
                    <a:pt x="684" y="728"/>
                  </a:lnTo>
                  <a:lnTo>
                    <a:pt x="916" y="652"/>
                  </a:lnTo>
                  <a:lnTo>
                    <a:pt x="944" y="616"/>
                  </a:lnTo>
                  <a:lnTo>
                    <a:pt x="972" y="584"/>
                  </a:lnTo>
                  <a:lnTo>
                    <a:pt x="996" y="552"/>
                  </a:lnTo>
                  <a:lnTo>
                    <a:pt x="1008" y="520"/>
                  </a:lnTo>
                  <a:lnTo>
                    <a:pt x="1016" y="480"/>
                  </a:lnTo>
                  <a:lnTo>
                    <a:pt x="1020" y="432"/>
                  </a:lnTo>
                  <a:lnTo>
                    <a:pt x="1016" y="384"/>
                  </a:lnTo>
                  <a:lnTo>
                    <a:pt x="1012" y="336"/>
                  </a:lnTo>
                  <a:lnTo>
                    <a:pt x="1000" y="288"/>
                  </a:lnTo>
                  <a:lnTo>
                    <a:pt x="988" y="244"/>
                  </a:lnTo>
                  <a:lnTo>
                    <a:pt x="972" y="208"/>
                  </a:lnTo>
                  <a:lnTo>
                    <a:pt x="956" y="176"/>
                  </a:lnTo>
                  <a:lnTo>
                    <a:pt x="940" y="140"/>
                  </a:lnTo>
                  <a:lnTo>
                    <a:pt x="908" y="108"/>
                  </a:lnTo>
                  <a:lnTo>
                    <a:pt x="892" y="84"/>
                  </a:lnTo>
                  <a:lnTo>
                    <a:pt x="872" y="60"/>
                  </a:lnTo>
                  <a:lnTo>
                    <a:pt x="836" y="36"/>
                  </a:lnTo>
                  <a:lnTo>
                    <a:pt x="796" y="24"/>
                  </a:lnTo>
                  <a:lnTo>
                    <a:pt x="764" y="4"/>
                  </a:lnTo>
                  <a:lnTo>
                    <a:pt x="724" y="0"/>
                  </a:lnTo>
                  <a:lnTo>
                    <a:pt x="692" y="8"/>
                  </a:lnTo>
                  <a:lnTo>
                    <a:pt x="696" y="44"/>
                  </a:lnTo>
                  <a:lnTo>
                    <a:pt x="696" y="80"/>
                  </a:lnTo>
                  <a:lnTo>
                    <a:pt x="696" y="112"/>
                  </a:lnTo>
                  <a:lnTo>
                    <a:pt x="684" y="144"/>
                  </a:lnTo>
                  <a:lnTo>
                    <a:pt x="684" y="172"/>
                  </a:lnTo>
                  <a:lnTo>
                    <a:pt x="676" y="204"/>
                  </a:lnTo>
                  <a:lnTo>
                    <a:pt x="648" y="240"/>
                  </a:lnTo>
                  <a:lnTo>
                    <a:pt x="616" y="260"/>
                  </a:lnTo>
                  <a:lnTo>
                    <a:pt x="576" y="268"/>
                  </a:lnTo>
                  <a:lnTo>
                    <a:pt x="540" y="260"/>
                  </a:lnTo>
                  <a:lnTo>
                    <a:pt x="500" y="252"/>
                  </a:lnTo>
                  <a:lnTo>
                    <a:pt x="456" y="232"/>
                  </a:lnTo>
                  <a:lnTo>
                    <a:pt x="416" y="216"/>
                  </a:lnTo>
                  <a:lnTo>
                    <a:pt x="368" y="200"/>
                  </a:lnTo>
                  <a:lnTo>
                    <a:pt x="320" y="184"/>
                  </a:lnTo>
                  <a:lnTo>
                    <a:pt x="272" y="168"/>
                  </a:lnTo>
                  <a:lnTo>
                    <a:pt x="220" y="160"/>
                  </a:lnTo>
                  <a:lnTo>
                    <a:pt x="0" y="236"/>
                  </a:lnTo>
                </a:path>
              </a:pathLst>
            </a:custGeom>
            <a:gradFill rotWithShape="0">
              <a:gsLst>
                <a:gs pos="0">
                  <a:srgbClr val="475E76"/>
                </a:gs>
                <a:gs pos="50000">
                  <a:srgbClr val="99CCFF"/>
                </a:gs>
                <a:gs pos="100000">
                  <a:srgbClr val="475E76"/>
                </a:gs>
              </a:gsLst>
              <a:lin ang="5400000" scaled="1"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0" name="Oval 26">
              <a:extLst>
                <a:ext uri="{FF2B5EF4-FFF2-40B4-BE49-F238E27FC236}">
                  <a16:creationId xmlns:a16="http://schemas.microsoft.com/office/drawing/2014/main" id="{66C2D5E9-091C-6953-B2B2-2EAEE0A476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1" y="1180"/>
              <a:ext cx="462" cy="162"/>
            </a:xfrm>
            <a:prstGeom prst="ellipse">
              <a:avLst/>
            </a:prstGeom>
            <a:gradFill rotWithShape="0">
              <a:gsLst>
                <a:gs pos="0">
                  <a:srgbClr val="FFCCFF"/>
                </a:gs>
                <a:gs pos="100000">
                  <a:srgbClr val="765E76"/>
                </a:gs>
              </a:gsLst>
              <a:lin ang="1890000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1" name="Oval 27">
              <a:extLst>
                <a:ext uri="{FF2B5EF4-FFF2-40B4-BE49-F238E27FC236}">
                  <a16:creationId xmlns:a16="http://schemas.microsoft.com/office/drawing/2014/main" id="{ED83EECE-7545-D602-2E68-BEDA3B75327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1311648">
              <a:off x="904" y="1456"/>
              <a:ext cx="468" cy="685"/>
            </a:xfrm>
            <a:prstGeom prst="ellipse">
              <a:avLst/>
            </a:prstGeom>
            <a:gradFill rotWithShape="0">
              <a:gsLst>
                <a:gs pos="0">
                  <a:srgbClr val="475E76"/>
                </a:gs>
                <a:gs pos="100000">
                  <a:srgbClr val="99CCFF"/>
                </a:gs>
              </a:gsLst>
              <a:lin ang="270000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62" name="Group 28">
            <a:extLst>
              <a:ext uri="{FF2B5EF4-FFF2-40B4-BE49-F238E27FC236}">
                <a16:creationId xmlns:a16="http://schemas.microsoft.com/office/drawing/2014/main" id="{1FA2D058-B882-A0A4-BD8C-2889203530A9}"/>
              </a:ext>
            </a:extLst>
          </p:cNvPr>
          <p:cNvGrpSpPr>
            <a:grpSpLocks/>
          </p:cNvGrpSpPr>
          <p:nvPr/>
        </p:nvGrpSpPr>
        <p:grpSpPr bwMode="auto">
          <a:xfrm>
            <a:off x="6407372" y="1679193"/>
            <a:ext cx="1784350" cy="1600200"/>
            <a:chOff x="2210" y="2907"/>
            <a:chExt cx="1124" cy="1008"/>
          </a:xfrm>
        </p:grpSpPr>
        <p:sp>
          <p:nvSpPr>
            <p:cNvPr id="63" name="Oval 29">
              <a:extLst>
                <a:ext uri="{FF2B5EF4-FFF2-40B4-BE49-F238E27FC236}">
                  <a16:creationId xmlns:a16="http://schemas.microsoft.com/office/drawing/2014/main" id="{3F6314B6-0BD9-4689-CF65-80AA5A07DD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36" y="2907"/>
              <a:ext cx="462" cy="162"/>
            </a:xfrm>
            <a:prstGeom prst="ellipse">
              <a:avLst/>
            </a:prstGeom>
            <a:gradFill rotWithShape="0">
              <a:gsLst>
                <a:gs pos="0">
                  <a:srgbClr val="FFCCFF"/>
                </a:gs>
                <a:gs pos="100000">
                  <a:srgbClr val="765E76"/>
                </a:gs>
              </a:gsLst>
              <a:lin ang="1890000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4" name="Freeform 30">
              <a:extLst>
                <a:ext uri="{FF2B5EF4-FFF2-40B4-BE49-F238E27FC236}">
                  <a16:creationId xmlns:a16="http://schemas.microsoft.com/office/drawing/2014/main" id="{06AAA923-DC18-5F11-2697-738603434CA7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9" y="2994"/>
              <a:ext cx="467" cy="531"/>
            </a:xfrm>
            <a:custGeom>
              <a:avLst/>
              <a:gdLst>
                <a:gd name="T0" fmla="*/ 456 w 467"/>
                <a:gd name="T1" fmla="*/ 0 h 531"/>
                <a:gd name="T2" fmla="*/ 441 w 467"/>
                <a:gd name="T3" fmla="*/ 30 h 531"/>
                <a:gd name="T4" fmla="*/ 408 w 467"/>
                <a:gd name="T5" fmla="*/ 45 h 531"/>
                <a:gd name="T6" fmla="*/ 381 w 467"/>
                <a:gd name="T7" fmla="*/ 54 h 531"/>
                <a:gd name="T8" fmla="*/ 357 w 467"/>
                <a:gd name="T9" fmla="*/ 57 h 531"/>
                <a:gd name="T10" fmla="*/ 333 w 467"/>
                <a:gd name="T11" fmla="*/ 66 h 531"/>
                <a:gd name="T12" fmla="*/ 306 w 467"/>
                <a:gd name="T13" fmla="*/ 69 h 531"/>
                <a:gd name="T14" fmla="*/ 279 w 467"/>
                <a:gd name="T15" fmla="*/ 72 h 531"/>
                <a:gd name="T16" fmla="*/ 258 w 467"/>
                <a:gd name="T17" fmla="*/ 75 h 531"/>
                <a:gd name="T18" fmla="*/ 237 w 467"/>
                <a:gd name="T19" fmla="*/ 75 h 531"/>
                <a:gd name="T20" fmla="*/ 210 w 467"/>
                <a:gd name="T21" fmla="*/ 72 h 531"/>
                <a:gd name="T22" fmla="*/ 177 w 467"/>
                <a:gd name="T23" fmla="*/ 72 h 531"/>
                <a:gd name="T24" fmla="*/ 150 w 467"/>
                <a:gd name="T25" fmla="*/ 69 h 531"/>
                <a:gd name="T26" fmla="*/ 126 w 467"/>
                <a:gd name="T27" fmla="*/ 66 h 531"/>
                <a:gd name="T28" fmla="*/ 108 w 467"/>
                <a:gd name="T29" fmla="*/ 63 h 531"/>
                <a:gd name="T30" fmla="*/ 87 w 467"/>
                <a:gd name="T31" fmla="*/ 57 h 531"/>
                <a:gd name="T32" fmla="*/ 66 w 467"/>
                <a:gd name="T33" fmla="*/ 54 h 531"/>
                <a:gd name="T34" fmla="*/ 48 w 467"/>
                <a:gd name="T35" fmla="*/ 45 h 531"/>
                <a:gd name="T36" fmla="*/ 27 w 467"/>
                <a:gd name="T37" fmla="*/ 39 h 531"/>
                <a:gd name="T38" fmla="*/ 18 w 467"/>
                <a:gd name="T39" fmla="*/ 33 h 531"/>
                <a:gd name="T40" fmla="*/ 0 w 467"/>
                <a:gd name="T41" fmla="*/ 12 h 531"/>
                <a:gd name="T42" fmla="*/ 0 w 467"/>
                <a:gd name="T43" fmla="*/ 147 h 531"/>
                <a:gd name="T44" fmla="*/ 27 w 467"/>
                <a:gd name="T45" fmla="*/ 165 h 531"/>
                <a:gd name="T46" fmla="*/ 48 w 467"/>
                <a:gd name="T47" fmla="*/ 174 h 531"/>
                <a:gd name="T48" fmla="*/ 84 w 467"/>
                <a:gd name="T49" fmla="*/ 186 h 531"/>
                <a:gd name="T50" fmla="*/ 111 w 467"/>
                <a:gd name="T51" fmla="*/ 198 h 531"/>
                <a:gd name="T52" fmla="*/ 132 w 467"/>
                <a:gd name="T53" fmla="*/ 210 h 531"/>
                <a:gd name="T54" fmla="*/ 159 w 467"/>
                <a:gd name="T55" fmla="*/ 222 h 531"/>
                <a:gd name="T56" fmla="*/ 174 w 467"/>
                <a:gd name="T57" fmla="*/ 234 h 531"/>
                <a:gd name="T58" fmla="*/ 198 w 467"/>
                <a:gd name="T59" fmla="*/ 255 h 531"/>
                <a:gd name="T60" fmla="*/ 222 w 467"/>
                <a:gd name="T61" fmla="*/ 264 h 531"/>
                <a:gd name="T62" fmla="*/ 258 w 467"/>
                <a:gd name="T63" fmla="*/ 285 h 531"/>
                <a:gd name="T64" fmla="*/ 273 w 467"/>
                <a:gd name="T65" fmla="*/ 297 h 531"/>
                <a:gd name="T66" fmla="*/ 291 w 467"/>
                <a:gd name="T67" fmla="*/ 315 h 531"/>
                <a:gd name="T68" fmla="*/ 303 w 467"/>
                <a:gd name="T69" fmla="*/ 330 h 531"/>
                <a:gd name="T70" fmla="*/ 318 w 467"/>
                <a:gd name="T71" fmla="*/ 342 h 531"/>
                <a:gd name="T72" fmla="*/ 327 w 467"/>
                <a:gd name="T73" fmla="*/ 351 h 531"/>
                <a:gd name="T74" fmla="*/ 336 w 467"/>
                <a:gd name="T75" fmla="*/ 369 h 531"/>
                <a:gd name="T76" fmla="*/ 354 w 467"/>
                <a:gd name="T77" fmla="*/ 387 h 531"/>
                <a:gd name="T78" fmla="*/ 372 w 467"/>
                <a:gd name="T79" fmla="*/ 411 h 531"/>
                <a:gd name="T80" fmla="*/ 378 w 467"/>
                <a:gd name="T81" fmla="*/ 438 h 531"/>
                <a:gd name="T82" fmla="*/ 387 w 467"/>
                <a:gd name="T83" fmla="*/ 453 h 531"/>
                <a:gd name="T84" fmla="*/ 399 w 467"/>
                <a:gd name="T85" fmla="*/ 486 h 531"/>
                <a:gd name="T86" fmla="*/ 426 w 467"/>
                <a:gd name="T87" fmla="*/ 507 h 531"/>
                <a:gd name="T88" fmla="*/ 429 w 467"/>
                <a:gd name="T89" fmla="*/ 531 h 531"/>
                <a:gd name="T90" fmla="*/ 417 w 467"/>
                <a:gd name="T91" fmla="*/ 507 h 531"/>
                <a:gd name="T92" fmla="*/ 432 w 467"/>
                <a:gd name="T93" fmla="*/ 492 h 531"/>
                <a:gd name="T94" fmla="*/ 429 w 467"/>
                <a:gd name="T95" fmla="*/ 468 h 531"/>
                <a:gd name="T96" fmla="*/ 435 w 467"/>
                <a:gd name="T97" fmla="*/ 447 h 531"/>
                <a:gd name="T98" fmla="*/ 444 w 467"/>
                <a:gd name="T99" fmla="*/ 420 h 531"/>
                <a:gd name="T100" fmla="*/ 450 w 467"/>
                <a:gd name="T101" fmla="*/ 390 h 531"/>
                <a:gd name="T102" fmla="*/ 450 w 467"/>
                <a:gd name="T103" fmla="*/ 360 h 531"/>
                <a:gd name="T104" fmla="*/ 453 w 467"/>
                <a:gd name="T105" fmla="*/ 336 h 531"/>
                <a:gd name="T106" fmla="*/ 459 w 467"/>
                <a:gd name="T107" fmla="*/ 315 h 531"/>
                <a:gd name="T108" fmla="*/ 462 w 467"/>
                <a:gd name="T109" fmla="*/ 285 h 531"/>
                <a:gd name="T110" fmla="*/ 462 w 467"/>
                <a:gd name="T111" fmla="*/ 252 h 531"/>
                <a:gd name="T112" fmla="*/ 464 w 467"/>
                <a:gd name="T113" fmla="*/ 123 h 531"/>
                <a:gd name="T114" fmla="*/ 464 w 467"/>
                <a:gd name="T115" fmla="*/ 75 h 531"/>
                <a:gd name="T116" fmla="*/ 467 w 467"/>
                <a:gd name="T117" fmla="*/ 36 h 531"/>
                <a:gd name="T118" fmla="*/ 456 w 467"/>
                <a:gd name="T119" fmla="*/ 0 h 531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w 467"/>
                <a:gd name="T181" fmla="*/ 0 h 531"/>
                <a:gd name="T182" fmla="*/ 467 w 467"/>
                <a:gd name="T183" fmla="*/ 531 h 531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T180" t="T181" r="T182" b="T183"/>
              <a:pathLst>
                <a:path w="467" h="531">
                  <a:moveTo>
                    <a:pt x="456" y="0"/>
                  </a:moveTo>
                  <a:lnTo>
                    <a:pt x="441" y="30"/>
                  </a:lnTo>
                  <a:lnTo>
                    <a:pt x="408" y="45"/>
                  </a:lnTo>
                  <a:lnTo>
                    <a:pt x="381" y="54"/>
                  </a:lnTo>
                  <a:lnTo>
                    <a:pt x="357" y="57"/>
                  </a:lnTo>
                  <a:lnTo>
                    <a:pt x="333" y="66"/>
                  </a:lnTo>
                  <a:lnTo>
                    <a:pt x="306" y="69"/>
                  </a:lnTo>
                  <a:lnTo>
                    <a:pt x="279" y="72"/>
                  </a:lnTo>
                  <a:lnTo>
                    <a:pt x="258" y="75"/>
                  </a:lnTo>
                  <a:lnTo>
                    <a:pt x="237" y="75"/>
                  </a:lnTo>
                  <a:lnTo>
                    <a:pt x="210" y="72"/>
                  </a:lnTo>
                  <a:lnTo>
                    <a:pt x="177" y="72"/>
                  </a:lnTo>
                  <a:lnTo>
                    <a:pt x="150" y="69"/>
                  </a:lnTo>
                  <a:lnTo>
                    <a:pt x="126" y="66"/>
                  </a:lnTo>
                  <a:lnTo>
                    <a:pt x="108" y="63"/>
                  </a:lnTo>
                  <a:lnTo>
                    <a:pt x="87" y="57"/>
                  </a:lnTo>
                  <a:lnTo>
                    <a:pt x="66" y="54"/>
                  </a:lnTo>
                  <a:lnTo>
                    <a:pt x="48" y="45"/>
                  </a:lnTo>
                  <a:lnTo>
                    <a:pt x="27" y="39"/>
                  </a:lnTo>
                  <a:lnTo>
                    <a:pt x="18" y="33"/>
                  </a:lnTo>
                  <a:lnTo>
                    <a:pt x="0" y="12"/>
                  </a:lnTo>
                  <a:lnTo>
                    <a:pt x="0" y="147"/>
                  </a:lnTo>
                  <a:lnTo>
                    <a:pt x="27" y="165"/>
                  </a:lnTo>
                  <a:lnTo>
                    <a:pt x="48" y="174"/>
                  </a:lnTo>
                  <a:lnTo>
                    <a:pt x="84" y="186"/>
                  </a:lnTo>
                  <a:lnTo>
                    <a:pt x="111" y="198"/>
                  </a:lnTo>
                  <a:lnTo>
                    <a:pt x="132" y="210"/>
                  </a:lnTo>
                  <a:lnTo>
                    <a:pt x="159" y="222"/>
                  </a:lnTo>
                  <a:lnTo>
                    <a:pt x="174" y="234"/>
                  </a:lnTo>
                  <a:lnTo>
                    <a:pt x="198" y="255"/>
                  </a:lnTo>
                  <a:lnTo>
                    <a:pt x="222" y="264"/>
                  </a:lnTo>
                  <a:lnTo>
                    <a:pt x="258" y="285"/>
                  </a:lnTo>
                  <a:lnTo>
                    <a:pt x="273" y="297"/>
                  </a:lnTo>
                  <a:lnTo>
                    <a:pt x="291" y="315"/>
                  </a:lnTo>
                  <a:lnTo>
                    <a:pt x="303" y="330"/>
                  </a:lnTo>
                  <a:lnTo>
                    <a:pt x="318" y="342"/>
                  </a:lnTo>
                  <a:cubicBezTo>
                    <a:pt x="321" y="345"/>
                    <a:pt x="327" y="351"/>
                    <a:pt x="327" y="351"/>
                  </a:cubicBezTo>
                  <a:lnTo>
                    <a:pt x="336" y="369"/>
                  </a:lnTo>
                  <a:cubicBezTo>
                    <a:pt x="338" y="370"/>
                    <a:pt x="353" y="387"/>
                    <a:pt x="354" y="387"/>
                  </a:cubicBezTo>
                  <a:lnTo>
                    <a:pt x="372" y="411"/>
                  </a:lnTo>
                  <a:lnTo>
                    <a:pt x="378" y="438"/>
                  </a:lnTo>
                  <a:cubicBezTo>
                    <a:pt x="385" y="449"/>
                    <a:pt x="382" y="444"/>
                    <a:pt x="387" y="453"/>
                  </a:cubicBezTo>
                  <a:lnTo>
                    <a:pt x="399" y="486"/>
                  </a:lnTo>
                  <a:lnTo>
                    <a:pt x="426" y="507"/>
                  </a:lnTo>
                  <a:lnTo>
                    <a:pt x="429" y="531"/>
                  </a:lnTo>
                  <a:lnTo>
                    <a:pt x="417" y="507"/>
                  </a:lnTo>
                  <a:lnTo>
                    <a:pt x="432" y="492"/>
                  </a:lnTo>
                  <a:lnTo>
                    <a:pt x="429" y="468"/>
                  </a:lnTo>
                  <a:lnTo>
                    <a:pt x="435" y="447"/>
                  </a:lnTo>
                  <a:lnTo>
                    <a:pt x="444" y="420"/>
                  </a:lnTo>
                  <a:lnTo>
                    <a:pt x="450" y="390"/>
                  </a:lnTo>
                  <a:lnTo>
                    <a:pt x="450" y="360"/>
                  </a:lnTo>
                  <a:lnTo>
                    <a:pt x="453" y="336"/>
                  </a:lnTo>
                  <a:lnTo>
                    <a:pt x="459" y="315"/>
                  </a:lnTo>
                  <a:lnTo>
                    <a:pt x="462" y="285"/>
                  </a:lnTo>
                  <a:lnTo>
                    <a:pt x="462" y="252"/>
                  </a:lnTo>
                  <a:lnTo>
                    <a:pt x="464" y="123"/>
                  </a:lnTo>
                  <a:lnTo>
                    <a:pt x="464" y="75"/>
                  </a:lnTo>
                  <a:lnTo>
                    <a:pt x="467" y="36"/>
                  </a:lnTo>
                  <a:lnTo>
                    <a:pt x="456" y="0"/>
                  </a:lnTo>
                  <a:close/>
                </a:path>
              </a:pathLst>
            </a:custGeom>
            <a:gradFill rotWithShape="0">
              <a:gsLst>
                <a:gs pos="0">
                  <a:srgbClr val="765E76"/>
                </a:gs>
                <a:gs pos="50000">
                  <a:srgbClr val="FFCCFF"/>
                </a:gs>
                <a:gs pos="100000">
                  <a:srgbClr val="765E76"/>
                </a:gs>
              </a:gsLst>
              <a:lin ang="0" scaled="1"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5" name="Freeform 31">
              <a:extLst>
                <a:ext uri="{FF2B5EF4-FFF2-40B4-BE49-F238E27FC236}">
                  <a16:creationId xmlns:a16="http://schemas.microsoft.com/office/drawing/2014/main" id="{04D5B071-CE8C-1BAC-0C18-6920C928C6E4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0" y="3503"/>
              <a:ext cx="468" cy="412"/>
            </a:xfrm>
            <a:custGeom>
              <a:avLst/>
              <a:gdLst>
                <a:gd name="T0" fmla="*/ 428 w 468"/>
                <a:gd name="T1" fmla="*/ 0 h 412"/>
                <a:gd name="T2" fmla="*/ 419 w 468"/>
                <a:gd name="T3" fmla="*/ 7 h 412"/>
                <a:gd name="T4" fmla="*/ 415 w 468"/>
                <a:gd name="T5" fmla="*/ 27 h 412"/>
                <a:gd name="T6" fmla="*/ 411 w 468"/>
                <a:gd name="T7" fmla="*/ 37 h 412"/>
                <a:gd name="T8" fmla="*/ 396 w 468"/>
                <a:gd name="T9" fmla="*/ 76 h 412"/>
                <a:gd name="T10" fmla="*/ 387 w 468"/>
                <a:gd name="T11" fmla="*/ 106 h 412"/>
                <a:gd name="T12" fmla="*/ 375 w 468"/>
                <a:gd name="T13" fmla="*/ 127 h 412"/>
                <a:gd name="T14" fmla="*/ 357 w 468"/>
                <a:gd name="T15" fmla="*/ 151 h 412"/>
                <a:gd name="T16" fmla="*/ 336 w 468"/>
                <a:gd name="T17" fmla="*/ 166 h 412"/>
                <a:gd name="T18" fmla="*/ 318 w 468"/>
                <a:gd name="T19" fmla="*/ 181 h 412"/>
                <a:gd name="T20" fmla="*/ 279 w 468"/>
                <a:gd name="T21" fmla="*/ 199 h 412"/>
                <a:gd name="T22" fmla="*/ 243 w 468"/>
                <a:gd name="T23" fmla="*/ 220 h 412"/>
                <a:gd name="T24" fmla="*/ 219 w 468"/>
                <a:gd name="T25" fmla="*/ 232 h 412"/>
                <a:gd name="T26" fmla="*/ 198 w 468"/>
                <a:gd name="T27" fmla="*/ 241 h 412"/>
                <a:gd name="T28" fmla="*/ 177 w 468"/>
                <a:gd name="T29" fmla="*/ 244 h 412"/>
                <a:gd name="T30" fmla="*/ 153 w 468"/>
                <a:gd name="T31" fmla="*/ 256 h 412"/>
                <a:gd name="T32" fmla="*/ 126 w 468"/>
                <a:gd name="T33" fmla="*/ 259 h 412"/>
                <a:gd name="T34" fmla="*/ 117 w 468"/>
                <a:gd name="T35" fmla="*/ 262 h 412"/>
                <a:gd name="T36" fmla="*/ 99 w 468"/>
                <a:gd name="T37" fmla="*/ 268 h 412"/>
                <a:gd name="T38" fmla="*/ 60 w 468"/>
                <a:gd name="T39" fmla="*/ 280 h 412"/>
                <a:gd name="T40" fmla="*/ 33 w 468"/>
                <a:gd name="T41" fmla="*/ 286 h 412"/>
                <a:gd name="T42" fmla="*/ 12 w 468"/>
                <a:gd name="T43" fmla="*/ 295 h 412"/>
                <a:gd name="T44" fmla="*/ 0 w 468"/>
                <a:gd name="T45" fmla="*/ 331 h 412"/>
                <a:gd name="T46" fmla="*/ 9 w 468"/>
                <a:gd name="T47" fmla="*/ 349 h 412"/>
                <a:gd name="T48" fmla="*/ 21 w 468"/>
                <a:gd name="T49" fmla="*/ 370 h 412"/>
                <a:gd name="T50" fmla="*/ 39 w 468"/>
                <a:gd name="T51" fmla="*/ 376 h 412"/>
                <a:gd name="T52" fmla="*/ 60 w 468"/>
                <a:gd name="T53" fmla="*/ 382 h 412"/>
                <a:gd name="T54" fmla="*/ 84 w 468"/>
                <a:gd name="T55" fmla="*/ 394 h 412"/>
                <a:gd name="T56" fmla="*/ 105 w 468"/>
                <a:gd name="T57" fmla="*/ 400 h 412"/>
                <a:gd name="T58" fmla="*/ 126 w 468"/>
                <a:gd name="T59" fmla="*/ 403 h 412"/>
                <a:gd name="T60" fmla="*/ 153 w 468"/>
                <a:gd name="T61" fmla="*/ 409 h 412"/>
                <a:gd name="T62" fmla="*/ 177 w 468"/>
                <a:gd name="T63" fmla="*/ 409 h 412"/>
                <a:gd name="T64" fmla="*/ 201 w 468"/>
                <a:gd name="T65" fmla="*/ 409 h 412"/>
                <a:gd name="T66" fmla="*/ 222 w 468"/>
                <a:gd name="T67" fmla="*/ 412 h 412"/>
                <a:gd name="T68" fmla="*/ 243 w 468"/>
                <a:gd name="T69" fmla="*/ 409 h 412"/>
                <a:gd name="T70" fmla="*/ 270 w 468"/>
                <a:gd name="T71" fmla="*/ 409 h 412"/>
                <a:gd name="T72" fmla="*/ 288 w 468"/>
                <a:gd name="T73" fmla="*/ 406 h 412"/>
                <a:gd name="T74" fmla="*/ 309 w 468"/>
                <a:gd name="T75" fmla="*/ 406 h 412"/>
                <a:gd name="T76" fmla="*/ 333 w 468"/>
                <a:gd name="T77" fmla="*/ 406 h 412"/>
                <a:gd name="T78" fmla="*/ 360 w 468"/>
                <a:gd name="T79" fmla="*/ 403 h 412"/>
                <a:gd name="T80" fmla="*/ 378 w 468"/>
                <a:gd name="T81" fmla="*/ 394 h 412"/>
                <a:gd name="T82" fmla="*/ 399 w 468"/>
                <a:gd name="T83" fmla="*/ 388 h 412"/>
                <a:gd name="T84" fmla="*/ 420 w 468"/>
                <a:gd name="T85" fmla="*/ 379 h 412"/>
                <a:gd name="T86" fmla="*/ 441 w 468"/>
                <a:gd name="T87" fmla="*/ 370 h 412"/>
                <a:gd name="T88" fmla="*/ 462 w 468"/>
                <a:gd name="T89" fmla="*/ 349 h 412"/>
                <a:gd name="T90" fmla="*/ 465 w 468"/>
                <a:gd name="T91" fmla="*/ 331 h 412"/>
                <a:gd name="T92" fmla="*/ 468 w 468"/>
                <a:gd name="T93" fmla="*/ 145 h 412"/>
                <a:gd name="T94" fmla="*/ 465 w 468"/>
                <a:gd name="T95" fmla="*/ 127 h 412"/>
                <a:gd name="T96" fmla="*/ 462 w 468"/>
                <a:gd name="T97" fmla="*/ 103 h 412"/>
                <a:gd name="T98" fmla="*/ 455 w 468"/>
                <a:gd name="T99" fmla="*/ 76 h 412"/>
                <a:gd name="T100" fmla="*/ 448 w 468"/>
                <a:gd name="T101" fmla="*/ 48 h 412"/>
                <a:gd name="T102" fmla="*/ 442 w 468"/>
                <a:gd name="T103" fmla="*/ 28 h 412"/>
                <a:gd name="T104" fmla="*/ 433 w 468"/>
                <a:gd name="T105" fmla="*/ 16 h 412"/>
                <a:gd name="T106" fmla="*/ 428 w 468"/>
                <a:gd name="T107" fmla="*/ 0 h 412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w 468"/>
                <a:gd name="T163" fmla="*/ 0 h 412"/>
                <a:gd name="T164" fmla="*/ 468 w 468"/>
                <a:gd name="T165" fmla="*/ 412 h 412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T162" t="T163" r="T164" b="T165"/>
              <a:pathLst>
                <a:path w="468" h="412">
                  <a:moveTo>
                    <a:pt x="428" y="0"/>
                  </a:moveTo>
                  <a:lnTo>
                    <a:pt x="419" y="7"/>
                  </a:lnTo>
                  <a:lnTo>
                    <a:pt x="415" y="27"/>
                  </a:lnTo>
                  <a:lnTo>
                    <a:pt x="411" y="37"/>
                  </a:lnTo>
                  <a:lnTo>
                    <a:pt x="396" y="76"/>
                  </a:lnTo>
                  <a:lnTo>
                    <a:pt x="387" y="106"/>
                  </a:lnTo>
                  <a:lnTo>
                    <a:pt x="375" y="127"/>
                  </a:lnTo>
                  <a:lnTo>
                    <a:pt x="357" y="151"/>
                  </a:lnTo>
                  <a:lnTo>
                    <a:pt x="336" y="166"/>
                  </a:lnTo>
                  <a:lnTo>
                    <a:pt x="318" y="181"/>
                  </a:lnTo>
                  <a:lnTo>
                    <a:pt x="279" y="199"/>
                  </a:lnTo>
                  <a:lnTo>
                    <a:pt x="243" y="220"/>
                  </a:lnTo>
                  <a:lnTo>
                    <a:pt x="219" y="232"/>
                  </a:lnTo>
                  <a:lnTo>
                    <a:pt x="198" y="241"/>
                  </a:lnTo>
                  <a:cubicBezTo>
                    <a:pt x="181" y="244"/>
                    <a:pt x="188" y="244"/>
                    <a:pt x="177" y="244"/>
                  </a:cubicBezTo>
                  <a:lnTo>
                    <a:pt x="153" y="256"/>
                  </a:lnTo>
                  <a:cubicBezTo>
                    <a:pt x="144" y="257"/>
                    <a:pt x="135" y="258"/>
                    <a:pt x="126" y="259"/>
                  </a:cubicBezTo>
                  <a:cubicBezTo>
                    <a:pt x="123" y="260"/>
                    <a:pt x="117" y="262"/>
                    <a:pt x="117" y="262"/>
                  </a:cubicBezTo>
                  <a:lnTo>
                    <a:pt x="99" y="268"/>
                  </a:lnTo>
                  <a:cubicBezTo>
                    <a:pt x="91" y="270"/>
                    <a:pt x="68" y="272"/>
                    <a:pt x="60" y="280"/>
                  </a:cubicBezTo>
                  <a:lnTo>
                    <a:pt x="33" y="286"/>
                  </a:lnTo>
                  <a:lnTo>
                    <a:pt x="12" y="295"/>
                  </a:lnTo>
                  <a:lnTo>
                    <a:pt x="0" y="331"/>
                  </a:lnTo>
                  <a:lnTo>
                    <a:pt x="9" y="349"/>
                  </a:lnTo>
                  <a:lnTo>
                    <a:pt x="21" y="370"/>
                  </a:lnTo>
                  <a:lnTo>
                    <a:pt x="39" y="376"/>
                  </a:lnTo>
                  <a:lnTo>
                    <a:pt x="60" y="382"/>
                  </a:lnTo>
                  <a:lnTo>
                    <a:pt x="84" y="394"/>
                  </a:lnTo>
                  <a:lnTo>
                    <a:pt x="105" y="400"/>
                  </a:lnTo>
                  <a:lnTo>
                    <a:pt x="126" y="403"/>
                  </a:lnTo>
                  <a:lnTo>
                    <a:pt x="153" y="409"/>
                  </a:lnTo>
                  <a:lnTo>
                    <a:pt x="177" y="409"/>
                  </a:lnTo>
                  <a:lnTo>
                    <a:pt x="201" y="409"/>
                  </a:lnTo>
                  <a:lnTo>
                    <a:pt x="222" y="412"/>
                  </a:lnTo>
                  <a:lnTo>
                    <a:pt x="243" y="409"/>
                  </a:lnTo>
                  <a:lnTo>
                    <a:pt x="270" y="409"/>
                  </a:lnTo>
                  <a:lnTo>
                    <a:pt x="288" y="406"/>
                  </a:lnTo>
                  <a:lnTo>
                    <a:pt x="309" y="406"/>
                  </a:lnTo>
                  <a:lnTo>
                    <a:pt x="333" y="406"/>
                  </a:lnTo>
                  <a:lnTo>
                    <a:pt x="360" y="403"/>
                  </a:lnTo>
                  <a:lnTo>
                    <a:pt x="378" y="394"/>
                  </a:lnTo>
                  <a:lnTo>
                    <a:pt x="399" y="388"/>
                  </a:lnTo>
                  <a:lnTo>
                    <a:pt x="420" y="379"/>
                  </a:lnTo>
                  <a:lnTo>
                    <a:pt x="441" y="370"/>
                  </a:lnTo>
                  <a:lnTo>
                    <a:pt x="462" y="349"/>
                  </a:lnTo>
                  <a:lnTo>
                    <a:pt x="465" y="331"/>
                  </a:lnTo>
                  <a:cubicBezTo>
                    <a:pt x="466" y="269"/>
                    <a:pt x="467" y="207"/>
                    <a:pt x="468" y="145"/>
                  </a:cubicBezTo>
                  <a:lnTo>
                    <a:pt x="465" y="127"/>
                  </a:lnTo>
                  <a:lnTo>
                    <a:pt x="462" y="103"/>
                  </a:lnTo>
                  <a:lnTo>
                    <a:pt x="455" y="76"/>
                  </a:lnTo>
                  <a:lnTo>
                    <a:pt x="448" y="48"/>
                  </a:lnTo>
                  <a:lnTo>
                    <a:pt x="442" y="28"/>
                  </a:lnTo>
                  <a:lnTo>
                    <a:pt x="433" y="16"/>
                  </a:lnTo>
                  <a:lnTo>
                    <a:pt x="428" y="0"/>
                  </a:lnTo>
                  <a:close/>
                </a:path>
              </a:pathLst>
            </a:custGeom>
            <a:gradFill rotWithShape="0">
              <a:gsLst>
                <a:gs pos="0">
                  <a:srgbClr val="765E76"/>
                </a:gs>
                <a:gs pos="50000">
                  <a:srgbClr val="FFCCFF"/>
                </a:gs>
                <a:gs pos="100000">
                  <a:srgbClr val="765E76"/>
                </a:gs>
              </a:gsLst>
              <a:lin ang="0" scaled="1"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6" name="Oval 32">
              <a:extLst>
                <a:ext uri="{FF2B5EF4-FFF2-40B4-BE49-F238E27FC236}">
                  <a16:creationId xmlns:a16="http://schemas.microsoft.com/office/drawing/2014/main" id="{4306A4E6-1468-DB7A-24D1-67D7C2218C3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1140822">
              <a:off x="2210" y="3180"/>
              <a:ext cx="410" cy="682"/>
            </a:xfrm>
            <a:prstGeom prst="ellipse">
              <a:avLst/>
            </a:prstGeom>
            <a:gradFill rotWithShape="0">
              <a:gsLst>
                <a:gs pos="0">
                  <a:srgbClr val="475E76"/>
                </a:gs>
                <a:gs pos="100000">
                  <a:srgbClr val="99CCFF"/>
                </a:gs>
              </a:gsLst>
              <a:lin ang="270000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7" name="Freeform 33">
              <a:extLst>
                <a:ext uri="{FF2B5EF4-FFF2-40B4-BE49-F238E27FC236}">
                  <a16:creationId xmlns:a16="http://schemas.microsoft.com/office/drawing/2014/main" id="{CCE47DF0-5ED2-93F6-069A-4074E1DACC65}"/>
                </a:ext>
              </a:extLst>
            </p:cNvPr>
            <p:cNvSpPr>
              <a:spLocks/>
            </p:cNvSpPr>
            <p:nvPr/>
          </p:nvSpPr>
          <p:spPr bwMode="auto">
            <a:xfrm>
              <a:off x="2287" y="3126"/>
              <a:ext cx="670" cy="720"/>
            </a:xfrm>
            <a:custGeom>
              <a:avLst/>
              <a:gdLst>
                <a:gd name="T0" fmla="*/ 258 w 670"/>
                <a:gd name="T1" fmla="*/ 0 h 720"/>
                <a:gd name="T2" fmla="*/ 288 w 670"/>
                <a:gd name="T3" fmla="*/ 33 h 720"/>
                <a:gd name="T4" fmla="*/ 333 w 670"/>
                <a:gd name="T5" fmla="*/ 54 h 720"/>
                <a:gd name="T6" fmla="*/ 387 w 670"/>
                <a:gd name="T7" fmla="*/ 75 h 720"/>
                <a:gd name="T8" fmla="*/ 432 w 670"/>
                <a:gd name="T9" fmla="*/ 99 h 720"/>
                <a:gd name="T10" fmla="*/ 480 w 670"/>
                <a:gd name="T11" fmla="*/ 129 h 720"/>
                <a:gd name="T12" fmla="*/ 537 w 670"/>
                <a:gd name="T13" fmla="*/ 165 h 720"/>
                <a:gd name="T14" fmla="*/ 570 w 670"/>
                <a:gd name="T15" fmla="*/ 198 h 720"/>
                <a:gd name="T16" fmla="*/ 612 w 670"/>
                <a:gd name="T17" fmla="*/ 249 h 720"/>
                <a:gd name="T18" fmla="*/ 641 w 670"/>
                <a:gd name="T19" fmla="*/ 299 h 720"/>
                <a:gd name="T20" fmla="*/ 662 w 670"/>
                <a:gd name="T21" fmla="*/ 348 h 720"/>
                <a:gd name="T22" fmla="*/ 656 w 670"/>
                <a:gd name="T23" fmla="*/ 429 h 720"/>
                <a:gd name="T24" fmla="*/ 635 w 670"/>
                <a:gd name="T25" fmla="*/ 474 h 720"/>
                <a:gd name="T26" fmla="*/ 613 w 670"/>
                <a:gd name="T27" fmla="*/ 519 h 720"/>
                <a:gd name="T28" fmla="*/ 596 w 670"/>
                <a:gd name="T29" fmla="*/ 546 h 720"/>
                <a:gd name="T30" fmla="*/ 578 w 670"/>
                <a:gd name="T31" fmla="*/ 572 h 720"/>
                <a:gd name="T32" fmla="*/ 548 w 670"/>
                <a:gd name="T33" fmla="*/ 602 h 720"/>
                <a:gd name="T34" fmla="*/ 513 w 670"/>
                <a:gd name="T35" fmla="*/ 621 h 720"/>
                <a:gd name="T36" fmla="*/ 225 w 670"/>
                <a:gd name="T37" fmla="*/ 720 h 720"/>
                <a:gd name="T38" fmla="*/ 285 w 670"/>
                <a:gd name="T39" fmla="*/ 687 h 720"/>
                <a:gd name="T40" fmla="*/ 321 w 670"/>
                <a:gd name="T41" fmla="*/ 636 h 720"/>
                <a:gd name="T42" fmla="*/ 336 w 670"/>
                <a:gd name="T43" fmla="*/ 588 h 720"/>
                <a:gd name="T44" fmla="*/ 351 w 670"/>
                <a:gd name="T45" fmla="*/ 528 h 720"/>
                <a:gd name="T46" fmla="*/ 351 w 670"/>
                <a:gd name="T47" fmla="*/ 483 h 720"/>
                <a:gd name="T48" fmla="*/ 345 w 670"/>
                <a:gd name="T49" fmla="*/ 429 h 720"/>
                <a:gd name="T50" fmla="*/ 339 w 670"/>
                <a:gd name="T51" fmla="*/ 387 h 720"/>
                <a:gd name="T52" fmla="*/ 324 w 670"/>
                <a:gd name="T53" fmla="*/ 330 h 720"/>
                <a:gd name="T54" fmla="*/ 306 w 670"/>
                <a:gd name="T55" fmla="*/ 291 h 720"/>
                <a:gd name="T56" fmla="*/ 282 w 670"/>
                <a:gd name="T57" fmla="*/ 243 h 720"/>
                <a:gd name="T58" fmla="*/ 255 w 670"/>
                <a:gd name="T59" fmla="*/ 201 h 720"/>
                <a:gd name="T60" fmla="*/ 210 w 670"/>
                <a:gd name="T61" fmla="*/ 153 h 720"/>
                <a:gd name="T62" fmla="*/ 159 w 670"/>
                <a:gd name="T63" fmla="*/ 111 h 720"/>
                <a:gd name="T64" fmla="*/ 81 w 670"/>
                <a:gd name="T65" fmla="*/ 75 h 720"/>
                <a:gd name="T66" fmla="*/ 3 w 670"/>
                <a:gd name="T67" fmla="*/ 81 h 720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670"/>
                <a:gd name="T103" fmla="*/ 0 h 720"/>
                <a:gd name="T104" fmla="*/ 670 w 670"/>
                <a:gd name="T105" fmla="*/ 720 h 720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670" h="720">
                  <a:moveTo>
                    <a:pt x="0" y="81"/>
                  </a:moveTo>
                  <a:lnTo>
                    <a:pt x="258" y="0"/>
                  </a:lnTo>
                  <a:lnTo>
                    <a:pt x="273" y="18"/>
                  </a:lnTo>
                  <a:lnTo>
                    <a:pt x="288" y="33"/>
                  </a:lnTo>
                  <a:lnTo>
                    <a:pt x="312" y="42"/>
                  </a:lnTo>
                  <a:lnTo>
                    <a:pt x="333" y="54"/>
                  </a:lnTo>
                  <a:lnTo>
                    <a:pt x="360" y="63"/>
                  </a:lnTo>
                  <a:lnTo>
                    <a:pt x="387" y="75"/>
                  </a:lnTo>
                  <a:lnTo>
                    <a:pt x="405" y="81"/>
                  </a:lnTo>
                  <a:lnTo>
                    <a:pt x="432" y="99"/>
                  </a:lnTo>
                  <a:lnTo>
                    <a:pt x="447" y="111"/>
                  </a:lnTo>
                  <a:lnTo>
                    <a:pt x="480" y="129"/>
                  </a:lnTo>
                  <a:lnTo>
                    <a:pt x="510" y="141"/>
                  </a:lnTo>
                  <a:lnTo>
                    <a:pt x="537" y="165"/>
                  </a:lnTo>
                  <a:lnTo>
                    <a:pt x="555" y="180"/>
                  </a:lnTo>
                  <a:lnTo>
                    <a:pt x="570" y="198"/>
                  </a:lnTo>
                  <a:lnTo>
                    <a:pt x="594" y="222"/>
                  </a:lnTo>
                  <a:lnTo>
                    <a:pt x="612" y="249"/>
                  </a:lnTo>
                  <a:lnTo>
                    <a:pt x="629" y="275"/>
                  </a:lnTo>
                  <a:lnTo>
                    <a:pt x="641" y="299"/>
                  </a:lnTo>
                  <a:lnTo>
                    <a:pt x="653" y="323"/>
                  </a:lnTo>
                  <a:lnTo>
                    <a:pt x="662" y="348"/>
                  </a:lnTo>
                  <a:lnTo>
                    <a:pt x="670" y="372"/>
                  </a:lnTo>
                  <a:lnTo>
                    <a:pt x="656" y="429"/>
                  </a:lnTo>
                  <a:lnTo>
                    <a:pt x="646" y="453"/>
                  </a:lnTo>
                  <a:lnTo>
                    <a:pt x="635" y="474"/>
                  </a:lnTo>
                  <a:lnTo>
                    <a:pt x="625" y="498"/>
                  </a:lnTo>
                  <a:lnTo>
                    <a:pt x="613" y="519"/>
                  </a:lnTo>
                  <a:lnTo>
                    <a:pt x="607" y="531"/>
                  </a:lnTo>
                  <a:lnTo>
                    <a:pt x="596" y="546"/>
                  </a:lnTo>
                  <a:cubicBezTo>
                    <a:pt x="595" y="553"/>
                    <a:pt x="594" y="558"/>
                    <a:pt x="589" y="560"/>
                  </a:cubicBezTo>
                  <a:cubicBezTo>
                    <a:pt x="586" y="564"/>
                    <a:pt x="582" y="568"/>
                    <a:pt x="578" y="572"/>
                  </a:cubicBezTo>
                  <a:cubicBezTo>
                    <a:pt x="563" y="585"/>
                    <a:pt x="567" y="582"/>
                    <a:pt x="562" y="587"/>
                  </a:cubicBezTo>
                  <a:lnTo>
                    <a:pt x="548" y="602"/>
                  </a:lnTo>
                  <a:lnTo>
                    <a:pt x="534" y="612"/>
                  </a:lnTo>
                  <a:cubicBezTo>
                    <a:pt x="532" y="613"/>
                    <a:pt x="517" y="621"/>
                    <a:pt x="513" y="621"/>
                  </a:cubicBezTo>
                  <a:cubicBezTo>
                    <a:pt x="512" y="621"/>
                    <a:pt x="515" y="619"/>
                    <a:pt x="516" y="618"/>
                  </a:cubicBezTo>
                  <a:lnTo>
                    <a:pt x="225" y="720"/>
                  </a:lnTo>
                  <a:lnTo>
                    <a:pt x="264" y="699"/>
                  </a:lnTo>
                  <a:lnTo>
                    <a:pt x="285" y="687"/>
                  </a:lnTo>
                  <a:lnTo>
                    <a:pt x="306" y="666"/>
                  </a:lnTo>
                  <a:lnTo>
                    <a:pt x="321" y="636"/>
                  </a:lnTo>
                  <a:lnTo>
                    <a:pt x="327" y="618"/>
                  </a:lnTo>
                  <a:lnTo>
                    <a:pt x="336" y="588"/>
                  </a:lnTo>
                  <a:lnTo>
                    <a:pt x="345" y="567"/>
                  </a:lnTo>
                  <a:lnTo>
                    <a:pt x="351" y="528"/>
                  </a:lnTo>
                  <a:lnTo>
                    <a:pt x="354" y="510"/>
                  </a:lnTo>
                  <a:lnTo>
                    <a:pt x="351" y="483"/>
                  </a:lnTo>
                  <a:lnTo>
                    <a:pt x="348" y="447"/>
                  </a:lnTo>
                  <a:lnTo>
                    <a:pt x="345" y="429"/>
                  </a:lnTo>
                  <a:lnTo>
                    <a:pt x="342" y="405"/>
                  </a:lnTo>
                  <a:lnTo>
                    <a:pt x="339" y="387"/>
                  </a:lnTo>
                  <a:lnTo>
                    <a:pt x="333" y="354"/>
                  </a:lnTo>
                  <a:lnTo>
                    <a:pt x="324" y="330"/>
                  </a:lnTo>
                  <a:lnTo>
                    <a:pt x="315" y="309"/>
                  </a:lnTo>
                  <a:lnTo>
                    <a:pt x="306" y="291"/>
                  </a:lnTo>
                  <a:lnTo>
                    <a:pt x="297" y="264"/>
                  </a:lnTo>
                  <a:lnTo>
                    <a:pt x="282" y="243"/>
                  </a:lnTo>
                  <a:lnTo>
                    <a:pt x="270" y="225"/>
                  </a:lnTo>
                  <a:lnTo>
                    <a:pt x="255" y="201"/>
                  </a:lnTo>
                  <a:lnTo>
                    <a:pt x="234" y="174"/>
                  </a:lnTo>
                  <a:lnTo>
                    <a:pt x="210" y="153"/>
                  </a:lnTo>
                  <a:lnTo>
                    <a:pt x="183" y="126"/>
                  </a:lnTo>
                  <a:lnTo>
                    <a:pt x="159" y="111"/>
                  </a:lnTo>
                  <a:lnTo>
                    <a:pt x="123" y="87"/>
                  </a:lnTo>
                  <a:lnTo>
                    <a:pt x="81" y="75"/>
                  </a:lnTo>
                  <a:lnTo>
                    <a:pt x="36" y="72"/>
                  </a:lnTo>
                  <a:lnTo>
                    <a:pt x="3" y="81"/>
                  </a:lnTo>
                </a:path>
              </a:pathLst>
            </a:custGeom>
            <a:gradFill rotWithShape="0">
              <a:gsLst>
                <a:gs pos="0">
                  <a:srgbClr val="475E76"/>
                </a:gs>
                <a:gs pos="50000">
                  <a:srgbClr val="99CCFF"/>
                </a:gs>
                <a:gs pos="100000">
                  <a:srgbClr val="475E76"/>
                </a:gs>
              </a:gsLst>
              <a:lin ang="5400000" scaled="1"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8" name="Freeform 34">
              <a:extLst>
                <a:ext uri="{FF2B5EF4-FFF2-40B4-BE49-F238E27FC236}">
                  <a16:creationId xmlns:a16="http://schemas.microsoft.com/office/drawing/2014/main" id="{560861FD-F7D2-AC7F-5A36-AF30343DF96F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9" y="2973"/>
              <a:ext cx="375" cy="728"/>
            </a:xfrm>
            <a:custGeom>
              <a:avLst/>
              <a:gdLst>
                <a:gd name="T0" fmla="*/ 0 w 375"/>
                <a:gd name="T1" fmla="*/ 528 h 728"/>
                <a:gd name="T2" fmla="*/ 9 w 375"/>
                <a:gd name="T3" fmla="*/ 498 h 728"/>
                <a:gd name="T4" fmla="*/ 18 w 375"/>
                <a:gd name="T5" fmla="*/ 450 h 728"/>
                <a:gd name="T6" fmla="*/ 30 w 375"/>
                <a:gd name="T7" fmla="*/ 396 h 728"/>
                <a:gd name="T8" fmla="*/ 39 w 375"/>
                <a:gd name="T9" fmla="*/ 338 h 728"/>
                <a:gd name="T10" fmla="*/ 42 w 375"/>
                <a:gd name="T11" fmla="*/ 279 h 728"/>
                <a:gd name="T12" fmla="*/ 42 w 375"/>
                <a:gd name="T13" fmla="*/ 231 h 728"/>
                <a:gd name="T14" fmla="*/ 45 w 375"/>
                <a:gd name="T15" fmla="*/ 165 h 728"/>
                <a:gd name="T16" fmla="*/ 42 w 375"/>
                <a:gd name="T17" fmla="*/ 102 h 728"/>
                <a:gd name="T18" fmla="*/ 45 w 375"/>
                <a:gd name="T19" fmla="*/ 60 h 728"/>
                <a:gd name="T20" fmla="*/ 43 w 375"/>
                <a:gd name="T21" fmla="*/ 10 h 728"/>
                <a:gd name="T22" fmla="*/ 87 w 375"/>
                <a:gd name="T23" fmla="*/ 0 h 728"/>
                <a:gd name="T24" fmla="*/ 123 w 375"/>
                <a:gd name="T25" fmla="*/ 9 h 728"/>
                <a:gd name="T26" fmla="*/ 177 w 375"/>
                <a:gd name="T27" fmla="*/ 30 h 728"/>
                <a:gd name="T28" fmla="*/ 213 w 375"/>
                <a:gd name="T29" fmla="*/ 54 h 728"/>
                <a:gd name="T30" fmla="*/ 249 w 375"/>
                <a:gd name="T31" fmla="*/ 87 h 728"/>
                <a:gd name="T32" fmla="*/ 270 w 375"/>
                <a:gd name="T33" fmla="*/ 117 h 728"/>
                <a:gd name="T34" fmla="*/ 288 w 375"/>
                <a:gd name="T35" fmla="*/ 144 h 728"/>
                <a:gd name="T36" fmla="*/ 309 w 375"/>
                <a:gd name="T37" fmla="*/ 174 h 728"/>
                <a:gd name="T38" fmla="*/ 327 w 375"/>
                <a:gd name="T39" fmla="*/ 207 h 728"/>
                <a:gd name="T40" fmla="*/ 342 w 375"/>
                <a:gd name="T41" fmla="*/ 237 h 728"/>
                <a:gd name="T42" fmla="*/ 354 w 375"/>
                <a:gd name="T43" fmla="*/ 273 h 728"/>
                <a:gd name="T44" fmla="*/ 366 w 375"/>
                <a:gd name="T45" fmla="*/ 306 h 728"/>
                <a:gd name="T46" fmla="*/ 372 w 375"/>
                <a:gd name="T47" fmla="*/ 348 h 728"/>
                <a:gd name="T48" fmla="*/ 375 w 375"/>
                <a:gd name="T49" fmla="*/ 384 h 728"/>
                <a:gd name="T50" fmla="*/ 375 w 375"/>
                <a:gd name="T51" fmla="*/ 426 h 728"/>
                <a:gd name="T52" fmla="*/ 369 w 375"/>
                <a:gd name="T53" fmla="*/ 468 h 728"/>
                <a:gd name="T54" fmla="*/ 357 w 375"/>
                <a:gd name="T55" fmla="*/ 519 h 728"/>
                <a:gd name="T56" fmla="*/ 339 w 375"/>
                <a:gd name="T57" fmla="*/ 564 h 728"/>
                <a:gd name="T58" fmla="*/ 303 w 375"/>
                <a:gd name="T59" fmla="*/ 618 h 728"/>
                <a:gd name="T60" fmla="*/ 267 w 375"/>
                <a:gd name="T61" fmla="*/ 654 h 728"/>
                <a:gd name="T62" fmla="*/ 38 w 375"/>
                <a:gd name="T63" fmla="*/ 728 h 728"/>
                <a:gd name="T64" fmla="*/ 39 w 375"/>
                <a:gd name="T65" fmla="*/ 694 h 728"/>
                <a:gd name="T66" fmla="*/ 36 w 375"/>
                <a:gd name="T67" fmla="*/ 636 h 728"/>
                <a:gd name="T68" fmla="*/ 21 w 375"/>
                <a:gd name="T69" fmla="*/ 591 h 728"/>
                <a:gd name="T70" fmla="*/ 9 w 375"/>
                <a:gd name="T71" fmla="*/ 549 h 728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375"/>
                <a:gd name="T109" fmla="*/ 0 h 728"/>
                <a:gd name="T110" fmla="*/ 375 w 375"/>
                <a:gd name="T111" fmla="*/ 728 h 728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375" h="728">
                  <a:moveTo>
                    <a:pt x="0" y="528"/>
                  </a:moveTo>
                  <a:lnTo>
                    <a:pt x="9" y="498"/>
                  </a:lnTo>
                  <a:lnTo>
                    <a:pt x="18" y="450"/>
                  </a:lnTo>
                  <a:lnTo>
                    <a:pt x="30" y="396"/>
                  </a:lnTo>
                  <a:lnTo>
                    <a:pt x="39" y="338"/>
                  </a:lnTo>
                  <a:lnTo>
                    <a:pt x="42" y="279"/>
                  </a:lnTo>
                  <a:lnTo>
                    <a:pt x="42" y="231"/>
                  </a:lnTo>
                  <a:lnTo>
                    <a:pt x="45" y="165"/>
                  </a:lnTo>
                  <a:lnTo>
                    <a:pt x="42" y="102"/>
                  </a:lnTo>
                  <a:lnTo>
                    <a:pt x="45" y="60"/>
                  </a:lnTo>
                  <a:lnTo>
                    <a:pt x="43" y="10"/>
                  </a:lnTo>
                  <a:lnTo>
                    <a:pt x="87" y="0"/>
                  </a:lnTo>
                  <a:lnTo>
                    <a:pt x="123" y="9"/>
                  </a:lnTo>
                  <a:lnTo>
                    <a:pt x="177" y="30"/>
                  </a:lnTo>
                  <a:lnTo>
                    <a:pt x="213" y="54"/>
                  </a:lnTo>
                  <a:lnTo>
                    <a:pt x="249" y="87"/>
                  </a:lnTo>
                  <a:lnTo>
                    <a:pt x="270" y="117"/>
                  </a:lnTo>
                  <a:lnTo>
                    <a:pt x="288" y="144"/>
                  </a:lnTo>
                  <a:lnTo>
                    <a:pt x="309" y="174"/>
                  </a:lnTo>
                  <a:lnTo>
                    <a:pt x="327" y="207"/>
                  </a:lnTo>
                  <a:lnTo>
                    <a:pt x="342" y="237"/>
                  </a:lnTo>
                  <a:lnTo>
                    <a:pt x="354" y="273"/>
                  </a:lnTo>
                  <a:lnTo>
                    <a:pt x="366" y="306"/>
                  </a:lnTo>
                  <a:cubicBezTo>
                    <a:pt x="369" y="318"/>
                    <a:pt x="371" y="335"/>
                    <a:pt x="372" y="348"/>
                  </a:cubicBezTo>
                  <a:cubicBezTo>
                    <a:pt x="373" y="361"/>
                    <a:pt x="375" y="371"/>
                    <a:pt x="375" y="384"/>
                  </a:cubicBezTo>
                  <a:lnTo>
                    <a:pt x="375" y="426"/>
                  </a:lnTo>
                  <a:lnTo>
                    <a:pt x="369" y="468"/>
                  </a:lnTo>
                  <a:lnTo>
                    <a:pt x="357" y="519"/>
                  </a:lnTo>
                  <a:lnTo>
                    <a:pt x="339" y="564"/>
                  </a:lnTo>
                  <a:lnTo>
                    <a:pt x="303" y="618"/>
                  </a:lnTo>
                  <a:lnTo>
                    <a:pt x="267" y="654"/>
                  </a:lnTo>
                  <a:lnTo>
                    <a:pt x="38" y="728"/>
                  </a:lnTo>
                  <a:lnTo>
                    <a:pt x="39" y="694"/>
                  </a:lnTo>
                  <a:lnTo>
                    <a:pt x="36" y="636"/>
                  </a:lnTo>
                  <a:lnTo>
                    <a:pt x="21" y="591"/>
                  </a:lnTo>
                  <a:lnTo>
                    <a:pt x="9" y="549"/>
                  </a:lnTo>
                </a:path>
              </a:pathLst>
            </a:custGeom>
            <a:gradFill rotWithShape="0">
              <a:gsLst>
                <a:gs pos="0">
                  <a:srgbClr val="475E76"/>
                </a:gs>
                <a:gs pos="50000">
                  <a:srgbClr val="99CCFF"/>
                </a:gs>
                <a:gs pos="100000">
                  <a:srgbClr val="475E76"/>
                </a:gs>
              </a:gsLst>
              <a:lin ang="5400000" scaled="1"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69" name="Rectangle 35">
            <a:extLst>
              <a:ext uri="{FF2B5EF4-FFF2-40B4-BE49-F238E27FC236}">
                <a16:creationId xmlns:a16="http://schemas.microsoft.com/office/drawing/2014/main" id="{9EF59B3A-EBE3-03F8-6655-3673EE1112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464" y="1340768"/>
            <a:ext cx="2898343" cy="14619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arlett" pitchFamily="2" charset="2"/>
              </a:rPr>
              <a:t>讨论</a:t>
            </a:r>
            <a:r>
              <a:rPr lang="en-US" altLang="zh-CN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arlett" pitchFamily="2" charset="2"/>
              </a:rPr>
              <a:t>3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arlett" pitchFamily="2" charset="2"/>
              </a:rPr>
              <a:t>两圆柱相对位置对相贯线的影响</a:t>
            </a:r>
          </a:p>
        </p:txBody>
      </p:sp>
      <p:sp>
        <p:nvSpPr>
          <p:cNvPr id="70" name="Arc 50">
            <a:extLst>
              <a:ext uri="{FF2B5EF4-FFF2-40B4-BE49-F238E27FC236}">
                <a16:creationId xmlns:a16="http://schemas.microsoft.com/office/drawing/2014/main" id="{7CB651CF-4196-D98A-4524-25A0C27DA512}"/>
              </a:ext>
            </a:extLst>
          </p:cNvPr>
          <p:cNvSpPr>
            <a:spLocks/>
          </p:cNvSpPr>
          <p:nvPr/>
        </p:nvSpPr>
        <p:spPr bwMode="auto">
          <a:xfrm flipV="1">
            <a:off x="4235207" y="3627055"/>
            <a:ext cx="606425" cy="373063"/>
          </a:xfrm>
          <a:custGeom>
            <a:avLst/>
            <a:gdLst>
              <a:gd name="T0" fmla="*/ 0 w 35216"/>
              <a:gd name="T1" fmla="*/ 2147483646 h 21600"/>
              <a:gd name="T2" fmla="*/ 2147483646 w 35216"/>
              <a:gd name="T3" fmla="*/ 2147483646 h 21600"/>
              <a:gd name="T4" fmla="*/ 2147483646 w 35216"/>
              <a:gd name="T5" fmla="*/ 2147483646 h 21600"/>
              <a:gd name="T6" fmla="*/ 0 60000 65536"/>
              <a:gd name="T7" fmla="*/ 0 60000 65536"/>
              <a:gd name="T8" fmla="*/ 0 60000 65536"/>
              <a:gd name="T9" fmla="*/ 0 w 35216"/>
              <a:gd name="T10" fmla="*/ 0 h 21600"/>
              <a:gd name="T11" fmla="*/ 35216 w 35216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5216" h="21600" fill="none" extrusionOk="0">
                <a:moveTo>
                  <a:pt x="-1" y="8909"/>
                </a:moveTo>
                <a:cubicBezTo>
                  <a:pt x="4063" y="3312"/>
                  <a:pt x="10562" y="-1"/>
                  <a:pt x="17479" y="0"/>
                </a:cubicBezTo>
                <a:cubicBezTo>
                  <a:pt x="24553" y="0"/>
                  <a:pt x="31178" y="3463"/>
                  <a:pt x="35216" y="9272"/>
                </a:cubicBezTo>
              </a:path>
              <a:path w="35216" h="21600" stroke="0" extrusionOk="0">
                <a:moveTo>
                  <a:pt x="-1" y="8909"/>
                </a:moveTo>
                <a:cubicBezTo>
                  <a:pt x="4063" y="3312"/>
                  <a:pt x="10562" y="-1"/>
                  <a:pt x="17479" y="0"/>
                </a:cubicBezTo>
                <a:cubicBezTo>
                  <a:pt x="24553" y="0"/>
                  <a:pt x="31178" y="3463"/>
                  <a:pt x="35216" y="9272"/>
                </a:cubicBezTo>
                <a:lnTo>
                  <a:pt x="17479" y="21600"/>
                </a:lnTo>
                <a:lnTo>
                  <a:pt x="-1" y="8909"/>
                </a:lnTo>
                <a:close/>
              </a:path>
            </a:pathLst>
          </a:custGeom>
          <a:noFill/>
          <a:ln w="28575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1" name="Arc 51">
            <a:extLst>
              <a:ext uri="{FF2B5EF4-FFF2-40B4-BE49-F238E27FC236}">
                <a16:creationId xmlns:a16="http://schemas.microsoft.com/office/drawing/2014/main" id="{EF8D7622-40E3-C7FE-9890-F29E75090639}"/>
              </a:ext>
            </a:extLst>
          </p:cNvPr>
          <p:cNvSpPr>
            <a:spLocks/>
          </p:cNvSpPr>
          <p:nvPr/>
        </p:nvSpPr>
        <p:spPr bwMode="auto">
          <a:xfrm>
            <a:off x="4225682" y="4560505"/>
            <a:ext cx="614362" cy="403225"/>
          </a:xfrm>
          <a:custGeom>
            <a:avLst/>
            <a:gdLst>
              <a:gd name="T0" fmla="*/ 0 w 35067"/>
              <a:gd name="T1" fmla="*/ 2147483646 h 21600"/>
              <a:gd name="T2" fmla="*/ 2147483646 w 35067"/>
              <a:gd name="T3" fmla="*/ 2147483646 h 21600"/>
              <a:gd name="T4" fmla="*/ 2147483646 w 35067"/>
              <a:gd name="T5" fmla="*/ 2147483646 h 21600"/>
              <a:gd name="T6" fmla="*/ 0 60000 65536"/>
              <a:gd name="T7" fmla="*/ 0 60000 65536"/>
              <a:gd name="T8" fmla="*/ 0 60000 65536"/>
              <a:gd name="T9" fmla="*/ 0 w 35067"/>
              <a:gd name="T10" fmla="*/ 0 h 21600"/>
              <a:gd name="T11" fmla="*/ 35067 w 35067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5067" h="21600" fill="none" extrusionOk="0">
                <a:moveTo>
                  <a:pt x="-1" y="8706"/>
                </a:moveTo>
                <a:cubicBezTo>
                  <a:pt x="4075" y="3228"/>
                  <a:pt x="10501" y="-1"/>
                  <a:pt x="17330" y="0"/>
                </a:cubicBezTo>
                <a:cubicBezTo>
                  <a:pt x="24404" y="0"/>
                  <a:pt x="31029" y="3463"/>
                  <a:pt x="35067" y="9272"/>
                </a:cubicBezTo>
              </a:path>
              <a:path w="35067" h="21600" stroke="0" extrusionOk="0">
                <a:moveTo>
                  <a:pt x="-1" y="8706"/>
                </a:moveTo>
                <a:cubicBezTo>
                  <a:pt x="4075" y="3228"/>
                  <a:pt x="10501" y="-1"/>
                  <a:pt x="17330" y="0"/>
                </a:cubicBezTo>
                <a:cubicBezTo>
                  <a:pt x="24404" y="0"/>
                  <a:pt x="31029" y="3463"/>
                  <a:pt x="35067" y="9272"/>
                </a:cubicBezTo>
                <a:lnTo>
                  <a:pt x="17330" y="21600"/>
                </a:lnTo>
                <a:lnTo>
                  <a:pt x="-1" y="8706"/>
                </a:lnTo>
                <a:close/>
              </a:path>
            </a:pathLst>
          </a:custGeom>
          <a:noFill/>
          <a:ln w="28575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2" name="Freeform 67">
            <a:extLst>
              <a:ext uri="{FF2B5EF4-FFF2-40B4-BE49-F238E27FC236}">
                <a16:creationId xmlns:a16="http://schemas.microsoft.com/office/drawing/2014/main" id="{C0A7FC7D-EE8F-6B4F-3CD6-F1DB670DDC77}"/>
              </a:ext>
            </a:extLst>
          </p:cNvPr>
          <p:cNvSpPr>
            <a:spLocks/>
          </p:cNvSpPr>
          <p:nvPr/>
        </p:nvSpPr>
        <p:spPr bwMode="auto">
          <a:xfrm>
            <a:off x="9677699" y="3858829"/>
            <a:ext cx="84138" cy="893762"/>
          </a:xfrm>
          <a:custGeom>
            <a:avLst/>
            <a:gdLst>
              <a:gd name="T0" fmla="*/ 2147483646 w 53"/>
              <a:gd name="T1" fmla="*/ 2147483646 h 563"/>
              <a:gd name="T2" fmla="*/ 2147483646 w 53"/>
              <a:gd name="T3" fmla="*/ 2147483646 h 563"/>
              <a:gd name="T4" fmla="*/ 2147483646 w 53"/>
              <a:gd name="T5" fmla="*/ 2147483646 h 563"/>
              <a:gd name="T6" fmla="*/ 2147483646 w 53"/>
              <a:gd name="T7" fmla="*/ 2147483646 h 563"/>
              <a:gd name="T8" fmla="*/ 2147483646 w 53"/>
              <a:gd name="T9" fmla="*/ 2147483646 h 56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3"/>
              <a:gd name="T16" fmla="*/ 0 h 563"/>
              <a:gd name="T17" fmla="*/ 53 w 53"/>
              <a:gd name="T18" fmla="*/ 563 h 56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3" h="563">
                <a:moveTo>
                  <a:pt x="4" y="1"/>
                </a:moveTo>
                <a:cubicBezTo>
                  <a:pt x="5" y="8"/>
                  <a:pt x="0" y="0"/>
                  <a:pt x="8" y="45"/>
                </a:cubicBezTo>
                <a:cubicBezTo>
                  <a:pt x="16" y="90"/>
                  <a:pt x="51" y="194"/>
                  <a:pt x="52" y="273"/>
                </a:cubicBezTo>
                <a:cubicBezTo>
                  <a:pt x="53" y="352"/>
                  <a:pt x="19" y="471"/>
                  <a:pt x="12" y="517"/>
                </a:cubicBezTo>
                <a:cubicBezTo>
                  <a:pt x="5" y="563"/>
                  <a:pt x="10" y="545"/>
                  <a:pt x="10" y="552"/>
                </a:cubicBezTo>
              </a:path>
            </a:pathLst>
          </a:custGeom>
          <a:noFill/>
          <a:ln w="28575" cap="flat" cmpd="sng">
            <a:solidFill>
              <a:srgbClr val="CC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3" name="Freeform 68">
            <a:extLst>
              <a:ext uri="{FF2B5EF4-FFF2-40B4-BE49-F238E27FC236}">
                <a16:creationId xmlns:a16="http://schemas.microsoft.com/office/drawing/2014/main" id="{1590CB9D-62D8-3753-258C-E632662955A4}"/>
              </a:ext>
            </a:extLst>
          </p:cNvPr>
          <p:cNvSpPr>
            <a:spLocks/>
          </p:cNvSpPr>
          <p:nvPr/>
        </p:nvSpPr>
        <p:spPr bwMode="auto">
          <a:xfrm>
            <a:off x="10241262" y="3852479"/>
            <a:ext cx="82550" cy="903287"/>
          </a:xfrm>
          <a:custGeom>
            <a:avLst/>
            <a:gdLst>
              <a:gd name="T0" fmla="*/ 2147483646 w 52"/>
              <a:gd name="T1" fmla="*/ 2147483646 h 569"/>
              <a:gd name="T2" fmla="*/ 2147483646 w 52"/>
              <a:gd name="T3" fmla="*/ 2147483646 h 569"/>
              <a:gd name="T4" fmla="*/ 2147483646 w 52"/>
              <a:gd name="T5" fmla="*/ 2147483646 h 569"/>
              <a:gd name="T6" fmla="*/ 2147483646 w 52"/>
              <a:gd name="T7" fmla="*/ 2147483646 h 569"/>
              <a:gd name="T8" fmla="*/ 2147483646 w 52"/>
              <a:gd name="T9" fmla="*/ 2147483646 h 56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2"/>
              <a:gd name="T16" fmla="*/ 0 h 569"/>
              <a:gd name="T17" fmla="*/ 52 w 52"/>
              <a:gd name="T18" fmla="*/ 569 h 56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2" h="569">
                <a:moveTo>
                  <a:pt x="41" y="5"/>
                </a:moveTo>
                <a:cubicBezTo>
                  <a:pt x="42" y="12"/>
                  <a:pt x="52" y="0"/>
                  <a:pt x="45" y="45"/>
                </a:cubicBezTo>
                <a:cubicBezTo>
                  <a:pt x="38" y="90"/>
                  <a:pt x="2" y="194"/>
                  <a:pt x="1" y="273"/>
                </a:cubicBezTo>
                <a:cubicBezTo>
                  <a:pt x="0" y="352"/>
                  <a:pt x="34" y="473"/>
                  <a:pt x="41" y="521"/>
                </a:cubicBezTo>
                <a:cubicBezTo>
                  <a:pt x="48" y="569"/>
                  <a:pt x="41" y="553"/>
                  <a:pt x="41" y="561"/>
                </a:cubicBezTo>
              </a:path>
            </a:pathLst>
          </a:custGeom>
          <a:noFill/>
          <a:ln w="28575" cap="flat" cmpd="sng">
            <a:solidFill>
              <a:srgbClr val="CC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4" name="Freeform 69">
            <a:extLst>
              <a:ext uri="{FF2B5EF4-FFF2-40B4-BE49-F238E27FC236}">
                <a16:creationId xmlns:a16="http://schemas.microsoft.com/office/drawing/2014/main" id="{3AA99500-4B13-741F-2C3A-12277F63EA07}"/>
              </a:ext>
            </a:extLst>
          </p:cNvPr>
          <p:cNvSpPr>
            <a:spLocks/>
          </p:cNvSpPr>
          <p:nvPr/>
        </p:nvSpPr>
        <p:spPr bwMode="auto">
          <a:xfrm>
            <a:off x="9696749" y="3836604"/>
            <a:ext cx="584200" cy="50800"/>
          </a:xfrm>
          <a:custGeom>
            <a:avLst/>
            <a:gdLst>
              <a:gd name="T0" fmla="*/ 0 w 368"/>
              <a:gd name="T1" fmla="*/ 2147483646 h 32"/>
              <a:gd name="T2" fmla="*/ 2147483646 w 368"/>
              <a:gd name="T3" fmla="*/ 2147483646 h 32"/>
              <a:gd name="T4" fmla="*/ 2147483646 w 368"/>
              <a:gd name="T5" fmla="*/ 2147483646 h 32"/>
              <a:gd name="T6" fmla="*/ 2147483646 w 368"/>
              <a:gd name="T7" fmla="*/ 2147483646 h 32"/>
              <a:gd name="T8" fmla="*/ 2147483646 w 368"/>
              <a:gd name="T9" fmla="*/ 2147483646 h 3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68"/>
              <a:gd name="T16" fmla="*/ 0 h 32"/>
              <a:gd name="T17" fmla="*/ 368 w 368"/>
              <a:gd name="T18" fmla="*/ 32 h 3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68" h="32">
                <a:moveTo>
                  <a:pt x="0" y="31"/>
                </a:moveTo>
                <a:cubicBezTo>
                  <a:pt x="11" y="28"/>
                  <a:pt x="37" y="11"/>
                  <a:pt x="68" y="11"/>
                </a:cubicBezTo>
                <a:cubicBezTo>
                  <a:pt x="99" y="11"/>
                  <a:pt x="150" y="32"/>
                  <a:pt x="188" y="31"/>
                </a:cubicBezTo>
                <a:cubicBezTo>
                  <a:pt x="226" y="30"/>
                  <a:pt x="266" y="6"/>
                  <a:pt x="296" y="3"/>
                </a:cubicBezTo>
                <a:cubicBezTo>
                  <a:pt x="326" y="0"/>
                  <a:pt x="353" y="9"/>
                  <a:pt x="368" y="11"/>
                </a:cubicBezTo>
              </a:path>
            </a:pathLst>
          </a:custGeom>
          <a:noFill/>
          <a:ln w="12700" cap="flat" cmpd="sng">
            <a:solidFill>
              <a:srgbClr val="CC0000"/>
            </a:solidFill>
            <a:prstDash val="lgDash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5" name="Freeform 70">
            <a:extLst>
              <a:ext uri="{FF2B5EF4-FFF2-40B4-BE49-F238E27FC236}">
                <a16:creationId xmlns:a16="http://schemas.microsoft.com/office/drawing/2014/main" id="{B7975B9C-765A-B96E-492C-1F27E2B66DCC}"/>
              </a:ext>
            </a:extLst>
          </p:cNvPr>
          <p:cNvSpPr>
            <a:spLocks/>
          </p:cNvSpPr>
          <p:nvPr/>
        </p:nvSpPr>
        <p:spPr bwMode="auto">
          <a:xfrm>
            <a:off x="9696749" y="4692266"/>
            <a:ext cx="603250" cy="44450"/>
          </a:xfrm>
          <a:custGeom>
            <a:avLst/>
            <a:gdLst>
              <a:gd name="T0" fmla="*/ 0 w 380"/>
              <a:gd name="T1" fmla="*/ 2147483646 h 28"/>
              <a:gd name="T2" fmla="*/ 2147483646 w 380"/>
              <a:gd name="T3" fmla="*/ 2147483646 h 28"/>
              <a:gd name="T4" fmla="*/ 2147483646 w 380"/>
              <a:gd name="T5" fmla="*/ 0 h 28"/>
              <a:gd name="T6" fmla="*/ 2147483646 w 380"/>
              <a:gd name="T7" fmla="*/ 2147483646 h 28"/>
              <a:gd name="T8" fmla="*/ 2147483646 w 380"/>
              <a:gd name="T9" fmla="*/ 2147483646 h 2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80"/>
              <a:gd name="T16" fmla="*/ 0 h 28"/>
              <a:gd name="T17" fmla="*/ 380 w 380"/>
              <a:gd name="T18" fmla="*/ 28 h 2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80" h="28">
                <a:moveTo>
                  <a:pt x="0" y="9"/>
                </a:moveTo>
                <a:cubicBezTo>
                  <a:pt x="23" y="20"/>
                  <a:pt x="39" y="28"/>
                  <a:pt x="72" y="26"/>
                </a:cubicBezTo>
                <a:cubicBezTo>
                  <a:pt x="105" y="24"/>
                  <a:pt x="155" y="0"/>
                  <a:pt x="196" y="0"/>
                </a:cubicBezTo>
                <a:cubicBezTo>
                  <a:pt x="237" y="0"/>
                  <a:pt x="289" y="23"/>
                  <a:pt x="320" y="24"/>
                </a:cubicBezTo>
                <a:cubicBezTo>
                  <a:pt x="351" y="25"/>
                  <a:pt x="368" y="8"/>
                  <a:pt x="380" y="4"/>
                </a:cubicBezTo>
              </a:path>
            </a:pathLst>
          </a:custGeom>
          <a:noFill/>
          <a:ln w="12700" cap="flat" cmpd="sng">
            <a:solidFill>
              <a:srgbClr val="CC0000"/>
            </a:solidFill>
            <a:prstDash val="lgDash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6" name="Text Box 71">
            <a:extLst>
              <a:ext uri="{FF2B5EF4-FFF2-40B4-BE49-F238E27FC236}">
                <a16:creationId xmlns:a16="http://schemas.microsoft.com/office/drawing/2014/main" id="{E616EEA7-BA4F-41AF-3668-AE20E0EB31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18591" y="1060749"/>
            <a:ext cx="326243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相贯线由两支变成一支</a:t>
            </a:r>
          </a:p>
        </p:txBody>
      </p:sp>
      <p:sp>
        <p:nvSpPr>
          <p:cNvPr id="77" name="Freeform 72">
            <a:extLst>
              <a:ext uri="{FF2B5EF4-FFF2-40B4-BE49-F238E27FC236}">
                <a16:creationId xmlns:a16="http://schemas.microsoft.com/office/drawing/2014/main" id="{28FCD8FF-5229-C98A-2AFC-78AE79E201B1}"/>
              </a:ext>
            </a:extLst>
          </p:cNvPr>
          <p:cNvSpPr>
            <a:spLocks/>
          </p:cNvSpPr>
          <p:nvPr/>
        </p:nvSpPr>
        <p:spPr bwMode="auto">
          <a:xfrm>
            <a:off x="6742335" y="3854068"/>
            <a:ext cx="639762" cy="865187"/>
          </a:xfrm>
          <a:custGeom>
            <a:avLst/>
            <a:gdLst>
              <a:gd name="T0" fmla="*/ 2147483646 w 403"/>
              <a:gd name="T1" fmla="*/ 0 h 545"/>
              <a:gd name="T2" fmla="*/ 2147483646 w 403"/>
              <a:gd name="T3" fmla="*/ 2147483646 h 545"/>
              <a:gd name="T4" fmla="*/ 2147483646 w 403"/>
              <a:gd name="T5" fmla="*/ 2147483646 h 545"/>
              <a:gd name="T6" fmla="*/ 2147483646 w 403"/>
              <a:gd name="T7" fmla="*/ 2147483646 h 545"/>
              <a:gd name="T8" fmla="*/ 2147483646 w 403"/>
              <a:gd name="T9" fmla="*/ 2147483646 h 54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03"/>
              <a:gd name="T16" fmla="*/ 0 h 545"/>
              <a:gd name="T17" fmla="*/ 403 w 403"/>
              <a:gd name="T18" fmla="*/ 545 h 54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03" h="545">
                <a:moveTo>
                  <a:pt x="6" y="0"/>
                </a:moveTo>
                <a:cubicBezTo>
                  <a:pt x="11" y="12"/>
                  <a:pt x="0" y="27"/>
                  <a:pt x="33" y="73"/>
                </a:cubicBezTo>
                <a:cubicBezTo>
                  <a:pt x="66" y="119"/>
                  <a:pt x="148" y="209"/>
                  <a:pt x="205" y="277"/>
                </a:cubicBezTo>
                <a:cubicBezTo>
                  <a:pt x="262" y="345"/>
                  <a:pt x="343" y="436"/>
                  <a:pt x="373" y="481"/>
                </a:cubicBezTo>
                <a:cubicBezTo>
                  <a:pt x="403" y="526"/>
                  <a:pt x="383" y="532"/>
                  <a:pt x="385" y="545"/>
                </a:cubicBezTo>
              </a:path>
            </a:pathLst>
          </a:custGeom>
          <a:noFill/>
          <a:ln w="28575" cap="flat" cmpd="sng">
            <a:solidFill>
              <a:srgbClr val="CC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8" name="Freeform 73">
            <a:extLst>
              <a:ext uri="{FF2B5EF4-FFF2-40B4-BE49-F238E27FC236}">
                <a16:creationId xmlns:a16="http://schemas.microsoft.com/office/drawing/2014/main" id="{F2329150-4174-BAFA-101D-61BFAD0D0992}"/>
              </a:ext>
            </a:extLst>
          </p:cNvPr>
          <p:cNvSpPr>
            <a:spLocks/>
          </p:cNvSpPr>
          <p:nvPr/>
        </p:nvSpPr>
        <p:spPr bwMode="auto">
          <a:xfrm>
            <a:off x="6748685" y="3847718"/>
            <a:ext cx="622300" cy="877887"/>
          </a:xfrm>
          <a:custGeom>
            <a:avLst/>
            <a:gdLst>
              <a:gd name="T0" fmla="*/ 2147483646 w 392"/>
              <a:gd name="T1" fmla="*/ 0 h 553"/>
              <a:gd name="T2" fmla="*/ 2147483646 w 392"/>
              <a:gd name="T3" fmla="*/ 2147483646 h 553"/>
              <a:gd name="T4" fmla="*/ 2147483646 w 392"/>
              <a:gd name="T5" fmla="*/ 2147483646 h 553"/>
              <a:gd name="T6" fmla="*/ 2147483646 w 392"/>
              <a:gd name="T7" fmla="*/ 2147483646 h 553"/>
              <a:gd name="T8" fmla="*/ 2147483646 w 392"/>
              <a:gd name="T9" fmla="*/ 2147483646 h 55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92"/>
              <a:gd name="T16" fmla="*/ 0 h 553"/>
              <a:gd name="T17" fmla="*/ 392 w 392"/>
              <a:gd name="T18" fmla="*/ 553 h 55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92" h="553">
                <a:moveTo>
                  <a:pt x="385" y="0"/>
                </a:moveTo>
                <a:cubicBezTo>
                  <a:pt x="382" y="12"/>
                  <a:pt x="392" y="24"/>
                  <a:pt x="362" y="70"/>
                </a:cubicBezTo>
                <a:cubicBezTo>
                  <a:pt x="332" y="116"/>
                  <a:pt x="262" y="205"/>
                  <a:pt x="207" y="274"/>
                </a:cubicBezTo>
                <a:cubicBezTo>
                  <a:pt x="152" y="343"/>
                  <a:pt x="66" y="439"/>
                  <a:pt x="33" y="485"/>
                </a:cubicBezTo>
                <a:cubicBezTo>
                  <a:pt x="0" y="531"/>
                  <a:pt x="14" y="539"/>
                  <a:pt x="9" y="553"/>
                </a:cubicBezTo>
              </a:path>
            </a:pathLst>
          </a:custGeom>
          <a:noFill/>
          <a:ln w="28575" cap="flat" cmpd="sng">
            <a:solidFill>
              <a:srgbClr val="CC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9" name="Freeform 74">
            <a:extLst>
              <a:ext uri="{FF2B5EF4-FFF2-40B4-BE49-F238E27FC236}">
                <a16:creationId xmlns:a16="http://schemas.microsoft.com/office/drawing/2014/main" id="{7A3027FD-8D0A-68EF-50C5-8E27F9BA56D4}"/>
              </a:ext>
            </a:extLst>
          </p:cNvPr>
          <p:cNvSpPr>
            <a:spLocks/>
          </p:cNvSpPr>
          <p:nvPr/>
        </p:nvSpPr>
        <p:spPr bwMode="auto">
          <a:xfrm>
            <a:off x="6785197" y="4703380"/>
            <a:ext cx="561975" cy="60325"/>
          </a:xfrm>
          <a:custGeom>
            <a:avLst/>
            <a:gdLst>
              <a:gd name="T0" fmla="*/ 0 w 354"/>
              <a:gd name="T1" fmla="*/ 2147483646 h 38"/>
              <a:gd name="T2" fmla="*/ 2147483646 w 354"/>
              <a:gd name="T3" fmla="*/ 2147483646 h 38"/>
              <a:gd name="T4" fmla="*/ 2147483646 w 354"/>
              <a:gd name="T5" fmla="*/ 2147483646 h 38"/>
              <a:gd name="T6" fmla="*/ 2147483646 w 354"/>
              <a:gd name="T7" fmla="*/ 2147483646 h 38"/>
              <a:gd name="T8" fmla="*/ 2147483646 w 354"/>
              <a:gd name="T9" fmla="*/ 2147483646 h 38"/>
              <a:gd name="T10" fmla="*/ 2147483646 w 354"/>
              <a:gd name="T11" fmla="*/ 2147483646 h 38"/>
              <a:gd name="T12" fmla="*/ 2147483646 w 354"/>
              <a:gd name="T13" fmla="*/ 2147483646 h 3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354"/>
              <a:gd name="T22" fmla="*/ 0 h 38"/>
              <a:gd name="T23" fmla="*/ 354 w 354"/>
              <a:gd name="T24" fmla="*/ 38 h 3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354" h="38">
                <a:moveTo>
                  <a:pt x="0" y="27"/>
                </a:moveTo>
                <a:cubicBezTo>
                  <a:pt x="6" y="27"/>
                  <a:pt x="18" y="38"/>
                  <a:pt x="36" y="35"/>
                </a:cubicBezTo>
                <a:cubicBezTo>
                  <a:pt x="54" y="32"/>
                  <a:pt x="88" y="12"/>
                  <a:pt x="110" y="6"/>
                </a:cubicBezTo>
                <a:cubicBezTo>
                  <a:pt x="132" y="0"/>
                  <a:pt x="151" y="2"/>
                  <a:pt x="170" y="2"/>
                </a:cubicBezTo>
                <a:cubicBezTo>
                  <a:pt x="189" y="2"/>
                  <a:pt x="206" y="3"/>
                  <a:pt x="226" y="6"/>
                </a:cubicBezTo>
                <a:cubicBezTo>
                  <a:pt x="246" y="9"/>
                  <a:pt x="269" y="20"/>
                  <a:pt x="290" y="22"/>
                </a:cubicBezTo>
                <a:cubicBezTo>
                  <a:pt x="311" y="24"/>
                  <a:pt x="341" y="19"/>
                  <a:pt x="354" y="18"/>
                </a:cubicBezTo>
              </a:path>
            </a:pathLst>
          </a:custGeom>
          <a:noFill/>
          <a:ln w="12700" cap="flat" cmpd="sng">
            <a:solidFill>
              <a:srgbClr val="CC0000"/>
            </a:solidFill>
            <a:prstDash val="lgDash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0" name="Freeform 75">
            <a:extLst>
              <a:ext uri="{FF2B5EF4-FFF2-40B4-BE49-F238E27FC236}">
                <a16:creationId xmlns:a16="http://schemas.microsoft.com/office/drawing/2014/main" id="{9188ED76-82CD-8D4C-216D-75083D406366}"/>
              </a:ext>
            </a:extLst>
          </p:cNvPr>
          <p:cNvSpPr>
            <a:spLocks/>
          </p:cNvSpPr>
          <p:nvPr/>
        </p:nvSpPr>
        <p:spPr bwMode="auto">
          <a:xfrm>
            <a:off x="6762972" y="3838193"/>
            <a:ext cx="571500" cy="49212"/>
          </a:xfrm>
          <a:custGeom>
            <a:avLst/>
            <a:gdLst>
              <a:gd name="T0" fmla="*/ 0 w 360"/>
              <a:gd name="T1" fmla="*/ 2147483646 h 31"/>
              <a:gd name="T2" fmla="*/ 2147483646 w 360"/>
              <a:gd name="T3" fmla="*/ 2147483646 h 31"/>
              <a:gd name="T4" fmla="*/ 2147483646 w 360"/>
              <a:gd name="T5" fmla="*/ 2147483646 h 31"/>
              <a:gd name="T6" fmla="*/ 2147483646 w 360"/>
              <a:gd name="T7" fmla="*/ 2147483646 h 31"/>
              <a:gd name="T8" fmla="*/ 2147483646 w 360"/>
              <a:gd name="T9" fmla="*/ 2147483646 h 31"/>
              <a:gd name="T10" fmla="*/ 2147483646 w 360"/>
              <a:gd name="T11" fmla="*/ 2147483646 h 31"/>
              <a:gd name="T12" fmla="*/ 2147483646 w 360"/>
              <a:gd name="T13" fmla="*/ 2147483646 h 3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360"/>
              <a:gd name="T22" fmla="*/ 0 h 31"/>
              <a:gd name="T23" fmla="*/ 360 w 360"/>
              <a:gd name="T24" fmla="*/ 31 h 31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360" h="31">
                <a:moveTo>
                  <a:pt x="0" y="3"/>
                </a:moveTo>
                <a:cubicBezTo>
                  <a:pt x="11" y="3"/>
                  <a:pt x="43" y="0"/>
                  <a:pt x="64" y="3"/>
                </a:cubicBezTo>
                <a:cubicBezTo>
                  <a:pt x="85" y="6"/>
                  <a:pt x="104" y="18"/>
                  <a:pt x="124" y="23"/>
                </a:cubicBezTo>
                <a:cubicBezTo>
                  <a:pt x="144" y="28"/>
                  <a:pt x="164" y="31"/>
                  <a:pt x="184" y="31"/>
                </a:cubicBezTo>
                <a:cubicBezTo>
                  <a:pt x="204" y="31"/>
                  <a:pt x="223" y="28"/>
                  <a:pt x="244" y="23"/>
                </a:cubicBezTo>
                <a:cubicBezTo>
                  <a:pt x="265" y="18"/>
                  <a:pt x="289" y="6"/>
                  <a:pt x="308" y="3"/>
                </a:cubicBezTo>
                <a:cubicBezTo>
                  <a:pt x="327" y="0"/>
                  <a:pt x="349" y="3"/>
                  <a:pt x="360" y="3"/>
                </a:cubicBezTo>
              </a:path>
            </a:pathLst>
          </a:custGeom>
          <a:noFill/>
          <a:ln w="12700" cap="flat" cmpd="sng">
            <a:solidFill>
              <a:srgbClr val="CC0000"/>
            </a:solidFill>
            <a:prstDash val="lgDash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1" name="Line 76">
            <a:extLst>
              <a:ext uri="{FF2B5EF4-FFF2-40B4-BE49-F238E27FC236}">
                <a16:creationId xmlns:a16="http://schemas.microsoft.com/office/drawing/2014/main" id="{F235D336-AED8-C80E-2D88-9BEC0E0A8FED}"/>
              </a:ext>
            </a:extLst>
          </p:cNvPr>
          <p:cNvSpPr>
            <a:spLocks noChangeShapeType="1"/>
          </p:cNvSpPr>
          <p:nvPr/>
        </p:nvSpPr>
        <p:spPr bwMode="auto">
          <a:xfrm>
            <a:off x="9709449" y="3854066"/>
            <a:ext cx="889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2" name="Line 77">
            <a:extLst>
              <a:ext uri="{FF2B5EF4-FFF2-40B4-BE49-F238E27FC236}">
                <a16:creationId xmlns:a16="http://schemas.microsoft.com/office/drawing/2014/main" id="{D480E38A-F106-8A83-DC15-FDC0D6B1F365}"/>
              </a:ext>
            </a:extLst>
          </p:cNvPr>
          <p:cNvSpPr>
            <a:spLocks noChangeShapeType="1"/>
          </p:cNvSpPr>
          <p:nvPr/>
        </p:nvSpPr>
        <p:spPr bwMode="auto">
          <a:xfrm>
            <a:off x="10211099" y="3847716"/>
            <a:ext cx="889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3" name="Line 78">
            <a:extLst>
              <a:ext uri="{FF2B5EF4-FFF2-40B4-BE49-F238E27FC236}">
                <a16:creationId xmlns:a16="http://schemas.microsoft.com/office/drawing/2014/main" id="{7376C2E7-4931-D747-C4C2-220FCB748537}"/>
              </a:ext>
            </a:extLst>
          </p:cNvPr>
          <p:cNvSpPr>
            <a:spLocks noChangeShapeType="1"/>
          </p:cNvSpPr>
          <p:nvPr/>
        </p:nvSpPr>
        <p:spPr bwMode="auto">
          <a:xfrm>
            <a:off x="9696749" y="4736716"/>
            <a:ext cx="889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4" name="Line 79">
            <a:extLst>
              <a:ext uri="{FF2B5EF4-FFF2-40B4-BE49-F238E27FC236}">
                <a16:creationId xmlns:a16="http://schemas.microsoft.com/office/drawing/2014/main" id="{329C9433-EA94-E9D3-FD8F-36756036574A}"/>
              </a:ext>
            </a:extLst>
          </p:cNvPr>
          <p:cNvSpPr>
            <a:spLocks noChangeShapeType="1"/>
          </p:cNvSpPr>
          <p:nvPr/>
        </p:nvSpPr>
        <p:spPr bwMode="auto">
          <a:xfrm>
            <a:off x="10217449" y="4736716"/>
            <a:ext cx="889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820672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00"/>
                            </p:stCondLst>
                            <p:childTnLst>
                              <p:par>
                                <p:cTn id="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500"/>
                            </p:stCondLst>
                            <p:childTnLst>
                              <p:par>
                                <p:cTn id="5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000"/>
                            </p:stCondLst>
                            <p:childTnLst>
                              <p:par>
                                <p:cTn id="6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500"/>
                            </p:stCondLst>
                            <p:childTnLst>
                              <p:par>
                                <p:cTn id="7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2000"/>
                            </p:stCondLst>
                            <p:childTnLst>
                              <p:par>
                                <p:cTn id="7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2500"/>
                            </p:stCondLst>
                            <p:childTnLst>
                              <p:par>
                                <p:cTn id="8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3000"/>
                            </p:stCondLst>
                            <p:childTnLst>
                              <p:par>
                                <p:cTn id="8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3500"/>
                            </p:stCondLst>
                            <p:childTnLst>
                              <p:par>
                                <p:cTn id="8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" grpId="0" animBg="1"/>
      <p:bldP spid="71" grpId="0" animBg="1"/>
      <p:bldP spid="72" grpId="0" animBg="1"/>
      <p:bldP spid="73" grpId="0" animBg="1"/>
      <p:bldP spid="74" grpId="0" animBg="1"/>
      <p:bldP spid="75" grpId="0" animBg="1"/>
      <p:bldP spid="76" grpId="0"/>
      <p:bldP spid="77" grpId="0" animBg="1"/>
      <p:bldP spid="78" grpId="0" animBg="1"/>
      <p:bldP spid="79" grpId="0" animBg="1"/>
      <p:bldP spid="80" grpId="0" animBg="1"/>
      <p:bldP spid="81" grpId="0" animBg="1"/>
      <p:bldP spid="82" grpId="0" animBg="1"/>
      <p:bldP spid="83" grpId="0" animBg="1"/>
      <p:bldP spid="84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8A584D-24CC-BD22-95F1-FE2B976E9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8">
            <a:extLst>
              <a:ext uri="{FF2B5EF4-FFF2-40B4-BE49-F238E27FC236}">
                <a16:creationId xmlns:a16="http://schemas.microsoft.com/office/drawing/2014/main" id="{0441EAC2-14E9-F392-206A-0C10419B7A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619" y="412176"/>
            <a:ext cx="45801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8.4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回转体与回转体相交</a:t>
            </a:r>
          </a:p>
        </p:txBody>
      </p:sp>
      <p:sp>
        <p:nvSpPr>
          <p:cNvPr id="16" name="灯片编号占位符 3">
            <a:extLst>
              <a:ext uri="{FF2B5EF4-FFF2-40B4-BE49-F238E27FC236}">
                <a16:creationId xmlns:a16="http://schemas.microsoft.com/office/drawing/2014/main" id="{A8568CD8-4E1E-6F0A-5EC4-69EE0C19638E}"/>
              </a:ext>
            </a:extLst>
          </p:cNvPr>
          <p:cNvSpPr txBox="1">
            <a:spLocks/>
          </p:cNvSpPr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  <a:pPr/>
              <a:t>27</a:t>
            </a:fld>
            <a:endParaRPr lang="en-US" altLang="zh-CN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A6C7FDF7-C53F-8370-DCCB-2B7F9502586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0" t="33669" r="23606" b="24080"/>
          <a:stretch/>
        </p:blipFill>
        <p:spPr>
          <a:xfrm>
            <a:off x="4679950" y="4993005"/>
            <a:ext cx="3067049" cy="142857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CA6FF42A-845E-A9A1-14A2-C1E5481E634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845" t="43751" r="37056" b="29957"/>
          <a:stretch/>
        </p:blipFill>
        <p:spPr>
          <a:xfrm rot="5400000">
            <a:off x="5117153" y="5021106"/>
            <a:ext cx="2186293" cy="88900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344EA5C0-A574-566B-2EA4-E77B4A7B30E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77" t="33668" r="22689" b="24081"/>
          <a:stretch/>
        </p:blipFill>
        <p:spPr>
          <a:xfrm>
            <a:off x="4679950" y="2664310"/>
            <a:ext cx="3067049" cy="142857"/>
          </a:xfrm>
          <a:prstGeom prst="rect">
            <a:avLst/>
          </a:prstGeom>
        </p:spPr>
      </p:pic>
      <p:sp>
        <p:nvSpPr>
          <p:cNvPr id="5" name="Oval 7">
            <a:extLst>
              <a:ext uri="{FF2B5EF4-FFF2-40B4-BE49-F238E27FC236}">
                <a16:creationId xmlns:a16="http://schemas.microsoft.com/office/drawing/2014/main" id="{09DE0DE5-1ED1-4EF8-0D12-AC80E0AC50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38817" y="4083050"/>
            <a:ext cx="2138362" cy="1968500"/>
          </a:xfrm>
          <a:prstGeom prst="ellipse">
            <a:avLst/>
          </a:prstGeom>
          <a:noFill/>
          <a:ln w="38100">
            <a:solidFill>
              <a:srgbClr val="CC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" name="Oval 9">
            <a:extLst>
              <a:ext uri="{FF2B5EF4-FFF2-40B4-BE49-F238E27FC236}">
                <a16:creationId xmlns:a16="http://schemas.microsoft.com/office/drawing/2014/main" id="{73862FF6-528D-B572-C9D7-E614ED8236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80504" y="1720850"/>
            <a:ext cx="2138363" cy="1968500"/>
          </a:xfrm>
          <a:prstGeom prst="ellips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Rectangle 10">
            <a:extLst>
              <a:ext uri="{FF2B5EF4-FFF2-40B4-BE49-F238E27FC236}">
                <a16:creationId xmlns:a16="http://schemas.microsoft.com/office/drawing/2014/main" id="{353E9D70-1125-2D46-54AA-1D86FF35EF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5442" y="4083050"/>
            <a:ext cx="2805112" cy="1968500"/>
          </a:xfrm>
          <a:prstGeom prst="rect">
            <a:avLst/>
          </a:prstGeom>
          <a:noFill/>
          <a:ln w="38100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" name="Rectangle 11">
            <a:extLst>
              <a:ext uri="{FF2B5EF4-FFF2-40B4-BE49-F238E27FC236}">
                <a16:creationId xmlns:a16="http://schemas.microsoft.com/office/drawing/2014/main" id="{6193292B-7F10-AADE-9273-46403FAB10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5442" y="1700212"/>
            <a:ext cx="2805112" cy="1968500"/>
          </a:xfrm>
          <a:prstGeom prst="rect">
            <a:avLst/>
          </a:prstGeom>
          <a:noFill/>
          <a:ln w="38100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" name="Rectangle 12">
            <a:extLst>
              <a:ext uri="{FF2B5EF4-FFF2-40B4-BE49-F238E27FC236}">
                <a16:creationId xmlns:a16="http://schemas.microsoft.com/office/drawing/2014/main" id="{8085C27F-110E-B03F-2C67-6B4262088E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1517" y="1319212"/>
            <a:ext cx="2128837" cy="381000"/>
          </a:xfrm>
          <a:prstGeom prst="rect">
            <a:avLst/>
          </a:prstGeom>
          <a:noFill/>
          <a:ln w="38100">
            <a:solidFill>
              <a:srgbClr val="CC33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" name="Line 13">
            <a:extLst>
              <a:ext uri="{FF2B5EF4-FFF2-40B4-BE49-F238E27FC236}">
                <a16:creationId xmlns:a16="http://schemas.microsoft.com/office/drawing/2014/main" id="{B64544BD-7E26-C229-6C6D-FB02FB46C71E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7789942" y="2016125"/>
            <a:ext cx="1377950" cy="0"/>
          </a:xfrm>
          <a:prstGeom prst="line">
            <a:avLst/>
          </a:prstGeom>
          <a:noFill/>
          <a:ln w="38100">
            <a:solidFill>
              <a:srgbClr val="CC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" name="Line 14">
            <a:extLst>
              <a:ext uri="{FF2B5EF4-FFF2-40B4-BE49-F238E27FC236}">
                <a16:creationId xmlns:a16="http://schemas.microsoft.com/office/drawing/2014/main" id="{50DBFCB4-DDE7-F6F2-8E64-ADDEBBDE0308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9929892" y="2016125"/>
            <a:ext cx="1377950" cy="0"/>
          </a:xfrm>
          <a:prstGeom prst="line">
            <a:avLst/>
          </a:prstGeom>
          <a:noFill/>
          <a:ln w="38100">
            <a:solidFill>
              <a:srgbClr val="CC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" name="Freeform 15">
            <a:extLst>
              <a:ext uri="{FF2B5EF4-FFF2-40B4-BE49-F238E27FC236}">
                <a16:creationId xmlns:a16="http://schemas.microsoft.com/office/drawing/2014/main" id="{CCB35E16-C79D-346A-4ED8-8CDAC2AE18B1}"/>
              </a:ext>
            </a:extLst>
          </p:cNvPr>
          <p:cNvSpPr>
            <a:spLocks/>
          </p:cNvSpPr>
          <p:nvPr/>
        </p:nvSpPr>
        <p:spPr bwMode="auto">
          <a:xfrm>
            <a:off x="8477329" y="1327150"/>
            <a:ext cx="2162175" cy="1587"/>
          </a:xfrm>
          <a:custGeom>
            <a:avLst/>
            <a:gdLst>
              <a:gd name="T0" fmla="*/ 0 w 1553"/>
              <a:gd name="T1" fmla="*/ 0 h 1"/>
              <a:gd name="T2" fmla="*/ 2147483646 w 1553"/>
              <a:gd name="T3" fmla="*/ 0 h 1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553" h="1">
                <a:moveTo>
                  <a:pt x="0" y="0"/>
                </a:moveTo>
                <a:lnTo>
                  <a:pt x="1553" y="0"/>
                </a:lnTo>
              </a:path>
            </a:pathLst>
          </a:custGeom>
          <a:noFill/>
          <a:ln w="38100" cap="flat" cmpd="sng">
            <a:solidFill>
              <a:srgbClr val="CC33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" name="Oval 16">
            <a:extLst>
              <a:ext uri="{FF2B5EF4-FFF2-40B4-BE49-F238E27FC236}">
                <a16:creationId xmlns:a16="http://schemas.microsoft.com/office/drawing/2014/main" id="{F316B338-9768-B051-0423-0A3F024A89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8842" y="4279900"/>
            <a:ext cx="1738312" cy="1574800"/>
          </a:xfrm>
          <a:prstGeom prst="ellipse">
            <a:avLst/>
          </a:prstGeom>
          <a:noFill/>
          <a:ln w="38100">
            <a:solidFill>
              <a:srgbClr val="FF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" name="Oval 17">
            <a:extLst>
              <a:ext uri="{FF2B5EF4-FFF2-40B4-BE49-F238E27FC236}">
                <a16:creationId xmlns:a16="http://schemas.microsoft.com/office/drawing/2014/main" id="{DDACA744-A41D-05FA-6CA1-29924EEBB7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13879" y="2060575"/>
            <a:ext cx="1470025" cy="1312862"/>
          </a:xfrm>
          <a:prstGeom prst="ellipse">
            <a:avLst/>
          </a:prstGeom>
          <a:noFill/>
          <a:ln w="38100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5" name="Freeform 18">
            <a:extLst>
              <a:ext uri="{FF2B5EF4-FFF2-40B4-BE49-F238E27FC236}">
                <a16:creationId xmlns:a16="http://schemas.microsoft.com/office/drawing/2014/main" id="{8AA116D4-4FCD-9E9E-45BC-896EF6201AD5}"/>
              </a:ext>
            </a:extLst>
          </p:cNvPr>
          <p:cNvSpPr>
            <a:spLocks/>
          </p:cNvSpPr>
          <p:nvPr/>
        </p:nvSpPr>
        <p:spPr bwMode="auto">
          <a:xfrm>
            <a:off x="5172154" y="1689100"/>
            <a:ext cx="2101850" cy="11112"/>
          </a:xfrm>
          <a:custGeom>
            <a:avLst/>
            <a:gdLst>
              <a:gd name="T0" fmla="*/ 0 w 1324"/>
              <a:gd name="T1" fmla="*/ 0 h 7"/>
              <a:gd name="T2" fmla="*/ 2147483646 w 1324"/>
              <a:gd name="T3" fmla="*/ 2147483646 h 7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324" h="7">
                <a:moveTo>
                  <a:pt x="0" y="0"/>
                </a:moveTo>
                <a:lnTo>
                  <a:pt x="1324" y="7"/>
                </a:lnTo>
              </a:path>
            </a:pathLst>
          </a:custGeom>
          <a:noFill/>
          <a:ln w="76200" cmpd="sng">
            <a:solidFill>
              <a:srgbClr val="FFFF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9770C986-2849-35F3-4839-23B80A2B800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512" t="30604" r="37056" b="29957"/>
          <a:stretch/>
        </p:blipFill>
        <p:spPr>
          <a:xfrm rot="5400000">
            <a:off x="5035552" y="2334112"/>
            <a:ext cx="2393946" cy="133350"/>
          </a:xfrm>
          <a:prstGeom prst="rect">
            <a:avLst/>
          </a:prstGeom>
        </p:spPr>
      </p:pic>
      <p:sp>
        <p:nvSpPr>
          <p:cNvPr id="18" name="Freeform 19">
            <a:extLst>
              <a:ext uri="{FF2B5EF4-FFF2-40B4-BE49-F238E27FC236}">
                <a16:creationId xmlns:a16="http://schemas.microsoft.com/office/drawing/2014/main" id="{F1D3D63E-4EFB-7CB8-27DD-89BC2956C472}"/>
              </a:ext>
            </a:extLst>
          </p:cNvPr>
          <p:cNvSpPr>
            <a:spLocks/>
          </p:cNvSpPr>
          <p:nvPr/>
        </p:nvSpPr>
        <p:spPr bwMode="auto">
          <a:xfrm>
            <a:off x="5161042" y="1700212"/>
            <a:ext cx="1039812" cy="1038225"/>
          </a:xfrm>
          <a:custGeom>
            <a:avLst/>
            <a:gdLst>
              <a:gd name="T0" fmla="*/ 0 w 655"/>
              <a:gd name="T1" fmla="*/ 0 h 654"/>
              <a:gd name="T2" fmla="*/ 2147483646 w 655"/>
              <a:gd name="T3" fmla="*/ 2147483646 h 654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655" h="654">
                <a:moveTo>
                  <a:pt x="0" y="0"/>
                </a:moveTo>
                <a:lnTo>
                  <a:pt x="655" y="654"/>
                </a:lnTo>
              </a:path>
            </a:pathLst>
          </a:custGeom>
          <a:noFill/>
          <a:ln w="38100">
            <a:solidFill>
              <a:srgbClr val="CC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9" name="Freeform 20">
            <a:extLst>
              <a:ext uri="{FF2B5EF4-FFF2-40B4-BE49-F238E27FC236}">
                <a16:creationId xmlns:a16="http://schemas.microsoft.com/office/drawing/2014/main" id="{97ADEC9E-8AE7-4EA8-3EEB-4A861C4FB67C}"/>
              </a:ext>
            </a:extLst>
          </p:cNvPr>
          <p:cNvSpPr>
            <a:spLocks/>
          </p:cNvSpPr>
          <p:nvPr/>
        </p:nvSpPr>
        <p:spPr bwMode="auto">
          <a:xfrm>
            <a:off x="6223079" y="1676400"/>
            <a:ext cx="1062038" cy="1062037"/>
          </a:xfrm>
          <a:custGeom>
            <a:avLst/>
            <a:gdLst>
              <a:gd name="T0" fmla="*/ 2147483646 w 669"/>
              <a:gd name="T1" fmla="*/ 0 h 669"/>
              <a:gd name="T2" fmla="*/ 0 w 669"/>
              <a:gd name="T3" fmla="*/ 2147483646 h 669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669" h="669">
                <a:moveTo>
                  <a:pt x="669" y="0"/>
                </a:moveTo>
                <a:lnTo>
                  <a:pt x="0" y="669"/>
                </a:lnTo>
              </a:path>
            </a:pathLst>
          </a:custGeom>
          <a:noFill/>
          <a:ln w="38100">
            <a:solidFill>
              <a:srgbClr val="CC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0" name="Text Box 21">
            <a:extLst>
              <a:ext uri="{FF2B5EF4-FFF2-40B4-BE49-F238E27FC236}">
                <a16:creationId xmlns:a16="http://schemas.microsoft.com/office/drawing/2014/main" id="{658BD636-6E34-AFD2-9587-20F3595CEF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7979" y="1196983"/>
            <a:ext cx="305724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CN" altLang="en-US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完成主视图</a:t>
            </a:r>
          </a:p>
        </p:txBody>
      </p:sp>
      <p:sp>
        <p:nvSpPr>
          <p:cNvPr id="21" name="Line 22">
            <a:extLst>
              <a:ext uri="{FF2B5EF4-FFF2-40B4-BE49-F238E27FC236}">
                <a16:creationId xmlns:a16="http://schemas.microsoft.com/office/drawing/2014/main" id="{FBB31493-1BAE-8C2D-A82D-941DA3C79A7D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8842" y="3362325"/>
            <a:ext cx="0" cy="327025"/>
          </a:xfrm>
          <a:prstGeom prst="line">
            <a:avLst/>
          </a:prstGeom>
          <a:noFill/>
          <a:ln w="19050">
            <a:solidFill>
              <a:srgbClr val="FF9900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2" name="Line 23">
            <a:extLst>
              <a:ext uri="{FF2B5EF4-FFF2-40B4-BE49-F238E27FC236}">
                <a16:creationId xmlns:a16="http://schemas.microsoft.com/office/drawing/2014/main" id="{2DDEDEE9-7444-0D2B-4C28-52E366D7F722}"/>
              </a:ext>
            </a:extLst>
          </p:cNvPr>
          <p:cNvSpPr>
            <a:spLocks noChangeShapeType="1"/>
          </p:cNvSpPr>
          <p:nvPr/>
        </p:nvSpPr>
        <p:spPr bwMode="auto">
          <a:xfrm>
            <a:off x="7077154" y="3362325"/>
            <a:ext cx="0" cy="327025"/>
          </a:xfrm>
          <a:prstGeom prst="line">
            <a:avLst/>
          </a:prstGeom>
          <a:noFill/>
          <a:ln w="19050">
            <a:solidFill>
              <a:srgbClr val="FF9900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3" name="Line 24">
            <a:extLst>
              <a:ext uri="{FF2B5EF4-FFF2-40B4-BE49-F238E27FC236}">
                <a16:creationId xmlns:a16="http://schemas.microsoft.com/office/drawing/2014/main" id="{757CCF0E-A940-CF13-E303-B026DFDF3732}"/>
              </a:ext>
            </a:extLst>
          </p:cNvPr>
          <p:cNvSpPr>
            <a:spLocks noChangeShapeType="1"/>
          </p:cNvSpPr>
          <p:nvPr/>
        </p:nvSpPr>
        <p:spPr bwMode="auto">
          <a:xfrm>
            <a:off x="4805442" y="3362325"/>
            <a:ext cx="533400" cy="0"/>
          </a:xfrm>
          <a:prstGeom prst="line">
            <a:avLst/>
          </a:prstGeom>
          <a:noFill/>
          <a:ln w="19050">
            <a:solidFill>
              <a:srgbClr val="003399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4" name="Line 25">
            <a:extLst>
              <a:ext uri="{FF2B5EF4-FFF2-40B4-BE49-F238E27FC236}">
                <a16:creationId xmlns:a16="http://schemas.microsoft.com/office/drawing/2014/main" id="{FBE5A4E8-7DB8-BA81-70E9-01A347776CC6}"/>
              </a:ext>
            </a:extLst>
          </p:cNvPr>
          <p:cNvSpPr>
            <a:spLocks noChangeShapeType="1"/>
          </p:cNvSpPr>
          <p:nvPr/>
        </p:nvSpPr>
        <p:spPr bwMode="auto">
          <a:xfrm>
            <a:off x="7077154" y="3362325"/>
            <a:ext cx="533400" cy="0"/>
          </a:xfrm>
          <a:prstGeom prst="line">
            <a:avLst/>
          </a:prstGeom>
          <a:noFill/>
          <a:ln w="19050">
            <a:solidFill>
              <a:srgbClr val="003399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5" name="Freeform 26">
            <a:extLst>
              <a:ext uri="{FF2B5EF4-FFF2-40B4-BE49-F238E27FC236}">
                <a16:creationId xmlns:a16="http://schemas.microsoft.com/office/drawing/2014/main" id="{86F77BF3-B408-8605-ACB1-8EAABE1AD06B}"/>
              </a:ext>
            </a:extLst>
          </p:cNvPr>
          <p:cNvSpPr>
            <a:spLocks/>
          </p:cNvSpPr>
          <p:nvPr/>
        </p:nvSpPr>
        <p:spPr bwMode="auto">
          <a:xfrm>
            <a:off x="4805442" y="2046287"/>
            <a:ext cx="539750" cy="3175"/>
          </a:xfrm>
          <a:custGeom>
            <a:avLst/>
            <a:gdLst>
              <a:gd name="T0" fmla="*/ 0 w 340"/>
              <a:gd name="T1" fmla="*/ 2147483646 h 2"/>
              <a:gd name="T2" fmla="*/ 2147483646 w 340"/>
              <a:gd name="T3" fmla="*/ 0 h 2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340" h="2">
                <a:moveTo>
                  <a:pt x="0" y="2"/>
                </a:moveTo>
                <a:lnTo>
                  <a:pt x="340" y="0"/>
                </a:lnTo>
              </a:path>
            </a:pathLst>
          </a:custGeom>
          <a:noFill/>
          <a:ln w="19050" cap="flat" cmpd="sng">
            <a:solidFill>
              <a:srgbClr val="003399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6" name="Freeform 27">
            <a:extLst>
              <a:ext uri="{FF2B5EF4-FFF2-40B4-BE49-F238E27FC236}">
                <a16:creationId xmlns:a16="http://schemas.microsoft.com/office/drawing/2014/main" id="{A53E24F7-008C-0D09-E08F-F22D420CB1B5}"/>
              </a:ext>
            </a:extLst>
          </p:cNvPr>
          <p:cNvSpPr>
            <a:spLocks/>
          </p:cNvSpPr>
          <p:nvPr/>
        </p:nvSpPr>
        <p:spPr bwMode="auto">
          <a:xfrm>
            <a:off x="7066042" y="2051050"/>
            <a:ext cx="544512" cy="6350"/>
          </a:xfrm>
          <a:custGeom>
            <a:avLst/>
            <a:gdLst>
              <a:gd name="T0" fmla="*/ 0 w 343"/>
              <a:gd name="T1" fmla="*/ 2147483646 h 4"/>
              <a:gd name="T2" fmla="*/ 2147483646 w 343"/>
              <a:gd name="T3" fmla="*/ 0 h 4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343" h="4">
                <a:moveTo>
                  <a:pt x="0" y="4"/>
                </a:moveTo>
                <a:lnTo>
                  <a:pt x="343" y="0"/>
                </a:lnTo>
              </a:path>
            </a:pathLst>
          </a:custGeom>
          <a:noFill/>
          <a:ln w="19050" cap="flat" cmpd="sng">
            <a:solidFill>
              <a:srgbClr val="003399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7" name="Line 28">
            <a:extLst>
              <a:ext uri="{FF2B5EF4-FFF2-40B4-BE49-F238E27FC236}">
                <a16:creationId xmlns:a16="http://schemas.microsoft.com/office/drawing/2014/main" id="{A06EC0D3-3EC4-F83C-A6A9-97C1E714FA5D}"/>
              </a:ext>
            </a:extLst>
          </p:cNvPr>
          <p:cNvSpPr>
            <a:spLocks noChangeShapeType="1"/>
          </p:cNvSpPr>
          <p:nvPr/>
        </p:nvSpPr>
        <p:spPr bwMode="auto">
          <a:xfrm>
            <a:off x="8680529" y="1327150"/>
            <a:ext cx="0" cy="1968500"/>
          </a:xfrm>
          <a:prstGeom prst="line">
            <a:avLst/>
          </a:prstGeom>
          <a:noFill/>
          <a:ln w="19050">
            <a:solidFill>
              <a:srgbClr val="FF9900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8" name="Line 29">
            <a:extLst>
              <a:ext uri="{FF2B5EF4-FFF2-40B4-BE49-F238E27FC236}">
                <a16:creationId xmlns:a16="http://schemas.microsoft.com/office/drawing/2014/main" id="{D73D1078-F460-AE9A-5750-35393B6D35B6}"/>
              </a:ext>
            </a:extLst>
          </p:cNvPr>
          <p:cNvSpPr>
            <a:spLocks noChangeShapeType="1"/>
          </p:cNvSpPr>
          <p:nvPr/>
        </p:nvSpPr>
        <p:spPr bwMode="auto">
          <a:xfrm>
            <a:off x="10417254" y="1327150"/>
            <a:ext cx="0" cy="1968500"/>
          </a:xfrm>
          <a:prstGeom prst="line">
            <a:avLst/>
          </a:prstGeom>
          <a:noFill/>
          <a:ln w="19050">
            <a:solidFill>
              <a:srgbClr val="FF9900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9" name="Line 30">
            <a:extLst>
              <a:ext uri="{FF2B5EF4-FFF2-40B4-BE49-F238E27FC236}">
                <a16:creationId xmlns:a16="http://schemas.microsoft.com/office/drawing/2014/main" id="{E2F2D341-0B4B-5AF2-C9F5-5509C168C7B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675517" y="4411662"/>
            <a:ext cx="935037" cy="0"/>
          </a:xfrm>
          <a:prstGeom prst="line">
            <a:avLst/>
          </a:prstGeom>
          <a:noFill/>
          <a:ln w="19050">
            <a:solidFill>
              <a:srgbClr val="003399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0" name="Line 31">
            <a:extLst>
              <a:ext uri="{FF2B5EF4-FFF2-40B4-BE49-F238E27FC236}">
                <a16:creationId xmlns:a16="http://schemas.microsoft.com/office/drawing/2014/main" id="{AED86092-C504-8D22-5BD6-8C3523CF360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675517" y="5724525"/>
            <a:ext cx="935037" cy="0"/>
          </a:xfrm>
          <a:prstGeom prst="line">
            <a:avLst/>
          </a:prstGeom>
          <a:noFill/>
          <a:ln w="19050">
            <a:solidFill>
              <a:srgbClr val="003399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1" name="Line 32">
            <a:extLst>
              <a:ext uri="{FF2B5EF4-FFF2-40B4-BE49-F238E27FC236}">
                <a16:creationId xmlns:a16="http://schemas.microsoft.com/office/drawing/2014/main" id="{7F11E6F5-D9F5-477E-7772-2DD87D7BAB6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05442" y="4411662"/>
            <a:ext cx="935037" cy="0"/>
          </a:xfrm>
          <a:prstGeom prst="line">
            <a:avLst/>
          </a:prstGeom>
          <a:noFill/>
          <a:ln w="19050">
            <a:solidFill>
              <a:srgbClr val="003399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2" name="Line 33">
            <a:extLst>
              <a:ext uri="{FF2B5EF4-FFF2-40B4-BE49-F238E27FC236}">
                <a16:creationId xmlns:a16="http://schemas.microsoft.com/office/drawing/2014/main" id="{AF457C44-59BD-EB96-3309-4F73E0C383E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05442" y="5724525"/>
            <a:ext cx="935037" cy="0"/>
          </a:xfrm>
          <a:prstGeom prst="line">
            <a:avLst/>
          </a:prstGeom>
          <a:noFill/>
          <a:ln w="19050">
            <a:solidFill>
              <a:srgbClr val="003399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3" name="Freeform 34">
            <a:extLst>
              <a:ext uri="{FF2B5EF4-FFF2-40B4-BE49-F238E27FC236}">
                <a16:creationId xmlns:a16="http://schemas.microsoft.com/office/drawing/2014/main" id="{FB5E567E-5043-1D91-3824-77368F93942A}"/>
              </a:ext>
            </a:extLst>
          </p:cNvPr>
          <p:cNvSpPr>
            <a:spLocks/>
          </p:cNvSpPr>
          <p:nvPr/>
        </p:nvSpPr>
        <p:spPr bwMode="auto">
          <a:xfrm>
            <a:off x="6000829" y="3276600"/>
            <a:ext cx="2711450" cy="1587"/>
          </a:xfrm>
          <a:custGeom>
            <a:avLst/>
            <a:gdLst>
              <a:gd name="T0" fmla="*/ 2147483646 w 1948"/>
              <a:gd name="T1" fmla="*/ 0 h 1"/>
              <a:gd name="T2" fmla="*/ 0 w 1948"/>
              <a:gd name="T3" fmla="*/ 0 h 1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948" h="1">
                <a:moveTo>
                  <a:pt x="1948" y="0"/>
                </a:moveTo>
                <a:lnTo>
                  <a:pt x="0" y="0"/>
                </a:lnTo>
              </a:path>
            </a:pathLst>
          </a:custGeom>
          <a:noFill/>
          <a:ln w="12700" cap="flat" cmpd="sng">
            <a:solidFill>
              <a:srgbClr val="9933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4" name="Freeform 35">
            <a:extLst>
              <a:ext uri="{FF2B5EF4-FFF2-40B4-BE49-F238E27FC236}">
                <a16:creationId xmlns:a16="http://schemas.microsoft.com/office/drawing/2014/main" id="{B3C0E59D-42F0-BB65-C07B-406DD2AF8013}"/>
              </a:ext>
            </a:extLst>
          </p:cNvPr>
          <p:cNvSpPr>
            <a:spLocks/>
          </p:cNvSpPr>
          <p:nvPr/>
        </p:nvSpPr>
        <p:spPr bwMode="auto">
          <a:xfrm>
            <a:off x="5138817" y="3427412"/>
            <a:ext cx="5407025" cy="1588"/>
          </a:xfrm>
          <a:custGeom>
            <a:avLst/>
            <a:gdLst>
              <a:gd name="T0" fmla="*/ 0 w 3406"/>
              <a:gd name="T1" fmla="*/ 0 h 1"/>
              <a:gd name="T2" fmla="*/ 2147483646 w 3406"/>
              <a:gd name="T3" fmla="*/ 0 h 1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3406" h="1">
                <a:moveTo>
                  <a:pt x="0" y="0"/>
                </a:moveTo>
                <a:lnTo>
                  <a:pt x="3406" y="0"/>
                </a:lnTo>
              </a:path>
            </a:pathLst>
          </a:custGeom>
          <a:noFill/>
          <a:ln w="12700" cap="flat" cmpd="sng">
            <a:solidFill>
              <a:srgbClr val="9933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35" name="Group 36">
            <a:extLst>
              <a:ext uri="{FF2B5EF4-FFF2-40B4-BE49-F238E27FC236}">
                <a16:creationId xmlns:a16="http://schemas.microsoft.com/office/drawing/2014/main" id="{6D1047AC-6410-07FB-4DD5-32FF88FFC532}"/>
              </a:ext>
            </a:extLst>
          </p:cNvPr>
          <p:cNvGrpSpPr>
            <a:grpSpLocks/>
          </p:cNvGrpSpPr>
          <p:nvPr/>
        </p:nvGrpSpPr>
        <p:grpSpPr bwMode="auto">
          <a:xfrm>
            <a:off x="7610554" y="3427412"/>
            <a:ext cx="2673350" cy="2362200"/>
            <a:chOff x="2641" y="1990"/>
            <a:chExt cx="1684" cy="1488"/>
          </a:xfrm>
        </p:grpSpPr>
        <p:sp>
          <p:nvSpPr>
            <p:cNvPr id="36" name="Line 37">
              <a:extLst>
                <a:ext uri="{FF2B5EF4-FFF2-40B4-BE49-F238E27FC236}">
                  <a16:creationId xmlns:a16="http://schemas.microsoft.com/office/drawing/2014/main" id="{C15CEF73-0B93-8568-CAB7-89EB03BD33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62" y="1990"/>
              <a:ext cx="463" cy="0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8" name="Line 38">
              <a:extLst>
                <a:ext uri="{FF2B5EF4-FFF2-40B4-BE49-F238E27FC236}">
                  <a16:creationId xmlns:a16="http://schemas.microsoft.com/office/drawing/2014/main" id="{C28B1594-20B5-46E8-6B6C-A406AD1426D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2413" y="3251"/>
              <a:ext cx="455" cy="0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39" name="Freeform 39">
            <a:extLst>
              <a:ext uri="{FF2B5EF4-FFF2-40B4-BE49-F238E27FC236}">
                <a16:creationId xmlns:a16="http://schemas.microsoft.com/office/drawing/2014/main" id="{84DDB0DE-4367-B695-4EC3-DCFFD3B8784A}"/>
              </a:ext>
            </a:extLst>
          </p:cNvPr>
          <p:cNvSpPr>
            <a:spLocks/>
          </p:cNvSpPr>
          <p:nvPr/>
        </p:nvSpPr>
        <p:spPr bwMode="auto">
          <a:xfrm>
            <a:off x="5037217" y="5765800"/>
            <a:ext cx="2554287" cy="1587"/>
          </a:xfrm>
          <a:custGeom>
            <a:avLst/>
            <a:gdLst>
              <a:gd name="T0" fmla="*/ 2147483646 w 1835"/>
              <a:gd name="T1" fmla="*/ 0 h 1"/>
              <a:gd name="T2" fmla="*/ 0 w 1835"/>
              <a:gd name="T3" fmla="*/ 0 h 1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835" h="1">
                <a:moveTo>
                  <a:pt x="1835" y="0"/>
                </a:moveTo>
                <a:lnTo>
                  <a:pt x="0" y="0"/>
                </a:lnTo>
              </a:path>
            </a:pathLst>
          </a:custGeom>
          <a:noFill/>
          <a:ln w="12700" cap="flat" cmpd="sng">
            <a:solidFill>
              <a:srgbClr val="9933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0" name="Freeform 40">
            <a:extLst>
              <a:ext uri="{FF2B5EF4-FFF2-40B4-BE49-F238E27FC236}">
                <a16:creationId xmlns:a16="http://schemas.microsoft.com/office/drawing/2014/main" id="{E4003D14-2672-1184-B17E-8A2EF3787331}"/>
              </a:ext>
            </a:extLst>
          </p:cNvPr>
          <p:cNvSpPr>
            <a:spLocks/>
          </p:cNvSpPr>
          <p:nvPr/>
        </p:nvSpPr>
        <p:spPr bwMode="auto">
          <a:xfrm>
            <a:off x="5337254" y="2057400"/>
            <a:ext cx="393700" cy="1304925"/>
          </a:xfrm>
          <a:custGeom>
            <a:avLst/>
            <a:gdLst>
              <a:gd name="T0" fmla="*/ 2147483646 w 248"/>
              <a:gd name="T1" fmla="*/ 0 h 822"/>
              <a:gd name="T2" fmla="*/ 2147483646 w 248"/>
              <a:gd name="T3" fmla="*/ 2147483646 h 822"/>
              <a:gd name="T4" fmla="*/ 2147483646 w 248"/>
              <a:gd name="T5" fmla="*/ 2147483646 h 822"/>
              <a:gd name="T6" fmla="*/ 2147483646 w 248"/>
              <a:gd name="T7" fmla="*/ 2147483646 h 822"/>
              <a:gd name="T8" fmla="*/ 2147483646 w 248"/>
              <a:gd name="T9" fmla="*/ 2147483646 h 822"/>
              <a:gd name="T10" fmla="*/ 2147483646 w 248"/>
              <a:gd name="T11" fmla="*/ 2147483646 h 822"/>
              <a:gd name="T12" fmla="*/ 2147483646 w 248"/>
              <a:gd name="T13" fmla="*/ 2147483646 h 822"/>
              <a:gd name="T14" fmla="*/ 2147483646 w 248"/>
              <a:gd name="T15" fmla="*/ 2147483646 h 822"/>
              <a:gd name="T16" fmla="*/ 2147483646 w 248"/>
              <a:gd name="T17" fmla="*/ 2147483646 h 822"/>
              <a:gd name="T18" fmla="*/ 0 w 248"/>
              <a:gd name="T19" fmla="*/ 2147483646 h 822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248" h="822">
                <a:moveTo>
                  <a:pt x="13" y="0"/>
                </a:moveTo>
                <a:cubicBezTo>
                  <a:pt x="27" y="12"/>
                  <a:pt x="61" y="45"/>
                  <a:pt x="90" y="73"/>
                </a:cubicBezTo>
                <a:cubicBezTo>
                  <a:pt x="119" y="101"/>
                  <a:pt x="162" y="130"/>
                  <a:pt x="187" y="168"/>
                </a:cubicBezTo>
                <a:cubicBezTo>
                  <a:pt x="212" y="206"/>
                  <a:pt x="228" y="259"/>
                  <a:pt x="238" y="299"/>
                </a:cubicBezTo>
                <a:cubicBezTo>
                  <a:pt x="248" y="339"/>
                  <a:pt x="246" y="377"/>
                  <a:pt x="245" y="412"/>
                </a:cubicBezTo>
                <a:cubicBezTo>
                  <a:pt x="244" y="447"/>
                  <a:pt x="236" y="480"/>
                  <a:pt x="231" y="510"/>
                </a:cubicBezTo>
                <a:cubicBezTo>
                  <a:pt x="226" y="540"/>
                  <a:pt x="226" y="569"/>
                  <a:pt x="217" y="595"/>
                </a:cubicBezTo>
                <a:cubicBezTo>
                  <a:pt x="208" y="621"/>
                  <a:pt x="194" y="640"/>
                  <a:pt x="175" y="666"/>
                </a:cubicBezTo>
                <a:cubicBezTo>
                  <a:pt x="156" y="692"/>
                  <a:pt x="133" y="724"/>
                  <a:pt x="104" y="750"/>
                </a:cubicBezTo>
                <a:cubicBezTo>
                  <a:pt x="75" y="776"/>
                  <a:pt x="22" y="807"/>
                  <a:pt x="0" y="822"/>
                </a:cubicBezTo>
              </a:path>
            </a:pathLst>
          </a:custGeom>
          <a:noFill/>
          <a:ln w="19050" cap="flat" cmpd="sng">
            <a:solidFill>
              <a:srgbClr val="000000"/>
            </a:solidFill>
            <a:prstDash val="lgDash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1" name="Line 41">
            <a:extLst>
              <a:ext uri="{FF2B5EF4-FFF2-40B4-BE49-F238E27FC236}">
                <a16:creationId xmlns:a16="http://schemas.microsoft.com/office/drawing/2014/main" id="{F02E44CB-5B31-56C0-62A1-DE725731D1DB}"/>
              </a:ext>
            </a:extLst>
          </p:cNvPr>
          <p:cNvSpPr>
            <a:spLocks noChangeShapeType="1"/>
          </p:cNvSpPr>
          <p:nvPr/>
        </p:nvSpPr>
        <p:spPr bwMode="auto">
          <a:xfrm>
            <a:off x="5322967" y="3668712"/>
            <a:ext cx="1738312" cy="0"/>
          </a:xfrm>
          <a:prstGeom prst="line">
            <a:avLst/>
          </a:prstGeom>
          <a:noFill/>
          <a:ln w="57150">
            <a:solidFill>
              <a:srgbClr val="FFFF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42" name="Group 42">
            <a:extLst>
              <a:ext uri="{FF2B5EF4-FFF2-40B4-BE49-F238E27FC236}">
                <a16:creationId xmlns:a16="http://schemas.microsoft.com/office/drawing/2014/main" id="{1087C761-3BE2-511F-747A-F5F4F05D99BA}"/>
              </a:ext>
            </a:extLst>
          </p:cNvPr>
          <p:cNvGrpSpPr>
            <a:grpSpLocks/>
          </p:cNvGrpSpPr>
          <p:nvPr/>
        </p:nvGrpSpPr>
        <p:grpSpPr bwMode="auto">
          <a:xfrm>
            <a:off x="5794454" y="3271837"/>
            <a:ext cx="830263" cy="2643188"/>
            <a:chOff x="1497" y="1892"/>
            <a:chExt cx="523" cy="1665"/>
          </a:xfrm>
        </p:grpSpPr>
        <p:sp>
          <p:nvSpPr>
            <p:cNvPr id="43" name="Freeform 43">
              <a:extLst>
                <a:ext uri="{FF2B5EF4-FFF2-40B4-BE49-F238E27FC236}">
                  <a16:creationId xmlns:a16="http://schemas.microsoft.com/office/drawing/2014/main" id="{14481439-7634-7374-9F5D-0B021D159C44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7" y="1892"/>
              <a:ext cx="1" cy="1609"/>
            </a:xfrm>
            <a:custGeom>
              <a:avLst/>
              <a:gdLst>
                <a:gd name="T0" fmla="*/ 0 w 1"/>
                <a:gd name="T1" fmla="*/ 1609 h 1609"/>
                <a:gd name="T2" fmla="*/ 0 w 1"/>
                <a:gd name="T3" fmla="*/ 0 h 160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609">
                  <a:moveTo>
                    <a:pt x="0" y="1609"/>
                  </a:moveTo>
                  <a:lnTo>
                    <a:pt x="0" y="0"/>
                  </a:lnTo>
                </a:path>
              </a:pathLst>
            </a:custGeom>
            <a:noFill/>
            <a:ln w="12700" cap="flat" cmpd="sng">
              <a:solidFill>
                <a:srgbClr val="9933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4" name="Freeform 44">
              <a:extLst>
                <a:ext uri="{FF2B5EF4-FFF2-40B4-BE49-F238E27FC236}">
                  <a16:creationId xmlns:a16="http://schemas.microsoft.com/office/drawing/2014/main" id="{ED82273F-8930-3FBC-8C1B-142B9A6E2EAA}"/>
                </a:ext>
              </a:extLst>
            </p:cNvPr>
            <p:cNvSpPr>
              <a:spLocks/>
            </p:cNvSpPr>
            <p:nvPr/>
          </p:nvSpPr>
          <p:spPr bwMode="auto">
            <a:xfrm>
              <a:off x="2019" y="1934"/>
              <a:ext cx="1" cy="1623"/>
            </a:xfrm>
            <a:custGeom>
              <a:avLst/>
              <a:gdLst>
                <a:gd name="T0" fmla="*/ 0 w 1"/>
                <a:gd name="T1" fmla="*/ 1623 h 1623"/>
                <a:gd name="T2" fmla="*/ 0 w 1"/>
                <a:gd name="T3" fmla="*/ 0 h 162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623">
                  <a:moveTo>
                    <a:pt x="0" y="1623"/>
                  </a:moveTo>
                  <a:lnTo>
                    <a:pt x="0" y="0"/>
                  </a:lnTo>
                </a:path>
              </a:pathLst>
            </a:custGeom>
            <a:noFill/>
            <a:ln w="12700" cap="flat" cmpd="sng">
              <a:solidFill>
                <a:srgbClr val="9933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45" name="Group 45">
            <a:extLst>
              <a:ext uri="{FF2B5EF4-FFF2-40B4-BE49-F238E27FC236}">
                <a16:creationId xmlns:a16="http://schemas.microsoft.com/office/drawing/2014/main" id="{98E9B319-7631-E9BF-E4C5-EAACDA660EBB}"/>
              </a:ext>
            </a:extLst>
          </p:cNvPr>
          <p:cNvGrpSpPr>
            <a:grpSpLocks/>
          </p:cNvGrpSpPr>
          <p:nvPr/>
        </p:nvGrpSpPr>
        <p:grpSpPr bwMode="auto">
          <a:xfrm>
            <a:off x="5654754" y="5646737"/>
            <a:ext cx="1123950" cy="234950"/>
            <a:chOff x="1409" y="3388"/>
            <a:chExt cx="708" cy="148"/>
          </a:xfrm>
        </p:grpSpPr>
        <p:sp>
          <p:nvSpPr>
            <p:cNvPr id="46" name="Text Box 46">
              <a:extLst>
                <a:ext uri="{FF2B5EF4-FFF2-40B4-BE49-F238E27FC236}">
                  <a16:creationId xmlns:a16="http://schemas.microsoft.com/office/drawing/2014/main" id="{C21F79D9-58ED-C15F-4083-C5E3E91BF8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09" y="3392"/>
              <a:ext cx="188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prstDash val="lgDashDot"/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900" b="0" i="0" u="none" strike="noStrike" kern="0" cap="none" spc="0" normalizeH="0" baseline="0" noProof="0">
                  <a:ln>
                    <a:noFill/>
                  </a:ln>
                  <a:solidFill>
                    <a:srgbClr val="FF0066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●</a:t>
              </a:r>
            </a:p>
          </p:txBody>
        </p:sp>
        <p:sp>
          <p:nvSpPr>
            <p:cNvPr id="47" name="Text Box 47">
              <a:extLst>
                <a:ext uri="{FF2B5EF4-FFF2-40B4-BE49-F238E27FC236}">
                  <a16:creationId xmlns:a16="http://schemas.microsoft.com/office/drawing/2014/main" id="{9F6A39EB-F38A-69C3-812D-21C959C8F0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9" y="3388"/>
              <a:ext cx="188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prstDash val="lgDashDot"/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FF0066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●</a:t>
              </a:r>
            </a:p>
          </p:txBody>
        </p:sp>
      </p:grpSp>
      <p:grpSp>
        <p:nvGrpSpPr>
          <p:cNvPr id="48" name="Group 48">
            <a:extLst>
              <a:ext uri="{FF2B5EF4-FFF2-40B4-BE49-F238E27FC236}">
                <a16:creationId xmlns:a16="http://schemas.microsoft.com/office/drawing/2014/main" id="{B41FCF2A-B6B4-BD52-4E48-089383BD5C8D}"/>
              </a:ext>
            </a:extLst>
          </p:cNvPr>
          <p:cNvGrpSpPr>
            <a:grpSpLocks/>
          </p:cNvGrpSpPr>
          <p:nvPr/>
        </p:nvGrpSpPr>
        <p:grpSpPr bwMode="auto">
          <a:xfrm>
            <a:off x="8671004" y="3308350"/>
            <a:ext cx="1752600" cy="233362"/>
            <a:chOff x="3309" y="1915"/>
            <a:chExt cx="1104" cy="147"/>
          </a:xfrm>
        </p:grpSpPr>
        <p:sp>
          <p:nvSpPr>
            <p:cNvPr id="49" name="Text Box 49">
              <a:extLst>
                <a:ext uri="{FF2B5EF4-FFF2-40B4-BE49-F238E27FC236}">
                  <a16:creationId xmlns:a16="http://schemas.microsoft.com/office/drawing/2014/main" id="{2AA99F2E-EE21-C783-9BE4-4C5C17A856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09" y="1918"/>
              <a:ext cx="188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prstDash val="lgDashDot"/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900" b="0" i="0" u="none" strike="noStrike" kern="0" cap="none" spc="0" normalizeH="0" baseline="0" noProof="0">
                  <a:ln>
                    <a:noFill/>
                  </a:ln>
                  <a:solidFill>
                    <a:srgbClr val="FF0066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●</a:t>
              </a:r>
            </a:p>
          </p:txBody>
        </p:sp>
        <p:sp>
          <p:nvSpPr>
            <p:cNvPr id="50" name="Text Box 50">
              <a:extLst>
                <a:ext uri="{FF2B5EF4-FFF2-40B4-BE49-F238E27FC236}">
                  <a16:creationId xmlns:a16="http://schemas.microsoft.com/office/drawing/2014/main" id="{F9820FAD-80A5-6340-5A67-F6951C1B03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25" y="1915"/>
              <a:ext cx="188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prstDash val="lgDashDot"/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FF0066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●</a:t>
              </a:r>
            </a:p>
          </p:txBody>
        </p:sp>
      </p:grpSp>
      <p:grpSp>
        <p:nvGrpSpPr>
          <p:cNvPr id="51" name="Group 51">
            <a:extLst>
              <a:ext uri="{FF2B5EF4-FFF2-40B4-BE49-F238E27FC236}">
                <a16:creationId xmlns:a16="http://schemas.microsoft.com/office/drawing/2014/main" id="{E4238FFB-E623-B1BB-BF5F-AD17AD057338}"/>
              </a:ext>
            </a:extLst>
          </p:cNvPr>
          <p:cNvGrpSpPr>
            <a:grpSpLocks/>
          </p:cNvGrpSpPr>
          <p:nvPr/>
        </p:nvGrpSpPr>
        <p:grpSpPr bwMode="auto">
          <a:xfrm>
            <a:off x="5643642" y="3309937"/>
            <a:ext cx="1143000" cy="244475"/>
            <a:chOff x="1402" y="1916"/>
            <a:chExt cx="720" cy="154"/>
          </a:xfrm>
        </p:grpSpPr>
        <p:sp>
          <p:nvSpPr>
            <p:cNvPr id="52" name="Text Box 52">
              <a:extLst>
                <a:ext uri="{FF2B5EF4-FFF2-40B4-BE49-F238E27FC236}">
                  <a16:creationId xmlns:a16="http://schemas.microsoft.com/office/drawing/2014/main" id="{825E3E50-C438-BFF2-9A22-F665755030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34" y="1926"/>
              <a:ext cx="188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prstDash val="lgDashDot"/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900" b="0" i="0" u="none" strike="noStrike" kern="0" cap="none" spc="0" normalizeH="0" baseline="0" noProof="0">
                  <a:ln>
                    <a:noFill/>
                  </a:ln>
                  <a:solidFill>
                    <a:srgbClr val="FF0066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●</a:t>
              </a:r>
            </a:p>
          </p:txBody>
        </p:sp>
        <p:sp>
          <p:nvSpPr>
            <p:cNvPr id="53" name="Text Box 53">
              <a:extLst>
                <a:ext uri="{FF2B5EF4-FFF2-40B4-BE49-F238E27FC236}">
                  <a16:creationId xmlns:a16="http://schemas.microsoft.com/office/drawing/2014/main" id="{937F21F7-8899-F1EC-1B86-156A99BBC7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02" y="1916"/>
              <a:ext cx="188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prstDash val="lgDashDot"/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900" b="0" i="0" u="none" strike="noStrike" kern="0" cap="none" spc="0" normalizeH="0" baseline="0" noProof="0">
                  <a:ln>
                    <a:noFill/>
                  </a:ln>
                  <a:solidFill>
                    <a:srgbClr val="FF0066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●</a:t>
              </a:r>
            </a:p>
          </p:txBody>
        </p:sp>
      </p:grpSp>
      <p:sp>
        <p:nvSpPr>
          <p:cNvPr id="54" name="Text Box 54">
            <a:extLst>
              <a:ext uri="{FF2B5EF4-FFF2-40B4-BE49-F238E27FC236}">
                <a16:creationId xmlns:a16="http://schemas.microsoft.com/office/drawing/2014/main" id="{EA645BFD-AF15-A22F-4056-F27A2E835F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57979" y="3154362"/>
            <a:ext cx="29845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prstDash val="lgDashDot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900" b="0" i="0" u="none" strike="noStrike" kern="0" cap="none" spc="0" normalizeH="0" baseline="0" noProof="0" dirty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●</a:t>
            </a:r>
          </a:p>
        </p:txBody>
      </p:sp>
      <p:grpSp>
        <p:nvGrpSpPr>
          <p:cNvPr id="55" name="Group 55">
            <a:extLst>
              <a:ext uri="{FF2B5EF4-FFF2-40B4-BE49-F238E27FC236}">
                <a16:creationId xmlns:a16="http://schemas.microsoft.com/office/drawing/2014/main" id="{25058BA6-022B-A44D-4C57-84EF292043EB}"/>
              </a:ext>
            </a:extLst>
          </p:cNvPr>
          <p:cNvGrpSpPr>
            <a:grpSpLocks/>
          </p:cNvGrpSpPr>
          <p:nvPr/>
        </p:nvGrpSpPr>
        <p:grpSpPr bwMode="auto">
          <a:xfrm>
            <a:off x="5578554" y="2605087"/>
            <a:ext cx="298450" cy="3328988"/>
            <a:chOff x="1361" y="1451"/>
            <a:chExt cx="188" cy="2097"/>
          </a:xfrm>
        </p:grpSpPr>
        <p:sp>
          <p:nvSpPr>
            <p:cNvPr id="56" name="Freeform 56">
              <a:extLst>
                <a:ext uri="{FF2B5EF4-FFF2-40B4-BE49-F238E27FC236}">
                  <a16:creationId xmlns:a16="http://schemas.microsoft.com/office/drawing/2014/main" id="{574D5BE8-B543-DF06-7045-7E916F3EB715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3" y="1470"/>
              <a:ext cx="1" cy="2078"/>
            </a:xfrm>
            <a:custGeom>
              <a:avLst/>
              <a:gdLst>
                <a:gd name="T0" fmla="*/ 0 w 1"/>
                <a:gd name="T1" fmla="*/ 121 h 2413"/>
                <a:gd name="T2" fmla="*/ 0 w 1"/>
                <a:gd name="T3" fmla="*/ 0 h 241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413">
                  <a:moveTo>
                    <a:pt x="0" y="2413"/>
                  </a:moveTo>
                  <a:lnTo>
                    <a:pt x="0" y="0"/>
                  </a:lnTo>
                </a:path>
              </a:pathLst>
            </a:custGeom>
            <a:noFill/>
            <a:ln w="12700" cap="flat" cmpd="sng">
              <a:solidFill>
                <a:srgbClr val="66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7" name="Text Box 57">
              <a:extLst>
                <a:ext uri="{FF2B5EF4-FFF2-40B4-BE49-F238E27FC236}">
                  <a16:creationId xmlns:a16="http://schemas.microsoft.com/office/drawing/2014/main" id="{5FC15DCC-D760-7D21-8970-222C5947BA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61" y="1451"/>
              <a:ext cx="188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prstDash val="lgDashDot"/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900" b="0" i="0" u="none" strike="noStrike" kern="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●</a:t>
              </a:r>
            </a:p>
          </p:txBody>
        </p:sp>
      </p:grpSp>
      <p:grpSp>
        <p:nvGrpSpPr>
          <p:cNvPr id="58" name="Group 58">
            <a:extLst>
              <a:ext uri="{FF2B5EF4-FFF2-40B4-BE49-F238E27FC236}">
                <a16:creationId xmlns:a16="http://schemas.microsoft.com/office/drawing/2014/main" id="{D35F34A0-F81F-225D-E3BE-BDA313F7998D}"/>
              </a:ext>
            </a:extLst>
          </p:cNvPr>
          <p:cNvGrpSpPr>
            <a:grpSpLocks/>
          </p:cNvGrpSpPr>
          <p:nvPr/>
        </p:nvGrpSpPr>
        <p:grpSpPr bwMode="auto">
          <a:xfrm>
            <a:off x="6559629" y="2601912"/>
            <a:ext cx="298450" cy="3297238"/>
            <a:chOff x="1979" y="1442"/>
            <a:chExt cx="188" cy="2077"/>
          </a:xfrm>
        </p:grpSpPr>
        <p:sp>
          <p:nvSpPr>
            <p:cNvPr id="59" name="Freeform 59">
              <a:extLst>
                <a:ext uri="{FF2B5EF4-FFF2-40B4-BE49-F238E27FC236}">
                  <a16:creationId xmlns:a16="http://schemas.microsoft.com/office/drawing/2014/main" id="{57E35416-D63E-A703-D887-6ED2B4C5D17E}"/>
                </a:ext>
              </a:extLst>
            </p:cNvPr>
            <p:cNvSpPr>
              <a:spLocks/>
            </p:cNvSpPr>
            <p:nvPr/>
          </p:nvSpPr>
          <p:spPr bwMode="auto">
            <a:xfrm>
              <a:off x="2060" y="1442"/>
              <a:ext cx="1" cy="2077"/>
            </a:xfrm>
            <a:custGeom>
              <a:avLst/>
              <a:gdLst>
                <a:gd name="T0" fmla="*/ 0 w 1"/>
                <a:gd name="T1" fmla="*/ 121 h 2413"/>
                <a:gd name="T2" fmla="*/ 0 w 1"/>
                <a:gd name="T3" fmla="*/ 0 h 241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413">
                  <a:moveTo>
                    <a:pt x="0" y="2413"/>
                  </a:moveTo>
                  <a:lnTo>
                    <a:pt x="0" y="0"/>
                  </a:lnTo>
                </a:path>
              </a:pathLst>
            </a:custGeom>
            <a:noFill/>
            <a:ln w="12700" cap="flat" cmpd="sng">
              <a:solidFill>
                <a:srgbClr val="66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0" name="Text Box 60">
              <a:extLst>
                <a:ext uri="{FF2B5EF4-FFF2-40B4-BE49-F238E27FC236}">
                  <a16:creationId xmlns:a16="http://schemas.microsoft.com/office/drawing/2014/main" id="{306B1587-737F-07C7-5B6A-4550A7546A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79" y="1448"/>
              <a:ext cx="188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prstDash val="lgDashDot"/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900" b="0" i="0" u="none" strike="noStrike" kern="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●</a:t>
              </a:r>
            </a:p>
          </p:txBody>
        </p:sp>
      </p:grpSp>
      <p:grpSp>
        <p:nvGrpSpPr>
          <p:cNvPr id="61" name="Group 61">
            <a:extLst>
              <a:ext uri="{FF2B5EF4-FFF2-40B4-BE49-F238E27FC236}">
                <a16:creationId xmlns:a16="http://schemas.microsoft.com/office/drawing/2014/main" id="{5D88EA81-8372-F7F5-58CF-C74EF41F78C2}"/>
              </a:ext>
            </a:extLst>
          </p:cNvPr>
          <p:cNvGrpSpPr>
            <a:grpSpLocks/>
          </p:cNvGrpSpPr>
          <p:nvPr/>
        </p:nvGrpSpPr>
        <p:grpSpPr bwMode="auto">
          <a:xfrm>
            <a:off x="4673679" y="2981325"/>
            <a:ext cx="5670550" cy="231775"/>
            <a:chOff x="791" y="1709"/>
            <a:chExt cx="3572" cy="146"/>
          </a:xfrm>
        </p:grpSpPr>
        <p:sp>
          <p:nvSpPr>
            <p:cNvPr id="62" name="Text Box 62">
              <a:extLst>
                <a:ext uri="{FF2B5EF4-FFF2-40B4-BE49-F238E27FC236}">
                  <a16:creationId xmlns:a16="http://schemas.microsoft.com/office/drawing/2014/main" id="{88934A01-36FC-28C5-E71F-7142AEFF6C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0" y="1711"/>
              <a:ext cx="188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prstDash val="lgDashDot"/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900" b="0" i="0" u="none" strike="noStrike" kern="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●</a:t>
              </a:r>
            </a:p>
          </p:txBody>
        </p:sp>
        <p:sp>
          <p:nvSpPr>
            <p:cNvPr id="63" name="Text Box 63">
              <a:extLst>
                <a:ext uri="{FF2B5EF4-FFF2-40B4-BE49-F238E27FC236}">
                  <a16:creationId xmlns:a16="http://schemas.microsoft.com/office/drawing/2014/main" id="{47EA66D1-0BA0-22DA-BCF9-23771C139B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31" y="1709"/>
              <a:ext cx="188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prstDash val="lgDashDot"/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900" b="0" i="0" u="none" strike="noStrike" kern="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●</a:t>
              </a:r>
            </a:p>
          </p:txBody>
        </p:sp>
        <p:sp>
          <p:nvSpPr>
            <p:cNvPr id="64" name="Line 64">
              <a:extLst>
                <a:ext uri="{FF2B5EF4-FFF2-40B4-BE49-F238E27FC236}">
                  <a16:creationId xmlns:a16="http://schemas.microsoft.com/office/drawing/2014/main" id="{EC6658B9-FA7B-7B2F-E0F4-1ED3868F78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1" y="1779"/>
              <a:ext cx="3572" cy="0"/>
            </a:xfrm>
            <a:prstGeom prst="line">
              <a:avLst/>
            </a:prstGeom>
            <a:noFill/>
            <a:ln w="12700">
              <a:solidFill>
                <a:srgbClr val="996633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65" name="Group 65">
            <a:extLst>
              <a:ext uri="{FF2B5EF4-FFF2-40B4-BE49-F238E27FC236}">
                <a16:creationId xmlns:a16="http://schemas.microsoft.com/office/drawing/2014/main" id="{130F4E85-AA21-C19A-6884-C02BCF53FE2B}"/>
              </a:ext>
            </a:extLst>
          </p:cNvPr>
          <p:cNvGrpSpPr>
            <a:grpSpLocks/>
          </p:cNvGrpSpPr>
          <p:nvPr/>
        </p:nvGrpSpPr>
        <p:grpSpPr bwMode="auto">
          <a:xfrm>
            <a:off x="7615317" y="3092450"/>
            <a:ext cx="2505075" cy="2528887"/>
            <a:chOff x="2644" y="1779"/>
            <a:chExt cx="1578" cy="1593"/>
          </a:xfrm>
        </p:grpSpPr>
        <p:sp>
          <p:nvSpPr>
            <p:cNvPr id="66" name="Line 66">
              <a:extLst>
                <a:ext uri="{FF2B5EF4-FFF2-40B4-BE49-F238E27FC236}">
                  <a16:creationId xmlns:a16="http://schemas.microsoft.com/office/drawing/2014/main" id="{0FDAD128-1851-1196-72BD-6DCA28930B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69" y="1779"/>
              <a:ext cx="353" cy="0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7" name="Line 67">
              <a:extLst>
                <a:ext uri="{FF2B5EF4-FFF2-40B4-BE49-F238E27FC236}">
                  <a16:creationId xmlns:a16="http://schemas.microsoft.com/office/drawing/2014/main" id="{7E86BEDA-06BD-278B-AE11-0F66BEADB62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>
              <a:off x="2467" y="3196"/>
              <a:ext cx="353" cy="0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68" name="Line 68">
            <a:extLst>
              <a:ext uri="{FF2B5EF4-FFF2-40B4-BE49-F238E27FC236}">
                <a16:creationId xmlns:a16="http://schemas.microsoft.com/office/drawing/2014/main" id="{B2BA485A-AA72-7CC2-BF11-1F585B4B65A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010229" y="5646737"/>
            <a:ext cx="2689225" cy="0"/>
          </a:xfrm>
          <a:prstGeom prst="line">
            <a:avLst/>
          </a:prstGeom>
          <a:noFill/>
          <a:ln w="12700">
            <a:solidFill>
              <a:srgbClr val="9966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69" name="Group 69">
            <a:extLst>
              <a:ext uri="{FF2B5EF4-FFF2-40B4-BE49-F238E27FC236}">
                <a16:creationId xmlns:a16="http://schemas.microsoft.com/office/drawing/2014/main" id="{0D39B7E2-93FC-BCC9-BF0E-BE061F43C0DB}"/>
              </a:ext>
            </a:extLst>
          </p:cNvPr>
          <p:cNvGrpSpPr>
            <a:grpSpLocks/>
          </p:cNvGrpSpPr>
          <p:nvPr/>
        </p:nvGrpSpPr>
        <p:grpSpPr bwMode="auto">
          <a:xfrm>
            <a:off x="4670504" y="2200275"/>
            <a:ext cx="5670550" cy="231775"/>
            <a:chOff x="791" y="1709"/>
            <a:chExt cx="3572" cy="146"/>
          </a:xfrm>
        </p:grpSpPr>
        <p:sp>
          <p:nvSpPr>
            <p:cNvPr id="70" name="Text Box 70">
              <a:extLst>
                <a:ext uri="{FF2B5EF4-FFF2-40B4-BE49-F238E27FC236}">
                  <a16:creationId xmlns:a16="http://schemas.microsoft.com/office/drawing/2014/main" id="{8E9412C2-2A81-6474-FA06-A4C6771A5A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0" y="1711"/>
              <a:ext cx="188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prstDash val="lgDashDot"/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900" b="0" i="0" u="none" strike="noStrike" kern="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●</a:t>
              </a:r>
            </a:p>
          </p:txBody>
        </p:sp>
        <p:sp>
          <p:nvSpPr>
            <p:cNvPr id="71" name="Text Box 71">
              <a:extLst>
                <a:ext uri="{FF2B5EF4-FFF2-40B4-BE49-F238E27FC236}">
                  <a16:creationId xmlns:a16="http://schemas.microsoft.com/office/drawing/2014/main" id="{E7A68BBF-7BC3-9FAC-FB71-CC4DB111D8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31" y="1709"/>
              <a:ext cx="188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prstDash val="lgDashDot"/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900" b="0" i="0" u="none" strike="noStrike" kern="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●</a:t>
              </a:r>
            </a:p>
          </p:txBody>
        </p:sp>
        <p:sp>
          <p:nvSpPr>
            <p:cNvPr id="72" name="Line 72">
              <a:extLst>
                <a:ext uri="{FF2B5EF4-FFF2-40B4-BE49-F238E27FC236}">
                  <a16:creationId xmlns:a16="http://schemas.microsoft.com/office/drawing/2014/main" id="{3418B10E-D2C7-D299-E5FF-77937ABB3F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1" y="1779"/>
              <a:ext cx="3572" cy="0"/>
            </a:xfrm>
            <a:prstGeom prst="line">
              <a:avLst/>
            </a:prstGeom>
            <a:noFill/>
            <a:ln w="12700">
              <a:solidFill>
                <a:srgbClr val="996633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73" name="Group 73">
            <a:extLst>
              <a:ext uri="{FF2B5EF4-FFF2-40B4-BE49-F238E27FC236}">
                <a16:creationId xmlns:a16="http://schemas.microsoft.com/office/drawing/2014/main" id="{35104F39-F136-64DD-AF16-36F567F87462}"/>
              </a:ext>
            </a:extLst>
          </p:cNvPr>
          <p:cNvGrpSpPr>
            <a:grpSpLocks/>
          </p:cNvGrpSpPr>
          <p:nvPr/>
        </p:nvGrpSpPr>
        <p:grpSpPr bwMode="auto">
          <a:xfrm>
            <a:off x="5484892" y="5521325"/>
            <a:ext cx="1458912" cy="233362"/>
            <a:chOff x="1302" y="3309"/>
            <a:chExt cx="919" cy="147"/>
          </a:xfrm>
        </p:grpSpPr>
        <p:sp>
          <p:nvSpPr>
            <p:cNvPr id="74" name="Text Box 74">
              <a:extLst>
                <a:ext uri="{FF2B5EF4-FFF2-40B4-BE49-F238E27FC236}">
                  <a16:creationId xmlns:a16="http://schemas.microsoft.com/office/drawing/2014/main" id="{2E34E81D-D748-A9D3-A6E2-85AB498186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2" y="3312"/>
              <a:ext cx="188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prstDash val="lgDashDot"/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900" b="0" i="0" u="none" strike="noStrike" kern="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●</a:t>
              </a:r>
            </a:p>
          </p:txBody>
        </p:sp>
        <p:sp>
          <p:nvSpPr>
            <p:cNvPr id="75" name="Text Box 75">
              <a:extLst>
                <a:ext uri="{FF2B5EF4-FFF2-40B4-BE49-F238E27FC236}">
                  <a16:creationId xmlns:a16="http://schemas.microsoft.com/office/drawing/2014/main" id="{2F734946-67E5-CCDA-D580-C2DFC7222A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33" y="3309"/>
              <a:ext cx="188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prstDash val="lgDashDot"/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900" b="0" i="0" u="none" strike="noStrike" kern="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●</a:t>
              </a:r>
            </a:p>
          </p:txBody>
        </p:sp>
      </p:grpSp>
      <p:grpSp>
        <p:nvGrpSpPr>
          <p:cNvPr id="76" name="Group 76">
            <a:extLst>
              <a:ext uri="{FF2B5EF4-FFF2-40B4-BE49-F238E27FC236}">
                <a16:creationId xmlns:a16="http://schemas.microsoft.com/office/drawing/2014/main" id="{B2D095BB-08D9-A980-1705-525790BFB8E6}"/>
              </a:ext>
            </a:extLst>
          </p:cNvPr>
          <p:cNvGrpSpPr>
            <a:grpSpLocks/>
          </p:cNvGrpSpPr>
          <p:nvPr/>
        </p:nvGrpSpPr>
        <p:grpSpPr bwMode="auto">
          <a:xfrm>
            <a:off x="5467429" y="2195512"/>
            <a:ext cx="1473200" cy="3452813"/>
            <a:chOff x="1291" y="1214"/>
            <a:chExt cx="928" cy="2175"/>
          </a:xfrm>
        </p:grpSpPr>
        <p:sp>
          <p:nvSpPr>
            <p:cNvPr id="77" name="Text Box 77">
              <a:extLst>
                <a:ext uri="{FF2B5EF4-FFF2-40B4-BE49-F238E27FC236}">
                  <a16:creationId xmlns:a16="http://schemas.microsoft.com/office/drawing/2014/main" id="{F1156AF4-0BB9-54D0-E955-32B5CFE9EF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27" y="1709"/>
              <a:ext cx="188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prstDash val="lgDashDot"/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900" b="0" i="0" u="none" strike="noStrike" kern="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●</a:t>
              </a:r>
            </a:p>
          </p:txBody>
        </p:sp>
        <p:sp>
          <p:nvSpPr>
            <p:cNvPr id="78" name="Text Box 78">
              <a:extLst>
                <a:ext uri="{FF2B5EF4-FFF2-40B4-BE49-F238E27FC236}">
                  <a16:creationId xmlns:a16="http://schemas.microsoft.com/office/drawing/2014/main" id="{C9937289-5CA4-13ED-B910-62F45BB076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91" y="1706"/>
              <a:ext cx="188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prstDash val="lgDashDot"/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900" b="0" i="0" u="none" strike="noStrike" kern="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●</a:t>
              </a:r>
            </a:p>
          </p:txBody>
        </p:sp>
        <p:sp>
          <p:nvSpPr>
            <p:cNvPr id="79" name="Freeform 79">
              <a:extLst>
                <a:ext uri="{FF2B5EF4-FFF2-40B4-BE49-F238E27FC236}">
                  <a16:creationId xmlns:a16="http://schemas.microsoft.com/office/drawing/2014/main" id="{6EE37E3A-CBBA-87C8-7A5A-B1BD2756F15C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4" y="1214"/>
              <a:ext cx="1" cy="2175"/>
            </a:xfrm>
            <a:custGeom>
              <a:avLst/>
              <a:gdLst>
                <a:gd name="T0" fmla="*/ 0 w 1"/>
                <a:gd name="T1" fmla="*/ 2175 h 2175"/>
                <a:gd name="T2" fmla="*/ 0 w 1"/>
                <a:gd name="T3" fmla="*/ 0 h 217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175">
                  <a:moveTo>
                    <a:pt x="0" y="2175"/>
                  </a:moveTo>
                  <a:lnTo>
                    <a:pt x="0" y="0"/>
                  </a:lnTo>
                </a:path>
              </a:pathLst>
            </a:custGeom>
            <a:noFill/>
            <a:ln w="12700" cap="flat" cmpd="sng">
              <a:solidFill>
                <a:srgbClr val="996633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0" name="Freeform 80">
              <a:extLst>
                <a:ext uri="{FF2B5EF4-FFF2-40B4-BE49-F238E27FC236}">
                  <a16:creationId xmlns:a16="http://schemas.microsoft.com/office/drawing/2014/main" id="{CC7668EC-FCFB-4326-128F-F8FD1863A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2118" y="1242"/>
              <a:ext cx="1" cy="2146"/>
            </a:xfrm>
            <a:custGeom>
              <a:avLst/>
              <a:gdLst>
                <a:gd name="T0" fmla="*/ 0 w 1"/>
                <a:gd name="T1" fmla="*/ 2146 h 2146"/>
                <a:gd name="T2" fmla="*/ 0 w 1"/>
                <a:gd name="T3" fmla="*/ 0 h 214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146">
                  <a:moveTo>
                    <a:pt x="0" y="2146"/>
                  </a:moveTo>
                  <a:lnTo>
                    <a:pt x="0" y="0"/>
                  </a:lnTo>
                </a:path>
              </a:pathLst>
            </a:custGeom>
            <a:noFill/>
            <a:ln w="12700" cap="flat" cmpd="sng">
              <a:solidFill>
                <a:srgbClr val="996633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1" name="Text Box 81">
              <a:extLst>
                <a:ext uri="{FF2B5EF4-FFF2-40B4-BE49-F238E27FC236}">
                  <a16:creationId xmlns:a16="http://schemas.microsoft.com/office/drawing/2014/main" id="{23CFEE07-2273-B338-C535-BF2A082DDD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93" y="1224"/>
              <a:ext cx="188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prstDash val="lgDashDot"/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900" b="0" i="0" u="none" strike="noStrike" kern="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●</a:t>
              </a:r>
            </a:p>
          </p:txBody>
        </p:sp>
        <p:sp>
          <p:nvSpPr>
            <p:cNvPr id="82" name="Text Box 82">
              <a:extLst>
                <a:ext uri="{FF2B5EF4-FFF2-40B4-BE49-F238E27FC236}">
                  <a16:creationId xmlns:a16="http://schemas.microsoft.com/office/drawing/2014/main" id="{CA864F48-59B4-C73B-3D0F-6225C5ED76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31" y="1221"/>
              <a:ext cx="188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prstDash val="lgDashDot"/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900" b="0" i="0" u="none" strike="noStrike" kern="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●</a:t>
              </a:r>
            </a:p>
          </p:txBody>
        </p:sp>
      </p:grpSp>
      <p:sp>
        <p:nvSpPr>
          <p:cNvPr id="83" name="Freeform 83">
            <a:extLst>
              <a:ext uri="{FF2B5EF4-FFF2-40B4-BE49-F238E27FC236}">
                <a16:creationId xmlns:a16="http://schemas.microsoft.com/office/drawing/2014/main" id="{8C942F5D-9CE6-780F-F62A-354A93BF5E5C}"/>
              </a:ext>
            </a:extLst>
          </p:cNvPr>
          <p:cNvSpPr>
            <a:spLocks/>
          </p:cNvSpPr>
          <p:nvPr/>
        </p:nvSpPr>
        <p:spPr bwMode="auto">
          <a:xfrm>
            <a:off x="6689804" y="2054225"/>
            <a:ext cx="390525" cy="1312862"/>
          </a:xfrm>
          <a:custGeom>
            <a:avLst/>
            <a:gdLst>
              <a:gd name="T0" fmla="*/ 2147483646 w 246"/>
              <a:gd name="T1" fmla="*/ 0 h 827"/>
              <a:gd name="T2" fmla="*/ 2147483646 w 246"/>
              <a:gd name="T3" fmla="*/ 2147483646 h 827"/>
              <a:gd name="T4" fmla="*/ 2147483646 w 246"/>
              <a:gd name="T5" fmla="*/ 2147483646 h 827"/>
              <a:gd name="T6" fmla="*/ 2147483646 w 246"/>
              <a:gd name="T7" fmla="*/ 2147483646 h 827"/>
              <a:gd name="T8" fmla="*/ 2147483646 w 246"/>
              <a:gd name="T9" fmla="*/ 2147483646 h 827"/>
              <a:gd name="T10" fmla="*/ 2147483646 w 246"/>
              <a:gd name="T11" fmla="*/ 2147483646 h 827"/>
              <a:gd name="T12" fmla="*/ 2147483646 w 246"/>
              <a:gd name="T13" fmla="*/ 2147483646 h 827"/>
              <a:gd name="T14" fmla="*/ 2147483646 w 246"/>
              <a:gd name="T15" fmla="*/ 2147483646 h 827"/>
              <a:gd name="T16" fmla="*/ 2147483646 w 246"/>
              <a:gd name="T17" fmla="*/ 2147483646 h 827"/>
              <a:gd name="T18" fmla="*/ 2147483646 w 246"/>
              <a:gd name="T19" fmla="*/ 2147483646 h 827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246" h="827">
                <a:moveTo>
                  <a:pt x="246" y="0"/>
                </a:moveTo>
                <a:cubicBezTo>
                  <a:pt x="231" y="13"/>
                  <a:pt x="187" y="50"/>
                  <a:pt x="156" y="78"/>
                </a:cubicBezTo>
                <a:cubicBezTo>
                  <a:pt x="125" y="106"/>
                  <a:pt x="85" y="131"/>
                  <a:pt x="62" y="168"/>
                </a:cubicBezTo>
                <a:cubicBezTo>
                  <a:pt x="39" y="205"/>
                  <a:pt x="29" y="258"/>
                  <a:pt x="19" y="299"/>
                </a:cubicBezTo>
                <a:cubicBezTo>
                  <a:pt x="9" y="340"/>
                  <a:pt x="2" y="381"/>
                  <a:pt x="1" y="417"/>
                </a:cubicBezTo>
                <a:cubicBezTo>
                  <a:pt x="0" y="453"/>
                  <a:pt x="10" y="485"/>
                  <a:pt x="15" y="515"/>
                </a:cubicBezTo>
                <a:cubicBezTo>
                  <a:pt x="20" y="545"/>
                  <a:pt x="20" y="574"/>
                  <a:pt x="29" y="600"/>
                </a:cubicBezTo>
                <a:cubicBezTo>
                  <a:pt x="38" y="626"/>
                  <a:pt x="52" y="645"/>
                  <a:pt x="71" y="671"/>
                </a:cubicBezTo>
                <a:cubicBezTo>
                  <a:pt x="90" y="697"/>
                  <a:pt x="113" y="729"/>
                  <a:pt x="142" y="755"/>
                </a:cubicBezTo>
                <a:cubicBezTo>
                  <a:pt x="171" y="781"/>
                  <a:pt x="224" y="812"/>
                  <a:pt x="246" y="827"/>
                </a:cubicBezTo>
              </a:path>
            </a:pathLst>
          </a:custGeom>
          <a:noFill/>
          <a:ln w="19050" cap="flat" cmpd="sng">
            <a:solidFill>
              <a:srgbClr val="000000"/>
            </a:solidFill>
            <a:prstDash val="lgDash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4" name="Freeform 84">
            <a:extLst>
              <a:ext uri="{FF2B5EF4-FFF2-40B4-BE49-F238E27FC236}">
                <a16:creationId xmlns:a16="http://schemas.microsoft.com/office/drawing/2014/main" id="{8C1639A2-156F-AC4E-50F8-DD72E9004D84}"/>
              </a:ext>
            </a:extLst>
          </p:cNvPr>
          <p:cNvSpPr>
            <a:spLocks/>
          </p:cNvSpPr>
          <p:nvPr/>
        </p:nvSpPr>
        <p:spPr bwMode="auto">
          <a:xfrm>
            <a:off x="5329317" y="3278187"/>
            <a:ext cx="1743075" cy="400050"/>
          </a:xfrm>
          <a:custGeom>
            <a:avLst/>
            <a:gdLst>
              <a:gd name="T0" fmla="*/ 0 w 1098"/>
              <a:gd name="T1" fmla="*/ 2147483646 h 252"/>
              <a:gd name="T2" fmla="*/ 2147483646 w 1098"/>
              <a:gd name="T3" fmla="*/ 2147483646 h 252"/>
              <a:gd name="T4" fmla="*/ 2147483646 w 1098"/>
              <a:gd name="T5" fmla="*/ 2147483646 h 252"/>
              <a:gd name="T6" fmla="*/ 2147483646 w 1098"/>
              <a:gd name="T7" fmla="*/ 2147483646 h 252"/>
              <a:gd name="T8" fmla="*/ 2147483646 w 1098"/>
              <a:gd name="T9" fmla="*/ 2147483646 h 252"/>
              <a:gd name="T10" fmla="*/ 2147483646 w 1098"/>
              <a:gd name="T11" fmla="*/ 0 h 252"/>
              <a:gd name="T12" fmla="*/ 2147483646 w 1098"/>
              <a:gd name="T13" fmla="*/ 2147483646 h 252"/>
              <a:gd name="T14" fmla="*/ 2147483646 w 1098"/>
              <a:gd name="T15" fmla="*/ 2147483646 h 252"/>
              <a:gd name="T16" fmla="*/ 2147483646 w 1098"/>
              <a:gd name="T17" fmla="*/ 2147483646 h 252"/>
              <a:gd name="T18" fmla="*/ 2147483646 w 1098"/>
              <a:gd name="T19" fmla="*/ 2147483646 h 252"/>
              <a:gd name="T20" fmla="*/ 2147483646 w 1098"/>
              <a:gd name="T21" fmla="*/ 2147483646 h 252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1098" h="252">
                <a:moveTo>
                  <a:pt x="0" y="252"/>
                </a:moveTo>
                <a:cubicBezTo>
                  <a:pt x="14" y="245"/>
                  <a:pt x="54" y="220"/>
                  <a:pt x="84" y="204"/>
                </a:cubicBezTo>
                <a:cubicBezTo>
                  <a:pt x="114" y="188"/>
                  <a:pt x="145" y="174"/>
                  <a:pt x="180" y="156"/>
                </a:cubicBezTo>
                <a:cubicBezTo>
                  <a:pt x="215" y="138"/>
                  <a:pt x="258" y="116"/>
                  <a:pt x="294" y="96"/>
                </a:cubicBezTo>
                <a:cubicBezTo>
                  <a:pt x="330" y="76"/>
                  <a:pt x="354" y="52"/>
                  <a:pt x="396" y="36"/>
                </a:cubicBezTo>
                <a:cubicBezTo>
                  <a:pt x="438" y="20"/>
                  <a:pt x="498" y="0"/>
                  <a:pt x="546" y="0"/>
                </a:cubicBezTo>
                <a:cubicBezTo>
                  <a:pt x="594" y="0"/>
                  <a:pt x="639" y="19"/>
                  <a:pt x="684" y="36"/>
                </a:cubicBezTo>
                <a:cubicBezTo>
                  <a:pt x="729" y="53"/>
                  <a:pt x="775" y="82"/>
                  <a:pt x="816" y="102"/>
                </a:cubicBezTo>
                <a:cubicBezTo>
                  <a:pt x="857" y="122"/>
                  <a:pt x="895" y="139"/>
                  <a:pt x="930" y="156"/>
                </a:cubicBezTo>
                <a:cubicBezTo>
                  <a:pt x="965" y="173"/>
                  <a:pt x="997" y="189"/>
                  <a:pt x="1025" y="204"/>
                </a:cubicBezTo>
                <a:cubicBezTo>
                  <a:pt x="1053" y="219"/>
                  <a:pt x="1083" y="237"/>
                  <a:pt x="1098" y="246"/>
                </a:cubicBezTo>
              </a:path>
            </a:pathLst>
          </a:cu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5" name="Text Box 85">
            <a:extLst>
              <a:ext uri="{FF2B5EF4-FFF2-40B4-BE49-F238E27FC236}">
                <a16:creationId xmlns:a16="http://schemas.microsoft.com/office/drawing/2014/main" id="{A8E01913-AC3D-9ABC-BEC3-5D975B3F9B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603" y="1844824"/>
            <a:ext cx="208262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457200" indent="-4572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zh-CN" altLang="en-US" sz="28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外形交线</a:t>
            </a:r>
          </a:p>
        </p:txBody>
      </p:sp>
      <p:sp>
        <p:nvSpPr>
          <p:cNvPr id="86" name="Text Box 86">
            <a:extLst>
              <a:ext uri="{FF2B5EF4-FFF2-40B4-BE49-F238E27FC236}">
                <a16:creationId xmlns:a16="http://schemas.microsoft.com/office/drawing/2014/main" id="{CA78F6F3-EE30-B20A-33A4-127C9B493B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366" y="2406621"/>
            <a:ext cx="238719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两外表面相贯</a:t>
            </a:r>
            <a:endParaRPr kumimoji="1" lang="zh-CN" altLang="en-US" sz="2400" b="0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87" name="Text Box 87">
            <a:extLst>
              <a:ext uri="{FF2B5EF4-FFF2-40B4-BE49-F238E27FC236}">
                <a16:creationId xmlns:a16="http://schemas.microsoft.com/office/drawing/2014/main" id="{9AD3D7F3-2784-8D40-3D0A-23AFB0FC39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366" y="2866996"/>
            <a:ext cx="393409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一内表面和一外表面相贯</a:t>
            </a:r>
          </a:p>
        </p:txBody>
      </p:sp>
      <p:sp>
        <p:nvSpPr>
          <p:cNvPr id="88" name="Text Box 88">
            <a:extLst>
              <a:ext uri="{FF2B5EF4-FFF2-40B4-BE49-F238E27FC236}">
                <a16:creationId xmlns:a16="http://schemas.microsoft.com/office/drawing/2014/main" id="{9F73BCBA-1BE2-D53D-5419-202F92347A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603" y="3468042"/>
            <a:ext cx="208262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457200" indent="-4572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zh-CN" altLang="en-US" sz="28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内形交线</a:t>
            </a:r>
          </a:p>
        </p:txBody>
      </p:sp>
      <p:sp>
        <p:nvSpPr>
          <p:cNvPr id="89" name="Text Box 89">
            <a:extLst>
              <a:ext uri="{FF2B5EF4-FFF2-40B4-BE49-F238E27FC236}">
                <a16:creationId xmlns:a16="http://schemas.microsoft.com/office/drawing/2014/main" id="{52A6C475-6090-33E5-B61F-087D63F74C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366" y="4046692"/>
            <a:ext cx="238719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两内表面相贯</a:t>
            </a:r>
          </a:p>
        </p:txBody>
      </p:sp>
      <p:sp>
        <p:nvSpPr>
          <p:cNvPr id="90" name="Line 90">
            <a:extLst>
              <a:ext uri="{FF2B5EF4-FFF2-40B4-BE49-F238E27FC236}">
                <a16:creationId xmlns:a16="http://schemas.microsoft.com/office/drawing/2014/main" id="{78394AD2-8C31-657E-968A-39BB37BBE9E3}"/>
              </a:ext>
            </a:extLst>
          </p:cNvPr>
          <p:cNvSpPr>
            <a:spLocks noChangeShapeType="1"/>
          </p:cNvSpPr>
          <p:nvPr/>
        </p:nvSpPr>
        <p:spPr bwMode="auto">
          <a:xfrm>
            <a:off x="5357892" y="1319212"/>
            <a:ext cx="0" cy="730250"/>
          </a:xfrm>
          <a:prstGeom prst="line">
            <a:avLst/>
          </a:prstGeom>
          <a:noFill/>
          <a:ln w="19050">
            <a:solidFill>
              <a:srgbClr val="FF9900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1" name="Line 91">
            <a:extLst>
              <a:ext uri="{FF2B5EF4-FFF2-40B4-BE49-F238E27FC236}">
                <a16:creationId xmlns:a16="http://schemas.microsoft.com/office/drawing/2014/main" id="{EDA8739B-A0FF-DB45-56A7-366777A3AF86}"/>
              </a:ext>
            </a:extLst>
          </p:cNvPr>
          <p:cNvSpPr>
            <a:spLocks noChangeShapeType="1"/>
          </p:cNvSpPr>
          <p:nvPr/>
        </p:nvSpPr>
        <p:spPr bwMode="auto">
          <a:xfrm>
            <a:off x="7061279" y="1327150"/>
            <a:ext cx="0" cy="741362"/>
          </a:xfrm>
          <a:prstGeom prst="line">
            <a:avLst/>
          </a:prstGeom>
          <a:noFill/>
          <a:ln w="19050">
            <a:solidFill>
              <a:srgbClr val="FF9900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92" name="Group 92">
            <a:extLst>
              <a:ext uri="{FF2B5EF4-FFF2-40B4-BE49-F238E27FC236}">
                <a16:creationId xmlns:a16="http://schemas.microsoft.com/office/drawing/2014/main" id="{BC14E62C-A4A3-C396-D1D0-289CBB928867}"/>
              </a:ext>
            </a:extLst>
          </p:cNvPr>
          <p:cNvGrpSpPr>
            <a:grpSpLocks/>
          </p:cNvGrpSpPr>
          <p:nvPr/>
        </p:nvGrpSpPr>
        <p:grpSpPr bwMode="auto">
          <a:xfrm>
            <a:off x="8076016" y="4228488"/>
            <a:ext cx="1557338" cy="1566863"/>
            <a:chOff x="4379" y="523"/>
            <a:chExt cx="981" cy="987"/>
          </a:xfrm>
        </p:grpSpPr>
        <p:sp>
          <p:nvSpPr>
            <p:cNvPr id="93" name="Freeform 93">
              <a:extLst>
                <a:ext uri="{FF2B5EF4-FFF2-40B4-BE49-F238E27FC236}">
                  <a16:creationId xmlns:a16="http://schemas.microsoft.com/office/drawing/2014/main" id="{22916FAA-BF09-8F52-DC49-D4A80590699A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9" y="595"/>
              <a:ext cx="911" cy="880"/>
            </a:xfrm>
            <a:custGeom>
              <a:avLst/>
              <a:gdLst>
                <a:gd name="T0" fmla="*/ 0 w 911"/>
                <a:gd name="T1" fmla="*/ 332 h 880"/>
                <a:gd name="T2" fmla="*/ 125 w 911"/>
                <a:gd name="T3" fmla="*/ 259 h 880"/>
                <a:gd name="T4" fmla="*/ 609 w 911"/>
                <a:gd name="T5" fmla="*/ 430 h 880"/>
                <a:gd name="T6" fmla="*/ 689 w 911"/>
                <a:gd name="T7" fmla="*/ 238 h 880"/>
                <a:gd name="T8" fmla="*/ 636 w 911"/>
                <a:gd name="T9" fmla="*/ 0 h 880"/>
                <a:gd name="T10" fmla="*/ 681 w 911"/>
                <a:gd name="T11" fmla="*/ 16 h 880"/>
                <a:gd name="T12" fmla="*/ 716 w 911"/>
                <a:gd name="T13" fmla="*/ 32 h 880"/>
                <a:gd name="T14" fmla="*/ 748 w 911"/>
                <a:gd name="T15" fmla="*/ 54 h 880"/>
                <a:gd name="T16" fmla="*/ 780 w 911"/>
                <a:gd name="T17" fmla="*/ 80 h 880"/>
                <a:gd name="T18" fmla="*/ 807 w 911"/>
                <a:gd name="T19" fmla="*/ 107 h 880"/>
                <a:gd name="T20" fmla="*/ 836 w 911"/>
                <a:gd name="T21" fmla="*/ 147 h 880"/>
                <a:gd name="T22" fmla="*/ 857 w 911"/>
                <a:gd name="T23" fmla="*/ 179 h 880"/>
                <a:gd name="T24" fmla="*/ 877 w 911"/>
                <a:gd name="T25" fmla="*/ 218 h 880"/>
                <a:gd name="T26" fmla="*/ 893 w 911"/>
                <a:gd name="T27" fmla="*/ 261 h 880"/>
                <a:gd name="T28" fmla="*/ 903 w 911"/>
                <a:gd name="T29" fmla="*/ 300 h 880"/>
                <a:gd name="T30" fmla="*/ 911 w 911"/>
                <a:gd name="T31" fmla="*/ 353 h 880"/>
                <a:gd name="T32" fmla="*/ 908 w 911"/>
                <a:gd name="T33" fmla="*/ 401 h 880"/>
                <a:gd name="T34" fmla="*/ 902 w 911"/>
                <a:gd name="T35" fmla="*/ 462 h 880"/>
                <a:gd name="T36" fmla="*/ 880 w 911"/>
                <a:gd name="T37" fmla="*/ 518 h 880"/>
                <a:gd name="T38" fmla="*/ 830 w 911"/>
                <a:gd name="T39" fmla="*/ 562 h 880"/>
                <a:gd name="T40" fmla="*/ 663 w 911"/>
                <a:gd name="T41" fmla="*/ 665 h 880"/>
                <a:gd name="T42" fmla="*/ 591 w 911"/>
                <a:gd name="T43" fmla="*/ 665 h 880"/>
                <a:gd name="T44" fmla="*/ 543 w 911"/>
                <a:gd name="T45" fmla="*/ 695 h 880"/>
                <a:gd name="T46" fmla="*/ 507 w 911"/>
                <a:gd name="T47" fmla="*/ 743 h 880"/>
                <a:gd name="T48" fmla="*/ 290 w 911"/>
                <a:gd name="T49" fmla="*/ 880 h 880"/>
                <a:gd name="T50" fmla="*/ 241 w 911"/>
                <a:gd name="T51" fmla="*/ 433 h 880"/>
                <a:gd name="T52" fmla="*/ 0 w 911"/>
                <a:gd name="T53" fmla="*/ 332 h 880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0" t="0" r="r" b="b"/>
              <a:pathLst>
                <a:path w="911" h="880">
                  <a:moveTo>
                    <a:pt x="0" y="332"/>
                  </a:moveTo>
                  <a:lnTo>
                    <a:pt x="125" y="259"/>
                  </a:lnTo>
                  <a:lnTo>
                    <a:pt x="609" y="430"/>
                  </a:lnTo>
                  <a:lnTo>
                    <a:pt x="689" y="238"/>
                  </a:lnTo>
                  <a:lnTo>
                    <a:pt x="636" y="0"/>
                  </a:lnTo>
                  <a:lnTo>
                    <a:pt x="681" y="16"/>
                  </a:lnTo>
                  <a:lnTo>
                    <a:pt x="716" y="32"/>
                  </a:lnTo>
                  <a:lnTo>
                    <a:pt x="748" y="54"/>
                  </a:lnTo>
                  <a:lnTo>
                    <a:pt x="780" y="80"/>
                  </a:lnTo>
                  <a:lnTo>
                    <a:pt x="807" y="107"/>
                  </a:lnTo>
                  <a:lnTo>
                    <a:pt x="836" y="147"/>
                  </a:lnTo>
                  <a:lnTo>
                    <a:pt x="857" y="179"/>
                  </a:lnTo>
                  <a:lnTo>
                    <a:pt x="877" y="218"/>
                  </a:lnTo>
                  <a:lnTo>
                    <a:pt x="893" y="261"/>
                  </a:lnTo>
                  <a:lnTo>
                    <a:pt x="903" y="300"/>
                  </a:lnTo>
                  <a:lnTo>
                    <a:pt x="911" y="353"/>
                  </a:lnTo>
                  <a:lnTo>
                    <a:pt x="908" y="401"/>
                  </a:lnTo>
                  <a:lnTo>
                    <a:pt x="902" y="462"/>
                  </a:lnTo>
                  <a:lnTo>
                    <a:pt x="880" y="518"/>
                  </a:lnTo>
                  <a:lnTo>
                    <a:pt x="830" y="562"/>
                  </a:lnTo>
                  <a:lnTo>
                    <a:pt x="663" y="665"/>
                  </a:lnTo>
                  <a:lnTo>
                    <a:pt x="591" y="665"/>
                  </a:lnTo>
                  <a:lnTo>
                    <a:pt x="543" y="695"/>
                  </a:lnTo>
                  <a:lnTo>
                    <a:pt x="507" y="743"/>
                  </a:lnTo>
                  <a:lnTo>
                    <a:pt x="290" y="880"/>
                  </a:lnTo>
                  <a:lnTo>
                    <a:pt x="241" y="433"/>
                  </a:lnTo>
                  <a:lnTo>
                    <a:pt x="0" y="332"/>
                  </a:lnTo>
                  <a:close/>
                </a:path>
              </a:pathLst>
            </a:custGeom>
            <a:gradFill rotWithShape="0">
              <a:gsLst>
                <a:gs pos="0">
                  <a:srgbClr val="184718"/>
                </a:gs>
                <a:gs pos="50000">
                  <a:srgbClr val="339933"/>
                </a:gs>
                <a:gs pos="100000">
                  <a:srgbClr val="184718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4" name="Freeform 94">
              <a:extLst>
                <a:ext uri="{FF2B5EF4-FFF2-40B4-BE49-F238E27FC236}">
                  <a16:creationId xmlns:a16="http://schemas.microsoft.com/office/drawing/2014/main" id="{84124AFC-A9B0-9C9B-15FC-2ACDDD94A015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9" y="694"/>
              <a:ext cx="594" cy="451"/>
            </a:xfrm>
            <a:custGeom>
              <a:avLst/>
              <a:gdLst>
                <a:gd name="T0" fmla="*/ 0 w 2664"/>
                <a:gd name="T1" fmla="*/ 0 h 2028"/>
                <a:gd name="T2" fmla="*/ 0 w 2664"/>
                <a:gd name="T3" fmla="*/ 0 h 2028"/>
                <a:gd name="T4" fmla="*/ 0 w 2664"/>
                <a:gd name="T5" fmla="*/ 0 h 2028"/>
                <a:gd name="T6" fmla="*/ 0 w 2664"/>
                <a:gd name="T7" fmla="*/ 0 h 2028"/>
                <a:gd name="T8" fmla="*/ 0 w 2664"/>
                <a:gd name="T9" fmla="*/ 0 h 2028"/>
                <a:gd name="T10" fmla="*/ 0 w 2664"/>
                <a:gd name="T11" fmla="*/ 0 h 2028"/>
                <a:gd name="T12" fmla="*/ 0 w 2664"/>
                <a:gd name="T13" fmla="*/ 0 h 2028"/>
                <a:gd name="T14" fmla="*/ 0 w 2664"/>
                <a:gd name="T15" fmla="*/ 0 h 2028"/>
                <a:gd name="T16" fmla="*/ 0 w 2664"/>
                <a:gd name="T17" fmla="*/ 0 h 2028"/>
                <a:gd name="T18" fmla="*/ 0 w 2664"/>
                <a:gd name="T19" fmla="*/ 0 h 2028"/>
                <a:gd name="T20" fmla="*/ 0 w 2664"/>
                <a:gd name="T21" fmla="*/ 0 h 2028"/>
                <a:gd name="T22" fmla="*/ 0 w 2664"/>
                <a:gd name="T23" fmla="*/ 0 h 2028"/>
                <a:gd name="T24" fmla="*/ 0 w 2664"/>
                <a:gd name="T25" fmla="*/ 0 h 2028"/>
                <a:gd name="T26" fmla="*/ 0 w 2664"/>
                <a:gd name="T27" fmla="*/ 0 h 2028"/>
                <a:gd name="T28" fmla="*/ 0 w 2664"/>
                <a:gd name="T29" fmla="*/ 0 h 2028"/>
                <a:gd name="T30" fmla="*/ 0 w 2664"/>
                <a:gd name="T31" fmla="*/ 0 h 2028"/>
                <a:gd name="T32" fmla="*/ 0 w 2664"/>
                <a:gd name="T33" fmla="*/ 0 h 2028"/>
                <a:gd name="T34" fmla="*/ 0 w 2664"/>
                <a:gd name="T35" fmla="*/ 0 h 2028"/>
                <a:gd name="T36" fmla="*/ 0 w 2664"/>
                <a:gd name="T37" fmla="*/ 0 h 2028"/>
                <a:gd name="T38" fmla="*/ 0 w 2664"/>
                <a:gd name="T39" fmla="*/ 0 h 2028"/>
                <a:gd name="T40" fmla="*/ 0 w 2664"/>
                <a:gd name="T41" fmla="*/ 0 h 2028"/>
                <a:gd name="T42" fmla="*/ 0 w 2664"/>
                <a:gd name="T43" fmla="*/ 0 h 2028"/>
                <a:gd name="T44" fmla="*/ 0 w 2664"/>
                <a:gd name="T45" fmla="*/ 0 h 2028"/>
                <a:gd name="T46" fmla="*/ 0 w 2664"/>
                <a:gd name="T47" fmla="*/ 0 h 2028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2664" h="2028">
                  <a:moveTo>
                    <a:pt x="0" y="0"/>
                  </a:moveTo>
                  <a:lnTo>
                    <a:pt x="0" y="756"/>
                  </a:lnTo>
                  <a:lnTo>
                    <a:pt x="204" y="864"/>
                  </a:lnTo>
                  <a:lnTo>
                    <a:pt x="420" y="960"/>
                  </a:lnTo>
                  <a:lnTo>
                    <a:pt x="648" y="1056"/>
                  </a:lnTo>
                  <a:lnTo>
                    <a:pt x="948" y="1176"/>
                  </a:lnTo>
                  <a:lnTo>
                    <a:pt x="1248" y="1284"/>
                  </a:lnTo>
                  <a:lnTo>
                    <a:pt x="1440" y="1368"/>
                  </a:lnTo>
                  <a:lnTo>
                    <a:pt x="1620" y="1452"/>
                  </a:lnTo>
                  <a:lnTo>
                    <a:pt x="1908" y="1608"/>
                  </a:lnTo>
                  <a:lnTo>
                    <a:pt x="2064" y="1740"/>
                  </a:lnTo>
                  <a:lnTo>
                    <a:pt x="2184" y="1848"/>
                  </a:lnTo>
                  <a:lnTo>
                    <a:pt x="2268" y="1956"/>
                  </a:lnTo>
                  <a:lnTo>
                    <a:pt x="2340" y="2028"/>
                  </a:lnTo>
                  <a:lnTo>
                    <a:pt x="2400" y="1800"/>
                  </a:lnTo>
                  <a:lnTo>
                    <a:pt x="2460" y="1584"/>
                  </a:lnTo>
                  <a:lnTo>
                    <a:pt x="2520" y="1380"/>
                  </a:lnTo>
                  <a:lnTo>
                    <a:pt x="2568" y="1188"/>
                  </a:lnTo>
                  <a:lnTo>
                    <a:pt x="2616" y="936"/>
                  </a:lnTo>
                  <a:lnTo>
                    <a:pt x="2628" y="768"/>
                  </a:lnTo>
                  <a:lnTo>
                    <a:pt x="2652" y="564"/>
                  </a:lnTo>
                  <a:lnTo>
                    <a:pt x="2664" y="468"/>
                  </a:lnTo>
                  <a:lnTo>
                    <a:pt x="2664" y="12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5E0000"/>
                </a:gs>
                <a:gs pos="50000">
                  <a:srgbClr val="CC0000"/>
                </a:gs>
                <a:gs pos="100000">
                  <a:srgbClr val="5E000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5" name="Oval 95">
              <a:extLst>
                <a:ext uri="{FF2B5EF4-FFF2-40B4-BE49-F238E27FC236}">
                  <a16:creationId xmlns:a16="http://schemas.microsoft.com/office/drawing/2014/main" id="{B6EC5D4C-7DD0-FDB0-6D80-228570F0FB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69" y="523"/>
              <a:ext cx="594" cy="374"/>
            </a:xfrm>
            <a:prstGeom prst="ellipse">
              <a:avLst/>
            </a:prstGeom>
            <a:solidFill>
              <a:srgbClr val="FF00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6" name="Oval 96">
              <a:extLst>
                <a:ext uri="{FF2B5EF4-FFF2-40B4-BE49-F238E27FC236}">
                  <a16:creationId xmlns:a16="http://schemas.microsoft.com/office/drawing/2014/main" id="{6510D59D-6B79-9035-3FB1-A008E2DC6B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3" y="574"/>
              <a:ext cx="414" cy="262"/>
            </a:xfrm>
            <a:prstGeom prst="ellipse">
              <a:avLst/>
            </a:prstGeom>
            <a:gradFill rotWithShape="0">
              <a:gsLst>
                <a:gs pos="0">
                  <a:srgbClr val="69542A"/>
                </a:gs>
                <a:gs pos="50000">
                  <a:srgbClr val="FFCC66"/>
                </a:gs>
                <a:gs pos="100000">
                  <a:srgbClr val="69542A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7" name="Oval 97">
              <a:extLst>
                <a:ext uri="{FF2B5EF4-FFF2-40B4-BE49-F238E27FC236}">
                  <a16:creationId xmlns:a16="http://schemas.microsoft.com/office/drawing/2014/main" id="{08055E95-5D22-E453-6FE3-5D385AA2256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1458305">
              <a:off x="4379" y="893"/>
              <a:ext cx="423" cy="617"/>
            </a:xfrm>
            <a:prstGeom prst="ellipse">
              <a:avLst/>
            </a:prstGeom>
            <a:solidFill>
              <a:srgbClr val="00CC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8" name="Oval 98">
              <a:extLst>
                <a:ext uri="{FF2B5EF4-FFF2-40B4-BE49-F238E27FC236}">
                  <a16:creationId xmlns:a16="http://schemas.microsoft.com/office/drawing/2014/main" id="{E26A43A7-F814-FEC3-381B-C38FA0E5BDD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1603964">
              <a:off x="4482" y="1028"/>
              <a:ext cx="218" cy="337"/>
            </a:xfrm>
            <a:prstGeom prst="ellipse">
              <a:avLst/>
            </a:prstGeom>
            <a:gradFill rotWithShape="0">
              <a:gsLst>
                <a:gs pos="0">
                  <a:srgbClr val="3333CC"/>
                </a:gs>
                <a:gs pos="50000">
                  <a:srgbClr val="33CCFF"/>
                </a:gs>
                <a:gs pos="100000">
                  <a:srgbClr val="3333CC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</a:endParaRPr>
            </a:p>
          </p:txBody>
        </p:sp>
      </p:grpSp>
      <p:grpSp>
        <p:nvGrpSpPr>
          <p:cNvPr id="99" name="Group 99">
            <a:extLst>
              <a:ext uri="{FF2B5EF4-FFF2-40B4-BE49-F238E27FC236}">
                <a16:creationId xmlns:a16="http://schemas.microsoft.com/office/drawing/2014/main" id="{BBE084E9-0A15-50CD-E841-06BCF31627D6}"/>
              </a:ext>
            </a:extLst>
          </p:cNvPr>
          <p:cNvGrpSpPr>
            <a:grpSpLocks/>
          </p:cNvGrpSpPr>
          <p:nvPr/>
        </p:nvGrpSpPr>
        <p:grpSpPr bwMode="auto">
          <a:xfrm>
            <a:off x="10091291" y="4235463"/>
            <a:ext cx="1868488" cy="1697038"/>
            <a:chOff x="2917" y="340"/>
            <a:chExt cx="1177" cy="1069"/>
          </a:xfrm>
        </p:grpSpPr>
        <p:sp>
          <p:nvSpPr>
            <p:cNvPr id="100" name="Freeform 100">
              <a:extLst>
                <a:ext uri="{FF2B5EF4-FFF2-40B4-BE49-F238E27FC236}">
                  <a16:creationId xmlns:a16="http://schemas.microsoft.com/office/drawing/2014/main" id="{C349B5E0-4093-2642-E295-93F58182EEF5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4" y="725"/>
              <a:ext cx="293" cy="154"/>
            </a:xfrm>
            <a:custGeom>
              <a:avLst/>
              <a:gdLst>
                <a:gd name="T0" fmla="*/ 0 w 630"/>
                <a:gd name="T1" fmla="*/ 0 h 330"/>
                <a:gd name="T2" fmla="*/ 0 w 630"/>
                <a:gd name="T3" fmla="*/ 0 h 330"/>
                <a:gd name="T4" fmla="*/ 0 w 630"/>
                <a:gd name="T5" fmla="*/ 0 h 330"/>
                <a:gd name="T6" fmla="*/ 0 w 630"/>
                <a:gd name="T7" fmla="*/ 0 h 330"/>
                <a:gd name="T8" fmla="*/ 0 w 630"/>
                <a:gd name="T9" fmla="*/ 0 h 33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30" h="330">
                  <a:moveTo>
                    <a:pt x="0" y="276"/>
                  </a:moveTo>
                  <a:lnTo>
                    <a:pt x="450" y="0"/>
                  </a:lnTo>
                  <a:lnTo>
                    <a:pt x="630" y="132"/>
                  </a:lnTo>
                  <a:lnTo>
                    <a:pt x="330" y="330"/>
                  </a:lnTo>
                  <a:lnTo>
                    <a:pt x="0" y="276"/>
                  </a:lnTo>
                  <a:close/>
                </a:path>
              </a:pathLst>
            </a:custGeom>
            <a:gradFill rotWithShape="0">
              <a:gsLst>
                <a:gs pos="0">
                  <a:srgbClr val="005E00"/>
                </a:gs>
                <a:gs pos="100000">
                  <a:srgbClr val="009900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1" name="Freeform 101">
              <a:extLst>
                <a:ext uri="{FF2B5EF4-FFF2-40B4-BE49-F238E27FC236}">
                  <a16:creationId xmlns:a16="http://schemas.microsoft.com/office/drawing/2014/main" id="{5271FC51-B72E-E1BE-64B7-4756FEAC6C88}"/>
                </a:ext>
              </a:extLst>
            </p:cNvPr>
            <p:cNvSpPr>
              <a:spLocks/>
            </p:cNvSpPr>
            <p:nvPr/>
          </p:nvSpPr>
          <p:spPr bwMode="auto">
            <a:xfrm>
              <a:off x="3185" y="530"/>
              <a:ext cx="98" cy="257"/>
            </a:xfrm>
            <a:custGeom>
              <a:avLst/>
              <a:gdLst>
                <a:gd name="T0" fmla="*/ 0 w 210"/>
                <a:gd name="T1" fmla="*/ 0 h 552"/>
                <a:gd name="T2" fmla="*/ 0 w 210"/>
                <a:gd name="T3" fmla="*/ 0 h 552"/>
                <a:gd name="T4" fmla="*/ 0 w 210"/>
                <a:gd name="T5" fmla="*/ 0 h 552"/>
                <a:gd name="T6" fmla="*/ 0 w 210"/>
                <a:gd name="T7" fmla="*/ 0 h 552"/>
                <a:gd name="T8" fmla="*/ 0 w 210"/>
                <a:gd name="T9" fmla="*/ 0 h 552"/>
                <a:gd name="T10" fmla="*/ 0 w 210"/>
                <a:gd name="T11" fmla="*/ 0 h 552"/>
                <a:gd name="T12" fmla="*/ 0 w 210"/>
                <a:gd name="T13" fmla="*/ 0 h 55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0" h="552">
                  <a:moveTo>
                    <a:pt x="0" y="0"/>
                  </a:moveTo>
                  <a:lnTo>
                    <a:pt x="0" y="444"/>
                  </a:lnTo>
                  <a:lnTo>
                    <a:pt x="42" y="492"/>
                  </a:lnTo>
                  <a:lnTo>
                    <a:pt x="114" y="534"/>
                  </a:lnTo>
                  <a:lnTo>
                    <a:pt x="182" y="552"/>
                  </a:lnTo>
                  <a:lnTo>
                    <a:pt x="210" y="276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901D00"/>
                </a:gs>
                <a:gs pos="100000">
                  <a:srgbClr val="FF330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2" name="Freeform 102">
              <a:extLst>
                <a:ext uri="{FF2B5EF4-FFF2-40B4-BE49-F238E27FC236}">
                  <a16:creationId xmlns:a16="http://schemas.microsoft.com/office/drawing/2014/main" id="{FF2689C7-BCDD-F249-C59D-C81557521594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1" y="413"/>
              <a:ext cx="423" cy="786"/>
            </a:xfrm>
            <a:custGeom>
              <a:avLst/>
              <a:gdLst>
                <a:gd name="T0" fmla="*/ 1 w 591"/>
                <a:gd name="T1" fmla="*/ 0 h 1100"/>
                <a:gd name="T2" fmla="*/ 1 w 591"/>
                <a:gd name="T3" fmla="*/ 1 h 1100"/>
                <a:gd name="T4" fmla="*/ 1 w 591"/>
                <a:gd name="T5" fmla="*/ 1 h 1100"/>
                <a:gd name="T6" fmla="*/ 1 w 591"/>
                <a:gd name="T7" fmla="*/ 1 h 1100"/>
                <a:gd name="T8" fmla="*/ 1 w 591"/>
                <a:gd name="T9" fmla="*/ 1 h 1100"/>
                <a:gd name="T10" fmla="*/ 1 w 591"/>
                <a:gd name="T11" fmla="*/ 1 h 1100"/>
                <a:gd name="T12" fmla="*/ 1 w 591"/>
                <a:gd name="T13" fmla="*/ 1 h 1100"/>
                <a:gd name="T14" fmla="*/ 1 w 591"/>
                <a:gd name="T15" fmla="*/ 1 h 1100"/>
                <a:gd name="T16" fmla="*/ 1 w 591"/>
                <a:gd name="T17" fmla="*/ 1 h 1100"/>
                <a:gd name="T18" fmla="*/ 1 w 591"/>
                <a:gd name="T19" fmla="*/ 1 h 1100"/>
                <a:gd name="T20" fmla="*/ 1 w 591"/>
                <a:gd name="T21" fmla="*/ 1 h 1100"/>
                <a:gd name="T22" fmla="*/ 1 w 591"/>
                <a:gd name="T23" fmla="*/ 1 h 1100"/>
                <a:gd name="T24" fmla="*/ 1 w 591"/>
                <a:gd name="T25" fmla="*/ 1 h 1100"/>
                <a:gd name="T26" fmla="*/ 1 w 591"/>
                <a:gd name="T27" fmla="*/ 1 h 1100"/>
                <a:gd name="T28" fmla="*/ 0 w 591"/>
                <a:gd name="T29" fmla="*/ 1 h 1100"/>
                <a:gd name="T30" fmla="*/ 1 w 591"/>
                <a:gd name="T31" fmla="*/ 1 h 1100"/>
                <a:gd name="T32" fmla="*/ 1 w 591"/>
                <a:gd name="T33" fmla="*/ 1 h 1100"/>
                <a:gd name="T34" fmla="*/ 1 w 591"/>
                <a:gd name="T35" fmla="*/ 1 h 1100"/>
                <a:gd name="T36" fmla="*/ 1 w 591"/>
                <a:gd name="T37" fmla="*/ 1 h 1100"/>
                <a:gd name="T38" fmla="*/ 1 w 591"/>
                <a:gd name="T39" fmla="*/ 1 h 1100"/>
                <a:gd name="T40" fmla="*/ 1 w 591"/>
                <a:gd name="T41" fmla="*/ 0 h 1100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591" h="1100">
                  <a:moveTo>
                    <a:pt x="92" y="0"/>
                  </a:moveTo>
                  <a:lnTo>
                    <a:pt x="156" y="8"/>
                  </a:lnTo>
                  <a:lnTo>
                    <a:pt x="216" y="24"/>
                  </a:lnTo>
                  <a:lnTo>
                    <a:pt x="292" y="60"/>
                  </a:lnTo>
                  <a:lnTo>
                    <a:pt x="372" y="119"/>
                  </a:lnTo>
                  <a:lnTo>
                    <a:pt x="450" y="202"/>
                  </a:lnTo>
                  <a:lnTo>
                    <a:pt x="508" y="288"/>
                  </a:lnTo>
                  <a:lnTo>
                    <a:pt x="552" y="389"/>
                  </a:lnTo>
                  <a:lnTo>
                    <a:pt x="575" y="463"/>
                  </a:lnTo>
                  <a:lnTo>
                    <a:pt x="591" y="569"/>
                  </a:lnTo>
                  <a:lnTo>
                    <a:pt x="587" y="655"/>
                  </a:lnTo>
                  <a:lnTo>
                    <a:pt x="564" y="736"/>
                  </a:lnTo>
                  <a:lnTo>
                    <a:pt x="516" y="796"/>
                  </a:lnTo>
                  <a:lnTo>
                    <a:pt x="456" y="836"/>
                  </a:lnTo>
                  <a:lnTo>
                    <a:pt x="0" y="1100"/>
                  </a:lnTo>
                  <a:lnTo>
                    <a:pt x="68" y="1012"/>
                  </a:lnTo>
                  <a:lnTo>
                    <a:pt x="92" y="920"/>
                  </a:lnTo>
                  <a:lnTo>
                    <a:pt x="115" y="608"/>
                  </a:lnTo>
                  <a:lnTo>
                    <a:pt x="145" y="523"/>
                  </a:lnTo>
                  <a:lnTo>
                    <a:pt x="155" y="446"/>
                  </a:lnTo>
                  <a:lnTo>
                    <a:pt x="92" y="0"/>
                  </a:lnTo>
                  <a:close/>
                </a:path>
              </a:pathLst>
            </a:custGeom>
            <a:gradFill rotWithShape="0">
              <a:gsLst>
                <a:gs pos="0">
                  <a:srgbClr val="004700"/>
                </a:gs>
                <a:gs pos="50000">
                  <a:srgbClr val="009900"/>
                </a:gs>
                <a:gs pos="100000">
                  <a:srgbClr val="004700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3" name="Freeform 103">
              <a:extLst>
                <a:ext uri="{FF2B5EF4-FFF2-40B4-BE49-F238E27FC236}">
                  <a16:creationId xmlns:a16="http://schemas.microsoft.com/office/drawing/2014/main" id="{24BE7442-8D7A-91A2-CF1C-72F19E9A6E89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4" y="541"/>
              <a:ext cx="152" cy="569"/>
            </a:xfrm>
            <a:custGeom>
              <a:avLst/>
              <a:gdLst>
                <a:gd name="T0" fmla="*/ 0 w 212"/>
                <a:gd name="T1" fmla="*/ 1 h 797"/>
                <a:gd name="T2" fmla="*/ 1 w 212"/>
                <a:gd name="T3" fmla="*/ 1 h 797"/>
                <a:gd name="T4" fmla="*/ 1 w 212"/>
                <a:gd name="T5" fmla="*/ 1 h 797"/>
                <a:gd name="T6" fmla="*/ 1 w 212"/>
                <a:gd name="T7" fmla="*/ 1 h 797"/>
                <a:gd name="T8" fmla="*/ 1 w 212"/>
                <a:gd name="T9" fmla="*/ 1 h 797"/>
                <a:gd name="T10" fmla="*/ 1 w 212"/>
                <a:gd name="T11" fmla="*/ 1 h 797"/>
                <a:gd name="T12" fmla="*/ 1 w 212"/>
                <a:gd name="T13" fmla="*/ 1 h 797"/>
                <a:gd name="T14" fmla="*/ 1 w 212"/>
                <a:gd name="T15" fmla="*/ 1 h 797"/>
                <a:gd name="T16" fmla="*/ 1 w 212"/>
                <a:gd name="T17" fmla="*/ 1 h 797"/>
                <a:gd name="T18" fmla="*/ 1 w 212"/>
                <a:gd name="T19" fmla="*/ 0 h 797"/>
                <a:gd name="T20" fmla="*/ 0 w 212"/>
                <a:gd name="T21" fmla="*/ 1 h 797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12" h="797">
                  <a:moveTo>
                    <a:pt x="0" y="231"/>
                  </a:moveTo>
                  <a:lnTo>
                    <a:pt x="20" y="377"/>
                  </a:lnTo>
                  <a:lnTo>
                    <a:pt x="20" y="797"/>
                  </a:lnTo>
                  <a:lnTo>
                    <a:pt x="106" y="711"/>
                  </a:lnTo>
                  <a:lnTo>
                    <a:pt x="160" y="513"/>
                  </a:lnTo>
                  <a:lnTo>
                    <a:pt x="142" y="597"/>
                  </a:lnTo>
                  <a:lnTo>
                    <a:pt x="176" y="453"/>
                  </a:lnTo>
                  <a:lnTo>
                    <a:pt x="196" y="377"/>
                  </a:lnTo>
                  <a:lnTo>
                    <a:pt x="212" y="281"/>
                  </a:lnTo>
                  <a:lnTo>
                    <a:pt x="211" y="0"/>
                  </a:lnTo>
                  <a:lnTo>
                    <a:pt x="0" y="231"/>
                  </a:lnTo>
                  <a:close/>
                </a:path>
              </a:pathLst>
            </a:custGeom>
            <a:gradFill rotWithShape="0">
              <a:gsLst>
                <a:gs pos="0">
                  <a:srgbClr val="FF3300"/>
                </a:gs>
                <a:gs pos="100000">
                  <a:srgbClr val="76180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4" name="Oval 104">
              <a:extLst>
                <a:ext uri="{FF2B5EF4-FFF2-40B4-BE49-F238E27FC236}">
                  <a16:creationId xmlns:a16="http://schemas.microsoft.com/office/drawing/2014/main" id="{47AE597A-2634-F132-94C6-11A99A0229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85" y="340"/>
              <a:ext cx="639" cy="407"/>
            </a:xfrm>
            <a:prstGeom prst="ellipse">
              <a:avLst/>
            </a:prstGeom>
            <a:solidFill>
              <a:srgbClr val="FF00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5" name="Freeform 105">
              <a:extLst>
                <a:ext uri="{FF2B5EF4-FFF2-40B4-BE49-F238E27FC236}">
                  <a16:creationId xmlns:a16="http://schemas.microsoft.com/office/drawing/2014/main" id="{F2D24845-08F2-3A30-5489-EB433F7ADC1D}"/>
                </a:ext>
              </a:extLst>
            </p:cNvPr>
            <p:cNvSpPr>
              <a:spLocks/>
            </p:cNvSpPr>
            <p:nvPr/>
          </p:nvSpPr>
          <p:spPr bwMode="auto">
            <a:xfrm>
              <a:off x="3267" y="388"/>
              <a:ext cx="477" cy="929"/>
            </a:xfrm>
            <a:custGeom>
              <a:avLst/>
              <a:gdLst>
                <a:gd name="T0" fmla="*/ 56 w 477"/>
                <a:gd name="T1" fmla="*/ 264 h 929"/>
                <a:gd name="T2" fmla="*/ 36 w 477"/>
                <a:gd name="T3" fmla="*/ 242 h 929"/>
                <a:gd name="T4" fmla="*/ 11 w 477"/>
                <a:gd name="T5" fmla="*/ 212 h 929"/>
                <a:gd name="T6" fmla="*/ 0 w 477"/>
                <a:gd name="T7" fmla="*/ 181 h 929"/>
                <a:gd name="T8" fmla="*/ 0 w 477"/>
                <a:gd name="T9" fmla="*/ 142 h 929"/>
                <a:gd name="T10" fmla="*/ 6 w 477"/>
                <a:gd name="T11" fmla="*/ 114 h 929"/>
                <a:gd name="T12" fmla="*/ 25 w 477"/>
                <a:gd name="T13" fmla="*/ 86 h 929"/>
                <a:gd name="T14" fmla="*/ 56 w 477"/>
                <a:gd name="T15" fmla="*/ 56 h 929"/>
                <a:gd name="T16" fmla="*/ 101 w 477"/>
                <a:gd name="T17" fmla="*/ 30 h 929"/>
                <a:gd name="T18" fmla="*/ 151 w 477"/>
                <a:gd name="T19" fmla="*/ 14 h 929"/>
                <a:gd name="T20" fmla="*/ 201 w 477"/>
                <a:gd name="T21" fmla="*/ 6 h 929"/>
                <a:gd name="T22" fmla="*/ 254 w 477"/>
                <a:gd name="T23" fmla="*/ 0 h 929"/>
                <a:gd name="T24" fmla="*/ 313 w 477"/>
                <a:gd name="T25" fmla="*/ 8 h 929"/>
                <a:gd name="T26" fmla="*/ 359 w 477"/>
                <a:gd name="T27" fmla="*/ 21 h 929"/>
                <a:gd name="T28" fmla="*/ 393 w 477"/>
                <a:gd name="T29" fmla="*/ 36 h 929"/>
                <a:gd name="T30" fmla="*/ 421 w 477"/>
                <a:gd name="T31" fmla="*/ 56 h 929"/>
                <a:gd name="T32" fmla="*/ 456 w 477"/>
                <a:gd name="T33" fmla="*/ 96 h 929"/>
                <a:gd name="T34" fmla="*/ 477 w 477"/>
                <a:gd name="T35" fmla="*/ 134 h 929"/>
                <a:gd name="T36" fmla="*/ 477 w 477"/>
                <a:gd name="T37" fmla="*/ 181 h 929"/>
                <a:gd name="T38" fmla="*/ 455 w 477"/>
                <a:gd name="T39" fmla="*/ 223 h 929"/>
                <a:gd name="T40" fmla="*/ 438 w 477"/>
                <a:gd name="T41" fmla="*/ 244 h 929"/>
                <a:gd name="T42" fmla="*/ 413 w 477"/>
                <a:gd name="T43" fmla="*/ 259 h 929"/>
                <a:gd name="T44" fmla="*/ 409 w 477"/>
                <a:gd name="T45" fmla="*/ 768 h 929"/>
                <a:gd name="T46" fmla="*/ 385 w 477"/>
                <a:gd name="T47" fmla="*/ 740 h 929"/>
                <a:gd name="T48" fmla="*/ 345 w 477"/>
                <a:gd name="T49" fmla="*/ 728 h 929"/>
                <a:gd name="T50" fmla="*/ 293 w 477"/>
                <a:gd name="T51" fmla="*/ 736 h 929"/>
                <a:gd name="T52" fmla="*/ 257 w 477"/>
                <a:gd name="T53" fmla="*/ 748 h 929"/>
                <a:gd name="T54" fmla="*/ 217 w 477"/>
                <a:gd name="T55" fmla="*/ 768 h 929"/>
                <a:gd name="T56" fmla="*/ 173 w 477"/>
                <a:gd name="T57" fmla="*/ 800 h 929"/>
                <a:gd name="T58" fmla="*/ 133 w 477"/>
                <a:gd name="T59" fmla="*/ 836 h 929"/>
                <a:gd name="T60" fmla="*/ 89 w 477"/>
                <a:gd name="T61" fmla="*/ 880 h 929"/>
                <a:gd name="T62" fmla="*/ 56 w 477"/>
                <a:gd name="T63" fmla="*/ 929 h 929"/>
                <a:gd name="T64" fmla="*/ 56 w 477"/>
                <a:gd name="T65" fmla="*/ 264 h 929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477" h="929">
                  <a:moveTo>
                    <a:pt x="56" y="264"/>
                  </a:moveTo>
                  <a:lnTo>
                    <a:pt x="36" y="242"/>
                  </a:lnTo>
                  <a:lnTo>
                    <a:pt x="11" y="212"/>
                  </a:lnTo>
                  <a:lnTo>
                    <a:pt x="0" y="181"/>
                  </a:lnTo>
                  <a:lnTo>
                    <a:pt x="0" y="142"/>
                  </a:lnTo>
                  <a:lnTo>
                    <a:pt x="6" y="114"/>
                  </a:lnTo>
                  <a:lnTo>
                    <a:pt x="25" y="86"/>
                  </a:lnTo>
                  <a:lnTo>
                    <a:pt x="56" y="56"/>
                  </a:lnTo>
                  <a:lnTo>
                    <a:pt x="101" y="30"/>
                  </a:lnTo>
                  <a:lnTo>
                    <a:pt x="151" y="14"/>
                  </a:lnTo>
                  <a:lnTo>
                    <a:pt x="201" y="6"/>
                  </a:lnTo>
                  <a:lnTo>
                    <a:pt x="254" y="0"/>
                  </a:lnTo>
                  <a:lnTo>
                    <a:pt x="313" y="8"/>
                  </a:lnTo>
                  <a:lnTo>
                    <a:pt x="359" y="21"/>
                  </a:lnTo>
                  <a:lnTo>
                    <a:pt x="393" y="36"/>
                  </a:lnTo>
                  <a:lnTo>
                    <a:pt x="421" y="56"/>
                  </a:lnTo>
                  <a:lnTo>
                    <a:pt x="456" y="96"/>
                  </a:lnTo>
                  <a:lnTo>
                    <a:pt x="477" y="134"/>
                  </a:lnTo>
                  <a:lnTo>
                    <a:pt x="477" y="181"/>
                  </a:lnTo>
                  <a:lnTo>
                    <a:pt x="455" y="223"/>
                  </a:lnTo>
                  <a:lnTo>
                    <a:pt x="438" y="244"/>
                  </a:lnTo>
                  <a:lnTo>
                    <a:pt x="413" y="259"/>
                  </a:lnTo>
                  <a:lnTo>
                    <a:pt x="409" y="768"/>
                  </a:lnTo>
                  <a:lnTo>
                    <a:pt x="385" y="740"/>
                  </a:lnTo>
                  <a:lnTo>
                    <a:pt x="345" y="728"/>
                  </a:lnTo>
                  <a:lnTo>
                    <a:pt x="293" y="736"/>
                  </a:lnTo>
                  <a:lnTo>
                    <a:pt x="257" y="748"/>
                  </a:lnTo>
                  <a:lnTo>
                    <a:pt x="217" y="768"/>
                  </a:lnTo>
                  <a:lnTo>
                    <a:pt x="173" y="800"/>
                  </a:lnTo>
                  <a:lnTo>
                    <a:pt x="133" y="836"/>
                  </a:lnTo>
                  <a:lnTo>
                    <a:pt x="89" y="880"/>
                  </a:lnTo>
                  <a:lnTo>
                    <a:pt x="56" y="929"/>
                  </a:lnTo>
                  <a:lnTo>
                    <a:pt x="56" y="264"/>
                  </a:lnTo>
                  <a:close/>
                </a:path>
              </a:pathLst>
            </a:custGeom>
            <a:gradFill rotWithShape="0">
              <a:gsLst>
                <a:gs pos="0">
                  <a:srgbClr val="765E00"/>
                </a:gs>
                <a:gs pos="50000">
                  <a:srgbClr val="FFCC00"/>
                </a:gs>
                <a:gs pos="100000">
                  <a:srgbClr val="765E0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6" name="Freeform 106">
              <a:extLst>
                <a:ext uri="{FF2B5EF4-FFF2-40B4-BE49-F238E27FC236}">
                  <a16:creationId xmlns:a16="http://schemas.microsoft.com/office/drawing/2014/main" id="{EE8D679D-6D29-FE89-98C9-D14CEBA3D5A3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0" y="896"/>
              <a:ext cx="388" cy="379"/>
            </a:xfrm>
            <a:custGeom>
              <a:avLst/>
              <a:gdLst>
                <a:gd name="T0" fmla="*/ 124 w 487"/>
                <a:gd name="T1" fmla="*/ 84 h 476"/>
                <a:gd name="T2" fmla="*/ 154 w 487"/>
                <a:gd name="T3" fmla="*/ 53 h 476"/>
                <a:gd name="T4" fmla="*/ 189 w 487"/>
                <a:gd name="T5" fmla="*/ 29 h 476"/>
                <a:gd name="T6" fmla="*/ 267 w 487"/>
                <a:gd name="T7" fmla="*/ 0 h 476"/>
                <a:gd name="T8" fmla="*/ 284 w 487"/>
                <a:gd name="T9" fmla="*/ 25 h 476"/>
                <a:gd name="T10" fmla="*/ 302 w 487"/>
                <a:gd name="T11" fmla="*/ 71 h 476"/>
                <a:gd name="T12" fmla="*/ 309 w 487"/>
                <a:gd name="T13" fmla="*/ 114 h 476"/>
                <a:gd name="T14" fmla="*/ 309 w 487"/>
                <a:gd name="T15" fmla="*/ 151 h 476"/>
                <a:gd name="T16" fmla="*/ 293 w 487"/>
                <a:gd name="T17" fmla="*/ 195 h 476"/>
                <a:gd name="T18" fmla="*/ 267 w 487"/>
                <a:gd name="T19" fmla="*/ 231 h 476"/>
                <a:gd name="T20" fmla="*/ 127 w 487"/>
                <a:gd name="T21" fmla="*/ 302 h 476"/>
                <a:gd name="T22" fmla="*/ 62 w 487"/>
                <a:gd name="T23" fmla="*/ 279 h 476"/>
                <a:gd name="T24" fmla="*/ 0 w 487"/>
                <a:gd name="T25" fmla="*/ 104 h 476"/>
                <a:gd name="T26" fmla="*/ 36 w 487"/>
                <a:gd name="T27" fmla="*/ 7 h 476"/>
                <a:gd name="T28" fmla="*/ 124 w 487"/>
                <a:gd name="T29" fmla="*/ 84 h 47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487" h="476">
                  <a:moveTo>
                    <a:pt x="196" y="133"/>
                  </a:moveTo>
                  <a:lnTo>
                    <a:pt x="242" y="83"/>
                  </a:lnTo>
                  <a:lnTo>
                    <a:pt x="298" y="47"/>
                  </a:lnTo>
                  <a:lnTo>
                    <a:pt x="420" y="0"/>
                  </a:lnTo>
                  <a:lnTo>
                    <a:pt x="448" y="39"/>
                  </a:lnTo>
                  <a:lnTo>
                    <a:pt x="476" y="112"/>
                  </a:lnTo>
                  <a:lnTo>
                    <a:pt x="487" y="179"/>
                  </a:lnTo>
                  <a:lnTo>
                    <a:pt x="487" y="238"/>
                  </a:lnTo>
                  <a:lnTo>
                    <a:pt x="462" y="308"/>
                  </a:lnTo>
                  <a:lnTo>
                    <a:pt x="420" y="364"/>
                  </a:lnTo>
                  <a:lnTo>
                    <a:pt x="200" y="476"/>
                  </a:lnTo>
                  <a:lnTo>
                    <a:pt x="98" y="441"/>
                  </a:lnTo>
                  <a:lnTo>
                    <a:pt x="0" y="165"/>
                  </a:lnTo>
                  <a:lnTo>
                    <a:pt x="56" y="11"/>
                  </a:lnTo>
                  <a:lnTo>
                    <a:pt x="196" y="133"/>
                  </a:lnTo>
                  <a:close/>
                </a:path>
              </a:pathLst>
            </a:custGeom>
            <a:gradFill rotWithShape="1">
              <a:gsLst>
                <a:gs pos="0">
                  <a:srgbClr val="3333CC"/>
                </a:gs>
                <a:gs pos="50000">
                  <a:srgbClr val="33CCFF"/>
                </a:gs>
                <a:gs pos="100000">
                  <a:srgbClr val="3333CC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charset="-122"/>
              </a:endParaRPr>
            </a:p>
          </p:txBody>
        </p:sp>
        <p:sp>
          <p:nvSpPr>
            <p:cNvPr id="107" name="Freeform 107">
              <a:extLst>
                <a:ext uri="{FF2B5EF4-FFF2-40B4-BE49-F238E27FC236}">
                  <a16:creationId xmlns:a16="http://schemas.microsoft.com/office/drawing/2014/main" id="{4203983A-9B11-72AF-33E7-ABBC7835606B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7" y="831"/>
              <a:ext cx="238" cy="575"/>
            </a:xfrm>
            <a:custGeom>
              <a:avLst/>
              <a:gdLst>
                <a:gd name="T0" fmla="*/ 0 w 510"/>
                <a:gd name="T1" fmla="*/ 0 h 1236"/>
                <a:gd name="T2" fmla="*/ 0 w 510"/>
                <a:gd name="T3" fmla="*/ 0 h 1236"/>
                <a:gd name="T4" fmla="*/ 0 w 510"/>
                <a:gd name="T5" fmla="*/ 0 h 1236"/>
                <a:gd name="T6" fmla="*/ 0 w 510"/>
                <a:gd name="T7" fmla="*/ 0 h 1236"/>
                <a:gd name="T8" fmla="*/ 0 w 510"/>
                <a:gd name="T9" fmla="*/ 0 h 1236"/>
                <a:gd name="T10" fmla="*/ 0 w 510"/>
                <a:gd name="T11" fmla="*/ 0 h 1236"/>
                <a:gd name="T12" fmla="*/ 0 w 510"/>
                <a:gd name="T13" fmla="*/ 0 h 1236"/>
                <a:gd name="T14" fmla="*/ 0 w 510"/>
                <a:gd name="T15" fmla="*/ 0 h 1236"/>
                <a:gd name="T16" fmla="*/ 0 w 510"/>
                <a:gd name="T17" fmla="*/ 0 h 1236"/>
                <a:gd name="T18" fmla="*/ 0 w 510"/>
                <a:gd name="T19" fmla="*/ 0 h 1236"/>
                <a:gd name="T20" fmla="*/ 0 w 510"/>
                <a:gd name="T21" fmla="*/ 0 h 1236"/>
                <a:gd name="T22" fmla="*/ 0 w 510"/>
                <a:gd name="T23" fmla="*/ 0 h 1236"/>
                <a:gd name="T24" fmla="*/ 0 w 510"/>
                <a:gd name="T25" fmla="*/ 0 h 1236"/>
                <a:gd name="T26" fmla="*/ 0 w 510"/>
                <a:gd name="T27" fmla="*/ 0 h 1236"/>
                <a:gd name="T28" fmla="*/ 0 w 510"/>
                <a:gd name="T29" fmla="*/ 0 h 1236"/>
                <a:gd name="T30" fmla="*/ 0 w 510"/>
                <a:gd name="T31" fmla="*/ 0 h 1236"/>
                <a:gd name="T32" fmla="*/ 0 w 510"/>
                <a:gd name="T33" fmla="*/ 0 h 1236"/>
                <a:gd name="T34" fmla="*/ 0 w 510"/>
                <a:gd name="T35" fmla="*/ 0 h 1236"/>
                <a:gd name="T36" fmla="*/ 0 w 510"/>
                <a:gd name="T37" fmla="*/ 0 h 1236"/>
                <a:gd name="T38" fmla="*/ 0 w 510"/>
                <a:gd name="T39" fmla="*/ 0 h 1236"/>
                <a:gd name="T40" fmla="*/ 0 w 510"/>
                <a:gd name="T41" fmla="*/ 0 h 1236"/>
                <a:gd name="T42" fmla="*/ 0 w 510"/>
                <a:gd name="T43" fmla="*/ 0 h 1236"/>
                <a:gd name="T44" fmla="*/ 0 w 510"/>
                <a:gd name="T45" fmla="*/ 0 h 1236"/>
                <a:gd name="T46" fmla="*/ 0 w 510"/>
                <a:gd name="T47" fmla="*/ 0 h 1236"/>
                <a:gd name="T48" fmla="*/ 0 w 510"/>
                <a:gd name="T49" fmla="*/ 0 h 1236"/>
                <a:gd name="T50" fmla="*/ 0 w 510"/>
                <a:gd name="T51" fmla="*/ 0 h 1236"/>
                <a:gd name="T52" fmla="*/ 0 w 510"/>
                <a:gd name="T53" fmla="*/ 0 h 1236"/>
                <a:gd name="T54" fmla="*/ 0 w 510"/>
                <a:gd name="T55" fmla="*/ 0 h 1236"/>
                <a:gd name="T56" fmla="*/ 0 w 510"/>
                <a:gd name="T57" fmla="*/ 0 h 12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510" h="1236">
                  <a:moveTo>
                    <a:pt x="510" y="372"/>
                  </a:moveTo>
                  <a:lnTo>
                    <a:pt x="510" y="48"/>
                  </a:lnTo>
                  <a:lnTo>
                    <a:pt x="438" y="18"/>
                  </a:lnTo>
                  <a:lnTo>
                    <a:pt x="372" y="0"/>
                  </a:lnTo>
                  <a:lnTo>
                    <a:pt x="282" y="0"/>
                  </a:lnTo>
                  <a:lnTo>
                    <a:pt x="198" y="18"/>
                  </a:lnTo>
                  <a:lnTo>
                    <a:pt x="126" y="66"/>
                  </a:lnTo>
                  <a:lnTo>
                    <a:pt x="60" y="138"/>
                  </a:lnTo>
                  <a:lnTo>
                    <a:pt x="18" y="228"/>
                  </a:lnTo>
                  <a:lnTo>
                    <a:pt x="0" y="342"/>
                  </a:lnTo>
                  <a:lnTo>
                    <a:pt x="0" y="480"/>
                  </a:lnTo>
                  <a:lnTo>
                    <a:pt x="30" y="624"/>
                  </a:lnTo>
                  <a:lnTo>
                    <a:pt x="66" y="744"/>
                  </a:lnTo>
                  <a:lnTo>
                    <a:pt x="132" y="876"/>
                  </a:lnTo>
                  <a:lnTo>
                    <a:pt x="204" y="978"/>
                  </a:lnTo>
                  <a:lnTo>
                    <a:pt x="288" y="1074"/>
                  </a:lnTo>
                  <a:lnTo>
                    <a:pt x="402" y="1176"/>
                  </a:lnTo>
                  <a:lnTo>
                    <a:pt x="510" y="1236"/>
                  </a:lnTo>
                  <a:lnTo>
                    <a:pt x="510" y="948"/>
                  </a:lnTo>
                  <a:lnTo>
                    <a:pt x="432" y="900"/>
                  </a:lnTo>
                  <a:lnTo>
                    <a:pt x="342" y="804"/>
                  </a:lnTo>
                  <a:lnTo>
                    <a:pt x="300" y="732"/>
                  </a:lnTo>
                  <a:lnTo>
                    <a:pt x="264" y="636"/>
                  </a:lnTo>
                  <a:lnTo>
                    <a:pt x="246" y="528"/>
                  </a:lnTo>
                  <a:lnTo>
                    <a:pt x="264" y="432"/>
                  </a:lnTo>
                  <a:lnTo>
                    <a:pt x="294" y="354"/>
                  </a:lnTo>
                  <a:lnTo>
                    <a:pt x="372" y="318"/>
                  </a:lnTo>
                  <a:lnTo>
                    <a:pt x="438" y="336"/>
                  </a:lnTo>
                  <a:lnTo>
                    <a:pt x="510" y="372"/>
                  </a:lnTo>
                  <a:close/>
                </a:path>
              </a:pathLst>
            </a:cu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8" name="Freeform 108">
              <a:extLst>
                <a:ext uri="{FF2B5EF4-FFF2-40B4-BE49-F238E27FC236}">
                  <a16:creationId xmlns:a16="http://schemas.microsoft.com/office/drawing/2014/main" id="{A4633E19-903A-51B6-B457-1E9AFD56E02B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4" y="652"/>
              <a:ext cx="180" cy="352"/>
            </a:xfrm>
            <a:custGeom>
              <a:avLst/>
              <a:gdLst>
                <a:gd name="T0" fmla="*/ 116 w 180"/>
                <a:gd name="T1" fmla="*/ 25 h 352"/>
                <a:gd name="T2" fmla="*/ 180 w 180"/>
                <a:gd name="T3" fmla="*/ 0 h 352"/>
                <a:gd name="T4" fmla="*/ 180 w 180"/>
                <a:gd name="T5" fmla="*/ 244 h 352"/>
                <a:gd name="T6" fmla="*/ 4 w 180"/>
                <a:gd name="T7" fmla="*/ 352 h 352"/>
                <a:gd name="T8" fmla="*/ 0 w 180"/>
                <a:gd name="T9" fmla="*/ 201 h 352"/>
                <a:gd name="T10" fmla="*/ 116 w 180"/>
                <a:gd name="T11" fmla="*/ 134 h 352"/>
                <a:gd name="T12" fmla="*/ 116 w 180"/>
                <a:gd name="T13" fmla="*/ 25 h 35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80" h="352">
                  <a:moveTo>
                    <a:pt x="116" y="25"/>
                  </a:moveTo>
                  <a:lnTo>
                    <a:pt x="180" y="0"/>
                  </a:lnTo>
                  <a:lnTo>
                    <a:pt x="180" y="244"/>
                  </a:lnTo>
                  <a:lnTo>
                    <a:pt x="4" y="352"/>
                  </a:lnTo>
                  <a:lnTo>
                    <a:pt x="0" y="201"/>
                  </a:lnTo>
                  <a:lnTo>
                    <a:pt x="116" y="134"/>
                  </a:lnTo>
                  <a:lnTo>
                    <a:pt x="116" y="25"/>
                  </a:lnTo>
                  <a:close/>
                </a:path>
              </a:pathLst>
            </a:custGeom>
            <a:solidFill>
              <a:srgbClr val="CC99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9" name="Freeform 109">
              <a:extLst>
                <a:ext uri="{FF2B5EF4-FFF2-40B4-BE49-F238E27FC236}">
                  <a16:creationId xmlns:a16="http://schemas.microsoft.com/office/drawing/2014/main" id="{C0E0F2E2-DFCC-5907-B2E7-468E36BB680B}"/>
                </a:ext>
              </a:extLst>
            </p:cNvPr>
            <p:cNvSpPr>
              <a:spLocks/>
            </p:cNvSpPr>
            <p:nvPr/>
          </p:nvSpPr>
          <p:spPr bwMode="auto">
            <a:xfrm>
              <a:off x="3152" y="1186"/>
              <a:ext cx="173" cy="223"/>
            </a:xfrm>
            <a:custGeom>
              <a:avLst/>
              <a:gdLst>
                <a:gd name="T0" fmla="*/ 0 w 372"/>
                <a:gd name="T1" fmla="*/ 0 h 480"/>
                <a:gd name="T2" fmla="*/ 0 w 372"/>
                <a:gd name="T3" fmla="*/ 0 h 480"/>
                <a:gd name="T4" fmla="*/ 0 w 372"/>
                <a:gd name="T5" fmla="*/ 0 h 480"/>
                <a:gd name="T6" fmla="*/ 0 w 372"/>
                <a:gd name="T7" fmla="*/ 0 h 480"/>
                <a:gd name="T8" fmla="*/ 0 w 372"/>
                <a:gd name="T9" fmla="*/ 0 h 48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72" h="480">
                  <a:moveTo>
                    <a:pt x="0" y="192"/>
                  </a:moveTo>
                  <a:lnTo>
                    <a:pt x="0" y="480"/>
                  </a:lnTo>
                  <a:lnTo>
                    <a:pt x="372" y="282"/>
                  </a:lnTo>
                  <a:lnTo>
                    <a:pt x="372" y="0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rgbClr val="CC99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0" name="Freeform 110">
              <a:extLst>
                <a:ext uri="{FF2B5EF4-FFF2-40B4-BE49-F238E27FC236}">
                  <a16:creationId xmlns:a16="http://schemas.microsoft.com/office/drawing/2014/main" id="{A3304960-0536-1903-012A-4B91C73DF6C6}"/>
                </a:ext>
              </a:extLst>
            </p:cNvPr>
            <p:cNvSpPr>
              <a:spLocks/>
            </p:cNvSpPr>
            <p:nvPr/>
          </p:nvSpPr>
          <p:spPr bwMode="auto">
            <a:xfrm>
              <a:off x="3620" y="693"/>
              <a:ext cx="57" cy="300"/>
            </a:xfrm>
            <a:custGeom>
              <a:avLst/>
              <a:gdLst>
                <a:gd name="T0" fmla="*/ 1 w 80"/>
                <a:gd name="T1" fmla="*/ 0 h 420"/>
                <a:gd name="T2" fmla="*/ 1 w 80"/>
                <a:gd name="T3" fmla="*/ 1 h 420"/>
                <a:gd name="T4" fmla="*/ 1 w 80"/>
                <a:gd name="T5" fmla="*/ 1 h 420"/>
                <a:gd name="T6" fmla="*/ 0 w 80"/>
                <a:gd name="T7" fmla="*/ 1 h 420"/>
                <a:gd name="T8" fmla="*/ 1 w 80"/>
                <a:gd name="T9" fmla="*/ 1 h 420"/>
                <a:gd name="T10" fmla="*/ 1 w 80"/>
                <a:gd name="T11" fmla="*/ 1 h 420"/>
                <a:gd name="T12" fmla="*/ 1 w 80"/>
                <a:gd name="T13" fmla="*/ 1 h 420"/>
                <a:gd name="T14" fmla="*/ 1 w 80"/>
                <a:gd name="T15" fmla="*/ 1 h 420"/>
                <a:gd name="T16" fmla="*/ 1 w 80"/>
                <a:gd name="T17" fmla="*/ 1 h 420"/>
                <a:gd name="T18" fmla="*/ 1 w 80"/>
                <a:gd name="T19" fmla="*/ 0 h 42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80" h="420">
                  <a:moveTo>
                    <a:pt x="72" y="0"/>
                  </a:moveTo>
                  <a:lnTo>
                    <a:pt x="32" y="44"/>
                  </a:lnTo>
                  <a:lnTo>
                    <a:pt x="12" y="76"/>
                  </a:lnTo>
                  <a:lnTo>
                    <a:pt x="0" y="148"/>
                  </a:lnTo>
                  <a:lnTo>
                    <a:pt x="4" y="224"/>
                  </a:lnTo>
                  <a:lnTo>
                    <a:pt x="24" y="280"/>
                  </a:lnTo>
                  <a:lnTo>
                    <a:pt x="40" y="336"/>
                  </a:lnTo>
                  <a:lnTo>
                    <a:pt x="64" y="392"/>
                  </a:lnTo>
                  <a:lnTo>
                    <a:pt x="80" y="420"/>
                  </a:lnTo>
                  <a:lnTo>
                    <a:pt x="72" y="0"/>
                  </a:lnTo>
                  <a:close/>
                </a:path>
              </a:pathLst>
            </a:custGeom>
            <a:gradFill rotWithShape="0">
              <a:gsLst>
                <a:gs pos="0">
                  <a:srgbClr val="3333CC"/>
                </a:gs>
                <a:gs pos="100000">
                  <a:srgbClr val="33CC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1" name="Freeform 111">
              <a:extLst>
                <a:ext uri="{FF2B5EF4-FFF2-40B4-BE49-F238E27FC236}">
                  <a16:creationId xmlns:a16="http://schemas.microsoft.com/office/drawing/2014/main" id="{5A511BE6-DF2B-891A-751D-BC0F6AA758C7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1" y="652"/>
              <a:ext cx="73" cy="550"/>
            </a:xfrm>
            <a:custGeom>
              <a:avLst/>
              <a:gdLst>
                <a:gd name="T0" fmla="*/ 0 w 101"/>
                <a:gd name="T1" fmla="*/ 0 h 769"/>
                <a:gd name="T2" fmla="*/ 1 w 101"/>
                <a:gd name="T3" fmla="*/ 1 h 769"/>
                <a:gd name="T4" fmla="*/ 1 w 101"/>
                <a:gd name="T5" fmla="*/ 1 h 769"/>
                <a:gd name="T6" fmla="*/ 1 w 101"/>
                <a:gd name="T7" fmla="*/ 1 h 769"/>
                <a:gd name="T8" fmla="*/ 1 w 101"/>
                <a:gd name="T9" fmla="*/ 1 h 769"/>
                <a:gd name="T10" fmla="*/ 1 w 101"/>
                <a:gd name="T11" fmla="*/ 1 h 769"/>
                <a:gd name="T12" fmla="*/ 0 w 101"/>
                <a:gd name="T13" fmla="*/ 1 h 769"/>
                <a:gd name="T14" fmla="*/ 0 w 101"/>
                <a:gd name="T15" fmla="*/ 0 h 76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01" h="769">
                  <a:moveTo>
                    <a:pt x="0" y="0"/>
                  </a:moveTo>
                  <a:lnTo>
                    <a:pt x="101" y="41"/>
                  </a:lnTo>
                  <a:lnTo>
                    <a:pt x="100" y="584"/>
                  </a:lnTo>
                  <a:lnTo>
                    <a:pt x="88" y="629"/>
                  </a:lnTo>
                  <a:lnTo>
                    <a:pt x="76" y="673"/>
                  </a:lnTo>
                  <a:lnTo>
                    <a:pt x="52" y="713"/>
                  </a:lnTo>
                  <a:lnTo>
                    <a:pt x="0" y="7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99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112" name="Oval 112">
            <a:extLst>
              <a:ext uri="{FF2B5EF4-FFF2-40B4-BE49-F238E27FC236}">
                <a16:creationId xmlns:a16="http://schemas.microsoft.com/office/drawing/2014/main" id="{32154B87-DBD7-283B-6704-01847D89F4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5504" y="3606800"/>
            <a:ext cx="88900" cy="88900"/>
          </a:xfrm>
          <a:prstGeom prst="ellipse">
            <a:avLst/>
          </a:prstGeom>
          <a:solidFill>
            <a:srgbClr val="FF3300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3" name="Oval 113">
            <a:extLst>
              <a:ext uri="{FF2B5EF4-FFF2-40B4-BE49-F238E27FC236}">
                <a16:creationId xmlns:a16="http://schemas.microsoft.com/office/drawing/2014/main" id="{AF1EF1F3-21A9-90C6-D3C6-79D42155B3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32704" y="3622675"/>
            <a:ext cx="88900" cy="88900"/>
          </a:xfrm>
          <a:prstGeom prst="ellipse">
            <a:avLst/>
          </a:prstGeom>
          <a:solidFill>
            <a:srgbClr val="FF3300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4" name="Freeform 114">
            <a:extLst>
              <a:ext uri="{FF2B5EF4-FFF2-40B4-BE49-F238E27FC236}">
                <a16:creationId xmlns:a16="http://schemas.microsoft.com/office/drawing/2014/main" id="{CF36AEE7-D315-682B-834E-3E1AA760A3CD}"/>
              </a:ext>
            </a:extLst>
          </p:cNvPr>
          <p:cNvSpPr>
            <a:spLocks/>
          </p:cNvSpPr>
          <p:nvPr/>
        </p:nvSpPr>
        <p:spPr bwMode="auto">
          <a:xfrm>
            <a:off x="8671004" y="3268662"/>
            <a:ext cx="1743075" cy="419100"/>
          </a:xfrm>
          <a:custGeom>
            <a:avLst/>
            <a:gdLst>
              <a:gd name="T0" fmla="*/ 0 w 1098"/>
              <a:gd name="T1" fmla="*/ 2147483646 h 264"/>
              <a:gd name="T2" fmla="*/ 2147483646 w 1098"/>
              <a:gd name="T3" fmla="*/ 2147483646 h 264"/>
              <a:gd name="T4" fmla="*/ 2147483646 w 1098"/>
              <a:gd name="T5" fmla="*/ 2147483646 h 264"/>
              <a:gd name="T6" fmla="*/ 2147483646 w 1098"/>
              <a:gd name="T7" fmla="*/ 2147483646 h 264"/>
              <a:gd name="T8" fmla="*/ 2147483646 w 1098"/>
              <a:gd name="T9" fmla="*/ 2147483646 h 264"/>
              <a:gd name="T10" fmla="*/ 2147483646 w 1098"/>
              <a:gd name="T11" fmla="*/ 2147483646 h 264"/>
              <a:gd name="T12" fmla="*/ 2147483646 w 1098"/>
              <a:gd name="T13" fmla="*/ 0 h 26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098" h="264">
                <a:moveTo>
                  <a:pt x="0" y="6"/>
                </a:moveTo>
                <a:cubicBezTo>
                  <a:pt x="22" y="38"/>
                  <a:pt x="45" y="71"/>
                  <a:pt x="96" y="108"/>
                </a:cubicBezTo>
                <a:cubicBezTo>
                  <a:pt x="147" y="145"/>
                  <a:pt x="228" y="202"/>
                  <a:pt x="306" y="228"/>
                </a:cubicBezTo>
                <a:cubicBezTo>
                  <a:pt x="384" y="254"/>
                  <a:pt x="483" y="264"/>
                  <a:pt x="564" y="264"/>
                </a:cubicBezTo>
                <a:cubicBezTo>
                  <a:pt x="645" y="264"/>
                  <a:pt x="719" y="255"/>
                  <a:pt x="792" y="228"/>
                </a:cubicBezTo>
                <a:cubicBezTo>
                  <a:pt x="865" y="201"/>
                  <a:pt x="951" y="140"/>
                  <a:pt x="1002" y="102"/>
                </a:cubicBezTo>
                <a:cubicBezTo>
                  <a:pt x="1053" y="64"/>
                  <a:pt x="1075" y="32"/>
                  <a:pt x="1098" y="0"/>
                </a:cubicBezTo>
              </a:path>
            </a:pathLst>
          </a:custGeom>
          <a:noFill/>
          <a:ln w="57150" cmpd="sng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115" name="图片 114">
            <a:extLst>
              <a:ext uri="{FF2B5EF4-FFF2-40B4-BE49-F238E27FC236}">
                <a16:creationId xmlns:a16="http://schemas.microsoft.com/office/drawing/2014/main" id="{E1347874-AC32-6D37-58B0-A650EF9BE62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099" t="16766" r="31717" b="21258"/>
          <a:stretch/>
        </p:blipFill>
        <p:spPr>
          <a:xfrm>
            <a:off x="8350250" y="2607160"/>
            <a:ext cx="2381250" cy="209550"/>
          </a:xfrm>
          <a:prstGeom prst="rect">
            <a:avLst/>
          </a:prstGeom>
        </p:spPr>
      </p:pic>
      <p:pic>
        <p:nvPicPr>
          <p:cNvPr id="116" name="图片 115">
            <a:extLst>
              <a:ext uri="{FF2B5EF4-FFF2-40B4-BE49-F238E27FC236}">
                <a16:creationId xmlns:a16="http://schemas.microsoft.com/office/drawing/2014/main" id="{B0572BC6-7ADF-1267-EDFB-C84D5F95D82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062" t="30605" r="30531" b="15142"/>
          <a:stretch/>
        </p:blipFill>
        <p:spPr>
          <a:xfrm rot="5400000">
            <a:off x="8226070" y="2432894"/>
            <a:ext cx="2641596" cy="183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0396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9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3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8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9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4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9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33" grpId="0" animBg="1"/>
      <p:bldP spid="34" grpId="0" animBg="1"/>
      <p:bldP spid="39" grpId="0" animBg="1"/>
      <p:bldP spid="40" grpId="0" animBg="1"/>
      <p:bldP spid="41" grpId="0" animBg="1"/>
      <p:bldP spid="54" grpId="0"/>
      <p:bldP spid="68" grpId="0" animBg="1"/>
      <p:bldP spid="83" grpId="0" animBg="1"/>
      <p:bldP spid="84" grpId="0" animBg="1"/>
      <p:bldP spid="85" grpId="0"/>
      <p:bldP spid="86" grpId="0"/>
      <p:bldP spid="87" grpId="0"/>
      <p:bldP spid="88" grpId="0"/>
      <p:bldP spid="89" grpId="0"/>
      <p:bldP spid="112" grpId="0" animBg="1"/>
      <p:bldP spid="113" grpId="0" animBg="1"/>
      <p:bldP spid="114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3A6BBD-D282-83B3-00C7-DABC113F8C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8">
            <a:extLst>
              <a:ext uri="{FF2B5EF4-FFF2-40B4-BE49-F238E27FC236}">
                <a16:creationId xmlns:a16="http://schemas.microsoft.com/office/drawing/2014/main" id="{0BB056EF-2DBF-422B-9318-F57DD20073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71195" y="412176"/>
            <a:ext cx="3249608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讲 课后作业</a:t>
            </a:r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32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5309FF6-ACB4-B395-4973-6F35486D1A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7207" y="1556792"/>
            <a:ext cx="1957587" cy="1171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342900" indent="-342900">
              <a:lnSpc>
                <a:spcPct val="120000"/>
              </a:lnSpc>
              <a:spcBef>
                <a:spcPct val="0"/>
              </a:spcBef>
              <a:spcAft>
                <a:spcPts val="1800"/>
              </a:spcAft>
              <a:buClrTx/>
              <a:buSzTx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P26 – 8</a:t>
            </a:r>
          </a:p>
          <a:p>
            <a:pPr marL="342900" indent="-342900">
              <a:lnSpc>
                <a:spcPct val="120000"/>
              </a:lnSpc>
              <a:spcBef>
                <a:spcPct val="0"/>
              </a:spcBef>
              <a:spcAft>
                <a:spcPts val="1800"/>
              </a:spcAft>
              <a:buClrTx/>
              <a:buSzTx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P27 – 2,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DFA2DCA-AA97-B7EB-7C66-1C74F5A6C478}"/>
              </a:ext>
            </a:extLst>
          </p:cNvPr>
          <p:cNvSpPr txBox="1">
            <a:spLocks/>
          </p:cNvSpPr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  <a:pPr/>
              <a:t>28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4772197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PRESENTER" val="71a95fcf66203d38bc361677577eb4a2de51b675"/>
</p:tagLst>
</file>

<file path=ppt/theme/theme1.xml><?xml version="1.0" encoding="utf-8"?>
<a:theme xmlns:a="http://schemas.openxmlformats.org/drawingml/2006/main" name="Office 主题​​">
  <a:themeElements>
    <a:clrScheme name="Custom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0C0C0C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7063</TotalTime>
  <Words>1736</Words>
  <Application>Microsoft Office PowerPoint</Application>
  <PresentationFormat>宽屏</PresentationFormat>
  <Paragraphs>335</Paragraphs>
  <Slides>28</Slides>
  <Notes>10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28</vt:i4>
      </vt:variant>
    </vt:vector>
  </HeadingPairs>
  <TitlesOfParts>
    <vt:vector size="43" baseType="lpstr">
      <vt:lpstr>ISOCPEUR</vt:lpstr>
      <vt:lpstr>黑体</vt:lpstr>
      <vt:lpstr>华文细黑</vt:lpstr>
      <vt:lpstr>华文新魏</vt:lpstr>
      <vt:lpstr>宋体</vt:lpstr>
      <vt:lpstr>微软雅黑</vt:lpstr>
      <vt:lpstr>Arial</vt:lpstr>
      <vt:lpstr>Calibri</vt:lpstr>
      <vt:lpstr>Segoe UI Semibold</vt:lpstr>
      <vt:lpstr>Symbol</vt:lpstr>
      <vt:lpstr>Times New Roman</vt:lpstr>
      <vt:lpstr>Wingdings</vt:lpstr>
      <vt:lpstr>Office 主题​​</vt:lpstr>
      <vt:lpstr>位图图像</vt:lpstr>
      <vt:lpstr>Drawing</vt:lpstr>
      <vt:lpstr>PowerPoint 演示文稿</vt:lpstr>
      <vt:lpstr>立体与立体相交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8.2 平面体与平面体相交</vt:lpstr>
      <vt:lpstr>PowerPoint 演示文稿</vt:lpstr>
      <vt:lpstr>PowerPoint 演示文稿</vt:lpstr>
      <vt:lpstr>8.3 平面体与回转体相交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8.4 回转体与回转体相交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wyh</dc:creator>
  <cp:lastModifiedBy>Yao Jiang</cp:lastModifiedBy>
  <cp:revision>1510</cp:revision>
  <dcterms:created xsi:type="dcterms:W3CDTF">2013-06-24T05:49:57Z</dcterms:created>
  <dcterms:modified xsi:type="dcterms:W3CDTF">2025-03-24T01:12:07Z</dcterms:modified>
</cp:coreProperties>
</file>