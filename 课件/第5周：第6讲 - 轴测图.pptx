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82" r:id="rId2"/>
    <p:sldId id="259" r:id="rId3"/>
    <p:sldId id="262" r:id="rId4"/>
    <p:sldId id="374" r:id="rId5"/>
    <p:sldId id="354" r:id="rId6"/>
    <p:sldId id="450" r:id="rId7"/>
    <p:sldId id="474" r:id="rId8"/>
    <p:sldId id="451" r:id="rId9"/>
    <p:sldId id="452" r:id="rId10"/>
    <p:sldId id="455" r:id="rId11"/>
    <p:sldId id="453" r:id="rId12"/>
    <p:sldId id="456" r:id="rId13"/>
    <p:sldId id="457" r:id="rId14"/>
    <p:sldId id="458" r:id="rId15"/>
    <p:sldId id="459" r:id="rId16"/>
    <p:sldId id="460" r:id="rId17"/>
    <p:sldId id="461" r:id="rId18"/>
    <p:sldId id="462" r:id="rId19"/>
    <p:sldId id="465" r:id="rId20"/>
    <p:sldId id="464" r:id="rId21"/>
    <p:sldId id="466" r:id="rId22"/>
    <p:sldId id="467" r:id="rId23"/>
    <p:sldId id="468" r:id="rId24"/>
    <p:sldId id="469" r:id="rId25"/>
    <p:sldId id="473" r:id="rId26"/>
    <p:sldId id="372" r:id="rId27"/>
  </p:sldIdLst>
  <p:sldSz cx="9144000" cy="6858000" type="screen4x3"/>
  <p:notesSz cx="6858000" cy="9144000"/>
  <p:custDataLst>
    <p:tags r:id="rId29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049"/>
    <a:srgbClr val="650D67"/>
    <a:srgbClr val="8A12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515" autoAdjust="0"/>
    <p:restoredTop sz="96895" autoAdjust="0"/>
  </p:normalViewPr>
  <p:slideViewPr>
    <p:cSldViewPr>
      <p:cViewPr varScale="1">
        <p:scale>
          <a:sx n="114" d="100"/>
          <a:sy n="114" d="100"/>
        </p:scale>
        <p:origin x="78" y="633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42BA9AD9-FC80-4497-8484-7A4D9608DE10}" type="datetimeFigureOut">
              <a:rPr lang="zh-CN" altLang="en-US"/>
              <a:pPr>
                <a:defRPr/>
              </a:pPr>
              <a:t>2025/3/16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D718B667-CE80-41CC-B4D3-969832BB2FC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6524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每讲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>
            <a:extLst>
              <a:ext uri="{FF2B5EF4-FFF2-40B4-BE49-F238E27FC236}">
                <a16:creationId xmlns:a16="http://schemas.microsoft.com/office/drawing/2014/main" id="{3FD1ADF5-EE4E-39EE-1BA6-7A74EDA84F58}"/>
              </a:ext>
            </a:extLst>
          </p:cNvPr>
          <p:cNvSpPr>
            <a:spLocks noGrp="1" noChangeArrowheads="1"/>
          </p:cNvSpPr>
          <p:nvPr>
            <p:ph type="ctrTitle" idx="4294967295" hasCustomPrompt="1"/>
          </p:nvPr>
        </p:nvSpPr>
        <p:spPr>
          <a:xfrm>
            <a:off x="539552" y="2420888"/>
            <a:ext cx="7848600" cy="13716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b="1" dirty="0">
                <a:latin typeface="黑体" pitchFamily="2" charset="-122"/>
                <a:ea typeface="黑体" pitchFamily="2" charset="-122"/>
              </a:rPr>
              <a:t>第 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# 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讲  标题</a:t>
            </a:r>
            <a:endParaRPr lang="zh-CN" altLang="en-US" sz="200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A0EADD4F-B52D-2552-BF53-E0DD1E8958A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832148" y="1626923"/>
            <a:ext cx="1189906" cy="45719"/>
          </a:xfrm>
          <a:prstGeom prst="rect">
            <a:avLst/>
          </a:prstGeom>
          <a:gradFill rotWithShape="0">
            <a:gsLst>
              <a:gs pos="0">
                <a:srgbClr val="DCDCEA"/>
              </a:gs>
              <a:gs pos="100000">
                <a:srgbClr val="000066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000"/>
          </a:p>
        </p:txBody>
      </p:sp>
      <p:sp>
        <p:nvSpPr>
          <p:cNvPr id="15" name="Text Box 10">
            <a:extLst>
              <a:ext uri="{FF2B5EF4-FFF2-40B4-BE49-F238E27FC236}">
                <a16:creationId xmlns:a16="http://schemas.microsoft.com/office/drawing/2014/main" id="{78098E69-5CD5-2A70-2A10-E335D62D2D9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3902" y="1056168"/>
            <a:ext cx="156324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600" b="1" dirty="0">
                <a:solidFill>
                  <a:srgbClr val="010000"/>
                </a:solidFill>
                <a:latin typeface="华文新魏" pitchFamily="2" charset="-122"/>
                <a:ea typeface="华文新魏" pitchFamily="2" charset="-122"/>
              </a:rPr>
              <a:t>第    讲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2F8AE709-BF43-5C8B-DE1E-F391A4678E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122" y="366323"/>
            <a:ext cx="1366780" cy="1379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每讲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建筑的设计&#10;&#10;描述已自动生成">
            <a:extLst>
              <a:ext uri="{FF2B5EF4-FFF2-40B4-BE49-F238E27FC236}">
                <a16:creationId xmlns:a16="http://schemas.microsoft.com/office/drawing/2014/main" id="{972AEAC3-0302-341E-6F87-50346F1DF3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83" r="2347"/>
          <a:stretch/>
        </p:blipFill>
        <p:spPr>
          <a:xfrm>
            <a:off x="5625737" y="3733164"/>
            <a:ext cx="3640183" cy="312483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375B0FB-1E37-B12D-5EFF-9DEEF7C85CB7}"/>
              </a:ext>
            </a:extLst>
          </p:cNvPr>
          <p:cNvSpPr/>
          <p:nvPr userDrawn="1"/>
        </p:nvSpPr>
        <p:spPr>
          <a:xfrm>
            <a:off x="0" y="1624935"/>
            <a:ext cx="9144000" cy="144000"/>
          </a:xfrm>
          <a:prstGeom prst="rect">
            <a:avLst/>
          </a:prstGeom>
          <a:gradFill>
            <a:gsLst>
              <a:gs pos="50000">
                <a:schemeClr val="accent3">
                  <a:lumMod val="20000"/>
                  <a:lumOff val="80000"/>
                </a:schemeClr>
              </a:gs>
              <a:gs pos="0">
                <a:schemeClr val="accent3"/>
              </a:gs>
              <a:gs pos="25000">
                <a:srgbClr val="800D90">
                  <a:alpha val="50000"/>
                  <a:lumMod val="100000"/>
                </a:srgbClr>
              </a:gs>
              <a:gs pos="75000">
                <a:srgbClr val="800D90">
                  <a:alpha val="50000"/>
                  <a:lumMod val="100000"/>
                </a:srgbClr>
              </a:gs>
              <a:gs pos="100000">
                <a:schemeClr val="accent3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660874"/>
              </a:solidFill>
            </a:endParaRPr>
          </a:p>
        </p:txBody>
      </p:sp>
      <p:sp>
        <p:nvSpPr>
          <p:cNvPr id="4" name="文本占位符 19">
            <a:extLst>
              <a:ext uri="{FF2B5EF4-FFF2-40B4-BE49-F238E27FC236}">
                <a16:creationId xmlns:a16="http://schemas.microsoft.com/office/drawing/2014/main" id="{5A6056A7-A330-90D3-3148-148D1D93595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34333" y="2817663"/>
            <a:ext cx="7075335" cy="590931"/>
          </a:xfrm>
        </p:spPr>
        <p:txBody>
          <a:bodyPr wrap="none" anchor="ctr" anchorCtr="0">
            <a:spAutoFit/>
          </a:bodyPr>
          <a:lstStyle>
            <a:lvl1pPr marL="0" indent="0" algn="ctr">
              <a:buNone/>
              <a:defRPr sz="3600" b="1" i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标题，微软雅黑，</a:t>
            </a:r>
            <a:r>
              <a:rPr kumimoji="1" lang="en-US" altLang="zh-CN" dirty="0"/>
              <a:t>regular</a:t>
            </a:r>
            <a:r>
              <a:rPr kumimoji="1" lang="zh-CN" altLang="en-US" dirty="0"/>
              <a:t>，</a:t>
            </a:r>
            <a:r>
              <a:rPr kumimoji="1" lang="en-US" altLang="zh-CN" dirty="0"/>
              <a:t>36pt</a:t>
            </a:r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E72690D-05E7-3DA8-44D6-C8381F4A3FE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74075" y="123774"/>
            <a:ext cx="3988851" cy="134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272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23528" y="1351309"/>
            <a:ext cx="8229600" cy="4525963"/>
          </a:xfrm>
        </p:spPr>
        <p:txBody>
          <a:bodyPr/>
          <a:lstStyle>
            <a:lvl1pPr>
              <a:defRPr b="1">
                <a:latin typeface="黑体" pitchFamily="49" charset="-122"/>
                <a:ea typeface="黑体" pitchFamily="49" charset="-122"/>
              </a:defRPr>
            </a:lvl1pPr>
            <a:lvl2pPr>
              <a:buNone/>
              <a:defRPr>
                <a:latin typeface="黑体" pitchFamily="49" charset="-122"/>
                <a:ea typeface="黑体" pitchFamily="49" charset="-122"/>
              </a:defRPr>
            </a:lvl2pPr>
          </a:lstStyle>
          <a:p>
            <a:pPr lvl="0"/>
            <a:r>
              <a:rPr lang="zh-CN" altLang="en-US" dirty="0"/>
              <a:t>三级标题 黑体 </a:t>
            </a:r>
            <a:r>
              <a:rPr lang="en-US" altLang="zh-CN" dirty="0"/>
              <a:t>30</a:t>
            </a:r>
            <a:r>
              <a:rPr lang="zh-CN" altLang="en-US" dirty="0"/>
              <a:t>磅</a:t>
            </a:r>
          </a:p>
          <a:p>
            <a:pPr lvl="1"/>
            <a:r>
              <a:rPr lang="zh-CN" altLang="en-US" dirty="0"/>
              <a:t>正文 （</a:t>
            </a:r>
            <a:r>
              <a:rPr lang="en-US" altLang="zh-CN" dirty="0"/>
              <a:t>24~30</a:t>
            </a:r>
            <a:r>
              <a:rPr lang="zh-CN" altLang="en-US" dirty="0"/>
              <a:t>磅）</a:t>
            </a:r>
          </a:p>
        </p:txBody>
      </p:sp>
      <p:sp>
        <p:nvSpPr>
          <p:cNvPr id="7" name="矩形 4"/>
          <p:cNvSpPr/>
          <p:nvPr userDrawn="1"/>
        </p:nvSpPr>
        <p:spPr>
          <a:xfrm>
            <a:off x="0" y="332656"/>
            <a:ext cx="9144000" cy="72007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76256" y="6381328"/>
            <a:ext cx="21336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E5434602-5AA4-4CE6-AF47-D5586F532BC3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15" name="Rectangle 14"/>
          <p:cNvSpPr>
            <a:spLocks noChangeArrowheads="1"/>
          </p:cNvSpPr>
          <p:nvPr userDrawn="1"/>
        </p:nvSpPr>
        <p:spPr bwMode="auto">
          <a:xfrm flipV="1">
            <a:off x="395049" y="6332237"/>
            <a:ext cx="8748951" cy="49091"/>
          </a:xfrm>
          <a:prstGeom prst="rect">
            <a:avLst/>
          </a:prstGeom>
          <a:solidFill>
            <a:schemeClr val="accent6">
              <a:lumMod val="50000"/>
              <a:alpha val="8117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anchor="ctr"/>
          <a:lstStyle/>
          <a:p>
            <a:pPr algn="ctr"/>
            <a:endParaRPr lang="zh-CN" altLang="zh-CN" sz="4400">
              <a:solidFill>
                <a:srgbClr val="1F497D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395049" y="6433591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《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工程图学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》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76256" y="6381328"/>
            <a:ext cx="21336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E5434602-5AA4-4CE6-AF47-D5586F532BC3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auto">
          <a:xfrm flipV="1">
            <a:off x="395049" y="6332237"/>
            <a:ext cx="8748951" cy="49091"/>
          </a:xfrm>
          <a:prstGeom prst="rect">
            <a:avLst/>
          </a:prstGeom>
          <a:solidFill>
            <a:schemeClr val="accent6">
              <a:lumMod val="50000"/>
              <a:alpha val="8117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anchor="ctr"/>
          <a:lstStyle/>
          <a:p>
            <a:pPr algn="ctr"/>
            <a:endParaRPr lang="zh-CN" altLang="zh-CN" sz="4400">
              <a:solidFill>
                <a:srgbClr val="1F497D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395049" y="6433591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《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工程图学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》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F4F1FC-A211-41D3-9527-7868687E14E0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D5F606-63DB-4A4B-B594-22747EE2947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占位符 1"/>
          <p:cNvSpPr>
            <a:spLocks noGrp="1"/>
          </p:cNvSpPr>
          <p:nvPr>
            <p:ph type="title"/>
          </p:nvPr>
        </p:nvSpPr>
        <p:spPr bwMode="auto">
          <a:xfrm>
            <a:off x="1763688" y="692696"/>
            <a:ext cx="6923112" cy="724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8435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C7F1263-A734-46DB-B37F-609C84242B91}" type="datetimeFigureOut">
              <a:rPr lang="zh-CN" altLang="en-US"/>
              <a:pPr>
                <a:defRPr/>
              </a:pPr>
              <a:t>2025/3/16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5434602-5AA4-4CE6-AF47-D5586F532BC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4" r:id="rId2"/>
    <p:sldLayoutId id="2147483658" r:id="rId3"/>
    <p:sldLayoutId id="2147483660" r:id="rId4"/>
    <p:sldLayoutId id="2147483661" r:id="rId5"/>
    <p:sldLayoutId id="2147483662" r:id="rId6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1E89DEE-9DA1-3252-8124-710DEFD86A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05146" y="2697631"/>
            <a:ext cx="3733714" cy="830997"/>
          </a:xfrm>
        </p:spPr>
        <p:txBody>
          <a:bodyPr/>
          <a:lstStyle/>
          <a:p>
            <a:r>
              <a:rPr lang="zh-CN" altLang="en-US" sz="4800" spc="600" dirty="0">
                <a:solidFill>
                  <a:srgbClr val="00206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工 程 图 学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6B4EE6F-EAC9-E67A-9242-B328EC12A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5506" y="4218819"/>
            <a:ext cx="249299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姜   峣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副研究员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清华大学，机械工程系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10BD971-1F4C-C04A-6CEB-F357AD1D8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040" y="162352"/>
            <a:ext cx="3865161" cy="134038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lIns="91440" tIns="60120" rIns="91440" bIns="63720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联系方式：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办公室：李兆基科技大楼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A1011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手机号：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18210064570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邮箱：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jiangyao@mail.tsinghua.edu.cn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3466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 idx="4294967295"/>
          </p:nvPr>
        </p:nvSpPr>
        <p:spPr>
          <a:xfrm>
            <a:off x="3556338" y="2727900"/>
            <a:ext cx="2031326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轴测图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2237300" y="1136814"/>
            <a:ext cx="4187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A50021"/>
                </a:solidFill>
                <a:latin typeface="华文新魏" pitchFamily="2" charset="-122"/>
                <a:ea typeface="华文新魏" pitchFamily="2" charset="-122"/>
              </a:rPr>
              <a:t>6</a:t>
            </a:r>
            <a:endParaRPr lang="zh-CN" altLang="en-US" sz="32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/>
          <p:cNvSpPr txBox="1">
            <a:spLocks/>
          </p:cNvSpPr>
          <p:nvPr/>
        </p:nvSpPr>
        <p:spPr bwMode="auto">
          <a:xfrm>
            <a:off x="3275812" y="2132856"/>
            <a:ext cx="2592376" cy="195521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514350" indent="-514350">
              <a:lnSpc>
                <a:spcPct val="150000"/>
              </a:lnSpc>
              <a:defRPr/>
            </a:pP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6.1 </a:t>
            </a: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轴测图概述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marL="514350" indent="-514350">
              <a:lnSpc>
                <a:spcPct val="150000"/>
              </a:lnSpc>
              <a:defRPr/>
            </a:pP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6.2 </a:t>
            </a: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正等轴测图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marL="514350" indent="-514350">
              <a:lnSpc>
                <a:spcPct val="150000"/>
              </a:lnSpc>
              <a:defRPr/>
            </a:pP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6.3 </a:t>
            </a: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斜二轴测图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8" name="Title 6"/>
          <p:cNvSpPr txBox="1">
            <a:spLocks/>
          </p:cNvSpPr>
          <p:nvPr/>
        </p:nvSpPr>
        <p:spPr bwMode="auto">
          <a:xfrm>
            <a:off x="3835260" y="454422"/>
            <a:ext cx="1473480" cy="76944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内 容</a:t>
            </a:r>
          </a:p>
        </p:txBody>
      </p:sp>
      <p:grpSp>
        <p:nvGrpSpPr>
          <p:cNvPr id="2" name="组合 12"/>
          <p:cNvGrpSpPr/>
          <p:nvPr/>
        </p:nvGrpSpPr>
        <p:grpSpPr>
          <a:xfrm flipV="1">
            <a:off x="0" y="1412776"/>
            <a:ext cx="9144000" cy="288032"/>
            <a:chOff x="-40060" y="4227605"/>
            <a:chExt cx="15641884" cy="367574"/>
          </a:xfrm>
          <a:solidFill>
            <a:schemeClr val="accent6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0" name="组合 13"/>
            <p:cNvGrpSpPr/>
            <p:nvPr/>
          </p:nvGrpSpPr>
          <p:grpSpPr>
            <a:xfrm>
              <a:off x="-40060" y="4227605"/>
              <a:ext cx="7820942" cy="364510"/>
              <a:chOff x="4635815" y="4227605"/>
              <a:chExt cx="7820942" cy="364510"/>
            </a:xfrm>
            <a:grpFill/>
          </p:grpSpPr>
          <p:sp>
            <p:nvSpPr>
              <p:cNvPr id="16" name="矩形 18"/>
              <p:cNvSpPr/>
              <p:nvPr/>
            </p:nvSpPr>
            <p:spPr>
              <a:xfrm>
                <a:off x="6786027" y="4320679"/>
                <a:ext cx="5670730" cy="2700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7" name="矩形 19"/>
              <p:cNvSpPr/>
              <p:nvPr/>
            </p:nvSpPr>
            <p:spPr>
              <a:xfrm>
                <a:off x="4635815" y="4227605"/>
                <a:ext cx="1800000" cy="2700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8" name="矩形 4"/>
              <p:cNvSpPr/>
              <p:nvPr/>
            </p:nvSpPr>
            <p:spPr>
              <a:xfrm>
                <a:off x="6426510" y="4227606"/>
                <a:ext cx="368581" cy="364509"/>
              </a:xfrm>
              <a:custGeom>
                <a:avLst/>
                <a:gdLst>
                  <a:gd name="connsiteX0" fmla="*/ 0 w 360000"/>
                  <a:gd name="connsiteY0" fmla="*/ 0 h 270030"/>
                  <a:gd name="connsiteX1" fmla="*/ 360000 w 360000"/>
                  <a:gd name="connsiteY1" fmla="*/ 0 h 270030"/>
                  <a:gd name="connsiteX2" fmla="*/ 360000 w 360000"/>
                  <a:gd name="connsiteY2" fmla="*/ 270030 h 270030"/>
                  <a:gd name="connsiteX3" fmla="*/ 0 w 360000"/>
                  <a:gd name="connsiteY3" fmla="*/ 270030 h 270030"/>
                  <a:gd name="connsiteX4" fmla="*/ 0 w 360000"/>
                  <a:gd name="connsiteY4" fmla="*/ 0 h 270030"/>
                  <a:gd name="connsiteX0" fmla="*/ 0 w 364864"/>
                  <a:gd name="connsiteY0" fmla="*/ 0 h 270030"/>
                  <a:gd name="connsiteX1" fmla="*/ 364864 w 364864"/>
                  <a:gd name="connsiteY1" fmla="*/ 72957 h 270030"/>
                  <a:gd name="connsiteX2" fmla="*/ 360000 w 364864"/>
                  <a:gd name="connsiteY2" fmla="*/ 270030 h 270030"/>
                  <a:gd name="connsiteX3" fmla="*/ 0 w 364864"/>
                  <a:gd name="connsiteY3" fmla="*/ 270030 h 270030"/>
                  <a:gd name="connsiteX4" fmla="*/ 0 w 364864"/>
                  <a:gd name="connsiteY4" fmla="*/ 0 h 270030"/>
                  <a:gd name="connsiteX0" fmla="*/ 0 w 364864"/>
                  <a:gd name="connsiteY0" fmla="*/ 0 h 294349"/>
                  <a:gd name="connsiteX1" fmla="*/ 364864 w 364864"/>
                  <a:gd name="connsiteY1" fmla="*/ 72957 h 294349"/>
                  <a:gd name="connsiteX2" fmla="*/ 364864 w 364864"/>
                  <a:gd name="connsiteY2" fmla="*/ 294349 h 294349"/>
                  <a:gd name="connsiteX3" fmla="*/ 0 w 364864"/>
                  <a:gd name="connsiteY3" fmla="*/ 270030 h 294349"/>
                  <a:gd name="connsiteX4" fmla="*/ 0 w 364864"/>
                  <a:gd name="connsiteY4" fmla="*/ 0 h 294349"/>
                  <a:gd name="connsiteX0" fmla="*/ 0 w 364864"/>
                  <a:gd name="connsiteY0" fmla="*/ 0 h 290893"/>
                  <a:gd name="connsiteX1" fmla="*/ 364864 w 364864"/>
                  <a:gd name="connsiteY1" fmla="*/ 72957 h 290893"/>
                  <a:gd name="connsiteX2" fmla="*/ 363396 w 364864"/>
                  <a:gd name="connsiteY2" fmla="*/ 290893 h 290893"/>
                  <a:gd name="connsiteX3" fmla="*/ 358533 w 364864"/>
                  <a:gd name="connsiteY3" fmla="*/ 266574 h 290893"/>
                  <a:gd name="connsiteX4" fmla="*/ 0 w 364864"/>
                  <a:gd name="connsiteY4" fmla="*/ 270030 h 290893"/>
                  <a:gd name="connsiteX5" fmla="*/ 0 w 364864"/>
                  <a:gd name="connsiteY5" fmla="*/ 0 h 290893"/>
                  <a:gd name="connsiteX0" fmla="*/ 0 w 368581"/>
                  <a:gd name="connsiteY0" fmla="*/ 0 h 321274"/>
                  <a:gd name="connsiteX1" fmla="*/ 364864 w 368581"/>
                  <a:gd name="connsiteY1" fmla="*/ 72957 h 321274"/>
                  <a:gd name="connsiteX2" fmla="*/ 363396 w 368581"/>
                  <a:gd name="connsiteY2" fmla="*/ 290893 h 321274"/>
                  <a:gd name="connsiteX3" fmla="*/ 368261 w 368581"/>
                  <a:gd name="connsiteY3" fmla="*/ 320076 h 321274"/>
                  <a:gd name="connsiteX4" fmla="*/ 0 w 368581"/>
                  <a:gd name="connsiteY4" fmla="*/ 270030 h 321274"/>
                  <a:gd name="connsiteX5" fmla="*/ 0 w 368581"/>
                  <a:gd name="connsiteY5" fmla="*/ 0 h 321274"/>
                  <a:gd name="connsiteX0" fmla="*/ 0 w 368581"/>
                  <a:gd name="connsiteY0" fmla="*/ 0 h 321274"/>
                  <a:gd name="connsiteX1" fmla="*/ 364864 w 368581"/>
                  <a:gd name="connsiteY1" fmla="*/ 87549 h 321274"/>
                  <a:gd name="connsiteX2" fmla="*/ 363396 w 368581"/>
                  <a:gd name="connsiteY2" fmla="*/ 290893 h 321274"/>
                  <a:gd name="connsiteX3" fmla="*/ 368261 w 368581"/>
                  <a:gd name="connsiteY3" fmla="*/ 320076 h 321274"/>
                  <a:gd name="connsiteX4" fmla="*/ 0 w 368581"/>
                  <a:gd name="connsiteY4" fmla="*/ 270030 h 321274"/>
                  <a:gd name="connsiteX5" fmla="*/ 0 w 368581"/>
                  <a:gd name="connsiteY5" fmla="*/ 0 h 321274"/>
                  <a:gd name="connsiteX0" fmla="*/ 0 w 368581"/>
                  <a:gd name="connsiteY0" fmla="*/ 0 h 364509"/>
                  <a:gd name="connsiteX1" fmla="*/ 364864 w 368581"/>
                  <a:gd name="connsiteY1" fmla="*/ 87549 h 364509"/>
                  <a:gd name="connsiteX2" fmla="*/ 363396 w 368581"/>
                  <a:gd name="connsiteY2" fmla="*/ 290893 h 364509"/>
                  <a:gd name="connsiteX3" fmla="*/ 368261 w 368581"/>
                  <a:gd name="connsiteY3" fmla="*/ 363850 h 364509"/>
                  <a:gd name="connsiteX4" fmla="*/ 0 w 368581"/>
                  <a:gd name="connsiteY4" fmla="*/ 270030 h 364509"/>
                  <a:gd name="connsiteX5" fmla="*/ 0 w 368581"/>
                  <a:gd name="connsiteY5" fmla="*/ 0 h 364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68581" h="364509">
                    <a:moveTo>
                      <a:pt x="0" y="0"/>
                    </a:moveTo>
                    <a:lnTo>
                      <a:pt x="364864" y="87549"/>
                    </a:lnTo>
                    <a:cubicBezTo>
                      <a:pt x="364375" y="160194"/>
                      <a:pt x="363885" y="218248"/>
                      <a:pt x="363396" y="290893"/>
                    </a:cubicBezTo>
                    <a:cubicBezTo>
                      <a:pt x="361286" y="281635"/>
                      <a:pt x="370371" y="373108"/>
                      <a:pt x="368261" y="363850"/>
                    </a:cubicBezTo>
                    <a:lnTo>
                      <a:pt x="0" y="270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11" name="组合 14"/>
            <p:cNvGrpSpPr/>
            <p:nvPr/>
          </p:nvGrpSpPr>
          <p:grpSpPr>
            <a:xfrm flipH="1">
              <a:off x="7780882" y="4230669"/>
              <a:ext cx="7820942" cy="364510"/>
              <a:chOff x="4635815" y="4227605"/>
              <a:chExt cx="7820942" cy="364510"/>
            </a:xfrm>
            <a:grpFill/>
          </p:grpSpPr>
          <p:sp>
            <p:nvSpPr>
              <p:cNvPr id="13" name="矩形 15"/>
              <p:cNvSpPr/>
              <p:nvPr/>
            </p:nvSpPr>
            <p:spPr>
              <a:xfrm>
                <a:off x="6786027" y="4320679"/>
                <a:ext cx="5670730" cy="2700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4" name="矩形 16"/>
              <p:cNvSpPr/>
              <p:nvPr/>
            </p:nvSpPr>
            <p:spPr>
              <a:xfrm>
                <a:off x="4635815" y="4227605"/>
                <a:ext cx="1800000" cy="2700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5" name="矩形 4"/>
              <p:cNvSpPr/>
              <p:nvPr/>
            </p:nvSpPr>
            <p:spPr>
              <a:xfrm>
                <a:off x="6426510" y="4227606"/>
                <a:ext cx="368581" cy="364509"/>
              </a:xfrm>
              <a:custGeom>
                <a:avLst/>
                <a:gdLst>
                  <a:gd name="connsiteX0" fmla="*/ 0 w 360000"/>
                  <a:gd name="connsiteY0" fmla="*/ 0 h 270030"/>
                  <a:gd name="connsiteX1" fmla="*/ 360000 w 360000"/>
                  <a:gd name="connsiteY1" fmla="*/ 0 h 270030"/>
                  <a:gd name="connsiteX2" fmla="*/ 360000 w 360000"/>
                  <a:gd name="connsiteY2" fmla="*/ 270030 h 270030"/>
                  <a:gd name="connsiteX3" fmla="*/ 0 w 360000"/>
                  <a:gd name="connsiteY3" fmla="*/ 270030 h 270030"/>
                  <a:gd name="connsiteX4" fmla="*/ 0 w 360000"/>
                  <a:gd name="connsiteY4" fmla="*/ 0 h 270030"/>
                  <a:gd name="connsiteX0" fmla="*/ 0 w 364864"/>
                  <a:gd name="connsiteY0" fmla="*/ 0 h 270030"/>
                  <a:gd name="connsiteX1" fmla="*/ 364864 w 364864"/>
                  <a:gd name="connsiteY1" fmla="*/ 72957 h 270030"/>
                  <a:gd name="connsiteX2" fmla="*/ 360000 w 364864"/>
                  <a:gd name="connsiteY2" fmla="*/ 270030 h 270030"/>
                  <a:gd name="connsiteX3" fmla="*/ 0 w 364864"/>
                  <a:gd name="connsiteY3" fmla="*/ 270030 h 270030"/>
                  <a:gd name="connsiteX4" fmla="*/ 0 w 364864"/>
                  <a:gd name="connsiteY4" fmla="*/ 0 h 270030"/>
                  <a:gd name="connsiteX0" fmla="*/ 0 w 364864"/>
                  <a:gd name="connsiteY0" fmla="*/ 0 h 294349"/>
                  <a:gd name="connsiteX1" fmla="*/ 364864 w 364864"/>
                  <a:gd name="connsiteY1" fmla="*/ 72957 h 294349"/>
                  <a:gd name="connsiteX2" fmla="*/ 364864 w 364864"/>
                  <a:gd name="connsiteY2" fmla="*/ 294349 h 294349"/>
                  <a:gd name="connsiteX3" fmla="*/ 0 w 364864"/>
                  <a:gd name="connsiteY3" fmla="*/ 270030 h 294349"/>
                  <a:gd name="connsiteX4" fmla="*/ 0 w 364864"/>
                  <a:gd name="connsiteY4" fmla="*/ 0 h 294349"/>
                  <a:gd name="connsiteX0" fmla="*/ 0 w 364864"/>
                  <a:gd name="connsiteY0" fmla="*/ 0 h 290893"/>
                  <a:gd name="connsiteX1" fmla="*/ 364864 w 364864"/>
                  <a:gd name="connsiteY1" fmla="*/ 72957 h 290893"/>
                  <a:gd name="connsiteX2" fmla="*/ 363396 w 364864"/>
                  <a:gd name="connsiteY2" fmla="*/ 290893 h 290893"/>
                  <a:gd name="connsiteX3" fmla="*/ 358533 w 364864"/>
                  <a:gd name="connsiteY3" fmla="*/ 266574 h 290893"/>
                  <a:gd name="connsiteX4" fmla="*/ 0 w 364864"/>
                  <a:gd name="connsiteY4" fmla="*/ 270030 h 290893"/>
                  <a:gd name="connsiteX5" fmla="*/ 0 w 364864"/>
                  <a:gd name="connsiteY5" fmla="*/ 0 h 290893"/>
                  <a:gd name="connsiteX0" fmla="*/ 0 w 368581"/>
                  <a:gd name="connsiteY0" fmla="*/ 0 h 321274"/>
                  <a:gd name="connsiteX1" fmla="*/ 364864 w 368581"/>
                  <a:gd name="connsiteY1" fmla="*/ 72957 h 321274"/>
                  <a:gd name="connsiteX2" fmla="*/ 363396 w 368581"/>
                  <a:gd name="connsiteY2" fmla="*/ 290893 h 321274"/>
                  <a:gd name="connsiteX3" fmla="*/ 368261 w 368581"/>
                  <a:gd name="connsiteY3" fmla="*/ 320076 h 321274"/>
                  <a:gd name="connsiteX4" fmla="*/ 0 w 368581"/>
                  <a:gd name="connsiteY4" fmla="*/ 270030 h 321274"/>
                  <a:gd name="connsiteX5" fmla="*/ 0 w 368581"/>
                  <a:gd name="connsiteY5" fmla="*/ 0 h 321274"/>
                  <a:gd name="connsiteX0" fmla="*/ 0 w 368581"/>
                  <a:gd name="connsiteY0" fmla="*/ 0 h 321274"/>
                  <a:gd name="connsiteX1" fmla="*/ 364864 w 368581"/>
                  <a:gd name="connsiteY1" fmla="*/ 87549 h 321274"/>
                  <a:gd name="connsiteX2" fmla="*/ 363396 w 368581"/>
                  <a:gd name="connsiteY2" fmla="*/ 290893 h 321274"/>
                  <a:gd name="connsiteX3" fmla="*/ 368261 w 368581"/>
                  <a:gd name="connsiteY3" fmla="*/ 320076 h 321274"/>
                  <a:gd name="connsiteX4" fmla="*/ 0 w 368581"/>
                  <a:gd name="connsiteY4" fmla="*/ 270030 h 321274"/>
                  <a:gd name="connsiteX5" fmla="*/ 0 w 368581"/>
                  <a:gd name="connsiteY5" fmla="*/ 0 h 321274"/>
                  <a:gd name="connsiteX0" fmla="*/ 0 w 368581"/>
                  <a:gd name="connsiteY0" fmla="*/ 0 h 364509"/>
                  <a:gd name="connsiteX1" fmla="*/ 364864 w 368581"/>
                  <a:gd name="connsiteY1" fmla="*/ 87549 h 364509"/>
                  <a:gd name="connsiteX2" fmla="*/ 363396 w 368581"/>
                  <a:gd name="connsiteY2" fmla="*/ 290893 h 364509"/>
                  <a:gd name="connsiteX3" fmla="*/ 368261 w 368581"/>
                  <a:gd name="connsiteY3" fmla="*/ 363850 h 364509"/>
                  <a:gd name="connsiteX4" fmla="*/ 0 w 368581"/>
                  <a:gd name="connsiteY4" fmla="*/ 270030 h 364509"/>
                  <a:gd name="connsiteX5" fmla="*/ 0 w 368581"/>
                  <a:gd name="connsiteY5" fmla="*/ 0 h 364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68581" h="364509">
                    <a:moveTo>
                      <a:pt x="0" y="0"/>
                    </a:moveTo>
                    <a:lnTo>
                      <a:pt x="364864" y="87549"/>
                    </a:lnTo>
                    <a:cubicBezTo>
                      <a:pt x="364375" y="160194"/>
                      <a:pt x="363885" y="218248"/>
                      <a:pt x="363396" y="290893"/>
                    </a:cubicBezTo>
                    <a:cubicBezTo>
                      <a:pt x="361286" y="281635"/>
                      <a:pt x="370371" y="373108"/>
                      <a:pt x="368261" y="363850"/>
                    </a:cubicBezTo>
                    <a:lnTo>
                      <a:pt x="0" y="270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</p:grpSp>
      </p:grpSp>
      <p:sp>
        <p:nvSpPr>
          <p:cNvPr id="19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3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5939C-FDDB-2267-0005-AA9E4D2D7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991B867-7032-343B-F88B-740300D07381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415000" y="2727900"/>
            <a:ext cx="4314002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轴测图概述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A6EFC0-EF48-EF6C-3B51-41E6426927BE}"/>
              </a:ext>
            </a:extLst>
          </p:cNvPr>
          <p:cNvSpPr/>
          <p:nvPr/>
        </p:nvSpPr>
        <p:spPr>
          <a:xfrm>
            <a:off x="2237300" y="1136814"/>
            <a:ext cx="4187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A50021"/>
                </a:solidFill>
                <a:latin typeface="华文新魏" pitchFamily="2" charset="-122"/>
                <a:ea typeface="华文新魏" pitchFamily="2" charset="-122"/>
              </a:rPr>
              <a:t>6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296837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EDCDC-4DDD-A212-028F-4C1036C0C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9BA20430-D34A-C6AD-94AA-13632189E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5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B6132A33-EB3F-EA1F-4EC6-B9D571DCD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93862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轴测图概述</a:t>
            </a:r>
          </a:p>
        </p:txBody>
      </p:sp>
      <p:sp>
        <p:nvSpPr>
          <p:cNvPr id="75" name="Text Box 3">
            <a:extLst>
              <a:ext uri="{FF2B5EF4-FFF2-40B4-BE49-F238E27FC236}">
                <a16:creationId xmlns:a16="http://schemas.microsoft.com/office/drawing/2014/main" id="{27B608D6-36C1-930C-263A-D8C427804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778" y="1511759"/>
            <a:ext cx="8898444" cy="954388"/>
          </a:xfrm>
          <a:prstGeom prst="snip2Diag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将物体连同确定其空间位置的直角坐标系，沿不平行于任一坐标面的方向，用</a:t>
            </a:r>
            <a:r>
              <a:rPr kumimoji="1"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平行投影法</a:t>
            </a: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将其投射在</a:t>
            </a:r>
            <a:r>
              <a:rPr kumimoji="1"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单一投影面</a:t>
            </a: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上所得的具有立体感的图形叫做轴测图。</a:t>
            </a:r>
          </a:p>
        </p:txBody>
      </p:sp>
      <p:grpSp>
        <p:nvGrpSpPr>
          <p:cNvPr id="77" name="Group 4">
            <a:extLst>
              <a:ext uri="{FF2B5EF4-FFF2-40B4-BE49-F238E27FC236}">
                <a16:creationId xmlns:a16="http://schemas.microsoft.com/office/drawing/2014/main" id="{05033838-8256-D5D1-1181-6508C0D06347}"/>
              </a:ext>
            </a:extLst>
          </p:cNvPr>
          <p:cNvGrpSpPr>
            <a:grpSpLocks/>
          </p:cNvGrpSpPr>
          <p:nvPr/>
        </p:nvGrpSpPr>
        <p:grpSpPr bwMode="auto">
          <a:xfrm>
            <a:off x="1979712" y="2564904"/>
            <a:ext cx="3479801" cy="3436935"/>
            <a:chOff x="1965" y="1750"/>
            <a:chExt cx="2192" cy="2165"/>
          </a:xfrm>
        </p:grpSpPr>
        <p:sp>
          <p:nvSpPr>
            <p:cNvPr id="79" name="Line 5">
              <a:extLst>
                <a:ext uri="{FF2B5EF4-FFF2-40B4-BE49-F238E27FC236}">
                  <a16:creationId xmlns:a16="http://schemas.microsoft.com/office/drawing/2014/main" id="{924E142E-01F6-02D1-0BD3-4EDE328AFD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8" y="3134"/>
              <a:ext cx="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Rectangle 6">
              <a:extLst>
                <a:ext uri="{FF2B5EF4-FFF2-40B4-BE49-F238E27FC236}">
                  <a16:creationId xmlns:a16="http://schemas.microsoft.com/office/drawing/2014/main" id="{6189EAF2-AD46-6D3D-DD42-C41CC81680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3" y="1750"/>
              <a:ext cx="1287" cy="1953"/>
            </a:xfrm>
            <a:custGeom>
              <a:avLst/>
              <a:gdLst>
                <a:gd name="connsiteX0" fmla="*/ 0 w 3071813"/>
                <a:gd name="connsiteY0" fmla="*/ 0 h 1538287"/>
                <a:gd name="connsiteX1" fmla="*/ 3071813 w 3071813"/>
                <a:gd name="connsiteY1" fmla="*/ 0 h 1538287"/>
                <a:gd name="connsiteX2" fmla="*/ 3071813 w 3071813"/>
                <a:gd name="connsiteY2" fmla="*/ 1538287 h 1538287"/>
                <a:gd name="connsiteX3" fmla="*/ 0 w 3071813"/>
                <a:gd name="connsiteY3" fmla="*/ 1538287 h 1538287"/>
                <a:gd name="connsiteX4" fmla="*/ 0 w 3071813"/>
                <a:gd name="connsiteY4" fmla="*/ 0 h 1538287"/>
                <a:gd name="connsiteX0" fmla="*/ 1100137 w 3071813"/>
                <a:gd name="connsiteY0" fmla="*/ 0 h 2147887"/>
                <a:gd name="connsiteX1" fmla="*/ 3071813 w 3071813"/>
                <a:gd name="connsiteY1" fmla="*/ 609600 h 2147887"/>
                <a:gd name="connsiteX2" fmla="*/ 3071813 w 3071813"/>
                <a:gd name="connsiteY2" fmla="*/ 2147887 h 2147887"/>
                <a:gd name="connsiteX3" fmla="*/ 0 w 3071813"/>
                <a:gd name="connsiteY3" fmla="*/ 2147887 h 2147887"/>
                <a:gd name="connsiteX4" fmla="*/ 1100137 w 3071813"/>
                <a:gd name="connsiteY4" fmla="*/ 0 h 2147887"/>
                <a:gd name="connsiteX0" fmla="*/ 285750 w 2257426"/>
                <a:gd name="connsiteY0" fmla="*/ 0 h 2147887"/>
                <a:gd name="connsiteX1" fmla="*/ 2257426 w 2257426"/>
                <a:gd name="connsiteY1" fmla="*/ 609600 h 2147887"/>
                <a:gd name="connsiteX2" fmla="*/ 2257426 w 2257426"/>
                <a:gd name="connsiteY2" fmla="*/ 2147887 h 2147887"/>
                <a:gd name="connsiteX3" fmla="*/ 0 w 2257426"/>
                <a:gd name="connsiteY3" fmla="*/ 1981200 h 2147887"/>
                <a:gd name="connsiteX4" fmla="*/ 285750 w 2257426"/>
                <a:gd name="connsiteY4" fmla="*/ 0 h 2147887"/>
                <a:gd name="connsiteX0" fmla="*/ 242887 w 2214563"/>
                <a:gd name="connsiteY0" fmla="*/ 0 h 2147887"/>
                <a:gd name="connsiteX1" fmla="*/ 2214563 w 2214563"/>
                <a:gd name="connsiteY1" fmla="*/ 609600 h 2147887"/>
                <a:gd name="connsiteX2" fmla="*/ 2214563 w 2214563"/>
                <a:gd name="connsiteY2" fmla="*/ 2147887 h 2147887"/>
                <a:gd name="connsiteX3" fmla="*/ 0 w 2214563"/>
                <a:gd name="connsiteY3" fmla="*/ 1643062 h 2147887"/>
                <a:gd name="connsiteX4" fmla="*/ 242887 w 2214563"/>
                <a:gd name="connsiteY4" fmla="*/ 0 h 2147887"/>
                <a:gd name="connsiteX0" fmla="*/ 242887 w 2214563"/>
                <a:gd name="connsiteY0" fmla="*/ 0 h 2500312"/>
                <a:gd name="connsiteX1" fmla="*/ 2214563 w 2214563"/>
                <a:gd name="connsiteY1" fmla="*/ 609600 h 2500312"/>
                <a:gd name="connsiteX2" fmla="*/ 1781175 w 2214563"/>
                <a:gd name="connsiteY2" fmla="*/ 2500312 h 2500312"/>
                <a:gd name="connsiteX3" fmla="*/ 0 w 2214563"/>
                <a:gd name="connsiteY3" fmla="*/ 1643062 h 2500312"/>
                <a:gd name="connsiteX4" fmla="*/ 242887 w 2214563"/>
                <a:gd name="connsiteY4" fmla="*/ 0 h 2500312"/>
                <a:gd name="connsiteX0" fmla="*/ 242887 w 2214563"/>
                <a:gd name="connsiteY0" fmla="*/ 0 h 2671762"/>
                <a:gd name="connsiteX1" fmla="*/ 2214563 w 2214563"/>
                <a:gd name="connsiteY1" fmla="*/ 609600 h 2671762"/>
                <a:gd name="connsiteX2" fmla="*/ 1800225 w 2214563"/>
                <a:gd name="connsiteY2" fmla="*/ 2671762 h 2671762"/>
                <a:gd name="connsiteX3" fmla="*/ 0 w 2214563"/>
                <a:gd name="connsiteY3" fmla="*/ 1643062 h 2671762"/>
                <a:gd name="connsiteX4" fmla="*/ 242887 w 2214563"/>
                <a:gd name="connsiteY4" fmla="*/ 0 h 2671762"/>
                <a:gd name="connsiteX0" fmla="*/ 242887 w 1885950"/>
                <a:gd name="connsiteY0" fmla="*/ 0 h 2671762"/>
                <a:gd name="connsiteX1" fmla="*/ 1885950 w 1885950"/>
                <a:gd name="connsiteY1" fmla="*/ 452437 h 2671762"/>
                <a:gd name="connsiteX2" fmla="*/ 1800225 w 1885950"/>
                <a:gd name="connsiteY2" fmla="*/ 2671762 h 2671762"/>
                <a:gd name="connsiteX3" fmla="*/ 0 w 1885950"/>
                <a:gd name="connsiteY3" fmla="*/ 1643062 h 2671762"/>
                <a:gd name="connsiteX4" fmla="*/ 242887 w 1885950"/>
                <a:gd name="connsiteY4" fmla="*/ 0 h 2671762"/>
                <a:gd name="connsiteX0" fmla="*/ 242887 w 2014538"/>
                <a:gd name="connsiteY0" fmla="*/ 0 h 2681287"/>
                <a:gd name="connsiteX1" fmla="*/ 1885950 w 2014538"/>
                <a:gd name="connsiteY1" fmla="*/ 452437 h 2681287"/>
                <a:gd name="connsiteX2" fmla="*/ 2014538 w 2014538"/>
                <a:gd name="connsiteY2" fmla="*/ 2681287 h 2681287"/>
                <a:gd name="connsiteX3" fmla="*/ 0 w 2014538"/>
                <a:gd name="connsiteY3" fmla="*/ 1643062 h 2681287"/>
                <a:gd name="connsiteX4" fmla="*/ 242887 w 2014538"/>
                <a:gd name="connsiteY4" fmla="*/ 0 h 2681287"/>
                <a:gd name="connsiteX0" fmla="*/ 242887 w 2043113"/>
                <a:gd name="connsiteY0" fmla="*/ 0 h 2681287"/>
                <a:gd name="connsiteX1" fmla="*/ 2043113 w 2043113"/>
                <a:gd name="connsiteY1" fmla="*/ 481012 h 2681287"/>
                <a:gd name="connsiteX2" fmla="*/ 2014538 w 2043113"/>
                <a:gd name="connsiteY2" fmla="*/ 2681287 h 2681287"/>
                <a:gd name="connsiteX3" fmla="*/ 0 w 2043113"/>
                <a:gd name="connsiteY3" fmla="*/ 1643062 h 2681287"/>
                <a:gd name="connsiteX4" fmla="*/ 242887 w 2043113"/>
                <a:gd name="connsiteY4" fmla="*/ 0 h 2681287"/>
                <a:gd name="connsiteX0" fmla="*/ 104774 w 2043113"/>
                <a:gd name="connsiteY0" fmla="*/ 0 h 2890837"/>
                <a:gd name="connsiteX1" fmla="*/ 2043113 w 2043113"/>
                <a:gd name="connsiteY1" fmla="*/ 690562 h 2890837"/>
                <a:gd name="connsiteX2" fmla="*/ 2014538 w 2043113"/>
                <a:gd name="connsiteY2" fmla="*/ 2890837 h 2890837"/>
                <a:gd name="connsiteX3" fmla="*/ 0 w 2043113"/>
                <a:gd name="connsiteY3" fmla="*/ 1852612 h 2890837"/>
                <a:gd name="connsiteX4" fmla="*/ 104774 w 2043113"/>
                <a:gd name="connsiteY4" fmla="*/ 0 h 2890837"/>
                <a:gd name="connsiteX0" fmla="*/ 28574 w 2043113"/>
                <a:gd name="connsiteY0" fmla="*/ 0 h 2957512"/>
                <a:gd name="connsiteX1" fmla="*/ 2043113 w 2043113"/>
                <a:gd name="connsiteY1" fmla="*/ 757237 h 2957512"/>
                <a:gd name="connsiteX2" fmla="*/ 2014538 w 2043113"/>
                <a:gd name="connsiteY2" fmla="*/ 2957512 h 2957512"/>
                <a:gd name="connsiteX3" fmla="*/ 0 w 2043113"/>
                <a:gd name="connsiteY3" fmla="*/ 1919287 h 2957512"/>
                <a:gd name="connsiteX4" fmla="*/ 28574 w 2043113"/>
                <a:gd name="connsiteY4" fmla="*/ 0 h 2957512"/>
                <a:gd name="connsiteX0" fmla="*/ 57149 w 2043113"/>
                <a:gd name="connsiteY0" fmla="*/ 0 h 3019424"/>
                <a:gd name="connsiteX1" fmla="*/ 2043113 w 2043113"/>
                <a:gd name="connsiteY1" fmla="*/ 819149 h 3019424"/>
                <a:gd name="connsiteX2" fmla="*/ 2014538 w 2043113"/>
                <a:gd name="connsiteY2" fmla="*/ 3019424 h 3019424"/>
                <a:gd name="connsiteX3" fmla="*/ 0 w 2043113"/>
                <a:gd name="connsiteY3" fmla="*/ 1981199 h 3019424"/>
                <a:gd name="connsiteX4" fmla="*/ 57149 w 2043113"/>
                <a:gd name="connsiteY4" fmla="*/ 0 h 3019424"/>
                <a:gd name="connsiteX0" fmla="*/ 4762 w 2043113"/>
                <a:gd name="connsiteY0" fmla="*/ 0 h 3100387"/>
                <a:gd name="connsiteX1" fmla="*/ 2043113 w 2043113"/>
                <a:gd name="connsiteY1" fmla="*/ 900112 h 3100387"/>
                <a:gd name="connsiteX2" fmla="*/ 2014538 w 2043113"/>
                <a:gd name="connsiteY2" fmla="*/ 3100387 h 3100387"/>
                <a:gd name="connsiteX3" fmla="*/ 0 w 2043113"/>
                <a:gd name="connsiteY3" fmla="*/ 2062162 h 3100387"/>
                <a:gd name="connsiteX4" fmla="*/ 4762 w 2043113"/>
                <a:gd name="connsiteY4" fmla="*/ 0 h 3100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3113" h="3100387">
                  <a:moveTo>
                    <a:pt x="4762" y="0"/>
                  </a:moveTo>
                  <a:lnTo>
                    <a:pt x="2043113" y="900112"/>
                  </a:lnTo>
                  <a:lnTo>
                    <a:pt x="2014538" y="3100387"/>
                  </a:lnTo>
                  <a:lnTo>
                    <a:pt x="0" y="2062162"/>
                  </a:lnTo>
                  <a:cubicBezTo>
                    <a:pt x="1587" y="1374775"/>
                    <a:pt x="3175" y="687387"/>
                    <a:pt x="4762" y="0"/>
                  </a:cubicBezTo>
                  <a:close/>
                </a:path>
              </a:pathLst>
            </a:custGeom>
            <a:solidFill>
              <a:srgbClr val="99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Freeform 7">
              <a:extLst>
                <a:ext uri="{FF2B5EF4-FFF2-40B4-BE49-F238E27FC236}">
                  <a16:creationId xmlns:a16="http://schemas.microsoft.com/office/drawing/2014/main" id="{5C0DDABA-4E13-8217-D0F4-454C6B5F42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7" y="2712"/>
              <a:ext cx="899" cy="769"/>
            </a:xfrm>
            <a:custGeom>
              <a:avLst/>
              <a:gdLst>
                <a:gd name="T0" fmla="*/ 957 w 885"/>
                <a:gd name="T1" fmla="*/ 0 h 769"/>
                <a:gd name="T2" fmla="*/ 0 w 885"/>
                <a:gd name="T3" fmla="*/ 769 h 76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85" h="769">
                  <a:moveTo>
                    <a:pt x="885" y="0"/>
                  </a:moveTo>
                  <a:lnTo>
                    <a:pt x="0" y="769"/>
                  </a:lnTo>
                </a:path>
              </a:pathLst>
            </a:custGeom>
            <a:noFill/>
            <a:ln w="9525" cap="flat" cmpd="sng">
              <a:solidFill>
                <a:srgbClr val="9900C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Freeform 8">
              <a:extLst>
                <a:ext uri="{FF2B5EF4-FFF2-40B4-BE49-F238E27FC236}">
                  <a16:creationId xmlns:a16="http://schemas.microsoft.com/office/drawing/2014/main" id="{A4D119F4-9CA3-E6AF-6342-80BF467ADC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9" y="2560"/>
              <a:ext cx="897" cy="769"/>
            </a:xfrm>
            <a:custGeom>
              <a:avLst/>
              <a:gdLst>
                <a:gd name="T0" fmla="*/ 955 w 883"/>
                <a:gd name="T1" fmla="*/ 0 h 769"/>
                <a:gd name="T2" fmla="*/ 0 w 883"/>
                <a:gd name="T3" fmla="*/ 769 h 76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83" h="769">
                  <a:moveTo>
                    <a:pt x="883" y="0"/>
                  </a:moveTo>
                  <a:lnTo>
                    <a:pt x="0" y="769"/>
                  </a:lnTo>
                </a:path>
              </a:pathLst>
            </a:custGeom>
            <a:noFill/>
            <a:ln w="9525" cap="flat" cmpd="sng">
              <a:solidFill>
                <a:srgbClr val="9900C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Freeform 9">
              <a:extLst>
                <a:ext uri="{FF2B5EF4-FFF2-40B4-BE49-F238E27FC236}">
                  <a16:creationId xmlns:a16="http://schemas.microsoft.com/office/drawing/2014/main" id="{974BAF85-3FB8-6902-4B19-1864575067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9" y="2715"/>
              <a:ext cx="897" cy="774"/>
            </a:xfrm>
            <a:custGeom>
              <a:avLst/>
              <a:gdLst>
                <a:gd name="T0" fmla="*/ 955 w 883"/>
                <a:gd name="T1" fmla="*/ 0 h 774"/>
                <a:gd name="T2" fmla="*/ 0 w 883"/>
                <a:gd name="T3" fmla="*/ 774 h 77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83" h="774">
                  <a:moveTo>
                    <a:pt x="883" y="0"/>
                  </a:moveTo>
                  <a:lnTo>
                    <a:pt x="0" y="774"/>
                  </a:lnTo>
                </a:path>
              </a:pathLst>
            </a:custGeom>
            <a:noFill/>
            <a:ln w="9525" cap="flat" cmpd="sng">
              <a:solidFill>
                <a:srgbClr val="9900C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Freeform 10">
              <a:extLst>
                <a:ext uri="{FF2B5EF4-FFF2-40B4-BE49-F238E27FC236}">
                  <a16:creationId xmlns:a16="http://schemas.microsoft.com/office/drawing/2014/main" id="{6DFA8964-A58C-EB11-9BDB-4D75D1F2FC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9" y="2987"/>
              <a:ext cx="901" cy="771"/>
            </a:xfrm>
            <a:custGeom>
              <a:avLst/>
              <a:gdLst>
                <a:gd name="T0" fmla="*/ 959 w 887"/>
                <a:gd name="T1" fmla="*/ 0 h 771"/>
                <a:gd name="T2" fmla="*/ 0 w 887"/>
                <a:gd name="T3" fmla="*/ 771 h 77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87" h="771">
                  <a:moveTo>
                    <a:pt x="887" y="0"/>
                  </a:moveTo>
                  <a:lnTo>
                    <a:pt x="0" y="771"/>
                  </a:lnTo>
                </a:path>
              </a:pathLst>
            </a:custGeom>
            <a:noFill/>
            <a:ln w="9525" cap="flat" cmpd="sng">
              <a:solidFill>
                <a:srgbClr val="9900C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Freeform 11">
              <a:extLst>
                <a:ext uri="{FF2B5EF4-FFF2-40B4-BE49-F238E27FC236}">
                  <a16:creationId xmlns:a16="http://schemas.microsoft.com/office/drawing/2014/main" id="{677E26BA-F18C-CDC1-4AE1-5ED585C00E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7" y="2984"/>
              <a:ext cx="899" cy="788"/>
            </a:xfrm>
            <a:custGeom>
              <a:avLst/>
              <a:gdLst>
                <a:gd name="T0" fmla="*/ 957 w 885"/>
                <a:gd name="T1" fmla="*/ 0 h 788"/>
                <a:gd name="T2" fmla="*/ 0 w 885"/>
                <a:gd name="T3" fmla="*/ 788 h 78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85" h="788">
                  <a:moveTo>
                    <a:pt x="885" y="0"/>
                  </a:moveTo>
                  <a:lnTo>
                    <a:pt x="0" y="788"/>
                  </a:lnTo>
                </a:path>
              </a:pathLst>
            </a:custGeom>
            <a:noFill/>
            <a:ln w="9525" cap="flat" cmpd="sng">
              <a:solidFill>
                <a:srgbClr val="9900C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Freeform 12">
              <a:extLst>
                <a:ext uri="{FF2B5EF4-FFF2-40B4-BE49-F238E27FC236}">
                  <a16:creationId xmlns:a16="http://schemas.microsoft.com/office/drawing/2014/main" id="{90642761-629F-3EA9-889D-69B6E968EC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8" y="3139"/>
              <a:ext cx="888" cy="766"/>
            </a:xfrm>
            <a:custGeom>
              <a:avLst/>
              <a:gdLst>
                <a:gd name="T0" fmla="*/ 375 w 1101"/>
                <a:gd name="T1" fmla="*/ 0 h 1214"/>
                <a:gd name="T2" fmla="*/ 0 w 1101"/>
                <a:gd name="T3" fmla="*/ 121 h 12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01" h="1214">
                  <a:moveTo>
                    <a:pt x="1101" y="0"/>
                  </a:moveTo>
                  <a:lnTo>
                    <a:pt x="0" y="1214"/>
                  </a:lnTo>
                </a:path>
              </a:pathLst>
            </a:custGeom>
            <a:noFill/>
            <a:ln w="9525" cap="flat" cmpd="sng">
              <a:solidFill>
                <a:srgbClr val="9900C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Freeform 13">
              <a:extLst>
                <a:ext uri="{FF2B5EF4-FFF2-40B4-BE49-F238E27FC236}">
                  <a16:creationId xmlns:a16="http://schemas.microsoft.com/office/drawing/2014/main" id="{A336CA72-A634-8CF9-DE4E-369588DC40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2" y="2849"/>
              <a:ext cx="908" cy="785"/>
            </a:xfrm>
            <a:custGeom>
              <a:avLst/>
              <a:gdLst>
                <a:gd name="T0" fmla="*/ 966 w 894"/>
                <a:gd name="T1" fmla="*/ 0 h 785"/>
                <a:gd name="T2" fmla="*/ 0 w 894"/>
                <a:gd name="T3" fmla="*/ 785 h 78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94" h="785">
                  <a:moveTo>
                    <a:pt x="894" y="0"/>
                  </a:moveTo>
                  <a:lnTo>
                    <a:pt x="0" y="785"/>
                  </a:lnTo>
                </a:path>
              </a:pathLst>
            </a:custGeom>
            <a:noFill/>
            <a:ln w="9525" cap="flat" cmpd="sng">
              <a:solidFill>
                <a:srgbClr val="9900C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03" name="Group 14">
              <a:extLst>
                <a:ext uri="{FF2B5EF4-FFF2-40B4-BE49-F238E27FC236}">
                  <a16:creationId xmlns:a16="http://schemas.microsoft.com/office/drawing/2014/main" id="{E294B2F6-6D03-4C0E-22A1-584DC53BA2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46" y="2550"/>
              <a:ext cx="662" cy="589"/>
              <a:chOff x="2985" y="915"/>
              <a:chExt cx="954" cy="1000"/>
            </a:xfrm>
          </p:grpSpPr>
          <p:sp>
            <p:nvSpPr>
              <p:cNvPr id="131" name="Freeform 15">
                <a:extLst>
                  <a:ext uri="{FF2B5EF4-FFF2-40B4-BE49-F238E27FC236}">
                    <a16:creationId xmlns:a16="http://schemas.microsoft.com/office/drawing/2014/main" id="{172D89F9-E93C-8D84-B049-C085967DAA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3" y="1444"/>
                <a:ext cx="0" cy="469"/>
              </a:xfrm>
              <a:custGeom>
                <a:avLst/>
                <a:gdLst>
                  <a:gd name="T0" fmla="*/ 0 w 1"/>
                  <a:gd name="T1" fmla="*/ 0 h 438"/>
                  <a:gd name="T2" fmla="*/ 0 w 1"/>
                  <a:gd name="T3" fmla="*/ 617 h 43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38">
                    <a:moveTo>
                      <a:pt x="0" y="0"/>
                    </a:moveTo>
                    <a:lnTo>
                      <a:pt x="0" y="438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2" name="Freeform 16">
                <a:extLst>
                  <a:ext uri="{FF2B5EF4-FFF2-40B4-BE49-F238E27FC236}">
                    <a16:creationId xmlns:a16="http://schemas.microsoft.com/office/drawing/2014/main" id="{9C0D443A-5DED-659A-0815-599DB72F7F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2" y="1640"/>
                <a:ext cx="477" cy="273"/>
              </a:xfrm>
              <a:custGeom>
                <a:avLst/>
                <a:gdLst>
                  <a:gd name="T0" fmla="*/ 0 w 410"/>
                  <a:gd name="T1" fmla="*/ 364 h 254"/>
                  <a:gd name="T2" fmla="*/ 875 w 410"/>
                  <a:gd name="T3" fmla="*/ 0 h 25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10" h="254">
                    <a:moveTo>
                      <a:pt x="0" y="254"/>
                    </a:moveTo>
                    <a:lnTo>
                      <a:pt x="410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3" name="Freeform 17">
                <a:extLst>
                  <a:ext uri="{FF2B5EF4-FFF2-40B4-BE49-F238E27FC236}">
                    <a16:creationId xmlns:a16="http://schemas.microsoft.com/office/drawing/2014/main" id="{7A3FE917-3149-55A5-D60A-3551E4E7F6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6" y="1656"/>
                <a:ext cx="476" cy="259"/>
              </a:xfrm>
              <a:custGeom>
                <a:avLst/>
                <a:gdLst>
                  <a:gd name="T0" fmla="*/ 874 w 409"/>
                  <a:gd name="T1" fmla="*/ 345 h 241"/>
                  <a:gd name="T2" fmla="*/ 0 w 409"/>
                  <a:gd name="T3" fmla="*/ 0 h 24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09" h="241">
                    <a:moveTo>
                      <a:pt x="409" y="241"/>
                    </a:move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4" name="Freeform 18">
                <a:extLst>
                  <a:ext uri="{FF2B5EF4-FFF2-40B4-BE49-F238E27FC236}">
                    <a16:creationId xmlns:a16="http://schemas.microsoft.com/office/drawing/2014/main" id="{7A7584C2-E0FE-0156-AADB-E069B789B5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6" y="1187"/>
                <a:ext cx="0" cy="469"/>
              </a:xfrm>
              <a:custGeom>
                <a:avLst/>
                <a:gdLst>
                  <a:gd name="T0" fmla="*/ 0 w 1"/>
                  <a:gd name="T1" fmla="*/ 0 h 438"/>
                  <a:gd name="T2" fmla="*/ 0 w 1"/>
                  <a:gd name="T3" fmla="*/ 617 h 43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38">
                    <a:moveTo>
                      <a:pt x="0" y="0"/>
                    </a:moveTo>
                    <a:lnTo>
                      <a:pt x="0" y="438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5" name="Freeform 19">
                <a:extLst>
                  <a:ext uri="{FF2B5EF4-FFF2-40B4-BE49-F238E27FC236}">
                    <a16:creationId xmlns:a16="http://schemas.microsoft.com/office/drawing/2014/main" id="{DE693524-912F-F7B0-7046-2D1F2F6ACC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2" y="1201"/>
                <a:ext cx="2" cy="439"/>
              </a:xfrm>
              <a:custGeom>
                <a:avLst/>
                <a:gdLst>
                  <a:gd name="T0" fmla="*/ 0 w 1"/>
                  <a:gd name="T1" fmla="*/ 0 h 410"/>
                  <a:gd name="T2" fmla="*/ 0 w 1"/>
                  <a:gd name="T3" fmla="*/ 577 h 41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10">
                    <a:moveTo>
                      <a:pt x="0" y="0"/>
                    </a:moveTo>
                    <a:lnTo>
                      <a:pt x="0" y="410"/>
                    </a:ln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6" name="Freeform 20">
                <a:extLst>
                  <a:ext uri="{FF2B5EF4-FFF2-40B4-BE49-F238E27FC236}">
                    <a16:creationId xmlns:a16="http://schemas.microsoft.com/office/drawing/2014/main" id="{A2FBCC4F-F5D7-EF7F-B804-D2521831E8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2" y="1187"/>
                <a:ext cx="460" cy="264"/>
              </a:xfrm>
              <a:custGeom>
                <a:avLst/>
                <a:gdLst>
                  <a:gd name="T0" fmla="*/ 0 w 396"/>
                  <a:gd name="T1" fmla="*/ 350 h 246"/>
                  <a:gd name="T2" fmla="*/ 836 w 396"/>
                  <a:gd name="T3" fmla="*/ 0 h 24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96" h="246">
                    <a:moveTo>
                      <a:pt x="0" y="246"/>
                    </a:moveTo>
                    <a:lnTo>
                      <a:pt x="396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7" name="Freeform 21">
                <a:extLst>
                  <a:ext uri="{FF2B5EF4-FFF2-40B4-BE49-F238E27FC236}">
                    <a16:creationId xmlns:a16="http://schemas.microsoft.com/office/drawing/2014/main" id="{5685D34A-AC8B-3219-80F8-E07C5D2494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6" y="1193"/>
                <a:ext cx="476" cy="258"/>
              </a:xfrm>
              <a:custGeom>
                <a:avLst/>
                <a:gdLst>
                  <a:gd name="T0" fmla="*/ 874 w 409"/>
                  <a:gd name="T1" fmla="*/ 338 h 241"/>
                  <a:gd name="T2" fmla="*/ 0 w 409"/>
                  <a:gd name="T3" fmla="*/ 0 h 24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09" h="241">
                    <a:moveTo>
                      <a:pt x="409" y="241"/>
                    </a:move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8" name="Freeform 22">
                <a:extLst>
                  <a:ext uri="{FF2B5EF4-FFF2-40B4-BE49-F238E27FC236}">
                    <a16:creationId xmlns:a16="http://schemas.microsoft.com/office/drawing/2014/main" id="{5D35481F-C37C-B81F-D430-F7DFF5DA5F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5" y="920"/>
                <a:ext cx="477" cy="273"/>
              </a:xfrm>
              <a:custGeom>
                <a:avLst/>
                <a:gdLst>
                  <a:gd name="T0" fmla="*/ 0 w 410"/>
                  <a:gd name="T1" fmla="*/ 364 h 254"/>
                  <a:gd name="T2" fmla="*/ 875 w 410"/>
                  <a:gd name="T3" fmla="*/ 0 h 25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10" h="254">
                    <a:moveTo>
                      <a:pt x="0" y="254"/>
                    </a:moveTo>
                    <a:lnTo>
                      <a:pt x="410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9" name="Freeform 23">
                <a:extLst>
                  <a:ext uri="{FF2B5EF4-FFF2-40B4-BE49-F238E27FC236}">
                    <a16:creationId xmlns:a16="http://schemas.microsoft.com/office/drawing/2014/main" id="{F18CC99C-D517-C2F1-066B-D5ED0C8DA8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3" y="915"/>
                <a:ext cx="459" cy="272"/>
              </a:xfrm>
              <a:custGeom>
                <a:avLst/>
                <a:gdLst>
                  <a:gd name="T0" fmla="*/ 835 w 395"/>
                  <a:gd name="T1" fmla="*/ 358 h 254"/>
                  <a:gd name="T2" fmla="*/ 0 w 395"/>
                  <a:gd name="T3" fmla="*/ 0 h 25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95" h="254">
                    <a:moveTo>
                      <a:pt x="395" y="254"/>
                    </a:move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4" name="Group 24">
              <a:extLst>
                <a:ext uri="{FF2B5EF4-FFF2-40B4-BE49-F238E27FC236}">
                  <a16:creationId xmlns:a16="http://schemas.microsoft.com/office/drawing/2014/main" id="{0F57C39D-C81E-A8F7-5F68-756B1E76FE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15" y="2418"/>
              <a:ext cx="938" cy="635"/>
              <a:chOff x="1549" y="1395"/>
              <a:chExt cx="923" cy="635"/>
            </a:xfrm>
          </p:grpSpPr>
          <p:sp>
            <p:nvSpPr>
              <p:cNvPr id="128" name="Freeform 25">
                <a:extLst>
                  <a:ext uri="{FF2B5EF4-FFF2-40B4-BE49-F238E27FC236}">
                    <a16:creationId xmlns:a16="http://schemas.microsoft.com/office/drawing/2014/main" id="{8950BE77-DACC-FB2C-315E-5013926FDA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2" y="1395"/>
                <a:ext cx="1" cy="419"/>
              </a:xfrm>
              <a:custGeom>
                <a:avLst/>
                <a:gdLst>
                  <a:gd name="T0" fmla="*/ 0 w 1"/>
                  <a:gd name="T1" fmla="*/ 66 h 664"/>
                  <a:gd name="T2" fmla="*/ 1 w 1"/>
                  <a:gd name="T3" fmla="*/ 0 h 66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664">
                    <a:moveTo>
                      <a:pt x="0" y="664"/>
                    </a:moveTo>
                    <a:lnTo>
                      <a:pt x="1" y="0"/>
                    </a:lnTo>
                  </a:path>
                </a:pathLst>
              </a:custGeom>
              <a:noFill/>
              <a:ln w="9525">
                <a:solidFill>
                  <a:srgbClr val="333399"/>
                </a:solidFill>
                <a:round/>
                <a:headEnd type="none" w="med" len="med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9" name="Line 26">
                <a:extLst>
                  <a:ext uri="{FF2B5EF4-FFF2-40B4-BE49-F238E27FC236}">
                    <a16:creationId xmlns:a16="http://schemas.microsoft.com/office/drawing/2014/main" id="{322379A8-975D-5AC2-F0D4-39D069F54B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49" y="1814"/>
                <a:ext cx="453" cy="208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0" name="Line 27">
                <a:extLst>
                  <a:ext uri="{FF2B5EF4-FFF2-40B4-BE49-F238E27FC236}">
                    <a16:creationId xmlns:a16="http://schemas.microsoft.com/office/drawing/2014/main" id="{BFC6CE2B-F6AE-73C2-9EAE-52F8D462BE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02" y="1814"/>
                <a:ext cx="470" cy="216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05" name="Text Box 28">
              <a:extLst>
                <a:ext uri="{FF2B5EF4-FFF2-40B4-BE49-F238E27FC236}">
                  <a16:creationId xmlns:a16="http://schemas.microsoft.com/office/drawing/2014/main" id="{2AF54035-D184-863E-F3AF-325790D733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9" y="2824"/>
              <a:ext cx="28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O</a:t>
              </a:r>
              <a:r>
                <a:rPr kumimoji="1" lang="en-US" altLang="zh-CN" sz="20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" name="Text Box 29">
              <a:extLst>
                <a:ext uri="{FF2B5EF4-FFF2-40B4-BE49-F238E27FC236}">
                  <a16:creationId xmlns:a16="http://schemas.microsoft.com/office/drawing/2014/main" id="{952B3888-22DC-2426-B0C9-95CDABDA13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7" y="2900"/>
              <a:ext cx="27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r>
                <a:rPr kumimoji="1" lang="en-US" altLang="zh-CN" sz="20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Text Box 30">
              <a:extLst>
                <a:ext uri="{FF2B5EF4-FFF2-40B4-BE49-F238E27FC236}">
                  <a16:creationId xmlns:a16="http://schemas.microsoft.com/office/drawing/2014/main" id="{C9A9AA84-06B4-241F-0211-5B120B6E65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0" y="2898"/>
              <a:ext cx="26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r>
                <a:rPr kumimoji="1" lang="en-US" altLang="zh-CN" sz="20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Text Box 31">
              <a:extLst>
                <a:ext uri="{FF2B5EF4-FFF2-40B4-BE49-F238E27FC236}">
                  <a16:creationId xmlns:a16="http://schemas.microsoft.com/office/drawing/2014/main" id="{BE3D6832-FAC4-80D3-3D9A-A7D1113105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1" y="2337"/>
              <a:ext cx="26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Z</a:t>
              </a:r>
              <a:r>
                <a:rPr kumimoji="1" lang="en-US" altLang="zh-CN" sz="20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9" name="Freeform 32">
              <a:extLst>
                <a:ext uri="{FF2B5EF4-FFF2-40B4-BE49-F238E27FC236}">
                  <a16:creationId xmlns:a16="http://schemas.microsoft.com/office/drawing/2014/main" id="{DB5AE4E2-C5D3-797D-19E7-29AA604463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1" y="3332"/>
              <a:ext cx="654" cy="582"/>
            </a:xfrm>
            <a:custGeom>
              <a:avLst/>
              <a:gdLst>
                <a:gd name="T0" fmla="*/ 0 w 654"/>
                <a:gd name="T1" fmla="*/ 156 h 582"/>
                <a:gd name="T2" fmla="*/ 342 w 654"/>
                <a:gd name="T3" fmla="*/ 0 h 582"/>
                <a:gd name="T4" fmla="*/ 654 w 654"/>
                <a:gd name="T5" fmla="*/ 156 h 582"/>
                <a:gd name="T6" fmla="*/ 654 w 654"/>
                <a:gd name="T7" fmla="*/ 420 h 582"/>
                <a:gd name="T8" fmla="*/ 330 w 654"/>
                <a:gd name="T9" fmla="*/ 582 h 582"/>
                <a:gd name="T10" fmla="*/ 6 w 654"/>
                <a:gd name="T11" fmla="*/ 426 h 582"/>
                <a:gd name="T12" fmla="*/ 0 w 654"/>
                <a:gd name="T13" fmla="*/ 156 h 58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54" h="582">
                  <a:moveTo>
                    <a:pt x="0" y="156"/>
                  </a:moveTo>
                  <a:lnTo>
                    <a:pt x="342" y="0"/>
                  </a:lnTo>
                  <a:lnTo>
                    <a:pt x="654" y="156"/>
                  </a:lnTo>
                  <a:lnTo>
                    <a:pt x="654" y="420"/>
                  </a:lnTo>
                  <a:lnTo>
                    <a:pt x="330" y="582"/>
                  </a:lnTo>
                  <a:lnTo>
                    <a:pt x="6" y="426"/>
                  </a:lnTo>
                  <a:lnTo>
                    <a:pt x="0" y="156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0" name="Group 33">
              <a:extLst>
                <a:ext uri="{FF2B5EF4-FFF2-40B4-BE49-F238E27FC236}">
                  <a16:creationId xmlns:a16="http://schemas.microsoft.com/office/drawing/2014/main" id="{C295FCF6-F504-6C30-E6B2-092A8443B8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5" y="3066"/>
              <a:ext cx="1174" cy="814"/>
              <a:chOff x="516" y="2043"/>
              <a:chExt cx="1155" cy="814"/>
            </a:xfrm>
          </p:grpSpPr>
          <p:grpSp>
            <p:nvGrpSpPr>
              <p:cNvPr id="120" name="Group 34">
                <a:extLst>
                  <a:ext uri="{FF2B5EF4-FFF2-40B4-BE49-F238E27FC236}">
                    <a16:creationId xmlns:a16="http://schemas.microsoft.com/office/drawing/2014/main" id="{37954989-D9C6-ED9A-481C-433AEE2279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4" y="2171"/>
                <a:ext cx="865" cy="615"/>
                <a:chOff x="684" y="2171"/>
                <a:chExt cx="865" cy="615"/>
              </a:xfrm>
            </p:grpSpPr>
            <p:sp>
              <p:nvSpPr>
                <p:cNvPr id="125" name="Freeform 35">
                  <a:extLst>
                    <a:ext uri="{FF2B5EF4-FFF2-40B4-BE49-F238E27FC236}">
                      <a16:creationId xmlns:a16="http://schemas.microsoft.com/office/drawing/2014/main" id="{65F2CDD3-431E-F945-6233-18BBD62B3A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17" y="2171"/>
                  <a:ext cx="1" cy="419"/>
                </a:xfrm>
                <a:custGeom>
                  <a:avLst/>
                  <a:gdLst>
                    <a:gd name="T0" fmla="*/ 0 w 1"/>
                    <a:gd name="T1" fmla="*/ 66 h 664"/>
                    <a:gd name="T2" fmla="*/ 1 w 1"/>
                    <a:gd name="T3" fmla="*/ 0 h 664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" h="664">
                      <a:moveTo>
                        <a:pt x="0" y="664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w="9525">
                  <a:solidFill>
                    <a:srgbClr val="333399"/>
                  </a:solidFill>
                  <a:round/>
                  <a:headEnd type="none" w="med" len="med"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6" name="Freeform 36">
                  <a:extLst>
                    <a:ext uri="{FF2B5EF4-FFF2-40B4-BE49-F238E27FC236}">
                      <a16:creationId xmlns:a16="http://schemas.microsoft.com/office/drawing/2014/main" id="{99531866-0018-C86D-C4E0-A49FE7D94F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4" y="2590"/>
                  <a:ext cx="434" cy="196"/>
                </a:xfrm>
                <a:custGeom>
                  <a:avLst/>
                  <a:gdLst>
                    <a:gd name="T0" fmla="*/ 434 w 434"/>
                    <a:gd name="T1" fmla="*/ 0 h 196"/>
                    <a:gd name="T2" fmla="*/ 0 w 434"/>
                    <a:gd name="T3" fmla="*/ 196 h 196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434" h="196">
                      <a:moveTo>
                        <a:pt x="434" y="0"/>
                      </a:moveTo>
                      <a:lnTo>
                        <a:pt x="0" y="196"/>
                      </a:lnTo>
                    </a:path>
                  </a:pathLst>
                </a:custGeom>
                <a:noFill/>
                <a:ln w="9525">
                  <a:solidFill>
                    <a:srgbClr val="333399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27" name="Freeform 37">
                  <a:extLst>
                    <a:ext uri="{FF2B5EF4-FFF2-40B4-BE49-F238E27FC236}">
                      <a16:creationId xmlns:a16="http://schemas.microsoft.com/office/drawing/2014/main" id="{B1F70456-485E-AE77-E69B-8ECFB58429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17" y="2590"/>
                  <a:ext cx="432" cy="196"/>
                </a:xfrm>
                <a:custGeom>
                  <a:avLst/>
                  <a:gdLst>
                    <a:gd name="T0" fmla="*/ 0 w 432"/>
                    <a:gd name="T1" fmla="*/ 0 h 196"/>
                    <a:gd name="T2" fmla="*/ 432 w 432"/>
                    <a:gd name="T3" fmla="*/ 196 h 196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432" h="196">
                      <a:moveTo>
                        <a:pt x="0" y="0"/>
                      </a:moveTo>
                      <a:lnTo>
                        <a:pt x="432" y="196"/>
                      </a:lnTo>
                    </a:path>
                  </a:pathLst>
                </a:custGeom>
                <a:noFill/>
                <a:ln w="9525">
                  <a:solidFill>
                    <a:srgbClr val="333399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21" name="Text Box 38">
                <a:extLst>
                  <a:ext uri="{FF2B5EF4-FFF2-40B4-BE49-F238E27FC236}">
                    <a16:creationId xmlns:a16="http://schemas.microsoft.com/office/drawing/2014/main" id="{D511EAE4-CD8E-1495-5521-5FF1B180AF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62" y="2445"/>
                <a:ext cx="219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</a:t>
                </a:r>
                <a:endPara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2" name="Text Box 39">
                <a:extLst>
                  <a:ext uri="{FF2B5EF4-FFF2-40B4-BE49-F238E27FC236}">
                    <a16:creationId xmlns:a16="http://schemas.microsoft.com/office/drawing/2014/main" id="{B71BC481-57ED-5558-E810-C1D1E0F301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6" y="2641"/>
                <a:ext cx="204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endPara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3" name="Text Box 40">
                <a:extLst>
                  <a:ext uri="{FF2B5EF4-FFF2-40B4-BE49-F238E27FC236}">
                    <a16:creationId xmlns:a16="http://schemas.microsoft.com/office/drawing/2014/main" id="{9CA6342D-8787-805A-2085-8097115253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74" y="2644"/>
                <a:ext cx="197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</a:t>
                </a:r>
                <a:endPara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4" name="Text Box 41">
                <a:extLst>
                  <a:ext uri="{FF2B5EF4-FFF2-40B4-BE49-F238E27FC236}">
                    <a16:creationId xmlns:a16="http://schemas.microsoft.com/office/drawing/2014/main" id="{A8FEACCC-8A39-DC2F-6D06-0B22C0E87A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50" y="2043"/>
                <a:ext cx="197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Z</a:t>
                </a:r>
                <a:endPara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11" name="Freeform 42">
              <a:extLst>
                <a:ext uri="{FF2B5EF4-FFF2-40B4-BE49-F238E27FC236}">
                  <a16:creationId xmlns:a16="http://schemas.microsoft.com/office/drawing/2014/main" id="{71339CD0-F232-97D5-9EDC-18C96FD23E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8" y="3750"/>
              <a:ext cx="311" cy="164"/>
            </a:xfrm>
            <a:custGeom>
              <a:avLst/>
              <a:gdLst>
                <a:gd name="T0" fmla="*/ 0 w 306"/>
                <a:gd name="T1" fmla="*/ 164 h 164"/>
                <a:gd name="T2" fmla="*/ 331 w 306"/>
                <a:gd name="T3" fmla="*/ 0 h 16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06" h="164">
                  <a:moveTo>
                    <a:pt x="0" y="164"/>
                  </a:moveTo>
                  <a:lnTo>
                    <a:pt x="306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Freeform 43">
              <a:extLst>
                <a:ext uri="{FF2B5EF4-FFF2-40B4-BE49-F238E27FC236}">
                  <a16:creationId xmlns:a16="http://schemas.microsoft.com/office/drawing/2014/main" id="{0118DE05-BBA9-3501-C15C-7890E0A050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8" y="3486"/>
              <a:ext cx="0" cy="276"/>
            </a:xfrm>
            <a:custGeom>
              <a:avLst/>
              <a:gdLst>
                <a:gd name="T0" fmla="*/ 0 w 1"/>
                <a:gd name="T1" fmla="*/ 0 h 438"/>
                <a:gd name="T2" fmla="*/ 0 w 1"/>
                <a:gd name="T3" fmla="*/ 43 h 43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38">
                  <a:moveTo>
                    <a:pt x="0" y="0"/>
                  </a:moveTo>
                  <a:lnTo>
                    <a:pt x="0" y="438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Freeform 44">
              <a:extLst>
                <a:ext uri="{FF2B5EF4-FFF2-40B4-BE49-F238E27FC236}">
                  <a16:creationId xmlns:a16="http://schemas.microsoft.com/office/drawing/2014/main" id="{D5BA861A-3D77-17F6-098F-EE5316D9EA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6" y="3494"/>
              <a:ext cx="2" cy="259"/>
            </a:xfrm>
            <a:custGeom>
              <a:avLst/>
              <a:gdLst>
                <a:gd name="T0" fmla="*/ 0 w 1"/>
                <a:gd name="T1" fmla="*/ 0 h 410"/>
                <a:gd name="T2" fmla="*/ 0 w 1"/>
                <a:gd name="T3" fmla="*/ 42 h 4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10">
                  <a:moveTo>
                    <a:pt x="0" y="0"/>
                  </a:moveTo>
                  <a:lnTo>
                    <a:pt x="0" y="410"/>
                  </a:ln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Freeform 45">
              <a:extLst>
                <a:ext uri="{FF2B5EF4-FFF2-40B4-BE49-F238E27FC236}">
                  <a16:creationId xmlns:a16="http://schemas.microsoft.com/office/drawing/2014/main" id="{3A4CDD2E-0AB8-DEF8-FEF3-551ED05640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8" y="3486"/>
              <a:ext cx="318" cy="156"/>
            </a:xfrm>
            <a:custGeom>
              <a:avLst/>
              <a:gdLst>
                <a:gd name="T0" fmla="*/ 0 w 396"/>
                <a:gd name="T1" fmla="*/ 25 h 246"/>
                <a:gd name="T2" fmla="*/ 133 w 396"/>
                <a:gd name="T3" fmla="*/ 0 h 24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96" h="246">
                  <a:moveTo>
                    <a:pt x="0" y="246"/>
                  </a:moveTo>
                  <a:lnTo>
                    <a:pt x="396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Freeform 46">
              <a:extLst>
                <a:ext uri="{FF2B5EF4-FFF2-40B4-BE49-F238E27FC236}">
                  <a16:creationId xmlns:a16="http://schemas.microsoft.com/office/drawing/2014/main" id="{2CBD5D4F-FFF1-2B09-5B63-0C16CDE1CA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8" y="3490"/>
              <a:ext cx="330" cy="152"/>
            </a:xfrm>
            <a:custGeom>
              <a:avLst/>
              <a:gdLst>
                <a:gd name="T0" fmla="*/ 140 w 409"/>
                <a:gd name="T1" fmla="*/ 24 h 241"/>
                <a:gd name="T2" fmla="*/ 0 w 409"/>
                <a:gd name="T3" fmla="*/ 0 h 2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09" h="241">
                  <a:moveTo>
                    <a:pt x="409" y="241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Freeform 47">
              <a:extLst>
                <a:ext uri="{FF2B5EF4-FFF2-40B4-BE49-F238E27FC236}">
                  <a16:creationId xmlns:a16="http://schemas.microsoft.com/office/drawing/2014/main" id="{61F5333A-4D16-A95E-0D3A-B5061C2222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7" y="3329"/>
              <a:ext cx="331" cy="161"/>
            </a:xfrm>
            <a:custGeom>
              <a:avLst/>
              <a:gdLst>
                <a:gd name="T0" fmla="*/ 0 w 410"/>
                <a:gd name="T1" fmla="*/ 26 h 254"/>
                <a:gd name="T2" fmla="*/ 140 w 410"/>
                <a:gd name="T3" fmla="*/ 0 h 25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10" h="254">
                  <a:moveTo>
                    <a:pt x="0" y="254"/>
                  </a:moveTo>
                  <a:lnTo>
                    <a:pt x="410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Freeform 48">
              <a:extLst>
                <a:ext uri="{FF2B5EF4-FFF2-40B4-BE49-F238E27FC236}">
                  <a16:creationId xmlns:a16="http://schemas.microsoft.com/office/drawing/2014/main" id="{E5E1FD34-2604-CA0C-B09B-DE7DC74291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8" y="3326"/>
              <a:ext cx="318" cy="160"/>
            </a:xfrm>
            <a:custGeom>
              <a:avLst/>
              <a:gdLst>
                <a:gd name="T0" fmla="*/ 134 w 395"/>
                <a:gd name="T1" fmla="*/ 25 h 254"/>
                <a:gd name="T2" fmla="*/ 0 w 395"/>
                <a:gd name="T3" fmla="*/ 0 h 25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95" h="254">
                  <a:moveTo>
                    <a:pt x="395" y="254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Freeform 49">
              <a:extLst>
                <a:ext uri="{FF2B5EF4-FFF2-40B4-BE49-F238E27FC236}">
                  <a16:creationId xmlns:a16="http://schemas.microsoft.com/office/drawing/2014/main" id="{C97D87C5-2A65-26E2-7DAC-5C5746E7E2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8" y="3762"/>
              <a:ext cx="330" cy="153"/>
            </a:xfrm>
            <a:custGeom>
              <a:avLst/>
              <a:gdLst>
                <a:gd name="T0" fmla="*/ 140 w 409"/>
                <a:gd name="T1" fmla="*/ 25 h 241"/>
                <a:gd name="T2" fmla="*/ 0 w 409"/>
                <a:gd name="T3" fmla="*/ 0 h 2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09" h="241">
                  <a:moveTo>
                    <a:pt x="409" y="241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Freeform 50">
              <a:extLst>
                <a:ext uri="{FF2B5EF4-FFF2-40B4-BE49-F238E27FC236}">
                  <a16:creationId xmlns:a16="http://schemas.microsoft.com/office/drawing/2014/main" id="{7DEDB010-C27D-5760-3FFA-13760F3114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8" y="3638"/>
              <a:ext cx="0" cy="276"/>
            </a:xfrm>
            <a:custGeom>
              <a:avLst/>
              <a:gdLst>
                <a:gd name="T0" fmla="*/ 0 w 1"/>
                <a:gd name="T1" fmla="*/ 0 h 438"/>
                <a:gd name="T2" fmla="*/ 0 w 1"/>
                <a:gd name="T3" fmla="*/ 43 h 43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38">
                  <a:moveTo>
                    <a:pt x="0" y="0"/>
                  </a:moveTo>
                  <a:lnTo>
                    <a:pt x="0" y="438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0" name="Group 51">
            <a:extLst>
              <a:ext uri="{FF2B5EF4-FFF2-40B4-BE49-F238E27FC236}">
                <a16:creationId xmlns:a16="http://schemas.microsoft.com/office/drawing/2014/main" id="{DEF8016F-B294-24D1-6EBB-6258536DD813}"/>
              </a:ext>
            </a:extLst>
          </p:cNvPr>
          <p:cNvGrpSpPr>
            <a:grpSpLocks/>
          </p:cNvGrpSpPr>
          <p:nvPr/>
        </p:nvGrpSpPr>
        <p:grpSpPr bwMode="auto">
          <a:xfrm>
            <a:off x="1179664" y="3478552"/>
            <a:ext cx="2297854" cy="587375"/>
            <a:chOff x="868" y="2196"/>
            <a:chExt cx="1357" cy="370"/>
          </a:xfrm>
        </p:grpSpPr>
        <p:sp>
          <p:nvSpPr>
            <p:cNvPr id="141" name="Text Box 52">
              <a:extLst>
                <a:ext uri="{FF2B5EF4-FFF2-40B4-BE49-F238E27FC236}">
                  <a16:creationId xmlns:a16="http://schemas.microsoft.com/office/drawing/2014/main" id="{79A6D417-BEC3-53F9-7E1F-B7DC7FFC52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8" y="2196"/>
              <a:ext cx="102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轴测投影面</a:t>
              </a:r>
            </a:p>
          </p:txBody>
        </p:sp>
        <p:sp>
          <p:nvSpPr>
            <p:cNvPr id="142" name="AutoShape 53">
              <a:extLst>
                <a:ext uri="{FF2B5EF4-FFF2-40B4-BE49-F238E27FC236}">
                  <a16:creationId xmlns:a16="http://schemas.microsoft.com/office/drawing/2014/main" id="{704C1C3C-CA28-4B80-1F68-E4AA5C2884A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74545">
              <a:off x="1889" y="2374"/>
              <a:ext cx="336" cy="192"/>
            </a:xfrm>
            <a:prstGeom prst="rightArrow">
              <a:avLst>
                <a:gd name="adj1" fmla="val 50000"/>
                <a:gd name="adj2" fmla="val 87869"/>
              </a:avLst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3" name="Group 54">
            <a:extLst>
              <a:ext uri="{FF2B5EF4-FFF2-40B4-BE49-F238E27FC236}">
                <a16:creationId xmlns:a16="http://schemas.microsoft.com/office/drawing/2014/main" id="{964191DC-FA5A-9D5F-945C-CEED4E5101A2}"/>
              </a:ext>
            </a:extLst>
          </p:cNvPr>
          <p:cNvGrpSpPr>
            <a:grpSpLocks/>
          </p:cNvGrpSpPr>
          <p:nvPr/>
        </p:nvGrpSpPr>
        <p:grpSpPr bwMode="auto">
          <a:xfrm>
            <a:off x="4957861" y="3652347"/>
            <a:ext cx="1911350" cy="544513"/>
            <a:chOff x="3841" y="2435"/>
            <a:chExt cx="1204" cy="343"/>
          </a:xfrm>
        </p:grpSpPr>
        <p:sp>
          <p:nvSpPr>
            <p:cNvPr id="144" name="Text Box 55">
              <a:extLst>
                <a:ext uri="{FF2B5EF4-FFF2-40B4-BE49-F238E27FC236}">
                  <a16:creationId xmlns:a16="http://schemas.microsoft.com/office/drawing/2014/main" id="{95FC9DDB-C06F-8D29-C532-B64C75CDE5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4" y="2435"/>
              <a:ext cx="70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轴测图</a:t>
              </a:r>
            </a:p>
          </p:txBody>
        </p:sp>
        <p:sp>
          <p:nvSpPr>
            <p:cNvPr id="145" name="AutoShape 56">
              <a:extLst>
                <a:ext uri="{FF2B5EF4-FFF2-40B4-BE49-F238E27FC236}">
                  <a16:creationId xmlns:a16="http://schemas.microsoft.com/office/drawing/2014/main" id="{837EE026-987E-D0E2-598A-E7D9BEFF850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703392">
              <a:off x="3841" y="2587"/>
              <a:ext cx="489" cy="191"/>
            </a:xfrm>
            <a:prstGeom prst="leftArrow">
              <a:avLst>
                <a:gd name="adj1" fmla="val 50000"/>
                <a:gd name="adj2" fmla="val 100000"/>
              </a:avLst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6" name="Text Box 57">
            <a:extLst>
              <a:ext uri="{FF2B5EF4-FFF2-40B4-BE49-F238E27FC236}">
                <a16:creationId xmlns:a16="http://schemas.microsoft.com/office/drawing/2014/main" id="{1705FE1E-0A5C-4B32-8072-4AC5144752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474" y="5577981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坐标轴</a:t>
            </a:r>
          </a:p>
        </p:txBody>
      </p:sp>
      <p:grpSp>
        <p:nvGrpSpPr>
          <p:cNvPr id="147" name="Group 58">
            <a:extLst>
              <a:ext uri="{FF2B5EF4-FFF2-40B4-BE49-F238E27FC236}">
                <a16:creationId xmlns:a16="http://schemas.microsoft.com/office/drawing/2014/main" id="{2040E5E9-FAA6-68AF-57B4-3AFFB38A36E0}"/>
              </a:ext>
            </a:extLst>
          </p:cNvPr>
          <p:cNvGrpSpPr>
            <a:grpSpLocks/>
          </p:cNvGrpSpPr>
          <p:nvPr/>
        </p:nvGrpSpPr>
        <p:grpSpPr bwMode="auto">
          <a:xfrm>
            <a:off x="3229074" y="2936383"/>
            <a:ext cx="1108075" cy="750888"/>
            <a:chOff x="2854" y="2080"/>
            <a:chExt cx="698" cy="473"/>
          </a:xfrm>
        </p:grpSpPr>
        <p:sp>
          <p:nvSpPr>
            <p:cNvPr id="148" name="Text Box 59">
              <a:extLst>
                <a:ext uri="{FF2B5EF4-FFF2-40B4-BE49-F238E27FC236}">
                  <a16:creationId xmlns:a16="http://schemas.microsoft.com/office/drawing/2014/main" id="{1F2F82BD-4C82-BAD1-FD8A-2A6C7D300D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4" y="2080"/>
              <a:ext cx="69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1" lang="zh-CN" altLang="en-US" sz="2400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轴测轴</a:t>
              </a:r>
              <a:endParaRPr kumimoji="1" lang="zh-CN" altLang="en-US" sz="24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" name="Line 60">
              <a:extLst>
                <a:ext uri="{FF2B5EF4-FFF2-40B4-BE49-F238E27FC236}">
                  <a16:creationId xmlns:a16="http://schemas.microsoft.com/office/drawing/2014/main" id="{AA25E6AE-0B19-1D4D-06DE-9AF37779A4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2361"/>
              <a:ext cx="240" cy="192"/>
            </a:xfrm>
            <a:prstGeom prst="line">
              <a:avLst/>
            </a:prstGeom>
            <a:noFill/>
            <a:ln w="31750">
              <a:solidFill>
                <a:srgbClr val="FF33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0" name="Group 61">
            <a:extLst>
              <a:ext uri="{FF2B5EF4-FFF2-40B4-BE49-F238E27FC236}">
                <a16:creationId xmlns:a16="http://schemas.microsoft.com/office/drawing/2014/main" id="{391EF4F6-ACDD-F5D2-6620-F55113C1CD5B}"/>
              </a:ext>
            </a:extLst>
          </p:cNvPr>
          <p:cNvGrpSpPr>
            <a:grpSpLocks/>
          </p:cNvGrpSpPr>
          <p:nvPr/>
        </p:nvGrpSpPr>
        <p:grpSpPr bwMode="auto">
          <a:xfrm>
            <a:off x="5674613" y="4922339"/>
            <a:ext cx="2871420" cy="1200150"/>
            <a:chOff x="3694" y="3360"/>
            <a:chExt cx="1621" cy="756"/>
          </a:xfrm>
        </p:grpSpPr>
        <p:sp>
          <p:nvSpPr>
            <p:cNvPr id="151" name="Text Box 62">
              <a:extLst>
                <a:ext uri="{FF2B5EF4-FFF2-40B4-BE49-F238E27FC236}">
                  <a16:creationId xmlns:a16="http://schemas.microsoft.com/office/drawing/2014/main" id="{586512BB-C2A6-1ABA-5128-EEF24D6AC2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3360"/>
              <a:ext cx="851" cy="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X</a:t>
              </a:r>
              <a:r>
                <a:rPr kumimoji="1" lang="en-US" altLang="zh-CN" sz="2400" i="0" u="none" strike="noStrike" kern="0" cap="none" spc="0" normalizeH="0" baseline="-2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1</a:t>
              </a:r>
              <a:r>
                <a:rPr kumimoji="1" lang="en-US" altLang="zh-CN" sz="2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O</a:t>
              </a:r>
              <a:r>
                <a:rPr kumimoji="1" lang="en-US" altLang="zh-CN" sz="2400" i="0" u="none" strike="noStrike" kern="0" cap="none" spc="0" normalizeH="0" baseline="-2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1</a:t>
              </a:r>
              <a:r>
                <a:rPr kumimoji="1" lang="en-US" altLang="zh-CN" sz="2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Y</a:t>
              </a:r>
              <a:r>
                <a:rPr kumimoji="1" lang="en-US" altLang="zh-CN" sz="2400" i="0" u="none" strike="noStrike" kern="0" cap="none" spc="0" normalizeH="0" baseline="-2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1</a:t>
              </a:r>
              <a:r>
                <a:rPr kumimoji="1" lang="en-US" altLang="zh-CN" sz="2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 </a:t>
              </a: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Symbol" panose="05050102010706020507" pitchFamily="18" charset="2"/>
                <a:buChar char="Ð"/>
                <a:tabLst/>
                <a:defRPr/>
              </a:pPr>
              <a:r>
                <a:rPr kumimoji="1" lang="en-US" altLang="zh-CN" sz="2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X</a:t>
              </a:r>
              <a:r>
                <a:rPr kumimoji="1" lang="en-US" altLang="zh-CN" sz="2400" i="0" u="none" strike="noStrike" kern="0" cap="none" spc="0" normalizeH="0" baseline="-2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1</a:t>
              </a:r>
              <a:r>
                <a:rPr kumimoji="1" lang="en-US" altLang="zh-CN" sz="2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O</a:t>
              </a:r>
              <a:r>
                <a:rPr kumimoji="1" lang="en-US" altLang="zh-CN" sz="2400" i="0" u="none" strike="noStrike" kern="0" cap="none" spc="0" normalizeH="0" baseline="-2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1</a:t>
              </a:r>
              <a:r>
                <a:rPr kumimoji="1" lang="en-US" altLang="zh-CN" sz="2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Z</a:t>
              </a:r>
              <a:r>
                <a:rPr kumimoji="1" lang="en-US" altLang="zh-CN" sz="2400" i="0" u="none" strike="noStrike" kern="0" cap="none" spc="0" normalizeH="0" baseline="-2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1</a:t>
              </a:r>
              <a:endParaRPr kumimoji="1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Symbol" panose="05050102010706020507" pitchFamily="18" charset="2"/>
                <a:buNone/>
                <a:tabLst/>
                <a:defRPr/>
              </a:pPr>
              <a:r>
                <a:rPr kumimoji="1" lang="en-US" altLang="zh-CN" sz="2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Symbol" panose="05050102010706020507" pitchFamily="18" charset="2"/>
                </a:rPr>
                <a:t></a:t>
              </a:r>
              <a:r>
                <a:rPr kumimoji="1" lang="en-US" altLang="zh-CN" sz="2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Y</a:t>
              </a:r>
              <a:r>
                <a:rPr kumimoji="1" lang="en-US" altLang="zh-CN" sz="2400" i="0" u="none" strike="noStrike" kern="0" cap="none" spc="0" normalizeH="0" baseline="-2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1</a:t>
              </a:r>
              <a:r>
                <a:rPr kumimoji="1" lang="en-US" altLang="zh-CN" sz="2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O</a:t>
              </a:r>
              <a:r>
                <a:rPr kumimoji="1" lang="en-US" altLang="zh-CN" sz="2400" i="0" u="none" strike="noStrike" kern="0" cap="none" spc="0" normalizeH="0" baseline="-2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1</a:t>
              </a:r>
              <a:r>
                <a:rPr kumimoji="1" lang="en-US" altLang="zh-CN" sz="24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Z</a:t>
              </a:r>
              <a:r>
                <a:rPr kumimoji="1" lang="en-US" altLang="zh-CN" sz="2400" i="0" u="none" strike="noStrike" kern="0" cap="none" spc="0" normalizeH="0" baseline="-2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Wingdings" panose="05000000000000000000" pitchFamily="2" charset="2"/>
                </a:rPr>
                <a:t>1</a:t>
              </a:r>
              <a:endParaRPr kumimoji="1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endParaRPr>
            </a:p>
          </p:txBody>
        </p:sp>
        <p:grpSp>
          <p:nvGrpSpPr>
            <p:cNvPr id="152" name="Group 63">
              <a:extLst>
                <a:ext uri="{FF2B5EF4-FFF2-40B4-BE49-F238E27FC236}">
                  <a16:creationId xmlns:a16="http://schemas.microsoft.com/office/drawing/2014/main" id="{9BAC356B-5566-C30C-8423-84F0E83F56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4" y="3456"/>
              <a:ext cx="770" cy="624"/>
              <a:chOff x="3694" y="3456"/>
              <a:chExt cx="770" cy="624"/>
            </a:xfrm>
          </p:grpSpPr>
          <p:sp>
            <p:nvSpPr>
              <p:cNvPr id="153" name="Text Box 64">
                <a:extLst>
                  <a:ext uri="{FF2B5EF4-FFF2-40B4-BE49-F238E27FC236}">
                    <a16:creationId xmlns:a16="http://schemas.microsoft.com/office/drawing/2014/main" id="{3BE9A8A4-96BF-05B2-D0F6-FA2CC0DEED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4" y="3624"/>
                <a:ext cx="625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i="0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sym typeface="Wingdings" panose="05000000000000000000" pitchFamily="2" charset="2"/>
                  </a:rPr>
                  <a:t>轴间角</a:t>
                </a:r>
              </a:p>
            </p:txBody>
          </p:sp>
          <p:sp>
            <p:nvSpPr>
              <p:cNvPr id="154" name="AutoShape 65">
                <a:extLst>
                  <a:ext uri="{FF2B5EF4-FFF2-40B4-BE49-F238E27FC236}">
                    <a16:creationId xmlns:a16="http://schemas.microsoft.com/office/drawing/2014/main" id="{08BA35F6-9C55-FE7A-E0D3-F4923302BE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0" y="3456"/>
                <a:ext cx="144" cy="624"/>
              </a:xfrm>
              <a:prstGeom prst="leftBrace">
                <a:avLst>
                  <a:gd name="adj1" fmla="val 36111"/>
                  <a:gd name="adj2" fmla="val 50000"/>
                </a:avLst>
              </a:pr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2" name="Text Box 13">
            <a:extLst>
              <a:ext uri="{FF2B5EF4-FFF2-40B4-BE49-F238E27FC236}">
                <a16:creationId xmlns:a16="http://schemas.microsoft.com/office/drawing/2014/main" id="{9B90FCE0-B67D-8BA3-2C82-A9FD7749EE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877" y="1100857"/>
            <a:ext cx="2069797" cy="497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轴测图概念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21536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AF020-7F42-EBEE-6949-52B5FB9C5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95020F22-4CED-6AF0-8CEF-2AF4F9E52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6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87CCE0CA-2451-F902-23CD-CECBC65AC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93862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轴测图概述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484CEFE-B7E0-1C2A-8E0D-29279BEC8D81}"/>
              </a:ext>
            </a:extLst>
          </p:cNvPr>
          <p:cNvGrpSpPr/>
          <p:nvPr/>
        </p:nvGrpSpPr>
        <p:grpSpPr>
          <a:xfrm>
            <a:off x="802314" y="3252730"/>
            <a:ext cx="3814165" cy="858838"/>
            <a:chOff x="1077901" y="3401139"/>
            <a:chExt cx="3814165" cy="85883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4BD4CC3-AB32-2511-59FF-B82CE19D9D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77901" y="3401139"/>
              <a:ext cx="1341438" cy="858838"/>
              <a:chOff x="1602" y="2430"/>
              <a:chExt cx="845" cy="541"/>
            </a:xfrm>
          </p:grpSpPr>
          <p:sp>
            <p:nvSpPr>
              <p:cNvPr id="5" name="Text Box 3">
                <a:extLst>
                  <a:ext uri="{FF2B5EF4-FFF2-40B4-BE49-F238E27FC236}">
                    <a16:creationId xmlns:a16="http://schemas.microsoft.com/office/drawing/2014/main" id="{38B23DE6-E6BF-0401-0792-8D75548351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3" y="2430"/>
                <a:ext cx="458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kumimoji="1" lang="en-US" altLang="zh-CN" sz="200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kumimoji="1" lang="en-US" altLang="zh-CN" sz="20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zh-CN" sz="200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6" name="Text Box 4">
                <a:extLst>
                  <a:ext uri="{FF2B5EF4-FFF2-40B4-BE49-F238E27FC236}">
                    <a16:creationId xmlns:a16="http://schemas.microsoft.com/office/drawing/2014/main" id="{4627D666-29CB-7B4F-6E6D-F9E622C637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8" y="2719"/>
                <a:ext cx="351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OA</a:t>
                </a:r>
              </a:p>
            </p:txBody>
          </p:sp>
          <p:sp>
            <p:nvSpPr>
              <p:cNvPr id="7" name="Line 5">
                <a:extLst>
                  <a:ext uri="{FF2B5EF4-FFF2-40B4-BE49-F238E27FC236}">
                    <a16:creationId xmlns:a16="http://schemas.microsoft.com/office/drawing/2014/main" id="{E04E49C6-5AF0-C725-B52F-2803A15FEF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02" y="2719"/>
                <a:ext cx="49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" name="Text Box 6">
                <a:extLst>
                  <a:ext uri="{FF2B5EF4-FFF2-40B4-BE49-F238E27FC236}">
                    <a16:creationId xmlns:a16="http://schemas.microsoft.com/office/drawing/2014/main" id="{A300CC99-2974-5F44-4FA2-E7EBEA66A7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78" y="2602"/>
                <a:ext cx="36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kumimoji="1" lang="en-US" altLang="zh-CN" sz="20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p</a:t>
                </a:r>
              </a:p>
            </p:txBody>
          </p:sp>
        </p:grpSp>
        <p:sp>
          <p:nvSpPr>
            <p:cNvPr id="4" name="Text Box 7">
              <a:extLst>
                <a:ext uri="{FF2B5EF4-FFF2-40B4-BE49-F238E27FC236}">
                  <a16:creationId xmlns:a16="http://schemas.microsoft.com/office/drawing/2014/main" id="{F0652712-EDFD-FB7F-80C7-C8B50B18FC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1436" y="3629457"/>
              <a:ext cx="2300630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2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kumimoji="1" lang="zh-CN" altLang="zh-CN" sz="22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轴轴向伸缩系数</a:t>
              </a:r>
              <a:endParaRPr kumimoji="1"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8916C8E8-45B5-8A46-F1E7-AC36B0A72F4E}"/>
              </a:ext>
            </a:extLst>
          </p:cNvPr>
          <p:cNvGrpSpPr/>
          <p:nvPr/>
        </p:nvGrpSpPr>
        <p:grpSpPr>
          <a:xfrm>
            <a:off x="664201" y="4136968"/>
            <a:ext cx="3952278" cy="903288"/>
            <a:chOff x="939788" y="4285377"/>
            <a:chExt cx="3952278" cy="903288"/>
          </a:xfrm>
        </p:grpSpPr>
        <p:grpSp>
          <p:nvGrpSpPr>
            <p:cNvPr id="10" name="Group 8">
              <a:extLst>
                <a:ext uri="{FF2B5EF4-FFF2-40B4-BE49-F238E27FC236}">
                  <a16:creationId xmlns:a16="http://schemas.microsoft.com/office/drawing/2014/main" id="{E69B10EB-1665-EB28-1F88-D710AAC9E7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9788" y="4285377"/>
              <a:ext cx="1485900" cy="903288"/>
              <a:chOff x="1537" y="2983"/>
              <a:chExt cx="936" cy="569"/>
            </a:xfrm>
          </p:grpSpPr>
          <p:sp>
            <p:nvSpPr>
              <p:cNvPr id="13" name="Text Box 9">
                <a:extLst>
                  <a:ext uri="{FF2B5EF4-FFF2-40B4-BE49-F238E27FC236}">
                    <a16:creationId xmlns:a16="http://schemas.microsoft.com/office/drawing/2014/main" id="{3D248BEA-4246-89B1-D1CF-C6E1F7BB16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37" y="3123"/>
                <a:ext cx="11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zh-CN" sz="20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Text Box 10">
                <a:extLst>
                  <a:ext uri="{FF2B5EF4-FFF2-40B4-BE49-F238E27FC236}">
                    <a16:creationId xmlns:a16="http://schemas.microsoft.com/office/drawing/2014/main" id="{10556A33-DC96-BC1B-427B-36E1861698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78" y="2983"/>
                <a:ext cx="44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kumimoji="1" lang="en-US" altLang="zh-CN" sz="2000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kumimoji="1" lang="en-US" altLang="zh-CN" sz="20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kumimoji="1" lang="en-US" altLang="zh-CN" sz="2000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5" name="Text Box 11">
                <a:extLst>
                  <a:ext uri="{FF2B5EF4-FFF2-40B4-BE49-F238E27FC236}">
                    <a16:creationId xmlns:a16="http://schemas.microsoft.com/office/drawing/2014/main" id="{69A37D60-B8E4-1DF0-46A6-9000AD7487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78" y="3300"/>
                <a:ext cx="382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OB</a:t>
                </a:r>
              </a:p>
            </p:txBody>
          </p:sp>
          <p:sp>
            <p:nvSpPr>
              <p:cNvPr id="16" name="Line 12">
                <a:extLst>
                  <a:ext uri="{FF2B5EF4-FFF2-40B4-BE49-F238E27FC236}">
                    <a16:creationId xmlns:a16="http://schemas.microsoft.com/office/drawing/2014/main" id="{E46E9268-78DC-950F-00B0-A06C93B9E2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60" y="3274"/>
                <a:ext cx="511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Text Box 13">
                <a:extLst>
                  <a:ext uri="{FF2B5EF4-FFF2-40B4-BE49-F238E27FC236}">
                    <a16:creationId xmlns:a16="http://schemas.microsoft.com/office/drawing/2014/main" id="{D8C27AAA-173A-F3EF-AB37-1EFB11304A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04" y="3146"/>
                <a:ext cx="36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kumimoji="1" lang="en-US" altLang="zh-CN" sz="20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q</a:t>
                </a:r>
              </a:p>
            </p:txBody>
          </p:sp>
        </p:grpSp>
        <p:sp>
          <p:nvSpPr>
            <p:cNvPr id="12" name="Text Box 14">
              <a:extLst>
                <a:ext uri="{FF2B5EF4-FFF2-40B4-BE49-F238E27FC236}">
                  <a16:creationId xmlns:a16="http://schemas.microsoft.com/office/drawing/2014/main" id="{8A8894AE-D7FC-B791-DA5E-53E7522E93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1436" y="4532745"/>
              <a:ext cx="2300630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2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kumimoji="1" lang="zh-CN" altLang="zh-CN" sz="22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轴轴向伸缩系数</a:t>
              </a:r>
              <a:endParaRPr kumimoji="1"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53FEAB0-DACF-5C7F-5F09-C1F7DABB9B38}"/>
              </a:ext>
            </a:extLst>
          </p:cNvPr>
          <p:cNvGrpSpPr/>
          <p:nvPr/>
        </p:nvGrpSpPr>
        <p:grpSpPr>
          <a:xfrm>
            <a:off x="705476" y="5035487"/>
            <a:ext cx="3911003" cy="885825"/>
            <a:chOff x="981063" y="5183896"/>
            <a:chExt cx="3911003" cy="885825"/>
          </a:xfrm>
        </p:grpSpPr>
        <p:grpSp>
          <p:nvGrpSpPr>
            <p:cNvPr id="19" name="Group 15">
              <a:extLst>
                <a:ext uri="{FF2B5EF4-FFF2-40B4-BE49-F238E27FC236}">
                  <a16:creationId xmlns:a16="http://schemas.microsoft.com/office/drawing/2014/main" id="{03E0FE3C-B120-478B-EEED-4C116F084C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81063" y="5183896"/>
              <a:ext cx="1417638" cy="885825"/>
              <a:chOff x="1563" y="3542"/>
              <a:chExt cx="893" cy="558"/>
            </a:xfrm>
          </p:grpSpPr>
          <p:sp>
            <p:nvSpPr>
              <p:cNvPr id="21" name="Text Box 16">
                <a:extLst>
                  <a:ext uri="{FF2B5EF4-FFF2-40B4-BE49-F238E27FC236}">
                    <a16:creationId xmlns:a16="http://schemas.microsoft.com/office/drawing/2014/main" id="{7E84825D-96FC-9A52-88D4-B2870E064A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63" y="3684"/>
                <a:ext cx="11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zh-CN" sz="20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Text Box 17">
                <a:extLst>
                  <a:ext uri="{FF2B5EF4-FFF2-40B4-BE49-F238E27FC236}">
                    <a16:creationId xmlns:a16="http://schemas.microsoft.com/office/drawing/2014/main" id="{AD052455-C282-F126-76B5-BEEA733EF5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60" y="3542"/>
                <a:ext cx="44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kumimoji="1" lang="en-US" altLang="zh-CN" sz="200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kumimoji="1" lang="en-US" altLang="zh-CN" sz="20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kumimoji="1" lang="en-US" altLang="zh-CN" sz="2000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23" name="Text Box 18">
                <a:extLst>
                  <a:ext uri="{FF2B5EF4-FFF2-40B4-BE49-F238E27FC236}">
                    <a16:creationId xmlns:a16="http://schemas.microsoft.com/office/drawing/2014/main" id="{0972BFC3-DA9F-1C45-8EA3-8C0320ACE3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07" y="3848"/>
                <a:ext cx="342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OC</a:t>
                </a:r>
              </a:p>
            </p:txBody>
          </p:sp>
          <p:sp>
            <p:nvSpPr>
              <p:cNvPr id="24" name="Line 19">
                <a:extLst>
                  <a:ext uri="{FF2B5EF4-FFF2-40B4-BE49-F238E27FC236}">
                    <a16:creationId xmlns:a16="http://schemas.microsoft.com/office/drawing/2014/main" id="{BBB19984-9079-2D5C-CB08-062C5C419B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28" y="3830"/>
                <a:ext cx="521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Text Box 20">
                <a:extLst>
                  <a:ext uri="{FF2B5EF4-FFF2-40B4-BE49-F238E27FC236}">
                    <a16:creationId xmlns:a16="http://schemas.microsoft.com/office/drawing/2014/main" id="{B5BE1C3A-8DD8-800D-15FA-BA4D8912F4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14" y="3700"/>
                <a:ext cx="342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kumimoji="1" lang="en-US" altLang="zh-CN" sz="20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r</a:t>
                </a:r>
              </a:p>
            </p:txBody>
          </p:sp>
        </p:grpSp>
        <p:sp>
          <p:nvSpPr>
            <p:cNvPr id="20" name="Text Box 21">
              <a:extLst>
                <a:ext uri="{FF2B5EF4-FFF2-40B4-BE49-F238E27FC236}">
                  <a16:creationId xmlns:a16="http://schemas.microsoft.com/office/drawing/2014/main" id="{D86CEA05-B6E2-46F3-592B-CE706DFAAB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1436" y="5464607"/>
              <a:ext cx="2300630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2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Z</a:t>
              </a:r>
              <a:r>
                <a:rPr kumimoji="1" lang="zh-CN" altLang="zh-CN" sz="22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轴轴向伸缩系数</a:t>
              </a:r>
              <a:endParaRPr kumimoji="1"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26" name="Group 23">
            <a:extLst>
              <a:ext uri="{FF2B5EF4-FFF2-40B4-BE49-F238E27FC236}">
                <a16:creationId xmlns:a16="http://schemas.microsoft.com/office/drawing/2014/main" id="{5A003AE3-A0A6-2A69-1B3F-18FAC47689A7}"/>
              </a:ext>
            </a:extLst>
          </p:cNvPr>
          <p:cNvGrpSpPr>
            <a:grpSpLocks/>
          </p:cNvGrpSpPr>
          <p:nvPr/>
        </p:nvGrpSpPr>
        <p:grpSpPr bwMode="auto">
          <a:xfrm>
            <a:off x="4970690" y="2509725"/>
            <a:ext cx="3381375" cy="2541587"/>
            <a:chOff x="960" y="528"/>
            <a:chExt cx="2130" cy="1601"/>
          </a:xfrm>
        </p:grpSpPr>
        <p:sp>
          <p:nvSpPr>
            <p:cNvPr id="27" name="Text Box 24">
              <a:extLst>
                <a:ext uri="{FF2B5EF4-FFF2-40B4-BE49-F238E27FC236}">
                  <a16:creationId xmlns:a16="http://schemas.microsoft.com/office/drawing/2014/main" id="{A315F4A5-2ECB-1650-37EC-A693261749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3" y="1917"/>
              <a:ext cx="20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1" u="none" strike="noStrike" kern="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Dutch801 Rm BT" pitchFamily="18" charset="0"/>
                  <a:ea typeface="宋体" panose="02010600030101010101" pitchFamily="2" charset="-122"/>
                </a:rPr>
                <a:t>A</a:t>
              </a:r>
              <a:endParaRPr kumimoji="1" lang="en-US" altLang="zh-CN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" name="Text Box 25">
              <a:extLst>
                <a:ext uri="{FF2B5EF4-FFF2-40B4-BE49-F238E27FC236}">
                  <a16:creationId xmlns:a16="http://schemas.microsoft.com/office/drawing/2014/main" id="{C4264F33-1E41-B1F3-48EA-590A6CA426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7" y="1906"/>
              <a:ext cx="20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1" u="none" strike="noStrike" kern="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Dutch801 Rm BT" pitchFamily="18" charset="0"/>
                  <a:ea typeface="宋体" panose="02010600030101010101" pitchFamily="2" charset="-122"/>
                </a:rPr>
                <a:t>B</a:t>
              </a:r>
              <a:endParaRPr kumimoji="1" lang="en-US" altLang="zh-CN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" name="Freeform 26">
              <a:extLst>
                <a:ext uri="{FF2B5EF4-FFF2-40B4-BE49-F238E27FC236}">
                  <a16:creationId xmlns:a16="http://schemas.microsoft.com/office/drawing/2014/main" id="{639A465E-DC5D-F9F2-2FD5-BCA21661D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6" y="1518"/>
              <a:ext cx="654" cy="582"/>
            </a:xfrm>
            <a:custGeom>
              <a:avLst/>
              <a:gdLst>
                <a:gd name="T0" fmla="*/ 0 w 654"/>
                <a:gd name="T1" fmla="*/ 156 h 582"/>
                <a:gd name="T2" fmla="*/ 342 w 654"/>
                <a:gd name="T3" fmla="*/ 0 h 582"/>
                <a:gd name="T4" fmla="*/ 654 w 654"/>
                <a:gd name="T5" fmla="*/ 156 h 582"/>
                <a:gd name="T6" fmla="*/ 654 w 654"/>
                <a:gd name="T7" fmla="*/ 420 h 582"/>
                <a:gd name="T8" fmla="*/ 330 w 654"/>
                <a:gd name="T9" fmla="*/ 582 h 582"/>
                <a:gd name="T10" fmla="*/ 6 w 654"/>
                <a:gd name="T11" fmla="*/ 426 h 582"/>
                <a:gd name="T12" fmla="*/ 0 w 654"/>
                <a:gd name="T13" fmla="*/ 156 h 58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54" h="582">
                  <a:moveTo>
                    <a:pt x="0" y="156"/>
                  </a:moveTo>
                  <a:lnTo>
                    <a:pt x="342" y="0"/>
                  </a:lnTo>
                  <a:lnTo>
                    <a:pt x="654" y="156"/>
                  </a:lnTo>
                  <a:lnTo>
                    <a:pt x="654" y="420"/>
                  </a:lnTo>
                  <a:lnTo>
                    <a:pt x="330" y="582"/>
                  </a:lnTo>
                  <a:lnTo>
                    <a:pt x="6" y="426"/>
                  </a:lnTo>
                  <a:lnTo>
                    <a:pt x="0" y="156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55DC1A54-2F96-A21C-D0D0-79597F62F2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3" y="1320"/>
              <a:ext cx="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31" name="Rectangle 28">
              <a:extLst>
                <a:ext uri="{FF2B5EF4-FFF2-40B4-BE49-F238E27FC236}">
                  <a16:creationId xmlns:a16="http://schemas.microsoft.com/office/drawing/2014/main" id="{99A94E7A-2198-717A-4C9C-DC27034DB9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5" y="538"/>
              <a:ext cx="1935" cy="969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" name="Freeform 29">
              <a:extLst>
                <a:ext uri="{FF2B5EF4-FFF2-40B4-BE49-F238E27FC236}">
                  <a16:creationId xmlns:a16="http://schemas.microsoft.com/office/drawing/2014/main" id="{CE27995B-B397-C719-246A-67EBD8D75E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2" y="898"/>
              <a:ext cx="899" cy="769"/>
            </a:xfrm>
            <a:custGeom>
              <a:avLst/>
              <a:gdLst>
                <a:gd name="T0" fmla="*/ 957 w 885"/>
                <a:gd name="T1" fmla="*/ 0 h 769"/>
                <a:gd name="T2" fmla="*/ 0 w 885"/>
                <a:gd name="T3" fmla="*/ 769 h 76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85" h="769">
                  <a:moveTo>
                    <a:pt x="885" y="0"/>
                  </a:moveTo>
                  <a:lnTo>
                    <a:pt x="0" y="769"/>
                  </a:lnTo>
                </a:path>
              </a:pathLst>
            </a:custGeom>
            <a:noFill/>
            <a:ln w="9525" cap="flat" cmpd="sng">
              <a:solidFill>
                <a:srgbClr val="9900C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33" name="Freeform 30">
              <a:extLst>
                <a:ext uri="{FF2B5EF4-FFF2-40B4-BE49-F238E27FC236}">
                  <a16:creationId xmlns:a16="http://schemas.microsoft.com/office/drawing/2014/main" id="{5F923543-27EC-3FBD-DD36-A34AEE6921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4" y="746"/>
              <a:ext cx="897" cy="769"/>
            </a:xfrm>
            <a:custGeom>
              <a:avLst/>
              <a:gdLst>
                <a:gd name="T0" fmla="*/ 955 w 883"/>
                <a:gd name="T1" fmla="*/ 0 h 769"/>
                <a:gd name="T2" fmla="*/ 0 w 883"/>
                <a:gd name="T3" fmla="*/ 769 h 76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83" h="769">
                  <a:moveTo>
                    <a:pt x="883" y="0"/>
                  </a:moveTo>
                  <a:lnTo>
                    <a:pt x="0" y="769"/>
                  </a:lnTo>
                </a:path>
              </a:pathLst>
            </a:custGeom>
            <a:noFill/>
            <a:ln w="9525" cap="flat" cmpd="sng">
              <a:solidFill>
                <a:srgbClr val="9900C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34" name="Freeform 31">
              <a:extLst>
                <a:ext uri="{FF2B5EF4-FFF2-40B4-BE49-F238E27FC236}">
                  <a16:creationId xmlns:a16="http://schemas.microsoft.com/office/drawing/2014/main" id="{994694D1-1C74-6299-01F2-7FEAE5FD40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4" y="901"/>
              <a:ext cx="897" cy="774"/>
            </a:xfrm>
            <a:custGeom>
              <a:avLst/>
              <a:gdLst>
                <a:gd name="T0" fmla="*/ 955 w 883"/>
                <a:gd name="T1" fmla="*/ 0 h 774"/>
                <a:gd name="T2" fmla="*/ 0 w 883"/>
                <a:gd name="T3" fmla="*/ 774 h 77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83" h="774">
                  <a:moveTo>
                    <a:pt x="883" y="0"/>
                  </a:moveTo>
                  <a:lnTo>
                    <a:pt x="0" y="774"/>
                  </a:lnTo>
                </a:path>
              </a:pathLst>
            </a:custGeom>
            <a:noFill/>
            <a:ln w="9525" cap="flat" cmpd="sng">
              <a:solidFill>
                <a:srgbClr val="9900C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35" name="Freeform 32">
              <a:extLst>
                <a:ext uri="{FF2B5EF4-FFF2-40B4-BE49-F238E27FC236}">
                  <a16:creationId xmlns:a16="http://schemas.microsoft.com/office/drawing/2014/main" id="{F340C315-1744-BE61-D546-24B8C8FDDA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4" y="1173"/>
              <a:ext cx="901" cy="771"/>
            </a:xfrm>
            <a:custGeom>
              <a:avLst/>
              <a:gdLst>
                <a:gd name="T0" fmla="*/ 959 w 887"/>
                <a:gd name="T1" fmla="*/ 0 h 771"/>
                <a:gd name="T2" fmla="*/ 0 w 887"/>
                <a:gd name="T3" fmla="*/ 771 h 77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87" h="771">
                  <a:moveTo>
                    <a:pt x="887" y="0"/>
                  </a:moveTo>
                  <a:lnTo>
                    <a:pt x="0" y="771"/>
                  </a:lnTo>
                </a:path>
              </a:pathLst>
            </a:custGeom>
            <a:noFill/>
            <a:ln w="9525" cap="flat" cmpd="sng">
              <a:solidFill>
                <a:srgbClr val="9900C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36" name="Freeform 33">
              <a:extLst>
                <a:ext uri="{FF2B5EF4-FFF2-40B4-BE49-F238E27FC236}">
                  <a16:creationId xmlns:a16="http://schemas.microsoft.com/office/drawing/2014/main" id="{4D690CCD-FD67-F6A9-7807-1EA241BCE1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2" y="1170"/>
              <a:ext cx="899" cy="788"/>
            </a:xfrm>
            <a:custGeom>
              <a:avLst/>
              <a:gdLst>
                <a:gd name="T0" fmla="*/ 957 w 885"/>
                <a:gd name="T1" fmla="*/ 0 h 788"/>
                <a:gd name="T2" fmla="*/ 0 w 885"/>
                <a:gd name="T3" fmla="*/ 788 h 78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85" h="788">
                  <a:moveTo>
                    <a:pt x="885" y="0"/>
                  </a:moveTo>
                  <a:lnTo>
                    <a:pt x="0" y="788"/>
                  </a:lnTo>
                </a:path>
              </a:pathLst>
            </a:custGeom>
            <a:noFill/>
            <a:ln w="9525" cap="flat" cmpd="sng">
              <a:solidFill>
                <a:srgbClr val="9900C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38" name="Freeform 34">
              <a:extLst>
                <a:ext uri="{FF2B5EF4-FFF2-40B4-BE49-F238E27FC236}">
                  <a16:creationId xmlns:a16="http://schemas.microsoft.com/office/drawing/2014/main" id="{53907D2E-F7B8-BDED-3BF8-E2A0385A67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3" y="1325"/>
              <a:ext cx="888" cy="766"/>
            </a:xfrm>
            <a:custGeom>
              <a:avLst/>
              <a:gdLst>
                <a:gd name="T0" fmla="*/ 375 w 1101"/>
                <a:gd name="T1" fmla="*/ 0 h 1214"/>
                <a:gd name="T2" fmla="*/ 0 w 1101"/>
                <a:gd name="T3" fmla="*/ 121 h 12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01" h="1214">
                  <a:moveTo>
                    <a:pt x="1101" y="0"/>
                  </a:moveTo>
                  <a:lnTo>
                    <a:pt x="0" y="1214"/>
                  </a:lnTo>
                </a:path>
              </a:pathLst>
            </a:custGeom>
            <a:noFill/>
            <a:ln w="9525" cap="flat" cmpd="sng">
              <a:solidFill>
                <a:srgbClr val="9900C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39" name="Freeform 35">
              <a:extLst>
                <a:ext uri="{FF2B5EF4-FFF2-40B4-BE49-F238E27FC236}">
                  <a16:creationId xmlns:a16="http://schemas.microsoft.com/office/drawing/2014/main" id="{45FB7F90-EA24-A4B3-B048-9B78D6FDAA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7" y="1035"/>
              <a:ext cx="908" cy="785"/>
            </a:xfrm>
            <a:custGeom>
              <a:avLst/>
              <a:gdLst>
                <a:gd name="T0" fmla="*/ 966 w 894"/>
                <a:gd name="T1" fmla="*/ 0 h 785"/>
                <a:gd name="T2" fmla="*/ 0 w 894"/>
                <a:gd name="T3" fmla="*/ 785 h 78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94" h="785">
                  <a:moveTo>
                    <a:pt x="894" y="0"/>
                  </a:moveTo>
                  <a:lnTo>
                    <a:pt x="0" y="785"/>
                  </a:lnTo>
                </a:path>
              </a:pathLst>
            </a:custGeom>
            <a:noFill/>
            <a:ln w="9525" cap="flat" cmpd="sng">
              <a:solidFill>
                <a:srgbClr val="9900C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grpSp>
          <p:nvGrpSpPr>
            <p:cNvPr id="40" name="Group 36">
              <a:extLst>
                <a:ext uri="{FF2B5EF4-FFF2-40B4-BE49-F238E27FC236}">
                  <a16:creationId xmlns:a16="http://schemas.microsoft.com/office/drawing/2014/main" id="{8ED3B5BA-83A3-6E35-B073-8417C009BF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41" y="736"/>
              <a:ext cx="662" cy="589"/>
              <a:chOff x="2985" y="915"/>
              <a:chExt cx="954" cy="1000"/>
            </a:xfrm>
          </p:grpSpPr>
          <p:sp>
            <p:nvSpPr>
              <p:cNvPr id="72" name="Freeform 37">
                <a:extLst>
                  <a:ext uri="{FF2B5EF4-FFF2-40B4-BE49-F238E27FC236}">
                    <a16:creationId xmlns:a16="http://schemas.microsoft.com/office/drawing/2014/main" id="{E10BB2C6-304E-FB2B-945E-CB310E8DC9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3" y="1444"/>
                <a:ext cx="0" cy="469"/>
              </a:xfrm>
              <a:custGeom>
                <a:avLst/>
                <a:gdLst>
                  <a:gd name="T0" fmla="*/ 0 w 1"/>
                  <a:gd name="T1" fmla="*/ 0 h 438"/>
                  <a:gd name="T2" fmla="*/ 0 w 1"/>
                  <a:gd name="T3" fmla="*/ 617 h 43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38">
                    <a:moveTo>
                      <a:pt x="0" y="0"/>
                    </a:moveTo>
                    <a:lnTo>
                      <a:pt x="0" y="438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73" name="Freeform 38">
                <a:extLst>
                  <a:ext uri="{FF2B5EF4-FFF2-40B4-BE49-F238E27FC236}">
                    <a16:creationId xmlns:a16="http://schemas.microsoft.com/office/drawing/2014/main" id="{CC199728-3DDE-7BA0-C05B-0C19204F24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2" y="1640"/>
                <a:ext cx="477" cy="273"/>
              </a:xfrm>
              <a:custGeom>
                <a:avLst/>
                <a:gdLst>
                  <a:gd name="T0" fmla="*/ 0 w 410"/>
                  <a:gd name="T1" fmla="*/ 364 h 254"/>
                  <a:gd name="T2" fmla="*/ 875 w 410"/>
                  <a:gd name="T3" fmla="*/ 0 h 25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10" h="254">
                    <a:moveTo>
                      <a:pt x="0" y="254"/>
                    </a:moveTo>
                    <a:lnTo>
                      <a:pt x="410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74" name="Freeform 39">
                <a:extLst>
                  <a:ext uri="{FF2B5EF4-FFF2-40B4-BE49-F238E27FC236}">
                    <a16:creationId xmlns:a16="http://schemas.microsoft.com/office/drawing/2014/main" id="{636F81BE-269A-01C1-CFA3-4363E52D2E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6" y="1656"/>
                <a:ext cx="476" cy="259"/>
              </a:xfrm>
              <a:custGeom>
                <a:avLst/>
                <a:gdLst>
                  <a:gd name="T0" fmla="*/ 874 w 409"/>
                  <a:gd name="T1" fmla="*/ 345 h 241"/>
                  <a:gd name="T2" fmla="*/ 0 w 409"/>
                  <a:gd name="T3" fmla="*/ 0 h 24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09" h="241">
                    <a:moveTo>
                      <a:pt x="409" y="241"/>
                    </a:move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75" name="Freeform 40">
                <a:extLst>
                  <a:ext uri="{FF2B5EF4-FFF2-40B4-BE49-F238E27FC236}">
                    <a16:creationId xmlns:a16="http://schemas.microsoft.com/office/drawing/2014/main" id="{C4AE330E-1B4D-B0AF-1135-4A691261E4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6" y="1187"/>
                <a:ext cx="0" cy="469"/>
              </a:xfrm>
              <a:custGeom>
                <a:avLst/>
                <a:gdLst>
                  <a:gd name="T0" fmla="*/ 0 w 1"/>
                  <a:gd name="T1" fmla="*/ 0 h 438"/>
                  <a:gd name="T2" fmla="*/ 0 w 1"/>
                  <a:gd name="T3" fmla="*/ 617 h 43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38">
                    <a:moveTo>
                      <a:pt x="0" y="0"/>
                    </a:moveTo>
                    <a:lnTo>
                      <a:pt x="0" y="438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76" name="Freeform 41">
                <a:extLst>
                  <a:ext uri="{FF2B5EF4-FFF2-40B4-BE49-F238E27FC236}">
                    <a16:creationId xmlns:a16="http://schemas.microsoft.com/office/drawing/2014/main" id="{0760CBE6-40AE-BAEB-6402-8D67D9C894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2" y="1201"/>
                <a:ext cx="2" cy="439"/>
              </a:xfrm>
              <a:custGeom>
                <a:avLst/>
                <a:gdLst>
                  <a:gd name="T0" fmla="*/ 0 w 1"/>
                  <a:gd name="T1" fmla="*/ 0 h 410"/>
                  <a:gd name="T2" fmla="*/ 0 w 1"/>
                  <a:gd name="T3" fmla="*/ 577 h 41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10">
                    <a:moveTo>
                      <a:pt x="0" y="0"/>
                    </a:moveTo>
                    <a:lnTo>
                      <a:pt x="0" y="410"/>
                    </a:ln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77" name="Freeform 42">
                <a:extLst>
                  <a:ext uri="{FF2B5EF4-FFF2-40B4-BE49-F238E27FC236}">
                    <a16:creationId xmlns:a16="http://schemas.microsoft.com/office/drawing/2014/main" id="{FFBBA0BD-803C-D405-E278-45A094A262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2" y="1187"/>
                <a:ext cx="460" cy="264"/>
              </a:xfrm>
              <a:custGeom>
                <a:avLst/>
                <a:gdLst>
                  <a:gd name="T0" fmla="*/ 0 w 396"/>
                  <a:gd name="T1" fmla="*/ 350 h 246"/>
                  <a:gd name="T2" fmla="*/ 836 w 396"/>
                  <a:gd name="T3" fmla="*/ 0 h 24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96" h="246">
                    <a:moveTo>
                      <a:pt x="0" y="246"/>
                    </a:moveTo>
                    <a:lnTo>
                      <a:pt x="396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78" name="Freeform 43">
                <a:extLst>
                  <a:ext uri="{FF2B5EF4-FFF2-40B4-BE49-F238E27FC236}">
                    <a16:creationId xmlns:a16="http://schemas.microsoft.com/office/drawing/2014/main" id="{918BC914-1346-CC24-65B0-BE40EBFD09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6" y="1193"/>
                <a:ext cx="476" cy="258"/>
              </a:xfrm>
              <a:custGeom>
                <a:avLst/>
                <a:gdLst>
                  <a:gd name="T0" fmla="*/ 874 w 409"/>
                  <a:gd name="T1" fmla="*/ 338 h 241"/>
                  <a:gd name="T2" fmla="*/ 0 w 409"/>
                  <a:gd name="T3" fmla="*/ 0 h 24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09" h="241">
                    <a:moveTo>
                      <a:pt x="409" y="241"/>
                    </a:move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79" name="Freeform 44">
                <a:extLst>
                  <a:ext uri="{FF2B5EF4-FFF2-40B4-BE49-F238E27FC236}">
                    <a16:creationId xmlns:a16="http://schemas.microsoft.com/office/drawing/2014/main" id="{787D7261-ABA0-D280-DCB1-EA646010B4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5" y="920"/>
                <a:ext cx="477" cy="273"/>
              </a:xfrm>
              <a:custGeom>
                <a:avLst/>
                <a:gdLst>
                  <a:gd name="T0" fmla="*/ 0 w 410"/>
                  <a:gd name="T1" fmla="*/ 364 h 254"/>
                  <a:gd name="T2" fmla="*/ 875 w 410"/>
                  <a:gd name="T3" fmla="*/ 0 h 25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10" h="254">
                    <a:moveTo>
                      <a:pt x="0" y="254"/>
                    </a:moveTo>
                    <a:lnTo>
                      <a:pt x="410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80" name="Freeform 45">
                <a:extLst>
                  <a:ext uri="{FF2B5EF4-FFF2-40B4-BE49-F238E27FC236}">
                    <a16:creationId xmlns:a16="http://schemas.microsoft.com/office/drawing/2014/main" id="{B1D63C65-3426-23F1-B82E-42957BCB6C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3" y="915"/>
                <a:ext cx="459" cy="272"/>
              </a:xfrm>
              <a:custGeom>
                <a:avLst/>
                <a:gdLst>
                  <a:gd name="T0" fmla="*/ 835 w 395"/>
                  <a:gd name="T1" fmla="*/ 358 h 254"/>
                  <a:gd name="T2" fmla="*/ 0 w 395"/>
                  <a:gd name="T3" fmla="*/ 0 h 25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95" h="254">
                    <a:moveTo>
                      <a:pt x="395" y="254"/>
                    </a:move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1" name="Group 46">
              <a:extLst>
                <a:ext uri="{FF2B5EF4-FFF2-40B4-BE49-F238E27FC236}">
                  <a16:creationId xmlns:a16="http://schemas.microsoft.com/office/drawing/2014/main" id="{59B10ECD-CD91-AF8A-9656-BFFE174C01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0" y="604"/>
              <a:ext cx="938" cy="635"/>
              <a:chOff x="1549" y="1395"/>
              <a:chExt cx="923" cy="635"/>
            </a:xfrm>
          </p:grpSpPr>
          <p:sp>
            <p:nvSpPr>
              <p:cNvPr id="69" name="Freeform 47">
                <a:extLst>
                  <a:ext uri="{FF2B5EF4-FFF2-40B4-BE49-F238E27FC236}">
                    <a16:creationId xmlns:a16="http://schemas.microsoft.com/office/drawing/2014/main" id="{6CE4B042-4EE2-ECBB-4A1C-340D0AD862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2" y="1395"/>
                <a:ext cx="1" cy="419"/>
              </a:xfrm>
              <a:custGeom>
                <a:avLst/>
                <a:gdLst>
                  <a:gd name="T0" fmla="*/ 0 w 1"/>
                  <a:gd name="T1" fmla="*/ 66 h 664"/>
                  <a:gd name="T2" fmla="*/ 1 w 1"/>
                  <a:gd name="T3" fmla="*/ 0 h 66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664">
                    <a:moveTo>
                      <a:pt x="0" y="664"/>
                    </a:moveTo>
                    <a:lnTo>
                      <a:pt x="1" y="0"/>
                    </a:lnTo>
                  </a:path>
                </a:pathLst>
              </a:custGeom>
              <a:noFill/>
              <a:ln w="9525">
                <a:solidFill>
                  <a:srgbClr val="333399"/>
                </a:solidFill>
                <a:round/>
                <a:headEnd type="none" w="med" len="med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70" name="Line 48">
                <a:extLst>
                  <a:ext uri="{FF2B5EF4-FFF2-40B4-BE49-F238E27FC236}">
                    <a16:creationId xmlns:a16="http://schemas.microsoft.com/office/drawing/2014/main" id="{B11D6095-1D2D-B2E4-7991-C4E6D592C8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49" y="1814"/>
                <a:ext cx="453" cy="208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71" name="Line 49">
                <a:extLst>
                  <a:ext uri="{FF2B5EF4-FFF2-40B4-BE49-F238E27FC236}">
                    <a16:creationId xmlns:a16="http://schemas.microsoft.com/office/drawing/2014/main" id="{55B0C52B-6F3D-6F2D-61D0-F472C48812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02" y="1814"/>
                <a:ext cx="470" cy="216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2" name="Group 50">
              <a:extLst>
                <a:ext uri="{FF2B5EF4-FFF2-40B4-BE49-F238E27FC236}">
                  <a16:creationId xmlns:a16="http://schemas.microsoft.com/office/drawing/2014/main" id="{4E87DD95-CD9C-0862-1A12-ECB4D95C4C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2" y="1512"/>
              <a:ext cx="651" cy="589"/>
              <a:chOff x="798" y="2490"/>
              <a:chExt cx="651" cy="589"/>
            </a:xfrm>
          </p:grpSpPr>
          <p:sp>
            <p:nvSpPr>
              <p:cNvPr id="60" name="Freeform 51">
                <a:extLst>
                  <a:ext uri="{FF2B5EF4-FFF2-40B4-BE49-F238E27FC236}">
                    <a16:creationId xmlns:a16="http://schemas.microsoft.com/office/drawing/2014/main" id="{3F9F5333-F95D-DE3B-9E92-D4A3367973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9" y="2802"/>
                <a:ext cx="0" cy="276"/>
              </a:xfrm>
              <a:custGeom>
                <a:avLst/>
                <a:gdLst>
                  <a:gd name="T0" fmla="*/ 0 w 1"/>
                  <a:gd name="T1" fmla="*/ 0 h 438"/>
                  <a:gd name="T2" fmla="*/ 0 w 1"/>
                  <a:gd name="T3" fmla="*/ 43 h 43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38">
                    <a:moveTo>
                      <a:pt x="0" y="0"/>
                    </a:moveTo>
                    <a:lnTo>
                      <a:pt x="0" y="438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61" name="Freeform 52">
                <a:extLst>
                  <a:ext uri="{FF2B5EF4-FFF2-40B4-BE49-F238E27FC236}">
                    <a16:creationId xmlns:a16="http://schemas.microsoft.com/office/drawing/2014/main" id="{1F40E6E2-EBA7-6A7D-AAEE-54C0193FA4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9" y="2914"/>
                <a:ext cx="311" cy="164"/>
              </a:xfrm>
              <a:custGeom>
                <a:avLst/>
                <a:gdLst>
                  <a:gd name="T0" fmla="*/ 0 w 306"/>
                  <a:gd name="T1" fmla="*/ 164 h 164"/>
                  <a:gd name="T2" fmla="*/ 331 w 306"/>
                  <a:gd name="T3" fmla="*/ 0 h 16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06" h="164">
                    <a:moveTo>
                      <a:pt x="0" y="164"/>
                    </a:moveTo>
                    <a:lnTo>
                      <a:pt x="306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62" name="Freeform 53">
                <a:extLst>
                  <a:ext uri="{FF2B5EF4-FFF2-40B4-BE49-F238E27FC236}">
                    <a16:creationId xmlns:a16="http://schemas.microsoft.com/office/drawing/2014/main" id="{4CA64B4C-AB95-D9C1-571A-263F137DB4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9" y="2926"/>
                <a:ext cx="330" cy="153"/>
              </a:xfrm>
              <a:custGeom>
                <a:avLst/>
                <a:gdLst>
                  <a:gd name="T0" fmla="*/ 140 w 409"/>
                  <a:gd name="T1" fmla="*/ 25 h 241"/>
                  <a:gd name="T2" fmla="*/ 0 w 409"/>
                  <a:gd name="T3" fmla="*/ 0 h 24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09" h="241">
                    <a:moveTo>
                      <a:pt x="409" y="241"/>
                    </a:move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63" name="Freeform 54">
                <a:extLst>
                  <a:ext uri="{FF2B5EF4-FFF2-40B4-BE49-F238E27FC236}">
                    <a16:creationId xmlns:a16="http://schemas.microsoft.com/office/drawing/2014/main" id="{0DC487E6-659C-77EC-C787-F8E5E262AE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9" y="2650"/>
                <a:ext cx="0" cy="276"/>
              </a:xfrm>
              <a:custGeom>
                <a:avLst/>
                <a:gdLst>
                  <a:gd name="T0" fmla="*/ 0 w 1"/>
                  <a:gd name="T1" fmla="*/ 0 h 438"/>
                  <a:gd name="T2" fmla="*/ 0 w 1"/>
                  <a:gd name="T3" fmla="*/ 43 h 43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38">
                    <a:moveTo>
                      <a:pt x="0" y="0"/>
                    </a:moveTo>
                    <a:lnTo>
                      <a:pt x="0" y="438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64" name="Freeform 55">
                <a:extLst>
                  <a:ext uri="{FF2B5EF4-FFF2-40B4-BE49-F238E27FC236}">
                    <a16:creationId xmlns:a16="http://schemas.microsoft.com/office/drawing/2014/main" id="{32105E6C-4055-699B-507C-123C880320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7" y="2658"/>
                <a:ext cx="2" cy="259"/>
              </a:xfrm>
              <a:custGeom>
                <a:avLst/>
                <a:gdLst>
                  <a:gd name="T0" fmla="*/ 0 w 1"/>
                  <a:gd name="T1" fmla="*/ 0 h 410"/>
                  <a:gd name="T2" fmla="*/ 0 w 1"/>
                  <a:gd name="T3" fmla="*/ 42 h 41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10">
                    <a:moveTo>
                      <a:pt x="0" y="0"/>
                    </a:moveTo>
                    <a:lnTo>
                      <a:pt x="0" y="410"/>
                    </a:ln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65" name="Freeform 56">
                <a:extLst>
                  <a:ext uri="{FF2B5EF4-FFF2-40B4-BE49-F238E27FC236}">
                    <a16:creationId xmlns:a16="http://schemas.microsoft.com/office/drawing/2014/main" id="{6B0A7EC1-F926-827F-4B19-BBD4019E6F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9" y="2650"/>
                <a:ext cx="318" cy="156"/>
              </a:xfrm>
              <a:custGeom>
                <a:avLst/>
                <a:gdLst>
                  <a:gd name="T0" fmla="*/ 0 w 396"/>
                  <a:gd name="T1" fmla="*/ 25 h 246"/>
                  <a:gd name="T2" fmla="*/ 133 w 396"/>
                  <a:gd name="T3" fmla="*/ 0 h 24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96" h="246">
                    <a:moveTo>
                      <a:pt x="0" y="246"/>
                    </a:moveTo>
                    <a:lnTo>
                      <a:pt x="396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66" name="Freeform 57">
                <a:extLst>
                  <a:ext uri="{FF2B5EF4-FFF2-40B4-BE49-F238E27FC236}">
                    <a16:creationId xmlns:a16="http://schemas.microsoft.com/office/drawing/2014/main" id="{2233A385-217A-60A2-9DC7-2022C744ED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9" y="2654"/>
                <a:ext cx="330" cy="152"/>
              </a:xfrm>
              <a:custGeom>
                <a:avLst/>
                <a:gdLst>
                  <a:gd name="T0" fmla="*/ 140 w 409"/>
                  <a:gd name="T1" fmla="*/ 24 h 241"/>
                  <a:gd name="T2" fmla="*/ 0 w 409"/>
                  <a:gd name="T3" fmla="*/ 0 h 24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09" h="241">
                    <a:moveTo>
                      <a:pt x="409" y="241"/>
                    </a:move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67" name="Freeform 58">
                <a:extLst>
                  <a:ext uri="{FF2B5EF4-FFF2-40B4-BE49-F238E27FC236}">
                    <a16:creationId xmlns:a16="http://schemas.microsoft.com/office/drawing/2014/main" id="{EE1D6123-BF5F-2A74-3F99-5978BA77E2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8" y="2493"/>
                <a:ext cx="331" cy="161"/>
              </a:xfrm>
              <a:custGeom>
                <a:avLst/>
                <a:gdLst>
                  <a:gd name="T0" fmla="*/ 0 w 410"/>
                  <a:gd name="T1" fmla="*/ 26 h 254"/>
                  <a:gd name="T2" fmla="*/ 140 w 410"/>
                  <a:gd name="T3" fmla="*/ 0 h 25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10" h="254">
                    <a:moveTo>
                      <a:pt x="0" y="254"/>
                    </a:moveTo>
                    <a:lnTo>
                      <a:pt x="410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68" name="Freeform 59">
                <a:extLst>
                  <a:ext uri="{FF2B5EF4-FFF2-40B4-BE49-F238E27FC236}">
                    <a16:creationId xmlns:a16="http://schemas.microsoft.com/office/drawing/2014/main" id="{44C655D0-C962-0B62-5E18-992AADED25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9" y="2490"/>
                <a:ext cx="318" cy="160"/>
              </a:xfrm>
              <a:custGeom>
                <a:avLst/>
                <a:gdLst>
                  <a:gd name="T0" fmla="*/ 134 w 395"/>
                  <a:gd name="T1" fmla="*/ 25 h 254"/>
                  <a:gd name="T2" fmla="*/ 0 w 395"/>
                  <a:gd name="T3" fmla="*/ 0 h 25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95" h="254">
                    <a:moveTo>
                      <a:pt x="395" y="254"/>
                    </a:move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3" name="Group 60">
              <a:extLst>
                <a:ext uri="{FF2B5EF4-FFF2-40B4-BE49-F238E27FC236}">
                  <a16:creationId xmlns:a16="http://schemas.microsoft.com/office/drawing/2014/main" id="{4379B9FC-29B5-2BFA-2EB5-0FC630180A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1244"/>
              <a:ext cx="1154" cy="813"/>
              <a:chOff x="516" y="2035"/>
              <a:chExt cx="1135" cy="813"/>
            </a:xfrm>
          </p:grpSpPr>
          <p:grpSp>
            <p:nvGrpSpPr>
              <p:cNvPr id="52" name="Group 61">
                <a:extLst>
                  <a:ext uri="{FF2B5EF4-FFF2-40B4-BE49-F238E27FC236}">
                    <a16:creationId xmlns:a16="http://schemas.microsoft.com/office/drawing/2014/main" id="{E57C9904-43D3-2DFA-446F-79B0257844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4" y="2171"/>
                <a:ext cx="865" cy="615"/>
                <a:chOff x="684" y="2171"/>
                <a:chExt cx="865" cy="615"/>
              </a:xfrm>
            </p:grpSpPr>
            <p:sp>
              <p:nvSpPr>
                <p:cNvPr id="57" name="Freeform 62">
                  <a:extLst>
                    <a:ext uri="{FF2B5EF4-FFF2-40B4-BE49-F238E27FC236}">
                      <a16:creationId xmlns:a16="http://schemas.microsoft.com/office/drawing/2014/main" id="{D050F64B-D2F0-1C74-94D5-C10A6E3624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17" y="2171"/>
                  <a:ext cx="1" cy="419"/>
                </a:xfrm>
                <a:custGeom>
                  <a:avLst/>
                  <a:gdLst>
                    <a:gd name="T0" fmla="*/ 0 w 1"/>
                    <a:gd name="T1" fmla="*/ 66 h 664"/>
                    <a:gd name="T2" fmla="*/ 1 w 1"/>
                    <a:gd name="T3" fmla="*/ 0 h 664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" h="664">
                      <a:moveTo>
                        <a:pt x="0" y="664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w="9525">
                  <a:solidFill>
                    <a:srgbClr val="333399"/>
                  </a:solidFill>
                  <a:round/>
                  <a:headEnd type="none" w="med" len="med"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8" name="Freeform 63">
                  <a:extLst>
                    <a:ext uri="{FF2B5EF4-FFF2-40B4-BE49-F238E27FC236}">
                      <a16:creationId xmlns:a16="http://schemas.microsoft.com/office/drawing/2014/main" id="{848B6BB5-52A7-A34D-D940-4650D7CFAB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4" y="2590"/>
                  <a:ext cx="434" cy="196"/>
                </a:xfrm>
                <a:custGeom>
                  <a:avLst/>
                  <a:gdLst>
                    <a:gd name="T0" fmla="*/ 434 w 434"/>
                    <a:gd name="T1" fmla="*/ 0 h 196"/>
                    <a:gd name="T2" fmla="*/ 0 w 434"/>
                    <a:gd name="T3" fmla="*/ 196 h 196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434" h="196">
                      <a:moveTo>
                        <a:pt x="434" y="0"/>
                      </a:moveTo>
                      <a:lnTo>
                        <a:pt x="0" y="196"/>
                      </a:lnTo>
                    </a:path>
                  </a:pathLst>
                </a:custGeom>
                <a:noFill/>
                <a:ln w="9525">
                  <a:solidFill>
                    <a:srgbClr val="333399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9" name="Freeform 64">
                  <a:extLst>
                    <a:ext uri="{FF2B5EF4-FFF2-40B4-BE49-F238E27FC236}">
                      <a16:creationId xmlns:a16="http://schemas.microsoft.com/office/drawing/2014/main" id="{5C602E0C-3CA0-A2B3-ACE4-E4E42A91A2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17" y="2590"/>
                  <a:ext cx="432" cy="196"/>
                </a:xfrm>
                <a:custGeom>
                  <a:avLst/>
                  <a:gdLst>
                    <a:gd name="T0" fmla="*/ 0 w 432"/>
                    <a:gd name="T1" fmla="*/ 0 h 196"/>
                    <a:gd name="T2" fmla="*/ 432 w 432"/>
                    <a:gd name="T3" fmla="*/ 196 h 196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432" h="196">
                      <a:moveTo>
                        <a:pt x="0" y="0"/>
                      </a:moveTo>
                      <a:lnTo>
                        <a:pt x="432" y="196"/>
                      </a:lnTo>
                    </a:path>
                  </a:pathLst>
                </a:custGeom>
                <a:noFill/>
                <a:ln w="9525">
                  <a:solidFill>
                    <a:srgbClr val="333399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53" name="Text Box 65">
                <a:extLst>
                  <a:ext uri="{FF2B5EF4-FFF2-40B4-BE49-F238E27FC236}">
                    <a16:creationId xmlns:a16="http://schemas.microsoft.com/office/drawing/2014/main" id="{746D8D62-A258-C525-A59A-8C19DE57DF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62" y="2425"/>
                <a:ext cx="17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O</a:t>
                </a:r>
                <a:endPara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4" name="Text Box 66">
                <a:extLst>
                  <a:ext uri="{FF2B5EF4-FFF2-40B4-BE49-F238E27FC236}">
                    <a16:creationId xmlns:a16="http://schemas.microsoft.com/office/drawing/2014/main" id="{7D295406-329F-FE1E-76DF-F953C4C8A8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6" y="2633"/>
                <a:ext cx="17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X</a:t>
                </a:r>
                <a:endPara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" name="Text Box 67">
                <a:extLst>
                  <a:ext uri="{FF2B5EF4-FFF2-40B4-BE49-F238E27FC236}">
                    <a16:creationId xmlns:a16="http://schemas.microsoft.com/office/drawing/2014/main" id="{65A04130-C59B-BB24-C37D-46CFC3E591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74" y="2636"/>
                <a:ext cx="17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Y</a:t>
                </a:r>
                <a:endPara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6" name="Text Box 68">
                <a:extLst>
                  <a:ext uri="{FF2B5EF4-FFF2-40B4-BE49-F238E27FC236}">
                    <a16:creationId xmlns:a16="http://schemas.microsoft.com/office/drawing/2014/main" id="{D6A5D530-5A5E-DD0E-8EF3-C6653BF97F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50" y="2035"/>
                <a:ext cx="17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Z</a:t>
                </a:r>
                <a:endPara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4" name="Text Box 69">
              <a:extLst>
                <a:ext uri="{FF2B5EF4-FFF2-40B4-BE49-F238E27FC236}">
                  <a16:creationId xmlns:a16="http://schemas.microsoft.com/office/drawing/2014/main" id="{6D2F7A43-3906-41A9-9104-7ABFF2DA3C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4" y="992"/>
              <a:ext cx="2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O</a:t>
              </a:r>
              <a:r>
                <a:rPr kumimoji="1" lang="en-US" altLang="zh-CN" sz="20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" name="Text Box 70">
              <a:extLst>
                <a:ext uri="{FF2B5EF4-FFF2-40B4-BE49-F238E27FC236}">
                  <a16:creationId xmlns:a16="http://schemas.microsoft.com/office/drawing/2014/main" id="{D8B1CE19-7ECB-5752-58DB-23544E0351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7" y="1049"/>
              <a:ext cx="2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X</a:t>
              </a:r>
              <a:r>
                <a:rPr kumimoji="1" lang="en-US" altLang="zh-CN" sz="20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" name="Text Box 71">
              <a:extLst>
                <a:ext uri="{FF2B5EF4-FFF2-40B4-BE49-F238E27FC236}">
                  <a16:creationId xmlns:a16="http://schemas.microsoft.com/office/drawing/2014/main" id="{365CCB6F-153C-15EC-D229-111029E50F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4" y="1035"/>
              <a:ext cx="2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Y</a:t>
              </a:r>
              <a:r>
                <a:rPr kumimoji="1" lang="en-US" altLang="zh-CN" sz="20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7" name="Text Box 72">
              <a:extLst>
                <a:ext uri="{FF2B5EF4-FFF2-40B4-BE49-F238E27FC236}">
                  <a16:creationId xmlns:a16="http://schemas.microsoft.com/office/drawing/2014/main" id="{5FBAF233-52A9-9C27-9B4F-5B7AA33D99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3" y="558"/>
              <a:ext cx="2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Z</a:t>
              </a:r>
              <a:r>
                <a:rPr kumimoji="1" lang="en-US" altLang="zh-CN" sz="20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8" name="Text Box 73">
              <a:extLst>
                <a:ext uri="{FF2B5EF4-FFF2-40B4-BE49-F238E27FC236}">
                  <a16:creationId xmlns:a16="http://schemas.microsoft.com/office/drawing/2014/main" id="{E9257AE3-9CAA-D889-8A94-243F851DCF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354"/>
              <a:ext cx="21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1" u="none" strike="noStrike" kern="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Dutch801 Rm BT" pitchFamily="18" charset="0"/>
                  <a:ea typeface="宋体" panose="02010600030101010101" pitchFamily="2" charset="-122"/>
                </a:rPr>
                <a:t>C</a:t>
              </a:r>
              <a:endParaRPr kumimoji="1" lang="en-US" altLang="zh-CN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9" name="Text Box 74">
              <a:extLst>
                <a:ext uri="{FF2B5EF4-FFF2-40B4-BE49-F238E27FC236}">
                  <a16:creationId xmlns:a16="http://schemas.microsoft.com/office/drawing/2014/main" id="{E84B917B-92BA-6C7B-E937-983C8FA918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3" y="1137"/>
              <a:ext cx="28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1" u="none" strike="noStrike" kern="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Dutch801 Rm BT" pitchFamily="18" charset="0"/>
                  <a:ea typeface="宋体" panose="02010600030101010101" pitchFamily="2" charset="-122"/>
                </a:rPr>
                <a:t>A</a:t>
              </a:r>
              <a:r>
                <a:rPr kumimoji="1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1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kumimoji="1" lang="en-US" altLang="zh-CN" sz="2800" b="0" i="1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Dutch801 Rm BT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0" name="Text Box 75">
              <a:extLst>
                <a:ext uri="{FF2B5EF4-FFF2-40B4-BE49-F238E27FC236}">
                  <a16:creationId xmlns:a16="http://schemas.microsoft.com/office/drawing/2014/main" id="{A9AF14C4-38AD-974D-8113-8111843AC4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7" y="1155"/>
              <a:ext cx="2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1" u="none" strike="noStrike" kern="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Dutch801 Rm BT" pitchFamily="18" charset="0"/>
                  <a:ea typeface="宋体" panose="02010600030101010101" pitchFamily="2" charset="-122"/>
                </a:rPr>
                <a:t>B</a:t>
              </a:r>
              <a:r>
                <a:rPr kumimoji="1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1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kumimoji="1" lang="en-US" altLang="zh-CN" sz="2800" b="0" i="1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Dutch801 Rm BT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" name="Text Box 76">
              <a:extLst>
                <a:ext uri="{FF2B5EF4-FFF2-40B4-BE49-F238E27FC236}">
                  <a16:creationId xmlns:a16="http://schemas.microsoft.com/office/drawing/2014/main" id="{37A94DA8-9E4D-12EE-13E4-827AE9DAFE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7" y="528"/>
              <a:ext cx="29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1" u="none" strike="noStrike" kern="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Dutch801 Rm BT" pitchFamily="18" charset="0"/>
                  <a:ea typeface="宋体" panose="02010600030101010101" pitchFamily="2" charset="-122"/>
                </a:rPr>
                <a:t>C</a:t>
              </a:r>
              <a:r>
                <a:rPr kumimoji="1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kumimoji="1" lang="en-US" altLang="zh-CN" sz="3200" b="0" i="1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Dutch801 Rm BT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81" name="Text Box 3">
            <a:extLst>
              <a:ext uri="{FF2B5EF4-FFF2-40B4-BE49-F238E27FC236}">
                <a16:creationId xmlns:a16="http://schemas.microsoft.com/office/drawing/2014/main" id="{6794102C-6A31-DF04-7A50-6E605198D0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731" y="1539423"/>
            <a:ext cx="4417639" cy="1523639"/>
          </a:xfrm>
          <a:prstGeom prst="snip2DiagRect">
            <a:avLst/>
          </a:prstGeom>
          <a:noFill/>
          <a:ln>
            <a:noFill/>
          </a:ln>
          <a:effectLst/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物体上平行于坐标轴的线段在轴测图上的长度</a:t>
            </a:r>
            <a:r>
              <a:rPr kumimoji="1"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</a:t>
            </a:r>
            <a:r>
              <a:rPr kumimoji="1"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与实际长度之比叫做</a:t>
            </a:r>
            <a:r>
              <a:rPr kumimoji="1"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轴向伸缩系数</a:t>
            </a:r>
          </a:p>
        </p:txBody>
      </p:sp>
      <p:sp>
        <p:nvSpPr>
          <p:cNvPr id="83" name="Text Box 13">
            <a:extLst>
              <a:ext uri="{FF2B5EF4-FFF2-40B4-BE49-F238E27FC236}">
                <a16:creationId xmlns:a16="http://schemas.microsoft.com/office/drawing/2014/main" id="{FA749853-A08E-785C-1A00-954562A227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877" y="1100857"/>
            <a:ext cx="2377574" cy="497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轴向伸缩系数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574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DA639-ABE0-13C6-CA0E-7E5D30037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37885844-D8F0-56B8-6FE4-B6E6A54ED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7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9DCC6ED3-CB6F-2094-C512-E431EED51A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93862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轴测图概述</a:t>
            </a:r>
          </a:p>
        </p:txBody>
      </p:sp>
      <p:sp>
        <p:nvSpPr>
          <p:cNvPr id="83" name="Text Box 13">
            <a:extLst>
              <a:ext uri="{FF2B5EF4-FFF2-40B4-BE49-F238E27FC236}">
                <a16:creationId xmlns:a16="http://schemas.microsoft.com/office/drawing/2014/main" id="{A8D1AA90-5266-400E-1E84-DECB332C92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877" y="1100857"/>
            <a:ext cx="2377574" cy="497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两种形成方法</a:t>
            </a:r>
          </a:p>
        </p:txBody>
      </p:sp>
      <p:pic>
        <p:nvPicPr>
          <p:cNvPr id="92" name="图片 91">
            <a:extLst>
              <a:ext uri="{FF2B5EF4-FFF2-40B4-BE49-F238E27FC236}">
                <a16:creationId xmlns:a16="http://schemas.microsoft.com/office/drawing/2014/main" id="{233AF041-7796-6D73-F0B6-72F5537CF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2" y="1598814"/>
            <a:ext cx="4217412" cy="4616583"/>
          </a:xfrm>
          <a:prstGeom prst="rect">
            <a:avLst/>
          </a:prstGeom>
        </p:spPr>
      </p:pic>
      <p:grpSp>
        <p:nvGrpSpPr>
          <p:cNvPr id="145" name="组合 144">
            <a:extLst>
              <a:ext uri="{FF2B5EF4-FFF2-40B4-BE49-F238E27FC236}">
                <a16:creationId xmlns:a16="http://schemas.microsoft.com/office/drawing/2014/main" id="{19BDCF5F-3876-FBFC-823A-0E8D76F6D827}"/>
              </a:ext>
            </a:extLst>
          </p:cNvPr>
          <p:cNvGrpSpPr/>
          <p:nvPr/>
        </p:nvGrpSpPr>
        <p:grpSpPr>
          <a:xfrm>
            <a:off x="288419" y="1643728"/>
            <a:ext cx="4339651" cy="2361336"/>
            <a:chOff x="288419" y="1643728"/>
            <a:chExt cx="4339651" cy="2361336"/>
          </a:xfrm>
        </p:grpSpPr>
        <p:sp>
          <p:nvSpPr>
            <p:cNvPr id="141" name="Text Box 3">
              <a:extLst>
                <a:ext uri="{FF2B5EF4-FFF2-40B4-BE49-F238E27FC236}">
                  <a16:creationId xmlns:a16="http://schemas.microsoft.com/office/drawing/2014/main" id="{D0E01319-44FB-673C-F367-9BA83A21F0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419" y="1643728"/>
              <a:ext cx="433965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ts val="600"/>
                </a:spcAft>
                <a:defRPr/>
              </a:pPr>
              <a:r>
                <a:rPr kumimoji="1"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Marlett" pitchFamily="2" charset="2"/>
                </a:rPr>
                <a:t>(1) </a:t>
              </a:r>
              <a:r>
                <a:rPr kumimoji="1"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Marlett" pitchFamily="2" charset="2"/>
                </a:rPr>
                <a:t>物体斜放，正投影法 </a:t>
              </a:r>
              <a:r>
                <a:rPr kumimoji="1"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itchFamily="2" charset="2"/>
                </a:rPr>
                <a:t> </a:t>
              </a:r>
              <a:r>
                <a:rPr kumimoji="1" lang="zh-CN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itchFamily="2" charset="2"/>
                </a:rPr>
                <a:t>正轴测图</a:t>
              </a:r>
              <a:endParaRPr kumimoji="1"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itchFamily="2" charset="2"/>
              </a:endParaRPr>
            </a:p>
          </p:txBody>
        </p:sp>
        <p:pic>
          <p:nvPicPr>
            <p:cNvPr id="142" name="图片 141">
              <a:extLst>
                <a:ext uri="{FF2B5EF4-FFF2-40B4-BE49-F238E27FC236}">
                  <a16:creationId xmlns:a16="http://schemas.microsoft.com/office/drawing/2014/main" id="{A65A1F0B-3729-1333-3690-D9AA113C34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15617" y="2088752"/>
              <a:ext cx="2681038" cy="1916312"/>
            </a:xfrm>
            <a:prstGeom prst="rect">
              <a:avLst/>
            </a:prstGeom>
          </p:spPr>
        </p:pic>
      </p:grpSp>
      <p:grpSp>
        <p:nvGrpSpPr>
          <p:cNvPr id="146" name="组合 145">
            <a:extLst>
              <a:ext uri="{FF2B5EF4-FFF2-40B4-BE49-F238E27FC236}">
                <a16:creationId xmlns:a16="http://schemas.microsoft.com/office/drawing/2014/main" id="{B553EF7A-882C-FD98-FC5F-9461EA9D2E4C}"/>
              </a:ext>
            </a:extLst>
          </p:cNvPr>
          <p:cNvGrpSpPr/>
          <p:nvPr/>
        </p:nvGrpSpPr>
        <p:grpSpPr>
          <a:xfrm>
            <a:off x="288423" y="4205119"/>
            <a:ext cx="4339651" cy="2032774"/>
            <a:chOff x="288423" y="4205119"/>
            <a:chExt cx="4339651" cy="2032774"/>
          </a:xfrm>
        </p:grpSpPr>
        <p:sp>
          <p:nvSpPr>
            <p:cNvPr id="143" name="Text Box 3">
              <a:extLst>
                <a:ext uri="{FF2B5EF4-FFF2-40B4-BE49-F238E27FC236}">
                  <a16:creationId xmlns:a16="http://schemas.microsoft.com/office/drawing/2014/main" id="{7D2E08DA-1E2A-6482-917A-E08B08D2FE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423" y="4205119"/>
              <a:ext cx="433965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>
                <a:defRPr sz="28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ts val="600"/>
                </a:spcAft>
                <a:defRPr/>
              </a:pPr>
              <a:r>
                <a:rPr kumimoji="1"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Marlett" pitchFamily="2" charset="2"/>
                </a:rPr>
                <a:t>(1) </a:t>
              </a:r>
              <a:r>
                <a:rPr kumimoji="1"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Marlett" pitchFamily="2" charset="2"/>
                </a:rPr>
                <a:t>物体正放，斜投影法 </a:t>
              </a:r>
              <a:r>
                <a:rPr kumimoji="1"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sym typeface="Wingdings" pitchFamily="2" charset="2"/>
                </a:rPr>
                <a:t> </a:t>
              </a:r>
              <a:r>
                <a:rPr kumimoji="1" lang="zh-CN" altLang="en-US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itchFamily="2" charset="2"/>
                </a:rPr>
                <a:t>斜</a:t>
              </a:r>
              <a:r>
                <a:rPr kumimoji="1" lang="zh-CN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Wingdings" pitchFamily="2" charset="2"/>
                </a:rPr>
                <a:t>轴测图</a:t>
              </a:r>
              <a:endParaRPr kumimoji="1"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itchFamily="2" charset="2"/>
              </a:endParaRPr>
            </a:p>
          </p:txBody>
        </p:sp>
        <p:pic>
          <p:nvPicPr>
            <p:cNvPr id="144" name="图片 143">
              <a:extLst>
                <a:ext uri="{FF2B5EF4-FFF2-40B4-BE49-F238E27FC236}">
                  <a16:creationId xmlns:a16="http://schemas.microsoft.com/office/drawing/2014/main" id="{86457424-73C0-DCEA-8165-28A9A0891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7082" b="7025"/>
            <a:stretch/>
          </p:blipFill>
          <p:spPr>
            <a:xfrm>
              <a:off x="910072" y="4622238"/>
              <a:ext cx="3157872" cy="16156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6039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8B232-E345-6965-3CF0-0047E12F2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831D5B43-B38C-36F9-FF1B-1AA08BD57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8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06247FD4-0071-2103-8665-E7385A4354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93862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轴测图概述</a:t>
            </a: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A7541F96-C7D1-E904-336F-0603AC80E1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808" y="1757267"/>
            <a:ext cx="420224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1"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两线段平行，它们的轴测投影也平行。</a:t>
            </a:r>
          </a:p>
        </p:txBody>
      </p:sp>
      <p:sp>
        <p:nvSpPr>
          <p:cNvPr id="3" name="Text Box 4" descr="信纸">
            <a:extLst>
              <a:ext uri="{FF2B5EF4-FFF2-40B4-BE49-F238E27FC236}">
                <a16:creationId xmlns:a16="http://schemas.microsoft.com/office/drawing/2014/main" id="{62D0C8A1-4D9C-A5E2-BE91-CCCCBFB8D2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2132" y="2648082"/>
            <a:ext cx="3455570" cy="7078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zh-CN" altLang="en-US" sz="20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物体上与坐标轴平行的直线，其轴测投影有何特性？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054F3F6B-6E41-5629-71D1-7C8D511922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806" y="4320168"/>
            <a:ext cx="4202242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1"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两平行线段的轴测投影长度与空间长度的比值相等</a:t>
            </a:r>
            <a:endParaRPr kumimoji="1" lang="zh-CN" altLang="en-US" sz="2200" b="1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B07BB0E0-48D3-21A7-26C1-69290F4A6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5155694"/>
            <a:ext cx="4040650" cy="7078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  <a:effectLst/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凡是与坐标轴平行的线段，就可以在轴测图上</a:t>
            </a:r>
            <a:r>
              <a:rPr kumimoji="1" lang="zh-CN" altLang="en-US" sz="20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沿轴向进行度量和作图</a:t>
            </a:r>
            <a:endParaRPr kumimoji="1"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A722DE2-0861-B17A-16BF-34EA5776258C}"/>
              </a:ext>
            </a:extLst>
          </p:cNvPr>
          <p:cNvGrpSpPr>
            <a:grpSpLocks/>
          </p:cNvGrpSpPr>
          <p:nvPr/>
        </p:nvGrpSpPr>
        <p:grpSpPr bwMode="auto">
          <a:xfrm>
            <a:off x="5292080" y="2648082"/>
            <a:ext cx="3381375" cy="2541588"/>
            <a:chOff x="960" y="528"/>
            <a:chExt cx="2130" cy="1601"/>
          </a:xfrm>
        </p:grpSpPr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3F8A813F-16D7-D518-AE28-60D2DCDC40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3" y="1917"/>
              <a:ext cx="20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1" u="none" strike="noStrike" kern="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Dutch801 Rm BT" pitchFamily="18" charset="0"/>
                  <a:ea typeface="宋体" panose="02010600030101010101" pitchFamily="2" charset="-122"/>
                </a:rPr>
                <a:t>A</a:t>
              </a:r>
              <a:endParaRPr kumimoji="1" lang="en-US" altLang="zh-CN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" name="Text Box 15">
              <a:extLst>
                <a:ext uri="{FF2B5EF4-FFF2-40B4-BE49-F238E27FC236}">
                  <a16:creationId xmlns:a16="http://schemas.microsoft.com/office/drawing/2014/main" id="{8AB37BED-A164-7E5B-7B7F-8783FA82F1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7" y="1906"/>
              <a:ext cx="20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1" u="none" strike="noStrike" kern="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Dutch801 Rm BT" pitchFamily="18" charset="0"/>
                  <a:ea typeface="宋体" panose="02010600030101010101" pitchFamily="2" charset="-122"/>
                </a:rPr>
                <a:t>B</a:t>
              </a:r>
              <a:endParaRPr kumimoji="1" lang="en-US" altLang="zh-CN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56134EB6-D03A-B999-3B1D-A55755D37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6" y="1518"/>
              <a:ext cx="654" cy="582"/>
            </a:xfrm>
            <a:custGeom>
              <a:avLst/>
              <a:gdLst>
                <a:gd name="T0" fmla="*/ 0 w 654"/>
                <a:gd name="T1" fmla="*/ 156 h 582"/>
                <a:gd name="T2" fmla="*/ 342 w 654"/>
                <a:gd name="T3" fmla="*/ 0 h 582"/>
                <a:gd name="T4" fmla="*/ 654 w 654"/>
                <a:gd name="T5" fmla="*/ 156 h 582"/>
                <a:gd name="T6" fmla="*/ 654 w 654"/>
                <a:gd name="T7" fmla="*/ 420 h 582"/>
                <a:gd name="T8" fmla="*/ 330 w 654"/>
                <a:gd name="T9" fmla="*/ 582 h 582"/>
                <a:gd name="T10" fmla="*/ 6 w 654"/>
                <a:gd name="T11" fmla="*/ 426 h 582"/>
                <a:gd name="T12" fmla="*/ 0 w 654"/>
                <a:gd name="T13" fmla="*/ 156 h 58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54" h="582">
                  <a:moveTo>
                    <a:pt x="0" y="156"/>
                  </a:moveTo>
                  <a:lnTo>
                    <a:pt x="342" y="0"/>
                  </a:lnTo>
                  <a:lnTo>
                    <a:pt x="654" y="156"/>
                  </a:lnTo>
                  <a:lnTo>
                    <a:pt x="654" y="420"/>
                  </a:lnTo>
                  <a:lnTo>
                    <a:pt x="330" y="582"/>
                  </a:lnTo>
                  <a:lnTo>
                    <a:pt x="6" y="426"/>
                  </a:lnTo>
                  <a:lnTo>
                    <a:pt x="0" y="156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FD76C53D-E791-EF7B-0BE4-D91B6D1715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3" y="1320"/>
              <a:ext cx="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8" name="Rectangle 18">
              <a:extLst>
                <a:ext uri="{FF2B5EF4-FFF2-40B4-BE49-F238E27FC236}">
                  <a16:creationId xmlns:a16="http://schemas.microsoft.com/office/drawing/2014/main" id="{1309DDE8-CD86-6B1E-013B-D946FA1BA9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5" y="538"/>
              <a:ext cx="1935" cy="969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6048B073-C522-172B-9FF7-646D97D46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2" y="898"/>
              <a:ext cx="899" cy="769"/>
            </a:xfrm>
            <a:custGeom>
              <a:avLst/>
              <a:gdLst>
                <a:gd name="T0" fmla="*/ 957 w 885"/>
                <a:gd name="T1" fmla="*/ 0 h 769"/>
                <a:gd name="T2" fmla="*/ 0 w 885"/>
                <a:gd name="T3" fmla="*/ 769 h 76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85" h="769">
                  <a:moveTo>
                    <a:pt x="885" y="0"/>
                  </a:moveTo>
                  <a:lnTo>
                    <a:pt x="0" y="769"/>
                  </a:lnTo>
                </a:path>
              </a:pathLst>
            </a:custGeom>
            <a:noFill/>
            <a:ln w="9525" cap="flat" cmpd="sng">
              <a:solidFill>
                <a:srgbClr val="9900C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2AECA55A-E4C6-E0A6-68D2-DE9727736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4" y="746"/>
              <a:ext cx="897" cy="769"/>
            </a:xfrm>
            <a:custGeom>
              <a:avLst/>
              <a:gdLst>
                <a:gd name="T0" fmla="*/ 955 w 883"/>
                <a:gd name="T1" fmla="*/ 0 h 769"/>
                <a:gd name="T2" fmla="*/ 0 w 883"/>
                <a:gd name="T3" fmla="*/ 769 h 76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83" h="769">
                  <a:moveTo>
                    <a:pt x="883" y="0"/>
                  </a:moveTo>
                  <a:lnTo>
                    <a:pt x="0" y="769"/>
                  </a:lnTo>
                </a:path>
              </a:pathLst>
            </a:custGeom>
            <a:noFill/>
            <a:ln w="9525" cap="flat" cmpd="sng">
              <a:solidFill>
                <a:srgbClr val="9900C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4C46E961-2757-59FF-CC02-729F681A44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4" y="901"/>
              <a:ext cx="897" cy="774"/>
            </a:xfrm>
            <a:custGeom>
              <a:avLst/>
              <a:gdLst>
                <a:gd name="T0" fmla="*/ 955 w 883"/>
                <a:gd name="T1" fmla="*/ 0 h 774"/>
                <a:gd name="T2" fmla="*/ 0 w 883"/>
                <a:gd name="T3" fmla="*/ 774 h 77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83" h="774">
                  <a:moveTo>
                    <a:pt x="883" y="0"/>
                  </a:moveTo>
                  <a:lnTo>
                    <a:pt x="0" y="774"/>
                  </a:lnTo>
                </a:path>
              </a:pathLst>
            </a:custGeom>
            <a:noFill/>
            <a:ln w="9525" cap="flat" cmpd="sng">
              <a:solidFill>
                <a:srgbClr val="9900C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59DAD231-7C6E-BAE4-CBA9-33E46CB7A1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4" y="1173"/>
              <a:ext cx="901" cy="771"/>
            </a:xfrm>
            <a:custGeom>
              <a:avLst/>
              <a:gdLst>
                <a:gd name="T0" fmla="*/ 959 w 887"/>
                <a:gd name="T1" fmla="*/ 0 h 771"/>
                <a:gd name="T2" fmla="*/ 0 w 887"/>
                <a:gd name="T3" fmla="*/ 771 h 77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87" h="771">
                  <a:moveTo>
                    <a:pt x="887" y="0"/>
                  </a:moveTo>
                  <a:lnTo>
                    <a:pt x="0" y="771"/>
                  </a:lnTo>
                </a:path>
              </a:pathLst>
            </a:custGeom>
            <a:noFill/>
            <a:ln w="9525" cap="flat" cmpd="sng">
              <a:solidFill>
                <a:srgbClr val="9900C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914C8A5B-5811-A249-548C-D22ECA347B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2" y="1170"/>
              <a:ext cx="899" cy="788"/>
            </a:xfrm>
            <a:custGeom>
              <a:avLst/>
              <a:gdLst>
                <a:gd name="T0" fmla="*/ 957 w 885"/>
                <a:gd name="T1" fmla="*/ 0 h 788"/>
                <a:gd name="T2" fmla="*/ 0 w 885"/>
                <a:gd name="T3" fmla="*/ 788 h 78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85" h="788">
                  <a:moveTo>
                    <a:pt x="885" y="0"/>
                  </a:moveTo>
                  <a:lnTo>
                    <a:pt x="0" y="788"/>
                  </a:lnTo>
                </a:path>
              </a:pathLst>
            </a:custGeom>
            <a:noFill/>
            <a:ln w="9525" cap="flat" cmpd="sng">
              <a:solidFill>
                <a:srgbClr val="9900C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AC55E6B1-CE81-D2E3-FB7C-020B22CE2A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3" y="1325"/>
              <a:ext cx="888" cy="766"/>
            </a:xfrm>
            <a:custGeom>
              <a:avLst/>
              <a:gdLst>
                <a:gd name="T0" fmla="*/ 375 w 1101"/>
                <a:gd name="T1" fmla="*/ 0 h 1214"/>
                <a:gd name="T2" fmla="*/ 0 w 1101"/>
                <a:gd name="T3" fmla="*/ 121 h 12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01" h="1214">
                  <a:moveTo>
                    <a:pt x="1101" y="0"/>
                  </a:moveTo>
                  <a:lnTo>
                    <a:pt x="0" y="1214"/>
                  </a:lnTo>
                </a:path>
              </a:pathLst>
            </a:custGeom>
            <a:noFill/>
            <a:ln w="9525" cap="flat" cmpd="sng">
              <a:solidFill>
                <a:srgbClr val="9900C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EC6D4BCD-C4F2-88CB-7B6F-845A0F5413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7" y="1035"/>
              <a:ext cx="908" cy="785"/>
            </a:xfrm>
            <a:custGeom>
              <a:avLst/>
              <a:gdLst>
                <a:gd name="T0" fmla="*/ 966 w 894"/>
                <a:gd name="T1" fmla="*/ 0 h 785"/>
                <a:gd name="T2" fmla="*/ 0 w 894"/>
                <a:gd name="T3" fmla="*/ 785 h 78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94" h="785">
                  <a:moveTo>
                    <a:pt x="894" y="0"/>
                  </a:moveTo>
                  <a:lnTo>
                    <a:pt x="0" y="785"/>
                  </a:lnTo>
                </a:path>
              </a:pathLst>
            </a:custGeom>
            <a:noFill/>
            <a:ln w="9525" cap="flat" cmpd="sng">
              <a:solidFill>
                <a:srgbClr val="9900C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grpSp>
          <p:nvGrpSpPr>
            <p:cNvPr id="26" name="Group 26">
              <a:extLst>
                <a:ext uri="{FF2B5EF4-FFF2-40B4-BE49-F238E27FC236}">
                  <a16:creationId xmlns:a16="http://schemas.microsoft.com/office/drawing/2014/main" id="{B5A42A76-9304-A477-CCC1-0EDE8D1445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41" y="736"/>
              <a:ext cx="662" cy="589"/>
              <a:chOff x="2985" y="915"/>
              <a:chExt cx="954" cy="1000"/>
            </a:xfrm>
          </p:grpSpPr>
          <p:sp>
            <p:nvSpPr>
              <p:cNvPr id="59" name="Freeform 27">
                <a:extLst>
                  <a:ext uri="{FF2B5EF4-FFF2-40B4-BE49-F238E27FC236}">
                    <a16:creationId xmlns:a16="http://schemas.microsoft.com/office/drawing/2014/main" id="{3D9E5470-0DCF-AE97-DAF2-92210E7DFC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3" y="1444"/>
                <a:ext cx="0" cy="469"/>
              </a:xfrm>
              <a:custGeom>
                <a:avLst/>
                <a:gdLst>
                  <a:gd name="T0" fmla="*/ 0 w 1"/>
                  <a:gd name="T1" fmla="*/ 0 h 438"/>
                  <a:gd name="T2" fmla="*/ 0 w 1"/>
                  <a:gd name="T3" fmla="*/ 617 h 43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38">
                    <a:moveTo>
                      <a:pt x="0" y="0"/>
                    </a:moveTo>
                    <a:lnTo>
                      <a:pt x="0" y="438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60" name="Freeform 28">
                <a:extLst>
                  <a:ext uri="{FF2B5EF4-FFF2-40B4-BE49-F238E27FC236}">
                    <a16:creationId xmlns:a16="http://schemas.microsoft.com/office/drawing/2014/main" id="{7BC3F5B4-54C0-385B-F23D-179FBE2B00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2" y="1640"/>
                <a:ext cx="477" cy="273"/>
              </a:xfrm>
              <a:custGeom>
                <a:avLst/>
                <a:gdLst>
                  <a:gd name="T0" fmla="*/ 0 w 410"/>
                  <a:gd name="T1" fmla="*/ 364 h 254"/>
                  <a:gd name="T2" fmla="*/ 875 w 410"/>
                  <a:gd name="T3" fmla="*/ 0 h 25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10" h="254">
                    <a:moveTo>
                      <a:pt x="0" y="254"/>
                    </a:moveTo>
                    <a:lnTo>
                      <a:pt x="410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61" name="Freeform 29">
                <a:extLst>
                  <a:ext uri="{FF2B5EF4-FFF2-40B4-BE49-F238E27FC236}">
                    <a16:creationId xmlns:a16="http://schemas.microsoft.com/office/drawing/2014/main" id="{5F40CA80-2CA1-3D80-8431-36B68F3C40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6" y="1656"/>
                <a:ext cx="476" cy="259"/>
              </a:xfrm>
              <a:custGeom>
                <a:avLst/>
                <a:gdLst>
                  <a:gd name="T0" fmla="*/ 874 w 409"/>
                  <a:gd name="T1" fmla="*/ 345 h 241"/>
                  <a:gd name="T2" fmla="*/ 0 w 409"/>
                  <a:gd name="T3" fmla="*/ 0 h 24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09" h="241">
                    <a:moveTo>
                      <a:pt x="409" y="241"/>
                    </a:move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62" name="Freeform 30">
                <a:extLst>
                  <a:ext uri="{FF2B5EF4-FFF2-40B4-BE49-F238E27FC236}">
                    <a16:creationId xmlns:a16="http://schemas.microsoft.com/office/drawing/2014/main" id="{3D5C6628-0669-A672-F006-19A749A745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6" y="1187"/>
                <a:ext cx="0" cy="469"/>
              </a:xfrm>
              <a:custGeom>
                <a:avLst/>
                <a:gdLst>
                  <a:gd name="T0" fmla="*/ 0 w 1"/>
                  <a:gd name="T1" fmla="*/ 0 h 438"/>
                  <a:gd name="T2" fmla="*/ 0 w 1"/>
                  <a:gd name="T3" fmla="*/ 617 h 43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38">
                    <a:moveTo>
                      <a:pt x="0" y="0"/>
                    </a:moveTo>
                    <a:lnTo>
                      <a:pt x="0" y="438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63" name="Freeform 31">
                <a:extLst>
                  <a:ext uri="{FF2B5EF4-FFF2-40B4-BE49-F238E27FC236}">
                    <a16:creationId xmlns:a16="http://schemas.microsoft.com/office/drawing/2014/main" id="{61089A81-09F3-21F1-7176-40BCDACF9E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2" y="1201"/>
                <a:ext cx="2" cy="439"/>
              </a:xfrm>
              <a:custGeom>
                <a:avLst/>
                <a:gdLst>
                  <a:gd name="T0" fmla="*/ 0 w 1"/>
                  <a:gd name="T1" fmla="*/ 0 h 410"/>
                  <a:gd name="T2" fmla="*/ 0 w 1"/>
                  <a:gd name="T3" fmla="*/ 577 h 41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10">
                    <a:moveTo>
                      <a:pt x="0" y="0"/>
                    </a:moveTo>
                    <a:lnTo>
                      <a:pt x="0" y="410"/>
                    </a:ln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64" name="Freeform 32">
                <a:extLst>
                  <a:ext uri="{FF2B5EF4-FFF2-40B4-BE49-F238E27FC236}">
                    <a16:creationId xmlns:a16="http://schemas.microsoft.com/office/drawing/2014/main" id="{FA60E8FB-6CEF-9461-8765-55D0B64987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2" y="1187"/>
                <a:ext cx="460" cy="264"/>
              </a:xfrm>
              <a:custGeom>
                <a:avLst/>
                <a:gdLst>
                  <a:gd name="T0" fmla="*/ 0 w 396"/>
                  <a:gd name="T1" fmla="*/ 350 h 246"/>
                  <a:gd name="T2" fmla="*/ 836 w 396"/>
                  <a:gd name="T3" fmla="*/ 0 h 24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96" h="246">
                    <a:moveTo>
                      <a:pt x="0" y="246"/>
                    </a:moveTo>
                    <a:lnTo>
                      <a:pt x="396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65" name="Freeform 33">
                <a:extLst>
                  <a:ext uri="{FF2B5EF4-FFF2-40B4-BE49-F238E27FC236}">
                    <a16:creationId xmlns:a16="http://schemas.microsoft.com/office/drawing/2014/main" id="{6AD15C51-56E7-0457-4265-9EAB5004DF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6" y="1193"/>
                <a:ext cx="476" cy="258"/>
              </a:xfrm>
              <a:custGeom>
                <a:avLst/>
                <a:gdLst>
                  <a:gd name="T0" fmla="*/ 874 w 409"/>
                  <a:gd name="T1" fmla="*/ 338 h 241"/>
                  <a:gd name="T2" fmla="*/ 0 w 409"/>
                  <a:gd name="T3" fmla="*/ 0 h 24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09" h="241">
                    <a:moveTo>
                      <a:pt x="409" y="241"/>
                    </a:move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66" name="Freeform 34">
                <a:extLst>
                  <a:ext uri="{FF2B5EF4-FFF2-40B4-BE49-F238E27FC236}">
                    <a16:creationId xmlns:a16="http://schemas.microsoft.com/office/drawing/2014/main" id="{EEAB3360-68D8-282A-12AB-00CF865A77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5" y="920"/>
                <a:ext cx="477" cy="273"/>
              </a:xfrm>
              <a:custGeom>
                <a:avLst/>
                <a:gdLst>
                  <a:gd name="T0" fmla="*/ 0 w 410"/>
                  <a:gd name="T1" fmla="*/ 364 h 254"/>
                  <a:gd name="T2" fmla="*/ 875 w 410"/>
                  <a:gd name="T3" fmla="*/ 0 h 25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10" h="254">
                    <a:moveTo>
                      <a:pt x="0" y="254"/>
                    </a:moveTo>
                    <a:lnTo>
                      <a:pt x="410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67" name="Freeform 35">
                <a:extLst>
                  <a:ext uri="{FF2B5EF4-FFF2-40B4-BE49-F238E27FC236}">
                    <a16:creationId xmlns:a16="http://schemas.microsoft.com/office/drawing/2014/main" id="{DD62FBBF-1F6D-8A16-14AA-09742A0AD5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3" y="915"/>
                <a:ext cx="459" cy="272"/>
              </a:xfrm>
              <a:custGeom>
                <a:avLst/>
                <a:gdLst>
                  <a:gd name="T0" fmla="*/ 835 w 395"/>
                  <a:gd name="T1" fmla="*/ 358 h 254"/>
                  <a:gd name="T2" fmla="*/ 0 w 395"/>
                  <a:gd name="T3" fmla="*/ 0 h 25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95" h="254">
                    <a:moveTo>
                      <a:pt x="395" y="254"/>
                    </a:move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7" name="Group 36">
              <a:extLst>
                <a:ext uri="{FF2B5EF4-FFF2-40B4-BE49-F238E27FC236}">
                  <a16:creationId xmlns:a16="http://schemas.microsoft.com/office/drawing/2014/main" id="{AA4797DA-4AC9-F181-019D-7C3712ACC8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0" y="604"/>
              <a:ext cx="938" cy="635"/>
              <a:chOff x="1549" y="1395"/>
              <a:chExt cx="923" cy="635"/>
            </a:xfrm>
          </p:grpSpPr>
          <p:sp>
            <p:nvSpPr>
              <p:cNvPr id="56" name="Freeform 37">
                <a:extLst>
                  <a:ext uri="{FF2B5EF4-FFF2-40B4-BE49-F238E27FC236}">
                    <a16:creationId xmlns:a16="http://schemas.microsoft.com/office/drawing/2014/main" id="{6A235B45-F92D-D23D-5F63-D85FD80E5F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2" y="1395"/>
                <a:ext cx="1" cy="419"/>
              </a:xfrm>
              <a:custGeom>
                <a:avLst/>
                <a:gdLst>
                  <a:gd name="T0" fmla="*/ 0 w 1"/>
                  <a:gd name="T1" fmla="*/ 66 h 664"/>
                  <a:gd name="T2" fmla="*/ 1 w 1"/>
                  <a:gd name="T3" fmla="*/ 0 h 66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664">
                    <a:moveTo>
                      <a:pt x="0" y="664"/>
                    </a:moveTo>
                    <a:lnTo>
                      <a:pt x="1" y="0"/>
                    </a:lnTo>
                  </a:path>
                </a:pathLst>
              </a:custGeom>
              <a:noFill/>
              <a:ln w="9525">
                <a:solidFill>
                  <a:srgbClr val="333399"/>
                </a:solidFill>
                <a:round/>
                <a:headEnd type="none" w="med" len="med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57" name="Line 38">
                <a:extLst>
                  <a:ext uri="{FF2B5EF4-FFF2-40B4-BE49-F238E27FC236}">
                    <a16:creationId xmlns:a16="http://schemas.microsoft.com/office/drawing/2014/main" id="{8AF94D2E-3D5C-D3F7-2ABF-8A12FC2F84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49" y="1814"/>
                <a:ext cx="453" cy="208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58" name="Line 39">
                <a:extLst>
                  <a:ext uri="{FF2B5EF4-FFF2-40B4-BE49-F238E27FC236}">
                    <a16:creationId xmlns:a16="http://schemas.microsoft.com/office/drawing/2014/main" id="{ECCEEAB5-9B6B-E10E-07CE-E186AAC3C9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02" y="1814"/>
                <a:ext cx="470" cy="216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8" name="Group 40">
              <a:extLst>
                <a:ext uri="{FF2B5EF4-FFF2-40B4-BE49-F238E27FC236}">
                  <a16:creationId xmlns:a16="http://schemas.microsoft.com/office/drawing/2014/main" id="{2DA0015F-C0D8-D154-3C9D-91C92C8362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2" y="1512"/>
              <a:ext cx="651" cy="589"/>
              <a:chOff x="798" y="2490"/>
              <a:chExt cx="651" cy="589"/>
            </a:xfrm>
          </p:grpSpPr>
          <p:sp>
            <p:nvSpPr>
              <p:cNvPr id="47" name="Freeform 41">
                <a:extLst>
                  <a:ext uri="{FF2B5EF4-FFF2-40B4-BE49-F238E27FC236}">
                    <a16:creationId xmlns:a16="http://schemas.microsoft.com/office/drawing/2014/main" id="{CEF666B9-71D8-3577-735D-0B7F80A70B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9" y="2802"/>
                <a:ext cx="0" cy="276"/>
              </a:xfrm>
              <a:custGeom>
                <a:avLst/>
                <a:gdLst>
                  <a:gd name="T0" fmla="*/ 0 w 1"/>
                  <a:gd name="T1" fmla="*/ 0 h 438"/>
                  <a:gd name="T2" fmla="*/ 0 w 1"/>
                  <a:gd name="T3" fmla="*/ 43 h 43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38">
                    <a:moveTo>
                      <a:pt x="0" y="0"/>
                    </a:moveTo>
                    <a:lnTo>
                      <a:pt x="0" y="438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48" name="Freeform 42">
                <a:extLst>
                  <a:ext uri="{FF2B5EF4-FFF2-40B4-BE49-F238E27FC236}">
                    <a16:creationId xmlns:a16="http://schemas.microsoft.com/office/drawing/2014/main" id="{D6FF4A6B-B6CC-9998-2571-FFCFB6C5BC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9" y="2914"/>
                <a:ext cx="311" cy="164"/>
              </a:xfrm>
              <a:custGeom>
                <a:avLst/>
                <a:gdLst>
                  <a:gd name="T0" fmla="*/ 0 w 306"/>
                  <a:gd name="T1" fmla="*/ 164 h 164"/>
                  <a:gd name="T2" fmla="*/ 331 w 306"/>
                  <a:gd name="T3" fmla="*/ 0 h 16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06" h="164">
                    <a:moveTo>
                      <a:pt x="0" y="164"/>
                    </a:moveTo>
                    <a:lnTo>
                      <a:pt x="306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49" name="Freeform 43">
                <a:extLst>
                  <a:ext uri="{FF2B5EF4-FFF2-40B4-BE49-F238E27FC236}">
                    <a16:creationId xmlns:a16="http://schemas.microsoft.com/office/drawing/2014/main" id="{7AC9E212-0629-94CC-DB40-0D81E1FADF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9" y="2926"/>
                <a:ext cx="330" cy="153"/>
              </a:xfrm>
              <a:custGeom>
                <a:avLst/>
                <a:gdLst>
                  <a:gd name="T0" fmla="*/ 140 w 409"/>
                  <a:gd name="T1" fmla="*/ 25 h 241"/>
                  <a:gd name="T2" fmla="*/ 0 w 409"/>
                  <a:gd name="T3" fmla="*/ 0 h 24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09" h="241">
                    <a:moveTo>
                      <a:pt x="409" y="241"/>
                    </a:move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50" name="Freeform 44">
                <a:extLst>
                  <a:ext uri="{FF2B5EF4-FFF2-40B4-BE49-F238E27FC236}">
                    <a16:creationId xmlns:a16="http://schemas.microsoft.com/office/drawing/2014/main" id="{321F84BE-57B4-2AB4-A3CB-7137FEE121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9" y="2650"/>
                <a:ext cx="0" cy="276"/>
              </a:xfrm>
              <a:custGeom>
                <a:avLst/>
                <a:gdLst>
                  <a:gd name="T0" fmla="*/ 0 w 1"/>
                  <a:gd name="T1" fmla="*/ 0 h 438"/>
                  <a:gd name="T2" fmla="*/ 0 w 1"/>
                  <a:gd name="T3" fmla="*/ 43 h 43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38">
                    <a:moveTo>
                      <a:pt x="0" y="0"/>
                    </a:moveTo>
                    <a:lnTo>
                      <a:pt x="0" y="438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51" name="Freeform 45">
                <a:extLst>
                  <a:ext uri="{FF2B5EF4-FFF2-40B4-BE49-F238E27FC236}">
                    <a16:creationId xmlns:a16="http://schemas.microsoft.com/office/drawing/2014/main" id="{2794ACFE-0501-6874-559F-ACA016E186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7" y="2658"/>
                <a:ext cx="2" cy="259"/>
              </a:xfrm>
              <a:custGeom>
                <a:avLst/>
                <a:gdLst>
                  <a:gd name="T0" fmla="*/ 0 w 1"/>
                  <a:gd name="T1" fmla="*/ 0 h 410"/>
                  <a:gd name="T2" fmla="*/ 0 w 1"/>
                  <a:gd name="T3" fmla="*/ 42 h 41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10">
                    <a:moveTo>
                      <a:pt x="0" y="0"/>
                    </a:moveTo>
                    <a:lnTo>
                      <a:pt x="0" y="410"/>
                    </a:ln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52" name="Freeform 46">
                <a:extLst>
                  <a:ext uri="{FF2B5EF4-FFF2-40B4-BE49-F238E27FC236}">
                    <a16:creationId xmlns:a16="http://schemas.microsoft.com/office/drawing/2014/main" id="{A41A5A70-57E7-E86B-2F35-F6EBC01D62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9" y="2650"/>
                <a:ext cx="318" cy="156"/>
              </a:xfrm>
              <a:custGeom>
                <a:avLst/>
                <a:gdLst>
                  <a:gd name="T0" fmla="*/ 0 w 396"/>
                  <a:gd name="T1" fmla="*/ 25 h 246"/>
                  <a:gd name="T2" fmla="*/ 133 w 396"/>
                  <a:gd name="T3" fmla="*/ 0 h 24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96" h="246">
                    <a:moveTo>
                      <a:pt x="0" y="246"/>
                    </a:moveTo>
                    <a:lnTo>
                      <a:pt x="396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53" name="Freeform 47">
                <a:extLst>
                  <a:ext uri="{FF2B5EF4-FFF2-40B4-BE49-F238E27FC236}">
                    <a16:creationId xmlns:a16="http://schemas.microsoft.com/office/drawing/2014/main" id="{D4E2B431-0D6D-60F9-0B6A-B164AE90F5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9" y="2654"/>
                <a:ext cx="330" cy="152"/>
              </a:xfrm>
              <a:custGeom>
                <a:avLst/>
                <a:gdLst>
                  <a:gd name="T0" fmla="*/ 140 w 409"/>
                  <a:gd name="T1" fmla="*/ 24 h 241"/>
                  <a:gd name="T2" fmla="*/ 0 w 409"/>
                  <a:gd name="T3" fmla="*/ 0 h 24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09" h="241">
                    <a:moveTo>
                      <a:pt x="409" y="241"/>
                    </a:move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54" name="Freeform 48">
                <a:extLst>
                  <a:ext uri="{FF2B5EF4-FFF2-40B4-BE49-F238E27FC236}">
                    <a16:creationId xmlns:a16="http://schemas.microsoft.com/office/drawing/2014/main" id="{F070558C-D612-CAA9-A67C-75EA12A237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8" y="2493"/>
                <a:ext cx="331" cy="161"/>
              </a:xfrm>
              <a:custGeom>
                <a:avLst/>
                <a:gdLst>
                  <a:gd name="T0" fmla="*/ 0 w 410"/>
                  <a:gd name="T1" fmla="*/ 26 h 254"/>
                  <a:gd name="T2" fmla="*/ 140 w 410"/>
                  <a:gd name="T3" fmla="*/ 0 h 25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10" h="254">
                    <a:moveTo>
                      <a:pt x="0" y="254"/>
                    </a:moveTo>
                    <a:lnTo>
                      <a:pt x="410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55" name="Freeform 49">
                <a:extLst>
                  <a:ext uri="{FF2B5EF4-FFF2-40B4-BE49-F238E27FC236}">
                    <a16:creationId xmlns:a16="http://schemas.microsoft.com/office/drawing/2014/main" id="{B884B381-CEE3-0BA4-1E00-9D870B9DCC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9" y="2490"/>
                <a:ext cx="318" cy="160"/>
              </a:xfrm>
              <a:custGeom>
                <a:avLst/>
                <a:gdLst>
                  <a:gd name="T0" fmla="*/ 134 w 395"/>
                  <a:gd name="T1" fmla="*/ 25 h 254"/>
                  <a:gd name="T2" fmla="*/ 0 w 395"/>
                  <a:gd name="T3" fmla="*/ 0 h 25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95" h="254">
                    <a:moveTo>
                      <a:pt x="395" y="254"/>
                    </a:moveTo>
                    <a:lnTo>
                      <a:pt x="0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9" name="Group 50">
              <a:extLst>
                <a:ext uri="{FF2B5EF4-FFF2-40B4-BE49-F238E27FC236}">
                  <a16:creationId xmlns:a16="http://schemas.microsoft.com/office/drawing/2014/main" id="{324453DB-AE16-D514-C054-13F3AF70E6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1244"/>
              <a:ext cx="1154" cy="813"/>
              <a:chOff x="516" y="2035"/>
              <a:chExt cx="1135" cy="813"/>
            </a:xfrm>
          </p:grpSpPr>
          <p:grpSp>
            <p:nvGrpSpPr>
              <p:cNvPr id="39" name="Group 51">
                <a:extLst>
                  <a:ext uri="{FF2B5EF4-FFF2-40B4-BE49-F238E27FC236}">
                    <a16:creationId xmlns:a16="http://schemas.microsoft.com/office/drawing/2014/main" id="{AA146F8C-E28C-5E7F-0D5A-52454B34AC3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4" y="2171"/>
                <a:ext cx="865" cy="615"/>
                <a:chOff x="684" y="2171"/>
                <a:chExt cx="865" cy="615"/>
              </a:xfrm>
            </p:grpSpPr>
            <p:sp>
              <p:nvSpPr>
                <p:cNvPr id="44" name="Freeform 52">
                  <a:extLst>
                    <a:ext uri="{FF2B5EF4-FFF2-40B4-BE49-F238E27FC236}">
                      <a16:creationId xmlns:a16="http://schemas.microsoft.com/office/drawing/2014/main" id="{7D1920A8-2A86-C6F1-4780-5C41CCEAE4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17" y="2171"/>
                  <a:ext cx="1" cy="419"/>
                </a:xfrm>
                <a:custGeom>
                  <a:avLst/>
                  <a:gdLst>
                    <a:gd name="T0" fmla="*/ 0 w 1"/>
                    <a:gd name="T1" fmla="*/ 66 h 664"/>
                    <a:gd name="T2" fmla="*/ 1 w 1"/>
                    <a:gd name="T3" fmla="*/ 0 h 664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" h="664">
                      <a:moveTo>
                        <a:pt x="0" y="664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w="9525">
                  <a:solidFill>
                    <a:srgbClr val="333399"/>
                  </a:solidFill>
                  <a:round/>
                  <a:headEnd type="none" w="med" len="med"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5" name="Freeform 53">
                  <a:extLst>
                    <a:ext uri="{FF2B5EF4-FFF2-40B4-BE49-F238E27FC236}">
                      <a16:creationId xmlns:a16="http://schemas.microsoft.com/office/drawing/2014/main" id="{DE2BD490-9826-03B3-5431-79FB076B8C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4" y="2590"/>
                  <a:ext cx="434" cy="196"/>
                </a:xfrm>
                <a:custGeom>
                  <a:avLst/>
                  <a:gdLst>
                    <a:gd name="T0" fmla="*/ 434 w 434"/>
                    <a:gd name="T1" fmla="*/ 0 h 196"/>
                    <a:gd name="T2" fmla="*/ 0 w 434"/>
                    <a:gd name="T3" fmla="*/ 196 h 196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434" h="196">
                      <a:moveTo>
                        <a:pt x="434" y="0"/>
                      </a:moveTo>
                      <a:lnTo>
                        <a:pt x="0" y="196"/>
                      </a:lnTo>
                    </a:path>
                  </a:pathLst>
                </a:custGeom>
                <a:noFill/>
                <a:ln w="9525">
                  <a:solidFill>
                    <a:srgbClr val="333399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" name="Freeform 54">
                  <a:extLst>
                    <a:ext uri="{FF2B5EF4-FFF2-40B4-BE49-F238E27FC236}">
                      <a16:creationId xmlns:a16="http://schemas.microsoft.com/office/drawing/2014/main" id="{8D8D9CB8-B32B-B921-7815-24D39DBF37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17" y="2590"/>
                  <a:ext cx="432" cy="196"/>
                </a:xfrm>
                <a:custGeom>
                  <a:avLst/>
                  <a:gdLst>
                    <a:gd name="T0" fmla="*/ 0 w 432"/>
                    <a:gd name="T1" fmla="*/ 0 h 196"/>
                    <a:gd name="T2" fmla="*/ 432 w 432"/>
                    <a:gd name="T3" fmla="*/ 196 h 196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432" h="196">
                      <a:moveTo>
                        <a:pt x="0" y="0"/>
                      </a:moveTo>
                      <a:lnTo>
                        <a:pt x="432" y="196"/>
                      </a:lnTo>
                    </a:path>
                  </a:pathLst>
                </a:custGeom>
                <a:noFill/>
                <a:ln w="9525">
                  <a:solidFill>
                    <a:srgbClr val="333399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40" name="Text Box 55">
                <a:extLst>
                  <a:ext uri="{FF2B5EF4-FFF2-40B4-BE49-F238E27FC236}">
                    <a16:creationId xmlns:a16="http://schemas.microsoft.com/office/drawing/2014/main" id="{CC0AE82A-1A0B-5A30-A758-1773A4EBCB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62" y="2425"/>
                <a:ext cx="17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O</a:t>
                </a:r>
                <a:endPara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" name="Text Box 56">
                <a:extLst>
                  <a:ext uri="{FF2B5EF4-FFF2-40B4-BE49-F238E27FC236}">
                    <a16:creationId xmlns:a16="http://schemas.microsoft.com/office/drawing/2014/main" id="{EE6C564A-1F36-55F6-FC98-80EBB3DEDD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6" y="2633"/>
                <a:ext cx="17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X</a:t>
                </a:r>
                <a:endPara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" name="Text Box 57">
                <a:extLst>
                  <a:ext uri="{FF2B5EF4-FFF2-40B4-BE49-F238E27FC236}">
                    <a16:creationId xmlns:a16="http://schemas.microsoft.com/office/drawing/2014/main" id="{01FB2F15-B5D4-A7F7-64BE-82C3372C46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74" y="2636"/>
                <a:ext cx="17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Y</a:t>
                </a:r>
                <a:endPara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" name="Text Box 58">
                <a:extLst>
                  <a:ext uri="{FF2B5EF4-FFF2-40B4-BE49-F238E27FC236}">
                    <a16:creationId xmlns:a16="http://schemas.microsoft.com/office/drawing/2014/main" id="{AFB46524-E82F-F528-46C7-8730C1A9E2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50" y="2035"/>
                <a:ext cx="17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Z</a:t>
                </a:r>
                <a:endPara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0" name="Text Box 59">
              <a:extLst>
                <a:ext uri="{FF2B5EF4-FFF2-40B4-BE49-F238E27FC236}">
                  <a16:creationId xmlns:a16="http://schemas.microsoft.com/office/drawing/2014/main" id="{23B44629-4A76-E641-E8F4-CE021E47E7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4" y="992"/>
              <a:ext cx="2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O</a:t>
              </a:r>
              <a:r>
                <a:rPr kumimoji="1" lang="en-US" altLang="zh-CN" sz="20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" name="Text Box 60">
              <a:extLst>
                <a:ext uri="{FF2B5EF4-FFF2-40B4-BE49-F238E27FC236}">
                  <a16:creationId xmlns:a16="http://schemas.microsoft.com/office/drawing/2014/main" id="{AA1E9D0B-20B4-B821-0D2F-879AE6ECFD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7" y="1049"/>
              <a:ext cx="2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X</a:t>
              </a:r>
              <a:r>
                <a:rPr kumimoji="1" lang="en-US" altLang="zh-CN" sz="20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" name="Text Box 61">
              <a:extLst>
                <a:ext uri="{FF2B5EF4-FFF2-40B4-BE49-F238E27FC236}">
                  <a16:creationId xmlns:a16="http://schemas.microsoft.com/office/drawing/2014/main" id="{19D8CAE3-EEA9-2000-56A9-140DBAF44C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1" y="1052"/>
              <a:ext cx="2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Y</a:t>
              </a:r>
              <a:r>
                <a:rPr kumimoji="1" lang="en-US" altLang="zh-CN" sz="20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" name="Text Box 62">
              <a:extLst>
                <a:ext uri="{FF2B5EF4-FFF2-40B4-BE49-F238E27FC236}">
                  <a16:creationId xmlns:a16="http://schemas.microsoft.com/office/drawing/2014/main" id="{1D5E1CC0-673C-1239-1791-7C820F9369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1" y="577"/>
              <a:ext cx="2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Z</a:t>
              </a:r>
              <a:r>
                <a:rPr kumimoji="1" lang="en-US" altLang="zh-CN" sz="20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" name="Text Box 63">
              <a:extLst>
                <a:ext uri="{FF2B5EF4-FFF2-40B4-BE49-F238E27FC236}">
                  <a16:creationId xmlns:a16="http://schemas.microsoft.com/office/drawing/2014/main" id="{2DA2A472-859E-AE98-8797-12EAEC296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354"/>
              <a:ext cx="21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1" u="none" strike="noStrike" kern="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Dutch801 Rm BT" pitchFamily="18" charset="0"/>
                  <a:ea typeface="宋体" panose="02010600030101010101" pitchFamily="2" charset="-122"/>
                </a:rPr>
                <a:t>C</a:t>
              </a:r>
              <a:endParaRPr kumimoji="1" lang="en-US" altLang="zh-CN" sz="1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" name="Text Box 64">
              <a:extLst>
                <a:ext uri="{FF2B5EF4-FFF2-40B4-BE49-F238E27FC236}">
                  <a16:creationId xmlns:a16="http://schemas.microsoft.com/office/drawing/2014/main" id="{C3DCB0E9-8187-A077-9110-4AD9AA02A6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3" y="1137"/>
              <a:ext cx="28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1" u="none" strike="noStrike" kern="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Dutch801 Rm BT" pitchFamily="18" charset="0"/>
                  <a:ea typeface="宋体" panose="02010600030101010101" pitchFamily="2" charset="-122"/>
                </a:rPr>
                <a:t>A</a:t>
              </a:r>
              <a:r>
                <a:rPr kumimoji="1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1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kumimoji="1" lang="en-US" altLang="zh-CN" sz="2800" b="0" i="1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Dutch801 Rm BT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" name="Text Box 65">
              <a:extLst>
                <a:ext uri="{FF2B5EF4-FFF2-40B4-BE49-F238E27FC236}">
                  <a16:creationId xmlns:a16="http://schemas.microsoft.com/office/drawing/2014/main" id="{8F9AE8BA-6E35-9197-A061-305A26447F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7" y="1155"/>
              <a:ext cx="2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1" u="none" strike="noStrike" kern="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Dutch801 Rm BT" pitchFamily="18" charset="0"/>
                  <a:ea typeface="宋体" panose="02010600030101010101" pitchFamily="2" charset="-122"/>
                </a:rPr>
                <a:t>B</a:t>
              </a:r>
              <a:r>
                <a:rPr kumimoji="1" lang="en-US" altLang="zh-CN" sz="1800" b="1" i="0" u="none" strike="noStrike" kern="0" cap="none" spc="0" normalizeH="0" baseline="-2500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1" lang="en-US" altLang="zh-CN" sz="16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kumimoji="1" lang="en-US" altLang="zh-CN" sz="2800" b="0" i="1" u="none" strike="noStrike" kern="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Dutch801 Rm BT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8" name="Text Box 66">
              <a:extLst>
                <a:ext uri="{FF2B5EF4-FFF2-40B4-BE49-F238E27FC236}">
                  <a16:creationId xmlns:a16="http://schemas.microsoft.com/office/drawing/2014/main" id="{B1ADFF92-06B4-3061-C374-E0CCF679BD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7" y="528"/>
              <a:ext cx="29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1" u="none" strike="noStrike" kern="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Dutch801 Rm BT" pitchFamily="18" charset="0"/>
                  <a:ea typeface="宋体" panose="02010600030101010101" pitchFamily="2" charset="-122"/>
                </a:rPr>
                <a:t>C</a:t>
              </a:r>
              <a:r>
                <a:rPr kumimoji="1" lang="en-US" altLang="zh-CN" sz="1800" b="1" i="0" u="none" strike="noStrike" kern="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1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kumimoji="1" lang="en-US" altLang="zh-CN" sz="3200" b="0" i="1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Dutch801 Rm BT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69" name="Text Box 13">
            <a:extLst>
              <a:ext uri="{FF2B5EF4-FFF2-40B4-BE49-F238E27FC236}">
                <a16:creationId xmlns:a16="http://schemas.microsoft.com/office/drawing/2014/main" id="{9C913E4C-0CD1-0EB3-FBBF-6B5CC54C6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877" y="1100857"/>
            <a:ext cx="2377574" cy="497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基本投影特性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268346D5-A346-97E1-A01F-476E57109DB8}"/>
              </a:ext>
            </a:extLst>
          </p:cNvPr>
          <p:cNvGrpSpPr/>
          <p:nvPr/>
        </p:nvGrpSpPr>
        <p:grpSpPr>
          <a:xfrm>
            <a:off x="1345614" y="3422053"/>
            <a:ext cx="3296211" cy="559276"/>
            <a:chOff x="1345614" y="3422053"/>
            <a:chExt cx="3296211" cy="559276"/>
          </a:xfrm>
        </p:grpSpPr>
        <p:sp>
          <p:nvSpPr>
            <p:cNvPr id="6" name="Text Box 7" descr="信纸">
              <a:extLst>
                <a:ext uri="{FF2B5EF4-FFF2-40B4-BE49-F238E27FC236}">
                  <a16:creationId xmlns:a16="http://schemas.microsoft.com/office/drawing/2014/main" id="{05835C80-5B60-1F6A-F96D-6953E1B85C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2864" y="3538416"/>
              <a:ext cx="2638961" cy="442913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60000"/>
                  <a:lumOff val="40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平行于相应的轴测轴</a:t>
              </a:r>
            </a:p>
          </p:txBody>
        </p:sp>
        <p:sp>
          <p:nvSpPr>
            <p:cNvPr id="70" name="箭头: 圆角右 69">
              <a:extLst>
                <a:ext uri="{FF2B5EF4-FFF2-40B4-BE49-F238E27FC236}">
                  <a16:creationId xmlns:a16="http://schemas.microsoft.com/office/drawing/2014/main" id="{5CDCFA0A-AC7A-D2CD-5633-EB2E6B730DA3}"/>
                </a:ext>
              </a:extLst>
            </p:cNvPr>
            <p:cNvSpPr/>
            <p:nvPr/>
          </p:nvSpPr>
          <p:spPr>
            <a:xfrm flipV="1">
              <a:off x="1345614" y="3422053"/>
              <a:ext cx="504056" cy="497957"/>
            </a:xfrm>
            <a:prstGeom prst="bentArrow">
              <a:avLst>
                <a:gd name="adj1" fmla="val 25000"/>
                <a:gd name="adj2" fmla="val 25000"/>
                <a:gd name="adj3" fmla="val 31121"/>
                <a:gd name="adj4" fmla="val 4375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7344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8C71A-6AF7-2E43-F930-86F0E00D2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D9FA1E08-441B-13D5-3080-2BD2DAE6B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9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61980245-7051-527F-C28A-D7B985614B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93862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轴测图概述</a:t>
            </a:r>
          </a:p>
        </p:txBody>
      </p:sp>
      <p:sp>
        <p:nvSpPr>
          <p:cNvPr id="4" name="AutoShape 5" descr="信纸">
            <a:extLst>
              <a:ext uri="{FF2B5EF4-FFF2-40B4-BE49-F238E27FC236}">
                <a16:creationId xmlns:a16="http://schemas.microsoft.com/office/drawing/2014/main" id="{C21E7802-1624-82C4-09CD-36A4BECB3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202" y="2271068"/>
            <a:ext cx="1752600" cy="914400"/>
          </a:xfrm>
          <a:prstGeom prst="rightArrow">
            <a:avLst>
              <a:gd name="adj1" fmla="val 50000"/>
              <a:gd name="adj2" fmla="val 47917"/>
            </a:avLst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None/>
            </a:pPr>
            <a:r>
              <a:rPr kumimoji="1" lang="en-US" altLang="zh-CN" sz="2400" kern="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kumimoji="1" lang="zh-CN" altLang="en-US" sz="2400" kern="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正轴测图</a:t>
            </a:r>
          </a:p>
        </p:txBody>
      </p:sp>
      <p:sp>
        <p:nvSpPr>
          <p:cNvPr id="5" name="Rectangle 6" descr="信纸">
            <a:extLst>
              <a:ext uri="{FF2B5EF4-FFF2-40B4-BE49-F238E27FC236}">
                <a16:creationId xmlns:a16="http://schemas.microsoft.com/office/drawing/2014/main" id="{56A60352-ECA1-A3F1-13CF-1DBE4A4C1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2790" y="1893643"/>
            <a:ext cx="3147015" cy="15353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正等轴测图 </a:t>
            </a:r>
            <a:r>
              <a:rPr kumimoji="1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p = q = r</a:t>
            </a:r>
          </a:p>
          <a:p>
            <a:pPr marL="0" marR="0" lvl="0" indent="0" defTabSz="91440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正二轴测图 </a:t>
            </a:r>
            <a:r>
              <a:rPr kumimoji="1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p = r </a:t>
            </a:r>
            <a:r>
              <a:rPr kumimoji="1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 q</a:t>
            </a:r>
          </a:p>
          <a:p>
            <a:pPr marL="0" marR="0" lvl="0" indent="0" defTabSz="91440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正三轴测图 </a:t>
            </a:r>
            <a:r>
              <a:rPr kumimoji="1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p  q  r</a:t>
            </a:r>
          </a:p>
        </p:txBody>
      </p:sp>
      <p:sp>
        <p:nvSpPr>
          <p:cNvPr id="6" name="AutoShape 7" descr="信纸">
            <a:extLst>
              <a:ext uri="{FF2B5EF4-FFF2-40B4-BE49-F238E27FC236}">
                <a16:creationId xmlns:a16="http://schemas.microsoft.com/office/drawing/2014/main" id="{75B52A1D-4347-7441-AE9A-E38765762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202" y="4202651"/>
            <a:ext cx="1828800" cy="990600"/>
          </a:xfrm>
          <a:prstGeom prst="rightArrow">
            <a:avLst>
              <a:gd name="adj1" fmla="val 50000"/>
              <a:gd name="adj2" fmla="val 46154"/>
            </a:avLst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斜轴测图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79CE6CA-5CA0-13B7-3565-01BB08908198}"/>
              </a:ext>
            </a:extLst>
          </p:cNvPr>
          <p:cNvGrpSpPr/>
          <p:nvPr/>
        </p:nvGrpSpPr>
        <p:grpSpPr>
          <a:xfrm>
            <a:off x="6578426" y="1438119"/>
            <a:ext cx="1719263" cy="2030951"/>
            <a:chOff x="6578426" y="1438119"/>
            <a:chExt cx="1719263" cy="2030951"/>
          </a:xfrm>
        </p:grpSpPr>
        <p:sp>
          <p:nvSpPr>
            <p:cNvPr id="7" name="Rectangle 12" descr="紫色网格">
              <a:extLst>
                <a:ext uri="{FF2B5EF4-FFF2-40B4-BE49-F238E27FC236}">
                  <a16:creationId xmlns:a16="http://schemas.microsoft.com/office/drawing/2014/main" id="{C25BC140-DA6A-7333-C7F2-255E1B2FCA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04523" y="3068960"/>
              <a:ext cx="146706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1" lang="zh-CN" altLang="en-US" sz="20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正等轴测图</a:t>
              </a:r>
            </a:p>
          </p:txBody>
        </p:sp>
        <p:grpSp>
          <p:nvGrpSpPr>
            <p:cNvPr id="9" name="Group 19">
              <a:extLst>
                <a:ext uri="{FF2B5EF4-FFF2-40B4-BE49-F238E27FC236}">
                  <a16:creationId xmlns:a16="http://schemas.microsoft.com/office/drawing/2014/main" id="{836B37AD-93EE-28F4-5AA8-2B1D118965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78426" y="1438119"/>
              <a:ext cx="1719263" cy="1554163"/>
              <a:chOff x="625" y="2645"/>
              <a:chExt cx="1269" cy="1147"/>
            </a:xfrm>
          </p:grpSpPr>
          <p:sp>
            <p:nvSpPr>
              <p:cNvPr id="10" name="Line 20">
                <a:extLst>
                  <a:ext uri="{FF2B5EF4-FFF2-40B4-BE49-F238E27FC236}">
                    <a16:creationId xmlns:a16="http://schemas.microsoft.com/office/drawing/2014/main" id="{4A63E0FB-FE69-26CE-31BA-0C3A21F7CC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5" y="3649"/>
                <a:ext cx="211" cy="13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2" name="Line 21">
                <a:extLst>
                  <a:ext uri="{FF2B5EF4-FFF2-40B4-BE49-F238E27FC236}">
                    <a16:creationId xmlns:a16="http://schemas.microsoft.com/office/drawing/2014/main" id="{A30D534E-F803-2B3F-BD63-0336AAA672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32" y="3637"/>
                <a:ext cx="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3" name="Line 22">
                <a:extLst>
                  <a:ext uri="{FF2B5EF4-FFF2-40B4-BE49-F238E27FC236}">
                    <a16:creationId xmlns:a16="http://schemas.microsoft.com/office/drawing/2014/main" id="{A9C01EAF-52CB-ED88-C44E-C7E30E2599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42" y="3305"/>
                <a:ext cx="552" cy="31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4" name="Line 23">
                <a:extLst>
                  <a:ext uri="{FF2B5EF4-FFF2-40B4-BE49-F238E27FC236}">
                    <a16:creationId xmlns:a16="http://schemas.microsoft.com/office/drawing/2014/main" id="{BF2A56AC-3257-E794-860C-88F6D4E35B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98" y="3141"/>
                <a:ext cx="291" cy="16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5" name="Line 24">
                <a:extLst>
                  <a:ext uri="{FF2B5EF4-FFF2-40B4-BE49-F238E27FC236}">
                    <a16:creationId xmlns:a16="http://schemas.microsoft.com/office/drawing/2014/main" id="{419E814C-FDCE-6D8B-00C7-8AAB15E150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13" y="3151"/>
                <a:ext cx="494" cy="28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6" name="Line 25">
                <a:extLst>
                  <a:ext uri="{FF2B5EF4-FFF2-40B4-BE49-F238E27FC236}">
                    <a16:creationId xmlns:a16="http://schemas.microsoft.com/office/drawing/2014/main" id="{9EF5A674-1D5B-8799-783D-8838032594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74" y="2645"/>
                <a:ext cx="168" cy="10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7" name="Line 26">
                <a:extLst>
                  <a:ext uri="{FF2B5EF4-FFF2-40B4-BE49-F238E27FC236}">
                    <a16:creationId xmlns:a16="http://schemas.microsoft.com/office/drawing/2014/main" id="{8C1158EE-87A4-6B6E-4176-8EE9FE7067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8" y="3018"/>
                <a:ext cx="0" cy="43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8" name="Line 27">
                <a:extLst>
                  <a:ext uri="{FF2B5EF4-FFF2-40B4-BE49-F238E27FC236}">
                    <a16:creationId xmlns:a16="http://schemas.microsoft.com/office/drawing/2014/main" id="{2AFCDC87-44FF-F53A-444A-70FDF7863B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28" y="2928"/>
                <a:ext cx="188" cy="10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9" name="Line 28">
                <a:extLst>
                  <a:ext uri="{FF2B5EF4-FFF2-40B4-BE49-F238E27FC236}">
                    <a16:creationId xmlns:a16="http://schemas.microsoft.com/office/drawing/2014/main" id="{0C610B50-3348-DE29-D666-7DD4D1F060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19" y="2906"/>
                <a:ext cx="67" cy="4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20" name="Line 29">
                <a:extLst>
                  <a:ext uri="{FF2B5EF4-FFF2-40B4-BE49-F238E27FC236}">
                    <a16:creationId xmlns:a16="http://schemas.microsoft.com/office/drawing/2014/main" id="{FD554C07-3D24-AEE7-A177-DAD9ABFFFE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33" y="3494"/>
                <a:ext cx="0" cy="16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21" name="Line 30">
                <a:extLst>
                  <a:ext uri="{FF2B5EF4-FFF2-40B4-BE49-F238E27FC236}">
                    <a16:creationId xmlns:a16="http://schemas.microsoft.com/office/drawing/2014/main" id="{3D231912-D16A-CDE5-2D45-9C2F3D7340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84" y="3296"/>
                <a:ext cx="0" cy="18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22" name="Line 31">
                <a:extLst>
                  <a:ext uri="{FF2B5EF4-FFF2-40B4-BE49-F238E27FC236}">
                    <a16:creationId xmlns:a16="http://schemas.microsoft.com/office/drawing/2014/main" id="{3FB0EDB4-F9BB-2E39-9A73-87F470A28C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56" y="3471"/>
                <a:ext cx="532" cy="30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23" name="Line 32">
                <a:extLst>
                  <a:ext uri="{FF2B5EF4-FFF2-40B4-BE49-F238E27FC236}">
                    <a16:creationId xmlns:a16="http://schemas.microsoft.com/office/drawing/2014/main" id="{CD52493F-CC57-75B8-AE37-ED51231C19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5" y="3493"/>
                <a:ext cx="211" cy="13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24" name="Line 33">
                <a:extLst>
                  <a:ext uri="{FF2B5EF4-FFF2-40B4-BE49-F238E27FC236}">
                    <a16:creationId xmlns:a16="http://schemas.microsoft.com/office/drawing/2014/main" id="{038BB6D0-271E-9561-BF62-1ABDAF5F97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1" y="3620"/>
                <a:ext cx="52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25" name="Line 34">
                <a:extLst>
                  <a:ext uri="{FF2B5EF4-FFF2-40B4-BE49-F238E27FC236}">
                    <a16:creationId xmlns:a16="http://schemas.microsoft.com/office/drawing/2014/main" id="{5836F431-DFA7-3D49-76A2-F87E18D7FD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32" y="2647"/>
                <a:ext cx="188" cy="10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26" name="Line 35">
                <a:extLst>
                  <a:ext uri="{FF2B5EF4-FFF2-40B4-BE49-F238E27FC236}">
                    <a16:creationId xmlns:a16="http://schemas.microsoft.com/office/drawing/2014/main" id="{C697D0AA-54BD-551C-86F7-E53A2977E5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82" y="2742"/>
                <a:ext cx="188" cy="10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27" name="Line 36">
                <a:extLst>
                  <a:ext uri="{FF2B5EF4-FFF2-40B4-BE49-F238E27FC236}">
                    <a16:creationId xmlns:a16="http://schemas.microsoft.com/office/drawing/2014/main" id="{0D943E4A-46D7-5FF8-8723-F07DA2CD95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75" y="2839"/>
                <a:ext cx="188" cy="10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28" name="Line 37">
                <a:extLst>
                  <a:ext uri="{FF2B5EF4-FFF2-40B4-BE49-F238E27FC236}">
                    <a16:creationId xmlns:a16="http://schemas.microsoft.com/office/drawing/2014/main" id="{5C0DB2CB-DA67-4146-7972-38E5D88BDF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23" y="3327"/>
                <a:ext cx="188" cy="10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29" name="Line 38">
                <a:extLst>
                  <a:ext uri="{FF2B5EF4-FFF2-40B4-BE49-F238E27FC236}">
                    <a16:creationId xmlns:a16="http://schemas.microsoft.com/office/drawing/2014/main" id="{BE4BB9E3-1B77-FD38-EC2F-A1E9828014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47" y="3330"/>
                <a:ext cx="288" cy="16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30" name="Line 39">
                <a:extLst>
                  <a:ext uri="{FF2B5EF4-FFF2-40B4-BE49-F238E27FC236}">
                    <a16:creationId xmlns:a16="http://schemas.microsoft.com/office/drawing/2014/main" id="{3913C1C3-6FDE-773E-E714-925CEFDDA4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09" y="2746"/>
                <a:ext cx="0" cy="41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31" name="Line 40">
                <a:extLst>
                  <a:ext uri="{FF2B5EF4-FFF2-40B4-BE49-F238E27FC236}">
                    <a16:creationId xmlns:a16="http://schemas.microsoft.com/office/drawing/2014/main" id="{57D9AB83-F1D5-A499-CB5F-33C26B17DD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29" y="2922"/>
                <a:ext cx="0" cy="41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32" name="Line 41">
                <a:extLst>
                  <a:ext uri="{FF2B5EF4-FFF2-40B4-BE49-F238E27FC236}">
                    <a16:creationId xmlns:a16="http://schemas.microsoft.com/office/drawing/2014/main" id="{E837E44A-1683-D6B6-4030-2266FA6D04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0" y="2752"/>
                <a:ext cx="161" cy="9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33" name="Line 42">
                <a:extLst>
                  <a:ext uri="{FF2B5EF4-FFF2-40B4-BE49-F238E27FC236}">
                    <a16:creationId xmlns:a16="http://schemas.microsoft.com/office/drawing/2014/main" id="{2B7983F6-39E6-97A2-81B7-E64F7A8C5A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98" y="2946"/>
                <a:ext cx="161" cy="9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34" name="Line 43">
                <a:extLst>
                  <a:ext uri="{FF2B5EF4-FFF2-40B4-BE49-F238E27FC236}">
                    <a16:creationId xmlns:a16="http://schemas.microsoft.com/office/drawing/2014/main" id="{710E1A6B-2CF5-074A-AF8D-81B1A5E51F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18" y="2838"/>
                <a:ext cx="165" cy="9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35" name="Line 44">
                <a:extLst>
                  <a:ext uri="{FF2B5EF4-FFF2-40B4-BE49-F238E27FC236}">
                    <a16:creationId xmlns:a16="http://schemas.microsoft.com/office/drawing/2014/main" id="{26DD1E38-F5CB-7104-8D95-E076C3EA72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48" y="3009"/>
                <a:ext cx="197" cy="12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36" name="Line 45">
                <a:extLst>
                  <a:ext uri="{FF2B5EF4-FFF2-40B4-BE49-F238E27FC236}">
                    <a16:creationId xmlns:a16="http://schemas.microsoft.com/office/drawing/2014/main" id="{9A9083A5-4662-7958-A821-5FF1D331C6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77" y="2731"/>
                <a:ext cx="0" cy="18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38" name="Line 46">
                <a:extLst>
                  <a:ext uri="{FF2B5EF4-FFF2-40B4-BE49-F238E27FC236}">
                    <a16:creationId xmlns:a16="http://schemas.microsoft.com/office/drawing/2014/main" id="{4B45DF94-E7C9-FA6E-7DFD-6F32AA4C3D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58" y="2947"/>
                <a:ext cx="0" cy="19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39" name="Line 47">
                <a:extLst>
                  <a:ext uri="{FF2B5EF4-FFF2-40B4-BE49-F238E27FC236}">
                    <a16:creationId xmlns:a16="http://schemas.microsoft.com/office/drawing/2014/main" id="{5A5A9F76-C51F-500F-7135-45B22CC9B9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68" y="2896"/>
                <a:ext cx="188" cy="10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40" name="Line 48">
                <a:extLst>
                  <a:ext uri="{FF2B5EF4-FFF2-40B4-BE49-F238E27FC236}">
                    <a16:creationId xmlns:a16="http://schemas.microsoft.com/office/drawing/2014/main" id="{4161B158-0F49-EC33-0CD0-336A0E44CA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30" y="3779"/>
                <a:ext cx="52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41" name="Line 49">
                <a:extLst>
                  <a:ext uri="{FF2B5EF4-FFF2-40B4-BE49-F238E27FC236}">
                    <a16:creationId xmlns:a16="http://schemas.microsoft.com/office/drawing/2014/main" id="{313E8976-491F-15DC-EE4B-1F82C6DFB0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49" y="2838"/>
                <a:ext cx="0" cy="18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42" name="Line 50">
                <a:extLst>
                  <a:ext uri="{FF2B5EF4-FFF2-40B4-BE49-F238E27FC236}">
                    <a16:creationId xmlns:a16="http://schemas.microsoft.com/office/drawing/2014/main" id="{E3285F77-D61A-42FF-9E60-F3B5EEC3CC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7" y="3612"/>
                <a:ext cx="0" cy="18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43" name="Line 51">
                <a:extLst>
                  <a:ext uri="{FF2B5EF4-FFF2-40B4-BE49-F238E27FC236}">
                    <a16:creationId xmlns:a16="http://schemas.microsoft.com/office/drawing/2014/main" id="{21F95395-F056-8D71-9D7A-ABEBF5806B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5" y="3612"/>
                <a:ext cx="0" cy="16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E7FE4483-2321-3F83-ED1A-D40E322FB796}"/>
              </a:ext>
            </a:extLst>
          </p:cNvPr>
          <p:cNvGrpSpPr/>
          <p:nvPr/>
        </p:nvGrpSpPr>
        <p:grpSpPr>
          <a:xfrm>
            <a:off x="6544395" y="3961733"/>
            <a:ext cx="1787325" cy="1664976"/>
            <a:chOff x="6544395" y="3961733"/>
            <a:chExt cx="1787325" cy="1664976"/>
          </a:xfrm>
        </p:grpSpPr>
        <p:sp>
          <p:nvSpPr>
            <p:cNvPr id="8" name="Rectangle 13" descr="紫色网格">
              <a:extLst>
                <a:ext uri="{FF2B5EF4-FFF2-40B4-BE49-F238E27FC236}">
                  <a16:creationId xmlns:a16="http://schemas.microsoft.com/office/drawing/2014/main" id="{B5580B26-4A3B-8A35-1EBB-6D7F209166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04523" y="5226599"/>
              <a:ext cx="146706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1" lang="zh-CN" altLang="en-US" sz="20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斜二轴测图</a:t>
              </a:r>
            </a:p>
          </p:txBody>
        </p:sp>
        <p:grpSp>
          <p:nvGrpSpPr>
            <p:cNvPr id="44" name="Group 52">
              <a:extLst>
                <a:ext uri="{FF2B5EF4-FFF2-40B4-BE49-F238E27FC236}">
                  <a16:creationId xmlns:a16="http://schemas.microsoft.com/office/drawing/2014/main" id="{2BD05E9B-4C7D-7036-1A6C-0587D49A21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44395" y="3961733"/>
              <a:ext cx="1787325" cy="1219403"/>
              <a:chOff x="3139" y="3007"/>
              <a:chExt cx="1203" cy="819"/>
            </a:xfrm>
          </p:grpSpPr>
          <p:sp>
            <p:nvSpPr>
              <p:cNvPr id="45" name="Line 53">
                <a:extLst>
                  <a:ext uri="{FF2B5EF4-FFF2-40B4-BE49-F238E27FC236}">
                    <a16:creationId xmlns:a16="http://schemas.microsoft.com/office/drawing/2014/main" id="{A79788DF-2F2B-583C-ACCD-3B7AC3001E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94" y="3655"/>
                <a:ext cx="734" cy="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46" name="Line 54">
                <a:extLst>
                  <a:ext uri="{FF2B5EF4-FFF2-40B4-BE49-F238E27FC236}">
                    <a16:creationId xmlns:a16="http://schemas.microsoft.com/office/drawing/2014/main" id="{3854EFD9-E967-85A7-878C-DD75BA17D3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9" y="3454"/>
                <a:ext cx="39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47" name="Line 55">
                <a:extLst>
                  <a:ext uri="{FF2B5EF4-FFF2-40B4-BE49-F238E27FC236}">
                    <a16:creationId xmlns:a16="http://schemas.microsoft.com/office/drawing/2014/main" id="{43142D50-99B0-8496-43AA-48EC81D03F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14" y="3543"/>
                <a:ext cx="62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48" name="Line 56">
                <a:extLst>
                  <a:ext uri="{FF2B5EF4-FFF2-40B4-BE49-F238E27FC236}">
                    <a16:creationId xmlns:a16="http://schemas.microsoft.com/office/drawing/2014/main" id="{7D72FE7B-2E8D-D4DD-08A3-CDDD408B25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38" y="3014"/>
                <a:ext cx="19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49" name="Line 57">
                <a:extLst>
                  <a:ext uri="{FF2B5EF4-FFF2-40B4-BE49-F238E27FC236}">
                    <a16:creationId xmlns:a16="http://schemas.microsoft.com/office/drawing/2014/main" id="{0277E409-0821-9395-95FA-495852D64B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5" y="3110"/>
                <a:ext cx="0" cy="19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50" name="Line 58">
                <a:extLst>
                  <a:ext uri="{FF2B5EF4-FFF2-40B4-BE49-F238E27FC236}">
                    <a16:creationId xmlns:a16="http://schemas.microsoft.com/office/drawing/2014/main" id="{A24EF42C-F296-0531-1A34-9F1D9EE127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3" y="3646"/>
                <a:ext cx="0" cy="17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51" name="Line 59">
                <a:extLst>
                  <a:ext uri="{FF2B5EF4-FFF2-40B4-BE49-F238E27FC236}">
                    <a16:creationId xmlns:a16="http://schemas.microsoft.com/office/drawing/2014/main" id="{3E89CE7E-4364-D8DF-B6C7-4768BD2172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90" y="3825"/>
                <a:ext cx="75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52" name="Line 60">
                <a:extLst>
                  <a:ext uri="{FF2B5EF4-FFF2-40B4-BE49-F238E27FC236}">
                    <a16:creationId xmlns:a16="http://schemas.microsoft.com/office/drawing/2014/main" id="{F59FDA3C-8759-419A-4610-2017C121FB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50" y="3555"/>
                <a:ext cx="0" cy="17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53" name="Line 61">
                <a:extLst>
                  <a:ext uri="{FF2B5EF4-FFF2-40B4-BE49-F238E27FC236}">
                    <a16:creationId xmlns:a16="http://schemas.microsoft.com/office/drawing/2014/main" id="{3F4F0DDE-F49E-C76E-7A09-1DFD422A13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46" y="3454"/>
                <a:ext cx="0" cy="17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54" name="Line 62">
                <a:extLst>
                  <a:ext uri="{FF2B5EF4-FFF2-40B4-BE49-F238E27FC236}">
                    <a16:creationId xmlns:a16="http://schemas.microsoft.com/office/drawing/2014/main" id="{55D42880-4E10-E070-070C-B881F6F05D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139" y="3610"/>
                <a:ext cx="102" cy="10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55" name="Line 63">
                <a:extLst>
                  <a:ext uri="{FF2B5EF4-FFF2-40B4-BE49-F238E27FC236}">
                    <a16:creationId xmlns:a16="http://schemas.microsoft.com/office/drawing/2014/main" id="{A6752961-B632-EBA0-4A85-6A9F6C4AE6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1" y="3555"/>
                <a:ext cx="362" cy="10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56" name="Line 64">
                <a:extLst>
                  <a:ext uri="{FF2B5EF4-FFF2-40B4-BE49-F238E27FC236}">
                    <a16:creationId xmlns:a16="http://schemas.microsoft.com/office/drawing/2014/main" id="{D5378750-416E-1ED0-141C-86843498DB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2" y="3710"/>
                <a:ext cx="381" cy="11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57" name="Line 65">
                <a:extLst>
                  <a:ext uri="{FF2B5EF4-FFF2-40B4-BE49-F238E27FC236}">
                    <a16:creationId xmlns:a16="http://schemas.microsoft.com/office/drawing/2014/main" id="{998662A5-6983-BBF2-A17F-16506C9ED5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31" y="3096"/>
                <a:ext cx="0" cy="44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58" name="Line 66">
                <a:extLst>
                  <a:ext uri="{FF2B5EF4-FFF2-40B4-BE49-F238E27FC236}">
                    <a16:creationId xmlns:a16="http://schemas.microsoft.com/office/drawing/2014/main" id="{4AE87212-4FED-64FF-239E-B1307BB9CB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22" y="3106"/>
                <a:ext cx="195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59" name="Line 67">
                <a:extLst>
                  <a:ext uri="{FF2B5EF4-FFF2-40B4-BE49-F238E27FC236}">
                    <a16:creationId xmlns:a16="http://schemas.microsoft.com/office/drawing/2014/main" id="{7F54B464-4397-8720-25F2-A5BB112E5B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38" y="3106"/>
                <a:ext cx="195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60" name="Line 68">
                <a:extLst>
                  <a:ext uri="{FF2B5EF4-FFF2-40B4-BE49-F238E27FC236}">
                    <a16:creationId xmlns:a16="http://schemas.microsoft.com/office/drawing/2014/main" id="{FE44016A-AEE7-0E96-0F23-AA4431C237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47" y="3023"/>
                <a:ext cx="195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61" name="Line 69">
                <a:extLst>
                  <a:ext uri="{FF2B5EF4-FFF2-40B4-BE49-F238E27FC236}">
                    <a16:creationId xmlns:a16="http://schemas.microsoft.com/office/drawing/2014/main" id="{4E2C0657-9B30-C875-C419-64D4537BD4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54" y="3024"/>
                <a:ext cx="0" cy="19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62" name="Line 70">
                <a:extLst>
                  <a:ext uri="{FF2B5EF4-FFF2-40B4-BE49-F238E27FC236}">
                    <a16:creationId xmlns:a16="http://schemas.microsoft.com/office/drawing/2014/main" id="{B24238D1-BB78-C495-AEF0-7CEA966CD0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7" y="3289"/>
                <a:ext cx="21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63" name="Line 71">
                <a:extLst>
                  <a:ext uri="{FF2B5EF4-FFF2-40B4-BE49-F238E27FC236}">
                    <a16:creationId xmlns:a16="http://schemas.microsoft.com/office/drawing/2014/main" id="{C2DD784D-C8A9-50B9-DD02-A8BB600927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08" y="3206"/>
                <a:ext cx="14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64" name="Line 72">
                <a:extLst>
                  <a:ext uri="{FF2B5EF4-FFF2-40B4-BE49-F238E27FC236}">
                    <a16:creationId xmlns:a16="http://schemas.microsoft.com/office/drawing/2014/main" id="{7068DA03-F592-03C3-1942-DDDB799BBF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34" y="3007"/>
                <a:ext cx="0" cy="44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65" name="Line 73">
                <a:extLst>
                  <a:ext uri="{FF2B5EF4-FFF2-40B4-BE49-F238E27FC236}">
                    <a16:creationId xmlns:a16="http://schemas.microsoft.com/office/drawing/2014/main" id="{CABAECD5-1303-09CE-8A3D-95370AB790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26" y="3096"/>
                <a:ext cx="0" cy="44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66" name="Line 74">
                <a:extLst>
                  <a:ext uri="{FF2B5EF4-FFF2-40B4-BE49-F238E27FC236}">
                    <a16:creationId xmlns:a16="http://schemas.microsoft.com/office/drawing/2014/main" id="{D73D6877-48BB-1E12-1C1D-15779D41F8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16" y="3009"/>
                <a:ext cx="105" cy="10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67" name="Line 75">
                <a:extLst>
                  <a:ext uri="{FF2B5EF4-FFF2-40B4-BE49-F238E27FC236}">
                    <a16:creationId xmlns:a16="http://schemas.microsoft.com/office/drawing/2014/main" id="{F0E4782A-D16E-4A1A-0A41-56FF1B066C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47" y="3194"/>
                <a:ext cx="97" cy="9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68" name="Line 76">
                <a:extLst>
                  <a:ext uri="{FF2B5EF4-FFF2-40B4-BE49-F238E27FC236}">
                    <a16:creationId xmlns:a16="http://schemas.microsoft.com/office/drawing/2014/main" id="{106C543C-5F9D-4FD8-DED9-90168C0000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1" y="3538"/>
                <a:ext cx="116" cy="10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69" name="Line 77">
                <a:extLst>
                  <a:ext uri="{FF2B5EF4-FFF2-40B4-BE49-F238E27FC236}">
                    <a16:creationId xmlns:a16="http://schemas.microsoft.com/office/drawing/2014/main" id="{07C04935-8956-AFBE-3E67-1D592BC8E6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158" y="3463"/>
                <a:ext cx="102" cy="10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70" name="Line 78">
                <a:extLst>
                  <a:ext uri="{FF2B5EF4-FFF2-40B4-BE49-F238E27FC236}">
                    <a16:creationId xmlns:a16="http://schemas.microsoft.com/office/drawing/2014/main" id="{559243D4-1AB6-4347-5C23-CA6D29D0FD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8" y="3646"/>
                <a:ext cx="0" cy="17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71" name="Line 79">
                <a:extLst>
                  <a:ext uri="{FF2B5EF4-FFF2-40B4-BE49-F238E27FC236}">
                    <a16:creationId xmlns:a16="http://schemas.microsoft.com/office/drawing/2014/main" id="{556FB237-5928-E118-40C3-396C71FA57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40" y="3112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72" name="Line 80">
                <a:extLst>
                  <a:ext uri="{FF2B5EF4-FFF2-40B4-BE49-F238E27FC236}">
                    <a16:creationId xmlns:a16="http://schemas.microsoft.com/office/drawing/2014/main" id="{FC614998-647E-37C6-EED3-F889A3DB86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44" y="3024"/>
                <a:ext cx="96" cy="9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73" name="Line 81">
                <a:extLst>
                  <a:ext uri="{FF2B5EF4-FFF2-40B4-BE49-F238E27FC236}">
                    <a16:creationId xmlns:a16="http://schemas.microsoft.com/office/drawing/2014/main" id="{4D7B0DFE-1945-B8D3-ABDA-EB37C327E7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52" y="3024"/>
                <a:ext cx="96" cy="9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74" name="Line 82">
                <a:extLst>
                  <a:ext uri="{FF2B5EF4-FFF2-40B4-BE49-F238E27FC236}">
                    <a16:creationId xmlns:a16="http://schemas.microsoft.com/office/drawing/2014/main" id="{F28469C3-2BB8-0652-9A13-6441FE140F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8" y="3440"/>
                <a:ext cx="104" cy="10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75" name="Line 83">
                <a:extLst>
                  <a:ext uri="{FF2B5EF4-FFF2-40B4-BE49-F238E27FC236}">
                    <a16:creationId xmlns:a16="http://schemas.microsoft.com/office/drawing/2014/main" id="{8E224591-3C02-5276-18A2-9CEA98968F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44" y="3016"/>
                <a:ext cx="88" cy="8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76" name="Rectangle 6" descr="信纸">
            <a:extLst>
              <a:ext uri="{FF2B5EF4-FFF2-40B4-BE49-F238E27FC236}">
                <a16:creationId xmlns:a16="http://schemas.microsoft.com/office/drawing/2014/main" id="{A890E86D-9D95-06A8-FAB3-4109C67CF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2790" y="3972155"/>
            <a:ext cx="3147015" cy="15353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斜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等轴测图 </a:t>
            </a:r>
            <a:r>
              <a:rPr kumimoji="1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p = q = r</a:t>
            </a:r>
          </a:p>
          <a:p>
            <a:pPr marL="0" marR="0" lvl="0" indent="0" defTabSz="91440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斜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二轴测图 </a:t>
            </a:r>
            <a:r>
              <a:rPr kumimoji="1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p = r </a:t>
            </a:r>
            <a:r>
              <a:rPr kumimoji="1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 q</a:t>
            </a:r>
          </a:p>
          <a:p>
            <a:pPr marL="0" marR="0" lvl="0" indent="0" defTabSz="914400" eaLnBrk="1" fontAlgn="base" latinLnBrk="0" hangingPunct="1">
              <a:lnSpc>
                <a:spcPct val="13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斜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三轴测图 </a:t>
            </a:r>
            <a:r>
              <a:rPr kumimoji="1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p  q  r</a:t>
            </a:r>
          </a:p>
        </p:txBody>
      </p:sp>
      <p:sp>
        <p:nvSpPr>
          <p:cNvPr id="78" name="Text Box 13">
            <a:extLst>
              <a:ext uri="{FF2B5EF4-FFF2-40B4-BE49-F238E27FC236}">
                <a16:creationId xmlns:a16="http://schemas.microsoft.com/office/drawing/2014/main" id="{7077AA04-AC8A-D73C-C271-5889DABDC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877" y="1100857"/>
            <a:ext cx="2377574" cy="497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轴测图的分类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9763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  <p:bldP spid="7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AF397-72C5-14BC-7728-753C1C65D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D89E6E-7AFD-4E9D-6DEB-4A28D3238C0A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415000" y="2727900"/>
            <a:ext cx="4314002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</a:t>
            </a:r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正等轴测图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435093-475D-EC90-9C62-F2E5BFED5D3F}"/>
              </a:ext>
            </a:extLst>
          </p:cNvPr>
          <p:cNvSpPr/>
          <p:nvPr/>
        </p:nvSpPr>
        <p:spPr>
          <a:xfrm>
            <a:off x="2237300" y="1136814"/>
            <a:ext cx="4187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A50021"/>
                </a:solidFill>
                <a:latin typeface="华文新魏" pitchFamily="2" charset="-122"/>
                <a:ea typeface="华文新魏" pitchFamily="2" charset="-122"/>
              </a:rPr>
              <a:t>6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557545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0F700-E1A7-D1C8-F5F5-A2A0657BA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47BBB928-B720-BFB6-1AA5-8EA00857F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11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EA9EC853-F99D-7C3B-5F48-A303ECB68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93862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正等轴测图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6B4A1577-D971-0E0A-89AA-3278CAAF9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92" y="1844824"/>
            <a:ext cx="4674618" cy="1542857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lvl="0">
              <a:lnSpc>
                <a:spcPct val="150000"/>
              </a:lnSpc>
              <a:defRPr/>
            </a:pP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轴间角：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120°</a:t>
            </a:r>
            <a:endParaRPr lang="en-US" altLang="zh-CN" sz="2200" dirty="0">
              <a:solidFill>
                <a:prstClr val="black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轴向伸缩系数：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 = q = r = 0.82</a:t>
            </a:r>
          </a:p>
          <a:p>
            <a:pPr lvl="0">
              <a:lnSpc>
                <a:spcPct val="150000"/>
              </a:lnSpc>
              <a:defRPr/>
            </a:pP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简化轴向伸缩系数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p = q = r = 1</a:t>
            </a:r>
          </a:p>
        </p:txBody>
      </p:sp>
      <p:grpSp>
        <p:nvGrpSpPr>
          <p:cNvPr id="3" name="Group 5">
            <a:extLst>
              <a:ext uri="{FF2B5EF4-FFF2-40B4-BE49-F238E27FC236}">
                <a16:creationId xmlns:a16="http://schemas.microsoft.com/office/drawing/2014/main" id="{E299128B-6186-42A2-C7C1-2024800525DA}"/>
              </a:ext>
            </a:extLst>
          </p:cNvPr>
          <p:cNvGrpSpPr>
            <a:grpSpLocks/>
          </p:cNvGrpSpPr>
          <p:nvPr/>
        </p:nvGrpSpPr>
        <p:grpSpPr bwMode="auto">
          <a:xfrm>
            <a:off x="4355976" y="3284984"/>
            <a:ext cx="3695700" cy="2432050"/>
            <a:chOff x="1506" y="2289"/>
            <a:chExt cx="2328" cy="1532"/>
          </a:xfrm>
        </p:grpSpPr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BC7AEB65-9441-16C8-623A-F9901934D9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06" y="2289"/>
              <a:ext cx="2328" cy="1532"/>
              <a:chOff x="1506" y="2245"/>
              <a:chExt cx="2328" cy="1532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713CA5AC-A916-6356-E404-8B75B5AB089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4" y="2352"/>
                <a:ext cx="1775" cy="1368"/>
                <a:chOff x="1774" y="2352"/>
                <a:chExt cx="1775" cy="1368"/>
              </a:xfrm>
            </p:grpSpPr>
            <p:sp>
              <p:nvSpPr>
                <p:cNvPr id="21" name="Line 8">
                  <a:extLst>
                    <a:ext uri="{FF2B5EF4-FFF2-40B4-BE49-F238E27FC236}">
                      <a16:creationId xmlns:a16="http://schemas.microsoft.com/office/drawing/2014/main" id="{FE2E83D1-C740-D84C-1988-6805FDF989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74" y="3196"/>
                  <a:ext cx="904" cy="52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" name="Line 9">
                  <a:extLst>
                    <a:ext uri="{FF2B5EF4-FFF2-40B4-BE49-F238E27FC236}">
                      <a16:creationId xmlns:a16="http://schemas.microsoft.com/office/drawing/2014/main" id="{ED815213-5ED7-7219-CA14-F5A2CFCE56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78" y="3200"/>
                  <a:ext cx="871" cy="52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" name="Line 10">
                  <a:extLst>
                    <a:ext uri="{FF2B5EF4-FFF2-40B4-BE49-F238E27FC236}">
                      <a16:creationId xmlns:a16="http://schemas.microsoft.com/office/drawing/2014/main" id="{0E791455-0578-16F5-15C8-468CC5D72E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676" y="2352"/>
                  <a:ext cx="0" cy="84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9" name="Text Box 11">
                <a:extLst>
                  <a:ext uri="{FF2B5EF4-FFF2-40B4-BE49-F238E27FC236}">
                    <a16:creationId xmlns:a16="http://schemas.microsoft.com/office/drawing/2014/main" id="{C7818652-B428-4C5E-7659-82FB9190F0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6" y="2245"/>
                <a:ext cx="35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Z</a:t>
                </a:r>
                <a:r>
                  <a:rPr lang="en-US" altLang="zh-CN" sz="18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1 </a:t>
                </a:r>
                <a:endParaRPr lang="en-US" altLang="zh-CN" sz="2400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" name="Text Box 12">
                <a:extLst>
                  <a:ext uri="{FF2B5EF4-FFF2-40B4-BE49-F238E27FC236}">
                    <a16:creationId xmlns:a16="http://schemas.microsoft.com/office/drawing/2014/main" id="{7C974AB7-5E68-BE9A-9858-D2B9ADB10B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78" y="3489"/>
                <a:ext cx="35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Y</a:t>
                </a:r>
                <a:r>
                  <a:rPr lang="en-US" altLang="zh-CN" sz="18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1 </a:t>
                </a:r>
                <a:endParaRPr lang="en-US" altLang="zh-CN" sz="2400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2" name="Text Box 13">
                <a:extLst>
                  <a:ext uri="{FF2B5EF4-FFF2-40B4-BE49-F238E27FC236}">
                    <a16:creationId xmlns:a16="http://schemas.microsoft.com/office/drawing/2014/main" id="{A6786601-9F36-5A89-F40B-22F0391776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06" y="3453"/>
                <a:ext cx="35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X</a:t>
                </a:r>
                <a:r>
                  <a:rPr lang="en-US" altLang="zh-CN" sz="18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1 </a:t>
                </a:r>
                <a:endParaRPr lang="en-US" altLang="zh-CN" sz="2400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3" name="Text Box 14">
                <a:extLst>
                  <a:ext uri="{FF2B5EF4-FFF2-40B4-BE49-F238E27FC236}">
                    <a16:creationId xmlns:a16="http://schemas.microsoft.com/office/drawing/2014/main" id="{C6A2CCEB-4366-B878-DDEF-67E2151EA9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70" y="2965"/>
                <a:ext cx="28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O</a:t>
                </a:r>
                <a:r>
                  <a:rPr lang="en-US" altLang="zh-CN" sz="18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2400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4" name="Oval 15">
                <a:extLst>
                  <a:ext uri="{FF2B5EF4-FFF2-40B4-BE49-F238E27FC236}">
                    <a16:creationId xmlns:a16="http://schemas.microsoft.com/office/drawing/2014/main" id="{33661332-651D-0CBA-4192-88A3A0A7E4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2933"/>
                <a:ext cx="555" cy="555"/>
              </a:xfrm>
              <a:prstGeom prst="ellips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5" name="Freeform 16">
                <a:extLst>
                  <a:ext uri="{FF2B5EF4-FFF2-40B4-BE49-F238E27FC236}">
                    <a16:creationId xmlns:a16="http://schemas.microsoft.com/office/drawing/2014/main" id="{362F6872-F163-3F25-C194-9B58B19541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0" y="2934"/>
                <a:ext cx="117" cy="39"/>
              </a:xfrm>
              <a:custGeom>
                <a:avLst/>
                <a:gdLst>
                  <a:gd name="T0" fmla="*/ 117 w 117"/>
                  <a:gd name="T1" fmla="*/ 0 h 39"/>
                  <a:gd name="T2" fmla="*/ 0 w 117"/>
                  <a:gd name="T3" fmla="*/ 9 h 39"/>
                  <a:gd name="T4" fmla="*/ 21 w 117"/>
                  <a:gd name="T5" fmla="*/ 39 h 39"/>
                  <a:gd name="T6" fmla="*/ 117 w 117"/>
                  <a:gd name="T7" fmla="*/ 0 h 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7" h="39">
                    <a:moveTo>
                      <a:pt x="117" y="0"/>
                    </a:moveTo>
                    <a:lnTo>
                      <a:pt x="0" y="9"/>
                    </a:lnTo>
                    <a:lnTo>
                      <a:pt x="21" y="3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rgbClr val="A50021"/>
              </a:solidFill>
              <a:ln w="9525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" name="Freeform 17">
                <a:extLst>
                  <a:ext uri="{FF2B5EF4-FFF2-40B4-BE49-F238E27FC236}">
                    <a16:creationId xmlns:a16="http://schemas.microsoft.com/office/drawing/2014/main" id="{5EFB4A9B-6C42-5BCD-28B9-3AA76D1D93E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682" y="2931"/>
                <a:ext cx="117" cy="39"/>
              </a:xfrm>
              <a:custGeom>
                <a:avLst/>
                <a:gdLst>
                  <a:gd name="T0" fmla="*/ 117 w 117"/>
                  <a:gd name="T1" fmla="*/ 0 h 39"/>
                  <a:gd name="T2" fmla="*/ 0 w 117"/>
                  <a:gd name="T3" fmla="*/ 9 h 39"/>
                  <a:gd name="T4" fmla="*/ 21 w 117"/>
                  <a:gd name="T5" fmla="*/ 39 h 39"/>
                  <a:gd name="T6" fmla="*/ 117 w 117"/>
                  <a:gd name="T7" fmla="*/ 0 h 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7" h="39">
                    <a:moveTo>
                      <a:pt x="117" y="0"/>
                    </a:moveTo>
                    <a:lnTo>
                      <a:pt x="0" y="9"/>
                    </a:lnTo>
                    <a:lnTo>
                      <a:pt x="21" y="3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rgbClr val="A50021"/>
              </a:solidFill>
              <a:ln w="9525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" name="Freeform 18">
                <a:extLst>
                  <a:ext uri="{FF2B5EF4-FFF2-40B4-BE49-F238E27FC236}">
                    <a16:creationId xmlns:a16="http://schemas.microsoft.com/office/drawing/2014/main" id="{73691854-483A-86F5-E2E2-77843002A9D0}"/>
                  </a:ext>
                </a:extLst>
              </p:cNvPr>
              <p:cNvSpPr>
                <a:spLocks/>
              </p:cNvSpPr>
              <p:nvPr/>
            </p:nvSpPr>
            <p:spPr bwMode="auto">
              <a:xfrm rot="16530801" flipH="1">
                <a:off x="2886" y="3270"/>
                <a:ext cx="117" cy="39"/>
              </a:xfrm>
              <a:custGeom>
                <a:avLst/>
                <a:gdLst>
                  <a:gd name="T0" fmla="*/ 117 w 117"/>
                  <a:gd name="T1" fmla="*/ 0 h 39"/>
                  <a:gd name="T2" fmla="*/ 0 w 117"/>
                  <a:gd name="T3" fmla="*/ 9 h 39"/>
                  <a:gd name="T4" fmla="*/ 21 w 117"/>
                  <a:gd name="T5" fmla="*/ 39 h 39"/>
                  <a:gd name="T6" fmla="*/ 117 w 117"/>
                  <a:gd name="T7" fmla="*/ 0 h 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7" h="39">
                    <a:moveTo>
                      <a:pt x="117" y="0"/>
                    </a:moveTo>
                    <a:lnTo>
                      <a:pt x="0" y="9"/>
                    </a:lnTo>
                    <a:lnTo>
                      <a:pt x="21" y="3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rgbClr val="A50021"/>
              </a:solidFill>
              <a:ln w="9525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" name="Freeform 19">
                <a:extLst>
                  <a:ext uri="{FF2B5EF4-FFF2-40B4-BE49-F238E27FC236}">
                    <a16:creationId xmlns:a16="http://schemas.microsoft.com/office/drawing/2014/main" id="{A4282785-B22C-480A-8631-8E28C5E06B27}"/>
                  </a:ext>
                </a:extLst>
              </p:cNvPr>
              <p:cNvSpPr>
                <a:spLocks/>
              </p:cNvSpPr>
              <p:nvPr/>
            </p:nvSpPr>
            <p:spPr bwMode="auto">
              <a:xfrm rot="17849810" flipV="1">
                <a:off x="2817" y="3366"/>
                <a:ext cx="117" cy="39"/>
              </a:xfrm>
              <a:custGeom>
                <a:avLst/>
                <a:gdLst>
                  <a:gd name="T0" fmla="*/ 117 w 117"/>
                  <a:gd name="T1" fmla="*/ 0 h 39"/>
                  <a:gd name="T2" fmla="*/ 0 w 117"/>
                  <a:gd name="T3" fmla="*/ 9 h 39"/>
                  <a:gd name="T4" fmla="*/ 21 w 117"/>
                  <a:gd name="T5" fmla="*/ 39 h 39"/>
                  <a:gd name="T6" fmla="*/ 117 w 117"/>
                  <a:gd name="T7" fmla="*/ 0 h 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7" h="39">
                    <a:moveTo>
                      <a:pt x="117" y="0"/>
                    </a:moveTo>
                    <a:lnTo>
                      <a:pt x="0" y="9"/>
                    </a:lnTo>
                    <a:lnTo>
                      <a:pt x="21" y="3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rgbClr val="A50021"/>
              </a:solidFill>
              <a:ln w="9525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" name="Freeform 20">
                <a:extLst>
                  <a:ext uri="{FF2B5EF4-FFF2-40B4-BE49-F238E27FC236}">
                    <a16:creationId xmlns:a16="http://schemas.microsoft.com/office/drawing/2014/main" id="{E98068E0-21B0-6569-F482-47CFDBD55267}"/>
                  </a:ext>
                </a:extLst>
              </p:cNvPr>
              <p:cNvSpPr>
                <a:spLocks/>
              </p:cNvSpPr>
              <p:nvPr/>
            </p:nvSpPr>
            <p:spPr bwMode="auto">
              <a:xfrm rot="5069199">
                <a:off x="2346" y="3261"/>
                <a:ext cx="117" cy="39"/>
              </a:xfrm>
              <a:custGeom>
                <a:avLst/>
                <a:gdLst>
                  <a:gd name="T0" fmla="*/ 117 w 117"/>
                  <a:gd name="T1" fmla="*/ 0 h 39"/>
                  <a:gd name="T2" fmla="*/ 0 w 117"/>
                  <a:gd name="T3" fmla="*/ 9 h 39"/>
                  <a:gd name="T4" fmla="*/ 21 w 117"/>
                  <a:gd name="T5" fmla="*/ 39 h 39"/>
                  <a:gd name="T6" fmla="*/ 117 w 117"/>
                  <a:gd name="T7" fmla="*/ 0 h 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7" h="39">
                    <a:moveTo>
                      <a:pt x="117" y="0"/>
                    </a:moveTo>
                    <a:lnTo>
                      <a:pt x="0" y="9"/>
                    </a:lnTo>
                    <a:lnTo>
                      <a:pt x="21" y="3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rgbClr val="A50021"/>
              </a:solidFill>
              <a:ln w="9525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" name="Freeform 21">
                <a:extLst>
                  <a:ext uri="{FF2B5EF4-FFF2-40B4-BE49-F238E27FC236}">
                    <a16:creationId xmlns:a16="http://schemas.microsoft.com/office/drawing/2014/main" id="{B3359AB7-7833-56E6-0DEC-771BB897B829}"/>
                  </a:ext>
                </a:extLst>
              </p:cNvPr>
              <p:cNvSpPr>
                <a:spLocks/>
              </p:cNvSpPr>
              <p:nvPr/>
            </p:nvSpPr>
            <p:spPr bwMode="auto">
              <a:xfrm rot="3750190" flipH="1" flipV="1">
                <a:off x="2412" y="3357"/>
                <a:ext cx="117" cy="39"/>
              </a:xfrm>
              <a:custGeom>
                <a:avLst/>
                <a:gdLst>
                  <a:gd name="T0" fmla="*/ 117 w 117"/>
                  <a:gd name="T1" fmla="*/ 0 h 39"/>
                  <a:gd name="T2" fmla="*/ 0 w 117"/>
                  <a:gd name="T3" fmla="*/ 9 h 39"/>
                  <a:gd name="T4" fmla="*/ 21 w 117"/>
                  <a:gd name="T5" fmla="*/ 39 h 39"/>
                  <a:gd name="T6" fmla="*/ 117 w 117"/>
                  <a:gd name="T7" fmla="*/ 0 h 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7" h="39">
                    <a:moveTo>
                      <a:pt x="117" y="0"/>
                    </a:moveTo>
                    <a:lnTo>
                      <a:pt x="0" y="9"/>
                    </a:lnTo>
                    <a:lnTo>
                      <a:pt x="21" y="39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rgbClr val="A50021"/>
              </a:solidFill>
              <a:ln w="9525">
                <a:solidFill>
                  <a:srgbClr val="A5002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" name="Text Box 22">
              <a:extLst>
                <a:ext uri="{FF2B5EF4-FFF2-40B4-BE49-F238E27FC236}">
                  <a16:creationId xmlns:a16="http://schemas.microsoft.com/office/drawing/2014/main" id="{83E536BE-FA01-242B-9B37-893AD6B0AF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9" y="2960"/>
              <a:ext cx="8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黑体" panose="02010609060101010101" pitchFamily="49" charset="-122"/>
                  <a:ea typeface="黑体" panose="02010609060101010101" pitchFamily="49" charset="-122"/>
                </a:rPr>
                <a:t>120°</a:t>
              </a:r>
            </a:p>
          </p:txBody>
        </p:sp>
        <p:sp>
          <p:nvSpPr>
            <p:cNvPr id="6" name="Text Box 23">
              <a:extLst>
                <a:ext uri="{FF2B5EF4-FFF2-40B4-BE49-F238E27FC236}">
                  <a16:creationId xmlns:a16="http://schemas.microsoft.com/office/drawing/2014/main" id="{E557E0F3-4D59-CBCE-FF45-6FC9EB53B2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8" y="2923"/>
              <a:ext cx="8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黑体" panose="02010609060101010101" pitchFamily="49" charset="-122"/>
                  <a:ea typeface="黑体" panose="02010609060101010101" pitchFamily="49" charset="-122"/>
                </a:rPr>
                <a:t>120°</a:t>
              </a:r>
            </a:p>
          </p:txBody>
        </p:sp>
        <p:sp>
          <p:nvSpPr>
            <p:cNvPr id="7" name="Text Box 24">
              <a:extLst>
                <a:ext uri="{FF2B5EF4-FFF2-40B4-BE49-F238E27FC236}">
                  <a16:creationId xmlns:a16="http://schemas.microsoft.com/office/drawing/2014/main" id="{B451A595-EDEB-5C19-BCA4-725C2410FA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3" y="3496"/>
              <a:ext cx="8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latin typeface="黑体" panose="02010609060101010101" pitchFamily="49" charset="-122"/>
                  <a:ea typeface="黑体" panose="02010609060101010101" pitchFamily="49" charset="-122"/>
                </a:rPr>
                <a:t>120°</a:t>
              </a:r>
            </a:p>
          </p:txBody>
        </p:sp>
      </p:grpSp>
      <p:sp>
        <p:nvSpPr>
          <p:cNvPr id="25" name="Text Box 13">
            <a:extLst>
              <a:ext uri="{FF2B5EF4-FFF2-40B4-BE49-F238E27FC236}">
                <a16:creationId xmlns:a16="http://schemas.microsoft.com/office/drawing/2014/main" id="{91CC7631-E8BF-16D8-2A5A-559163B15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877" y="1100857"/>
            <a:ext cx="2069797" cy="497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正等轴测图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71487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18464-B616-B57B-7B74-72551AD0E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56642BEF-4028-644A-ED2F-8E6845AC0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12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5854BDD9-F615-A585-0D38-8679CFA57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93862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正等轴测图</a:t>
            </a:r>
          </a:p>
        </p:txBody>
      </p:sp>
      <p:sp>
        <p:nvSpPr>
          <p:cNvPr id="2" name="Text Box 47">
            <a:extLst>
              <a:ext uri="{FF2B5EF4-FFF2-40B4-BE49-F238E27FC236}">
                <a16:creationId xmlns:a16="http://schemas.microsoft.com/office/drawing/2014/main" id="{2F8134FA-FA9A-45DE-B65B-CAE8F75E2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1050" y="1279260"/>
            <a:ext cx="142058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坐标法</a:t>
            </a:r>
          </a:p>
        </p:txBody>
      </p:sp>
      <p:sp>
        <p:nvSpPr>
          <p:cNvPr id="3" name="Rectangle 103">
            <a:extLst>
              <a:ext uri="{FF2B5EF4-FFF2-40B4-BE49-F238E27FC236}">
                <a16:creationId xmlns:a16="http://schemas.microsoft.com/office/drawing/2014/main" id="{C8AA28E2-9CA3-2A49-B180-7C3DEF9BF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908" y="2130282"/>
            <a:ext cx="295261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1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、建立空间直角坐标系，画坐标轴；</a:t>
            </a:r>
          </a:p>
        </p:txBody>
      </p:sp>
      <p:sp>
        <p:nvSpPr>
          <p:cNvPr id="4" name="Rectangle 104">
            <a:extLst>
              <a:ext uri="{FF2B5EF4-FFF2-40B4-BE49-F238E27FC236}">
                <a16:creationId xmlns:a16="http://schemas.microsoft.com/office/drawing/2014/main" id="{E34A728F-852A-B3E0-C189-15D51A0601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908" y="3394880"/>
            <a:ext cx="302462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3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、按各点坐标沿轴度量，画出各点；</a:t>
            </a:r>
          </a:p>
        </p:txBody>
      </p:sp>
      <p:sp>
        <p:nvSpPr>
          <p:cNvPr id="5" name="Rectangle 105">
            <a:extLst>
              <a:ext uri="{FF2B5EF4-FFF2-40B4-BE49-F238E27FC236}">
                <a16:creationId xmlns:a16="http://schemas.microsoft.com/office/drawing/2014/main" id="{C2CA973D-F512-A6FD-6299-24EB00075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907" y="4181068"/>
            <a:ext cx="211409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4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、连线并加深。</a:t>
            </a:r>
          </a:p>
        </p:txBody>
      </p:sp>
      <p:sp>
        <p:nvSpPr>
          <p:cNvPr id="6" name="Rectangle 103">
            <a:extLst>
              <a:ext uri="{FF2B5EF4-FFF2-40B4-BE49-F238E27FC236}">
                <a16:creationId xmlns:a16="http://schemas.microsoft.com/office/drawing/2014/main" id="{6E2029CA-FF2A-759D-F6AA-B233424FF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908" y="2916469"/>
            <a:ext cx="18742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2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、画轴测轴；</a:t>
            </a: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005BD564-C5EE-2855-E918-A53B8BE57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854" y="1640673"/>
            <a:ext cx="353975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例：画三棱锥的正等轴测图。</a:t>
            </a:r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0ED923AA-8B5E-303B-86C1-7BA5B4EE75C4}"/>
              </a:ext>
            </a:extLst>
          </p:cNvPr>
          <p:cNvGrpSpPr>
            <a:grpSpLocks/>
          </p:cNvGrpSpPr>
          <p:nvPr/>
        </p:nvGrpSpPr>
        <p:grpSpPr bwMode="auto">
          <a:xfrm>
            <a:off x="3274963" y="3067072"/>
            <a:ext cx="3360737" cy="2982913"/>
            <a:chOff x="583" y="1892"/>
            <a:chExt cx="2117" cy="1879"/>
          </a:xfrm>
        </p:grpSpPr>
        <p:sp>
          <p:nvSpPr>
            <p:cNvPr id="12" name="Line 5">
              <a:extLst>
                <a:ext uri="{FF2B5EF4-FFF2-40B4-BE49-F238E27FC236}">
                  <a16:creationId xmlns:a16="http://schemas.microsoft.com/office/drawing/2014/main" id="{0B5FA86D-3B45-650D-E805-E49EF27102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3" y="3149"/>
              <a:ext cx="123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6">
              <a:extLst>
                <a:ext uri="{FF2B5EF4-FFF2-40B4-BE49-F238E27FC236}">
                  <a16:creationId xmlns:a16="http://schemas.microsoft.com/office/drawing/2014/main" id="{944600BE-AED1-C99A-F18A-AD133C7773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3" y="3149"/>
              <a:ext cx="424" cy="62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7">
              <a:extLst>
                <a:ext uri="{FF2B5EF4-FFF2-40B4-BE49-F238E27FC236}">
                  <a16:creationId xmlns:a16="http://schemas.microsoft.com/office/drawing/2014/main" id="{860C53B3-5771-0FF4-35C3-5794F92ADA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07" y="3149"/>
              <a:ext cx="808" cy="62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8">
              <a:extLst>
                <a:ext uri="{FF2B5EF4-FFF2-40B4-BE49-F238E27FC236}">
                  <a16:creationId xmlns:a16="http://schemas.microsoft.com/office/drawing/2014/main" id="{46809172-875C-6860-18AB-17B15AD38C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3" y="2879"/>
              <a:ext cx="123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9">
              <a:extLst>
                <a:ext uri="{FF2B5EF4-FFF2-40B4-BE49-F238E27FC236}">
                  <a16:creationId xmlns:a16="http://schemas.microsoft.com/office/drawing/2014/main" id="{208E11D6-3DFC-A1AF-1654-F60FADD5AE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7" y="3405"/>
              <a:ext cx="154" cy="36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10">
              <a:extLst>
                <a:ext uri="{FF2B5EF4-FFF2-40B4-BE49-F238E27FC236}">
                  <a16:creationId xmlns:a16="http://schemas.microsoft.com/office/drawing/2014/main" id="{13CFBECA-EE53-B1B6-3269-36BEC25AFF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61" y="3148"/>
              <a:ext cx="638" cy="25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11">
              <a:extLst>
                <a:ext uri="{FF2B5EF4-FFF2-40B4-BE49-F238E27FC236}">
                  <a16:creationId xmlns:a16="http://schemas.microsoft.com/office/drawing/2014/main" id="{3D27D223-4858-3D06-7FF8-A873941FAB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83" y="3149"/>
              <a:ext cx="578" cy="25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12">
              <a:extLst>
                <a:ext uri="{FF2B5EF4-FFF2-40B4-BE49-F238E27FC236}">
                  <a16:creationId xmlns:a16="http://schemas.microsoft.com/office/drawing/2014/main" id="{FD0DF945-973D-1380-47B3-A51BC41646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3" y="1892"/>
              <a:ext cx="578" cy="98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13">
              <a:extLst>
                <a:ext uri="{FF2B5EF4-FFF2-40B4-BE49-F238E27FC236}">
                  <a16:creationId xmlns:a16="http://schemas.microsoft.com/office/drawing/2014/main" id="{C061F210-694C-90F5-7D0B-5391D6020B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1" y="1892"/>
              <a:ext cx="654" cy="98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14">
              <a:extLst>
                <a:ext uri="{FF2B5EF4-FFF2-40B4-BE49-F238E27FC236}">
                  <a16:creationId xmlns:a16="http://schemas.microsoft.com/office/drawing/2014/main" id="{837A8C29-20BA-DEA2-E966-265E0339D2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7" y="1892"/>
              <a:ext cx="154" cy="98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15">
              <a:extLst>
                <a:ext uri="{FF2B5EF4-FFF2-40B4-BE49-F238E27FC236}">
                  <a16:creationId xmlns:a16="http://schemas.microsoft.com/office/drawing/2014/main" id="{1A2E0295-6BAA-AF29-9305-B499B83C170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2373" y="2552"/>
              <a:ext cx="0" cy="65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16">
              <a:extLst>
                <a:ext uri="{FF2B5EF4-FFF2-40B4-BE49-F238E27FC236}">
                  <a16:creationId xmlns:a16="http://schemas.microsoft.com/office/drawing/2014/main" id="{A9E8D726-B7C0-1E94-C44E-5678A92F55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5" y="1892"/>
              <a:ext cx="385" cy="98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Line 17">
              <a:extLst>
                <a:ext uri="{FF2B5EF4-FFF2-40B4-BE49-F238E27FC236}">
                  <a16:creationId xmlns:a16="http://schemas.microsoft.com/office/drawing/2014/main" id="{004106E7-A7CF-855C-F858-0AEB0C55FE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46" y="1892"/>
              <a:ext cx="269" cy="98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5" name="Group 18">
            <a:extLst>
              <a:ext uri="{FF2B5EF4-FFF2-40B4-BE49-F238E27FC236}">
                <a16:creationId xmlns:a16="http://schemas.microsoft.com/office/drawing/2014/main" id="{732BE299-2579-23EF-830A-CBBC5ED52DE9}"/>
              </a:ext>
            </a:extLst>
          </p:cNvPr>
          <p:cNvGrpSpPr>
            <a:grpSpLocks/>
          </p:cNvGrpSpPr>
          <p:nvPr/>
        </p:nvGrpSpPr>
        <p:grpSpPr bwMode="auto">
          <a:xfrm>
            <a:off x="2673300" y="2540023"/>
            <a:ext cx="4491038" cy="3578225"/>
            <a:chOff x="210" y="1558"/>
            <a:chExt cx="2829" cy="2254"/>
          </a:xfrm>
        </p:grpSpPr>
        <p:sp>
          <p:nvSpPr>
            <p:cNvPr id="26" name="Text Box 19">
              <a:extLst>
                <a:ext uri="{FF2B5EF4-FFF2-40B4-BE49-F238E27FC236}">
                  <a16:creationId xmlns:a16="http://schemas.microsoft.com/office/drawing/2014/main" id="{A6C2148A-89A8-4579-2628-25E4500385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6" y="2823"/>
              <a:ext cx="3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000000"/>
                  </a:solidFill>
                  <a:latin typeface="Dutch801 Rm BT" pitchFamily="18" charset="0"/>
                </a:rPr>
                <a:t>y</a:t>
              </a:r>
              <a:r>
                <a:rPr kumimoji="1"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</a:t>
              </a:r>
            </a:p>
          </p:txBody>
        </p:sp>
        <p:sp>
          <p:nvSpPr>
            <p:cNvPr id="27" name="Text Box 20">
              <a:extLst>
                <a:ext uri="{FF2B5EF4-FFF2-40B4-BE49-F238E27FC236}">
                  <a16:creationId xmlns:a16="http://schemas.microsoft.com/office/drawing/2014/main" id="{531D2FE6-1B6D-E44A-9080-36FF094A79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7" y="2991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28" name="Text Box 21">
              <a:extLst>
                <a:ext uri="{FF2B5EF4-FFF2-40B4-BE49-F238E27FC236}">
                  <a16:creationId xmlns:a16="http://schemas.microsoft.com/office/drawing/2014/main" id="{B7E3D230-AD10-85DD-5C11-6FA5669862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" y="2966"/>
              <a:ext cx="21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latin typeface="宋体" panose="02010600030101010101" pitchFamily="2" charset="-122"/>
                </a:rPr>
                <a:t>x</a:t>
              </a:r>
            </a:p>
          </p:txBody>
        </p:sp>
        <p:sp>
          <p:nvSpPr>
            <p:cNvPr id="29" name="Text Box 22">
              <a:extLst>
                <a:ext uri="{FF2B5EF4-FFF2-40B4-BE49-F238E27FC236}">
                  <a16:creationId xmlns:a16="http://schemas.microsoft.com/office/drawing/2014/main" id="{2FDE44FF-89DA-3F9D-B23B-8B9472809A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" y="2632"/>
              <a:ext cx="40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latin typeface="宋体" panose="02010600030101010101" pitchFamily="2" charset="-122"/>
                </a:rPr>
                <a:t>x</a:t>
              </a:r>
              <a:r>
                <a:rPr kumimoji="1" lang="en-US" altLang="zh-CN" sz="2400" b="1">
                  <a:latin typeface="宋体" panose="02010600030101010101" pitchFamily="2" charset="-122"/>
                </a:rPr>
                <a:t>′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30" name="Text Box 23">
              <a:extLst>
                <a:ext uri="{FF2B5EF4-FFF2-40B4-BE49-F238E27FC236}">
                  <a16:creationId xmlns:a16="http://schemas.microsoft.com/office/drawing/2014/main" id="{57FD2DDE-EFC1-A477-41C5-601A225E01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4" y="3524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31" name="Text Box 24">
              <a:extLst>
                <a:ext uri="{FF2B5EF4-FFF2-40B4-BE49-F238E27FC236}">
                  <a16:creationId xmlns:a16="http://schemas.microsoft.com/office/drawing/2014/main" id="{7886CDF1-2D23-21C1-74B2-4C3250A698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8" y="1574"/>
              <a:ext cx="69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latin typeface="宋体" panose="02010600030101010101" pitchFamily="2" charset="-122"/>
                </a:rPr>
                <a:t>z</a:t>
              </a:r>
              <a:r>
                <a:rPr kumimoji="1" lang="en-US" altLang="zh-CN" sz="2400" b="1">
                  <a:latin typeface="宋体" panose="02010600030101010101" pitchFamily="2" charset="-122"/>
                </a:rPr>
                <a:t>′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grpSp>
          <p:nvGrpSpPr>
            <p:cNvPr id="32" name="Group 25">
              <a:extLst>
                <a:ext uri="{FF2B5EF4-FFF2-40B4-BE49-F238E27FC236}">
                  <a16:creationId xmlns:a16="http://schemas.microsoft.com/office/drawing/2014/main" id="{36D43AD2-077A-0CE2-9591-253FC560D4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6" y="1696"/>
              <a:ext cx="2465" cy="1991"/>
              <a:chOff x="386" y="1696"/>
              <a:chExt cx="2465" cy="1991"/>
            </a:xfrm>
          </p:grpSpPr>
          <p:sp>
            <p:nvSpPr>
              <p:cNvPr id="39" name="Freeform 26">
                <a:extLst>
                  <a:ext uri="{FF2B5EF4-FFF2-40B4-BE49-F238E27FC236}">
                    <a16:creationId xmlns:a16="http://schemas.microsoft.com/office/drawing/2014/main" id="{B2A38077-4BC3-3907-92FD-4BC5552926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2" y="1696"/>
                <a:ext cx="3" cy="1190"/>
              </a:xfrm>
              <a:custGeom>
                <a:avLst/>
                <a:gdLst>
                  <a:gd name="T0" fmla="*/ 0 w 3"/>
                  <a:gd name="T1" fmla="*/ 1190 h 1190"/>
                  <a:gd name="T2" fmla="*/ 3 w 3"/>
                  <a:gd name="T3" fmla="*/ 0 h 119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1190">
                    <a:moveTo>
                      <a:pt x="0" y="1190"/>
                    </a:moveTo>
                    <a:lnTo>
                      <a:pt x="3" y="0"/>
                    </a:lnTo>
                  </a:path>
                </a:pathLst>
              </a:custGeom>
              <a:noFill/>
              <a:ln w="19050" cmpd="sng">
                <a:solidFill>
                  <a:srgbClr val="000099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" name="Line 27">
                <a:extLst>
                  <a:ext uri="{FF2B5EF4-FFF2-40B4-BE49-F238E27FC236}">
                    <a16:creationId xmlns:a16="http://schemas.microsoft.com/office/drawing/2014/main" id="{FAB5BAB9-1E4F-5B10-7CF2-ECE26428BF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00" y="2882"/>
                <a:ext cx="1424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" name="Line 28">
                <a:extLst>
                  <a:ext uri="{FF2B5EF4-FFF2-40B4-BE49-F238E27FC236}">
                    <a16:creationId xmlns:a16="http://schemas.microsoft.com/office/drawing/2014/main" id="{874F4AD6-EDE0-B728-67FB-8B259F2BF8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6" y="3152"/>
                <a:ext cx="1424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" name="Freeform 29">
                <a:extLst>
                  <a:ext uri="{FF2B5EF4-FFF2-40B4-BE49-F238E27FC236}">
                    <a16:creationId xmlns:a16="http://schemas.microsoft.com/office/drawing/2014/main" id="{B37B4448-BF59-7DA1-AE5C-89A4ADFB7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3150"/>
                <a:ext cx="1" cy="537"/>
              </a:xfrm>
              <a:custGeom>
                <a:avLst/>
                <a:gdLst>
                  <a:gd name="T0" fmla="*/ 0 w 1"/>
                  <a:gd name="T1" fmla="*/ 0 h 537"/>
                  <a:gd name="T2" fmla="*/ 0 w 1"/>
                  <a:gd name="T3" fmla="*/ 537 h 53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537">
                    <a:moveTo>
                      <a:pt x="0" y="0"/>
                    </a:moveTo>
                    <a:lnTo>
                      <a:pt x="0" y="537"/>
                    </a:lnTo>
                  </a:path>
                </a:pathLst>
              </a:custGeom>
              <a:noFill/>
              <a:ln w="19050" cmpd="sng">
                <a:solidFill>
                  <a:srgbClr val="000099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" name="Freeform 30">
                <a:extLst>
                  <a:ext uri="{FF2B5EF4-FFF2-40B4-BE49-F238E27FC236}">
                    <a16:creationId xmlns:a16="http://schemas.microsoft.com/office/drawing/2014/main" id="{DB9D7B6A-A9FB-0F0D-4EEC-70F12BC272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8" y="2878"/>
                <a:ext cx="803" cy="1"/>
              </a:xfrm>
              <a:custGeom>
                <a:avLst/>
                <a:gdLst>
                  <a:gd name="T0" fmla="*/ 0 w 803"/>
                  <a:gd name="T1" fmla="*/ 0 h 1"/>
                  <a:gd name="T2" fmla="*/ 803 w 803"/>
                  <a:gd name="T3" fmla="*/ 1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03" h="1">
                    <a:moveTo>
                      <a:pt x="0" y="0"/>
                    </a:moveTo>
                    <a:lnTo>
                      <a:pt x="803" y="1"/>
                    </a:lnTo>
                  </a:path>
                </a:pathLst>
              </a:custGeom>
              <a:noFill/>
              <a:ln w="19050" cmpd="sng">
                <a:solidFill>
                  <a:srgbClr val="000099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" name="Freeform 31">
                <a:extLst>
                  <a:ext uri="{FF2B5EF4-FFF2-40B4-BE49-F238E27FC236}">
                    <a16:creationId xmlns:a16="http://schemas.microsoft.com/office/drawing/2014/main" id="{163B8C03-8DD4-C437-55EC-66E5AF6895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4" y="1720"/>
                <a:ext cx="4" cy="1166"/>
              </a:xfrm>
              <a:custGeom>
                <a:avLst/>
                <a:gdLst>
                  <a:gd name="T0" fmla="*/ 4 w 4"/>
                  <a:gd name="T1" fmla="*/ 1166 h 1166"/>
                  <a:gd name="T2" fmla="*/ 0 w 4"/>
                  <a:gd name="T3" fmla="*/ 0 h 116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1166">
                    <a:moveTo>
                      <a:pt x="4" y="1166"/>
                    </a:moveTo>
                    <a:lnTo>
                      <a:pt x="0" y="0"/>
                    </a:lnTo>
                  </a:path>
                </a:pathLst>
              </a:custGeom>
              <a:noFill/>
              <a:ln w="19050" cmpd="sng">
                <a:solidFill>
                  <a:srgbClr val="000099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A4C17E4D-04CF-C4F7-A647-6C93674234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83" y="1558"/>
              <a:ext cx="546" cy="294"/>
              <a:chOff x="1859" y="1598"/>
              <a:chExt cx="546" cy="294"/>
            </a:xfrm>
          </p:grpSpPr>
          <p:sp>
            <p:nvSpPr>
              <p:cNvPr id="36" name="Text Box 33">
                <a:extLst>
                  <a:ext uri="{FF2B5EF4-FFF2-40B4-BE49-F238E27FC236}">
                    <a16:creationId xmlns:a16="http://schemas.microsoft.com/office/drawing/2014/main" id="{B48E515D-8305-509B-AEF5-1369C57A11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59" y="1598"/>
                <a:ext cx="50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 b="1" i="1">
                    <a:latin typeface="宋体" panose="02010600030101010101" pitchFamily="2" charset="-122"/>
                  </a:rPr>
                  <a:t>z</a:t>
                </a:r>
                <a:endParaRPr kumimoji="1" lang="en-US" altLang="zh-CN" sz="2400" b="1">
                  <a:latin typeface="宋体" panose="02010600030101010101" pitchFamily="2" charset="-122"/>
                </a:endParaRPr>
              </a:p>
            </p:txBody>
          </p:sp>
          <p:sp>
            <p:nvSpPr>
              <p:cNvPr id="38" name="Text Box 34">
                <a:extLst>
                  <a:ext uri="{FF2B5EF4-FFF2-40B4-BE49-F238E27FC236}">
                    <a16:creationId xmlns:a16="http://schemas.microsoft.com/office/drawing/2014/main" id="{DC48FF27-88B3-55EA-D74C-7772B9609C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96" y="1604"/>
                <a:ext cx="30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2400" b="1">
                    <a:latin typeface="宋体" panose="02010600030101010101" pitchFamily="2" charset="-122"/>
                  </a:rPr>
                  <a:t>″</a:t>
                </a:r>
              </a:p>
            </p:txBody>
          </p:sp>
        </p:grpSp>
        <p:sp>
          <p:nvSpPr>
            <p:cNvPr id="34" name="Text Box 35">
              <a:extLst>
                <a:ext uri="{FF2B5EF4-FFF2-40B4-BE49-F238E27FC236}">
                  <a16:creationId xmlns:a16="http://schemas.microsoft.com/office/drawing/2014/main" id="{18E51770-6252-CAA6-27E1-3AB764CD88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5" y="2735"/>
              <a:ext cx="2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o</a:t>
              </a:r>
              <a:r>
                <a:rPr kumimoji="1"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</a:p>
          </p:txBody>
        </p:sp>
        <p:sp>
          <p:nvSpPr>
            <p:cNvPr id="35" name="Text Box 36">
              <a:extLst>
                <a:ext uri="{FF2B5EF4-FFF2-40B4-BE49-F238E27FC236}">
                  <a16:creationId xmlns:a16="http://schemas.microsoft.com/office/drawing/2014/main" id="{8D8BFE6B-600F-9465-FFEF-8C519D7B97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4" y="2830"/>
              <a:ext cx="2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000000"/>
                  </a:solidFill>
                  <a:latin typeface="Dutch801 Rm BT" pitchFamily="18" charset="0"/>
                </a:rPr>
                <a:t>o</a:t>
              </a:r>
              <a:r>
                <a:rPr kumimoji="1"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</a:t>
              </a:r>
            </a:p>
          </p:txBody>
        </p:sp>
      </p:grpSp>
      <p:grpSp>
        <p:nvGrpSpPr>
          <p:cNvPr id="45" name="Group 37">
            <a:extLst>
              <a:ext uri="{FF2B5EF4-FFF2-40B4-BE49-F238E27FC236}">
                <a16:creationId xmlns:a16="http://schemas.microsoft.com/office/drawing/2014/main" id="{920C9E53-D903-4EDE-BB65-C053384342DD}"/>
              </a:ext>
            </a:extLst>
          </p:cNvPr>
          <p:cNvGrpSpPr>
            <a:grpSpLocks/>
          </p:cNvGrpSpPr>
          <p:nvPr/>
        </p:nvGrpSpPr>
        <p:grpSpPr bwMode="auto">
          <a:xfrm>
            <a:off x="6100713" y="3124223"/>
            <a:ext cx="3067050" cy="2754312"/>
            <a:chOff x="2369" y="1926"/>
            <a:chExt cx="1932" cy="1735"/>
          </a:xfrm>
        </p:grpSpPr>
        <p:sp>
          <p:nvSpPr>
            <p:cNvPr id="46" name="Text Box 38">
              <a:extLst>
                <a:ext uri="{FF2B5EF4-FFF2-40B4-BE49-F238E27FC236}">
                  <a16:creationId xmlns:a16="http://schemas.microsoft.com/office/drawing/2014/main" id="{D66341BE-114F-E618-97A1-DFF16DE334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9" y="3373"/>
              <a:ext cx="27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latin typeface="宋体" panose="02010600030101010101" pitchFamily="2" charset="-122"/>
                </a:rPr>
                <a:t>x</a:t>
              </a:r>
              <a:r>
                <a:rPr kumimoji="1" lang="en-US" altLang="zh-CN" sz="2400" b="1" i="1" baseline="-8000">
                  <a:latin typeface="宋体" panose="02010600030101010101" pitchFamily="2" charset="-122"/>
                </a:rPr>
                <a:t>1</a:t>
              </a:r>
            </a:p>
          </p:txBody>
        </p:sp>
        <p:grpSp>
          <p:nvGrpSpPr>
            <p:cNvPr id="47" name="Group 39">
              <a:extLst>
                <a:ext uri="{FF2B5EF4-FFF2-40B4-BE49-F238E27FC236}">
                  <a16:creationId xmlns:a16="http://schemas.microsoft.com/office/drawing/2014/main" id="{44BF3172-7991-6965-D201-24BCDC1404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09" y="2132"/>
              <a:ext cx="1607" cy="1401"/>
              <a:chOff x="2609" y="2132"/>
              <a:chExt cx="1607" cy="1401"/>
            </a:xfrm>
          </p:grpSpPr>
          <p:sp>
            <p:nvSpPr>
              <p:cNvPr id="51" name="Line 40">
                <a:extLst>
                  <a:ext uri="{FF2B5EF4-FFF2-40B4-BE49-F238E27FC236}">
                    <a16:creationId xmlns:a16="http://schemas.microsoft.com/office/drawing/2014/main" id="{961CE187-70F4-52D7-B4E7-72C6346CE0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2132"/>
                <a:ext cx="0" cy="827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 type="triangl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" name="Line 41">
                <a:extLst>
                  <a:ext uri="{FF2B5EF4-FFF2-40B4-BE49-F238E27FC236}">
                    <a16:creationId xmlns:a16="http://schemas.microsoft.com/office/drawing/2014/main" id="{F02125FF-9501-5E16-B006-6268407B4B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09" y="2959"/>
                <a:ext cx="1039" cy="574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" name="Line 42">
                <a:extLst>
                  <a:ext uri="{FF2B5EF4-FFF2-40B4-BE49-F238E27FC236}">
                    <a16:creationId xmlns:a16="http://schemas.microsoft.com/office/drawing/2014/main" id="{B1730994-661B-BD62-3AD3-8E3E025173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2959"/>
                <a:ext cx="568" cy="32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8" name="Text Box 43">
              <a:extLst>
                <a:ext uri="{FF2B5EF4-FFF2-40B4-BE49-F238E27FC236}">
                  <a16:creationId xmlns:a16="http://schemas.microsoft.com/office/drawing/2014/main" id="{2582FB78-CCB9-3320-CB97-80370F5382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2" y="3171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 dirty="0">
                  <a:latin typeface="宋体" panose="02010600030101010101" pitchFamily="2" charset="-122"/>
                </a:rPr>
                <a:t>y</a:t>
              </a:r>
              <a:r>
                <a:rPr kumimoji="1" lang="en-US" altLang="zh-CN" sz="2400" b="1" i="1" baseline="-10000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49" name="Text Box 44">
              <a:extLst>
                <a:ext uri="{FF2B5EF4-FFF2-40B4-BE49-F238E27FC236}">
                  <a16:creationId xmlns:a16="http://schemas.microsoft.com/office/drawing/2014/main" id="{6450A12A-7712-E319-6744-C595AB6B53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6" y="1926"/>
              <a:ext cx="27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latin typeface="宋体" panose="02010600030101010101" pitchFamily="2" charset="-122"/>
                </a:rPr>
                <a:t>z</a:t>
              </a:r>
              <a:r>
                <a:rPr kumimoji="1" lang="en-US" altLang="zh-CN" sz="2400" b="1" i="1" baseline="-800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50" name="Text Box 45">
              <a:extLst>
                <a:ext uri="{FF2B5EF4-FFF2-40B4-BE49-F238E27FC236}">
                  <a16:creationId xmlns:a16="http://schemas.microsoft.com/office/drawing/2014/main" id="{84BD5F72-62A1-49E5-731F-6589D2BC16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6" y="2735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latin typeface="宋体" panose="02010600030101010101" pitchFamily="2" charset="-122"/>
                </a:rPr>
                <a:t>o</a:t>
              </a:r>
              <a:r>
                <a:rPr kumimoji="1" lang="en-US" altLang="zh-CN" sz="2400" b="1" i="1" baseline="-8000">
                  <a:latin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54" name="Line 48">
            <a:extLst>
              <a:ext uri="{FF2B5EF4-FFF2-40B4-BE49-F238E27FC236}">
                <a16:creationId xmlns:a16="http://schemas.microsoft.com/office/drawing/2014/main" id="{A2CF8AF3-DA26-2532-DDD7-48050B64AB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79838" y="3070248"/>
            <a:ext cx="1825625" cy="31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5" name="Group 49">
            <a:extLst>
              <a:ext uri="{FF2B5EF4-FFF2-40B4-BE49-F238E27FC236}">
                <a16:creationId xmlns:a16="http://schemas.microsoft.com/office/drawing/2014/main" id="{A56A5F3F-C4C4-A5C5-BAED-399BF64EEB2E}"/>
              </a:ext>
            </a:extLst>
          </p:cNvPr>
          <p:cNvGrpSpPr>
            <a:grpSpLocks/>
          </p:cNvGrpSpPr>
          <p:nvPr/>
        </p:nvGrpSpPr>
        <p:grpSpPr bwMode="auto">
          <a:xfrm>
            <a:off x="5232350" y="3057548"/>
            <a:ext cx="2474913" cy="2347912"/>
            <a:chOff x="1822" y="1884"/>
            <a:chExt cx="1559" cy="1479"/>
          </a:xfrm>
        </p:grpSpPr>
        <p:sp>
          <p:nvSpPr>
            <p:cNvPr id="56" name="Freeform 50">
              <a:extLst>
                <a:ext uri="{FF2B5EF4-FFF2-40B4-BE49-F238E27FC236}">
                  <a16:creationId xmlns:a16="http://schemas.microsoft.com/office/drawing/2014/main" id="{E477CE4C-35F6-2BF9-70AD-5D3D4FF36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2" y="1884"/>
              <a:ext cx="1" cy="988"/>
            </a:xfrm>
            <a:custGeom>
              <a:avLst/>
              <a:gdLst>
                <a:gd name="T0" fmla="*/ 0 w 1"/>
                <a:gd name="T1" fmla="*/ 988 h 988"/>
                <a:gd name="T2" fmla="*/ 0 w 1"/>
                <a:gd name="T3" fmla="*/ 0 h 98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988">
                  <a:moveTo>
                    <a:pt x="0" y="988"/>
                  </a:move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Freeform 51">
              <a:extLst>
                <a:ext uri="{FF2B5EF4-FFF2-40B4-BE49-F238E27FC236}">
                  <a16:creationId xmlns:a16="http://schemas.microsoft.com/office/drawing/2014/main" id="{7E5AE6CA-E976-86EA-AC42-04A5347990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8" y="2348"/>
              <a:ext cx="3" cy="1015"/>
            </a:xfrm>
            <a:custGeom>
              <a:avLst/>
              <a:gdLst>
                <a:gd name="T0" fmla="*/ 3 w 3"/>
                <a:gd name="T1" fmla="*/ 1015 h 1015"/>
                <a:gd name="T2" fmla="*/ 0 w 3"/>
                <a:gd name="T3" fmla="*/ 0 h 10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015">
                  <a:moveTo>
                    <a:pt x="3" y="1015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8" name="Group 52">
            <a:extLst>
              <a:ext uri="{FF2B5EF4-FFF2-40B4-BE49-F238E27FC236}">
                <a16:creationId xmlns:a16="http://schemas.microsoft.com/office/drawing/2014/main" id="{60BCA2F7-0A81-935A-DE12-22A6993D1DBE}"/>
              </a:ext>
            </a:extLst>
          </p:cNvPr>
          <p:cNvGrpSpPr>
            <a:grpSpLocks/>
          </p:cNvGrpSpPr>
          <p:nvPr/>
        </p:nvGrpSpPr>
        <p:grpSpPr bwMode="auto">
          <a:xfrm>
            <a:off x="6913513" y="1100185"/>
            <a:ext cx="1368425" cy="1922462"/>
            <a:chOff x="4476" y="1892"/>
            <a:chExt cx="862" cy="1211"/>
          </a:xfrm>
        </p:grpSpPr>
        <p:sp>
          <p:nvSpPr>
            <p:cNvPr id="59" name="Freeform 53">
              <a:extLst>
                <a:ext uri="{FF2B5EF4-FFF2-40B4-BE49-F238E27FC236}">
                  <a16:creationId xmlns:a16="http://schemas.microsoft.com/office/drawing/2014/main" id="{22E34C65-3410-80A5-FB25-1AD22BE2BD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8" y="1906"/>
              <a:ext cx="96" cy="1197"/>
            </a:xfrm>
            <a:custGeom>
              <a:avLst/>
              <a:gdLst>
                <a:gd name="T0" fmla="*/ 0 w 96"/>
                <a:gd name="T1" fmla="*/ 0 h 1197"/>
                <a:gd name="T2" fmla="*/ 96 w 96"/>
                <a:gd name="T3" fmla="*/ 1197 h 119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6" h="1197">
                  <a:moveTo>
                    <a:pt x="0" y="0"/>
                  </a:moveTo>
                  <a:lnTo>
                    <a:pt x="96" y="1197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Line 54">
              <a:extLst>
                <a:ext uri="{FF2B5EF4-FFF2-40B4-BE49-F238E27FC236}">
                  <a16:creationId xmlns:a16="http://schemas.microsoft.com/office/drawing/2014/main" id="{8CE26C44-D2FE-3987-A9A5-885D080CFD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9" y="1892"/>
              <a:ext cx="269" cy="58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" name="Freeform 55">
              <a:extLst>
                <a:ext uri="{FF2B5EF4-FFF2-40B4-BE49-F238E27FC236}">
                  <a16:creationId xmlns:a16="http://schemas.microsoft.com/office/drawing/2014/main" id="{CC550AA7-5001-BE24-94BC-3BC9AF300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6" y="1892"/>
              <a:ext cx="584" cy="1044"/>
            </a:xfrm>
            <a:custGeom>
              <a:avLst/>
              <a:gdLst>
                <a:gd name="T0" fmla="*/ 584 w 584"/>
                <a:gd name="T1" fmla="*/ 0 h 1044"/>
                <a:gd name="T2" fmla="*/ 0 w 584"/>
                <a:gd name="T3" fmla="*/ 1044 h 104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84" h="1044">
                  <a:moveTo>
                    <a:pt x="584" y="0"/>
                  </a:moveTo>
                  <a:lnTo>
                    <a:pt x="0" y="1044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" name="Freeform 56">
              <a:extLst>
                <a:ext uri="{FF2B5EF4-FFF2-40B4-BE49-F238E27FC236}">
                  <a16:creationId xmlns:a16="http://schemas.microsoft.com/office/drawing/2014/main" id="{3A07E625-4839-518D-9871-05B740DDE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4" y="2470"/>
              <a:ext cx="184" cy="619"/>
            </a:xfrm>
            <a:custGeom>
              <a:avLst/>
              <a:gdLst>
                <a:gd name="T0" fmla="*/ 0 w 184"/>
                <a:gd name="T1" fmla="*/ 619 h 619"/>
                <a:gd name="T2" fmla="*/ 184 w 184"/>
                <a:gd name="T3" fmla="*/ 0 h 6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4" h="619">
                  <a:moveTo>
                    <a:pt x="0" y="619"/>
                  </a:moveTo>
                  <a:lnTo>
                    <a:pt x="184" y="0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Freeform 57">
              <a:extLst>
                <a:ext uri="{FF2B5EF4-FFF2-40B4-BE49-F238E27FC236}">
                  <a16:creationId xmlns:a16="http://schemas.microsoft.com/office/drawing/2014/main" id="{ED9A228A-6769-88FE-3C59-A8DE15D5E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6" y="2928"/>
              <a:ext cx="678" cy="161"/>
            </a:xfrm>
            <a:custGeom>
              <a:avLst/>
              <a:gdLst>
                <a:gd name="T0" fmla="*/ 0 w 678"/>
                <a:gd name="T1" fmla="*/ 0 h 161"/>
                <a:gd name="T2" fmla="*/ 678 w 678"/>
                <a:gd name="T3" fmla="*/ 161 h 16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78" h="161">
                  <a:moveTo>
                    <a:pt x="0" y="0"/>
                  </a:moveTo>
                  <a:lnTo>
                    <a:pt x="678" y="161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4" name="Group 58">
            <a:extLst>
              <a:ext uri="{FF2B5EF4-FFF2-40B4-BE49-F238E27FC236}">
                <a16:creationId xmlns:a16="http://schemas.microsoft.com/office/drawing/2014/main" id="{F7E53EB2-2B9E-1D8B-ABE3-7332CBE3E65F}"/>
              </a:ext>
            </a:extLst>
          </p:cNvPr>
          <p:cNvGrpSpPr>
            <a:grpSpLocks/>
          </p:cNvGrpSpPr>
          <p:nvPr/>
        </p:nvGrpSpPr>
        <p:grpSpPr bwMode="auto">
          <a:xfrm>
            <a:off x="7894588" y="4649810"/>
            <a:ext cx="719137" cy="466725"/>
            <a:chOff x="3491" y="2887"/>
            <a:chExt cx="453" cy="294"/>
          </a:xfrm>
        </p:grpSpPr>
        <p:sp>
          <p:nvSpPr>
            <p:cNvPr id="65" name="Text Box 59">
              <a:extLst>
                <a:ext uri="{FF2B5EF4-FFF2-40B4-BE49-F238E27FC236}">
                  <a16:creationId xmlns:a16="http://schemas.microsoft.com/office/drawing/2014/main" id="{FA3E7872-87BC-768A-17A4-D2F787CF66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1" y="2893"/>
              <a:ext cx="45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c</a:t>
              </a:r>
              <a:r>
                <a:rPr kumimoji="1" lang="en-US" altLang="zh-CN" sz="2400" b="1" i="1" baseline="-8000">
                  <a:latin typeface="Times New Roman" panose="02020603050405020304" pitchFamily="18" charset="0"/>
                </a:rPr>
                <a:t>1</a:t>
              </a:r>
              <a:r>
                <a:rPr kumimoji="1" lang="en-US" altLang="zh-CN" sz="2400" b="1" i="1">
                  <a:latin typeface="Times New Roman" panose="02020603050405020304" pitchFamily="18" charset="0"/>
                </a:rPr>
                <a:t>  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66" name="Text Box 60">
              <a:extLst>
                <a:ext uri="{FF2B5EF4-FFF2-40B4-BE49-F238E27FC236}">
                  <a16:creationId xmlns:a16="http://schemas.microsoft.com/office/drawing/2014/main" id="{FB6C6AA2-233A-2E9B-FAB3-F1848D4EB9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3" y="2887"/>
              <a:ext cx="192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000" b="1">
                  <a:solidFill>
                    <a:srgbClr val="FF0066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</p:grpSp>
      <p:grpSp>
        <p:nvGrpSpPr>
          <p:cNvPr id="67" name="Group 61">
            <a:extLst>
              <a:ext uri="{FF2B5EF4-FFF2-40B4-BE49-F238E27FC236}">
                <a16:creationId xmlns:a16="http://schemas.microsoft.com/office/drawing/2014/main" id="{166EC2AF-2894-0685-2CCC-6A96EF9F132B}"/>
              </a:ext>
            </a:extLst>
          </p:cNvPr>
          <p:cNvGrpSpPr>
            <a:grpSpLocks/>
          </p:cNvGrpSpPr>
          <p:nvPr/>
        </p:nvGrpSpPr>
        <p:grpSpPr bwMode="auto">
          <a:xfrm>
            <a:off x="3089225" y="2700360"/>
            <a:ext cx="3970338" cy="3727450"/>
            <a:chOff x="472" y="1659"/>
            <a:chExt cx="2501" cy="2348"/>
          </a:xfrm>
        </p:grpSpPr>
        <p:sp>
          <p:nvSpPr>
            <p:cNvPr id="68" name="Text Box 62">
              <a:extLst>
                <a:ext uri="{FF2B5EF4-FFF2-40B4-BE49-F238E27FC236}">
                  <a16:creationId xmlns:a16="http://schemas.microsoft.com/office/drawing/2014/main" id="{969E1470-53B6-9BA8-6064-4F1AA54FE4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3" y="2831"/>
              <a:ext cx="2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000000"/>
                  </a:solidFill>
                  <a:latin typeface="Dutch801 Rm BT" pitchFamily="18" charset="0"/>
                </a:rPr>
                <a:t>c</a:t>
              </a:r>
              <a:r>
                <a:rPr kumimoji="1"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</a:t>
              </a:r>
            </a:p>
          </p:txBody>
        </p:sp>
        <p:sp>
          <p:nvSpPr>
            <p:cNvPr id="69" name="Text Box 63">
              <a:extLst>
                <a:ext uri="{FF2B5EF4-FFF2-40B4-BE49-F238E27FC236}">
                  <a16:creationId xmlns:a16="http://schemas.microsoft.com/office/drawing/2014/main" id="{49580380-7066-E6B2-B132-CFA28AECBC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" y="2624"/>
              <a:ext cx="2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</a:p>
          </p:txBody>
        </p:sp>
        <p:sp>
          <p:nvSpPr>
            <p:cNvPr id="70" name="Text Box 64">
              <a:extLst>
                <a:ext uri="{FF2B5EF4-FFF2-40B4-BE49-F238E27FC236}">
                  <a16:creationId xmlns:a16="http://schemas.microsoft.com/office/drawing/2014/main" id="{A299ADB3-9AAF-6A71-73DC-F2E2DA37B6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6" y="2639"/>
              <a:ext cx="2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b</a:t>
              </a:r>
              <a:r>
                <a:rPr kumimoji="1"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</a:p>
          </p:txBody>
        </p:sp>
        <p:sp>
          <p:nvSpPr>
            <p:cNvPr id="71" name="Text Box 65">
              <a:extLst>
                <a:ext uri="{FF2B5EF4-FFF2-40B4-BE49-F238E27FC236}">
                  <a16:creationId xmlns:a16="http://schemas.microsoft.com/office/drawing/2014/main" id="{2381D6F1-43B5-7093-60DE-0F30848285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9" y="2639"/>
              <a:ext cx="29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r>
                <a:rPr kumimoji="1"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</a:t>
              </a:r>
            </a:p>
          </p:txBody>
        </p:sp>
        <p:sp>
          <p:nvSpPr>
            <p:cNvPr id="72" name="Text Box 66">
              <a:extLst>
                <a:ext uri="{FF2B5EF4-FFF2-40B4-BE49-F238E27FC236}">
                  <a16:creationId xmlns:a16="http://schemas.microsoft.com/office/drawing/2014/main" id="{767F4A0A-4407-BFD4-0CAB-BEDA664610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5" y="3321"/>
              <a:ext cx="1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73" name="Text Box 67">
              <a:extLst>
                <a:ext uri="{FF2B5EF4-FFF2-40B4-BE49-F238E27FC236}">
                  <a16:creationId xmlns:a16="http://schemas.microsoft.com/office/drawing/2014/main" id="{1E72648E-03CA-4D37-BC66-78965E9F51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" y="2905"/>
              <a:ext cx="21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74" name="Text Box 68">
              <a:extLst>
                <a:ext uri="{FF2B5EF4-FFF2-40B4-BE49-F238E27FC236}">
                  <a16:creationId xmlns:a16="http://schemas.microsoft.com/office/drawing/2014/main" id="{083C60F9-3F60-89D0-4C83-FACA5FE348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" y="371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75" name="Text Box 69">
              <a:extLst>
                <a:ext uri="{FF2B5EF4-FFF2-40B4-BE49-F238E27FC236}">
                  <a16:creationId xmlns:a16="http://schemas.microsoft.com/office/drawing/2014/main" id="{9A6320F2-173E-5ADE-838E-710795CE30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6" y="2912"/>
              <a:ext cx="19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000000"/>
                  </a:solidFill>
                  <a:latin typeface="Dutch801 Rm BT" pitchFamily="18" charset="0"/>
                </a:rPr>
                <a:t>c</a:t>
              </a:r>
              <a:endParaRPr kumimoji="1"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76" name="Text Box 70">
              <a:extLst>
                <a:ext uri="{FF2B5EF4-FFF2-40B4-BE49-F238E27FC236}">
                  <a16:creationId xmlns:a16="http://schemas.microsoft.com/office/drawing/2014/main" id="{64F529B3-615C-7B77-ADE4-703F9EEF49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6" y="2631"/>
              <a:ext cx="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r>
                <a:rPr kumimoji="1"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</a:t>
              </a:r>
            </a:p>
          </p:txBody>
        </p:sp>
        <p:sp>
          <p:nvSpPr>
            <p:cNvPr id="77" name="Text Box 71">
              <a:extLst>
                <a:ext uri="{FF2B5EF4-FFF2-40B4-BE49-F238E27FC236}">
                  <a16:creationId xmlns:a16="http://schemas.microsoft.com/office/drawing/2014/main" id="{88EFA7B0-8F86-1C1F-3407-798D4FD6DA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8" y="1665"/>
              <a:ext cx="27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  <a:r>
                <a:rPr kumimoji="1"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</a:t>
              </a:r>
            </a:p>
          </p:txBody>
        </p:sp>
        <p:sp>
          <p:nvSpPr>
            <p:cNvPr id="78" name="Text Box 72">
              <a:extLst>
                <a:ext uri="{FF2B5EF4-FFF2-40B4-BE49-F238E27FC236}">
                  <a16:creationId xmlns:a16="http://schemas.microsoft.com/office/drawing/2014/main" id="{8E5D2B91-3527-D762-F442-21E6A8C247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7" y="1659"/>
              <a:ext cx="23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s</a:t>
              </a:r>
              <a:r>
                <a:rPr kumimoji="1"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</a:p>
          </p:txBody>
        </p:sp>
        <p:sp>
          <p:nvSpPr>
            <p:cNvPr id="79" name="Text Box 73">
              <a:extLst>
                <a:ext uri="{FF2B5EF4-FFF2-40B4-BE49-F238E27FC236}">
                  <a16:creationId xmlns:a16="http://schemas.microsoft.com/office/drawing/2014/main" id="{8463B368-5224-1475-64F3-BEC868C3BC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2" y="2639"/>
              <a:ext cx="2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  <a:r>
                <a:rPr kumimoji="1" lang="en-US" altLang="zh-CN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</a:p>
          </p:txBody>
        </p:sp>
      </p:grpSp>
      <p:grpSp>
        <p:nvGrpSpPr>
          <p:cNvPr id="80" name="Group 74">
            <a:extLst>
              <a:ext uri="{FF2B5EF4-FFF2-40B4-BE49-F238E27FC236}">
                <a16:creationId xmlns:a16="http://schemas.microsoft.com/office/drawing/2014/main" id="{DB003A1A-D776-816F-1061-8BB4E4207348}"/>
              </a:ext>
            </a:extLst>
          </p:cNvPr>
          <p:cNvGrpSpPr>
            <a:grpSpLocks/>
          </p:cNvGrpSpPr>
          <p:nvPr/>
        </p:nvGrpSpPr>
        <p:grpSpPr bwMode="auto">
          <a:xfrm>
            <a:off x="3267025" y="4764110"/>
            <a:ext cx="4864100" cy="742950"/>
            <a:chOff x="584" y="2959"/>
            <a:chExt cx="3064" cy="468"/>
          </a:xfrm>
        </p:grpSpPr>
        <p:sp>
          <p:nvSpPr>
            <p:cNvPr id="81" name="Freeform 75">
              <a:extLst>
                <a:ext uri="{FF2B5EF4-FFF2-40B4-BE49-F238E27FC236}">
                  <a16:creationId xmlns:a16="http://schemas.microsoft.com/office/drawing/2014/main" id="{316B8813-377F-9EED-BA07-3D2DAEA4AC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1" y="2959"/>
              <a:ext cx="857" cy="468"/>
            </a:xfrm>
            <a:custGeom>
              <a:avLst/>
              <a:gdLst>
                <a:gd name="T0" fmla="*/ 354 w 1069"/>
                <a:gd name="T1" fmla="*/ 0 h 615"/>
                <a:gd name="T2" fmla="*/ 0 w 1069"/>
                <a:gd name="T3" fmla="*/ 157 h 6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69" h="615">
                  <a:moveTo>
                    <a:pt x="1069" y="0"/>
                  </a:moveTo>
                  <a:lnTo>
                    <a:pt x="0" y="615"/>
                  </a:lnTo>
                </a:path>
              </a:pathLst>
            </a:custGeom>
            <a:noFill/>
            <a:ln w="28575" cmpd="sng">
              <a:solidFill>
                <a:srgbClr val="00B0F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" name="Freeform 76">
              <a:extLst>
                <a:ext uri="{FF2B5EF4-FFF2-40B4-BE49-F238E27FC236}">
                  <a16:creationId xmlns:a16="http://schemas.microsoft.com/office/drawing/2014/main" id="{32E39C56-E8CE-FC0B-F29E-A55822A698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" y="3148"/>
              <a:ext cx="1233" cy="1"/>
            </a:xfrm>
            <a:custGeom>
              <a:avLst/>
              <a:gdLst>
                <a:gd name="T0" fmla="*/ 1233 w 1233"/>
                <a:gd name="T1" fmla="*/ 0 h 1"/>
                <a:gd name="T2" fmla="*/ 0 w 1233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33" h="1">
                  <a:moveTo>
                    <a:pt x="1233" y="0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3" name="Group 77">
            <a:extLst>
              <a:ext uri="{FF2B5EF4-FFF2-40B4-BE49-F238E27FC236}">
                <a16:creationId xmlns:a16="http://schemas.microsoft.com/office/drawing/2014/main" id="{021105E2-9C58-9FB0-F3CB-4B3BE79ED7FA}"/>
              </a:ext>
            </a:extLst>
          </p:cNvPr>
          <p:cNvGrpSpPr>
            <a:grpSpLocks/>
          </p:cNvGrpSpPr>
          <p:nvPr/>
        </p:nvGrpSpPr>
        <p:grpSpPr bwMode="auto">
          <a:xfrm>
            <a:off x="3946475" y="4643460"/>
            <a:ext cx="4187825" cy="695325"/>
            <a:chOff x="1020" y="2875"/>
            <a:chExt cx="2638" cy="438"/>
          </a:xfrm>
        </p:grpSpPr>
        <p:sp>
          <p:nvSpPr>
            <p:cNvPr id="84" name="Line 78">
              <a:extLst>
                <a:ext uri="{FF2B5EF4-FFF2-40B4-BE49-F238E27FC236}">
                  <a16:creationId xmlns:a16="http://schemas.microsoft.com/office/drawing/2014/main" id="{9FC5D804-FC9D-D665-03D5-ED995DD8EE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20" y="2875"/>
              <a:ext cx="816" cy="0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" name="Freeform 79">
              <a:extLst>
                <a:ext uri="{FF2B5EF4-FFF2-40B4-BE49-F238E27FC236}">
                  <a16:creationId xmlns:a16="http://schemas.microsoft.com/office/drawing/2014/main" id="{D08E375B-6395-A59E-45B3-F065CA4241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8" y="2946"/>
              <a:ext cx="650" cy="367"/>
            </a:xfrm>
            <a:custGeom>
              <a:avLst/>
              <a:gdLst>
                <a:gd name="T0" fmla="*/ 650 w 650"/>
                <a:gd name="T1" fmla="*/ 0 h 367"/>
                <a:gd name="T2" fmla="*/ 0 w 650"/>
                <a:gd name="T3" fmla="*/ 367 h 36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50" h="367">
                  <a:moveTo>
                    <a:pt x="650" y="0"/>
                  </a:moveTo>
                  <a:lnTo>
                    <a:pt x="0" y="367"/>
                  </a:lnTo>
                </a:path>
              </a:pathLst>
            </a:custGeom>
            <a:noFill/>
            <a:ln w="28575" cap="flat" cmpd="sng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6" name="Group 80">
            <a:extLst>
              <a:ext uri="{FF2B5EF4-FFF2-40B4-BE49-F238E27FC236}">
                <a16:creationId xmlns:a16="http://schemas.microsoft.com/office/drawing/2014/main" id="{2D9D6994-5423-404F-CBB7-734B46F8906D}"/>
              </a:ext>
            </a:extLst>
          </p:cNvPr>
          <p:cNvGrpSpPr>
            <a:grpSpLocks/>
          </p:cNvGrpSpPr>
          <p:nvPr/>
        </p:nvGrpSpPr>
        <p:grpSpPr bwMode="auto">
          <a:xfrm>
            <a:off x="4179838" y="4770460"/>
            <a:ext cx="3951287" cy="452438"/>
            <a:chOff x="1159" y="2963"/>
            <a:chExt cx="2489" cy="285"/>
          </a:xfrm>
        </p:grpSpPr>
        <p:sp>
          <p:nvSpPr>
            <p:cNvPr id="87" name="Freeform 81">
              <a:extLst>
                <a:ext uri="{FF2B5EF4-FFF2-40B4-BE49-F238E27FC236}">
                  <a16:creationId xmlns:a16="http://schemas.microsoft.com/office/drawing/2014/main" id="{D07F1359-99DF-6709-FD2A-F4AA5F6708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9" y="3148"/>
              <a:ext cx="640" cy="2"/>
            </a:xfrm>
            <a:custGeom>
              <a:avLst/>
              <a:gdLst>
                <a:gd name="T0" fmla="*/ 0 w 640"/>
                <a:gd name="T1" fmla="*/ 2 h 2"/>
                <a:gd name="T2" fmla="*/ 640 w 640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40" h="2">
                  <a:moveTo>
                    <a:pt x="0" y="2"/>
                  </a:moveTo>
                  <a:lnTo>
                    <a:pt x="640" y="0"/>
                  </a:lnTo>
                </a:path>
              </a:pathLst>
            </a:custGeom>
            <a:noFill/>
            <a:ln w="38100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" name="Freeform 82">
              <a:extLst>
                <a:ext uri="{FF2B5EF4-FFF2-40B4-BE49-F238E27FC236}">
                  <a16:creationId xmlns:a16="http://schemas.microsoft.com/office/drawing/2014/main" id="{EA84CF55-4F9B-6E34-8FB2-9132F08F35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2" y="2963"/>
              <a:ext cx="506" cy="285"/>
            </a:xfrm>
            <a:custGeom>
              <a:avLst/>
              <a:gdLst>
                <a:gd name="T0" fmla="*/ 207 w 632"/>
                <a:gd name="T1" fmla="*/ 0 h 375"/>
                <a:gd name="T2" fmla="*/ 0 w 632"/>
                <a:gd name="T3" fmla="*/ 95 h 37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32" h="375">
                  <a:moveTo>
                    <a:pt x="632" y="0"/>
                  </a:moveTo>
                  <a:lnTo>
                    <a:pt x="0" y="375"/>
                  </a:lnTo>
                </a:path>
              </a:pathLst>
            </a:custGeom>
            <a:noFill/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9" name="Group 83">
            <a:extLst>
              <a:ext uri="{FF2B5EF4-FFF2-40B4-BE49-F238E27FC236}">
                <a16:creationId xmlns:a16="http://schemas.microsoft.com/office/drawing/2014/main" id="{A732FBF6-E87A-E466-C75C-C6EF80502A08}"/>
              </a:ext>
            </a:extLst>
          </p:cNvPr>
          <p:cNvGrpSpPr>
            <a:grpSpLocks/>
          </p:cNvGrpSpPr>
          <p:nvPr/>
        </p:nvGrpSpPr>
        <p:grpSpPr bwMode="auto">
          <a:xfrm>
            <a:off x="4187775" y="5065735"/>
            <a:ext cx="3519488" cy="406400"/>
            <a:chOff x="1164" y="3149"/>
            <a:chExt cx="2217" cy="256"/>
          </a:xfrm>
        </p:grpSpPr>
        <p:sp>
          <p:nvSpPr>
            <p:cNvPr id="90" name="Line 84">
              <a:extLst>
                <a:ext uri="{FF2B5EF4-FFF2-40B4-BE49-F238E27FC236}">
                  <a16:creationId xmlns:a16="http://schemas.microsoft.com/office/drawing/2014/main" id="{55B5FD35-3FCD-B6C0-F3EB-2F7002028F1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1164" y="3149"/>
              <a:ext cx="0" cy="256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Freeform 85">
              <a:extLst>
                <a:ext uri="{FF2B5EF4-FFF2-40B4-BE49-F238E27FC236}">
                  <a16:creationId xmlns:a16="http://schemas.microsoft.com/office/drawing/2014/main" id="{64393561-4E33-E024-3B99-43873351EF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8" y="3244"/>
              <a:ext cx="233" cy="112"/>
            </a:xfrm>
            <a:custGeom>
              <a:avLst/>
              <a:gdLst>
                <a:gd name="T0" fmla="*/ 0 w 233"/>
                <a:gd name="T1" fmla="*/ 0 h 112"/>
                <a:gd name="T2" fmla="*/ 233 w 233"/>
                <a:gd name="T3" fmla="*/ 112 h 1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3" h="112">
                  <a:moveTo>
                    <a:pt x="0" y="0"/>
                  </a:moveTo>
                  <a:lnTo>
                    <a:pt x="233" y="112"/>
                  </a:lnTo>
                </a:path>
              </a:pathLst>
            </a:custGeom>
            <a:noFill/>
            <a:ln w="28575" cap="flat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2" name="Group 86">
            <a:extLst>
              <a:ext uri="{FF2B5EF4-FFF2-40B4-BE49-F238E27FC236}">
                <a16:creationId xmlns:a16="http://schemas.microsoft.com/office/drawing/2014/main" id="{94E50F74-192E-D472-9F67-6BB7D099EB27}"/>
              </a:ext>
            </a:extLst>
          </p:cNvPr>
          <p:cNvGrpSpPr>
            <a:grpSpLocks/>
          </p:cNvGrpSpPr>
          <p:nvPr/>
        </p:nvGrpSpPr>
        <p:grpSpPr bwMode="auto">
          <a:xfrm>
            <a:off x="7656463" y="5564210"/>
            <a:ext cx="809625" cy="457200"/>
            <a:chOff x="3349" y="3463"/>
            <a:chExt cx="510" cy="288"/>
          </a:xfrm>
        </p:grpSpPr>
        <p:sp>
          <p:nvSpPr>
            <p:cNvPr id="93" name="Text Box 87">
              <a:extLst>
                <a:ext uri="{FF2B5EF4-FFF2-40B4-BE49-F238E27FC236}">
                  <a16:creationId xmlns:a16="http://schemas.microsoft.com/office/drawing/2014/main" id="{935DFDAA-A3D2-769E-FA9D-8CFD21A6D6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9" y="3463"/>
              <a:ext cx="51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b</a:t>
              </a:r>
              <a:r>
                <a:rPr kumimoji="1" lang="en-US" altLang="zh-CN" sz="2400" b="1" i="1" baseline="-10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4" name="Text Box 88">
              <a:extLst>
                <a:ext uri="{FF2B5EF4-FFF2-40B4-BE49-F238E27FC236}">
                  <a16:creationId xmlns:a16="http://schemas.microsoft.com/office/drawing/2014/main" id="{157D67B9-D797-A1CD-02F1-6B998A5D14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2" y="3505"/>
              <a:ext cx="192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000" b="1">
                  <a:solidFill>
                    <a:srgbClr val="FF0066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</p:grpSp>
      <p:grpSp>
        <p:nvGrpSpPr>
          <p:cNvPr id="95" name="Group 89">
            <a:extLst>
              <a:ext uri="{FF2B5EF4-FFF2-40B4-BE49-F238E27FC236}">
                <a16:creationId xmlns:a16="http://schemas.microsoft.com/office/drawing/2014/main" id="{CAEA67C3-56A2-BB60-FBF0-05680FFCF216}"/>
              </a:ext>
            </a:extLst>
          </p:cNvPr>
          <p:cNvGrpSpPr>
            <a:grpSpLocks/>
          </p:cNvGrpSpPr>
          <p:nvPr/>
        </p:nvGrpSpPr>
        <p:grpSpPr bwMode="auto">
          <a:xfrm>
            <a:off x="7516763" y="3397273"/>
            <a:ext cx="404812" cy="547687"/>
            <a:chOff x="3261" y="2098"/>
            <a:chExt cx="255" cy="345"/>
          </a:xfrm>
        </p:grpSpPr>
        <p:sp>
          <p:nvSpPr>
            <p:cNvPr id="96" name="Text Box 90">
              <a:extLst>
                <a:ext uri="{FF2B5EF4-FFF2-40B4-BE49-F238E27FC236}">
                  <a16:creationId xmlns:a16="http://schemas.microsoft.com/office/drawing/2014/main" id="{EE5661FC-0CCA-7465-C810-31F7BD89C1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1" y="2098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s</a:t>
              </a:r>
              <a:r>
                <a:rPr kumimoji="1" lang="en-US" altLang="zh-CN" sz="2400" b="1" i="1" baseline="-8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97" name="Text Box 91">
              <a:extLst>
                <a:ext uri="{FF2B5EF4-FFF2-40B4-BE49-F238E27FC236}">
                  <a16:creationId xmlns:a16="http://schemas.microsoft.com/office/drawing/2014/main" id="{DD8CF49B-9AAE-B8C7-C1D1-7F7C9F7BA8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6" y="2289"/>
              <a:ext cx="197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000" b="1">
                  <a:solidFill>
                    <a:srgbClr val="FF0066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</p:grpSp>
      <p:grpSp>
        <p:nvGrpSpPr>
          <p:cNvPr id="98" name="Group 92">
            <a:extLst>
              <a:ext uri="{FF2B5EF4-FFF2-40B4-BE49-F238E27FC236}">
                <a16:creationId xmlns:a16="http://schemas.microsoft.com/office/drawing/2014/main" id="{CC5C7100-FC38-F0DA-97C3-5D53DB83D3AA}"/>
              </a:ext>
            </a:extLst>
          </p:cNvPr>
          <p:cNvGrpSpPr>
            <a:grpSpLocks/>
          </p:cNvGrpSpPr>
          <p:nvPr/>
        </p:nvGrpSpPr>
        <p:grpSpPr bwMode="auto">
          <a:xfrm>
            <a:off x="6095950" y="5148285"/>
            <a:ext cx="1030288" cy="457200"/>
            <a:chOff x="2366" y="3201"/>
            <a:chExt cx="649" cy="288"/>
          </a:xfrm>
        </p:grpSpPr>
        <p:sp>
          <p:nvSpPr>
            <p:cNvPr id="99" name="Text Box 93">
              <a:extLst>
                <a:ext uri="{FF2B5EF4-FFF2-40B4-BE49-F238E27FC236}">
                  <a16:creationId xmlns:a16="http://schemas.microsoft.com/office/drawing/2014/main" id="{8A99089A-8F81-03E9-3439-D474D4DB64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6" y="3201"/>
              <a:ext cx="6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b="1" i="1"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400" b="1" i="1" baseline="-8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00" name="Text Box 94">
              <a:extLst>
                <a:ext uri="{FF2B5EF4-FFF2-40B4-BE49-F238E27FC236}">
                  <a16:creationId xmlns:a16="http://schemas.microsoft.com/office/drawing/2014/main" id="{9608556A-8252-69CF-D305-22E51A1FB0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0" y="3333"/>
              <a:ext cx="24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000" b="1">
                  <a:solidFill>
                    <a:srgbClr val="FF0066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</p:grpSp>
      <p:sp>
        <p:nvSpPr>
          <p:cNvPr id="101" name="Freeform 95">
            <a:extLst>
              <a:ext uri="{FF2B5EF4-FFF2-40B4-BE49-F238E27FC236}">
                <a16:creationId xmlns:a16="http://schemas.microsoft.com/office/drawing/2014/main" id="{206C6DFE-A88C-787E-9F7B-72A638143E36}"/>
              </a:ext>
            </a:extLst>
          </p:cNvPr>
          <p:cNvSpPr>
            <a:spLocks/>
          </p:cNvSpPr>
          <p:nvPr/>
        </p:nvSpPr>
        <p:spPr bwMode="auto">
          <a:xfrm>
            <a:off x="7854900" y="4737123"/>
            <a:ext cx="276225" cy="969962"/>
          </a:xfrm>
          <a:custGeom>
            <a:avLst/>
            <a:gdLst>
              <a:gd name="T0" fmla="*/ 0 w 174"/>
              <a:gd name="T1" fmla="*/ 2147483647 h 611"/>
              <a:gd name="T2" fmla="*/ 2147483647 w 174"/>
              <a:gd name="T3" fmla="*/ 0 h 61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74" h="611">
                <a:moveTo>
                  <a:pt x="0" y="611"/>
                </a:moveTo>
                <a:lnTo>
                  <a:pt x="174" y="0"/>
                </a:ln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" name="Freeform 96">
            <a:extLst>
              <a:ext uri="{FF2B5EF4-FFF2-40B4-BE49-F238E27FC236}">
                <a16:creationId xmlns:a16="http://schemas.microsoft.com/office/drawing/2014/main" id="{3EDCA4A7-0338-CACC-83DB-7E5B67738580}"/>
              </a:ext>
            </a:extLst>
          </p:cNvPr>
          <p:cNvSpPr>
            <a:spLocks/>
          </p:cNvSpPr>
          <p:nvPr/>
        </p:nvSpPr>
        <p:spPr bwMode="auto">
          <a:xfrm>
            <a:off x="6778575" y="5503885"/>
            <a:ext cx="1076325" cy="255588"/>
          </a:xfrm>
          <a:custGeom>
            <a:avLst/>
            <a:gdLst>
              <a:gd name="T0" fmla="*/ 0 w 678"/>
              <a:gd name="T1" fmla="*/ 0 h 161"/>
              <a:gd name="T2" fmla="*/ 2147483647 w 678"/>
              <a:gd name="T3" fmla="*/ 2147483647 h 16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678" h="161">
                <a:moveTo>
                  <a:pt x="0" y="0"/>
                </a:moveTo>
                <a:lnTo>
                  <a:pt x="678" y="161"/>
                </a:lnTo>
              </a:path>
            </a:pathLst>
          </a:cu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" name="Line 97">
            <a:extLst>
              <a:ext uri="{FF2B5EF4-FFF2-40B4-BE49-F238E27FC236}">
                <a16:creationId xmlns:a16="http://schemas.microsoft.com/office/drawing/2014/main" id="{1F39E456-9177-79B9-8985-9EA7595751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88100" y="3824310"/>
            <a:ext cx="915988" cy="16827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" name="Freeform 98">
            <a:extLst>
              <a:ext uri="{FF2B5EF4-FFF2-40B4-BE49-F238E27FC236}">
                <a16:creationId xmlns:a16="http://schemas.microsoft.com/office/drawing/2014/main" id="{2145E460-7345-5730-734D-22B744A92D22}"/>
              </a:ext>
            </a:extLst>
          </p:cNvPr>
          <p:cNvSpPr>
            <a:spLocks/>
          </p:cNvSpPr>
          <p:nvPr/>
        </p:nvSpPr>
        <p:spPr bwMode="auto">
          <a:xfrm>
            <a:off x="7702500" y="3849710"/>
            <a:ext cx="152400" cy="1900238"/>
          </a:xfrm>
          <a:custGeom>
            <a:avLst/>
            <a:gdLst>
              <a:gd name="T0" fmla="*/ 0 w 96"/>
              <a:gd name="T1" fmla="*/ 0 h 1197"/>
              <a:gd name="T2" fmla="*/ 2147483647 w 96"/>
              <a:gd name="T3" fmla="*/ 2147483647 h 119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96" h="1197">
                <a:moveTo>
                  <a:pt x="0" y="0"/>
                </a:moveTo>
                <a:lnTo>
                  <a:pt x="96" y="1197"/>
                </a:lnTo>
              </a:path>
            </a:pathLst>
          </a:custGeom>
          <a:noFill/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" name="Line 99">
            <a:extLst>
              <a:ext uri="{FF2B5EF4-FFF2-40B4-BE49-F238E27FC236}">
                <a16:creationId xmlns:a16="http://schemas.microsoft.com/office/drawing/2014/main" id="{2ADAD3BE-4CE4-3DC5-45D5-E8BCA85A7460}"/>
              </a:ext>
            </a:extLst>
          </p:cNvPr>
          <p:cNvSpPr>
            <a:spLocks noChangeShapeType="1"/>
          </p:cNvSpPr>
          <p:nvPr/>
        </p:nvSpPr>
        <p:spPr bwMode="auto">
          <a:xfrm>
            <a:off x="7704088" y="3841773"/>
            <a:ext cx="427037" cy="92868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6" name="Group 100">
            <a:extLst>
              <a:ext uri="{FF2B5EF4-FFF2-40B4-BE49-F238E27FC236}">
                <a16:creationId xmlns:a16="http://schemas.microsoft.com/office/drawing/2014/main" id="{5CF35AAF-DCC5-42F8-BD67-B091E81BEF79}"/>
              </a:ext>
            </a:extLst>
          </p:cNvPr>
          <p:cNvGrpSpPr>
            <a:grpSpLocks/>
          </p:cNvGrpSpPr>
          <p:nvPr/>
        </p:nvGrpSpPr>
        <p:grpSpPr bwMode="auto">
          <a:xfrm>
            <a:off x="5613350" y="4638698"/>
            <a:ext cx="2257425" cy="1125537"/>
            <a:chOff x="2062" y="2880"/>
            <a:chExt cx="1422" cy="709"/>
          </a:xfrm>
        </p:grpSpPr>
        <p:sp>
          <p:nvSpPr>
            <p:cNvPr id="107" name="Freeform 101">
              <a:extLst>
                <a:ext uri="{FF2B5EF4-FFF2-40B4-BE49-F238E27FC236}">
                  <a16:creationId xmlns:a16="http://schemas.microsoft.com/office/drawing/2014/main" id="{A509058B-9F33-58DA-61D5-0E759A4D2B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2" y="2880"/>
              <a:ext cx="640" cy="1"/>
            </a:xfrm>
            <a:custGeom>
              <a:avLst/>
              <a:gdLst>
                <a:gd name="T0" fmla="*/ 0 w 640"/>
                <a:gd name="T1" fmla="*/ 0 h 1"/>
                <a:gd name="T2" fmla="*/ 640 w 640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40" h="1">
                  <a:moveTo>
                    <a:pt x="0" y="0"/>
                  </a:moveTo>
                  <a:lnTo>
                    <a:pt x="640" y="0"/>
                  </a:lnTo>
                </a:path>
              </a:pathLst>
            </a:custGeom>
            <a:noFill/>
            <a:ln w="38100" cap="flat" cmpd="sng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" name="Freeform 102">
              <a:extLst>
                <a:ext uri="{FF2B5EF4-FFF2-40B4-BE49-F238E27FC236}">
                  <a16:creationId xmlns:a16="http://schemas.microsoft.com/office/drawing/2014/main" id="{8B170C34-CF93-DEFF-FC6F-97B74E98B1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6" y="3329"/>
              <a:ext cx="488" cy="260"/>
            </a:xfrm>
            <a:custGeom>
              <a:avLst/>
              <a:gdLst>
                <a:gd name="T0" fmla="*/ 0 w 488"/>
                <a:gd name="T1" fmla="*/ 0 h 260"/>
                <a:gd name="T2" fmla="*/ 488 w 488"/>
                <a:gd name="T3" fmla="*/ 260 h 2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88" h="260">
                  <a:moveTo>
                    <a:pt x="0" y="0"/>
                  </a:moveTo>
                  <a:lnTo>
                    <a:pt x="488" y="260"/>
                  </a:lnTo>
                </a:path>
              </a:pathLst>
            </a:custGeom>
            <a:noFill/>
            <a:ln w="28575" cmpd="sng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9" name="Text Box 13">
            <a:extLst>
              <a:ext uri="{FF2B5EF4-FFF2-40B4-BE49-F238E27FC236}">
                <a16:creationId xmlns:a16="http://schemas.microsoft.com/office/drawing/2014/main" id="{3A36B692-B97E-AF2C-959D-3A7E8CAEAF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877" y="1100857"/>
            <a:ext cx="2377574" cy="497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平面体轴测图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00316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000"/>
                            </p:stCondLst>
                            <p:childTnLst>
                              <p:par>
                                <p:cTn id="10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54" grpId="0" animBg="1"/>
      <p:bldP spid="101" grpId="0" animBg="1"/>
      <p:bldP spid="102" grpId="0" animBg="1"/>
      <p:bldP spid="103" grpId="0" animBg="1"/>
      <p:bldP spid="104" grpId="0" animBg="1"/>
      <p:bldP spid="10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F96C1-0263-E331-98A2-57331556B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A643E7E6-69E3-6CD6-A27B-EFEE7FE2E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13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CB2EF737-64D9-A1B1-B2F7-4905E4C64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93862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正等轴测图</a:t>
            </a:r>
          </a:p>
        </p:txBody>
      </p:sp>
      <p:sp>
        <p:nvSpPr>
          <p:cNvPr id="2" name="Text Box 37">
            <a:extLst>
              <a:ext uri="{FF2B5EF4-FFF2-40B4-BE49-F238E27FC236}">
                <a16:creationId xmlns:a16="http://schemas.microsoft.com/office/drawing/2014/main" id="{4A0976A7-C6E3-C4DB-69FB-0FA52A03A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664" y="2319613"/>
            <a:ext cx="142058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zh-CN" altLang="en-US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切割法</a:t>
            </a:r>
          </a:p>
        </p:txBody>
      </p:sp>
      <p:sp>
        <p:nvSpPr>
          <p:cNvPr id="4" name="Text Box 54">
            <a:extLst>
              <a:ext uri="{FF2B5EF4-FFF2-40B4-BE49-F238E27FC236}">
                <a16:creationId xmlns:a16="http://schemas.microsoft.com/office/drawing/2014/main" id="{65CAA715-6DC9-B506-04C8-BEB48FDA6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647" y="1740137"/>
            <a:ext cx="428835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例：已知五棱柱三视图，画轴测图。</a:t>
            </a:r>
          </a:p>
        </p:txBody>
      </p:sp>
      <p:sp>
        <p:nvSpPr>
          <p:cNvPr id="5" name="Rectangle 103">
            <a:extLst>
              <a:ext uri="{FF2B5EF4-FFF2-40B4-BE49-F238E27FC236}">
                <a16:creationId xmlns:a16="http://schemas.microsoft.com/office/drawing/2014/main" id="{534D997A-D3B3-69F1-D152-AC3B3A383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3664" y="1559410"/>
            <a:ext cx="377267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2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、画轴测轴和未切割前长方体的轴测投影；</a:t>
            </a:r>
          </a:p>
        </p:txBody>
      </p:sp>
      <p:sp>
        <p:nvSpPr>
          <p:cNvPr id="6" name="Rectangle 104">
            <a:extLst>
              <a:ext uri="{FF2B5EF4-FFF2-40B4-BE49-F238E27FC236}">
                <a16:creationId xmlns:a16="http://schemas.microsoft.com/office/drawing/2014/main" id="{76FA98FE-2DB7-DE34-D00D-43CEE343F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3664" y="2259123"/>
            <a:ext cx="37435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3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、作矩形截断面的轴测投影；</a:t>
            </a:r>
          </a:p>
        </p:txBody>
      </p:sp>
      <p:sp>
        <p:nvSpPr>
          <p:cNvPr id="7" name="Rectangle 105">
            <a:extLst>
              <a:ext uri="{FF2B5EF4-FFF2-40B4-BE49-F238E27FC236}">
                <a16:creationId xmlns:a16="http://schemas.microsoft.com/office/drawing/2014/main" id="{84A84026-AA71-DCBA-1FC3-09B09E8C1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3664" y="2651061"/>
            <a:ext cx="297549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4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、擦掉多余线，加深。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8" name="Rectangle 103">
            <a:extLst>
              <a:ext uri="{FF2B5EF4-FFF2-40B4-BE49-F238E27FC236}">
                <a16:creationId xmlns:a16="http://schemas.microsoft.com/office/drawing/2014/main" id="{88596A30-B7C9-426E-CB3F-F216294E4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3664" y="1167473"/>
            <a:ext cx="296290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1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、建立空间直角坐标系；</a:t>
            </a:r>
          </a:p>
        </p:txBody>
      </p:sp>
      <p:sp>
        <p:nvSpPr>
          <p:cNvPr id="9" name="Text Box 38">
            <a:extLst>
              <a:ext uri="{FF2B5EF4-FFF2-40B4-BE49-F238E27FC236}">
                <a16:creationId xmlns:a16="http://schemas.microsoft.com/office/drawing/2014/main" id="{A5312637-8044-1EED-BF87-3F803B45CB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7450" y="5946720"/>
            <a:ext cx="1200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</a:p>
        </p:txBody>
      </p:sp>
      <p:sp>
        <p:nvSpPr>
          <p:cNvPr id="10" name="Text Box 39">
            <a:extLst>
              <a:ext uri="{FF2B5EF4-FFF2-40B4-BE49-F238E27FC236}">
                <a16:creationId xmlns:a16="http://schemas.microsoft.com/office/drawing/2014/main" id="{5B0E9DD2-3C50-EBC6-6876-875D7CC27B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9693" y="5960491"/>
            <a:ext cx="242085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zh-CN" altLang="en-US" sz="18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斜线投影的作法</a:t>
            </a:r>
          </a:p>
        </p:txBody>
      </p:sp>
      <p:grpSp>
        <p:nvGrpSpPr>
          <p:cNvPr id="12" name="Group 151">
            <a:extLst>
              <a:ext uri="{FF2B5EF4-FFF2-40B4-BE49-F238E27FC236}">
                <a16:creationId xmlns:a16="http://schemas.microsoft.com/office/drawing/2014/main" id="{85D3F751-F77B-16F6-031A-691568F24216}"/>
              </a:ext>
            </a:extLst>
          </p:cNvPr>
          <p:cNvGrpSpPr>
            <a:grpSpLocks/>
          </p:cNvGrpSpPr>
          <p:nvPr/>
        </p:nvGrpSpPr>
        <p:grpSpPr bwMode="auto">
          <a:xfrm>
            <a:off x="1232200" y="4525397"/>
            <a:ext cx="1144588" cy="779462"/>
            <a:chOff x="816" y="2327"/>
            <a:chExt cx="721" cy="491"/>
          </a:xfrm>
        </p:grpSpPr>
        <p:sp>
          <p:nvSpPr>
            <p:cNvPr id="13" name="Text Box 74">
              <a:extLst>
                <a:ext uri="{FF2B5EF4-FFF2-40B4-BE49-F238E27FC236}">
                  <a16:creationId xmlns:a16="http://schemas.microsoft.com/office/drawing/2014/main" id="{068828F1-BD4F-D65F-4B92-9F9D5C51A8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2568"/>
              <a:ext cx="38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1(4)</a:t>
              </a:r>
            </a:p>
          </p:txBody>
        </p:sp>
        <p:sp>
          <p:nvSpPr>
            <p:cNvPr id="14" name="Text Box 75">
              <a:extLst>
                <a:ext uri="{FF2B5EF4-FFF2-40B4-BE49-F238E27FC236}">
                  <a16:creationId xmlns:a16="http://schemas.microsoft.com/office/drawing/2014/main" id="{0D035CCE-8CD8-4B75-65F6-EC28D26EFC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2327"/>
              <a:ext cx="39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2(3)</a:t>
              </a:r>
            </a:p>
          </p:txBody>
        </p:sp>
      </p:grpSp>
      <p:sp>
        <p:nvSpPr>
          <p:cNvPr id="15" name="Text Box 78">
            <a:extLst>
              <a:ext uri="{FF2B5EF4-FFF2-40B4-BE49-F238E27FC236}">
                <a16:creationId xmlns:a16="http://schemas.microsoft.com/office/drawing/2014/main" id="{DF22307F-46FD-ADA0-79E6-16E3483BD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0121" y="4457928"/>
            <a:ext cx="2936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000" b="1" i="1">
                <a:solidFill>
                  <a:srgbClr val="000000"/>
                </a:solidFill>
                <a:latin typeface="ISOCPEUR" pitchFamily="34" charset="0"/>
              </a:rPr>
              <a:t>1</a:t>
            </a:r>
          </a:p>
        </p:txBody>
      </p:sp>
      <p:sp>
        <p:nvSpPr>
          <p:cNvPr id="16" name="Text Box 79">
            <a:extLst>
              <a:ext uri="{FF2B5EF4-FFF2-40B4-BE49-F238E27FC236}">
                <a16:creationId xmlns:a16="http://schemas.microsoft.com/office/drawing/2014/main" id="{B1F12425-ECD0-DD6B-B35D-2EA592F0F1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6196" y="4530953"/>
            <a:ext cx="3349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000" b="1" i="1">
                <a:solidFill>
                  <a:srgbClr val="000000"/>
                </a:solidFill>
                <a:latin typeface="ISOCPEUR" pitchFamily="34" charset="0"/>
              </a:rPr>
              <a:t>2</a:t>
            </a:r>
          </a:p>
        </p:txBody>
      </p:sp>
      <p:grpSp>
        <p:nvGrpSpPr>
          <p:cNvPr id="17" name="Group 149">
            <a:extLst>
              <a:ext uri="{FF2B5EF4-FFF2-40B4-BE49-F238E27FC236}">
                <a16:creationId xmlns:a16="http://schemas.microsoft.com/office/drawing/2014/main" id="{DD7B795A-DED7-2EFE-F5D7-A043FD886D87}"/>
              </a:ext>
            </a:extLst>
          </p:cNvPr>
          <p:cNvGrpSpPr>
            <a:grpSpLocks/>
          </p:cNvGrpSpPr>
          <p:nvPr/>
        </p:nvGrpSpPr>
        <p:grpSpPr bwMode="auto">
          <a:xfrm>
            <a:off x="1260775" y="3674497"/>
            <a:ext cx="2127250" cy="1668462"/>
            <a:chOff x="834" y="1791"/>
            <a:chExt cx="1340" cy="1051"/>
          </a:xfrm>
        </p:grpSpPr>
        <p:grpSp>
          <p:nvGrpSpPr>
            <p:cNvPr id="18" name="Group 148">
              <a:extLst>
                <a:ext uri="{FF2B5EF4-FFF2-40B4-BE49-F238E27FC236}">
                  <a16:creationId xmlns:a16="http://schemas.microsoft.com/office/drawing/2014/main" id="{07FA573D-20F8-1F3F-5BA4-060AE05B50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4" y="1791"/>
              <a:ext cx="1338" cy="188"/>
              <a:chOff x="834" y="1791"/>
              <a:chExt cx="1338" cy="188"/>
            </a:xfrm>
          </p:grpSpPr>
          <p:sp>
            <p:nvSpPr>
              <p:cNvPr id="24" name="Rectangle 6">
                <a:extLst>
                  <a:ext uri="{FF2B5EF4-FFF2-40B4-BE49-F238E27FC236}">
                    <a16:creationId xmlns:a16="http://schemas.microsoft.com/office/drawing/2014/main" id="{15253549-82A5-1172-918C-6BB2377B71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4" y="1791"/>
                <a:ext cx="1338" cy="188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" name="Line 8">
                <a:extLst>
                  <a:ext uri="{FF2B5EF4-FFF2-40B4-BE49-F238E27FC236}">
                    <a16:creationId xmlns:a16="http://schemas.microsoft.com/office/drawing/2014/main" id="{2C07927F-95EB-F25C-96EA-89C6143085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67" y="1791"/>
                <a:ext cx="0" cy="18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9" name="Group 147">
              <a:extLst>
                <a:ext uri="{FF2B5EF4-FFF2-40B4-BE49-F238E27FC236}">
                  <a16:creationId xmlns:a16="http://schemas.microsoft.com/office/drawing/2014/main" id="{51D6BAF5-8595-8274-CD3C-7BBD921C0B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4" y="2241"/>
              <a:ext cx="1340" cy="601"/>
              <a:chOff x="834" y="2241"/>
              <a:chExt cx="1340" cy="601"/>
            </a:xfrm>
          </p:grpSpPr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C0E1B85D-B2E7-431C-703D-2454F3D59BE2}"/>
                  </a:ext>
                </a:extLst>
              </p:cNvPr>
              <p:cNvSpPr/>
              <p:nvPr/>
            </p:nvSpPr>
            <p:spPr>
              <a:xfrm>
                <a:off x="836" y="2241"/>
                <a:ext cx="1338" cy="556"/>
              </a:xfrm>
              <a:prstGeom prst="rect">
                <a:avLst/>
              </a:prstGeom>
              <a:noFill/>
              <a:ln w="381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C84E4467-C9CC-AE74-963F-C746A1CE100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836" y="2797"/>
                <a:ext cx="420" cy="0"/>
              </a:xfrm>
              <a:prstGeom prst="line">
                <a:avLst/>
              </a:prstGeom>
              <a:noFill/>
              <a:ln w="57150" algn="ctr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51E33BF0-651E-DDB6-E31D-63D747D0DDC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36" y="2533"/>
                <a:ext cx="0" cy="309"/>
              </a:xfrm>
              <a:prstGeom prst="line">
                <a:avLst/>
              </a:prstGeom>
              <a:noFill/>
              <a:ln w="57150" algn="ctr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ACAC3D85-4714-341B-B011-8AD63ED8D962}"/>
                  </a:ext>
                </a:extLst>
              </p:cNvPr>
              <p:cNvCxnSpPr/>
              <p:nvPr/>
            </p:nvCxnSpPr>
            <p:spPr>
              <a:xfrm>
                <a:off x="834" y="2527"/>
                <a:ext cx="432" cy="270"/>
              </a:xfrm>
              <a:prstGeom prst="line">
                <a:avLst/>
              </a:prstGeom>
              <a:noFill/>
              <a:ln w="38100" cap="flat" cmpd="sng" algn="ctr">
                <a:solidFill>
                  <a:srgbClr val="000000">
                    <a:shade val="95000"/>
                    <a:satMod val="105000"/>
                  </a:srgbClr>
                </a:solidFill>
                <a:prstDash val="solid"/>
              </a:ln>
              <a:effectLst/>
            </p:spPr>
          </p:cxnSp>
        </p:grp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5E6B7A6C-043B-6AF1-DDE1-2EA2CEAC14A0}"/>
              </a:ext>
            </a:extLst>
          </p:cNvPr>
          <p:cNvGrpSpPr>
            <a:grpSpLocks/>
          </p:cNvGrpSpPr>
          <p:nvPr/>
        </p:nvGrpSpPr>
        <p:grpSpPr bwMode="auto">
          <a:xfrm>
            <a:off x="3384850" y="4382522"/>
            <a:ext cx="508000" cy="885825"/>
            <a:chOff x="2984500" y="3116580"/>
            <a:chExt cx="507380" cy="885372"/>
          </a:xfrm>
        </p:grpSpPr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E0FB6F20-81DD-B3C5-7A0E-0580C1F3BF63}"/>
                </a:ext>
              </a:extLst>
            </p:cNvPr>
            <p:cNvCxnSpPr/>
            <p:nvPr/>
          </p:nvCxnSpPr>
          <p:spPr bwMode="auto">
            <a:xfrm flipH="1">
              <a:off x="2984500" y="4001952"/>
              <a:ext cx="507380" cy="0"/>
            </a:xfrm>
            <a:prstGeom prst="line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066E0770-1E2F-0715-840D-57A33183E2C8}"/>
                </a:ext>
              </a:extLst>
            </p:cNvPr>
            <p:cNvCxnSpPr/>
            <p:nvPr/>
          </p:nvCxnSpPr>
          <p:spPr bwMode="auto">
            <a:xfrm flipV="1">
              <a:off x="3384062" y="3116580"/>
              <a:ext cx="0" cy="885372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 type="triangle" w="sm" len="lg"/>
              <a:tailEnd type="triangle" w="sm" len="lg"/>
            </a:ln>
            <a:effectLst/>
          </p:spPr>
        </p:cxnSp>
        <p:sp>
          <p:nvSpPr>
            <p:cNvPr id="29" name="Text Box 69">
              <a:extLst>
                <a:ext uri="{FF2B5EF4-FFF2-40B4-BE49-F238E27FC236}">
                  <a16:creationId xmlns:a16="http://schemas.microsoft.com/office/drawing/2014/main" id="{03F688A0-50BD-9BCE-D10A-4C9D98F466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3063422" y="3374047"/>
              <a:ext cx="320922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SOCPEUR" pitchFamily="34" charset="0"/>
                  <a:ea typeface="宋体" panose="02010600030101010101" pitchFamily="2" charset="-122"/>
                </a:rPr>
                <a:t>B</a:t>
              </a:r>
              <a:endParaRPr kumimoji="1" lang="en-US" altLang="zh-CN" sz="2000" b="1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SOCPEUR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2781146E-70E2-9AF6-BEAB-35AE18E6E116}"/>
                </a:ext>
              </a:extLst>
            </p:cNvPr>
            <p:cNvCxnSpPr/>
            <p:nvPr/>
          </p:nvCxnSpPr>
          <p:spPr bwMode="auto">
            <a:xfrm flipH="1">
              <a:off x="2992428" y="3122927"/>
              <a:ext cx="499452" cy="0"/>
            </a:xfrm>
            <a:prstGeom prst="line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19A4C46-892B-382A-E980-DB3C34200F39}"/>
              </a:ext>
            </a:extLst>
          </p:cNvPr>
          <p:cNvGrpSpPr>
            <a:grpSpLocks/>
          </p:cNvGrpSpPr>
          <p:nvPr/>
        </p:nvGrpSpPr>
        <p:grpSpPr bwMode="auto">
          <a:xfrm>
            <a:off x="1930700" y="5254059"/>
            <a:ext cx="1454150" cy="444500"/>
            <a:chOff x="1529600" y="3987800"/>
            <a:chExt cx="1454900" cy="444500"/>
          </a:xfrm>
        </p:grpSpPr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D62C5D7D-AFBB-4176-6624-4678A5078086}"/>
                </a:ext>
              </a:extLst>
            </p:cNvPr>
            <p:cNvCxnSpPr/>
            <p:nvPr/>
          </p:nvCxnSpPr>
          <p:spPr bwMode="auto">
            <a:xfrm flipH="1">
              <a:off x="1529600" y="4319588"/>
              <a:ext cx="1454900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 type="triangle" w="sm" len="lg"/>
              <a:tailEnd type="triangle" w="sm" len="lg"/>
            </a:ln>
            <a:effectLst/>
          </p:spPr>
        </p:cxnSp>
        <p:sp>
          <p:nvSpPr>
            <p:cNvPr id="33" name="Text Box 69">
              <a:extLst>
                <a:ext uri="{FF2B5EF4-FFF2-40B4-BE49-F238E27FC236}">
                  <a16:creationId xmlns:a16="http://schemas.microsoft.com/office/drawing/2014/main" id="{5ADB7506-D3F4-D12F-5AB2-F04774264E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4834" y="3987800"/>
              <a:ext cx="320922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SOCPEUR" pitchFamily="34" charset="0"/>
                  <a:ea typeface="宋体" panose="02010600030101010101" pitchFamily="2" charset="-122"/>
                </a:rPr>
                <a:t>K</a:t>
              </a:r>
              <a:endParaRPr kumimoji="1" lang="en-US" altLang="zh-CN" sz="2000" b="1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SOCPEUR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5B7DE0C3-FF4C-493C-250A-4311DBCC5EE3}"/>
                </a:ext>
              </a:extLst>
            </p:cNvPr>
            <p:cNvCxnSpPr/>
            <p:nvPr/>
          </p:nvCxnSpPr>
          <p:spPr bwMode="auto">
            <a:xfrm flipV="1">
              <a:off x="1529600" y="4002088"/>
              <a:ext cx="0" cy="430212"/>
            </a:xfrm>
            <a:prstGeom prst="line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50ADCBF7-4BB0-B02A-F971-434E975A9379}"/>
              </a:ext>
            </a:extLst>
          </p:cNvPr>
          <p:cNvGrpSpPr>
            <a:grpSpLocks/>
          </p:cNvGrpSpPr>
          <p:nvPr/>
        </p:nvGrpSpPr>
        <p:grpSpPr bwMode="auto">
          <a:xfrm>
            <a:off x="1249663" y="5269934"/>
            <a:ext cx="2171700" cy="685800"/>
            <a:chOff x="860427" y="4003528"/>
            <a:chExt cx="2124073" cy="686469"/>
          </a:xfrm>
        </p:grpSpPr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E78BA8AA-20D1-215D-B7B3-B190D03F3673}"/>
                </a:ext>
              </a:extLst>
            </p:cNvPr>
            <p:cNvCxnSpPr/>
            <p:nvPr/>
          </p:nvCxnSpPr>
          <p:spPr bwMode="auto">
            <a:xfrm flipV="1">
              <a:off x="860427" y="4003528"/>
              <a:ext cx="0" cy="686469"/>
            </a:xfrm>
            <a:prstGeom prst="line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B85BA637-58C1-E398-D295-A4C57817D4AD}"/>
                </a:ext>
              </a:extLst>
            </p:cNvPr>
            <p:cNvCxnSpPr/>
            <p:nvPr/>
          </p:nvCxnSpPr>
          <p:spPr bwMode="auto">
            <a:xfrm flipH="1">
              <a:off x="863532" y="4613723"/>
              <a:ext cx="2120968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 type="triangle" w="sm" len="lg"/>
              <a:tailEnd type="triangle" w="sm" len="lg"/>
            </a:ln>
            <a:effectLst/>
          </p:spPr>
        </p:cxnSp>
        <p:sp>
          <p:nvSpPr>
            <p:cNvPr id="39" name="Text Box 69">
              <a:extLst>
                <a:ext uri="{FF2B5EF4-FFF2-40B4-BE49-F238E27FC236}">
                  <a16:creationId xmlns:a16="http://schemas.microsoft.com/office/drawing/2014/main" id="{F74018DC-E6C8-7090-0636-D297516778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7738" y="4291146"/>
              <a:ext cx="299187" cy="397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SOCPEUR" pitchFamily="34" charset="0"/>
                  <a:ea typeface="宋体" panose="02010600030101010101" pitchFamily="2" charset="-122"/>
                </a:rPr>
                <a:t>L</a:t>
              </a:r>
              <a:endParaRPr kumimoji="1" lang="en-US" altLang="zh-CN" sz="2000" b="1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SOCPEUR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18BA3E03-3D27-1FD4-2918-52E45AE408E1}"/>
              </a:ext>
            </a:extLst>
          </p:cNvPr>
          <p:cNvGrpSpPr>
            <a:grpSpLocks/>
          </p:cNvGrpSpPr>
          <p:nvPr/>
        </p:nvGrpSpPr>
        <p:grpSpPr bwMode="auto">
          <a:xfrm>
            <a:off x="3365800" y="3363347"/>
            <a:ext cx="598488" cy="841375"/>
            <a:chOff x="2965277" y="1922451"/>
            <a:chExt cx="598611" cy="841445"/>
          </a:xfrm>
        </p:grpSpPr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97F690F7-9E79-AE25-1E97-0657E1D45021}"/>
                </a:ext>
              </a:extLst>
            </p:cNvPr>
            <p:cNvCxnSpPr/>
            <p:nvPr/>
          </p:nvCxnSpPr>
          <p:spPr bwMode="auto">
            <a:xfrm flipH="1">
              <a:off x="2965277" y="2532102"/>
              <a:ext cx="598611" cy="0"/>
            </a:xfrm>
            <a:prstGeom prst="line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13AF894B-0AF8-F40E-8711-BA2F7F1B3B9F}"/>
                </a:ext>
              </a:extLst>
            </p:cNvPr>
            <p:cNvCxnSpPr/>
            <p:nvPr/>
          </p:nvCxnSpPr>
          <p:spPr bwMode="auto">
            <a:xfrm flipH="1">
              <a:off x="2979568" y="2230452"/>
              <a:ext cx="584320" cy="0"/>
            </a:xfrm>
            <a:prstGeom prst="line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3405584E-B771-2CE8-8460-FAA61626FA26}"/>
                </a:ext>
              </a:extLst>
            </p:cNvPr>
            <p:cNvCxnSpPr/>
            <p:nvPr/>
          </p:nvCxnSpPr>
          <p:spPr bwMode="auto">
            <a:xfrm flipV="1">
              <a:off x="3424159" y="2225688"/>
              <a:ext cx="0" cy="306413"/>
            </a:xfrm>
            <a:prstGeom prst="line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71D36AA6-2725-573F-59D1-1E2E59231CAF}"/>
                </a:ext>
              </a:extLst>
            </p:cNvPr>
            <p:cNvCxnSpPr/>
            <p:nvPr/>
          </p:nvCxnSpPr>
          <p:spPr bwMode="auto">
            <a:xfrm flipV="1">
              <a:off x="3424159" y="1922451"/>
              <a:ext cx="0" cy="308001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 type="triangle" w="sm" len="lg"/>
              <a:tailEnd type="none" w="sm" len="lg"/>
            </a:ln>
            <a:effectLst/>
          </p:spPr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8E1F71DE-A914-3490-D872-D67FE70F269A}"/>
                </a:ext>
              </a:extLst>
            </p:cNvPr>
            <p:cNvCxnSpPr/>
            <p:nvPr/>
          </p:nvCxnSpPr>
          <p:spPr bwMode="auto">
            <a:xfrm flipV="1">
              <a:off x="3424159" y="2505111"/>
              <a:ext cx="0" cy="258785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 type="none" w="sm" len="lg"/>
              <a:tailEnd type="triangle" w="sm" len="lg"/>
            </a:ln>
            <a:effectLst/>
          </p:spPr>
        </p:cxnSp>
        <p:sp>
          <p:nvSpPr>
            <p:cNvPr id="46" name="Text Box 69">
              <a:extLst>
                <a:ext uri="{FF2B5EF4-FFF2-40B4-BE49-F238E27FC236}">
                  <a16:creationId xmlns:a16="http://schemas.microsoft.com/office/drawing/2014/main" id="{84A8EB72-50CC-45A3-2305-A4CFED410B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3063422" y="2190832"/>
              <a:ext cx="320922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SOCPEUR" pitchFamily="34" charset="0"/>
                  <a:ea typeface="宋体" panose="02010600030101010101" pitchFamily="2" charset="-122"/>
                </a:rPr>
                <a:t>H</a:t>
              </a:r>
              <a:endParaRPr kumimoji="1" lang="en-US" altLang="zh-CN" sz="2000" b="1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SOCPEUR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7" name="Group 150">
            <a:extLst>
              <a:ext uri="{FF2B5EF4-FFF2-40B4-BE49-F238E27FC236}">
                <a16:creationId xmlns:a16="http://schemas.microsoft.com/office/drawing/2014/main" id="{E6F382D0-ACEA-3414-F972-A6401B4F385D}"/>
              </a:ext>
            </a:extLst>
          </p:cNvPr>
          <p:cNvGrpSpPr>
            <a:grpSpLocks/>
          </p:cNvGrpSpPr>
          <p:nvPr/>
        </p:nvGrpSpPr>
        <p:grpSpPr bwMode="auto">
          <a:xfrm>
            <a:off x="1009950" y="3323659"/>
            <a:ext cx="1098550" cy="1023938"/>
            <a:chOff x="676" y="1570"/>
            <a:chExt cx="692" cy="645"/>
          </a:xfrm>
        </p:grpSpPr>
        <p:sp>
          <p:nvSpPr>
            <p:cNvPr id="48" name="Text Box 76">
              <a:extLst>
                <a:ext uri="{FF2B5EF4-FFF2-40B4-BE49-F238E27FC236}">
                  <a16:creationId xmlns:a16="http://schemas.microsoft.com/office/drawing/2014/main" id="{B015A8BF-CCEC-2492-3C5D-729FB8E012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2" y="1570"/>
              <a:ext cx="2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1'</a:t>
              </a:r>
            </a:p>
          </p:txBody>
        </p:sp>
        <p:sp>
          <p:nvSpPr>
            <p:cNvPr id="49" name="Text Box 77">
              <a:extLst>
                <a:ext uri="{FF2B5EF4-FFF2-40B4-BE49-F238E27FC236}">
                  <a16:creationId xmlns:a16="http://schemas.microsoft.com/office/drawing/2014/main" id="{9ABED9BA-3D7E-9A50-20D8-45DB4AD885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1" y="1570"/>
              <a:ext cx="25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2'</a:t>
              </a:r>
            </a:p>
          </p:txBody>
        </p:sp>
        <p:sp>
          <p:nvSpPr>
            <p:cNvPr id="50" name="Text Box 76">
              <a:extLst>
                <a:ext uri="{FF2B5EF4-FFF2-40B4-BE49-F238E27FC236}">
                  <a16:creationId xmlns:a16="http://schemas.microsoft.com/office/drawing/2014/main" id="{F5AD7C60-61C7-7F38-4C2C-D048DEB804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" y="1965"/>
              <a:ext cx="2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3'</a:t>
              </a:r>
            </a:p>
          </p:txBody>
        </p:sp>
        <p:sp>
          <p:nvSpPr>
            <p:cNvPr id="51" name="Text Box 77">
              <a:extLst>
                <a:ext uri="{FF2B5EF4-FFF2-40B4-BE49-F238E27FC236}">
                  <a16:creationId xmlns:a16="http://schemas.microsoft.com/office/drawing/2014/main" id="{BB056A72-F0A0-C699-26BE-14F5204C10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8" y="1962"/>
              <a:ext cx="25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4'</a:t>
              </a:r>
            </a:p>
          </p:txBody>
        </p:sp>
      </p:grpSp>
      <p:grpSp>
        <p:nvGrpSpPr>
          <p:cNvPr id="52" name="Group 153">
            <a:extLst>
              <a:ext uri="{FF2B5EF4-FFF2-40B4-BE49-F238E27FC236}">
                <a16:creationId xmlns:a16="http://schemas.microsoft.com/office/drawing/2014/main" id="{0DE41F85-C0F6-6E38-CC87-8E77EE969F25}"/>
              </a:ext>
            </a:extLst>
          </p:cNvPr>
          <p:cNvGrpSpPr>
            <a:grpSpLocks/>
          </p:cNvGrpSpPr>
          <p:nvPr/>
        </p:nvGrpSpPr>
        <p:grpSpPr bwMode="auto">
          <a:xfrm>
            <a:off x="500363" y="3007747"/>
            <a:ext cx="3586163" cy="676275"/>
            <a:chOff x="355" y="1107"/>
            <a:chExt cx="2259" cy="426"/>
          </a:xfrm>
        </p:grpSpPr>
        <p:sp>
          <p:nvSpPr>
            <p:cNvPr id="53" name="Text Box 66">
              <a:extLst>
                <a:ext uri="{FF2B5EF4-FFF2-40B4-BE49-F238E27FC236}">
                  <a16:creationId xmlns:a16="http://schemas.microsoft.com/office/drawing/2014/main" id="{994ABB5B-8F7D-26AD-260C-998E45C9D9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" y="1275"/>
              <a:ext cx="46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X′</a:t>
              </a:r>
            </a:p>
          </p:txBody>
        </p:sp>
        <p:sp>
          <p:nvSpPr>
            <p:cNvPr id="54" name="Text Box 67">
              <a:extLst>
                <a:ext uri="{FF2B5EF4-FFF2-40B4-BE49-F238E27FC236}">
                  <a16:creationId xmlns:a16="http://schemas.microsoft.com/office/drawing/2014/main" id="{32113FD9-011F-F089-B655-0AB6939F94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9" y="1109"/>
              <a:ext cx="42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 dirty="0">
                  <a:solidFill>
                    <a:srgbClr val="000000"/>
                  </a:solidFill>
                  <a:latin typeface="ISOCPEUR" pitchFamily="34" charset="0"/>
                </a:rPr>
                <a:t>Z′</a:t>
              </a:r>
            </a:p>
          </p:txBody>
        </p:sp>
        <p:sp>
          <p:nvSpPr>
            <p:cNvPr id="55" name="Line 10">
              <a:extLst>
                <a:ext uri="{FF2B5EF4-FFF2-40B4-BE49-F238E27FC236}">
                  <a16:creationId xmlns:a16="http://schemas.microsoft.com/office/drawing/2014/main" id="{CABD08C5-3F36-E8D0-AE51-9EF83E0584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77" y="1107"/>
              <a:ext cx="0" cy="426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6" name="Line 27">
              <a:extLst>
                <a:ext uri="{FF2B5EF4-FFF2-40B4-BE49-F238E27FC236}">
                  <a16:creationId xmlns:a16="http://schemas.microsoft.com/office/drawing/2014/main" id="{E7C63E43-1E4D-0E12-8878-6E58644501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5" y="1533"/>
              <a:ext cx="1682" cy="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7" name="Text Box 67">
              <a:extLst>
                <a:ext uri="{FF2B5EF4-FFF2-40B4-BE49-F238E27FC236}">
                  <a16:creationId xmlns:a16="http://schemas.microsoft.com/office/drawing/2014/main" id="{6D7C1FB6-BAC4-2E34-71A8-1FEE1679E7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7" y="1281"/>
              <a:ext cx="38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O′</a:t>
              </a:r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595B79F2-6057-CCEF-485F-158B9F9DA482}"/>
              </a:ext>
            </a:extLst>
          </p:cNvPr>
          <p:cNvGrpSpPr>
            <a:grpSpLocks/>
          </p:cNvGrpSpPr>
          <p:nvPr/>
        </p:nvGrpSpPr>
        <p:grpSpPr bwMode="auto">
          <a:xfrm>
            <a:off x="405113" y="3972947"/>
            <a:ext cx="3344862" cy="2232025"/>
            <a:chOff x="52165" y="2706384"/>
            <a:chExt cx="3278235" cy="2232505"/>
          </a:xfrm>
        </p:grpSpPr>
        <p:sp>
          <p:nvSpPr>
            <p:cNvPr id="59" name="Text Box 68">
              <a:extLst>
                <a:ext uri="{FF2B5EF4-FFF2-40B4-BE49-F238E27FC236}">
                  <a16:creationId xmlns:a16="http://schemas.microsoft.com/office/drawing/2014/main" id="{F72F9B93-41FB-C210-6E0E-01E6608297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65" y="2833411"/>
              <a:ext cx="287342" cy="3969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X</a:t>
              </a:r>
            </a:p>
          </p:txBody>
        </p:sp>
        <p:sp>
          <p:nvSpPr>
            <p:cNvPr id="60" name="Text Box 69">
              <a:extLst>
                <a:ext uri="{FF2B5EF4-FFF2-40B4-BE49-F238E27FC236}">
                  <a16:creationId xmlns:a16="http://schemas.microsoft.com/office/drawing/2014/main" id="{B8FB9948-FC85-F2C5-C13C-27F5C6EB60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8594" y="4541929"/>
              <a:ext cx="431806" cy="3969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Y</a:t>
              </a:r>
            </a:p>
          </p:txBody>
        </p:sp>
        <p:sp>
          <p:nvSpPr>
            <p:cNvPr id="61" name="Line 27">
              <a:extLst>
                <a:ext uri="{FF2B5EF4-FFF2-40B4-BE49-F238E27FC236}">
                  <a16:creationId xmlns:a16="http://schemas.microsoft.com/office/drawing/2014/main" id="{1F350798-13A5-4AD9-0B31-5A680D7185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5774" y="3122732"/>
              <a:ext cx="2668726" cy="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2" name="Line 10">
              <a:extLst>
                <a:ext uri="{FF2B5EF4-FFF2-40B4-BE49-F238E27FC236}">
                  <a16:creationId xmlns:a16="http://schemas.microsoft.com/office/drawing/2014/main" id="{AB8B12D4-A020-6EF3-4F63-5450BA0074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4500" y="3122732"/>
              <a:ext cx="0" cy="1745972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63" name="Text Box 67">
              <a:extLst>
                <a:ext uri="{FF2B5EF4-FFF2-40B4-BE49-F238E27FC236}">
                  <a16:creationId xmlns:a16="http://schemas.microsoft.com/office/drawing/2014/main" id="{FAA28658-B210-6E3F-9B59-00C056C778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7616" y="2706384"/>
              <a:ext cx="396881" cy="3969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O</a:t>
              </a:r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674648FC-013E-5852-D6F8-A98693DE97E4}"/>
              </a:ext>
            </a:extLst>
          </p:cNvPr>
          <p:cNvGrpSpPr>
            <a:grpSpLocks/>
          </p:cNvGrpSpPr>
          <p:nvPr/>
        </p:nvGrpSpPr>
        <p:grpSpPr bwMode="auto">
          <a:xfrm>
            <a:off x="609900" y="4099947"/>
            <a:ext cx="654050" cy="989012"/>
            <a:chOff x="209490" y="2832894"/>
            <a:chExt cx="654112" cy="989767"/>
          </a:xfrm>
        </p:grpSpPr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69C6F5FF-3AE4-9F37-66F2-74EBF9790364}"/>
                </a:ext>
              </a:extLst>
            </p:cNvPr>
            <p:cNvCxnSpPr/>
            <p:nvPr/>
          </p:nvCxnSpPr>
          <p:spPr bwMode="auto">
            <a:xfrm flipV="1">
              <a:off x="588939" y="2832894"/>
              <a:ext cx="0" cy="308210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 type="triangle" w="sm" len="lg"/>
              <a:tailEnd type="none" w="sm" len="lg"/>
            </a:ln>
            <a:effectLst/>
          </p:spPr>
        </p:cxnSp>
        <p:grpSp>
          <p:nvGrpSpPr>
            <p:cNvPr id="66" name="组合 12366">
              <a:extLst>
                <a:ext uri="{FF2B5EF4-FFF2-40B4-BE49-F238E27FC236}">
                  <a16:creationId xmlns:a16="http://schemas.microsoft.com/office/drawing/2014/main" id="{DABBDC52-1019-43CE-2AE0-C66381DCF9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9490" y="3122733"/>
              <a:ext cx="654112" cy="699928"/>
              <a:chOff x="209490" y="3122733"/>
              <a:chExt cx="654112" cy="699928"/>
            </a:xfrm>
          </p:grpSpPr>
          <p:cxnSp>
            <p:nvCxnSpPr>
              <p:cNvPr id="67" name="直接连接符 66">
                <a:extLst>
                  <a:ext uri="{FF2B5EF4-FFF2-40B4-BE49-F238E27FC236}">
                    <a16:creationId xmlns:a16="http://schemas.microsoft.com/office/drawing/2014/main" id="{7DABCBAB-5C0C-89EC-33E5-98818C062FF3}"/>
                  </a:ext>
                </a:extLst>
              </p:cNvPr>
              <p:cNvCxnSpPr/>
              <p:nvPr/>
            </p:nvCxnSpPr>
            <p:spPr bwMode="auto">
              <a:xfrm flipH="1">
                <a:off x="409534" y="3573234"/>
                <a:ext cx="454068" cy="0"/>
              </a:xfrm>
              <a:prstGeom prst="line">
                <a:avLst/>
              </a:prstGeom>
              <a:noFill/>
              <a:ln w="9525" cap="flat" cmpd="sng" algn="ctr">
                <a:solidFill>
                  <a:srgbClr val="000000">
                    <a:shade val="95000"/>
                    <a:satMod val="105000"/>
                  </a:srgbClr>
                </a:solidFill>
                <a:prstDash val="solid"/>
              </a:ln>
              <a:effectLst/>
            </p:spPr>
          </p:cxnSp>
          <p:cxnSp>
            <p:nvCxnSpPr>
              <p:cNvPr id="68" name="直接连接符 67">
                <a:extLst>
                  <a:ext uri="{FF2B5EF4-FFF2-40B4-BE49-F238E27FC236}">
                    <a16:creationId xmlns:a16="http://schemas.microsoft.com/office/drawing/2014/main" id="{0917BD4A-15CB-F534-A61C-FA63F6E03CF3}"/>
                  </a:ext>
                </a:extLst>
              </p:cNvPr>
              <p:cNvCxnSpPr/>
              <p:nvPr/>
            </p:nvCxnSpPr>
            <p:spPr bwMode="auto">
              <a:xfrm flipV="1">
                <a:off x="588939" y="3122039"/>
                <a:ext cx="0" cy="463904"/>
              </a:xfrm>
              <a:prstGeom prst="line">
                <a:avLst/>
              </a:prstGeom>
              <a:noFill/>
              <a:ln w="9525" cap="flat" cmpd="sng" algn="ctr">
                <a:solidFill>
                  <a:srgbClr val="000000">
                    <a:shade val="95000"/>
                    <a:satMod val="105000"/>
                  </a:srgbClr>
                </a:solidFill>
                <a:prstDash val="solid"/>
              </a:ln>
              <a:effectLst/>
            </p:spPr>
          </p:cxnSp>
          <p:cxnSp>
            <p:nvCxnSpPr>
              <p:cNvPr id="69" name="直接箭头连接符 68">
                <a:extLst>
                  <a:ext uri="{FF2B5EF4-FFF2-40B4-BE49-F238E27FC236}">
                    <a16:creationId xmlns:a16="http://schemas.microsoft.com/office/drawing/2014/main" id="{5E26B3FA-408D-B26E-5B50-1E1EAA09D000}"/>
                  </a:ext>
                </a:extLst>
              </p:cNvPr>
              <p:cNvCxnSpPr/>
              <p:nvPr/>
            </p:nvCxnSpPr>
            <p:spPr bwMode="auto">
              <a:xfrm flipV="1">
                <a:off x="590526" y="3563701"/>
                <a:ext cx="0" cy="258960"/>
              </a:xfrm>
              <a:prstGeom prst="straightConnector1">
                <a:avLst/>
              </a:prstGeom>
              <a:noFill/>
              <a:ln w="9525" cap="flat" cmpd="sng" algn="ctr">
                <a:solidFill>
                  <a:srgbClr val="000000">
                    <a:shade val="95000"/>
                    <a:satMod val="105000"/>
                  </a:srgbClr>
                </a:solidFill>
                <a:prstDash val="solid"/>
                <a:headEnd type="none" w="sm" len="lg"/>
                <a:tailEnd type="triangle" w="sm" len="lg"/>
              </a:ln>
              <a:effectLst/>
            </p:spPr>
          </p:cxnSp>
          <p:sp>
            <p:nvSpPr>
              <p:cNvPr id="70" name="Text Box 69">
                <a:extLst>
                  <a:ext uri="{FF2B5EF4-FFF2-40B4-BE49-F238E27FC236}">
                    <a16:creationId xmlns:a16="http://schemas.microsoft.com/office/drawing/2014/main" id="{8BF53D3B-13FE-3CD3-F222-18DF5B0E99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-5400000">
                <a:off x="240268" y="3124536"/>
                <a:ext cx="338554" cy="4001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000" b="1" i="1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ISOCPEUR" pitchFamily="34" charset="0"/>
                    <a:ea typeface="宋体" panose="02010600030101010101" pitchFamily="2" charset="-122"/>
                  </a:rPr>
                  <a:t>A</a:t>
                </a:r>
              </a:p>
            </p:txBody>
          </p:sp>
        </p:grp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A52C5758-9372-D061-5703-0EA1FE8D0A1C}"/>
              </a:ext>
            </a:extLst>
          </p:cNvPr>
          <p:cNvGrpSpPr>
            <a:grpSpLocks/>
          </p:cNvGrpSpPr>
          <p:nvPr/>
        </p:nvGrpSpPr>
        <p:grpSpPr bwMode="auto">
          <a:xfrm>
            <a:off x="4581542" y="3136171"/>
            <a:ext cx="4412680" cy="2512999"/>
            <a:chOff x="3329886" y="2848017"/>
            <a:chExt cx="4410684" cy="2512056"/>
          </a:xfrm>
        </p:grpSpPr>
        <p:grpSp>
          <p:nvGrpSpPr>
            <p:cNvPr id="72" name="组合 65">
              <a:extLst>
                <a:ext uri="{FF2B5EF4-FFF2-40B4-BE49-F238E27FC236}">
                  <a16:creationId xmlns:a16="http://schemas.microsoft.com/office/drawing/2014/main" id="{85C356F2-5B4C-2672-6C40-5C8790DAA4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9886" y="2945160"/>
              <a:ext cx="4086431" cy="2049307"/>
              <a:chOff x="2348225" y="2891936"/>
              <a:chExt cx="4947995" cy="2481374"/>
            </a:xfrm>
          </p:grpSpPr>
          <p:sp>
            <p:nvSpPr>
              <p:cNvPr id="77" name="Line 8">
                <a:extLst>
                  <a:ext uri="{FF2B5EF4-FFF2-40B4-BE49-F238E27FC236}">
                    <a16:creationId xmlns:a16="http://schemas.microsoft.com/office/drawing/2014/main" id="{6F4146A1-24FC-F4FB-6084-FF46F2CBF3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489169" y="2891936"/>
                <a:ext cx="0" cy="701374"/>
              </a:xfrm>
              <a:prstGeom prst="line">
                <a:avLst/>
              </a:prstGeom>
              <a:noFill/>
              <a:ln w="9525">
                <a:solidFill>
                  <a:srgbClr val="000099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8" name="Line 9">
                <a:extLst>
                  <a:ext uri="{FF2B5EF4-FFF2-40B4-BE49-F238E27FC236}">
                    <a16:creationId xmlns:a16="http://schemas.microsoft.com/office/drawing/2014/main" id="{DF4D936D-65CF-8285-80FE-B7F0BFA858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89169" y="3589062"/>
                <a:ext cx="1807051" cy="1114206"/>
              </a:xfrm>
              <a:prstGeom prst="line">
                <a:avLst/>
              </a:prstGeom>
              <a:noFill/>
              <a:ln w="9525">
                <a:solidFill>
                  <a:srgbClr val="000099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79" name="Line 10">
                <a:extLst>
                  <a:ext uri="{FF2B5EF4-FFF2-40B4-BE49-F238E27FC236}">
                    <a16:creationId xmlns:a16="http://schemas.microsoft.com/office/drawing/2014/main" id="{799A2175-B248-0F09-9C81-62CF5CFE99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48225" y="3593310"/>
                <a:ext cx="3138816" cy="1780000"/>
              </a:xfrm>
              <a:prstGeom prst="line">
                <a:avLst/>
              </a:prstGeom>
              <a:noFill/>
              <a:ln w="9525">
                <a:solidFill>
                  <a:srgbClr val="000099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3" name="Text Box 11">
              <a:extLst>
                <a:ext uri="{FF2B5EF4-FFF2-40B4-BE49-F238E27FC236}">
                  <a16:creationId xmlns:a16="http://schemas.microsoft.com/office/drawing/2014/main" id="{98F28BF9-E488-AEBB-D53C-13384F4529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10521" y="2848017"/>
              <a:ext cx="392878" cy="3999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 dirty="0">
                  <a:solidFill>
                    <a:srgbClr val="000000"/>
                  </a:solidFill>
                  <a:latin typeface="ISOCPEUR" pitchFamily="34" charset="0"/>
                </a:rPr>
                <a:t>Z</a:t>
              </a:r>
              <a:r>
                <a:rPr kumimoji="1" lang="en-US" altLang="zh-CN" sz="2000" b="1" i="1" baseline="-25000" dirty="0">
                  <a:solidFill>
                    <a:srgbClr val="000000"/>
                  </a:solidFill>
                  <a:latin typeface="ISOCPEUR" pitchFamily="34" charset="0"/>
                </a:rPr>
                <a:t>1</a:t>
              </a:r>
            </a:p>
          </p:txBody>
        </p:sp>
        <p:sp>
          <p:nvSpPr>
            <p:cNvPr id="74" name="Text Box 13">
              <a:extLst>
                <a:ext uri="{FF2B5EF4-FFF2-40B4-BE49-F238E27FC236}">
                  <a16:creationId xmlns:a16="http://schemas.microsoft.com/office/drawing/2014/main" id="{FF1DA3F7-A22D-3115-A3B5-56373237D5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184" y="4959963"/>
              <a:ext cx="39626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 dirty="0">
                  <a:solidFill>
                    <a:srgbClr val="000000"/>
                  </a:solidFill>
                  <a:latin typeface="ISOCPEUR" pitchFamily="34" charset="0"/>
                </a:rPr>
                <a:t>X</a:t>
              </a:r>
              <a:r>
                <a:rPr kumimoji="1" lang="en-US" altLang="zh-CN" sz="2000" b="1" i="1" baseline="-25000" dirty="0">
                  <a:solidFill>
                    <a:srgbClr val="000000"/>
                  </a:solidFill>
                  <a:latin typeface="ISOCPEUR" pitchFamily="34" charset="0"/>
                </a:rPr>
                <a:t>1</a:t>
              </a:r>
            </a:p>
          </p:txBody>
        </p:sp>
        <p:sp>
          <p:nvSpPr>
            <p:cNvPr id="75" name="Text Box 14">
              <a:extLst>
                <a:ext uri="{FF2B5EF4-FFF2-40B4-BE49-F238E27FC236}">
                  <a16:creationId xmlns:a16="http://schemas.microsoft.com/office/drawing/2014/main" id="{4EDFC073-E954-6BBD-00F9-A378EA47D6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44308" y="4418807"/>
              <a:ext cx="39626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Y</a:t>
              </a:r>
              <a:r>
                <a:rPr kumimoji="1" lang="en-US" altLang="zh-CN" sz="2000" b="1" i="1" baseline="-25000">
                  <a:solidFill>
                    <a:srgbClr val="000000"/>
                  </a:solidFill>
                  <a:latin typeface="ISOCPEUR" pitchFamily="34" charset="0"/>
                </a:rPr>
                <a:t>1</a:t>
              </a:r>
            </a:p>
          </p:txBody>
        </p:sp>
        <p:sp>
          <p:nvSpPr>
            <p:cNvPr id="76" name="Text Box 13">
              <a:extLst>
                <a:ext uri="{FF2B5EF4-FFF2-40B4-BE49-F238E27FC236}">
                  <a16:creationId xmlns:a16="http://schemas.microsoft.com/office/drawing/2014/main" id="{1A069E61-D1AC-57D1-B13A-2A96745941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7444" y="3221775"/>
              <a:ext cx="3786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O</a:t>
              </a:r>
              <a:r>
                <a:rPr kumimoji="1" lang="en-US" altLang="zh-CN" sz="2000" b="1" i="1" baseline="-25000">
                  <a:solidFill>
                    <a:srgbClr val="000000"/>
                  </a:solidFill>
                  <a:latin typeface="ISOCPEUR" pitchFamily="34" charset="0"/>
                </a:rPr>
                <a:t>1</a:t>
              </a:r>
            </a:p>
          </p:txBody>
        </p:sp>
      </p:grp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26B56216-9F25-9806-B52E-7BBE6803FD10}"/>
              </a:ext>
            </a:extLst>
          </p:cNvPr>
          <p:cNvCxnSpPr>
            <a:stCxn id="78" idx="0"/>
          </p:cNvCxnSpPr>
          <p:nvPr/>
        </p:nvCxnSpPr>
        <p:spPr>
          <a:xfrm flipH="1">
            <a:off x="5590621" y="3810228"/>
            <a:ext cx="1585913" cy="900113"/>
          </a:xfrm>
          <a:prstGeom prst="line">
            <a:avLst/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F98DEEF2-E5E8-7890-8F73-B64E636E1F4D}"/>
              </a:ext>
            </a:extLst>
          </p:cNvPr>
          <p:cNvCxnSpPr>
            <a:stCxn id="78" idx="0"/>
          </p:cNvCxnSpPr>
          <p:nvPr/>
        </p:nvCxnSpPr>
        <p:spPr>
          <a:xfrm>
            <a:off x="7176534" y="3810228"/>
            <a:ext cx="682625" cy="430213"/>
          </a:xfrm>
          <a:prstGeom prst="line">
            <a:avLst/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8831CE62-7BF8-47EE-1E38-FC5A1F6CCCA2}"/>
              </a:ext>
            </a:extLst>
          </p:cNvPr>
          <p:cNvCxnSpPr/>
          <p:nvPr/>
        </p:nvCxnSpPr>
        <p:spPr>
          <a:xfrm flipH="1">
            <a:off x="6273246" y="4240441"/>
            <a:ext cx="1585913" cy="900112"/>
          </a:xfrm>
          <a:prstGeom prst="line">
            <a:avLst/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61490001-BF9C-3E02-085C-4FAD7E8A5E03}"/>
              </a:ext>
            </a:extLst>
          </p:cNvPr>
          <p:cNvCxnSpPr/>
          <p:nvPr/>
        </p:nvCxnSpPr>
        <p:spPr>
          <a:xfrm>
            <a:off x="5590621" y="4707166"/>
            <a:ext cx="690563" cy="433387"/>
          </a:xfrm>
          <a:prstGeom prst="line">
            <a:avLst/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CF89D959-7797-9FC5-51F5-5DC7B1DDF7B1}"/>
              </a:ext>
            </a:extLst>
          </p:cNvPr>
          <p:cNvCxnSpPr/>
          <p:nvPr/>
        </p:nvCxnSpPr>
        <p:spPr>
          <a:xfrm>
            <a:off x="6281184" y="5134203"/>
            <a:ext cx="0" cy="307975"/>
          </a:xfrm>
          <a:prstGeom prst="line">
            <a:avLst/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EE78784C-5DDB-A44B-FD98-57D841289378}"/>
              </a:ext>
            </a:extLst>
          </p:cNvPr>
          <p:cNvCxnSpPr/>
          <p:nvPr/>
        </p:nvCxnSpPr>
        <p:spPr>
          <a:xfrm flipH="1">
            <a:off x="6281184" y="4542066"/>
            <a:ext cx="1585912" cy="900112"/>
          </a:xfrm>
          <a:prstGeom prst="line">
            <a:avLst/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380B6940-ECC3-D26A-DFB1-22F7C4FF41DD}"/>
              </a:ext>
            </a:extLst>
          </p:cNvPr>
          <p:cNvCxnSpPr/>
          <p:nvPr/>
        </p:nvCxnSpPr>
        <p:spPr>
          <a:xfrm>
            <a:off x="5590621" y="5011966"/>
            <a:ext cx="690563" cy="423862"/>
          </a:xfrm>
          <a:prstGeom prst="line">
            <a:avLst/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0BFF261A-0F08-7DE5-7F04-0CEC2E9BB4C5}"/>
              </a:ext>
            </a:extLst>
          </p:cNvPr>
          <p:cNvCxnSpPr/>
          <p:nvPr/>
        </p:nvCxnSpPr>
        <p:spPr>
          <a:xfrm>
            <a:off x="7859159" y="4240441"/>
            <a:ext cx="0" cy="306387"/>
          </a:xfrm>
          <a:prstGeom prst="line">
            <a:avLst/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D9D501FC-6F93-F17A-6CE9-EF5C8D8C7091}"/>
              </a:ext>
            </a:extLst>
          </p:cNvPr>
          <p:cNvCxnSpPr/>
          <p:nvPr/>
        </p:nvCxnSpPr>
        <p:spPr>
          <a:xfrm>
            <a:off x="5590621" y="4710341"/>
            <a:ext cx="0" cy="306387"/>
          </a:xfrm>
          <a:prstGeom prst="line">
            <a:avLst/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/>
        </p:spPr>
      </p:cxn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45AA8937-72E4-6114-3A66-E6A6D20AAD4D}"/>
              </a:ext>
            </a:extLst>
          </p:cNvPr>
          <p:cNvGrpSpPr>
            <a:grpSpLocks/>
          </p:cNvGrpSpPr>
          <p:nvPr/>
        </p:nvGrpSpPr>
        <p:grpSpPr bwMode="auto">
          <a:xfrm>
            <a:off x="6281184" y="5142141"/>
            <a:ext cx="569912" cy="823912"/>
            <a:chOff x="5982404" y="3243043"/>
            <a:chExt cx="569816" cy="824911"/>
          </a:xfrm>
        </p:grpSpPr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11E0B0F1-40A3-9808-F239-05522139701F}"/>
                </a:ext>
              </a:extLst>
            </p:cNvPr>
            <p:cNvCxnSpPr/>
            <p:nvPr/>
          </p:nvCxnSpPr>
          <p:spPr bwMode="auto">
            <a:xfrm flipH="1" flipV="1">
              <a:off x="5982404" y="3243043"/>
              <a:ext cx="569816" cy="351262"/>
            </a:xfrm>
            <a:prstGeom prst="line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9F1A8168-7821-F2FA-EEB5-13382CAD3B25}"/>
                </a:ext>
              </a:extLst>
            </p:cNvPr>
            <p:cNvCxnSpPr/>
            <p:nvPr/>
          </p:nvCxnSpPr>
          <p:spPr bwMode="auto">
            <a:xfrm flipV="1">
              <a:off x="6444288" y="3518013"/>
              <a:ext cx="0" cy="306759"/>
            </a:xfrm>
            <a:prstGeom prst="line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34383EFA-99E3-AB1A-F47B-878C2C711F93}"/>
                </a:ext>
              </a:extLst>
            </p:cNvPr>
            <p:cNvCxnSpPr/>
            <p:nvPr/>
          </p:nvCxnSpPr>
          <p:spPr bwMode="auto">
            <a:xfrm flipV="1">
              <a:off x="6444288" y="3352713"/>
              <a:ext cx="0" cy="184373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 type="triangle" w="sm" len="lg"/>
              <a:tailEnd type="none" w="sm" len="lg"/>
            </a:ln>
            <a:effectLst/>
          </p:spPr>
        </p:cxn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4F366B9D-82B4-33EE-3BC2-2F2D983C80CE}"/>
                </a:ext>
              </a:extLst>
            </p:cNvPr>
            <p:cNvCxnSpPr/>
            <p:nvPr/>
          </p:nvCxnSpPr>
          <p:spPr bwMode="auto">
            <a:xfrm flipV="1">
              <a:off x="6444288" y="3808878"/>
              <a:ext cx="0" cy="259076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 type="none" w="sm" len="lg"/>
              <a:tailEnd type="triangle" w="sm" len="lg"/>
            </a:ln>
            <a:effectLst/>
          </p:spPr>
        </p:cxnSp>
        <p:sp>
          <p:nvSpPr>
            <p:cNvPr id="94" name="Text Box 69">
              <a:extLst>
                <a:ext uri="{FF2B5EF4-FFF2-40B4-BE49-F238E27FC236}">
                  <a16:creationId xmlns:a16="http://schemas.microsoft.com/office/drawing/2014/main" id="{CA802D15-05E9-6E6D-DFE4-C6C35512F4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6124853" y="3419539"/>
              <a:ext cx="320922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SOCPEUR" pitchFamily="34" charset="0"/>
                  <a:ea typeface="宋体" panose="02010600030101010101" pitchFamily="2" charset="-122"/>
                </a:rPr>
                <a:t>H</a:t>
              </a:r>
              <a:endParaRPr kumimoji="1" lang="en-US" altLang="zh-CN" sz="2000" b="1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SOCPEUR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AF384492-FA73-0F6F-7140-9CAF0F9C734B}"/>
                </a:ext>
              </a:extLst>
            </p:cNvPr>
            <p:cNvCxnSpPr/>
            <p:nvPr/>
          </p:nvCxnSpPr>
          <p:spPr bwMode="auto">
            <a:xfrm flipH="1" flipV="1">
              <a:off x="5982404" y="3540265"/>
              <a:ext cx="565055" cy="352852"/>
            </a:xfrm>
            <a:prstGeom prst="line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365869BF-EE40-7203-D713-1B9D3AE70D46}"/>
              </a:ext>
            </a:extLst>
          </p:cNvPr>
          <p:cNvGrpSpPr>
            <a:grpSpLocks/>
          </p:cNvGrpSpPr>
          <p:nvPr/>
        </p:nvGrpSpPr>
        <p:grpSpPr bwMode="auto">
          <a:xfrm>
            <a:off x="4977846" y="5019903"/>
            <a:ext cx="1303338" cy="519113"/>
            <a:chOff x="4500578" y="3017816"/>
            <a:chExt cx="1303055" cy="519196"/>
          </a:xfrm>
        </p:grpSpPr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48005FB4-4787-66D1-7FE1-8296B15D34B8}"/>
                </a:ext>
              </a:extLst>
            </p:cNvPr>
            <p:cNvCxnSpPr/>
            <p:nvPr/>
          </p:nvCxnSpPr>
          <p:spPr>
            <a:xfrm flipH="1">
              <a:off x="5121156" y="3141661"/>
              <a:ext cx="682477" cy="395351"/>
            </a:xfrm>
            <a:prstGeom prst="line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98" name="直接箭头连接符 97">
              <a:extLst>
                <a:ext uri="{FF2B5EF4-FFF2-40B4-BE49-F238E27FC236}">
                  <a16:creationId xmlns:a16="http://schemas.microsoft.com/office/drawing/2014/main" id="{7508BCE3-4DFB-28D0-8C87-922BF7C5C356}"/>
                </a:ext>
              </a:extLst>
            </p:cNvPr>
            <p:cNvCxnSpPr/>
            <p:nvPr/>
          </p:nvCxnSpPr>
          <p:spPr>
            <a:xfrm>
              <a:off x="4500578" y="3067037"/>
              <a:ext cx="684064" cy="430281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 type="triangle" w="sm" len="lg"/>
              <a:tailEnd type="triangle" w="sm" len="lg"/>
            </a:ln>
            <a:effectLst/>
          </p:spPr>
        </p:cxnSp>
        <p:sp>
          <p:nvSpPr>
            <p:cNvPr id="99" name="Text Box 69">
              <a:extLst>
                <a:ext uri="{FF2B5EF4-FFF2-40B4-BE49-F238E27FC236}">
                  <a16:creationId xmlns:a16="http://schemas.microsoft.com/office/drawing/2014/main" id="{3E21CEE8-81DB-C249-EBCB-A30923FB6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855987">
              <a:off x="4865502" y="3017816"/>
              <a:ext cx="320922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SOCPEUR" pitchFamily="34" charset="0"/>
                  <a:ea typeface="宋体" panose="02010600030101010101" pitchFamily="2" charset="-122"/>
                </a:rPr>
                <a:t>B</a:t>
              </a:r>
              <a:endParaRPr kumimoji="1" lang="en-US" altLang="zh-CN" sz="2000" b="1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SOCPEUR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94EAB0C9-BA3F-ED25-8225-68E87960AAFD}"/>
              </a:ext>
            </a:extLst>
          </p:cNvPr>
          <p:cNvGrpSpPr>
            <a:grpSpLocks/>
          </p:cNvGrpSpPr>
          <p:nvPr/>
        </p:nvGrpSpPr>
        <p:grpSpPr bwMode="auto">
          <a:xfrm>
            <a:off x="5239784" y="3592741"/>
            <a:ext cx="1936750" cy="1117600"/>
            <a:chOff x="4762291" y="1590427"/>
            <a:chExt cx="1936566" cy="1118396"/>
          </a:xfrm>
        </p:grpSpPr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8E97EE8F-459F-7E42-E9DC-C23055B35088}"/>
                </a:ext>
              </a:extLst>
            </p:cNvPr>
            <p:cNvCxnSpPr/>
            <p:nvPr/>
          </p:nvCxnSpPr>
          <p:spPr bwMode="auto">
            <a:xfrm flipH="1" flipV="1">
              <a:off x="4762291" y="2491180"/>
              <a:ext cx="350804" cy="217643"/>
            </a:xfrm>
            <a:prstGeom prst="line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C4F60322-10F8-D7A9-4303-7C62889466A0}"/>
                </a:ext>
              </a:extLst>
            </p:cNvPr>
            <p:cNvCxnSpPr/>
            <p:nvPr/>
          </p:nvCxnSpPr>
          <p:spPr bwMode="auto">
            <a:xfrm flipH="1" flipV="1">
              <a:off x="6348052" y="1590427"/>
              <a:ext cx="350805" cy="217642"/>
            </a:xfrm>
            <a:prstGeom prst="line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03" name="直接箭头连接符 102">
              <a:extLst>
                <a:ext uri="{FF2B5EF4-FFF2-40B4-BE49-F238E27FC236}">
                  <a16:creationId xmlns:a16="http://schemas.microsoft.com/office/drawing/2014/main" id="{0BB39061-B9DC-AF39-5391-43E8EECDB1D2}"/>
                </a:ext>
              </a:extLst>
            </p:cNvPr>
            <p:cNvCxnSpPr/>
            <p:nvPr/>
          </p:nvCxnSpPr>
          <p:spPr>
            <a:xfrm flipV="1">
              <a:off x="4860707" y="1657149"/>
              <a:ext cx="1584174" cy="897576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 type="triangle" w="sm" len="lg"/>
              <a:tailEnd type="triangle" w="sm" len="lg"/>
            </a:ln>
            <a:effectLst/>
          </p:spPr>
        </p:cxnSp>
        <p:sp>
          <p:nvSpPr>
            <p:cNvPr id="104" name="Text Box 69">
              <a:extLst>
                <a:ext uri="{FF2B5EF4-FFF2-40B4-BE49-F238E27FC236}">
                  <a16:creationId xmlns:a16="http://schemas.microsoft.com/office/drawing/2014/main" id="{DA04A48E-D49F-DD5A-5B47-CAAC37DCAD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796417">
              <a:off x="5411741" y="1791370"/>
              <a:ext cx="304892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SOCPEUR" pitchFamily="34" charset="0"/>
                  <a:ea typeface="宋体" panose="02010600030101010101" pitchFamily="2" charset="-122"/>
                </a:rPr>
                <a:t>L</a:t>
              </a:r>
              <a:endParaRPr kumimoji="1" lang="en-US" altLang="zh-CN" sz="2000" b="1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SOCPEUR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AF748391-BA0C-29D3-0FAA-923EB9B03ED3}"/>
              </a:ext>
            </a:extLst>
          </p:cNvPr>
          <p:cNvGrpSpPr>
            <a:grpSpLocks/>
          </p:cNvGrpSpPr>
          <p:nvPr/>
        </p:nvGrpSpPr>
        <p:grpSpPr bwMode="auto">
          <a:xfrm>
            <a:off x="6846334" y="4602391"/>
            <a:ext cx="1592262" cy="620712"/>
            <a:chOff x="6368029" y="2600375"/>
            <a:chExt cx="1593241" cy="620968"/>
          </a:xfrm>
        </p:grpSpPr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35EB37B2-BB42-3696-9C59-DE905A00F1DE}"/>
                </a:ext>
              </a:extLst>
            </p:cNvPr>
            <p:cNvCxnSpPr/>
            <p:nvPr/>
          </p:nvCxnSpPr>
          <p:spPr bwMode="auto">
            <a:xfrm flipH="1" flipV="1">
              <a:off x="6368029" y="2814775"/>
              <a:ext cx="659217" cy="406568"/>
            </a:xfrm>
            <a:prstGeom prst="line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07" name="直接箭头连接符 106">
              <a:extLst>
                <a:ext uri="{FF2B5EF4-FFF2-40B4-BE49-F238E27FC236}">
                  <a16:creationId xmlns:a16="http://schemas.microsoft.com/office/drawing/2014/main" id="{F72C7A7A-22C4-71DE-1D30-C8891F94E997}"/>
                </a:ext>
              </a:extLst>
            </p:cNvPr>
            <p:cNvCxnSpPr/>
            <p:nvPr/>
          </p:nvCxnSpPr>
          <p:spPr>
            <a:xfrm flipV="1">
              <a:off x="6944645" y="2600375"/>
              <a:ext cx="1016625" cy="576500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 type="triangle" w="sm" len="lg"/>
              <a:tailEnd type="triangle" w="sm" len="lg"/>
            </a:ln>
            <a:effectLst/>
          </p:spPr>
        </p:cxnSp>
        <p:sp>
          <p:nvSpPr>
            <p:cNvPr id="108" name="Text Box 69">
              <a:extLst>
                <a:ext uri="{FF2B5EF4-FFF2-40B4-BE49-F238E27FC236}">
                  <a16:creationId xmlns:a16="http://schemas.microsoft.com/office/drawing/2014/main" id="{4DB9F076-32E0-4662-A45F-DF73C6B905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796417">
              <a:off x="7098329" y="2615462"/>
              <a:ext cx="320922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SOCPEUR" pitchFamily="34" charset="0"/>
                  <a:ea typeface="宋体" panose="02010600030101010101" pitchFamily="2" charset="-122"/>
                </a:rPr>
                <a:t>K</a:t>
              </a:r>
              <a:endParaRPr kumimoji="1" lang="en-US" altLang="zh-CN" sz="2000" b="1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SOCPEUR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1AC03A07-2FF8-9FE1-7B8A-63266C4842D4}"/>
              </a:ext>
            </a:extLst>
          </p:cNvPr>
          <p:cNvGrpSpPr>
            <a:grpSpLocks/>
          </p:cNvGrpSpPr>
          <p:nvPr/>
        </p:nvGrpSpPr>
        <p:grpSpPr bwMode="auto">
          <a:xfrm>
            <a:off x="5177871" y="4713516"/>
            <a:ext cx="730250" cy="590550"/>
            <a:chOff x="4700489" y="2711689"/>
            <a:chExt cx="729315" cy="590863"/>
          </a:xfrm>
        </p:grpSpPr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D2B30081-C257-84DF-1F44-0110D4D058B7}"/>
                </a:ext>
              </a:extLst>
            </p:cNvPr>
            <p:cNvCxnSpPr/>
            <p:nvPr/>
          </p:nvCxnSpPr>
          <p:spPr>
            <a:xfrm flipH="1">
              <a:off x="4746468" y="2907054"/>
              <a:ext cx="683336" cy="395498"/>
            </a:xfrm>
            <a:prstGeom prst="line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11" name="直接箭头连接符 110">
              <a:extLst>
                <a:ext uri="{FF2B5EF4-FFF2-40B4-BE49-F238E27FC236}">
                  <a16:creationId xmlns:a16="http://schemas.microsoft.com/office/drawing/2014/main" id="{4C5B0C54-0E99-6639-27E4-201C1CFB39C2}"/>
                </a:ext>
              </a:extLst>
            </p:cNvPr>
            <p:cNvCxnSpPr/>
            <p:nvPr/>
          </p:nvCxnSpPr>
          <p:spPr>
            <a:xfrm>
              <a:off x="4700489" y="2940410"/>
              <a:ext cx="320264" cy="201719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 type="triangle" w="sm" len="lg"/>
              <a:tailEnd type="triangle" w="sm" len="lg"/>
            </a:ln>
            <a:effectLst/>
          </p:spPr>
        </p:cxnSp>
        <p:sp>
          <p:nvSpPr>
            <p:cNvPr id="112" name="Text Box 69">
              <a:extLst>
                <a:ext uri="{FF2B5EF4-FFF2-40B4-BE49-F238E27FC236}">
                  <a16:creationId xmlns:a16="http://schemas.microsoft.com/office/drawing/2014/main" id="{CA0DB0F1-74B9-F51D-3B26-E7D74BCEB8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855987">
              <a:off x="4778939" y="2711689"/>
              <a:ext cx="338554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SOCPEUR" pitchFamily="34" charset="0"/>
                  <a:ea typeface="宋体" panose="02010600030101010101" pitchFamily="2" charset="-122"/>
                </a:rPr>
                <a:t>A</a:t>
              </a:r>
              <a:endParaRPr kumimoji="1" lang="en-US" altLang="zh-CN" sz="2000" b="1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SOCPEUR" pitchFamily="34" charset="0"/>
                <a:ea typeface="宋体" panose="02010600030101010101" pitchFamily="2" charset="-122"/>
              </a:endParaRPr>
            </a:p>
          </p:txBody>
        </p:sp>
      </p:grpSp>
      <p:cxnSp>
        <p:nvCxnSpPr>
          <p:cNvPr id="113" name="直接连接符 112">
            <a:extLst>
              <a:ext uri="{FF2B5EF4-FFF2-40B4-BE49-F238E27FC236}">
                <a16:creationId xmlns:a16="http://schemas.microsoft.com/office/drawing/2014/main" id="{41A63C30-FE72-90B3-4EF5-BCB2C9C67E9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908121" y="4818291"/>
            <a:ext cx="938213" cy="88900"/>
          </a:xfrm>
          <a:prstGeom prst="line">
            <a:avLst/>
          </a:prstGeom>
          <a:noFill/>
          <a:ln w="9525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909449F7-E51B-65E8-B6A0-D1F957B2703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846334" y="4816703"/>
            <a:ext cx="0" cy="307975"/>
          </a:xfrm>
          <a:prstGeom prst="line">
            <a:avLst/>
          </a:prstGeom>
          <a:noFill/>
          <a:ln w="9525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347186D0-FCF1-29CE-52EA-2A009D35D4C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908121" y="4908778"/>
            <a:ext cx="0" cy="298450"/>
          </a:xfrm>
          <a:prstGeom prst="line">
            <a:avLst/>
          </a:prstGeom>
          <a:noFill/>
          <a:ln w="9525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6" name="直接连接符 115">
            <a:extLst>
              <a:ext uri="{FF2B5EF4-FFF2-40B4-BE49-F238E27FC236}">
                <a16:creationId xmlns:a16="http://schemas.microsoft.com/office/drawing/2014/main" id="{360B92F1-FDE5-BE7C-DA22-5CE6BA903CD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908121" y="5116741"/>
            <a:ext cx="938213" cy="90487"/>
          </a:xfrm>
          <a:prstGeom prst="line">
            <a:avLst/>
          </a:prstGeom>
          <a:noFill/>
          <a:ln w="9525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7" name="直接连接符 116">
            <a:extLst>
              <a:ext uri="{FF2B5EF4-FFF2-40B4-BE49-F238E27FC236}">
                <a16:creationId xmlns:a16="http://schemas.microsoft.com/office/drawing/2014/main" id="{68E2DC2B-17D5-F0F1-C192-18922C20D2C0}"/>
              </a:ext>
            </a:extLst>
          </p:cNvPr>
          <p:cNvCxnSpPr/>
          <p:nvPr/>
        </p:nvCxnSpPr>
        <p:spPr>
          <a:xfrm flipV="1">
            <a:off x="6846334" y="4237266"/>
            <a:ext cx="1012825" cy="579437"/>
          </a:xfrm>
          <a:prstGeom prst="line">
            <a:avLst/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118" name="直接连接符 117">
            <a:extLst>
              <a:ext uri="{FF2B5EF4-FFF2-40B4-BE49-F238E27FC236}">
                <a16:creationId xmlns:a16="http://schemas.microsoft.com/office/drawing/2014/main" id="{458FA1B9-6618-B45F-0ECB-54E8C66ABA36}"/>
              </a:ext>
            </a:extLst>
          </p:cNvPr>
          <p:cNvCxnSpPr/>
          <p:nvPr/>
        </p:nvCxnSpPr>
        <p:spPr>
          <a:xfrm flipV="1">
            <a:off x="6846334" y="4545241"/>
            <a:ext cx="1012825" cy="579437"/>
          </a:xfrm>
          <a:prstGeom prst="line">
            <a:avLst/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119" name="直接连接符 118">
            <a:extLst>
              <a:ext uri="{FF2B5EF4-FFF2-40B4-BE49-F238E27FC236}">
                <a16:creationId xmlns:a16="http://schemas.microsoft.com/office/drawing/2014/main" id="{A7DAA94E-9F2A-D0BD-FCB1-A819B18D57EE}"/>
              </a:ext>
            </a:extLst>
          </p:cNvPr>
          <p:cNvCxnSpPr/>
          <p:nvPr/>
        </p:nvCxnSpPr>
        <p:spPr>
          <a:xfrm flipH="1" flipV="1">
            <a:off x="5598559" y="4710341"/>
            <a:ext cx="309562" cy="196850"/>
          </a:xfrm>
          <a:prstGeom prst="line">
            <a:avLst/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120" name="直接连接符 119">
            <a:extLst>
              <a:ext uri="{FF2B5EF4-FFF2-40B4-BE49-F238E27FC236}">
                <a16:creationId xmlns:a16="http://schemas.microsoft.com/office/drawing/2014/main" id="{8584200B-0A49-88A5-3274-9050CAEC15FE}"/>
              </a:ext>
            </a:extLst>
          </p:cNvPr>
          <p:cNvCxnSpPr/>
          <p:nvPr/>
        </p:nvCxnSpPr>
        <p:spPr>
          <a:xfrm flipH="1" flipV="1">
            <a:off x="5590621" y="5007203"/>
            <a:ext cx="309563" cy="198438"/>
          </a:xfrm>
          <a:prstGeom prst="line">
            <a:avLst/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121" name="Text Box 78">
            <a:extLst>
              <a:ext uri="{FF2B5EF4-FFF2-40B4-BE49-F238E27FC236}">
                <a16:creationId xmlns:a16="http://schemas.microsoft.com/office/drawing/2014/main" id="{92BCEA8C-D2F0-8554-E8A4-E355925CB9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1559" y="4999266"/>
            <a:ext cx="2952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000" b="1" i="1">
                <a:solidFill>
                  <a:srgbClr val="000000"/>
                </a:solidFill>
                <a:latin typeface="ISOCPEUR" pitchFamily="34" charset="0"/>
              </a:rPr>
              <a:t>4</a:t>
            </a:r>
          </a:p>
        </p:txBody>
      </p:sp>
      <p:sp>
        <p:nvSpPr>
          <p:cNvPr id="122" name="Text Box 78">
            <a:extLst>
              <a:ext uri="{FF2B5EF4-FFF2-40B4-BE49-F238E27FC236}">
                <a16:creationId xmlns:a16="http://schemas.microsoft.com/office/drawing/2014/main" id="{A7F1CD15-3DD9-7B8B-78A0-245266B79D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2059" y="5104041"/>
            <a:ext cx="2936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en-US" altLang="zh-CN" sz="2000" b="1" i="1">
                <a:solidFill>
                  <a:srgbClr val="000000"/>
                </a:solidFill>
                <a:latin typeface="ISOCPEUR" pitchFamily="34" charset="0"/>
              </a:rPr>
              <a:t>3</a:t>
            </a:r>
          </a:p>
        </p:txBody>
      </p: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E5E6B0B2-C121-CB0B-D4F9-92B0C807297B}"/>
              </a:ext>
            </a:extLst>
          </p:cNvPr>
          <p:cNvGrpSpPr>
            <a:grpSpLocks/>
          </p:cNvGrpSpPr>
          <p:nvPr/>
        </p:nvGrpSpPr>
        <p:grpSpPr bwMode="auto">
          <a:xfrm>
            <a:off x="5598559" y="3807053"/>
            <a:ext cx="2266950" cy="1406525"/>
            <a:chOff x="5627694" y="3652501"/>
            <a:chExt cx="2268127" cy="1406834"/>
          </a:xfrm>
        </p:grpSpPr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4C38EA32-AAAE-9C85-3A34-FCA43CC46E56}"/>
                </a:ext>
              </a:extLst>
            </p:cNvPr>
            <p:cNvCxnSpPr/>
            <p:nvPr/>
          </p:nvCxnSpPr>
          <p:spPr>
            <a:xfrm flipH="1">
              <a:off x="5627694" y="3652501"/>
              <a:ext cx="1585148" cy="900311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2AC39B7A-4448-8F58-BA50-DD254F374D5B}"/>
                </a:ext>
              </a:extLst>
            </p:cNvPr>
            <p:cNvCxnSpPr/>
            <p:nvPr/>
          </p:nvCxnSpPr>
          <p:spPr>
            <a:xfrm>
              <a:off x="7212842" y="3652501"/>
              <a:ext cx="682979" cy="430308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9A1A9B93-71CE-0C9D-0E26-5AF4868F99D9}"/>
                </a:ext>
              </a:extLst>
            </p:cNvPr>
            <p:cNvCxnSpPr/>
            <p:nvPr/>
          </p:nvCxnSpPr>
          <p:spPr>
            <a:xfrm>
              <a:off x="7895821" y="4082809"/>
              <a:ext cx="0" cy="308043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C3A83E14-1FDF-2B22-59FD-7DE51D9A08F6}"/>
                </a:ext>
              </a:extLst>
            </p:cNvPr>
            <p:cNvCxnSpPr/>
            <p:nvPr/>
          </p:nvCxnSpPr>
          <p:spPr>
            <a:xfrm>
              <a:off x="5627694" y="4552812"/>
              <a:ext cx="0" cy="308043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28" name="直接连接符 127">
              <a:extLst>
                <a:ext uri="{FF2B5EF4-FFF2-40B4-BE49-F238E27FC236}">
                  <a16:creationId xmlns:a16="http://schemas.microsoft.com/office/drawing/2014/main" id="{B808EF2F-6E26-7164-8F64-3D6B8148C521}"/>
                </a:ext>
              </a:extLst>
            </p:cNvPr>
            <p:cNvCxnSpPr/>
            <p:nvPr/>
          </p:nvCxnSpPr>
          <p:spPr>
            <a:xfrm flipV="1">
              <a:off x="5943770" y="4659197"/>
              <a:ext cx="938700" cy="90508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523D1E9A-5874-6D24-FA7D-4F907C8B748E}"/>
                </a:ext>
              </a:extLst>
            </p:cNvPr>
            <p:cNvCxnSpPr/>
            <p:nvPr/>
          </p:nvCxnSpPr>
          <p:spPr>
            <a:xfrm>
              <a:off x="6880881" y="4663961"/>
              <a:ext cx="0" cy="308043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184DDE92-46CC-0761-01FD-7A80B7639822}"/>
                </a:ext>
              </a:extLst>
            </p:cNvPr>
            <p:cNvCxnSpPr/>
            <p:nvPr/>
          </p:nvCxnSpPr>
          <p:spPr>
            <a:xfrm>
              <a:off x="5942182" y="4760819"/>
              <a:ext cx="0" cy="298516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A613B5E9-AD25-56D6-9C5B-CE9E6454B365}"/>
                </a:ext>
              </a:extLst>
            </p:cNvPr>
            <p:cNvCxnSpPr/>
            <p:nvPr/>
          </p:nvCxnSpPr>
          <p:spPr>
            <a:xfrm flipV="1">
              <a:off x="5943770" y="4964064"/>
              <a:ext cx="938700" cy="90508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F2895F75-8593-580A-39A0-4E41DBA37B2A}"/>
                </a:ext>
              </a:extLst>
            </p:cNvPr>
            <p:cNvCxnSpPr/>
            <p:nvPr/>
          </p:nvCxnSpPr>
          <p:spPr>
            <a:xfrm flipV="1">
              <a:off x="6882470" y="4079633"/>
              <a:ext cx="1013351" cy="579564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4554B08E-751C-AB38-349F-EA1D53329C60}"/>
                </a:ext>
              </a:extLst>
            </p:cNvPr>
            <p:cNvCxnSpPr/>
            <p:nvPr/>
          </p:nvCxnSpPr>
          <p:spPr>
            <a:xfrm flipV="1">
              <a:off x="6882470" y="4387675"/>
              <a:ext cx="1013351" cy="579564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2ED05512-DAB8-85FA-E9AA-DFA207FA976B}"/>
                </a:ext>
              </a:extLst>
            </p:cNvPr>
            <p:cNvCxnSpPr/>
            <p:nvPr/>
          </p:nvCxnSpPr>
          <p:spPr>
            <a:xfrm flipH="1" flipV="1">
              <a:off x="5634047" y="4552812"/>
              <a:ext cx="309723" cy="198481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6D52CC06-F922-A3FB-616E-6B9BA100ADBE}"/>
                </a:ext>
              </a:extLst>
            </p:cNvPr>
            <p:cNvCxnSpPr/>
            <p:nvPr/>
          </p:nvCxnSpPr>
          <p:spPr>
            <a:xfrm flipH="1" flipV="1">
              <a:off x="5627694" y="4851327"/>
              <a:ext cx="309723" cy="196893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</p:grpSp>
      <p:grpSp>
        <p:nvGrpSpPr>
          <p:cNvPr id="136" name="组合 135">
            <a:extLst>
              <a:ext uri="{FF2B5EF4-FFF2-40B4-BE49-F238E27FC236}">
                <a16:creationId xmlns:a16="http://schemas.microsoft.com/office/drawing/2014/main" id="{B4C3B203-A543-1EDE-5F57-A48D8B1234F5}"/>
              </a:ext>
            </a:extLst>
          </p:cNvPr>
          <p:cNvGrpSpPr>
            <a:grpSpLocks/>
          </p:cNvGrpSpPr>
          <p:nvPr/>
        </p:nvGrpSpPr>
        <p:grpSpPr bwMode="auto">
          <a:xfrm>
            <a:off x="1249663" y="5228659"/>
            <a:ext cx="666750" cy="106363"/>
            <a:chOff x="1323975" y="4386554"/>
            <a:chExt cx="666750" cy="105779"/>
          </a:xfrm>
        </p:grpSpPr>
        <p:cxnSp>
          <p:nvCxnSpPr>
            <p:cNvPr id="137" name="直接连接符 136">
              <a:extLst>
                <a:ext uri="{FF2B5EF4-FFF2-40B4-BE49-F238E27FC236}">
                  <a16:creationId xmlns:a16="http://schemas.microsoft.com/office/drawing/2014/main" id="{7108F893-095E-A75C-800B-ABD50F5F75E0}"/>
                </a:ext>
              </a:extLst>
            </p:cNvPr>
            <p:cNvCxnSpPr/>
            <p:nvPr/>
          </p:nvCxnSpPr>
          <p:spPr>
            <a:xfrm flipH="1">
              <a:off x="1323975" y="4440233"/>
              <a:ext cx="666750" cy="0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</a:ln>
            <a:effectLst/>
          </p:spPr>
        </p:cxnSp>
        <p:grpSp>
          <p:nvGrpSpPr>
            <p:cNvPr id="138" name="组合 5">
              <a:extLst>
                <a:ext uri="{FF2B5EF4-FFF2-40B4-BE49-F238E27FC236}">
                  <a16:creationId xmlns:a16="http://schemas.microsoft.com/office/drawing/2014/main" id="{DBE23CA4-ED84-BE51-6D6E-3DA4E498DF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7684" y="4386554"/>
              <a:ext cx="108012" cy="105779"/>
              <a:chOff x="1675296" y="4386554"/>
              <a:chExt cx="108012" cy="105779"/>
            </a:xfrm>
          </p:grpSpPr>
          <p:cxnSp>
            <p:nvCxnSpPr>
              <p:cNvPr id="143" name="直接连接符 142">
                <a:extLst>
                  <a:ext uri="{FF2B5EF4-FFF2-40B4-BE49-F238E27FC236}">
                    <a16:creationId xmlns:a16="http://schemas.microsoft.com/office/drawing/2014/main" id="{E63A4A6B-3621-092C-F162-3E395741096A}"/>
                  </a:ext>
                </a:extLst>
              </p:cNvPr>
              <p:cNvCxnSpPr/>
              <p:nvPr/>
            </p:nvCxnSpPr>
            <p:spPr>
              <a:xfrm>
                <a:off x="1782762" y="4386554"/>
                <a:ext cx="0" cy="96306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  <p:cxnSp>
            <p:nvCxnSpPr>
              <p:cNvPr id="144" name="直接连接符 143">
                <a:extLst>
                  <a:ext uri="{FF2B5EF4-FFF2-40B4-BE49-F238E27FC236}">
                    <a16:creationId xmlns:a16="http://schemas.microsoft.com/office/drawing/2014/main" id="{66B375C8-5528-4A94-114C-DFE97303C458}"/>
                  </a:ext>
                </a:extLst>
              </p:cNvPr>
              <p:cNvCxnSpPr/>
              <p:nvPr/>
            </p:nvCxnSpPr>
            <p:spPr>
              <a:xfrm>
                <a:off x="1727199" y="4391291"/>
                <a:ext cx="0" cy="96305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  <p:cxnSp>
            <p:nvCxnSpPr>
              <p:cNvPr id="145" name="直接连接符 144">
                <a:extLst>
                  <a:ext uri="{FF2B5EF4-FFF2-40B4-BE49-F238E27FC236}">
                    <a16:creationId xmlns:a16="http://schemas.microsoft.com/office/drawing/2014/main" id="{DBEE8ACD-7353-6F7E-5CC2-19B3517DE887}"/>
                  </a:ext>
                </a:extLst>
              </p:cNvPr>
              <p:cNvCxnSpPr/>
              <p:nvPr/>
            </p:nvCxnSpPr>
            <p:spPr>
              <a:xfrm>
                <a:off x="1674812" y="4396027"/>
                <a:ext cx="0" cy="96306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</p:grpSp>
        <p:grpSp>
          <p:nvGrpSpPr>
            <p:cNvPr id="139" name="组合 137">
              <a:extLst>
                <a:ext uri="{FF2B5EF4-FFF2-40B4-BE49-F238E27FC236}">
                  <a16:creationId xmlns:a16="http://schemas.microsoft.com/office/drawing/2014/main" id="{5D5D470F-C163-B7C4-1A8D-F6DE7C5953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6388" y="4386554"/>
              <a:ext cx="105272" cy="105779"/>
              <a:chOff x="1675296" y="4386554"/>
              <a:chExt cx="105272" cy="105779"/>
            </a:xfrm>
          </p:grpSpPr>
          <p:cxnSp>
            <p:nvCxnSpPr>
              <p:cNvPr id="140" name="直接连接符 139">
                <a:extLst>
                  <a:ext uri="{FF2B5EF4-FFF2-40B4-BE49-F238E27FC236}">
                    <a16:creationId xmlns:a16="http://schemas.microsoft.com/office/drawing/2014/main" id="{7B23B98A-5516-5EF8-D540-A9DCFCFE6C88}"/>
                  </a:ext>
                </a:extLst>
              </p:cNvPr>
              <p:cNvCxnSpPr/>
              <p:nvPr/>
            </p:nvCxnSpPr>
            <p:spPr>
              <a:xfrm>
                <a:off x="1780208" y="4386554"/>
                <a:ext cx="0" cy="96306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  <p:cxnSp>
            <p:nvCxnSpPr>
              <p:cNvPr id="141" name="直接连接符 140">
                <a:extLst>
                  <a:ext uri="{FF2B5EF4-FFF2-40B4-BE49-F238E27FC236}">
                    <a16:creationId xmlns:a16="http://schemas.microsoft.com/office/drawing/2014/main" id="{D9483CEF-BDBE-1AD2-637B-7650FBD6FB5D}"/>
                  </a:ext>
                </a:extLst>
              </p:cNvPr>
              <p:cNvCxnSpPr/>
              <p:nvPr/>
            </p:nvCxnSpPr>
            <p:spPr>
              <a:xfrm>
                <a:off x="1727820" y="4391291"/>
                <a:ext cx="0" cy="96305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  <p:cxnSp>
            <p:nvCxnSpPr>
              <p:cNvPr id="142" name="直接连接符 141">
                <a:extLst>
                  <a:ext uri="{FF2B5EF4-FFF2-40B4-BE49-F238E27FC236}">
                    <a16:creationId xmlns:a16="http://schemas.microsoft.com/office/drawing/2014/main" id="{A4BE33FF-6987-12C3-EA40-903811F00A94}"/>
                  </a:ext>
                </a:extLst>
              </p:cNvPr>
              <p:cNvCxnSpPr/>
              <p:nvPr/>
            </p:nvCxnSpPr>
            <p:spPr>
              <a:xfrm>
                <a:off x="1675433" y="4396027"/>
                <a:ext cx="0" cy="96306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</p:grpSp>
      </p:grpSp>
      <p:grpSp>
        <p:nvGrpSpPr>
          <p:cNvPr id="146" name="组合 145">
            <a:extLst>
              <a:ext uri="{FF2B5EF4-FFF2-40B4-BE49-F238E27FC236}">
                <a16:creationId xmlns:a16="http://schemas.microsoft.com/office/drawing/2014/main" id="{8F0D5F36-3B97-5BD4-5695-51EDDF3F05E4}"/>
              </a:ext>
            </a:extLst>
          </p:cNvPr>
          <p:cNvGrpSpPr>
            <a:grpSpLocks/>
          </p:cNvGrpSpPr>
          <p:nvPr/>
        </p:nvGrpSpPr>
        <p:grpSpPr bwMode="auto">
          <a:xfrm>
            <a:off x="1179813" y="4836547"/>
            <a:ext cx="109537" cy="446087"/>
            <a:chOff x="1254126" y="3994150"/>
            <a:chExt cx="108954" cy="446088"/>
          </a:xfrm>
        </p:grpSpPr>
        <p:cxnSp>
          <p:nvCxnSpPr>
            <p:cNvPr id="147" name="直接连接符 146">
              <a:extLst>
                <a:ext uri="{FF2B5EF4-FFF2-40B4-BE49-F238E27FC236}">
                  <a16:creationId xmlns:a16="http://schemas.microsoft.com/office/drawing/2014/main" id="{6A33E793-0C0A-7D68-B73E-CAB26F0F1BF2}"/>
                </a:ext>
              </a:extLst>
            </p:cNvPr>
            <p:cNvCxnSpPr/>
            <p:nvPr/>
          </p:nvCxnSpPr>
          <p:spPr>
            <a:xfrm>
              <a:off x="1323604" y="3994150"/>
              <a:ext cx="0" cy="446088"/>
            </a:xfrm>
            <a:prstGeom prst="line">
              <a:avLst/>
            </a:prstGeom>
            <a:noFill/>
            <a:ln w="9525" cap="flat" cmpd="sng" algn="ctr">
              <a:solidFill>
                <a:srgbClr val="000000"/>
              </a:solidFill>
              <a:prstDash val="solid"/>
            </a:ln>
            <a:effectLst/>
          </p:spPr>
        </p:cxnSp>
        <p:grpSp>
          <p:nvGrpSpPr>
            <p:cNvPr id="148" name="组合 141">
              <a:extLst>
                <a:ext uri="{FF2B5EF4-FFF2-40B4-BE49-F238E27FC236}">
                  <a16:creationId xmlns:a16="http://schemas.microsoft.com/office/drawing/2014/main" id="{80DD665B-DEEE-F719-C0AA-394AB51F9CA2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1254181" y="4157508"/>
              <a:ext cx="108843" cy="108954"/>
              <a:chOff x="1675296" y="4383379"/>
              <a:chExt cx="108843" cy="108954"/>
            </a:xfrm>
          </p:grpSpPr>
          <p:cxnSp>
            <p:nvCxnSpPr>
              <p:cNvPr id="149" name="直接连接符 148">
                <a:extLst>
                  <a:ext uri="{FF2B5EF4-FFF2-40B4-BE49-F238E27FC236}">
                    <a16:creationId xmlns:a16="http://schemas.microsoft.com/office/drawing/2014/main" id="{A0C74ABA-498E-A652-00B9-F79EE4604DF4}"/>
                  </a:ext>
                </a:extLst>
              </p:cNvPr>
              <p:cNvCxnSpPr/>
              <p:nvPr/>
            </p:nvCxnSpPr>
            <p:spPr>
              <a:xfrm>
                <a:off x="1783344" y="4383379"/>
                <a:ext cx="0" cy="96322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  <p:cxnSp>
            <p:nvCxnSpPr>
              <p:cNvPr id="150" name="直接连接符 149">
                <a:extLst>
                  <a:ext uri="{FF2B5EF4-FFF2-40B4-BE49-F238E27FC236}">
                    <a16:creationId xmlns:a16="http://schemas.microsoft.com/office/drawing/2014/main" id="{589CE2A9-C990-282D-A07E-B98260BA659F}"/>
                  </a:ext>
                </a:extLst>
              </p:cNvPr>
              <p:cNvCxnSpPr/>
              <p:nvPr/>
            </p:nvCxnSpPr>
            <p:spPr>
              <a:xfrm>
                <a:off x="1727783" y="4391274"/>
                <a:ext cx="0" cy="96323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  <p:cxnSp>
            <p:nvCxnSpPr>
              <p:cNvPr id="151" name="直接连接符 150">
                <a:extLst>
                  <a:ext uri="{FF2B5EF4-FFF2-40B4-BE49-F238E27FC236}">
                    <a16:creationId xmlns:a16="http://schemas.microsoft.com/office/drawing/2014/main" id="{CB355610-FEFE-53BC-7E37-7A909E30C056}"/>
                  </a:ext>
                </a:extLst>
              </p:cNvPr>
              <p:cNvCxnSpPr/>
              <p:nvPr/>
            </p:nvCxnSpPr>
            <p:spPr>
              <a:xfrm>
                <a:off x="1675394" y="4396011"/>
                <a:ext cx="0" cy="96322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</p:grpSp>
      </p:grpSp>
      <p:sp>
        <p:nvSpPr>
          <p:cNvPr id="155" name="Text Box 13">
            <a:extLst>
              <a:ext uri="{FF2B5EF4-FFF2-40B4-BE49-F238E27FC236}">
                <a16:creationId xmlns:a16="http://schemas.microsoft.com/office/drawing/2014/main" id="{04183EBC-801C-3936-F092-F113865892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877" y="1100857"/>
            <a:ext cx="2377574" cy="497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平面体轴测图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432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500"/>
                            </p:stCondLst>
                            <p:childTnLst>
                              <p:par>
                                <p:cTn id="1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500"/>
                            </p:stCondLst>
                            <p:childTnLst>
                              <p:par>
                                <p:cTn id="183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2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2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  <p:bldP spid="8" grpId="0"/>
      <p:bldP spid="9" grpId="0"/>
      <p:bldP spid="10" grpId="0"/>
      <p:bldP spid="15" grpId="0"/>
      <p:bldP spid="15" grpId="1"/>
      <p:bldP spid="16" grpId="0"/>
      <p:bldP spid="16" grpId="1"/>
      <p:bldP spid="121" grpId="0"/>
      <p:bldP spid="121" grpId="1"/>
      <p:bldP spid="122" grpId="0"/>
      <p:bldP spid="122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5604C-5DA4-636F-7E14-F3E36BB15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B169BA3A-704C-0720-DB40-6B3D89DB2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14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4C13B2B0-D50D-2D9A-19AB-129C84E076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93862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正等轴测图</a:t>
            </a:r>
          </a:p>
        </p:txBody>
      </p:sp>
      <p:sp>
        <p:nvSpPr>
          <p:cNvPr id="3" name="Text Box 70">
            <a:extLst>
              <a:ext uri="{FF2B5EF4-FFF2-40B4-BE49-F238E27FC236}">
                <a16:creationId xmlns:a16="http://schemas.microsoft.com/office/drawing/2014/main" id="{D2105685-07F8-585B-92BD-845AF52393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807161"/>
            <a:ext cx="508825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333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例：已知物体的三视图，画其正等轴测图。</a:t>
            </a:r>
          </a:p>
        </p:txBody>
      </p:sp>
      <p:sp>
        <p:nvSpPr>
          <p:cNvPr id="4" name="Text Box 71">
            <a:extLst>
              <a:ext uri="{FF2B5EF4-FFF2-40B4-BE49-F238E27FC236}">
                <a16:creationId xmlns:a16="http://schemas.microsoft.com/office/drawing/2014/main" id="{69003733-6CFA-48B2-6301-F8E29B0E6C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176" y="1632805"/>
            <a:ext cx="142058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zh-CN" altLang="en-US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叠加法</a:t>
            </a:r>
          </a:p>
        </p:txBody>
      </p:sp>
      <p:grpSp>
        <p:nvGrpSpPr>
          <p:cNvPr id="5" name="Group 140">
            <a:extLst>
              <a:ext uri="{FF2B5EF4-FFF2-40B4-BE49-F238E27FC236}">
                <a16:creationId xmlns:a16="http://schemas.microsoft.com/office/drawing/2014/main" id="{EC232A21-6B54-3C2C-FDF8-E7D8D6CC47F8}"/>
              </a:ext>
            </a:extLst>
          </p:cNvPr>
          <p:cNvGrpSpPr>
            <a:grpSpLocks/>
          </p:cNvGrpSpPr>
          <p:nvPr/>
        </p:nvGrpSpPr>
        <p:grpSpPr bwMode="auto">
          <a:xfrm>
            <a:off x="1095177" y="3105547"/>
            <a:ext cx="3676650" cy="2351088"/>
            <a:chOff x="-506" y="-130"/>
            <a:chExt cx="2316" cy="1481"/>
          </a:xfrm>
        </p:grpSpPr>
        <p:grpSp>
          <p:nvGrpSpPr>
            <p:cNvPr id="6" name="Group 139">
              <a:extLst>
                <a:ext uri="{FF2B5EF4-FFF2-40B4-BE49-F238E27FC236}">
                  <a16:creationId xmlns:a16="http://schemas.microsoft.com/office/drawing/2014/main" id="{1E690EF6-6D95-326C-95C1-147A7A2DC9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506" y="750"/>
              <a:ext cx="1344" cy="601"/>
              <a:chOff x="-506" y="750"/>
              <a:chExt cx="1344" cy="601"/>
            </a:xfrm>
          </p:grpSpPr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73DE7202-2E2B-F022-9B97-3CE1107413F2}"/>
                  </a:ext>
                </a:extLst>
              </p:cNvPr>
              <p:cNvSpPr/>
              <p:nvPr/>
            </p:nvSpPr>
            <p:spPr>
              <a:xfrm>
                <a:off x="-506" y="754"/>
                <a:ext cx="1338" cy="556"/>
              </a:xfrm>
              <a:prstGeom prst="rect">
                <a:avLst/>
              </a:prstGeom>
              <a:noFill/>
              <a:ln w="38100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  <p:grpSp>
            <p:nvGrpSpPr>
              <p:cNvPr id="25" name="Group 128">
                <a:extLst>
                  <a:ext uri="{FF2B5EF4-FFF2-40B4-BE49-F238E27FC236}">
                    <a16:creationId xmlns:a16="http://schemas.microsoft.com/office/drawing/2014/main" id="{F4EC6094-61DB-689C-BBF8-3B4F81455C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505" y="750"/>
                <a:ext cx="1343" cy="601"/>
                <a:chOff x="528" y="2341"/>
                <a:chExt cx="1343" cy="601"/>
              </a:xfrm>
            </p:grpSpPr>
            <p:cxnSp>
              <p:nvCxnSpPr>
                <p:cNvPr id="26" name="直接连接符 19">
                  <a:extLst>
                    <a:ext uri="{FF2B5EF4-FFF2-40B4-BE49-F238E27FC236}">
                      <a16:creationId xmlns:a16="http://schemas.microsoft.com/office/drawing/2014/main" id="{F96FB193-9354-F54A-C509-5BC6E9AAB06D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530" y="2897"/>
                  <a:ext cx="420" cy="0"/>
                </a:xfrm>
                <a:prstGeom prst="line">
                  <a:avLst/>
                </a:prstGeom>
                <a:noFill/>
                <a:ln w="57150" algn="ctr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7" name="直接连接符 20">
                  <a:extLst>
                    <a:ext uri="{FF2B5EF4-FFF2-40B4-BE49-F238E27FC236}">
                      <a16:creationId xmlns:a16="http://schemas.microsoft.com/office/drawing/2014/main" id="{ACE4DC64-CFF8-3F1D-7C52-6EBF7E353927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530" y="2633"/>
                  <a:ext cx="0" cy="309"/>
                </a:xfrm>
                <a:prstGeom prst="line">
                  <a:avLst/>
                </a:prstGeom>
                <a:noFill/>
                <a:ln w="76200" algn="ctr">
                  <a:solidFill>
                    <a:srgbClr val="FF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8" name="直接连接符 27">
                  <a:extLst>
                    <a:ext uri="{FF2B5EF4-FFF2-40B4-BE49-F238E27FC236}">
                      <a16:creationId xmlns:a16="http://schemas.microsoft.com/office/drawing/2014/main" id="{81F33761-5044-1742-000B-E2F8F30D9ADB}"/>
                    </a:ext>
                  </a:extLst>
                </p:cNvPr>
                <p:cNvCxnSpPr/>
                <p:nvPr/>
              </p:nvCxnSpPr>
              <p:spPr>
                <a:xfrm>
                  <a:off x="528" y="2627"/>
                  <a:ext cx="432" cy="270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rgbClr val="000000">
                      <a:shade val="95000"/>
                      <a:satMod val="105000"/>
                    </a:srgbClr>
                  </a:solidFill>
                  <a:prstDash val="solid"/>
                </a:ln>
                <a:effectLst/>
              </p:spPr>
            </p:cxnSp>
            <p:cxnSp>
              <p:nvCxnSpPr>
                <p:cNvPr id="29" name="直接连接符 40">
                  <a:extLst>
                    <a:ext uri="{FF2B5EF4-FFF2-40B4-BE49-F238E27FC236}">
                      <a16:creationId xmlns:a16="http://schemas.microsoft.com/office/drawing/2014/main" id="{06708497-56E3-43FD-A6CB-2EA91D9BAF35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086" y="2341"/>
                  <a:ext cx="0" cy="183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0" name="直接连接符 41">
                  <a:extLst>
                    <a:ext uri="{FF2B5EF4-FFF2-40B4-BE49-F238E27FC236}">
                      <a16:creationId xmlns:a16="http://schemas.microsoft.com/office/drawing/2014/main" id="{790004D3-3012-D31F-C041-6CAB75CF80AD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086" y="2524"/>
                  <a:ext cx="785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1" name="直接连接符 42">
                  <a:extLst>
                    <a:ext uri="{FF2B5EF4-FFF2-40B4-BE49-F238E27FC236}">
                      <a16:creationId xmlns:a16="http://schemas.microsoft.com/office/drawing/2014/main" id="{962A17B1-3659-D840-9F94-552628832788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1303" y="2341"/>
                  <a:ext cx="0" cy="183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</p:grpSp>
        </p:grpSp>
        <p:grpSp>
          <p:nvGrpSpPr>
            <p:cNvPr id="7" name="Group 133">
              <a:extLst>
                <a:ext uri="{FF2B5EF4-FFF2-40B4-BE49-F238E27FC236}">
                  <a16:creationId xmlns:a16="http://schemas.microsoft.com/office/drawing/2014/main" id="{921F62C9-69B7-5906-34AE-F15C4B9BC7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505" y="-130"/>
              <a:ext cx="1346" cy="661"/>
              <a:chOff x="568" y="1457"/>
              <a:chExt cx="1346" cy="661"/>
            </a:xfrm>
          </p:grpSpPr>
          <p:sp>
            <p:nvSpPr>
              <p:cNvPr id="18" name="Rectangle 6">
                <a:extLst>
                  <a:ext uri="{FF2B5EF4-FFF2-40B4-BE49-F238E27FC236}">
                    <a16:creationId xmlns:a16="http://schemas.microsoft.com/office/drawing/2014/main" id="{26F500FF-E6D6-7561-0622-CA1E16B600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8" y="1930"/>
                <a:ext cx="1338" cy="188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" name="Line 8">
                <a:extLst>
                  <a:ext uri="{FF2B5EF4-FFF2-40B4-BE49-F238E27FC236}">
                    <a16:creationId xmlns:a16="http://schemas.microsoft.com/office/drawing/2014/main" id="{A60DD28E-6019-AE2C-9CF4-E9E0A1F2D0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1" y="1930"/>
                <a:ext cx="0" cy="18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cxnSp>
            <p:nvCxnSpPr>
              <p:cNvPr id="20" name="直接连接符 24">
                <a:extLst>
                  <a:ext uri="{FF2B5EF4-FFF2-40B4-BE49-F238E27FC236}">
                    <a16:creationId xmlns:a16="http://schemas.microsoft.com/office/drawing/2014/main" id="{B88A3387-5883-2268-F6AC-79C0F6446B4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902" y="1457"/>
                <a:ext cx="3" cy="47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1" name="直接连接符 37">
                <a:extLst>
                  <a:ext uri="{FF2B5EF4-FFF2-40B4-BE49-F238E27FC236}">
                    <a16:creationId xmlns:a16="http://schemas.microsoft.com/office/drawing/2014/main" id="{A1F6625A-7554-FC91-125F-830D70C5928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1126" y="1665"/>
                <a:ext cx="0" cy="26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2" name="直接连接符 38">
                <a:extLst>
                  <a:ext uri="{FF2B5EF4-FFF2-40B4-BE49-F238E27FC236}">
                    <a16:creationId xmlns:a16="http://schemas.microsoft.com/office/drawing/2014/main" id="{A4E45ABD-DE58-1015-CBC0-60C4A103E3F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1126" y="1457"/>
                <a:ext cx="217" cy="21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3" name="直接连接符 39">
                <a:extLst>
                  <a:ext uri="{FF2B5EF4-FFF2-40B4-BE49-F238E27FC236}">
                    <a16:creationId xmlns:a16="http://schemas.microsoft.com/office/drawing/2014/main" id="{25F8858F-729D-B189-9E21-A5C7115C19C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338" y="1457"/>
                <a:ext cx="576" cy="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8" name="Group 135">
              <a:extLst>
                <a:ext uri="{FF2B5EF4-FFF2-40B4-BE49-F238E27FC236}">
                  <a16:creationId xmlns:a16="http://schemas.microsoft.com/office/drawing/2014/main" id="{F63B73AD-BEA1-0AE0-14C7-92EBD9FE2E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98" y="-129"/>
              <a:ext cx="612" cy="660"/>
              <a:chOff x="2271" y="1458"/>
              <a:chExt cx="612" cy="660"/>
            </a:xfrm>
          </p:grpSpPr>
          <p:cxnSp>
            <p:nvCxnSpPr>
              <p:cNvPr id="9" name="直接连接符 43">
                <a:extLst>
                  <a:ext uri="{FF2B5EF4-FFF2-40B4-BE49-F238E27FC236}">
                    <a16:creationId xmlns:a16="http://schemas.microsoft.com/office/drawing/2014/main" id="{F4BFF59D-955D-78F7-9044-7D0298FD1B8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271" y="2118"/>
                <a:ext cx="61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0" name="直接连接符 44">
                <a:extLst>
                  <a:ext uri="{FF2B5EF4-FFF2-40B4-BE49-F238E27FC236}">
                    <a16:creationId xmlns:a16="http://schemas.microsoft.com/office/drawing/2014/main" id="{8061A1F1-3E2B-C752-AA93-B8526CA0E64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2271" y="1458"/>
                <a:ext cx="0" cy="66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2" name="直接连接符 45">
                <a:extLst>
                  <a:ext uri="{FF2B5EF4-FFF2-40B4-BE49-F238E27FC236}">
                    <a16:creationId xmlns:a16="http://schemas.microsoft.com/office/drawing/2014/main" id="{5C2E4E5E-B67D-ECC8-670F-3851BE5593F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271" y="1458"/>
                <a:ext cx="20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3" name="直接连接符 46">
                <a:extLst>
                  <a:ext uri="{FF2B5EF4-FFF2-40B4-BE49-F238E27FC236}">
                    <a16:creationId xmlns:a16="http://schemas.microsoft.com/office/drawing/2014/main" id="{783FC207-3BF5-FCDD-0472-940E702DF33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271" y="1930"/>
                <a:ext cx="61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" name="直接连接符 47">
                <a:extLst>
                  <a:ext uri="{FF2B5EF4-FFF2-40B4-BE49-F238E27FC236}">
                    <a16:creationId xmlns:a16="http://schemas.microsoft.com/office/drawing/2014/main" id="{BF7FF563-9EAD-E033-666F-EADDF3AAFCB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2883" y="1930"/>
                <a:ext cx="0" cy="18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5" name="直接连接符 48">
                <a:extLst>
                  <a:ext uri="{FF2B5EF4-FFF2-40B4-BE49-F238E27FC236}">
                    <a16:creationId xmlns:a16="http://schemas.microsoft.com/office/drawing/2014/main" id="{6ECAF7F8-2E47-3771-27A0-3238D6BA2F4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475" y="1458"/>
                <a:ext cx="0" cy="47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6" name="直接连接符 49">
                <a:extLst>
                  <a:ext uri="{FF2B5EF4-FFF2-40B4-BE49-F238E27FC236}">
                    <a16:creationId xmlns:a16="http://schemas.microsoft.com/office/drawing/2014/main" id="{22D5F158-D578-2FB3-A6D5-E7DEC1902F7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271" y="1678"/>
                <a:ext cx="20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7" name="直接连接符 50">
                <a:extLst>
                  <a:ext uri="{FF2B5EF4-FFF2-40B4-BE49-F238E27FC236}">
                    <a16:creationId xmlns:a16="http://schemas.microsoft.com/office/drawing/2014/main" id="{8DD3D24B-BD2D-ABE8-800D-A2D366604F5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577" y="1930"/>
                <a:ext cx="0" cy="18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</p:grpSp>
      </p:grpSp>
      <p:grpSp>
        <p:nvGrpSpPr>
          <p:cNvPr id="32" name="Group 144">
            <a:extLst>
              <a:ext uri="{FF2B5EF4-FFF2-40B4-BE49-F238E27FC236}">
                <a16:creationId xmlns:a16="http://schemas.microsoft.com/office/drawing/2014/main" id="{18A984AD-4E88-2F2B-D189-32E1270589DD}"/>
              </a:ext>
            </a:extLst>
          </p:cNvPr>
          <p:cNvGrpSpPr>
            <a:grpSpLocks/>
          </p:cNvGrpSpPr>
          <p:nvPr/>
        </p:nvGrpSpPr>
        <p:grpSpPr bwMode="auto">
          <a:xfrm>
            <a:off x="1419027" y="3489722"/>
            <a:ext cx="1849437" cy="400050"/>
            <a:chOff x="771" y="1704"/>
            <a:chExt cx="1165" cy="252"/>
          </a:xfrm>
        </p:grpSpPr>
        <p:sp>
          <p:nvSpPr>
            <p:cNvPr id="33" name="Text Box 74">
              <a:extLst>
                <a:ext uri="{FF2B5EF4-FFF2-40B4-BE49-F238E27FC236}">
                  <a16:creationId xmlns:a16="http://schemas.microsoft.com/office/drawing/2014/main" id="{93AB5106-FAE6-345D-F106-BC784B4191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1" y="1704"/>
              <a:ext cx="38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1’,4’</a:t>
              </a:r>
            </a:p>
          </p:txBody>
        </p:sp>
        <p:sp>
          <p:nvSpPr>
            <p:cNvPr id="34" name="Text Box 75">
              <a:extLst>
                <a:ext uri="{FF2B5EF4-FFF2-40B4-BE49-F238E27FC236}">
                  <a16:creationId xmlns:a16="http://schemas.microsoft.com/office/drawing/2014/main" id="{254DA6F1-2E13-4005-F444-8D8636F29A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2" y="1706"/>
              <a:ext cx="39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2’,3’</a:t>
              </a:r>
            </a:p>
          </p:txBody>
        </p:sp>
      </p:grpSp>
      <p:grpSp>
        <p:nvGrpSpPr>
          <p:cNvPr id="35" name="Group 143">
            <a:extLst>
              <a:ext uri="{FF2B5EF4-FFF2-40B4-BE49-F238E27FC236}">
                <a16:creationId xmlns:a16="http://schemas.microsoft.com/office/drawing/2014/main" id="{A783D19A-D0E2-73A8-38E2-2732755F2A41}"/>
              </a:ext>
            </a:extLst>
          </p:cNvPr>
          <p:cNvGrpSpPr>
            <a:grpSpLocks/>
          </p:cNvGrpSpPr>
          <p:nvPr/>
        </p:nvGrpSpPr>
        <p:grpSpPr bwMode="auto">
          <a:xfrm>
            <a:off x="1779389" y="4177110"/>
            <a:ext cx="1549400" cy="973137"/>
            <a:chOff x="998" y="2137"/>
            <a:chExt cx="976" cy="613"/>
          </a:xfrm>
        </p:grpSpPr>
        <p:sp>
          <p:nvSpPr>
            <p:cNvPr id="36" name="Text Box 76">
              <a:extLst>
                <a:ext uri="{FF2B5EF4-FFF2-40B4-BE49-F238E27FC236}">
                  <a16:creationId xmlns:a16="http://schemas.microsoft.com/office/drawing/2014/main" id="{402474C4-8E70-2E7F-BCB3-ABC15C190E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1" y="2500"/>
              <a:ext cx="2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1</a:t>
              </a:r>
            </a:p>
          </p:txBody>
        </p:sp>
        <p:sp>
          <p:nvSpPr>
            <p:cNvPr id="38" name="Text Box 77">
              <a:extLst>
                <a:ext uri="{FF2B5EF4-FFF2-40B4-BE49-F238E27FC236}">
                  <a16:creationId xmlns:a16="http://schemas.microsoft.com/office/drawing/2014/main" id="{FD98EC9E-1F24-9ACD-1C7B-796F649DBB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3" y="2500"/>
              <a:ext cx="25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2</a:t>
              </a:r>
            </a:p>
          </p:txBody>
        </p:sp>
        <p:sp>
          <p:nvSpPr>
            <p:cNvPr id="39" name="Text Box 76">
              <a:extLst>
                <a:ext uri="{FF2B5EF4-FFF2-40B4-BE49-F238E27FC236}">
                  <a16:creationId xmlns:a16="http://schemas.microsoft.com/office/drawing/2014/main" id="{CFEED808-BA18-393B-183A-66CC041773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6" y="2137"/>
              <a:ext cx="2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3</a:t>
              </a:r>
            </a:p>
          </p:txBody>
        </p:sp>
        <p:sp>
          <p:nvSpPr>
            <p:cNvPr id="40" name="Text Box 77">
              <a:extLst>
                <a:ext uri="{FF2B5EF4-FFF2-40B4-BE49-F238E27FC236}">
                  <a16:creationId xmlns:a16="http://schemas.microsoft.com/office/drawing/2014/main" id="{E1A34565-4A94-81A8-6E57-9CD94CF02A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8" y="2137"/>
              <a:ext cx="25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4</a:t>
              </a:r>
            </a:p>
          </p:txBody>
        </p:sp>
      </p:grpSp>
      <p:grpSp>
        <p:nvGrpSpPr>
          <p:cNvPr id="41" name="Group 132">
            <a:extLst>
              <a:ext uri="{FF2B5EF4-FFF2-40B4-BE49-F238E27FC236}">
                <a16:creationId xmlns:a16="http://schemas.microsoft.com/office/drawing/2014/main" id="{E7B4214E-561E-B433-5713-7058C2E66FA3}"/>
              </a:ext>
            </a:extLst>
          </p:cNvPr>
          <p:cNvGrpSpPr>
            <a:grpSpLocks/>
          </p:cNvGrpSpPr>
          <p:nvPr/>
        </p:nvGrpSpPr>
        <p:grpSpPr bwMode="auto">
          <a:xfrm>
            <a:off x="474464" y="2629297"/>
            <a:ext cx="3429000" cy="1333500"/>
            <a:chOff x="136" y="119"/>
            <a:chExt cx="2160" cy="840"/>
          </a:xfrm>
        </p:grpSpPr>
        <p:grpSp>
          <p:nvGrpSpPr>
            <p:cNvPr id="42" name="Group 122">
              <a:extLst>
                <a:ext uri="{FF2B5EF4-FFF2-40B4-BE49-F238E27FC236}">
                  <a16:creationId xmlns:a16="http://schemas.microsoft.com/office/drawing/2014/main" id="{B0C85C92-6177-83E6-3FD3-F9CC1376B3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6" y="119"/>
              <a:ext cx="2119" cy="794"/>
              <a:chOff x="239" y="28"/>
              <a:chExt cx="2119" cy="794"/>
            </a:xfrm>
          </p:grpSpPr>
          <p:sp>
            <p:nvSpPr>
              <p:cNvPr id="44" name="Text Box 66">
                <a:extLst>
                  <a:ext uri="{FF2B5EF4-FFF2-40B4-BE49-F238E27FC236}">
                    <a16:creationId xmlns:a16="http://schemas.microsoft.com/office/drawing/2014/main" id="{23E5319E-4835-9324-B629-EF42D2A8CD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9" y="572"/>
                <a:ext cx="396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fontAlgn="base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000" b="1" i="1">
                    <a:solidFill>
                      <a:srgbClr val="000000"/>
                    </a:solidFill>
                    <a:latin typeface="ISOCPEUR" pitchFamily="34" charset="0"/>
                  </a:rPr>
                  <a:t>X′</a:t>
                </a:r>
              </a:p>
            </p:txBody>
          </p:sp>
          <p:sp>
            <p:nvSpPr>
              <p:cNvPr id="45" name="Text Box 67">
                <a:extLst>
                  <a:ext uri="{FF2B5EF4-FFF2-40B4-BE49-F238E27FC236}">
                    <a16:creationId xmlns:a16="http://schemas.microsoft.com/office/drawing/2014/main" id="{634943A8-34D1-C71B-7FB0-6F1B005024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56" y="28"/>
                <a:ext cx="40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fontAlgn="base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000" b="1" i="1">
                    <a:solidFill>
                      <a:srgbClr val="000000"/>
                    </a:solidFill>
                    <a:latin typeface="ISOCPEUR" pitchFamily="34" charset="0"/>
                  </a:rPr>
                  <a:t>Z′</a:t>
                </a:r>
              </a:p>
            </p:txBody>
          </p:sp>
          <p:sp>
            <p:nvSpPr>
              <p:cNvPr id="46" name="Line 10">
                <a:extLst>
                  <a:ext uri="{FF2B5EF4-FFF2-40B4-BE49-F238E27FC236}">
                    <a16:creationId xmlns:a16="http://schemas.microsoft.com/office/drawing/2014/main" id="{AD403DEB-BB5F-D1BF-C3B1-34C6811E60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73" y="119"/>
                <a:ext cx="0" cy="678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7" name="Line 27">
                <a:extLst>
                  <a:ext uri="{FF2B5EF4-FFF2-40B4-BE49-F238E27FC236}">
                    <a16:creationId xmlns:a16="http://schemas.microsoft.com/office/drawing/2014/main" id="{A663DDBC-01B5-F7EB-FDA8-E3FE3B90E0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0" y="797"/>
                <a:ext cx="1551" cy="0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3" name="Text Box 67">
              <a:extLst>
                <a:ext uri="{FF2B5EF4-FFF2-40B4-BE49-F238E27FC236}">
                  <a16:creationId xmlns:a16="http://schemas.microsoft.com/office/drawing/2014/main" id="{1BE5475B-A580-6105-2441-B48DFC57A2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9" y="709"/>
              <a:ext cx="43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O′</a:t>
              </a: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70BBFB6C-86DA-8ABD-5F5F-190B6BA364BD}"/>
              </a:ext>
            </a:extLst>
          </p:cNvPr>
          <p:cNvGrpSpPr>
            <a:grpSpLocks/>
          </p:cNvGrpSpPr>
          <p:nvPr/>
        </p:nvGrpSpPr>
        <p:grpSpPr bwMode="auto">
          <a:xfrm>
            <a:off x="466527" y="4213622"/>
            <a:ext cx="3221037" cy="1731963"/>
            <a:chOff x="231923" y="2841254"/>
            <a:chExt cx="3221559" cy="1732209"/>
          </a:xfrm>
        </p:grpSpPr>
        <p:sp>
          <p:nvSpPr>
            <p:cNvPr id="49" name="Text Box 68">
              <a:extLst>
                <a:ext uri="{FF2B5EF4-FFF2-40B4-BE49-F238E27FC236}">
                  <a16:creationId xmlns:a16="http://schemas.microsoft.com/office/drawing/2014/main" id="{6E883C72-00F0-AD27-2738-0C5A679B6D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923" y="2841254"/>
              <a:ext cx="287384" cy="3969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X</a:t>
              </a:r>
            </a:p>
          </p:txBody>
        </p:sp>
        <p:sp>
          <p:nvSpPr>
            <p:cNvPr id="50" name="Text Box 69">
              <a:extLst>
                <a:ext uri="{FF2B5EF4-FFF2-40B4-BE49-F238E27FC236}">
                  <a16:creationId xmlns:a16="http://schemas.microsoft.com/office/drawing/2014/main" id="{8515F622-F514-9522-C3E0-8B9587F8F3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6820" y="4176531"/>
              <a:ext cx="430282" cy="3969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Y</a:t>
              </a:r>
            </a:p>
          </p:txBody>
        </p:sp>
        <p:sp>
          <p:nvSpPr>
            <p:cNvPr id="51" name="Line 27">
              <a:extLst>
                <a:ext uri="{FF2B5EF4-FFF2-40B4-BE49-F238E27FC236}">
                  <a16:creationId xmlns:a16="http://schemas.microsoft.com/office/drawing/2014/main" id="{3AD9011B-90E1-A99B-AFD4-4325D5E37A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059" y="3122732"/>
              <a:ext cx="2454441" cy="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2" name="Line 10">
              <a:extLst>
                <a:ext uri="{FF2B5EF4-FFF2-40B4-BE49-F238E27FC236}">
                  <a16:creationId xmlns:a16="http://schemas.microsoft.com/office/drawing/2014/main" id="{F58CADE5-F0BE-DB5D-F535-9D64E58C94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4500" y="3122733"/>
              <a:ext cx="0" cy="1252418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53" name="Text Box 67">
              <a:extLst>
                <a:ext uri="{FF2B5EF4-FFF2-40B4-BE49-F238E27FC236}">
                  <a16:creationId xmlns:a16="http://schemas.microsoft.com/office/drawing/2014/main" id="{0ACC36AA-C10B-0C21-53DA-C9CC56DD41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6543" y="2901588"/>
              <a:ext cx="396939" cy="3969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O</a:t>
              </a: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8573D6C7-F644-90F2-1815-38EEA7483ECB}"/>
              </a:ext>
            </a:extLst>
          </p:cNvPr>
          <p:cNvGrpSpPr>
            <a:grpSpLocks/>
          </p:cNvGrpSpPr>
          <p:nvPr/>
        </p:nvGrpSpPr>
        <p:grpSpPr bwMode="auto">
          <a:xfrm>
            <a:off x="4644231" y="3092053"/>
            <a:ext cx="4337050" cy="2363788"/>
            <a:chOff x="3404287" y="2552987"/>
            <a:chExt cx="4336283" cy="2362304"/>
          </a:xfrm>
        </p:grpSpPr>
        <p:grpSp>
          <p:nvGrpSpPr>
            <p:cNvPr id="55" name="组合 52">
              <a:extLst>
                <a:ext uri="{FF2B5EF4-FFF2-40B4-BE49-F238E27FC236}">
                  <a16:creationId xmlns:a16="http://schemas.microsoft.com/office/drawing/2014/main" id="{91520F56-6B99-BF73-127A-3E2C36924F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62409" y="2552987"/>
              <a:ext cx="3553908" cy="2139491"/>
              <a:chOff x="2993023" y="2417078"/>
              <a:chExt cx="4303197" cy="2590572"/>
            </a:xfrm>
          </p:grpSpPr>
          <p:sp>
            <p:nvSpPr>
              <p:cNvPr id="60" name="Line 8">
                <a:extLst>
                  <a:ext uri="{FF2B5EF4-FFF2-40B4-BE49-F238E27FC236}">
                    <a16:creationId xmlns:a16="http://schemas.microsoft.com/office/drawing/2014/main" id="{02483852-F21F-B257-8E23-7A5DAB33B5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489169" y="2417078"/>
                <a:ext cx="0" cy="1176230"/>
              </a:xfrm>
              <a:prstGeom prst="line">
                <a:avLst/>
              </a:prstGeom>
              <a:noFill/>
              <a:ln w="9525">
                <a:solidFill>
                  <a:srgbClr val="000099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1" name="Line 9">
                <a:extLst>
                  <a:ext uri="{FF2B5EF4-FFF2-40B4-BE49-F238E27FC236}">
                    <a16:creationId xmlns:a16="http://schemas.microsoft.com/office/drawing/2014/main" id="{334B26F1-E7AA-1A4A-271F-87D0D007CB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89169" y="3589062"/>
                <a:ext cx="1807051" cy="1114206"/>
              </a:xfrm>
              <a:prstGeom prst="line">
                <a:avLst/>
              </a:prstGeom>
              <a:noFill/>
              <a:ln w="9525">
                <a:solidFill>
                  <a:srgbClr val="000099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62" name="Line 10">
                <a:extLst>
                  <a:ext uri="{FF2B5EF4-FFF2-40B4-BE49-F238E27FC236}">
                    <a16:creationId xmlns:a16="http://schemas.microsoft.com/office/drawing/2014/main" id="{E3916D33-6D77-D571-4CAB-B09E99C40B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93023" y="3593311"/>
                <a:ext cx="2494017" cy="1414339"/>
              </a:xfrm>
              <a:prstGeom prst="line">
                <a:avLst/>
              </a:prstGeom>
              <a:noFill/>
              <a:ln w="9525">
                <a:solidFill>
                  <a:srgbClr val="000099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56" name="Text Box 11">
              <a:extLst>
                <a:ext uri="{FF2B5EF4-FFF2-40B4-BE49-F238E27FC236}">
                  <a16:creationId xmlns:a16="http://schemas.microsoft.com/office/drawing/2014/main" id="{359000E6-E320-20B8-090A-ADDBC7AB7A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66814" y="2625220"/>
              <a:ext cx="3786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Z</a:t>
              </a:r>
              <a:r>
                <a:rPr kumimoji="1" lang="en-US" altLang="zh-CN" sz="2000" b="1" i="1" baseline="-25000">
                  <a:solidFill>
                    <a:srgbClr val="000000"/>
                  </a:solidFill>
                  <a:latin typeface="ISOCPEUR" pitchFamily="34" charset="0"/>
                </a:rPr>
                <a:t>1</a:t>
              </a:r>
            </a:p>
          </p:txBody>
        </p:sp>
        <p:sp>
          <p:nvSpPr>
            <p:cNvPr id="57" name="Text Box 13">
              <a:extLst>
                <a:ext uri="{FF2B5EF4-FFF2-40B4-BE49-F238E27FC236}">
                  <a16:creationId xmlns:a16="http://schemas.microsoft.com/office/drawing/2014/main" id="{7E0F56B3-FE37-CC69-D44D-B83CE5691F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4287" y="4515181"/>
              <a:ext cx="39626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X</a:t>
              </a:r>
              <a:r>
                <a:rPr kumimoji="1" lang="en-US" altLang="zh-CN" sz="2000" b="1" i="1" baseline="-25000">
                  <a:solidFill>
                    <a:srgbClr val="000000"/>
                  </a:solidFill>
                  <a:latin typeface="ISOCPEUR" pitchFamily="34" charset="0"/>
                </a:rPr>
                <a:t>1</a:t>
              </a:r>
            </a:p>
          </p:txBody>
        </p:sp>
        <p:sp>
          <p:nvSpPr>
            <p:cNvPr id="58" name="Text Box 14">
              <a:extLst>
                <a:ext uri="{FF2B5EF4-FFF2-40B4-BE49-F238E27FC236}">
                  <a16:creationId xmlns:a16="http://schemas.microsoft.com/office/drawing/2014/main" id="{CE01FC7A-31FB-044A-2F57-B773F2551B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44308" y="4418807"/>
              <a:ext cx="39626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Y</a:t>
              </a:r>
              <a:r>
                <a:rPr kumimoji="1" lang="en-US" altLang="zh-CN" sz="2000" b="1" i="1" baseline="-25000">
                  <a:solidFill>
                    <a:srgbClr val="000000"/>
                  </a:solidFill>
                  <a:latin typeface="ISOCPEUR" pitchFamily="34" charset="0"/>
                </a:rPr>
                <a:t>1</a:t>
              </a:r>
            </a:p>
          </p:txBody>
        </p:sp>
        <p:sp>
          <p:nvSpPr>
            <p:cNvPr id="59" name="Text Box 13">
              <a:extLst>
                <a:ext uri="{FF2B5EF4-FFF2-40B4-BE49-F238E27FC236}">
                  <a16:creationId xmlns:a16="http://schemas.microsoft.com/office/drawing/2014/main" id="{DF5366BF-783B-AA07-D2E1-D444A89177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9991" y="3199764"/>
              <a:ext cx="3786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O</a:t>
              </a:r>
              <a:r>
                <a:rPr kumimoji="1" lang="en-US" altLang="zh-CN" sz="2000" b="1" i="1" baseline="-25000">
                  <a:solidFill>
                    <a:srgbClr val="000000"/>
                  </a:solidFill>
                  <a:latin typeface="ISOCPEUR" pitchFamily="34" charset="0"/>
                </a:rPr>
                <a:t>1</a:t>
              </a:r>
            </a:p>
          </p:txBody>
        </p: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D77E93CF-0EB2-4773-1247-523000A9911E}"/>
              </a:ext>
            </a:extLst>
          </p:cNvPr>
          <p:cNvGrpSpPr>
            <a:grpSpLocks/>
          </p:cNvGrpSpPr>
          <p:nvPr/>
        </p:nvGrpSpPr>
        <p:grpSpPr bwMode="auto">
          <a:xfrm>
            <a:off x="5584031" y="4062016"/>
            <a:ext cx="2266950" cy="1397000"/>
            <a:chOff x="5627694" y="3652501"/>
            <a:chExt cx="2268127" cy="1397308"/>
          </a:xfrm>
        </p:grpSpPr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01D39D2D-6CE1-705A-2AEC-DC8F07637C69}"/>
                </a:ext>
              </a:extLst>
            </p:cNvPr>
            <p:cNvCxnSpPr/>
            <p:nvPr/>
          </p:nvCxnSpPr>
          <p:spPr>
            <a:xfrm flipH="1">
              <a:off x="5627694" y="3652501"/>
              <a:ext cx="1585148" cy="900310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222754E9-2736-1CF7-657A-8762FA61B509}"/>
                </a:ext>
              </a:extLst>
            </p:cNvPr>
            <p:cNvCxnSpPr/>
            <p:nvPr/>
          </p:nvCxnSpPr>
          <p:spPr>
            <a:xfrm>
              <a:off x="7212842" y="3652501"/>
              <a:ext cx="682979" cy="430307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75D7F85B-F8DD-2590-C5FE-AAE738CFD4BF}"/>
                </a:ext>
              </a:extLst>
            </p:cNvPr>
            <p:cNvCxnSpPr/>
            <p:nvPr/>
          </p:nvCxnSpPr>
          <p:spPr>
            <a:xfrm>
              <a:off x="7895821" y="4082808"/>
              <a:ext cx="0" cy="308043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9D34851A-B784-C752-1701-72920930723A}"/>
                </a:ext>
              </a:extLst>
            </p:cNvPr>
            <p:cNvCxnSpPr/>
            <p:nvPr/>
          </p:nvCxnSpPr>
          <p:spPr>
            <a:xfrm>
              <a:off x="5627694" y="4552811"/>
              <a:ext cx="0" cy="308043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DFC9010A-35BB-8C64-8705-2463D68B9DA1}"/>
                </a:ext>
              </a:extLst>
            </p:cNvPr>
            <p:cNvCxnSpPr/>
            <p:nvPr/>
          </p:nvCxnSpPr>
          <p:spPr>
            <a:xfrm flipV="1">
              <a:off x="5943770" y="4660785"/>
              <a:ext cx="938700" cy="90508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EB25619F-3DB3-3653-1CCF-61DA182E6B94}"/>
                </a:ext>
              </a:extLst>
            </p:cNvPr>
            <p:cNvCxnSpPr/>
            <p:nvPr/>
          </p:nvCxnSpPr>
          <p:spPr>
            <a:xfrm>
              <a:off x="6882470" y="4659198"/>
              <a:ext cx="0" cy="308043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231BBB46-E64C-75D9-9F29-208A82722952}"/>
                </a:ext>
              </a:extLst>
            </p:cNvPr>
            <p:cNvCxnSpPr/>
            <p:nvPr/>
          </p:nvCxnSpPr>
          <p:spPr>
            <a:xfrm>
              <a:off x="5943770" y="4751293"/>
              <a:ext cx="0" cy="298516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896EFCAA-4C28-16A1-55A9-63D403296E84}"/>
                </a:ext>
              </a:extLst>
            </p:cNvPr>
            <p:cNvCxnSpPr/>
            <p:nvPr/>
          </p:nvCxnSpPr>
          <p:spPr>
            <a:xfrm flipV="1">
              <a:off x="5943770" y="4959301"/>
              <a:ext cx="938700" cy="90508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541C4170-3034-7187-B573-FC8C46BBB612}"/>
                </a:ext>
              </a:extLst>
            </p:cNvPr>
            <p:cNvCxnSpPr/>
            <p:nvPr/>
          </p:nvCxnSpPr>
          <p:spPr>
            <a:xfrm flipV="1">
              <a:off x="6882470" y="4085984"/>
              <a:ext cx="1013351" cy="579566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4BBF7EBD-1F01-CDD8-F1CF-2DED8D76C738}"/>
                </a:ext>
              </a:extLst>
            </p:cNvPr>
            <p:cNvCxnSpPr/>
            <p:nvPr/>
          </p:nvCxnSpPr>
          <p:spPr>
            <a:xfrm flipV="1">
              <a:off x="6882470" y="4373385"/>
              <a:ext cx="1013351" cy="579565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037A315D-7379-B6B5-61F6-F0DE4E1B4207}"/>
                </a:ext>
              </a:extLst>
            </p:cNvPr>
            <p:cNvCxnSpPr/>
            <p:nvPr/>
          </p:nvCxnSpPr>
          <p:spPr>
            <a:xfrm flipH="1" flipV="1">
              <a:off x="5634047" y="4554400"/>
              <a:ext cx="309723" cy="198481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674B4217-7119-15C5-7272-17D44CA99A44}"/>
                </a:ext>
              </a:extLst>
            </p:cNvPr>
            <p:cNvCxnSpPr/>
            <p:nvPr/>
          </p:nvCxnSpPr>
          <p:spPr>
            <a:xfrm flipH="1" flipV="1">
              <a:off x="5627694" y="4841800"/>
              <a:ext cx="309723" cy="196893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88A5A5DB-5CD0-0B24-D557-98F348461C41}"/>
              </a:ext>
            </a:extLst>
          </p:cNvPr>
          <p:cNvGrpSpPr>
            <a:grpSpLocks/>
          </p:cNvGrpSpPr>
          <p:nvPr/>
        </p:nvGrpSpPr>
        <p:grpSpPr bwMode="auto">
          <a:xfrm>
            <a:off x="6038056" y="3730228"/>
            <a:ext cx="1527175" cy="1262063"/>
            <a:chOff x="6048164" y="2122445"/>
            <a:chExt cx="1527737" cy="1261200"/>
          </a:xfrm>
        </p:grpSpPr>
        <p:sp>
          <p:nvSpPr>
            <p:cNvPr id="77" name="Text Box 78">
              <a:extLst>
                <a:ext uri="{FF2B5EF4-FFF2-40B4-BE49-F238E27FC236}">
                  <a16:creationId xmlns:a16="http://schemas.microsoft.com/office/drawing/2014/main" id="{E0F5BD5F-0014-CA44-1A66-E9A1E5A6E6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51113" y="2986770"/>
              <a:ext cx="293688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1</a:t>
              </a:r>
            </a:p>
          </p:txBody>
        </p:sp>
        <p:sp>
          <p:nvSpPr>
            <p:cNvPr id="78" name="Text Box 79">
              <a:extLst>
                <a:ext uri="{FF2B5EF4-FFF2-40B4-BE49-F238E27FC236}">
                  <a16:creationId xmlns:a16="http://schemas.microsoft.com/office/drawing/2014/main" id="{0D991A96-A1CC-8541-3D24-F77FBE1ACE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40938" y="2577950"/>
              <a:ext cx="334963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2</a:t>
              </a:r>
            </a:p>
          </p:txBody>
        </p:sp>
        <p:sp>
          <p:nvSpPr>
            <p:cNvPr id="79" name="Text Box 78">
              <a:extLst>
                <a:ext uri="{FF2B5EF4-FFF2-40B4-BE49-F238E27FC236}">
                  <a16:creationId xmlns:a16="http://schemas.microsoft.com/office/drawing/2014/main" id="{97A69167-AE1F-AE7F-7F20-DEEC8E23ED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8164" y="2600077"/>
              <a:ext cx="29527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4</a:t>
              </a:r>
            </a:p>
          </p:txBody>
        </p:sp>
        <p:sp>
          <p:nvSpPr>
            <p:cNvPr id="80" name="Text Box 78">
              <a:extLst>
                <a:ext uri="{FF2B5EF4-FFF2-40B4-BE49-F238E27FC236}">
                  <a16:creationId xmlns:a16="http://schemas.microsoft.com/office/drawing/2014/main" id="{A8697A36-692E-3B3B-7043-5C9F2DFE53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3290" y="2122445"/>
              <a:ext cx="29527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3</a:t>
              </a:r>
            </a:p>
          </p:txBody>
        </p:sp>
      </p:grp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00C430DC-A925-683E-749A-A685BF635F92}"/>
              </a:ext>
            </a:extLst>
          </p:cNvPr>
          <p:cNvCxnSpPr>
            <a:stCxn id="52" idx="0"/>
          </p:cNvCxnSpPr>
          <p:nvPr/>
        </p:nvCxnSpPr>
        <p:spPr>
          <a:xfrm flipH="1">
            <a:off x="1961952" y="4791472"/>
            <a:ext cx="1238250" cy="0"/>
          </a:xfrm>
          <a:prstGeom prst="line">
            <a:avLst/>
          </a:prstGeom>
          <a:noFill/>
          <a:ln w="38100" cap="flat" cmpd="sng" algn="ctr">
            <a:solidFill>
              <a:srgbClr val="00B0F0"/>
            </a:solidFill>
            <a:prstDash val="solid"/>
          </a:ln>
          <a:effectLst/>
        </p:spPr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FFBD2A5F-1155-DA66-9738-7D11ED68A3DB}"/>
              </a:ext>
            </a:extLst>
          </p:cNvPr>
          <p:cNvCxnSpPr>
            <a:stCxn id="52" idx="0"/>
          </p:cNvCxnSpPr>
          <p:nvPr/>
        </p:nvCxnSpPr>
        <p:spPr>
          <a:xfrm flipH="1">
            <a:off x="1982589" y="4508897"/>
            <a:ext cx="0" cy="290513"/>
          </a:xfrm>
          <a:prstGeom prst="line">
            <a:avLst/>
          </a:prstGeom>
          <a:noFill/>
          <a:ln w="38100" cap="flat" cmpd="sng" algn="ctr">
            <a:solidFill>
              <a:srgbClr val="00B0F0"/>
            </a:solidFill>
            <a:prstDash val="solid"/>
          </a:ln>
          <a:effectLst/>
        </p:spPr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2A95837C-EFA6-94F3-6617-4B325456E878}"/>
              </a:ext>
            </a:extLst>
          </p:cNvPr>
          <p:cNvCxnSpPr>
            <a:stCxn id="62" idx="0"/>
          </p:cNvCxnSpPr>
          <p:nvPr/>
        </p:nvCxnSpPr>
        <p:spPr>
          <a:xfrm flipH="1">
            <a:off x="6361906" y="4065191"/>
            <a:ext cx="800100" cy="452437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0CD4B911-D3E5-85D9-F90D-6659F883B489}"/>
              </a:ext>
            </a:extLst>
          </p:cNvPr>
          <p:cNvCxnSpPr/>
          <p:nvPr/>
        </p:nvCxnSpPr>
        <p:spPr>
          <a:xfrm>
            <a:off x="7163593" y="4065191"/>
            <a:ext cx="236538" cy="142875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110302A1-5586-1ABF-B3C2-8FB34A5A7648}"/>
              </a:ext>
            </a:extLst>
          </p:cNvPr>
          <p:cNvCxnSpPr/>
          <p:nvPr/>
        </p:nvCxnSpPr>
        <p:spPr>
          <a:xfrm flipH="1" flipV="1">
            <a:off x="3216077" y="3097610"/>
            <a:ext cx="4762" cy="749300"/>
          </a:xfrm>
          <a:prstGeom prst="line">
            <a:avLst/>
          </a:prstGeom>
          <a:noFill/>
          <a:ln w="38100" cap="flat" cmpd="sng" algn="ctr">
            <a:solidFill>
              <a:srgbClr val="00B0F0"/>
            </a:solidFill>
            <a:prstDash val="solid"/>
          </a:ln>
          <a:effectLst/>
        </p:spPr>
      </p:cxn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D6C93938-CAEA-C850-F499-83B2B89E0C22}"/>
              </a:ext>
            </a:extLst>
          </p:cNvPr>
          <p:cNvCxnSpPr/>
          <p:nvPr/>
        </p:nvCxnSpPr>
        <p:spPr>
          <a:xfrm flipH="1" flipV="1">
            <a:off x="7163593" y="3315891"/>
            <a:ext cx="0" cy="74930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9F948CBF-05AD-67C8-844B-8361F1251D24}"/>
              </a:ext>
            </a:extLst>
          </p:cNvPr>
          <p:cNvCxnSpPr/>
          <p:nvPr/>
        </p:nvCxnSpPr>
        <p:spPr>
          <a:xfrm flipH="1" flipV="1">
            <a:off x="6600031" y="3914378"/>
            <a:ext cx="0" cy="747713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F560FF37-F7A4-FB25-2116-3931C7C7D98E}"/>
              </a:ext>
            </a:extLst>
          </p:cNvPr>
          <p:cNvCxnSpPr/>
          <p:nvPr/>
        </p:nvCxnSpPr>
        <p:spPr>
          <a:xfrm flipH="1">
            <a:off x="6361906" y="3314303"/>
            <a:ext cx="800100" cy="454025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6A5C5AD3-4E31-931C-A584-8C779AFECCB8}"/>
              </a:ext>
            </a:extLst>
          </p:cNvPr>
          <p:cNvCxnSpPr/>
          <p:nvPr/>
        </p:nvCxnSpPr>
        <p:spPr>
          <a:xfrm>
            <a:off x="7163593" y="3314303"/>
            <a:ext cx="236538" cy="144463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0D440CA8-3698-14F6-74EB-2B3D2C8BDA57}"/>
              </a:ext>
            </a:extLst>
          </p:cNvPr>
          <p:cNvCxnSpPr/>
          <p:nvPr/>
        </p:nvCxnSpPr>
        <p:spPr>
          <a:xfrm flipH="1">
            <a:off x="6600031" y="3458766"/>
            <a:ext cx="800100" cy="454025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7943D146-4A0E-245E-83DC-BC8CAA7C8206}"/>
              </a:ext>
            </a:extLst>
          </p:cNvPr>
          <p:cNvCxnSpPr/>
          <p:nvPr/>
        </p:nvCxnSpPr>
        <p:spPr>
          <a:xfrm>
            <a:off x="6363493" y="3768328"/>
            <a:ext cx="236538" cy="144463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BCBBA855-D2A8-A1CC-8EDF-195010725317}"/>
              </a:ext>
            </a:extLst>
          </p:cNvPr>
          <p:cNvCxnSpPr/>
          <p:nvPr/>
        </p:nvCxnSpPr>
        <p:spPr>
          <a:xfrm flipH="1">
            <a:off x="2320727" y="3103960"/>
            <a:ext cx="893762" cy="0"/>
          </a:xfrm>
          <a:prstGeom prst="line">
            <a:avLst/>
          </a:prstGeom>
          <a:noFill/>
          <a:ln w="38100" cap="flat" cmpd="sng" algn="ctr">
            <a:solidFill>
              <a:srgbClr val="00B0F0"/>
            </a:solidFill>
            <a:prstDash val="solid"/>
          </a:ln>
          <a:effectLst/>
        </p:spPr>
      </p:cxn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84648E95-D146-C51C-73A2-C4C82F683D27}"/>
              </a:ext>
            </a:extLst>
          </p:cNvPr>
          <p:cNvCxnSpPr/>
          <p:nvPr/>
        </p:nvCxnSpPr>
        <p:spPr>
          <a:xfrm flipV="1">
            <a:off x="1982589" y="3448447"/>
            <a:ext cx="0" cy="392113"/>
          </a:xfrm>
          <a:prstGeom prst="line">
            <a:avLst/>
          </a:prstGeom>
          <a:noFill/>
          <a:ln w="38100" cap="flat" cmpd="sng" algn="ctr">
            <a:solidFill>
              <a:srgbClr val="00B0F0"/>
            </a:solidFill>
            <a:prstDash val="solid"/>
          </a:ln>
          <a:effectLst/>
        </p:spPr>
      </p:cxn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AE001AEB-57ED-F84A-16E1-56B2C30F4D3B}"/>
              </a:ext>
            </a:extLst>
          </p:cNvPr>
          <p:cNvCxnSpPr/>
          <p:nvPr/>
        </p:nvCxnSpPr>
        <p:spPr>
          <a:xfrm flipV="1">
            <a:off x="6600031" y="4271566"/>
            <a:ext cx="0" cy="390525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</a:ln>
          <a:effectLst>
            <a:glow rad="12700">
              <a:srgbClr val="FFB757">
                <a:alpha val="67000"/>
              </a:srgbClr>
            </a:glow>
          </a:effectLst>
        </p:spPr>
      </p:cxn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FE144F6D-B0C7-4843-9C6B-B9032576D15F}"/>
              </a:ext>
            </a:extLst>
          </p:cNvPr>
          <p:cNvCxnSpPr/>
          <p:nvPr/>
        </p:nvCxnSpPr>
        <p:spPr>
          <a:xfrm flipV="1">
            <a:off x="6876256" y="3460353"/>
            <a:ext cx="523875" cy="295275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</a:ln>
          <a:effectLst>
            <a:glow rad="12700">
              <a:srgbClr val="FFB757">
                <a:alpha val="60000"/>
              </a:srgbClr>
            </a:glow>
          </a:effectLst>
        </p:spPr>
      </p:cxn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EDBA75A5-FDE4-AAFC-3400-B694EB5784E1}"/>
              </a:ext>
            </a:extLst>
          </p:cNvPr>
          <p:cNvCxnSpPr/>
          <p:nvPr/>
        </p:nvCxnSpPr>
        <p:spPr>
          <a:xfrm flipV="1">
            <a:off x="6600031" y="3760391"/>
            <a:ext cx="276225" cy="511175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lgDash"/>
          </a:ln>
          <a:effectLst/>
        </p:spPr>
      </p:cxn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7B17CEB2-8434-98AC-D2CA-1F8B3E8D6DEE}"/>
              </a:ext>
            </a:extLst>
          </p:cNvPr>
          <p:cNvCxnSpPr/>
          <p:nvPr/>
        </p:nvCxnSpPr>
        <p:spPr>
          <a:xfrm>
            <a:off x="6641306" y="3615928"/>
            <a:ext cx="234950" cy="144463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lgDash"/>
          </a:ln>
          <a:effectLst/>
        </p:spPr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E47948A2-551C-3222-C24E-2F6DF162E2D6}"/>
              </a:ext>
            </a:extLst>
          </p:cNvPr>
          <p:cNvCxnSpPr/>
          <p:nvPr/>
        </p:nvCxnSpPr>
        <p:spPr>
          <a:xfrm>
            <a:off x="6363493" y="4127103"/>
            <a:ext cx="236538" cy="144463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lgDash"/>
          </a:ln>
          <a:effectLst/>
        </p:spPr>
      </p:cxnSp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id="{2944C23C-3B23-9C7D-679F-86AA377FBAD3}"/>
              </a:ext>
            </a:extLst>
          </p:cNvPr>
          <p:cNvCxnSpPr/>
          <p:nvPr/>
        </p:nvCxnSpPr>
        <p:spPr>
          <a:xfrm flipV="1">
            <a:off x="6363493" y="3615928"/>
            <a:ext cx="277813" cy="511175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lgDash"/>
          </a:ln>
          <a:effectLst/>
        </p:spPr>
      </p:cxn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68D9A4BE-C233-2409-365E-22E1B5DF4DC7}"/>
              </a:ext>
            </a:extLst>
          </p:cNvPr>
          <p:cNvCxnSpPr/>
          <p:nvPr/>
        </p:nvCxnSpPr>
        <p:spPr>
          <a:xfrm flipV="1">
            <a:off x="6631781" y="3315891"/>
            <a:ext cx="522287" cy="295275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61C0D6E6-A397-1440-9EDB-9AE364299F78}"/>
              </a:ext>
            </a:extLst>
          </p:cNvPr>
          <p:cNvCxnSpPr/>
          <p:nvPr/>
        </p:nvCxnSpPr>
        <p:spPr>
          <a:xfrm>
            <a:off x="7162006" y="4054078"/>
            <a:ext cx="236537" cy="146050"/>
          </a:xfrm>
          <a:prstGeom prst="line">
            <a:avLst/>
          </a:prstGeom>
          <a:noFill/>
          <a:ln w="57150" cap="flat" cmpd="sng" algn="ctr">
            <a:solidFill>
              <a:srgbClr val="FFFFFF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87D934CC-97B8-4D0C-1DE6-471416796FA6}"/>
              </a:ext>
            </a:extLst>
          </p:cNvPr>
          <p:cNvCxnSpPr>
            <a:stCxn id="61" idx="0"/>
          </p:cNvCxnSpPr>
          <p:nvPr/>
        </p:nvCxnSpPr>
        <p:spPr>
          <a:xfrm flipH="1">
            <a:off x="6361906" y="4060428"/>
            <a:ext cx="801687" cy="457200"/>
          </a:xfrm>
          <a:prstGeom prst="line">
            <a:avLst/>
          </a:prstGeom>
          <a:noFill/>
          <a:ln w="57150" cap="flat" cmpd="sng" algn="ctr">
            <a:solidFill>
              <a:srgbClr val="FFFFFF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BA609655-D4B8-642D-DD4F-FE66FFE23C27}"/>
              </a:ext>
            </a:extLst>
          </p:cNvPr>
          <p:cNvCxnSpPr/>
          <p:nvPr/>
        </p:nvCxnSpPr>
        <p:spPr>
          <a:xfrm flipV="1">
            <a:off x="6600031" y="4274741"/>
            <a:ext cx="0" cy="392112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DCD07011-6BF5-1610-37F8-70779D7605ED}"/>
              </a:ext>
            </a:extLst>
          </p:cNvPr>
          <p:cNvCxnSpPr/>
          <p:nvPr/>
        </p:nvCxnSpPr>
        <p:spPr>
          <a:xfrm flipV="1">
            <a:off x="6876256" y="3465116"/>
            <a:ext cx="523875" cy="296862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D5802D84-F38F-92D0-CF00-86ADD995878A}"/>
              </a:ext>
            </a:extLst>
          </p:cNvPr>
          <p:cNvGrpSpPr>
            <a:grpSpLocks/>
          </p:cNvGrpSpPr>
          <p:nvPr/>
        </p:nvGrpSpPr>
        <p:grpSpPr bwMode="auto">
          <a:xfrm>
            <a:off x="6363493" y="3315891"/>
            <a:ext cx="1036638" cy="1360487"/>
            <a:chOff x="6374033" y="1707076"/>
            <a:chExt cx="1036148" cy="1359952"/>
          </a:xfrm>
        </p:grpSpPr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BEB9EEFC-566E-403B-8740-F041FC3BF393}"/>
                </a:ext>
              </a:extLst>
            </p:cNvPr>
            <p:cNvCxnSpPr/>
            <p:nvPr/>
          </p:nvCxnSpPr>
          <p:spPr>
            <a:xfrm flipH="1">
              <a:off x="6610459" y="2600487"/>
              <a:ext cx="799722" cy="453846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DFA40DF6-CEA8-F584-5F16-87C911DBAF14}"/>
                </a:ext>
              </a:extLst>
            </p:cNvPr>
            <p:cNvCxnSpPr/>
            <p:nvPr/>
          </p:nvCxnSpPr>
          <p:spPr>
            <a:xfrm>
              <a:off x="6374033" y="2913102"/>
              <a:ext cx="236426" cy="144405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E8EB845C-F674-0B5F-15EE-EE7C3B7E3FF5}"/>
                </a:ext>
              </a:extLst>
            </p:cNvPr>
            <p:cNvCxnSpPr/>
            <p:nvPr/>
          </p:nvCxnSpPr>
          <p:spPr>
            <a:xfrm flipH="1" flipV="1">
              <a:off x="7408594" y="1867350"/>
              <a:ext cx="0" cy="749005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CBF64DAC-E09A-F8B9-BC90-B802765D1701}"/>
                </a:ext>
              </a:extLst>
            </p:cNvPr>
            <p:cNvCxnSpPr/>
            <p:nvPr/>
          </p:nvCxnSpPr>
          <p:spPr>
            <a:xfrm>
              <a:off x="7173755" y="1707076"/>
              <a:ext cx="236426" cy="144405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F705BA03-CADF-6B64-47D4-6A848BA04599}"/>
                </a:ext>
              </a:extLst>
            </p:cNvPr>
            <p:cNvCxnSpPr/>
            <p:nvPr/>
          </p:nvCxnSpPr>
          <p:spPr>
            <a:xfrm flipV="1">
              <a:off x="6610459" y="2662375"/>
              <a:ext cx="0" cy="391958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8FF0B9A9-7F33-63F6-E830-2EB3A07691BC}"/>
                </a:ext>
              </a:extLst>
            </p:cNvPr>
            <p:cNvCxnSpPr/>
            <p:nvPr/>
          </p:nvCxnSpPr>
          <p:spPr>
            <a:xfrm flipV="1">
              <a:off x="6886554" y="1851481"/>
              <a:ext cx="523627" cy="296746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DD902EA8-13CD-FAEB-0D00-8BD640F7DE59}"/>
                </a:ext>
              </a:extLst>
            </p:cNvPr>
            <p:cNvCxnSpPr/>
            <p:nvPr/>
          </p:nvCxnSpPr>
          <p:spPr>
            <a:xfrm flipV="1">
              <a:off x="6612045" y="2154575"/>
              <a:ext cx="276094" cy="510974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053A1B2C-6F94-D4D4-FF83-8319793BEAE0}"/>
                </a:ext>
              </a:extLst>
            </p:cNvPr>
            <p:cNvCxnSpPr/>
            <p:nvPr/>
          </p:nvCxnSpPr>
          <p:spPr>
            <a:xfrm>
              <a:off x="6664409" y="2013343"/>
              <a:ext cx="234839" cy="144406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1B1B082A-4A84-CE2B-ABD4-10CE080B0D70}"/>
                </a:ext>
              </a:extLst>
            </p:cNvPr>
            <p:cNvCxnSpPr/>
            <p:nvPr/>
          </p:nvCxnSpPr>
          <p:spPr>
            <a:xfrm>
              <a:off x="6378794" y="2524317"/>
              <a:ext cx="236425" cy="144406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7CA87E9E-C3C3-00BE-D24A-65E1B3130E4F}"/>
                </a:ext>
              </a:extLst>
            </p:cNvPr>
            <p:cNvCxnSpPr/>
            <p:nvPr/>
          </p:nvCxnSpPr>
          <p:spPr>
            <a:xfrm flipV="1">
              <a:off x="6378794" y="2008582"/>
              <a:ext cx="279268" cy="509387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B1CD64D9-3921-6382-062F-200008EADA0A}"/>
                </a:ext>
              </a:extLst>
            </p:cNvPr>
            <p:cNvCxnSpPr/>
            <p:nvPr/>
          </p:nvCxnSpPr>
          <p:spPr>
            <a:xfrm flipV="1">
              <a:off x="6651715" y="1707076"/>
              <a:ext cx="522040" cy="296745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69A1A870-FB22-EF94-E095-5DA428552E9E}"/>
                </a:ext>
              </a:extLst>
            </p:cNvPr>
            <p:cNvCxnSpPr/>
            <p:nvPr/>
          </p:nvCxnSpPr>
          <p:spPr>
            <a:xfrm flipV="1">
              <a:off x="6612045" y="2675070"/>
              <a:ext cx="0" cy="391958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4DEAEC5D-3FC2-3024-9FC9-CE6460D72C9C}"/>
                </a:ext>
              </a:extLst>
            </p:cNvPr>
            <p:cNvCxnSpPr/>
            <p:nvPr/>
          </p:nvCxnSpPr>
          <p:spPr>
            <a:xfrm flipV="1">
              <a:off x="6374033" y="2517969"/>
              <a:ext cx="0" cy="391959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</p:grpSp>
      <p:cxnSp>
        <p:nvCxnSpPr>
          <p:cNvPr id="119" name="直接连接符 118">
            <a:extLst>
              <a:ext uri="{FF2B5EF4-FFF2-40B4-BE49-F238E27FC236}">
                <a16:creationId xmlns:a16="http://schemas.microsoft.com/office/drawing/2014/main" id="{A33B9E80-4505-26B3-7E41-AEA4CDC30B8D}"/>
              </a:ext>
            </a:extLst>
          </p:cNvPr>
          <p:cNvCxnSpPr/>
          <p:nvPr/>
        </p:nvCxnSpPr>
        <p:spPr>
          <a:xfrm>
            <a:off x="6363493" y="4517628"/>
            <a:ext cx="236538" cy="144463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20" name="直接连接符 119">
            <a:extLst>
              <a:ext uri="{FF2B5EF4-FFF2-40B4-BE49-F238E27FC236}">
                <a16:creationId xmlns:a16="http://schemas.microsoft.com/office/drawing/2014/main" id="{EEF01BBF-218B-99E6-1DDD-4A62AD8EDA51}"/>
              </a:ext>
            </a:extLst>
          </p:cNvPr>
          <p:cNvCxnSpPr/>
          <p:nvPr/>
        </p:nvCxnSpPr>
        <p:spPr>
          <a:xfrm flipH="1">
            <a:off x="6600031" y="4208066"/>
            <a:ext cx="800100" cy="454025"/>
          </a:xfrm>
          <a:prstGeom prst="line">
            <a:avLst/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121" name="直接连接符 120">
            <a:extLst>
              <a:ext uri="{FF2B5EF4-FFF2-40B4-BE49-F238E27FC236}">
                <a16:creationId xmlns:a16="http://schemas.microsoft.com/office/drawing/2014/main" id="{EDBF43EB-FB76-13B7-FBF8-D879D43188B0}"/>
              </a:ext>
            </a:extLst>
          </p:cNvPr>
          <p:cNvCxnSpPr/>
          <p:nvPr/>
        </p:nvCxnSpPr>
        <p:spPr>
          <a:xfrm flipH="1" flipV="1">
            <a:off x="7400131" y="3460353"/>
            <a:ext cx="0" cy="747713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22" name="直接连接符 121">
            <a:extLst>
              <a:ext uri="{FF2B5EF4-FFF2-40B4-BE49-F238E27FC236}">
                <a16:creationId xmlns:a16="http://schemas.microsoft.com/office/drawing/2014/main" id="{CFF9E5D3-02AC-A3AE-F419-E5F329D0A67C}"/>
              </a:ext>
            </a:extLst>
          </p:cNvPr>
          <p:cNvCxnSpPr/>
          <p:nvPr/>
        </p:nvCxnSpPr>
        <p:spPr>
          <a:xfrm flipV="1">
            <a:off x="6363493" y="4139803"/>
            <a:ext cx="0" cy="392113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23" name="直接连接符 122">
            <a:extLst>
              <a:ext uri="{FF2B5EF4-FFF2-40B4-BE49-F238E27FC236}">
                <a16:creationId xmlns:a16="http://schemas.microsoft.com/office/drawing/2014/main" id="{524CA8F7-8932-246A-35F4-69B67F9D0C68}"/>
              </a:ext>
            </a:extLst>
          </p:cNvPr>
          <p:cNvCxnSpPr/>
          <p:nvPr/>
        </p:nvCxnSpPr>
        <p:spPr>
          <a:xfrm flipH="1" flipV="1">
            <a:off x="6363493" y="3760391"/>
            <a:ext cx="0" cy="74930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sp>
        <p:nvSpPr>
          <p:cNvPr id="124" name="Text Box 13">
            <a:extLst>
              <a:ext uri="{FF2B5EF4-FFF2-40B4-BE49-F238E27FC236}">
                <a16:creationId xmlns:a16="http://schemas.microsoft.com/office/drawing/2014/main" id="{62AE6C2A-E52F-C334-4DF0-67D6FDC4B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877" y="1100857"/>
            <a:ext cx="2377574" cy="497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平面体轴测图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1287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500"/>
                            </p:stCondLst>
                            <p:childTnLst>
                              <p:par>
                                <p:cTn id="9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1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2000"/>
                            </p:stCondLst>
                            <p:childTnLst>
                              <p:par>
                                <p:cTn id="1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500"/>
                            </p:stCondLst>
                            <p:childTnLst>
                              <p:par>
                                <p:cTn id="18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5F65E-997E-7DE2-9612-A228A6F75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5C75F958-BF46-2B5C-2601-E688F9B5A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15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C446972A-BEBF-78B3-4BE9-886369635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93862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正等轴测图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7DE0153-B48A-60FC-DB84-E721AF83D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4404" y="2634209"/>
            <a:ext cx="1946275" cy="1192212"/>
          </a:xfrm>
          <a:prstGeom prst="ellipse">
            <a:avLst/>
          </a:prstGeom>
          <a:gradFill rotWithShape="1">
            <a:gsLst>
              <a:gs pos="0">
                <a:srgbClr val="2F7647"/>
              </a:gs>
              <a:gs pos="50000">
                <a:srgbClr val="66FF99"/>
              </a:gs>
              <a:gs pos="100000">
                <a:srgbClr val="2F7647"/>
              </a:gs>
            </a:gsLst>
            <a:lin ang="540000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930261D-0712-8FCD-8AF8-3BAC22532339}"/>
              </a:ext>
            </a:extLst>
          </p:cNvPr>
          <p:cNvSpPr>
            <a:spLocks noChangeArrowheads="1"/>
          </p:cNvSpPr>
          <p:nvPr/>
        </p:nvSpPr>
        <p:spPr bwMode="auto">
          <a:xfrm rot="19578157">
            <a:off x="4201979" y="3467646"/>
            <a:ext cx="1177925" cy="1906588"/>
          </a:xfrm>
          <a:prstGeom prst="ellipse">
            <a:avLst/>
          </a:prstGeom>
          <a:gradFill rotWithShape="1">
            <a:gsLst>
              <a:gs pos="0">
                <a:srgbClr val="765E76"/>
              </a:gs>
              <a:gs pos="50000">
                <a:srgbClr val="FFCCFF"/>
              </a:gs>
              <a:gs pos="100000">
                <a:srgbClr val="765E76"/>
              </a:gs>
            </a:gsLst>
            <a:lin ang="540000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Oval 7">
            <a:extLst>
              <a:ext uri="{FF2B5EF4-FFF2-40B4-BE49-F238E27FC236}">
                <a16:creationId xmlns:a16="http://schemas.microsoft.com/office/drawing/2014/main" id="{C93903D0-0F1C-3B72-3C25-E1E7149EBD5D}"/>
              </a:ext>
            </a:extLst>
          </p:cNvPr>
          <p:cNvSpPr>
            <a:spLocks noChangeArrowheads="1"/>
          </p:cNvSpPr>
          <p:nvPr/>
        </p:nvSpPr>
        <p:spPr bwMode="auto">
          <a:xfrm rot="2100000">
            <a:off x="5649779" y="3477171"/>
            <a:ext cx="1187450" cy="1860550"/>
          </a:xfrm>
          <a:prstGeom prst="ellipse">
            <a:avLst/>
          </a:prstGeom>
          <a:gradFill rotWithShape="1">
            <a:gsLst>
              <a:gs pos="0">
                <a:srgbClr val="76762F"/>
              </a:gs>
              <a:gs pos="50000">
                <a:srgbClr val="FFFF66"/>
              </a:gs>
              <a:gs pos="100000">
                <a:srgbClr val="76762F"/>
              </a:gs>
            </a:gsLst>
            <a:lin ang="540000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Text Box 12">
            <a:extLst>
              <a:ext uri="{FF2B5EF4-FFF2-40B4-BE49-F238E27FC236}">
                <a16:creationId xmlns:a16="http://schemas.microsoft.com/office/drawing/2014/main" id="{171929F7-BB1C-135E-30C8-1389B52B64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877" y="1832976"/>
            <a:ext cx="351891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平行于各个坐标面的圆的画法</a:t>
            </a:r>
          </a:p>
        </p:txBody>
      </p:sp>
      <p:sp>
        <p:nvSpPr>
          <p:cNvPr id="7" name="AutoShape 13" descr="信纸">
            <a:extLst>
              <a:ext uri="{FF2B5EF4-FFF2-40B4-BE49-F238E27FC236}">
                <a16:creationId xmlns:a16="http://schemas.microsoft.com/office/drawing/2014/main" id="{9D3A21E3-7F16-8110-1335-CFC14E7D2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251" y="1817315"/>
            <a:ext cx="1838654" cy="761666"/>
          </a:xfrm>
          <a:prstGeom prst="wedgeRoundRectCallout">
            <a:avLst>
              <a:gd name="adj1" fmla="val -93123"/>
              <a:gd name="adj2" fmla="val 87837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平行于</a:t>
            </a:r>
            <a:r>
              <a:rPr kumimoji="1" lang="en-US" altLang="zh-CN" sz="1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kumimoji="1" lang="zh-CN" altLang="en-US" sz="1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面的椭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圆长轴⊥</a:t>
            </a:r>
            <a:r>
              <a:rPr kumimoji="1" lang="en-US" altLang="zh-CN" sz="1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kumimoji="1" lang="en-US" altLang="zh-CN" sz="180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en-US" altLang="zh-CN" sz="1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kumimoji="1" lang="en-US" altLang="zh-CN" sz="180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1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轴</a:t>
            </a:r>
          </a:p>
        </p:txBody>
      </p:sp>
      <p:sp>
        <p:nvSpPr>
          <p:cNvPr id="8" name="AutoShape 14" descr="信纸">
            <a:extLst>
              <a:ext uri="{FF2B5EF4-FFF2-40B4-BE49-F238E27FC236}">
                <a16:creationId xmlns:a16="http://schemas.microsoft.com/office/drawing/2014/main" id="{475675F0-A71F-58F8-83F7-7A05D45B3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1420" y="3250852"/>
            <a:ext cx="1838655" cy="796236"/>
          </a:xfrm>
          <a:prstGeom prst="wedgeRoundRectCallout">
            <a:avLst>
              <a:gd name="adj1" fmla="val -68631"/>
              <a:gd name="adj2" fmla="val -4556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平行于</a:t>
            </a:r>
            <a:r>
              <a:rPr kumimoji="1" lang="en-US" altLang="zh-CN" sz="1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kumimoji="1" lang="zh-CN" altLang="en-US" sz="1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面的椭</a:t>
            </a:r>
            <a:endParaRPr kumimoji="1" lang="en-US" altLang="zh-CN" sz="18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圆长轴⊥</a:t>
            </a:r>
            <a:r>
              <a:rPr kumimoji="1" lang="en-US" altLang="zh-CN" sz="1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kumimoji="1" lang="en-US" altLang="zh-CN" sz="180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en-US" altLang="zh-CN" sz="1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kumimoji="1" lang="en-US" altLang="zh-CN" sz="180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1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轴</a:t>
            </a:r>
          </a:p>
        </p:txBody>
      </p:sp>
      <p:grpSp>
        <p:nvGrpSpPr>
          <p:cNvPr id="9" name="Group 15">
            <a:extLst>
              <a:ext uri="{FF2B5EF4-FFF2-40B4-BE49-F238E27FC236}">
                <a16:creationId xmlns:a16="http://schemas.microsoft.com/office/drawing/2014/main" id="{B2A58B87-C5B0-388E-1631-6B4B1F19C14B}"/>
              </a:ext>
            </a:extLst>
          </p:cNvPr>
          <p:cNvGrpSpPr>
            <a:grpSpLocks/>
          </p:cNvGrpSpPr>
          <p:nvPr/>
        </p:nvGrpSpPr>
        <p:grpSpPr bwMode="auto">
          <a:xfrm>
            <a:off x="3582854" y="1918247"/>
            <a:ext cx="3841751" cy="3694113"/>
            <a:chOff x="1626" y="1254"/>
            <a:chExt cx="2420" cy="2327"/>
          </a:xfrm>
        </p:grpSpPr>
        <p:sp>
          <p:nvSpPr>
            <p:cNvPr id="10" name="Line 16">
              <a:extLst>
                <a:ext uri="{FF2B5EF4-FFF2-40B4-BE49-F238E27FC236}">
                  <a16:creationId xmlns:a16="http://schemas.microsoft.com/office/drawing/2014/main" id="{AC20992E-01F2-9B56-9864-2CC3192BA0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2" y="2605"/>
              <a:ext cx="0" cy="97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grpSp>
          <p:nvGrpSpPr>
            <p:cNvPr id="12" name="Group 17">
              <a:extLst>
                <a:ext uri="{FF2B5EF4-FFF2-40B4-BE49-F238E27FC236}">
                  <a16:creationId xmlns:a16="http://schemas.microsoft.com/office/drawing/2014/main" id="{90F8948A-51D3-5AC1-6E9B-1D62029171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26" y="1254"/>
              <a:ext cx="2420" cy="2327"/>
              <a:chOff x="1626" y="1254"/>
              <a:chExt cx="2420" cy="2327"/>
            </a:xfrm>
          </p:grpSpPr>
          <p:sp>
            <p:nvSpPr>
              <p:cNvPr id="13" name="Freeform 18">
                <a:extLst>
                  <a:ext uri="{FF2B5EF4-FFF2-40B4-BE49-F238E27FC236}">
                    <a16:creationId xmlns:a16="http://schemas.microsoft.com/office/drawing/2014/main" id="{35222ACA-613B-B382-ECA2-963AF71EF1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2" y="1311"/>
                <a:ext cx="1" cy="243"/>
              </a:xfrm>
              <a:custGeom>
                <a:avLst/>
                <a:gdLst>
                  <a:gd name="T0" fmla="*/ 0 w 1"/>
                  <a:gd name="T1" fmla="*/ 0 h 243"/>
                  <a:gd name="T2" fmla="*/ 1 w 1"/>
                  <a:gd name="T3" fmla="*/ 243 h 24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43">
                    <a:moveTo>
                      <a:pt x="0" y="0"/>
                    </a:moveTo>
                    <a:lnTo>
                      <a:pt x="1" y="243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4" name="Freeform 19">
                <a:extLst>
                  <a:ext uri="{FF2B5EF4-FFF2-40B4-BE49-F238E27FC236}">
                    <a16:creationId xmlns:a16="http://schemas.microsoft.com/office/drawing/2014/main" id="{02EEF79A-9F2D-4556-A68B-CDAC718626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1" y="3056"/>
                <a:ext cx="252" cy="125"/>
              </a:xfrm>
              <a:custGeom>
                <a:avLst/>
                <a:gdLst>
                  <a:gd name="T0" fmla="*/ 1196 w 212"/>
                  <a:gd name="T1" fmla="*/ 0 h 97"/>
                  <a:gd name="T2" fmla="*/ 0 w 212"/>
                  <a:gd name="T3" fmla="*/ 1222 h 9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12" h="97">
                    <a:moveTo>
                      <a:pt x="212" y="0"/>
                    </a:moveTo>
                    <a:lnTo>
                      <a:pt x="0" y="97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5" name="Freeform 20">
                <a:extLst>
                  <a:ext uri="{FF2B5EF4-FFF2-40B4-BE49-F238E27FC236}">
                    <a16:creationId xmlns:a16="http://schemas.microsoft.com/office/drawing/2014/main" id="{637F12F6-8A32-4675-7A00-764DFE2838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9" y="3056"/>
                <a:ext cx="277" cy="125"/>
              </a:xfrm>
              <a:custGeom>
                <a:avLst/>
                <a:gdLst>
                  <a:gd name="T0" fmla="*/ 0 w 233"/>
                  <a:gd name="T1" fmla="*/ 0 h 97"/>
                  <a:gd name="T2" fmla="*/ 1311 w 233"/>
                  <a:gd name="T3" fmla="*/ 1222 h 9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33" h="97">
                    <a:moveTo>
                      <a:pt x="0" y="0"/>
                    </a:moveTo>
                    <a:lnTo>
                      <a:pt x="233" y="97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6" name="Line 21">
                <a:extLst>
                  <a:ext uri="{FF2B5EF4-FFF2-40B4-BE49-F238E27FC236}">
                    <a16:creationId xmlns:a16="http://schemas.microsoft.com/office/drawing/2014/main" id="{C3A41D09-52DC-F293-6E40-B812CBE805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2" y="1554"/>
                <a:ext cx="917" cy="52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7" name="Line 22">
                <a:extLst>
                  <a:ext uri="{FF2B5EF4-FFF2-40B4-BE49-F238E27FC236}">
                    <a16:creationId xmlns:a16="http://schemas.microsoft.com/office/drawing/2014/main" id="{0424DD0B-088F-63C1-0F42-65C0E06C3D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9" y="2081"/>
                <a:ext cx="0" cy="97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8" name="Line 23">
                <a:extLst>
                  <a:ext uri="{FF2B5EF4-FFF2-40B4-BE49-F238E27FC236}">
                    <a16:creationId xmlns:a16="http://schemas.microsoft.com/office/drawing/2014/main" id="{42D27326-88CF-50CA-1BED-7EB66D4BB7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33" y="1554"/>
                <a:ext cx="919" cy="52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19" name="Line 24">
                <a:extLst>
                  <a:ext uri="{FF2B5EF4-FFF2-40B4-BE49-F238E27FC236}">
                    <a16:creationId xmlns:a16="http://schemas.microsoft.com/office/drawing/2014/main" id="{35D3AED0-BA44-DCE3-0A34-763CF4745A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3" y="2081"/>
                <a:ext cx="919" cy="52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20" name="Line 25">
                <a:extLst>
                  <a:ext uri="{FF2B5EF4-FFF2-40B4-BE49-F238E27FC236}">
                    <a16:creationId xmlns:a16="http://schemas.microsoft.com/office/drawing/2014/main" id="{7C8CB561-864D-6C25-0829-16568F6065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52" y="2081"/>
                <a:ext cx="917" cy="52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21" name="Line 26">
                <a:extLst>
                  <a:ext uri="{FF2B5EF4-FFF2-40B4-BE49-F238E27FC236}">
                    <a16:creationId xmlns:a16="http://schemas.microsoft.com/office/drawing/2014/main" id="{B3D52B3C-BED2-477A-8079-761519DB86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52" y="3056"/>
                <a:ext cx="917" cy="52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22" name="Line 27">
                <a:extLst>
                  <a:ext uri="{FF2B5EF4-FFF2-40B4-BE49-F238E27FC236}">
                    <a16:creationId xmlns:a16="http://schemas.microsoft.com/office/drawing/2014/main" id="{2FB76766-1FA2-B11C-34B3-7E347FC7D5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3" y="3056"/>
                <a:ext cx="919" cy="52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23" name="Line 28">
                <a:extLst>
                  <a:ext uri="{FF2B5EF4-FFF2-40B4-BE49-F238E27FC236}">
                    <a16:creationId xmlns:a16="http://schemas.microsoft.com/office/drawing/2014/main" id="{404E67A4-BE96-8626-2147-4813D3897A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3" y="2081"/>
                <a:ext cx="0" cy="975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24" name="Text Box 29">
                <a:extLst>
                  <a:ext uri="{FF2B5EF4-FFF2-40B4-BE49-F238E27FC236}">
                    <a16:creationId xmlns:a16="http://schemas.microsoft.com/office/drawing/2014/main" id="{D9CA1295-6477-6472-3DA4-A7A4DD9517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26" y="2816"/>
                <a:ext cx="31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X</a:t>
                </a:r>
                <a:r>
                  <a:rPr kumimoji="1" lang="en-US" altLang="zh-CN" sz="2400" b="1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" name="Text Box 30">
                <a:extLst>
                  <a:ext uri="{FF2B5EF4-FFF2-40B4-BE49-F238E27FC236}">
                    <a16:creationId xmlns:a16="http://schemas.microsoft.com/office/drawing/2014/main" id="{30C40014-457E-CC21-6030-BFA040BE8C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7" y="3089"/>
                <a:ext cx="31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Y</a:t>
                </a:r>
                <a:r>
                  <a:rPr kumimoji="1" lang="en-US" altLang="zh-CN" sz="2400" b="1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" name="Text Box 31">
                <a:extLst>
                  <a:ext uri="{FF2B5EF4-FFF2-40B4-BE49-F238E27FC236}">
                    <a16:creationId xmlns:a16="http://schemas.microsoft.com/office/drawing/2014/main" id="{0F6EDD2E-41A8-92C7-857C-A5818AA486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43" y="1254"/>
                <a:ext cx="3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Z</a:t>
                </a:r>
                <a:r>
                  <a:rPr kumimoji="1" lang="en-US" altLang="zh-CN" sz="2400" b="1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 </a:t>
                </a:r>
                <a:endPara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27" name="AutoShape 32" descr="信纸">
            <a:extLst>
              <a:ext uri="{FF2B5EF4-FFF2-40B4-BE49-F238E27FC236}">
                <a16:creationId xmlns:a16="http://schemas.microsoft.com/office/drawing/2014/main" id="{3044C83E-F56E-68E3-4F2A-0920A5313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2993" y="5382422"/>
            <a:ext cx="1875262" cy="735012"/>
          </a:xfrm>
          <a:prstGeom prst="wedgeRoundRectCallout">
            <a:avLst>
              <a:gd name="adj1" fmla="val 45024"/>
              <a:gd name="adj2" fmla="val -92588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平行于</a:t>
            </a:r>
            <a:r>
              <a:rPr kumimoji="1" lang="en-US" altLang="zh-CN" sz="1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kumimoji="1" lang="zh-CN" altLang="en-US" sz="1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面的椭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圆长轴⊥</a:t>
            </a:r>
            <a:r>
              <a:rPr kumimoji="1" lang="en-US" altLang="zh-CN" sz="1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kumimoji="1" lang="en-US" altLang="zh-CN" sz="180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en-US" altLang="zh-CN" sz="1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kumimoji="1" lang="en-US" altLang="zh-CN" sz="180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1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轴</a:t>
            </a:r>
          </a:p>
        </p:txBody>
      </p:sp>
      <p:sp>
        <p:nvSpPr>
          <p:cNvPr id="28" name="Text Box 19">
            <a:extLst>
              <a:ext uri="{FF2B5EF4-FFF2-40B4-BE49-F238E27FC236}">
                <a16:creationId xmlns:a16="http://schemas.microsoft.com/office/drawing/2014/main" id="{AF647127-5B83-4ABB-3BA0-6AC2230BA1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6178" y="5667457"/>
            <a:ext cx="111280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画法：</a:t>
            </a:r>
          </a:p>
        </p:txBody>
      </p:sp>
      <p:sp>
        <p:nvSpPr>
          <p:cNvPr id="29" name="Text Box 28">
            <a:extLst>
              <a:ext uri="{FF2B5EF4-FFF2-40B4-BE49-F238E27FC236}">
                <a16:creationId xmlns:a16="http://schemas.microsoft.com/office/drawing/2014/main" id="{CC7BD80F-07CF-3262-75C2-7A4E5D507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4866" y="5667457"/>
            <a:ext cx="17315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zh-CN" altLang="en-US" sz="24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四心椭圆法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F0F1E89C-A207-60F6-4555-DD892EE342F6}"/>
              </a:ext>
            </a:extLst>
          </p:cNvPr>
          <p:cNvGrpSpPr/>
          <p:nvPr/>
        </p:nvGrpSpPr>
        <p:grpSpPr>
          <a:xfrm>
            <a:off x="411201" y="2335594"/>
            <a:ext cx="3407957" cy="3407063"/>
            <a:chOff x="787138" y="2085978"/>
            <a:chExt cx="3407957" cy="3407063"/>
          </a:xfrm>
        </p:grpSpPr>
        <p:grpSp>
          <p:nvGrpSpPr>
            <p:cNvPr id="31" name="Group 34">
              <a:extLst>
                <a:ext uri="{FF2B5EF4-FFF2-40B4-BE49-F238E27FC236}">
                  <a16:creationId xmlns:a16="http://schemas.microsoft.com/office/drawing/2014/main" id="{3C97A1C1-74AA-5FFA-3BBF-8ADEEA6212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7624" y="2275068"/>
              <a:ext cx="3019425" cy="3014663"/>
              <a:chOff x="508" y="1017"/>
              <a:chExt cx="1902" cy="1899"/>
            </a:xfrm>
          </p:grpSpPr>
          <p:grpSp>
            <p:nvGrpSpPr>
              <p:cNvPr id="39" name="Group 35">
                <a:extLst>
                  <a:ext uri="{FF2B5EF4-FFF2-40B4-BE49-F238E27FC236}">
                    <a16:creationId xmlns:a16="http://schemas.microsoft.com/office/drawing/2014/main" id="{2C5397CD-AE66-ED93-E585-529357986E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8" y="1017"/>
                <a:ext cx="1902" cy="1898"/>
                <a:chOff x="508" y="1017"/>
                <a:chExt cx="1902" cy="1898"/>
              </a:xfrm>
            </p:grpSpPr>
            <p:sp>
              <p:nvSpPr>
                <p:cNvPr id="43" name="Rectangle 36">
                  <a:extLst>
                    <a:ext uri="{FF2B5EF4-FFF2-40B4-BE49-F238E27FC236}">
                      <a16:creationId xmlns:a16="http://schemas.microsoft.com/office/drawing/2014/main" id="{C45234A9-5B6D-615D-A5A8-5BAE54B92C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8" y="1017"/>
                  <a:ext cx="837" cy="837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4" name="Rectangle 37">
                  <a:extLst>
                    <a:ext uri="{FF2B5EF4-FFF2-40B4-BE49-F238E27FC236}">
                      <a16:creationId xmlns:a16="http://schemas.microsoft.com/office/drawing/2014/main" id="{F532A2CF-4933-4C7C-0100-CD141C125E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3" y="2078"/>
                  <a:ext cx="837" cy="837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5" name="Rectangle 38">
                  <a:extLst>
                    <a:ext uri="{FF2B5EF4-FFF2-40B4-BE49-F238E27FC236}">
                      <a16:creationId xmlns:a16="http://schemas.microsoft.com/office/drawing/2014/main" id="{66F86538-7001-819C-3098-6701B9A754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73" y="1017"/>
                  <a:ext cx="837" cy="837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C189D00C-6682-42B1-57A6-18F68D4FA2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6" y="2084"/>
                <a:ext cx="832" cy="832"/>
              </a:xfrm>
              <a:prstGeom prst="ellipse">
                <a:avLst/>
              </a:prstGeom>
              <a:solidFill>
                <a:srgbClr val="33CC33">
                  <a:alpha val="50195"/>
                </a:srgbClr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9ECFD79E-A470-C5A7-CCC8-40B933A27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" y="1020"/>
                <a:ext cx="832" cy="832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40C62823-31C6-235C-8660-E665C04B21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76" y="1020"/>
                <a:ext cx="832" cy="832"/>
              </a:xfrm>
              <a:prstGeom prst="ellipse">
                <a:avLst/>
              </a:prstGeom>
              <a:solidFill>
                <a:srgbClr val="FF99CC">
                  <a:alpha val="50195"/>
                </a:srgbClr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1EA1B182-E2B8-AD2D-6144-A75E71C92CB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068" t="-11416" r="35997" b="-48497"/>
            <a:stretch/>
          </p:blipFill>
          <p:spPr>
            <a:xfrm rot="5400000">
              <a:off x="762289" y="2778923"/>
              <a:ext cx="1671639" cy="285750"/>
            </a:xfrm>
            <a:prstGeom prst="rect">
              <a:avLst/>
            </a:prstGeom>
          </p:spPr>
        </p:pic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6A600348-0A94-D13A-D956-C5C8CE78908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068" t="-11416" r="35997" b="-48497"/>
            <a:stretch/>
          </p:blipFill>
          <p:spPr>
            <a:xfrm>
              <a:off x="787138" y="2830245"/>
              <a:ext cx="1671639" cy="285750"/>
            </a:xfrm>
            <a:prstGeom prst="rect">
              <a:avLst/>
            </a:prstGeom>
          </p:spPr>
        </p:pic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6ADB46FB-A6FA-DFA2-DCA3-B83D9165C0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068" t="-11416" r="35997" b="-48497"/>
            <a:stretch/>
          </p:blipFill>
          <p:spPr>
            <a:xfrm rot="5400000">
              <a:off x="762289" y="4514347"/>
              <a:ext cx="1671639" cy="285750"/>
            </a:xfrm>
            <a:prstGeom prst="rect">
              <a:avLst/>
            </a:prstGeom>
          </p:spPr>
        </p:pic>
        <p:pic>
          <p:nvPicPr>
            <p:cNvPr id="35" name="图片 34">
              <a:extLst>
                <a:ext uri="{FF2B5EF4-FFF2-40B4-BE49-F238E27FC236}">
                  <a16:creationId xmlns:a16="http://schemas.microsoft.com/office/drawing/2014/main" id="{3B6A35DC-34E9-478B-5291-F12D3F4F0D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068" t="-11416" r="35997" b="-48497"/>
            <a:stretch/>
          </p:blipFill>
          <p:spPr>
            <a:xfrm>
              <a:off x="787138" y="4517592"/>
              <a:ext cx="1671639" cy="285750"/>
            </a:xfrm>
            <a:prstGeom prst="rect">
              <a:avLst/>
            </a:prstGeom>
          </p:spPr>
        </p:pic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7C382285-6A53-F2FB-1819-49F6411265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068" t="-11416" r="35997" b="-48497"/>
            <a:stretch/>
          </p:blipFill>
          <p:spPr>
            <a:xfrm>
              <a:off x="2523456" y="2830245"/>
              <a:ext cx="1671639" cy="285750"/>
            </a:xfrm>
            <a:prstGeom prst="rect">
              <a:avLst/>
            </a:prstGeom>
          </p:spPr>
        </p:pic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1AADC4F9-7049-C5C4-F86B-BE00DF8C62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068" t="-11416" r="35997" b="-48497"/>
            <a:stretch/>
          </p:blipFill>
          <p:spPr>
            <a:xfrm rot="5400000">
              <a:off x="2463081" y="2778924"/>
              <a:ext cx="1671639" cy="285750"/>
            </a:xfrm>
            <a:prstGeom prst="rect">
              <a:avLst/>
            </a:prstGeom>
          </p:spPr>
        </p:pic>
      </p:grpSp>
      <p:pic>
        <p:nvPicPr>
          <p:cNvPr id="46" name="图片 45">
            <a:extLst>
              <a:ext uri="{FF2B5EF4-FFF2-40B4-BE49-F238E27FC236}">
                <a16:creationId xmlns:a16="http://schemas.microsoft.com/office/drawing/2014/main" id="{835058B4-CAB5-5471-C324-0B6363AF91F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  <a14:imgEffect>
                      <a14:colorTemperature colorTemp="4814"/>
                    </a14:imgEffect>
                    <a14:imgEffect>
                      <a14:brightnessContrast bright="10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4068" t="-11416" r="35997" b="-48497"/>
          <a:stretch/>
        </p:blipFill>
        <p:spPr>
          <a:xfrm rot="5400000">
            <a:off x="4660392" y="3068392"/>
            <a:ext cx="1671639" cy="285750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58D0BF60-6945-F06F-F337-F0561BB4E9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  <a14:imgEffect>
                      <a14:colorTemperature colorTemp="4814"/>
                    </a14:imgEffect>
                    <a14:imgEffect>
                      <a14:brightnessContrast bright="10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186" t="-11416" r="29538" b="-48497"/>
          <a:stretch/>
        </p:blipFill>
        <p:spPr>
          <a:xfrm>
            <a:off x="4087224" y="3121623"/>
            <a:ext cx="2874169" cy="285750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92E7FD61-D7D0-9EEB-99A7-6FE373C065C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  <a14:imgEffect>
                      <a14:colorTemperature colorTemp="4814"/>
                    </a14:imgEffect>
                    <a14:imgEffect>
                      <a14:brightnessContrast bright="10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968" t="-11416" r="30515" b="-48497"/>
          <a:stretch/>
        </p:blipFill>
        <p:spPr>
          <a:xfrm rot="3480000">
            <a:off x="3408038" y="4297257"/>
            <a:ext cx="2726724" cy="285750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643D297B-9087-DFCF-B912-0EEA33F64A3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  <a14:imgEffect>
                      <a14:colorTemperature colorTemp="4814"/>
                    </a14:imgEffect>
                    <a14:imgEffect>
                      <a14:brightnessContrast bright="10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4539" t="-11416" r="36524" b="-48497"/>
          <a:stretch/>
        </p:blipFill>
        <p:spPr>
          <a:xfrm rot="9250151">
            <a:off x="3994352" y="4247062"/>
            <a:ext cx="1587940" cy="285750"/>
          </a:xfrm>
          <a:prstGeom prst="rect">
            <a:avLst/>
          </a:prstGeom>
        </p:spPr>
      </p:pic>
      <p:pic>
        <p:nvPicPr>
          <p:cNvPr id="50" name="图片 49">
            <a:extLst>
              <a:ext uri="{FF2B5EF4-FFF2-40B4-BE49-F238E27FC236}">
                <a16:creationId xmlns:a16="http://schemas.microsoft.com/office/drawing/2014/main" id="{60AB57A0-492C-CEC4-D4C7-2CA2180E271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  <a14:imgEffect>
                      <a14:colorTemperature colorTemp="4814"/>
                    </a14:imgEffect>
                    <a14:imgEffect>
                      <a14:brightnessContrast bright="10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968" t="-11416" r="30515" b="-48497"/>
          <a:stretch/>
        </p:blipFill>
        <p:spPr>
          <a:xfrm rot="7260000">
            <a:off x="4864667" y="4267745"/>
            <a:ext cx="2726724" cy="285750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7D178041-5183-D738-A6A8-B61F2C872C6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  <a14:imgEffect>
                      <a14:colorTemperature colorTemp="4814"/>
                    </a14:imgEffect>
                    <a14:imgEffect>
                      <a14:brightnessContrast bright="10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4539" t="-11416" r="36524" b="-48497"/>
          <a:stretch/>
        </p:blipFill>
        <p:spPr>
          <a:xfrm rot="12383955">
            <a:off x="5493957" y="4258873"/>
            <a:ext cx="1587940" cy="285750"/>
          </a:xfrm>
          <a:prstGeom prst="rect">
            <a:avLst/>
          </a:prstGeom>
        </p:spPr>
      </p:pic>
      <p:sp>
        <p:nvSpPr>
          <p:cNvPr id="52" name="Text Box 13">
            <a:extLst>
              <a:ext uri="{FF2B5EF4-FFF2-40B4-BE49-F238E27FC236}">
                <a16:creationId xmlns:a16="http://schemas.microsoft.com/office/drawing/2014/main" id="{FC5190F0-D1DE-6E1C-26AA-98341D0C26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877" y="1100857"/>
            <a:ext cx="3916457" cy="497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回转体的正等轴测图画法</a:t>
            </a:r>
          </a:p>
        </p:txBody>
      </p:sp>
    </p:spTree>
    <p:extLst>
      <p:ext uri="{BB962C8B-B14F-4D97-AF65-F5344CB8AC3E}">
        <p14:creationId xmlns:p14="http://schemas.microsoft.com/office/powerpoint/2010/main" val="1913690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/>
      <p:bldP spid="7" grpId="0" animBg="1" autoUpdateAnimBg="0"/>
      <p:bldP spid="8" grpId="0" animBg="1" autoUpdateAnimBg="0"/>
      <p:bldP spid="27" grpId="0" animBg="1" autoUpdateAnimBg="0"/>
      <p:bldP spid="28" grpId="0"/>
      <p:bldP spid="29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1452F-85E2-D1CC-818E-0065E3A2C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E8C8F323-AA6D-66DF-EE75-DE8ADDE21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16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CB50D745-405C-7CC1-365B-DD5423109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93862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正等轴测图</a:t>
            </a:r>
          </a:p>
        </p:txBody>
      </p:sp>
      <p:sp>
        <p:nvSpPr>
          <p:cNvPr id="2" name="Oval 2">
            <a:extLst>
              <a:ext uri="{FF2B5EF4-FFF2-40B4-BE49-F238E27FC236}">
                <a16:creationId xmlns:a16="http://schemas.microsoft.com/office/drawing/2014/main" id="{C8C508D7-3572-4735-FFD9-E99B17211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3564" y="4384278"/>
            <a:ext cx="2362200" cy="1371600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3DD23B9-7458-722B-8AD1-F21E43491E2D}"/>
              </a:ext>
            </a:extLst>
          </p:cNvPr>
          <p:cNvSpPr>
            <a:spLocks/>
          </p:cNvSpPr>
          <p:nvPr/>
        </p:nvSpPr>
        <p:spPr bwMode="auto">
          <a:xfrm>
            <a:off x="5852489" y="4383336"/>
            <a:ext cx="1795535" cy="231927"/>
          </a:xfrm>
          <a:custGeom>
            <a:avLst/>
            <a:gdLst>
              <a:gd name="T0" fmla="*/ 0 w 1128"/>
              <a:gd name="T1" fmla="*/ 2147483647 h 160"/>
              <a:gd name="T2" fmla="*/ 2147483647 w 1128"/>
              <a:gd name="T3" fmla="*/ 2147483647 h 160"/>
              <a:gd name="T4" fmla="*/ 2147483647 w 1128"/>
              <a:gd name="T5" fmla="*/ 2147483647 h 160"/>
              <a:gd name="T6" fmla="*/ 2147483647 w 1128"/>
              <a:gd name="T7" fmla="*/ 2147483647 h 160"/>
              <a:gd name="T8" fmla="*/ 2147483647 w 1128"/>
              <a:gd name="T9" fmla="*/ 2147483647 h 1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0 w 10000"/>
              <a:gd name="connsiteY0" fmla="*/ 9353 h 9790"/>
              <a:gd name="connsiteX1" fmla="*/ 2571 w 10000"/>
              <a:gd name="connsiteY1" fmla="*/ 2665 h 9790"/>
              <a:gd name="connsiteX2" fmla="*/ 5009 w 10000"/>
              <a:gd name="connsiteY2" fmla="*/ 9 h 9790"/>
              <a:gd name="connsiteX3" fmla="*/ 7730 w 10000"/>
              <a:gd name="connsiteY3" fmla="*/ 3228 h 9790"/>
              <a:gd name="connsiteX4" fmla="*/ 10000 w 10000"/>
              <a:gd name="connsiteY4" fmla="*/ 9790 h 9790"/>
              <a:gd name="connsiteX0" fmla="*/ 0 w 10000"/>
              <a:gd name="connsiteY0" fmla="*/ 9555 h 10001"/>
              <a:gd name="connsiteX1" fmla="*/ 2571 w 10000"/>
              <a:gd name="connsiteY1" fmla="*/ 2723 h 10001"/>
              <a:gd name="connsiteX2" fmla="*/ 5009 w 10000"/>
              <a:gd name="connsiteY2" fmla="*/ 10 h 10001"/>
              <a:gd name="connsiteX3" fmla="*/ 7730 w 10000"/>
              <a:gd name="connsiteY3" fmla="*/ 3298 h 10001"/>
              <a:gd name="connsiteX4" fmla="*/ 10000 w 10000"/>
              <a:gd name="connsiteY4" fmla="*/ 10001 h 10001"/>
              <a:gd name="connsiteX0" fmla="*/ 0 w 10000"/>
              <a:gd name="connsiteY0" fmla="*/ 9547 h 9993"/>
              <a:gd name="connsiteX1" fmla="*/ 2571 w 10000"/>
              <a:gd name="connsiteY1" fmla="*/ 2715 h 9993"/>
              <a:gd name="connsiteX2" fmla="*/ 5009 w 10000"/>
              <a:gd name="connsiteY2" fmla="*/ 2 h 9993"/>
              <a:gd name="connsiteX3" fmla="*/ 7730 w 10000"/>
              <a:gd name="connsiteY3" fmla="*/ 3290 h 9993"/>
              <a:gd name="connsiteX4" fmla="*/ 10000 w 10000"/>
              <a:gd name="connsiteY4" fmla="*/ 9993 h 9993"/>
              <a:gd name="connsiteX0" fmla="*/ 0 w 10000"/>
              <a:gd name="connsiteY0" fmla="*/ 9552 h 9998"/>
              <a:gd name="connsiteX1" fmla="*/ 2571 w 10000"/>
              <a:gd name="connsiteY1" fmla="*/ 2715 h 9998"/>
              <a:gd name="connsiteX2" fmla="*/ 5009 w 10000"/>
              <a:gd name="connsiteY2" fmla="*/ 0 h 9998"/>
              <a:gd name="connsiteX3" fmla="*/ 7597 w 10000"/>
              <a:gd name="connsiteY3" fmla="*/ 2715 h 9998"/>
              <a:gd name="connsiteX4" fmla="*/ 10000 w 10000"/>
              <a:gd name="connsiteY4" fmla="*/ 9998 h 9998"/>
              <a:gd name="connsiteX0" fmla="*/ 0 w 10000"/>
              <a:gd name="connsiteY0" fmla="*/ 9554 h 10000"/>
              <a:gd name="connsiteX1" fmla="*/ 2571 w 10000"/>
              <a:gd name="connsiteY1" fmla="*/ 2716 h 10000"/>
              <a:gd name="connsiteX2" fmla="*/ 5009 w 10000"/>
              <a:gd name="connsiteY2" fmla="*/ 0 h 10000"/>
              <a:gd name="connsiteX3" fmla="*/ 7597 w 10000"/>
              <a:gd name="connsiteY3" fmla="*/ 2716 h 10000"/>
              <a:gd name="connsiteX4" fmla="*/ 10000 w 10000"/>
              <a:gd name="connsiteY4" fmla="*/ 10000 h 10000"/>
              <a:gd name="connsiteX0" fmla="*/ 0 w 10027"/>
              <a:gd name="connsiteY0" fmla="*/ 9554 h 10096"/>
              <a:gd name="connsiteX1" fmla="*/ 2571 w 10027"/>
              <a:gd name="connsiteY1" fmla="*/ 2716 h 10096"/>
              <a:gd name="connsiteX2" fmla="*/ 5009 w 10027"/>
              <a:gd name="connsiteY2" fmla="*/ 0 h 10096"/>
              <a:gd name="connsiteX3" fmla="*/ 7597 w 10027"/>
              <a:gd name="connsiteY3" fmla="*/ 2716 h 10096"/>
              <a:gd name="connsiteX4" fmla="*/ 10027 w 10027"/>
              <a:gd name="connsiteY4" fmla="*/ 10096 h 10096"/>
              <a:gd name="connsiteX0" fmla="*/ 0 w 10027"/>
              <a:gd name="connsiteY0" fmla="*/ 9554 h 10096"/>
              <a:gd name="connsiteX1" fmla="*/ 2571 w 10027"/>
              <a:gd name="connsiteY1" fmla="*/ 2716 h 10096"/>
              <a:gd name="connsiteX2" fmla="*/ 5009 w 10027"/>
              <a:gd name="connsiteY2" fmla="*/ 0 h 10096"/>
              <a:gd name="connsiteX3" fmla="*/ 7597 w 10027"/>
              <a:gd name="connsiteY3" fmla="*/ 2716 h 10096"/>
              <a:gd name="connsiteX4" fmla="*/ 10027 w 10027"/>
              <a:gd name="connsiteY4" fmla="*/ 10096 h 10096"/>
              <a:gd name="connsiteX0" fmla="*/ 0 w 10027"/>
              <a:gd name="connsiteY0" fmla="*/ 9554 h 10096"/>
              <a:gd name="connsiteX1" fmla="*/ 2571 w 10027"/>
              <a:gd name="connsiteY1" fmla="*/ 2716 h 10096"/>
              <a:gd name="connsiteX2" fmla="*/ 5009 w 10027"/>
              <a:gd name="connsiteY2" fmla="*/ 0 h 10096"/>
              <a:gd name="connsiteX3" fmla="*/ 7597 w 10027"/>
              <a:gd name="connsiteY3" fmla="*/ 2716 h 10096"/>
              <a:gd name="connsiteX4" fmla="*/ 10027 w 10027"/>
              <a:gd name="connsiteY4" fmla="*/ 10096 h 10096"/>
              <a:gd name="connsiteX0" fmla="*/ 0 w 10027"/>
              <a:gd name="connsiteY0" fmla="*/ 9556 h 10098"/>
              <a:gd name="connsiteX1" fmla="*/ 2544 w 10027"/>
              <a:gd name="connsiteY1" fmla="*/ 2526 h 10098"/>
              <a:gd name="connsiteX2" fmla="*/ 5009 w 10027"/>
              <a:gd name="connsiteY2" fmla="*/ 2 h 10098"/>
              <a:gd name="connsiteX3" fmla="*/ 7597 w 10027"/>
              <a:gd name="connsiteY3" fmla="*/ 2718 h 10098"/>
              <a:gd name="connsiteX4" fmla="*/ 10027 w 10027"/>
              <a:gd name="connsiteY4" fmla="*/ 10098 h 10098"/>
              <a:gd name="connsiteX0" fmla="*/ 0 w 10027"/>
              <a:gd name="connsiteY0" fmla="*/ 9556 h 10098"/>
              <a:gd name="connsiteX1" fmla="*/ 2544 w 10027"/>
              <a:gd name="connsiteY1" fmla="*/ 2526 h 10098"/>
              <a:gd name="connsiteX2" fmla="*/ 5009 w 10027"/>
              <a:gd name="connsiteY2" fmla="*/ 2 h 10098"/>
              <a:gd name="connsiteX3" fmla="*/ 7597 w 10027"/>
              <a:gd name="connsiteY3" fmla="*/ 2718 h 10098"/>
              <a:gd name="connsiteX4" fmla="*/ 10027 w 10027"/>
              <a:gd name="connsiteY4" fmla="*/ 10098 h 10098"/>
              <a:gd name="connsiteX0" fmla="*/ 0 w 10027"/>
              <a:gd name="connsiteY0" fmla="*/ 9175 h 9717"/>
              <a:gd name="connsiteX1" fmla="*/ 2544 w 10027"/>
              <a:gd name="connsiteY1" fmla="*/ 2145 h 9717"/>
              <a:gd name="connsiteX2" fmla="*/ 5009 w 10027"/>
              <a:gd name="connsiteY2" fmla="*/ 4 h 9717"/>
              <a:gd name="connsiteX3" fmla="*/ 7597 w 10027"/>
              <a:gd name="connsiteY3" fmla="*/ 2337 h 9717"/>
              <a:gd name="connsiteX4" fmla="*/ 10027 w 10027"/>
              <a:gd name="connsiteY4" fmla="*/ 9717 h 9717"/>
              <a:gd name="connsiteX0" fmla="*/ 0 w 10000"/>
              <a:gd name="connsiteY0" fmla="*/ 9452 h 10010"/>
              <a:gd name="connsiteX1" fmla="*/ 2537 w 10000"/>
              <a:gd name="connsiteY1" fmla="*/ 2217 h 10010"/>
              <a:gd name="connsiteX2" fmla="*/ 4996 w 10000"/>
              <a:gd name="connsiteY2" fmla="*/ 14 h 10010"/>
              <a:gd name="connsiteX3" fmla="*/ 7577 w 10000"/>
              <a:gd name="connsiteY3" fmla="*/ 2415 h 10010"/>
              <a:gd name="connsiteX4" fmla="*/ 10000 w 10000"/>
              <a:gd name="connsiteY4" fmla="*/ 10010 h 10010"/>
              <a:gd name="connsiteX0" fmla="*/ 0 w 10000"/>
              <a:gd name="connsiteY0" fmla="*/ 9452 h 10010"/>
              <a:gd name="connsiteX1" fmla="*/ 2537 w 10000"/>
              <a:gd name="connsiteY1" fmla="*/ 2217 h 10010"/>
              <a:gd name="connsiteX2" fmla="*/ 4996 w 10000"/>
              <a:gd name="connsiteY2" fmla="*/ 14 h 10010"/>
              <a:gd name="connsiteX3" fmla="*/ 7577 w 10000"/>
              <a:gd name="connsiteY3" fmla="*/ 2415 h 10010"/>
              <a:gd name="connsiteX4" fmla="*/ 10000 w 10000"/>
              <a:gd name="connsiteY4" fmla="*/ 10010 h 10010"/>
              <a:gd name="connsiteX0" fmla="*/ 0 w 10000"/>
              <a:gd name="connsiteY0" fmla="*/ 9450 h 10008"/>
              <a:gd name="connsiteX1" fmla="*/ 2537 w 10000"/>
              <a:gd name="connsiteY1" fmla="*/ 2215 h 10008"/>
              <a:gd name="connsiteX2" fmla="*/ 4996 w 10000"/>
              <a:gd name="connsiteY2" fmla="*/ 12 h 10008"/>
              <a:gd name="connsiteX3" fmla="*/ 7577 w 10000"/>
              <a:gd name="connsiteY3" fmla="*/ 2413 h 10008"/>
              <a:gd name="connsiteX4" fmla="*/ 10000 w 10000"/>
              <a:gd name="connsiteY4" fmla="*/ 10008 h 10008"/>
              <a:gd name="connsiteX0" fmla="*/ 0 w 10000"/>
              <a:gd name="connsiteY0" fmla="*/ 9442 h 10000"/>
              <a:gd name="connsiteX1" fmla="*/ 2537 w 10000"/>
              <a:gd name="connsiteY1" fmla="*/ 2207 h 10000"/>
              <a:gd name="connsiteX2" fmla="*/ 4996 w 10000"/>
              <a:gd name="connsiteY2" fmla="*/ 4 h 10000"/>
              <a:gd name="connsiteX3" fmla="*/ 7577 w 10000"/>
              <a:gd name="connsiteY3" fmla="*/ 2405 h 10000"/>
              <a:gd name="connsiteX4" fmla="*/ 10000 w 10000"/>
              <a:gd name="connsiteY4" fmla="*/ 10000 h 10000"/>
              <a:gd name="connsiteX0" fmla="*/ 0 w 10000"/>
              <a:gd name="connsiteY0" fmla="*/ 8858 h 9416"/>
              <a:gd name="connsiteX1" fmla="*/ 2537 w 10000"/>
              <a:gd name="connsiteY1" fmla="*/ 1623 h 9416"/>
              <a:gd name="connsiteX2" fmla="*/ 4996 w 10000"/>
              <a:gd name="connsiteY2" fmla="*/ 12 h 9416"/>
              <a:gd name="connsiteX3" fmla="*/ 7577 w 10000"/>
              <a:gd name="connsiteY3" fmla="*/ 1821 h 9416"/>
              <a:gd name="connsiteX4" fmla="*/ 10000 w 10000"/>
              <a:gd name="connsiteY4" fmla="*/ 9416 h 9416"/>
              <a:gd name="connsiteX0" fmla="*/ 0 w 10000"/>
              <a:gd name="connsiteY0" fmla="*/ 9610 h 10203"/>
              <a:gd name="connsiteX1" fmla="*/ 2537 w 10000"/>
              <a:gd name="connsiteY1" fmla="*/ 1927 h 10203"/>
              <a:gd name="connsiteX2" fmla="*/ 4969 w 10000"/>
              <a:gd name="connsiteY2" fmla="*/ 7 h 10203"/>
              <a:gd name="connsiteX3" fmla="*/ 7577 w 10000"/>
              <a:gd name="connsiteY3" fmla="*/ 2137 h 10203"/>
              <a:gd name="connsiteX4" fmla="*/ 10000 w 10000"/>
              <a:gd name="connsiteY4" fmla="*/ 10203 h 10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203">
                <a:moveTo>
                  <a:pt x="0" y="9610"/>
                </a:moveTo>
                <a:cubicBezTo>
                  <a:pt x="425" y="8353"/>
                  <a:pt x="1709" y="3528"/>
                  <a:pt x="2537" y="1927"/>
                </a:cubicBezTo>
                <a:cubicBezTo>
                  <a:pt x="3365" y="327"/>
                  <a:pt x="4051" y="77"/>
                  <a:pt x="4969" y="7"/>
                </a:cubicBezTo>
                <a:cubicBezTo>
                  <a:pt x="5887" y="-63"/>
                  <a:pt x="6720" y="321"/>
                  <a:pt x="7577" y="2137"/>
                </a:cubicBezTo>
                <a:cubicBezTo>
                  <a:pt x="8447" y="3952"/>
                  <a:pt x="9531" y="8249"/>
                  <a:pt x="10000" y="10203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41A1DEE-1D89-C70A-0894-5B198CB8BFF7}"/>
              </a:ext>
            </a:extLst>
          </p:cNvPr>
          <p:cNvSpPr>
            <a:spLocks/>
          </p:cNvSpPr>
          <p:nvPr/>
        </p:nvSpPr>
        <p:spPr bwMode="auto">
          <a:xfrm>
            <a:off x="5814389" y="5527278"/>
            <a:ext cx="1843088" cy="222250"/>
          </a:xfrm>
          <a:custGeom>
            <a:avLst/>
            <a:gdLst>
              <a:gd name="T0" fmla="*/ 0 w 1161"/>
              <a:gd name="T1" fmla="*/ 0 h 140"/>
              <a:gd name="T2" fmla="*/ 2147483647 w 1161"/>
              <a:gd name="T3" fmla="*/ 2147483647 h 140"/>
              <a:gd name="T4" fmla="*/ 2147483647 w 1161"/>
              <a:gd name="T5" fmla="*/ 2147483647 h 140"/>
              <a:gd name="T6" fmla="*/ 2147483647 w 1161"/>
              <a:gd name="T7" fmla="*/ 2147483647 h 140"/>
              <a:gd name="T8" fmla="*/ 2147483647 w 1161"/>
              <a:gd name="T9" fmla="*/ 0 h 1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61" h="140">
                <a:moveTo>
                  <a:pt x="0" y="0"/>
                </a:moveTo>
                <a:cubicBezTo>
                  <a:pt x="41" y="16"/>
                  <a:pt x="158" y="73"/>
                  <a:pt x="246" y="96"/>
                </a:cubicBezTo>
                <a:cubicBezTo>
                  <a:pt x="334" y="119"/>
                  <a:pt x="423" y="136"/>
                  <a:pt x="529" y="138"/>
                </a:cubicBezTo>
                <a:cubicBezTo>
                  <a:pt x="635" y="140"/>
                  <a:pt x="777" y="133"/>
                  <a:pt x="882" y="110"/>
                </a:cubicBezTo>
                <a:cubicBezTo>
                  <a:pt x="987" y="87"/>
                  <a:pt x="1103" y="23"/>
                  <a:pt x="1161" y="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57241B8-C251-AFDD-B01D-F994093E1BD0}"/>
              </a:ext>
            </a:extLst>
          </p:cNvPr>
          <p:cNvSpPr>
            <a:spLocks/>
          </p:cNvSpPr>
          <p:nvPr/>
        </p:nvSpPr>
        <p:spPr bwMode="auto">
          <a:xfrm>
            <a:off x="7657477" y="4625578"/>
            <a:ext cx="252412" cy="901700"/>
          </a:xfrm>
          <a:custGeom>
            <a:avLst/>
            <a:gdLst>
              <a:gd name="T0" fmla="*/ 0 w 159"/>
              <a:gd name="T1" fmla="*/ 2147483647 h 568"/>
              <a:gd name="T2" fmla="*/ 2147483647 w 159"/>
              <a:gd name="T3" fmla="*/ 2147483647 h 568"/>
              <a:gd name="T4" fmla="*/ 2147483647 w 159"/>
              <a:gd name="T5" fmla="*/ 2147483647 h 568"/>
              <a:gd name="T6" fmla="*/ 2147483647 w 159"/>
              <a:gd name="T7" fmla="*/ 2147483647 h 568"/>
              <a:gd name="T8" fmla="*/ 0 w 159"/>
              <a:gd name="T9" fmla="*/ 0 h 5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59" h="568">
                <a:moveTo>
                  <a:pt x="0" y="568"/>
                </a:moveTo>
                <a:cubicBezTo>
                  <a:pt x="19" y="546"/>
                  <a:pt x="90" y="488"/>
                  <a:pt x="116" y="438"/>
                </a:cubicBezTo>
                <a:cubicBezTo>
                  <a:pt x="142" y="388"/>
                  <a:pt x="159" y="320"/>
                  <a:pt x="159" y="268"/>
                </a:cubicBezTo>
                <a:cubicBezTo>
                  <a:pt x="159" y="216"/>
                  <a:pt x="142" y="172"/>
                  <a:pt x="116" y="127"/>
                </a:cubicBezTo>
                <a:cubicBezTo>
                  <a:pt x="90" y="82"/>
                  <a:pt x="24" y="26"/>
                  <a:pt x="0" y="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E7FC40D-A31C-1F99-126B-2B28E131D091}"/>
              </a:ext>
            </a:extLst>
          </p:cNvPr>
          <p:cNvSpPr>
            <a:spLocks/>
          </p:cNvSpPr>
          <p:nvPr/>
        </p:nvSpPr>
        <p:spPr bwMode="auto">
          <a:xfrm>
            <a:off x="5547689" y="4603353"/>
            <a:ext cx="322263" cy="923925"/>
          </a:xfrm>
          <a:custGeom>
            <a:avLst/>
            <a:gdLst>
              <a:gd name="T0" fmla="*/ 2147483647 w 203"/>
              <a:gd name="T1" fmla="*/ 2147483647 h 582"/>
              <a:gd name="T2" fmla="*/ 2147483647 w 203"/>
              <a:gd name="T3" fmla="*/ 2147483647 h 582"/>
              <a:gd name="T4" fmla="*/ 2147483647 w 203"/>
              <a:gd name="T5" fmla="*/ 2147483647 h 582"/>
              <a:gd name="T6" fmla="*/ 2147483647 w 203"/>
              <a:gd name="T7" fmla="*/ 2147483647 h 582"/>
              <a:gd name="T8" fmla="*/ 2147483647 w 203"/>
              <a:gd name="T9" fmla="*/ 0 h 5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3" h="582">
                <a:moveTo>
                  <a:pt x="168" y="582"/>
                </a:moveTo>
                <a:cubicBezTo>
                  <a:pt x="146" y="558"/>
                  <a:pt x="60" y="490"/>
                  <a:pt x="33" y="438"/>
                </a:cubicBezTo>
                <a:cubicBezTo>
                  <a:pt x="6" y="386"/>
                  <a:pt x="0" y="322"/>
                  <a:pt x="5" y="268"/>
                </a:cubicBezTo>
                <a:cubicBezTo>
                  <a:pt x="10" y="214"/>
                  <a:pt x="28" y="158"/>
                  <a:pt x="61" y="113"/>
                </a:cubicBezTo>
                <a:cubicBezTo>
                  <a:pt x="94" y="68"/>
                  <a:pt x="174" y="24"/>
                  <a:pt x="203" y="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0F66DDE-F427-8599-5129-D11321CE2146}"/>
              </a:ext>
            </a:extLst>
          </p:cNvPr>
          <p:cNvSpPr>
            <a:spLocks/>
          </p:cNvSpPr>
          <p:nvPr/>
        </p:nvSpPr>
        <p:spPr bwMode="auto">
          <a:xfrm>
            <a:off x="5577852" y="4446191"/>
            <a:ext cx="2398712" cy="1255712"/>
          </a:xfrm>
          <a:custGeom>
            <a:avLst/>
            <a:gdLst>
              <a:gd name="T0" fmla="*/ 0 w 1511"/>
              <a:gd name="T1" fmla="*/ 0 h 791"/>
              <a:gd name="T2" fmla="*/ 2147483647 w 1511"/>
              <a:gd name="T3" fmla="*/ 2147483647 h 79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11" h="791">
                <a:moveTo>
                  <a:pt x="0" y="0"/>
                </a:moveTo>
                <a:lnTo>
                  <a:pt x="1511" y="791"/>
                </a:lnTo>
              </a:path>
            </a:pathLst>
          </a:custGeom>
          <a:noFill/>
          <a:ln w="12700" cap="flat" cmpd="sng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9A694EB-A7F6-E550-842F-C6EA1730F70A}"/>
              </a:ext>
            </a:extLst>
          </p:cNvPr>
          <p:cNvSpPr>
            <a:spLocks/>
          </p:cNvSpPr>
          <p:nvPr/>
        </p:nvSpPr>
        <p:spPr bwMode="auto">
          <a:xfrm>
            <a:off x="5511177" y="4452541"/>
            <a:ext cx="2509837" cy="1209675"/>
          </a:xfrm>
          <a:custGeom>
            <a:avLst/>
            <a:gdLst>
              <a:gd name="T0" fmla="*/ 2147483647 w 1581"/>
              <a:gd name="T1" fmla="*/ 0 h 762"/>
              <a:gd name="T2" fmla="*/ 0 w 1581"/>
              <a:gd name="T3" fmla="*/ 2147483647 h 762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581" h="762">
                <a:moveTo>
                  <a:pt x="1581" y="0"/>
                </a:moveTo>
                <a:lnTo>
                  <a:pt x="0" y="762"/>
                </a:lnTo>
              </a:path>
            </a:pathLst>
          </a:custGeom>
          <a:noFill/>
          <a:ln w="12700" cap="flat" cmpd="sng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9" name="Line 9">
            <a:extLst>
              <a:ext uri="{FF2B5EF4-FFF2-40B4-BE49-F238E27FC236}">
                <a16:creationId xmlns:a16="http://schemas.microsoft.com/office/drawing/2014/main" id="{69ADA04F-A624-CD09-77CF-82E4D8B8BE7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733552" y="4157266"/>
            <a:ext cx="1843087" cy="909637"/>
          </a:xfrm>
          <a:prstGeom prst="line">
            <a:avLst/>
          </a:prstGeom>
          <a:noFill/>
          <a:ln w="1905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987026D6-B6AD-A6B2-B6FD-79C7C291E9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2052" y="4162028"/>
            <a:ext cx="1841500" cy="909638"/>
          </a:xfrm>
          <a:prstGeom prst="line">
            <a:avLst/>
          </a:prstGeom>
          <a:noFill/>
          <a:ln w="1905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9612ECF9-B0AA-7917-824C-0E600ADA0EAC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2052" y="5062141"/>
            <a:ext cx="1841500" cy="909637"/>
          </a:xfrm>
          <a:prstGeom prst="line">
            <a:avLst/>
          </a:prstGeom>
          <a:noFill/>
          <a:ln w="1905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3" name="Line 12">
            <a:extLst>
              <a:ext uri="{FF2B5EF4-FFF2-40B4-BE49-F238E27FC236}">
                <a16:creationId xmlns:a16="http://schemas.microsoft.com/office/drawing/2014/main" id="{58A86341-5C8F-3278-7412-CDF1A6AA871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33552" y="5052616"/>
            <a:ext cx="1843087" cy="909637"/>
          </a:xfrm>
          <a:prstGeom prst="line">
            <a:avLst/>
          </a:prstGeom>
          <a:noFill/>
          <a:ln w="1905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D7414276-8E43-C867-F0FC-9B49563AB520}"/>
              </a:ext>
            </a:extLst>
          </p:cNvPr>
          <p:cNvSpPr>
            <a:spLocks/>
          </p:cNvSpPr>
          <p:nvPr/>
        </p:nvSpPr>
        <p:spPr bwMode="auto">
          <a:xfrm>
            <a:off x="6743077" y="3863578"/>
            <a:ext cx="1587" cy="2425700"/>
          </a:xfrm>
          <a:custGeom>
            <a:avLst/>
            <a:gdLst>
              <a:gd name="T0" fmla="*/ 0 w 1"/>
              <a:gd name="T1" fmla="*/ 0 h 1528"/>
              <a:gd name="T2" fmla="*/ 0 w 1"/>
              <a:gd name="T3" fmla="*/ 2147483647 h 1528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528">
                <a:moveTo>
                  <a:pt x="0" y="0"/>
                </a:moveTo>
                <a:lnTo>
                  <a:pt x="0" y="1528"/>
                </a:ln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5" name="Line 14">
            <a:extLst>
              <a:ext uri="{FF2B5EF4-FFF2-40B4-BE49-F238E27FC236}">
                <a16:creationId xmlns:a16="http://schemas.microsoft.com/office/drawing/2014/main" id="{48FAC96A-5DAD-B61B-1126-9F7C8E78582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04727" y="5062141"/>
            <a:ext cx="4054475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75F18A94-5D9A-93EB-0CB9-DEED5316CDE9}"/>
              </a:ext>
            </a:extLst>
          </p:cNvPr>
          <p:cNvSpPr>
            <a:spLocks/>
          </p:cNvSpPr>
          <p:nvPr/>
        </p:nvSpPr>
        <p:spPr bwMode="auto">
          <a:xfrm>
            <a:off x="6706564" y="4612878"/>
            <a:ext cx="977900" cy="1362075"/>
          </a:xfrm>
          <a:custGeom>
            <a:avLst/>
            <a:gdLst>
              <a:gd name="T0" fmla="*/ 0 w 616"/>
              <a:gd name="T1" fmla="*/ 2147483647 h 858"/>
              <a:gd name="T2" fmla="*/ 2147483647 w 616"/>
              <a:gd name="T3" fmla="*/ 0 h 858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616" h="858">
                <a:moveTo>
                  <a:pt x="0" y="858"/>
                </a:moveTo>
                <a:lnTo>
                  <a:pt x="616" y="0"/>
                </a:lnTo>
              </a:path>
            </a:pathLst>
          </a:custGeom>
          <a:noFill/>
          <a:ln w="12700" cmpd="sng">
            <a:solidFill>
              <a:srgbClr val="FF0000"/>
            </a:solidFill>
            <a:round/>
            <a:headEnd type="none" w="med" len="med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D93136F4-F446-03BC-01D4-8C8F015BF84F}"/>
              </a:ext>
            </a:extLst>
          </p:cNvPr>
          <p:cNvSpPr>
            <a:spLocks/>
          </p:cNvSpPr>
          <p:nvPr/>
        </p:nvSpPr>
        <p:spPr bwMode="auto">
          <a:xfrm>
            <a:off x="5812802" y="4162028"/>
            <a:ext cx="920750" cy="1350963"/>
          </a:xfrm>
          <a:custGeom>
            <a:avLst/>
            <a:gdLst>
              <a:gd name="T0" fmla="*/ 2147483647 w 149"/>
              <a:gd name="T1" fmla="*/ 0 h 653"/>
              <a:gd name="T2" fmla="*/ 0 w 149"/>
              <a:gd name="T3" fmla="*/ 2147483647 h 653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49" h="653">
                <a:moveTo>
                  <a:pt x="149" y="0"/>
                </a:moveTo>
                <a:lnTo>
                  <a:pt x="0" y="653"/>
                </a:lnTo>
              </a:path>
            </a:pathLst>
          </a:custGeom>
          <a:noFill/>
          <a:ln w="12700" cmpd="sng">
            <a:solidFill>
              <a:srgbClr val="FF0000"/>
            </a:solidFill>
            <a:round/>
            <a:headEnd type="none" w="med" len="med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24E11CE2-4CA7-99A9-E422-8EE56954DB9B}"/>
              </a:ext>
            </a:extLst>
          </p:cNvPr>
          <p:cNvSpPr>
            <a:spLocks/>
          </p:cNvSpPr>
          <p:nvPr/>
        </p:nvSpPr>
        <p:spPr bwMode="auto">
          <a:xfrm>
            <a:off x="7349502" y="5074841"/>
            <a:ext cx="334962" cy="469900"/>
          </a:xfrm>
          <a:custGeom>
            <a:avLst/>
            <a:gdLst>
              <a:gd name="T0" fmla="*/ 0 w 211"/>
              <a:gd name="T1" fmla="*/ 0 h 296"/>
              <a:gd name="T2" fmla="*/ 2147483647 w 211"/>
              <a:gd name="T3" fmla="*/ 2147483647 h 296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11" h="296">
                <a:moveTo>
                  <a:pt x="0" y="0"/>
                </a:moveTo>
                <a:lnTo>
                  <a:pt x="211" y="296"/>
                </a:lnTo>
              </a:path>
            </a:pathLst>
          </a:custGeom>
          <a:noFill/>
          <a:ln w="12700" cmpd="sng">
            <a:solidFill>
              <a:srgbClr val="FF0000"/>
            </a:solidFill>
            <a:round/>
            <a:headEnd type="none" w="med" len="med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35430F-BDA6-9E77-73D7-A08934965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8718" y="1488557"/>
            <a:ext cx="2073654" cy="1981200"/>
          </a:xfrm>
          <a:prstGeom prst="rect">
            <a:avLst/>
          </a:prstGeom>
          <a:noFill/>
          <a:ln w="28575">
            <a:solidFill>
              <a:srgbClr val="3333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Text Box 20">
            <a:extLst>
              <a:ext uri="{FF2B5EF4-FFF2-40B4-BE49-F238E27FC236}">
                <a16:creationId xmlns:a16="http://schemas.microsoft.com/office/drawing/2014/main" id="{15094BFE-9904-1AF0-6CDB-7DCAF01D6F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744" y="2962902"/>
            <a:ext cx="461271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kumimoji="1"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画圆的外切正方形（投影为菱形）</a:t>
            </a:r>
          </a:p>
        </p:txBody>
      </p:sp>
      <p:sp>
        <p:nvSpPr>
          <p:cNvPr id="21" name="Text Box 21">
            <a:extLst>
              <a:ext uri="{FF2B5EF4-FFF2-40B4-BE49-F238E27FC236}">
                <a16:creationId xmlns:a16="http://schemas.microsoft.com/office/drawing/2014/main" id="{36E52CAF-431F-55A3-BC7C-FA183D3694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744" y="3509067"/>
            <a:ext cx="358911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kumimoji="1"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确定四个圆心和半径</a:t>
            </a:r>
          </a:p>
        </p:txBody>
      </p:sp>
      <p:sp>
        <p:nvSpPr>
          <p:cNvPr id="22" name="Text Box 22">
            <a:extLst>
              <a:ext uri="{FF2B5EF4-FFF2-40B4-BE49-F238E27FC236}">
                <a16:creationId xmlns:a16="http://schemas.microsoft.com/office/drawing/2014/main" id="{EBAE15DE-CD16-15FF-2332-CB7565B5F5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744" y="4039190"/>
            <a:ext cx="413446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kumimoji="1"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分别画出四段彼此相切的圆弧</a:t>
            </a:r>
          </a:p>
        </p:txBody>
      </p:sp>
      <p:sp>
        <p:nvSpPr>
          <p:cNvPr id="23" name="Oval 24">
            <a:extLst>
              <a:ext uri="{FF2B5EF4-FFF2-40B4-BE49-F238E27FC236}">
                <a16:creationId xmlns:a16="http://schemas.microsoft.com/office/drawing/2014/main" id="{50837C3B-0569-5870-2577-2330C79EF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4214" y="1495148"/>
            <a:ext cx="2032188" cy="1961909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" name="Text Box 27">
            <a:extLst>
              <a:ext uri="{FF2B5EF4-FFF2-40B4-BE49-F238E27FC236}">
                <a16:creationId xmlns:a16="http://schemas.microsoft.com/office/drawing/2014/main" id="{6D790BB5-5BA1-69DD-22F2-154F21D3C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007" y="2224978"/>
            <a:ext cx="320472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（以平行于</a:t>
            </a:r>
            <a:r>
              <a:rPr kumimoji="1" lang="en-US" altLang="zh-CN" sz="200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kumimoji="1" lang="zh-CN" altLang="en-US" sz="200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面的圆为例）</a:t>
            </a:r>
          </a:p>
        </p:txBody>
      </p:sp>
      <p:sp>
        <p:nvSpPr>
          <p:cNvPr id="25" name="Text Box 29">
            <a:extLst>
              <a:ext uri="{FF2B5EF4-FFF2-40B4-BE49-F238E27FC236}">
                <a16:creationId xmlns:a16="http://schemas.microsoft.com/office/drawing/2014/main" id="{3C47CF73-045A-11A2-81C2-9D23E5BAB0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4164" y="5816203"/>
            <a:ext cx="381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en-US" altLang="zh-CN" sz="1000">
                <a:solidFill>
                  <a:srgbClr val="FF0000"/>
                </a:solidFill>
                <a:latin typeface="Times New Roman" panose="02020603050405020304" pitchFamily="18" charset="0"/>
              </a:rPr>
              <a:t>●</a:t>
            </a:r>
          </a:p>
        </p:txBody>
      </p:sp>
      <p:sp>
        <p:nvSpPr>
          <p:cNvPr id="26" name="Text Box 30">
            <a:extLst>
              <a:ext uri="{FF2B5EF4-FFF2-40B4-BE49-F238E27FC236}">
                <a16:creationId xmlns:a16="http://schemas.microsoft.com/office/drawing/2014/main" id="{17CA480A-A2D5-96A1-1167-7A6974A891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3927" y="4927203"/>
            <a:ext cx="381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en-US" altLang="zh-CN" sz="1000">
                <a:solidFill>
                  <a:srgbClr val="FF0000"/>
                </a:solidFill>
                <a:latin typeface="Times New Roman" panose="02020603050405020304" pitchFamily="18" charset="0"/>
              </a:rPr>
              <a:t>●</a:t>
            </a:r>
          </a:p>
        </p:txBody>
      </p:sp>
      <p:sp>
        <p:nvSpPr>
          <p:cNvPr id="27" name="Text Box 31">
            <a:extLst>
              <a:ext uri="{FF2B5EF4-FFF2-40B4-BE49-F238E27FC236}">
                <a16:creationId xmlns:a16="http://schemas.microsoft.com/office/drawing/2014/main" id="{34B1685A-9D8D-0300-ABF8-2E7F4E5096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4164" y="4035028"/>
            <a:ext cx="381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en-US" altLang="zh-CN" sz="1000">
                <a:solidFill>
                  <a:srgbClr val="FF0000"/>
                </a:solidFill>
                <a:latin typeface="Times New Roman" panose="02020603050405020304" pitchFamily="18" charset="0"/>
              </a:rPr>
              <a:t>●</a:t>
            </a:r>
          </a:p>
        </p:txBody>
      </p:sp>
      <p:sp>
        <p:nvSpPr>
          <p:cNvPr id="28" name="Text Box 32">
            <a:extLst>
              <a:ext uri="{FF2B5EF4-FFF2-40B4-BE49-F238E27FC236}">
                <a16:creationId xmlns:a16="http://schemas.microsoft.com/office/drawing/2014/main" id="{E9F9A082-1510-397B-AECF-B27F7751AB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3764" y="4927203"/>
            <a:ext cx="381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en-US" altLang="zh-CN" sz="1000">
                <a:solidFill>
                  <a:srgbClr val="FF0000"/>
                </a:solidFill>
                <a:latin typeface="Times New Roman" panose="02020603050405020304" pitchFamily="18" charset="0"/>
              </a:rPr>
              <a:t>●</a:t>
            </a:r>
          </a:p>
        </p:txBody>
      </p:sp>
      <p:grpSp>
        <p:nvGrpSpPr>
          <p:cNvPr id="29" name="Group 33">
            <a:extLst>
              <a:ext uri="{FF2B5EF4-FFF2-40B4-BE49-F238E27FC236}">
                <a16:creationId xmlns:a16="http://schemas.microsoft.com/office/drawing/2014/main" id="{8FE2A67E-209B-D7B0-A001-F303AF820D4C}"/>
              </a:ext>
            </a:extLst>
          </p:cNvPr>
          <p:cNvGrpSpPr>
            <a:grpSpLocks/>
          </p:cNvGrpSpPr>
          <p:nvPr/>
        </p:nvGrpSpPr>
        <p:grpSpPr bwMode="auto">
          <a:xfrm>
            <a:off x="5306483" y="1099620"/>
            <a:ext cx="2755900" cy="2795587"/>
            <a:chOff x="517" y="907"/>
            <a:chExt cx="1736" cy="1761"/>
          </a:xfrm>
        </p:grpSpPr>
        <p:sp>
          <p:nvSpPr>
            <p:cNvPr id="30" name="Text Box 34">
              <a:extLst>
                <a:ext uri="{FF2B5EF4-FFF2-40B4-BE49-F238E27FC236}">
                  <a16:creationId xmlns:a16="http://schemas.microsoft.com/office/drawing/2014/main" id="{13B63275-BB89-AB62-4842-178436689A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" y="154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1" name="Text Box 35">
              <a:extLst>
                <a:ext uri="{FF2B5EF4-FFF2-40B4-BE49-F238E27FC236}">
                  <a16:creationId xmlns:a16="http://schemas.microsoft.com/office/drawing/2014/main" id="{3417330C-6750-9963-B5FC-56F32B5CAE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0" y="1516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2" name="Text Box 36">
              <a:extLst>
                <a:ext uri="{FF2B5EF4-FFF2-40B4-BE49-F238E27FC236}">
                  <a16:creationId xmlns:a16="http://schemas.microsoft.com/office/drawing/2014/main" id="{2DB97F8B-4BA5-BB9F-1F6B-10D5D76BDE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6" y="907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33" name="Text Box 37">
              <a:extLst>
                <a:ext uri="{FF2B5EF4-FFF2-40B4-BE49-F238E27FC236}">
                  <a16:creationId xmlns:a16="http://schemas.microsoft.com/office/drawing/2014/main" id="{DDCAE516-6886-435F-C57B-80E0C4C73F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1" y="2380"/>
              <a:ext cx="1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</p:grpSp>
      <p:grpSp>
        <p:nvGrpSpPr>
          <p:cNvPr id="34" name="Group 38">
            <a:extLst>
              <a:ext uri="{FF2B5EF4-FFF2-40B4-BE49-F238E27FC236}">
                <a16:creationId xmlns:a16="http://schemas.microsoft.com/office/drawing/2014/main" id="{D9EECA9E-E775-E997-A9FD-ACA4552099C0}"/>
              </a:ext>
            </a:extLst>
          </p:cNvPr>
          <p:cNvGrpSpPr>
            <a:grpSpLocks/>
          </p:cNvGrpSpPr>
          <p:nvPr/>
        </p:nvGrpSpPr>
        <p:grpSpPr bwMode="auto">
          <a:xfrm>
            <a:off x="5901889" y="1863206"/>
            <a:ext cx="1604963" cy="1233489"/>
            <a:chOff x="865" y="1367"/>
            <a:chExt cx="1069" cy="808"/>
          </a:xfrm>
        </p:grpSpPr>
        <p:sp>
          <p:nvSpPr>
            <p:cNvPr id="35" name="Line 39">
              <a:extLst>
                <a:ext uri="{FF2B5EF4-FFF2-40B4-BE49-F238E27FC236}">
                  <a16:creationId xmlns:a16="http://schemas.microsoft.com/office/drawing/2014/main" id="{9E37EBCC-09FC-6959-DCB1-D9128A475A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5" y="1367"/>
              <a:ext cx="1069" cy="8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36" name="Text Box 40">
              <a:extLst>
                <a:ext uri="{FF2B5EF4-FFF2-40B4-BE49-F238E27FC236}">
                  <a16:creationId xmlns:a16="http://schemas.microsoft.com/office/drawing/2014/main" id="{D4D1553F-2B7C-AB38-AC8E-E7E231A6AA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305580">
              <a:off x="1364" y="1460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</a:p>
          </p:txBody>
        </p:sp>
      </p:grpSp>
      <p:grpSp>
        <p:nvGrpSpPr>
          <p:cNvPr id="38" name="Group 41">
            <a:extLst>
              <a:ext uri="{FF2B5EF4-FFF2-40B4-BE49-F238E27FC236}">
                <a16:creationId xmlns:a16="http://schemas.microsoft.com/office/drawing/2014/main" id="{0A5ACE3B-D5FF-EE36-00F7-8912B0ED2F21}"/>
              </a:ext>
            </a:extLst>
          </p:cNvPr>
          <p:cNvGrpSpPr>
            <a:grpSpLocks/>
          </p:cNvGrpSpPr>
          <p:nvPr/>
        </p:nvGrpSpPr>
        <p:grpSpPr bwMode="auto">
          <a:xfrm>
            <a:off x="5822327" y="4585891"/>
            <a:ext cx="1870075" cy="931862"/>
            <a:chOff x="3091" y="1471"/>
            <a:chExt cx="1178" cy="587"/>
          </a:xfrm>
        </p:grpSpPr>
        <p:sp>
          <p:nvSpPr>
            <p:cNvPr id="39" name="Freeform 42">
              <a:extLst>
                <a:ext uri="{FF2B5EF4-FFF2-40B4-BE49-F238E27FC236}">
                  <a16:creationId xmlns:a16="http://schemas.microsoft.com/office/drawing/2014/main" id="{8F96C7E0-6F6C-35D9-C660-2D2376B742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1" y="1491"/>
              <a:ext cx="1178" cy="567"/>
            </a:xfrm>
            <a:custGeom>
              <a:avLst/>
              <a:gdLst>
                <a:gd name="T0" fmla="*/ 0 w 1178"/>
                <a:gd name="T1" fmla="*/ 567 h 567"/>
                <a:gd name="T2" fmla="*/ 1178 w 1178"/>
                <a:gd name="T3" fmla="*/ 0 h 56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78" h="567">
                  <a:moveTo>
                    <a:pt x="0" y="567"/>
                  </a:moveTo>
                  <a:lnTo>
                    <a:pt x="1178" y="0"/>
                  </a:lnTo>
                </a:path>
              </a:pathLst>
            </a:custGeom>
            <a:noFill/>
            <a:ln w="19050" cap="flat" cmpd="sng">
              <a:solidFill>
                <a:srgbClr val="9900CC"/>
              </a:solidFill>
              <a:prstDash val="solid"/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0" name="Text Box 43">
              <a:extLst>
                <a:ext uri="{FF2B5EF4-FFF2-40B4-BE49-F238E27FC236}">
                  <a16:creationId xmlns:a16="http://schemas.microsoft.com/office/drawing/2014/main" id="{97A7E182-AFB3-BF93-E807-E44F48F64D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902908">
              <a:off x="3693" y="1471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1">
                  <a:solidFill>
                    <a:srgbClr val="9900CC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</p:grpSp>
      <p:grpSp>
        <p:nvGrpSpPr>
          <p:cNvPr id="41" name="Group 44">
            <a:extLst>
              <a:ext uri="{FF2B5EF4-FFF2-40B4-BE49-F238E27FC236}">
                <a16:creationId xmlns:a16="http://schemas.microsoft.com/office/drawing/2014/main" id="{26D7F370-EF96-9C18-9DB7-E29356E91DB0}"/>
              </a:ext>
            </a:extLst>
          </p:cNvPr>
          <p:cNvGrpSpPr>
            <a:grpSpLocks/>
          </p:cNvGrpSpPr>
          <p:nvPr/>
        </p:nvGrpSpPr>
        <p:grpSpPr bwMode="auto">
          <a:xfrm>
            <a:off x="5857252" y="4581128"/>
            <a:ext cx="1789112" cy="946150"/>
            <a:chOff x="3113" y="1468"/>
            <a:chExt cx="1127" cy="596"/>
          </a:xfrm>
        </p:grpSpPr>
        <p:sp>
          <p:nvSpPr>
            <p:cNvPr id="42" name="Line 45">
              <a:extLst>
                <a:ext uri="{FF2B5EF4-FFF2-40B4-BE49-F238E27FC236}">
                  <a16:creationId xmlns:a16="http://schemas.microsoft.com/office/drawing/2014/main" id="{EB4FB8E3-3C92-3EF7-45BF-FEC89630D4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3" y="1468"/>
              <a:ext cx="1127" cy="596"/>
            </a:xfrm>
            <a:prstGeom prst="line">
              <a:avLst/>
            </a:prstGeom>
            <a:noFill/>
            <a:ln w="19050">
              <a:solidFill>
                <a:srgbClr val="9900CC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3" name="Text Box 46">
              <a:extLst>
                <a:ext uri="{FF2B5EF4-FFF2-40B4-BE49-F238E27FC236}">
                  <a16:creationId xmlns:a16="http://schemas.microsoft.com/office/drawing/2014/main" id="{3486447C-D84B-8918-FA1A-7D861391AF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33604">
              <a:off x="3481" y="1469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1">
                  <a:solidFill>
                    <a:srgbClr val="9900CC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</p:grpSp>
      <p:grpSp>
        <p:nvGrpSpPr>
          <p:cNvPr id="44" name="Group 47">
            <a:extLst>
              <a:ext uri="{FF2B5EF4-FFF2-40B4-BE49-F238E27FC236}">
                <a16:creationId xmlns:a16="http://schemas.microsoft.com/office/drawing/2014/main" id="{9FFC004E-6C18-93D1-C468-18B050800CD6}"/>
              </a:ext>
            </a:extLst>
          </p:cNvPr>
          <p:cNvGrpSpPr>
            <a:grpSpLocks/>
          </p:cNvGrpSpPr>
          <p:nvPr/>
        </p:nvGrpSpPr>
        <p:grpSpPr bwMode="auto">
          <a:xfrm>
            <a:off x="5509590" y="4117578"/>
            <a:ext cx="2587625" cy="1689099"/>
            <a:chOff x="2894" y="1176"/>
            <a:chExt cx="1630" cy="1064"/>
          </a:xfrm>
        </p:grpSpPr>
        <p:sp>
          <p:nvSpPr>
            <p:cNvPr id="45" name="Text Box 48">
              <a:extLst>
                <a:ext uri="{FF2B5EF4-FFF2-40B4-BE49-F238E27FC236}">
                  <a16:creationId xmlns:a16="http://schemas.microsoft.com/office/drawing/2014/main" id="{7712E1FD-B4A6-39EC-6C04-2620A7115E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8" y="1949"/>
              <a:ext cx="24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  <a:r>
                <a:rPr kumimoji="1" lang="en-US" altLang="zh-CN" sz="24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" name="Text Box 49">
              <a:extLst>
                <a:ext uri="{FF2B5EF4-FFF2-40B4-BE49-F238E27FC236}">
                  <a16:creationId xmlns:a16="http://schemas.microsoft.com/office/drawing/2014/main" id="{F70E49F6-90CB-F561-5E9D-3582F304F4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4" y="1176"/>
              <a:ext cx="26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e</a:t>
              </a:r>
              <a:r>
                <a:rPr kumimoji="1" lang="en-US" altLang="zh-CN" sz="24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" name="Text Box 50">
              <a:extLst>
                <a:ext uri="{FF2B5EF4-FFF2-40B4-BE49-F238E27FC236}">
                  <a16:creationId xmlns:a16="http://schemas.microsoft.com/office/drawing/2014/main" id="{36E53CAE-1EFA-B808-6014-F07DC19A75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4" y="1413"/>
              <a:ext cx="172" cy="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700" b="1">
                  <a:solidFill>
                    <a:srgbClr val="9900CC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  <p:sp>
          <p:nvSpPr>
            <p:cNvPr id="48" name="Text Box 51">
              <a:extLst>
                <a:ext uri="{FF2B5EF4-FFF2-40B4-BE49-F238E27FC236}">
                  <a16:creationId xmlns:a16="http://schemas.microsoft.com/office/drawing/2014/main" id="{7B9D5130-246E-3187-C1EA-B95062A6E8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7" y="1996"/>
              <a:ext cx="172" cy="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700" b="1">
                  <a:solidFill>
                    <a:srgbClr val="9900CC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</p:grpSp>
      <p:grpSp>
        <p:nvGrpSpPr>
          <p:cNvPr id="49" name="Group 52">
            <a:extLst>
              <a:ext uri="{FF2B5EF4-FFF2-40B4-BE49-F238E27FC236}">
                <a16:creationId xmlns:a16="http://schemas.microsoft.com/office/drawing/2014/main" id="{92140BFF-66BA-DF75-1586-9ED031D97ED3}"/>
              </a:ext>
            </a:extLst>
          </p:cNvPr>
          <p:cNvGrpSpPr>
            <a:grpSpLocks/>
          </p:cNvGrpSpPr>
          <p:nvPr/>
        </p:nvGrpSpPr>
        <p:grpSpPr bwMode="auto">
          <a:xfrm>
            <a:off x="5584202" y="4211241"/>
            <a:ext cx="2452688" cy="1662113"/>
            <a:chOff x="2941" y="1235"/>
            <a:chExt cx="1545" cy="1047"/>
          </a:xfrm>
        </p:grpSpPr>
        <p:sp>
          <p:nvSpPr>
            <p:cNvPr id="50" name="Text Box 53">
              <a:extLst>
                <a:ext uri="{FF2B5EF4-FFF2-40B4-BE49-F238E27FC236}">
                  <a16:creationId xmlns:a16="http://schemas.microsoft.com/office/drawing/2014/main" id="{722DF261-BD6C-4E90-DAFD-A61ED9027A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7" y="1235"/>
              <a:ext cx="28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kumimoji="1" lang="en-US" altLang="zh-CN" sz="24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" name="Text Box 54">
              <a:extLst>
                <a:ext uri="{FF2B5EF4-FFF2-40B4-BE49-F238E27FC236}">
                  <a16:creationId xmlns:a16="http://schemas.microsoft.com/office/drawing/2014/main" id="{D7F1F189-92BF-D678-67A3-AE875AB2C6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1" y="1991"/>
              <a:ext cx="27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4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" name="Text Box 55">
              <a:extLst>
                <a:ext uri="{FF2B5EF4-FFF2-40B4-BE49-F238E27FC236}">
                  <a16:creationId xmlns:a16="http://schemas.microsoft.com/office/drawing/2014/main" id="{5D5315DE-216E-D8A6-91CC-7FC2324789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4" y="1993"/>
              <a:ext cx="172" cy="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700" b="1">
                  <a:solidFill>
                    <a:srgbClr val="9900CC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  <p:sp>
          <p:nvSpPr>
            <p:cNvPr id="53" name="Text Box 56">
              <a:extLst>
                <a:ext uri="{FF2B5EF4-FFF2-40B4-BE49-F238E27FC236}">
                  <a16:creationId xmlns:a16="http://schemas.microsoft.com/office/drawing/2014/main" id="{301769BB-7AE9-AF57-AC18-B94F9D59BF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1" y="1434"/>
              <a:ext cx="172" cy="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700" b="1">
                  <a:solidFill>
                    <a:srgbClr val="9900CC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</p:grpSp>
      <p:sp>
        <p:nvSpPr>
          <p:cNvPr id="54" name="Text Box 60">
            <a:extLst>
              <a:ext uri="{FF2B5EF4-FFF2-40B4-BE49-F238E27FC236}">
                <a16:creationId xmlns:a16="http://schemas.microsoft.com/office/drawing/2014/main" id="{10724800-E048-62DB-6923-9D42E5381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4571" y="2455344"/>
            <a:ext cx="3698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55" name="Text Box 61">
            <a:extLst>
              <a:ext uri="{FF2B5EF4-FFF2-40B4-BE49-F238E27FC236}">
                <a16:creationId xmlns:a16="http://schemas.microsoft.com/office/drawing/2014/main" id="{D1D20C73-155B-D6ED-047F-05EE79BF2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9270" y="1066244"/>
            <a:ext cx="3561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Y</a:t>
            </a:r>
          </a:p>
        </p:txBody>
      </p:sp>
      <p:sp>
        <p:nvSpPr>
          <p:cNvPr id="57" name="Text Box 19">
            <a:extLst>
              <a:ext uri="{FF2B5EF4-FFF2-40B4-BE49-F238E27FC236}">
                <a16:creationId xmlns:a16="http://schemas.microsoft.com/office/drawing/2014/main" id="{7DCF8845-5BC3-D263-1C62-DB638F1274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106" y="1773108"/>
            <a:ext cx="1035861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zh-CN" altLang="en-US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画法：</a:t>
            </a:r>
          </a:p>
        </p:txBody>
      </p:sp>
      <p:sp>
        <p:nvSpPr>
          <p:cNvPr id="58" name="Text Box 28">
            <a:extLst>
              <a:ext uri="{FF2B5EF4-FFF2-40B4-BE49-F238E27FC236}">
                <a16:creationId xmlns:a16="http://schemas.microsoft.com/office/drawing/2014/main" id="{A0D60178-025B-2063-F20E-8BF97D87F0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4814" y="1773108"/>
            <a:ext cx="160332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zh-CN" altLang="en-US" sz="2200" b="1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四心椭圆法</a:t>
            </a:r>
          </a:p>
        </p:txBody>
      </p:sp>
      <p:pic>
        <p:nvPicPr>
          <p:cNvPr id="59" name="图片 58">
            <a:extLst>
              <a:ext uri="{FF2B5EF4-FFF2-40B4-BE49-F238E27FC236}">
                <a16:creationId xmlns:a16="http://schemas.microsoft.com/office/drawing/2014/main" id="{C0C7CF9C-983A-D7BF-A63F-E620E7F4E97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91" t="-11416" r="33659" b="-48497"/>
          <a:stretch/>
        </p:blipFill>
        <p:spPr>
          <a:xfrm rot="5400000">
            <a:off x="5540351" y="2319962"/>
            <a:ext cx="2259777" cy="285750"/>
          </a:xfrm>
          <a:prstGeom prst="rect">
            <a:avLst/>
          </a:prstGeom>
        </p:spPr>
      </p:pic>
      <p:pic>
        <p:nvPicPr>
          <p:cNvPr id="60" name="图片 59">
            <a:extLst>
              <a:ext uri="{FF2B5EF4-FFF2-40B4-BE49-F238E27FC236}">
                <a16:creationId xmlns:a16="http://schemas.microsoft.com/office/drawing/2014/main" id="{360A7203-3A1F-8AB2-B4D0-AEE1048EDC6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91" t="-11416" r="33251" b="-48497"/>
          <a:stretch/>
        </p:blipFill>
        <p:spPr>
          <a:xfrm>
            <a:off x="5539939" y="2368032"/>
            <a:ext cx="2294034" cy="285750"/>
          </a:xfrm>
          <a:prstGeom prst="rect">
            <a:avLst/>
          </a:prstGeom>
        </p:spPr>
      </p:pic>
      <p:sp>
        <p:nvSpPr>
          <p:cNvPr id="61" name="Text Box 13">
            <a:extLst>
              <a:ext uri="{FF2B5EF4-FFF2-40B4-BE49-F238E27FC236}">
                <a16:creationId xmlns:a16="http://schemas.microsoft.com/office/drawing/2014/main" id="{D6DD43EA-4B40-930F-5045-0D28BE4682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877" y="1100857"/>
            <a:ext cx="3916457" cy="497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回转体的正等轴测图画法</a:t>
            </a:r>
          </a:p>
        </p:txBody>
      </p:sp>
    </p:spTree>
    <p:extLst>
      <p:ext uri="{BB962C8B-B14F-4D97-AF65-F5344CB8AC3E}">
        <p14:creationId xmlns:p14="http://schemas.microsoft.com/office/powerpoint/2010/main" val="305378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/>
      <p:bldP spid="21" grpId="0"/>
      <p:bldP spid="22" grpId="0"/>
      <p:bldP spid="25" grpId="0" build="p" autoUpdateAnimBg="0"/>
      <p:bldP spid="26" grpId="0" autoUpdateAnimBg="0"/>
      <p:bldP spid="27" grpId="0" autoUpdateAnimBg="0"/>
      <p:bldP spid="28" grpId="0" autoUpdateAnimBg="0"/>
      <p:bldP spid="54" grpId="0"/>
      <p:bldP spid="5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5C8C0-944E-13D6-A4BD-25A50C4FC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70268A27-82CC-ED0A-1EEE-1AF8983BC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17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083A1E8E-1500-99B8-331E-92C72B27B1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93862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正等轴测图</a:t>
            </a:r>
          </a:p>
        </p:txBody>
      </p:sp>
      <p:sp>
        <p:nvSpPr>
          <p:cNvPr id="3" name="Text Box 13">
            <a:extLst>
              <a:ext uri="{FF2B5EF4-FFF2-40B4-BE49-F238E27FC236}">
                <a16:creationId xmlns:a16="http://schemas.microsoft.com/office/drawing/2014/main" id="{6A70D686-30E5-11BC-9AD6-3F32D0181E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3323" y="1662585"/>
            <a:ext cx="330571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zh-CN" altLang="en-US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例：画圆柱的正等轴测图</a:t>
            </a: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76003D7D-893B-55A7-977C-AE04F2C86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3768" y="4398522"/>
            <a:ext cx="1371600" cy="1292225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Freeform 14">
            <a:extLst>
              <a:ext uri="{FF2B5EF4-FFF2-40B4-BE49-F238E27FC236}">
                <a16:creationId xmlns:a16="http://schemas.microsoft.com/office/drawing/2014/main" id="{23D79192-F38D-9DDC-E195-CB987266F870}"/>
              </a:ext>
            </a:extLst>
          </p:cNvPr>
          <p:cNvSpPr>
            <a:spLocks/>
          </p:cNvSpPr>
          <p:nvPr/>
        </p:nvSpPr>
        <p:spPr bwMode="auto">
          <a:xfrm>
            <a:off x="6301705" y="2674497"/>
            <a:ext cx="1038225" cy="155575"/>
          </a:xfrm>
          <a:custGeom>
            <a:avLst/>
            <a:gdLst>
              <a:gd name="T0" fmla="*/ 0 w 653"/>
              <a:gd name="T1" fmla="*/ 2147483647 h 97"/>
              <a:gd name="T2" fmla="*/ 2147483647 w 653"/>
              <a:gd name="T3" fmla="*/ 2147483647 h 97"/>
              <a:gd name="T4" fmla="*/ 2147483647 w 653"/>
              <a:gd name="T5" fmla="*/ 2147483647 h 97"/>
              <a:gd name="T6" fmla="*/ 2147483647 w 653"/>
              <a:gd name="T7" fmla="*/ 2147483647 h 97"/>
              <a:gd name="T8" fmla="*/ 2147483647 w 653"/>
              <a:gd name="T9" fmla="*/ 2147483647 h 9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53" h="97">
                <a:moveTo>
                  <a:pt x="0" y="92"/>
                </a:moveTo>
                <a:cubicBezTo>
                  <a:pt x="28" y="80"/>
                  <a:pt x="114" y="35"/>
                  <a:pt x="168" y="20"/>
                </a:cubicBezTo>
                <a:cubicBezTo>
                  <a:pt x="222" y="5"/>
                  <a:pt x="268" y="0"/>
                  <a:pt x="322" y="1"/>
                </a:cubicBezTo>
                <a:cubicBezTo>
                  <a:pt x="376" y="2"/>
                  <a:pt x="435" y="9"/>
                  <a:pt x="490" y="25"/>
                </a:cubicBezTo>
                <a:cubicBezTo>
                  <a:pt x="545" y="41"/>
                  <a:pt x="619" y="82"/>
                  <a:pt x="653" y="97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6" name="Freeform 15">
            <a:extLst>
              <a:ext uri="{FF2B5EF4-FFF2-40B4-BE49-F238E27FC236}">
                <a16:creationId xmlns:a16="http://schemas.microsoft.com/office/drawing/2014/main" id="{6EC7255F-43B9-9416-D665-45895CBE65D5}"/>
              </a:ext>
            </a:extLst>
          </p:cNvPr>
          <p:cNvSpPr>
            <a:spLocks/>
          </p:cNvSpPr>
          <p:nvPr/>
        </p:nvSpPr>
        <p:spPr bwMode="auto">
          <a:xfrm>
            <a:off x="6279480" y="3439672"/>
            <a:ext cx="1066800" cy="155575"/>
          </a:xfrm>
          <a:custGeom>
            <a:avLst/>
            <a:gdLst>
              <a:gd name="T0" fmla="*/ 0 w 672"/>
              <a:gd name="T1" fmla="*/ 0 h 98"/>
              <a:gd name="T2" fmla="*/ 2147483647 w 672"/>
              <a:gd name="T3" fmla="*/ 2147483647 h 98"/>
              <a:gd name="T4" fmla="*/ 2147483647 w 672"/>
              <a:gd name="T5" fmla="*/ 2147483647 h 98"/>
              <a:gd name="T6" fmla="*/ 2147483647 w 672"/>
              <a:gd name="T7" fmla="*/ 2147483647 h 98"/>
              <a:gd name="T8" fmla="*/ 2147483647 w 672"/>
              <a:gd name="T9" fmla="*/ 0 h 9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72" h="98">
                <a:moveTo>
                  <a:pt x="0" y="0"/>
                </a:moveTo>
                <a:cubicBezTo>
                  <a:pt x="32" y="14"/>
                  <a:pt x="136" y="66"/>
                  <a:pt x="192" y="82"/>
                </a:cubicBezTo>
                <a:cubicBezTo>
                  <a:pt x="248" y="98"/>
                  <a:pt x="284" y="98"/>
                  <a:pt x="336" y="96"/>
                </a:cubicBezTo>
                <a:cubicBezTo>
                  <a:pt x="388" y="94"/>
                  <a:pt x="448" y="88"/>
                  <a:pt x="504" y="72"/>
                </a:cubicBezTo>
                <a:cubicBezTo>
                  <a:pt x="560" y="56"/>
                  <a:pt x="637" y="15"/>
                  <a:pt x="672" y="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7" name="Oval 16">
            <a:extLst>
              <a:ext uri="{FF2B5EF4-FFF2-40B4-BE49-F238E27FC236}">
                <a16:creationId xmlns:a16="http://schemas.microsoft.com/office/drawing/2014/main" id="{91F7952A-1FA0-45AD-A340-FF8D76F82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0730" y="4315972"/>
            <a:ext cx="1374775" cy="82550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Line 17">
            <a:extLst>
              <a:ext uri="{FF2B5EF4-FFF2-40B4-BE49-F238E27FC236}">
                <a16:creationId xmlns:a16="http://schemas.microsoft.com/office/drawing/2014/main" id="{A4D846D5-24AF-1570-244B-20617635BA4E}"/>
              </a:ext>
            </a:extLst>
          </p:cNvPr>
          <p:cNvSpPr>
            <a:spLocks noChangeShapeType="1"/>
          </p:cNvSpPr>
          <p:nvPr/>
        </p:nvSpPr>
        <p:spPr bwMode="auto">
          <a:xfrm>
            <a:off x="6279480" y="2823722"/>
            <a:ext cx="1066800" cy="619125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9" name="Line 18">
            <a:extLst>
              <a:ext uri="{FF2B5EF4-FFF2-40B4-BE49-F238E27FC236}">
                <a16:creationId xmlns:a16="http://schemas.microsoft.com/office/drawing/2014/main" id="{D273441D-DBC4-A984-4EC8-B9DCB140F2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79480" y="2823722"/>
            <a:ext cx="1066800" cy="619125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" name="Line 19">
            <a:extLst>
              <a:ext uri="{FF2B5EF4-FFF2-40B4-BE49-F238E27FC236}">
                <a16:creationId xmlns:a16="http://schemas.microsoft.com/office/drawing/2014/main" id="{35B9CB01-A932-8219-C1C8-E9234CA6434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812880" y="2522097"/>
            <a:ext cx="1066800" cy="615950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2" name="Line 20">
            <a:extLst>
              <a:ext uri="{FF2B5EF4-FFF2-40B4-BE49-F238E27FC236}">
                <a16:creationId xmlns:a16="http://schemas.microsoft.com/office/drawing/2014/main" id="{77A0FF0E-9DD3-57DC-EA6B-07C3B339082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46080" y="2525272"/>
            <a:ext cx="1066800" cy="615950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3" name="Line 21">
            <a:extLst>
              <a:ext uri="{FF2B5EF4-FFF2-40B4-BE49-F238E27FC236}">
                <a16:creationId xmlns:a16="http://schemas.microsoft.com/office/drawing/2014/main" id="{A74EE65D-D3C3-4E28-153E-5EACA5FB8E00}"/>
              </a:ext>
            </a:extLst>
          </p:cNvPr>
          <p:cNvSpPr>
            <a:spLocks noChangeShapeType="1"/>
          </p:cNvSpPr>
          <p:nvPr/>
        </p:nvSpPr>
        <p:spPr bwMode="auto">
          <a:xfrm>
            <a:off x="5746080" y="3134872"/>
            <a:ext cx="1066800" cy="615950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4" name="Line 22">
            <a:extLst>
              <a:ext uri="{FF2B5EF4-FFF2-40B4-BE49-F238E27FC236}">
                <a16:creationId xmlns:a16="http://schemas.microsoft.com/office/drawing/2014/main" id="{C9FCC57A-53A2-B005-359F-74400F744C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12880" y="3128522"/>
            <a:ext cx="1066800" cy="615950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5" name="Line 23">
            <a:extLst>
              <a:ext uri="{FF2B5EF4-FFF2-40B4-BE49-F238E27FC236}">
                <a16:creationId xmlns:a16="http://schemas.microsoft.com/office/drawing/2014/main" id="{1A7E7322-DF40-0148-2E76-2A9920FD9C73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2880" y="2398272"/>
            <a:ext cx="0" cy="3048000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6" name="Line 24">
            <a:extLst>
              <a:ext uri="{FF2B5EF4-FFF2-40B4-BE49-F238E27FC236}">
                <a16:creationId xmlns:a16="http://schemas.microsoft.com/office/drawing/2014/main" id="{4630D5C5-ED5C-C1EF-9FC7-36F162C617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08055" y="4439797"/>
            <a:ext cx="1000125" cy="57785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7" name="Line 25">
            <a:extLst>
              <a:ext uri="{FF2B5EF4-FFF2-40B4-BE49-F238E27FC236}">
                <a16:creationId xmlns:a16="http://schemas.microsoft.com/office/drawing/2014/main" id="{7BF934C2-1721-C2AD-1C5F-8FF0A14E0BF3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0117" y="4436622"/>
            <a:ext cx="1008063" cy="581025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8" name="Line 26">
            <a:extLst>
              <a:ext uri="{FF2B5EF4-FFF2-40B4-BE49-F238E27FC236}">
                <a16:creationId xmlns:a16="http://schemas.microsoft.com/office/drawing/2014/main" id="{CF10A56F-C794-835E-1D10-9AACC2AB464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08117" y="4735072"/>
            <a:ext cx="1028700" cy="555625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Line 27">
            <a:extLst>
              <a:ext uri="{FF2B5EF4-FFF2-40B4-BE49-F238E27FC236}">
                <a16:creationId xmlns:a16="http://schemas.microsoft.com/office/drawing/2014/main" id="{E2BF3082-36DD-BE71-4879-C2F19114CAF5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0530" y="4741422"/>
            <a:ext cx="1017587" cy="549275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0" name="Line 28">
            <a:extLst>
              <a:ext uri="{FF2B5EF4-FFF2-40B4-BE49-F238E27FC236}">
                <a16:creationId xmlns:a16="http://schemas.microsoft.com/office/drawing/2014/main" id="{6B4C4FA2-F23F-A832-BF0C-A3A7873C781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0530" y="4144522"/>
            <a:ext cx="1022350" cy="590550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" name="Line 29">
            <a:extLst>
              <a:ext uri="{FF2B5EF4-FFF2-40B4-BE49-F238E27FC236}">
                <a16:creationId xmlns:a16="http://schemas.microsoft.com/office/drawing/2014/main" id="{D3883474-467D-6967-EF54-B73725A6868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8117" y="4144522"/>
            <a:ext cx="1014413" cy="590550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2" name="Line 30">
            <a:extLst>
              <a:ext uri="{FF2B5EF4-FFF2-40B4-BE49-F238E27FC236}">
                <a16:creationId xmlns:a16="http://schemas.microsoft.com/office/drawing/2014/main" id="{9A24C826-70B9-C378-97B5-981EC8FE7C5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12717" y="4735072"/>
            <a:ext cx="2514600" cy="0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3" name="Line 31">
            <a:extLst>
              <a:ext uri="{FF2B5EF4-FFF2-40B4-BE49-F238E27FC236}">
                <a16:creationId xmlns:a16="http://schemas.microsoft.com/office/drawing/2014/main" id="{399174F4-8B32-8060-1BF8-54DA976A7C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14467" y="3138047"/>
            <a:ext cx="6350" cy="1597025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4" name="Line 32">
            <a:extLst>
              <a:ext uri="{FF2B5EF4-FFF2-40B4-BE49-F238E27FC236}">
                <a16:creationId xmlns:a16="http://schemas.microsoft.com/office/drawing/2014/main" id="{56F42ADE-98BC-F929-23F2-4A3CF1E86A77}"/>
              </a:ext>
            </a:extLst>
          </p:cNvPr>
          <p:cNvSpPr>
            <a:spLocks noChangeShapeType="1"/>
          </p:cNvSpPr>
          <p:nvPr/>
        </p:nvSpPr>
        <p:spPr bwMode="auto">
          <a:xfrm>
            <a:off x="5517480" y="3134872"/>
            <a:ext cx="2514600" cy="0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5" name="Line 36">
            <a:extLst>
              <a:ext uri="{FF2B5EF4-FFF2-40B4-BE49-F238E27FC236}">
                <a16:creationId xmlns:a16="http://schemas.microsoft.com/office/drawing/2014/main" id="{5E1B0DA1-4EDF-5AE2-3007-D41191CD8A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12880" y="2830072"/>
            <a:ext cx="533400" cy="91440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6" name="Freeform 37">
            <a:extLst>
              <a:ext uri="{FF2B5EF4-FFF2-40B4-BE49-F238E27FC236}">
                <a16:creationId xmlns:a16="http://schemas.microsoft.com/office/drawing/2014/main" id="{FF2F83DF-4F55-B5C0-14F0-58A95E9A3230}"/>
              </a:ext>
            </a:extLst>
          </p:cNvPr>
          <p:cNvSpPr>
            <a:spLocks/>
          </p:cNvSpPr>
          <p:nvPr/>
        </p:nvSpPr>
        <p:spPr bwMode="auto">
          <a:xfrm>
            <a:off x="6279480" y="2525272"/>
            <a:ext cx="533400" cy="914400"/>
          </a:xfrm>
          <a:custGeom>
            <a:avLst/>
            <a:gdLst>
              <a:gd name="T0" fmla="*/ 2147483647 w 149"/>
              <a:gd name="T1" fmla="*/ 0 h 653"/>
              <a:gd name="T2" fmla="*/ 0 w 149"/>
              <a:gd name="T3" fmla="*/ 2147483647 h 653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49" h="653">
                <a:moveTo>
                  <a:pt x="149" y="0"/>
                </a:moveTo>
                <a:lnTo>
                  <a:pt x="0" y="653"/>
                </a:lnTo>
              </a:path>
            </a:pathLst>
          </a:custGeom>
          <a:noFill/>
          <a:ln w="9525">
            <a:solidFill>
              <a:srgbClr val="A50021"/>
            </a:solidFill>
            <a:round/>
            <a:headEnd type="none" w="med" len="med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7" name="Freeform 38">
            <a:extLst>
              <a:ext uri="{FF2B5EF4-FFF2-40B4-BE49-F238E27FC236}">
                <a16:creationId xmlns:a16="http://schemas.microsoft.com/office/drawing/2014/main" id="{4B59FC07-B348-E23C-ED50-07F05E1C77D5}"/>
              </a:ext>
            </a:extLst>
          </p:cNvPr>
          <p:cNvSpPr>
            <a:spLocks/>
          </p:cNvSpPr>
          <p:nvPr/>
        </p:nvSpPr>
        <p:spPr bwMode="auto">
          <a:xfrm>
            <a:off x="7171655" y="3134872"/>
            <a:ext cx="174625" cy="304800"/>
          </a:xfrm>
          <a:custGeom>
            <a:avLst/>
            <a:gdLst>
              <a:gd name="T0" fmla="*/ 0 w 163"/>
              <a:gd name="T1" fmla="*/ 0 h 125"/>
              <a:gd name="T2" fmla="*/ 2147483647 w 163"/>
              <a:gd name="T3" fmla="*/ 2147483647 h 12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63" h="125">
                <a:moveTo>
                  <a:pt x="0" y="0"/>
                </a:moveTo>
                <a:lnTo>
                  <a:pt x="163" y="125"/>
                </a:lnTo>
              </a:path>
            </a:pathLst>
          </a:custGeom>
          <a:noFill/>
          <a:ln w="9525">
            <a:solidFill>
              <a:srgbClr val="A50021"/>
            </a:solidFill>
            <a:round/>
            <a:headEnd type="none" w="med" len="med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8" name="Freeform 39">
            <a:extLst>
              <a:ext uri="{FF2B5EF4-FFF2-40B4-BE49-F238E27FC236}">
                <a16:creationId xmlns:a16="http://schemas.microsoft.com/office/drawing/2014/main" id="{210392D6-5E9F-2C26-5104-A546BD84FB6C}"/>
              </a:ext>
            </a:extLst>
          </p:cNvPr>
          <p:cNvSpPr>
            <a:spLocks/>
          </p:cNvSpPr>
          <p:nvPr/>
        </p:nvSpPr>
        <p:spPr bwMode="auto">
          <a:xfrm>
            <a:off x="7346280" y="2830072"/>
            <a:ext cx="155575" cy="609600"/>
          </a:xfrm>
          <a:custGeom>
            <a:avLst/>
            <a:gdLst>
              <a:gd name="T0" fmla="*/ 0 w 97"/>
              <a:gd name="T1" fmla="*/ 2147483647 h 384"/>
              <a:gd name="T2" fmla="*/ 2147483647 w 97"/>
              <a:gd name="T3" fmla="*/ 2147483647 h 384"/>
              <a:gd name="T4" fmla="*/ 2147483647 w 97"/>
              <a:gd name="T5" fmla="*/ 2147483647 h 384"/>
              <a:gd name="T6" fmla="*/ 2147483647 w 97"/>
              <a:gd name="T7" fmla="*/ 2147483647 h 384"/>
              <a:gd name="T8" fmla="*/ 0 w 97"/>
              <a:gd name="T9" fmla="*/ 0 h 3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7" h="384">
                <a:moveTo>
                  <a:pt x="0" y="384"/>
                </a:moveTo>
                <a:cubicBezTo>
                  <a:pt x="12" y="367"/>
                  <a:pt x="56" y="315"/>
                  <a:pt x="72" y="283"/>
                </a:cubicBezTo>
                <a:cubicBezTo>
                  <a:pt x="88" y="251"/>
                  <a:pt x="97" y="226"/>
                  <a:pt x="96" y="192"/>
                </a:cubicBezTo>
                <a:cubicBezTo>
                  <a:pt x="95" y="158"/>
                  <a:pt x="83" y="108"/>
                  <a:pt x="67" y="76"/>
                </a:cubicBezTo>
                <a:cubicBezTo>
                  <a:pt x="51" y="44"/>
                  <a:pt x="14" y="16"/>
                  <a:pt x="0" y="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29" name="Freeform 40">
            <a:extLst>
              <a:ext uri="{FF2B5EF4-FFF2-40B4-BE49-F238E27FC236}">
                <a16:creationId xmlns:a16="http://schemas.microsoft.com/office/drawing/2014/main" id="{0BDD968B-9BFE-9554-DFD1-B4290BF998B9}"/>
              </a:ext>
            </a:extLst>
          </p:cNvPr>
          <p:cNvSpPr>
            <a:spLocks/>
          </p:cNvSpPr>
          <p:nvPr/>
        </p:nvSpPr>
        <p:spPr bwMode="auto">
          <a:xfrm>
            <a:off x="6127080" y="2830072"/>
            <a:ext cx="173037" cy="609600"/>
          </a:xfrm>
          <a:custGeom>
            <a:avLst/>
            <a:gdLst>
              <a:gd name="T0" fmla="*/ 2147483647 w 102"/>
              <a:gd name="T1" fmla="*/ 2147483647 h 384"/>
              <a:gd name="T2" fmla="*/ 2147483647 w 102"/>
              <a:gd name="T3" fmla="*/ 2147483647 h 384"/>
              <a:gd name="T4" fmla="*/ 2147483647 w 102"/>
              <a:gd name="T5" fmla="*/ 2147483647 h 384"/>
              <a:gd name="T6" fmla="*/ 2147483647 w 102"/>
              <a:gd name="T7" fmla="*/ 2147483647 h 384"/>
              <a:gd name="T8" fmla="*/ 2147483647 w 102"/>
              <a:gd name="T9" fmla="*/ 0 h 3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2" h="384">
                <a:moveTo>
                  <a:pt x="97" y="384"/>
                </a:moveTo>
                <a:cubicBezTo>
                  <a:pt x="85" y="369"/>
                  <a:pt x="44" y="326"/>
                  <a:pt x="28" y="294"/>
                </a:cubicBezTo>
                <a:cubicBezTo>
                  <a:pt x="12" y="262"/>
                  <a:pt x="0" y="227"/>
                  <a:pt x="1" y="192"/>
                </a:cubicBezTo>
                <a:cubicBezTo>
                  <a:pt x="2" y="157"/>
                  <a:pt x="19" y="115"/>
                  <a:pt x="36" y="83"/>
                </a:cubicBezTo>
                <a:cubicBezTo>
                  <a:pt x="53" y="51"/>
                  <a:pt x="88" y="17"/>
                  <a:pt x="102" y="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30" name="Oval 41">
            <a:extLst>
              <a:ext uri="{FF2B5EF4-FFF2-40B4-BE49-F238E27FC236}">
                <a16:creationId xmlns:a16="http://schemas.microsoft.com/office/drawing/2014/main" id="{8EB05D80-454A-7460-7268-8DEE2011D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3905" y="2687197"/>
            <a:ext cx="1374775" cy="908050"/>
          </a:xfrm>
          <a:prstGeom prst="ellips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747203A-1FB2-100D-15BE-A5923D94B74B}"/>
              </a:ext>
            </a:extLst>
          </p:cNvPr>
          <p:cNvCxnSpPr>
            <a:stCxn id="7" idx="6"/>
          </p:cNvCxnSpPr>
          <p:nvPr/>
        </p:nvCxnSpPr>
        <p:spPr>
          <a:xfrm flipV="1">
            <a:off x="7495505" y="3141222"/>
            <a:ext cx="0" cy="1587500"/>
          </a:xfrm>
          <a:prstGeom prst="line">
            <a:avLst/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E0B4C1CE-5AB9-954C-AF7C-E4E4D0DFCDB7}"/>
              </a:ext>
            </a:extLst>
          </p:cNvPr>
          <p:cNvCxnSpPr/>
          <p:nvPr/>
        </p:nvCxnSpPr>
        <p:spPr>
          <a:xfrm flipV="1">
            <a:off x="6127080" y="3138047"/>
            <a:ext cx="0" cy="1590675"/>
          </a:xfrm>
          <a:prstGeom prst="line">
            <a:avLst/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2533E0F3-F586-DCEA-7E41-8F53D318B921}"/>
              </a:ext>
            </a:extLst>
          </p:cNvPr>
          <p:cNvCxnSpPr/>
          <p:nvPr/>
        </p:nvCxnSpPr>
        <p:spPr>
          <a:xfrm flipV="1">
            <a:off x="7492330" y="3141222"/>
            <a:ext cx="6350" cy="1600200"/>
          </a:xfrm>
          <a:prstGeom prst="line">
            <a:avLst/>
          </a:prstGeom>
          <a:noFill/>
          <a:ln w="2857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24B737D-411D-19B9-7B3E-A0F27F76D04E}"/>
              </a:ext>
            </a:extLst>
          </p:cNvPr>
          <p:cNvCxnSpPr>
            <a:endCxn id="30" idx="2"/>
          </p:cNvCxnSpPr>
          <p:nvPr/>
        </p:nvCxnSpPr>
        <p:spPr>
          <a:xfrm flipV="1">
            <a:off x="6123905" y="3125347"/>
            <a:ext cx="0" cy="1593850"/>
          </a:xfrm>
          <a:prstGeom prst="line">
            <a:avLst/>
          </a:prstGeom>
          <a:noFill/>
          <a:ln w="2857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35" name="弧形 34">
            <a:extLst>
              <a:ext uri="{FF2B5EF4-FFF2-40B4-BE49-F238E27FC236}">
                <a16:creationId xmlns:a16="http://schemas.microsoft.com/office/drawing/2014/main" id="{33059C30-DAB9-66BA-93DD-6AF21F3E6D84}"/>
              </a:ext>
            </a:extLst>
          </p:cNvPr>
          <p:cNvSpPr/>
          <p:nvPr/>
        </p:nvSpPr>
        <p:spPr>
          <a:xfrm flipV="1">
            <a:off x="6119142" y="4315972"/>
            <a:ext cx="1374775" cy="828675"/>
          </a:xfrm>
          <a:prstGeom prst="arc">
            <a:avLst>
              <a:gd name="adj1" fmla="val 10793853"/>
              <a:gd name="adj2" fmla="val 0"/>
            </a:avLst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sp>
        <p:nvSpPr>
          <p:cNvPr id="36" name="弧形 35">
            <a:extLst>
              <a:ext uri="{FF2B5EF4-FFF2-40B4-BE49-F238E27FC236}">
                <a16:creationId xmlns:a16="http://schemas.microsoft.com/office/drawing/2014/main" id="{71842D73-FD47-8538-FC7F-F57BD6081106}"/>
              </a:ext>
            </a:extLst>
          </p:cNvPr>
          <p:cNvSpPr/>
          <p:nvPr/>
        </p:nvSpPr>
        <p:spPr>
          <a:xfrm rot="10800000">
            <a:off x="6120730" y="4312797"/>
            <a:ext cx="1374775" cy="828675"/>
          </a:xfrm>
          <a:prstGeom prst="arc">
            <a:avLst>
              <a:gd name="adj1" fmla="val 10773705"/>
              <a:gd name="adj2" fmla="val 0"/>
            </a:avLst>
          </a:prstGeom>
          <a:noFill/>
          <a:ln w="2857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grpSp>
        <p:nvGrpSpPr>
          <p:cNvPr id="38" name="Group 107">
            <a:extLst>
              <a:ext uri="{FF2B5EF4-FFF2-40B4-BE49-F238E27FC236}">
                <a16:creationId xmlns:a16="http://schemas.microsoft.com/office/drawing/2014/main" id="{568D0C0C-87C3-9C14-390F-7193527A34C3}"/>
              </a:ext>
            </a:extLst>
          </p:cNvPr>
          <p:cNvGrpSpPr>
            <a:grpSpLocks/>
          </p:cNvGrpSpPr>
          <p:nvPr/>
        </p:nvGrpSpPr>
        <p:grpSpPr bwMode="auto">
          <a:xfrm>
            <a:off x="1523330" y="1928372"/>
            <a:ext cx="2160588" cy="657225"/>
            <a:chOff x="418" y="618"/>
            <a:chExt cx="1361" cy="414"/>
          </a:xfrm>
        </p:grpSpPr>
        <p:grpSp>
          <p:nvGrpSpPr>
            <p:cNvPr id="39" name="组合 103">
              <a:extLst>
                <a:ext uri="{FF2B5EF4-FFF2-40B4-BE49-F238E27FC236}">
                  <a16:creationId xmlns:a16="http://schemas.microsoft.com/office/drawing/2014/main" id="{A5A4C3C2-E182-1870-39BF-EE868260F57B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1429" y="727"/>
              <a:ext cx="35" cy="49"/>
              <a:chOff x="3075290" y="3456878"/>
              <a:chExt cx="55421" cy="78420"/>
            </a:xfrm>
          </p:grpSpPr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1DF9F553-2D9B-3E26-6343-40FBC6B0228B}"/>
                  </a:ext>
                </a:extLst>
              </p:cNvPr>
              <p:cNvCxnSpPr/>
              <p:nvPr/>
            </p:nvCxnSpPr>
            <p:spPr>
              <a:xfrm>
                <a:off x="3075290" y="3456878"/>
                <a:ext cx="0" cy="62416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7F1E1463-AF0C-72E4-CCCD-AFFBDD9B07A7}"/>
                  </a:ext>
                </a:extLst>
              </p:cNvPr>
              <p:cNvCxnSpPr/>
              <p:nvPr/>
            </p:nvCxnSpPr>
            <p:spPr>
              <a:xfrm>
                <a:off x="3130710" y="3447276"/>
                <a:ext cx="0" cy="73618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</p:grpSp>
        <p:sp>
          <p:nvSpPr>
            <p:cNvPr id="40" name="Line 51">
              <a:extLst>
                <a:ext uri="{FF2B5EF4-FFF2-40B4-BE49-F238E27FC236}">
                  <a16:creationId xmlns:a16="http://schemas.microsoft.com/office/drawing/2014/main" id="{34908786-8D28-1495-D796-A1EF6CC6D3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58" y="689"/>
              <a:ext cx="0" cy="224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 type="triangle" w="sm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41" name="Line 52">
              <a:extLst>
                <a:ext uri="{FF2B5EF4-FFF2-40B4-BE49-F238E27FC236}">
                  <a16:creationId xmlns:a16="http://schemas.microsoft.com/office/drawing/2014/main" id="{98262F96-C55B-7C3E-3A86-2A058D7C84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7" y="914"/>
              <a:ext cx="768" cy="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42" name="Text Box 29">
              <a:extLst>
                <a:ext uri="{FF2B5EF4-FFF2-40B4-BE49-F238E27FC236}">
                  <a16:creationId xmlns:a16="http://schemas.microsoft.com/office/drawing/2014/main" id="{DE38A097-87EA-8611-498B-0187FFC66E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" y="780"/>
              <a:ext cx="27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SOCPEUR" pitchFamily="34" charset="0"/>
                  <a:ea typeface="宋体" panose="02010600030101010101" pitchFamily="2" charset="-122"/>
                </a:rPr>
                <a:t>X</a:t>
              </a:r>
              <a:r>
                <a:rPr kumimoji="1" lang="en-US" altLang="zh-CN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ao UI" panose="020B0502040204020203" pitchFamily="34" charset="0"/>
                  <a:cs typeface="Lao UI" panose="020B0502040204020203" pitchFamily="34" charset="0"/>
                </a:rPr>
                <a:t>’</a:t>
              </a:r>
              <a:endParaRPr kumimoji="1" lang="en-US" altLang="zh-CN" sz="20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o UI" panose="020B0502040204020203" pitchFamily="34" charset="0"/>
                <a:cs typeface="Lao UI" panose="020B0502040204020203" pitchFamily="34" charset="0"/>
              </a:endParaRPr>
            </a:p>
          </p:txBody>
        </p:sp>
        <p:sp>
          <p:nvSpPr>
            <p:cNvPr id="43" name="Text Box 29">
              <a:extLst>
                <a:ext uri="{FF2B5EF4-FFF2-40B4-BE49-F238E27FC236}">
                  <a16:creationId xmlns:a16="http://schemas.microsoft.com/office/drawing/2014/main" id="{6522CE69-FC59-D37B-36DE-FE89BCEF3A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7" y="618"/>
              <a:ext cx="26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SOCPEUR" pitchFamily="34" charset="0"/>
                  <a:ea typeface="宋体" panose="02010600030101010101" pitchFamily="2" charset="-122"/>
                </a:rPr>
                <a:t>Z</a:t>
              </a:r>
              <a:r>
                <a:rPr kumimoji="1" lang="en-US" altLang="zh-CN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ao UI" panose="020B0502040204020203" pitchFamily="34" charset="0"/>
                  <a:cs typeface="Lao UI" panose="020B0502040204020203" pitchFamily="34" charset="0"/>
                </a:rPr>
                <a:t>’</a:t>
              </a:r>
              <a:endParaRPr kumimoji="1" lang="en-US" altLang="zh-CN" sz="20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o UI" panose="020B0502040204020203" pitchFamily="34" charset="0"/>
                <a:cs typeface="Lao UI" panose="020B0502040204020203" pitchFamily="34" charset="0"/>
              </a:endParaRPr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5840845A-0662-C9EA-B716-A6A96947803C}"/>
              </a:ext>
            </a:extLst>
          </p:cNvPr>
          <p:cNvGrpSpPr/>
          <p:nvPr/>
        </p:nvGrpSpPr>
        <p:grpSpPr>
          <a:xfrm>
            <a:off x="2178968" y="2293497"/>
            <a:ext cx="2057400" cy="3540125"/>
            <a:chOff x="3840910" y="2142076"/>
            <a:chExt cx="2057400" cy="3540125"/>
          </a:xfrm>
        </p:grpSpPr>
        <p:sp>
          <p:nvSpPr>
            <p:cNvPr id="47" name="Line 3">
              <a:extLst>
                <a:ext uri="{FF2B5EF4-FFF2-40B4-BE49-F238E27FC236}">
                  <a16:creationId xmlns:a16="http://schemas.microsoft.com/office/drawing/2014/main" id="{D8D0045E-59EB-82E2-6B8A-2E3A98F827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6272" y="2142076"/>
              <a:ext cx="0" cy="17970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48" name="Line 10">
              <a:extLst>
                <a:ext uri="{FF2B5EF4-FFF2-40B4-BE49-F238E27FC236}">
                  <a16:creationId xmlns:a16="http://schemas.microsoft.com/office/drawing/2014/main" id="{A46DFE02-6F24-54FC-EA2A-A79FA06169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910" y="4894801"/>
              <a:ext cx="20574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grpSp>
          <p:nvGrpSpPr>
            <p:cNvPr id="49" name="组合 61">
              <a:extLst>
                <a:ext uri="{FF2B5EF4-FFF2-40B4-BE49-F238E27FC236}">
                  <a16:creationId xmlns:a16="http://schemas.microsoft.com/office/drawing/2014/main" id="{17F1480A-1E76-E0A5-5715-BF10264F44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29985" y="4856701"/>
              <a:ext cx="55562" cy="76200"/>
              <a:chOff x="3075290" y="3456878"/>
              <a:chExt cx="55421" cy="78420"/>
            </a:xfrm>
          </p:grpSpPr>
          <p:cxnSp>
            <p:nvCxnSpPr>
              <p:cNvPr id="108" name="直接连接符 107">
                <a:extLst>
                  <a:ext uri="{FF2B5EF4-FFF2-40B4-BE49-F238E27FC236}">
                    <a16:creationId xmlns:a16="http://schemas.microsoft.com/office/drawing/2014/main" id="{C5FD61F5-ECAA-3F88-0A4F-E273B9E26D9B}"/>
                  </a:ext>
                </a:extLst>
              </p:cNvPr>
              <p:cNvCxnSpPr/>
              <p:nvPr/>
            </p:nvCxnSpPr>
            <p:spPr>
              <a:xfrm>
                <a:off x="3075290" y="3456878"/>
                <a:ext cx="0" cy="62083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  <p:cxnSp>
            <p:nvCxnSpPr>
              <p:cNvPr id="109" name="直接连接符 108">
                <a:extLst>
                  <a:ext uri="{FF2B5EF4-FFF2-40B4-BE49-F238E27FC236}">
                    <a16:creationId xmlns:a16="http://schemas.microsoft.com/office/drawing/2014/main" id="{162A8C11-797E-25AA-8788-2D99811DEF5E}"/>
                  </a:ext>
                </a:extLst>
              </p:cNvPr>
              <p:cNvCxnSpPr/>
              <p:nvPr/>
            </p:nvCxnSpPr>
            <p:spPr>
              <a:xfrm>
                <a:off x="3130711" y="3461779"/>
                <a:ext cx="0" cy="73519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</p:grpSp>
        <p:grpSp>
          <p:nvGrpSpPr>
            <p:cNvPr id="50" name="组合 67">
              <a:extLst>
                <a:ext uri="{FF2B5EF4-FFF2-40B4-BE49-F238E27FC236}">
                  <a16:creationId xmlns:a16="http://schemas.microsoft.com/office/drawing/2014/main" id="{3E618479-BB64-0465-B540-1E443F42F9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69622" y="4840826"/>
              <a:ext cx="55563" cy="76200"/>
              <a:chOff x="3075290" y="3456878"/>
              <a:chExt cx="55421" cy="78420"/>
            </a:xfrm>
          </p:grpSpPr>
          <p:cxnSp>
            <p:nvCxnSpPr>
              <p:cNvPr id="106" name="直接连接符 105">
                <a:extLst>
                  <a:ext uri="{FF2B5EF4-FFF2-40B4-BE49-F238E27FC236}">
                    <a16:creationId xmlns:a16="http://schemas.microsoft.com/office/drawing/2014/main" id="{03A98EDD-286B-3B1B-79AA-AE190A38DC45}"/>
                  </a:ext>
                </a:extLst>
              </p:cNvPr>
              <p:cNvCxnSpPr/>
              <p:nvPr/>
            </p:nvCxnSpPr>
            <p:spPr>
              <a:xfrm>
                <a:off x="3075290" y="3456878"/>
                <a:ext cx="0" cy="62083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  <p:cxnSp>
            <p:nvCxnSpPr>
              <p:cNvPr id="107" name="直接连接符 106">
                <a:extLst>
                  <a:ext uri="{FF2B5EF4-FFF2-40B4-BE49-F238E27FC236}">
                    <a16:creationId xmlns:a16="http://schemas.microsoft.com/office/drawing/2014/main" id="{9325ED39-24C2-62A1-CCF8-C7F208ABBC56}"/>
                  </a:ext>
                </a:extLst>
              </p:cNvPr>
              <p:cNvCxnSpPr/>
              <p:nvPr/>
            </p:nvCxnSpPr>
            <p:spPr>
              <a:xfrm>
                <a:off x="3130711" y="3461779"/>
                <a:ext cx="0" cy="73519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</p:grpSp>
        <p:grpSp>
          <p:nvGrpSpPr>
            <p:cNvPr id="51" name="组合 70">
              <a:extLst>
                <a:ext uri="{FF2B5EF4-FFF2-40B4-BE49-F238E27FC236}">
                  <a16:creationId xmlns:a16="http://schemas.microsoft.com/office/drawing/2014/main" id="{98B413F1-0590-80E3-DA4C-EC9827512F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23547" y="4844001"/>
              <a:ext cx="55563" cy="79375"/>
              <a:chOff x="3075290" y="3456878"/>
              <a:chExt cx="55421" cy="78420"/>
            </a:xfrm>
          </p:grpSpPr>
          <p:cxnSp>
            <p:nvCxnSpPr>
              <p:cNvPr id="104" name="直接连接符 103">
                <a:extLst>
                  <a:ext uri="{FF2B5EF4-FFF2-40B4-BE49-F238E27FC236}">
                    <a16:creationId xmlns:a16="http://schemas.microsoft.com/office/drawing/2014/main" id="{F9B4C6FA-648B-F56F-BA5B-FDD9DBC959FE}"/>
                  </a:ext>
                </a:extLst>
              </p:cNvPr>
              <p:cNvCxnSpPr/>
              <p:nvPr/>
            </p:nvCxnSpPr>
            <p:spPr>
              <a:xfrm>
                <a:off x="3075290" y="3456878"/>
                <a:ext cx="0" cy="62736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  <p:cxnSp>
            <p:nvCxnSpPr>
              <p:cNvPr id="105" name="直接连接符 104">
                <a:extLst>
                  <a:ext uri="{FF2B5EF4-FFF2-40B4-BE49-F238E27FC236}">
                    <a16:creationId xmlns:a16="http://schemas.microsoft.com/office/drawing/2014/main" id="{2EFDF886-0D9D-C13E-36E7-2F9916B52C65}"/>
                  </a:ext>
                </a:extLst>
              </p:cNvPr>
              <p:cNvCxnSpPr/>
              <p:nvPr/>
            </p:nvCxnSpPr>
            <p:spPr>
              <a:xfrm>
                <a:off x="3130711" y="3463152"/>
                <a:ext cx="0" cy="72146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</p:grpSp>
        <p:grpSp>
          <p:nvGrpSpPr>
            <p:cNvPr id="52" name="组合 73">
              <a:extLst>
                <a:ext uri="{FF2B5EF4-FFF2-40B4-BE49-F238E27FC236}">
                  <a16:creationId xmlns:a16="http://schemas.microsoft.com/office/drawing/2014/main" id="{4048DEB2-F181-49D9-B64A-E2E2284BE4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85410" y="4866226"/>
              <a:ext cx="55562" cy="76200"/>
              <a:chOff x="3075290" y="3456878"/>
              <a:chExt cx="55421" cy="78420"/>
            </a:xfrm>
          </p:grpSpPr>
          <p:cxnSp>
            <p:nvCxnSpPr>
              <p:cNvPr id="102" name="直接连接符 101">
                <a:extLst>
                  <a:ext uri="{FF2B5EF4-FFF2-40B4-BE49-F238E27FC236}">
                    <a16:creationId xmlns:a16="http://schemas.microsoft.com/office/drawing/2014/main" id="{160F081D-76AB-EA4A-D18E-CBD062E50EA4}"/>
                  </a:ext>
                </a:extLst>
              </p:cNvPr>
              <p:cNvCxnSpPr/>
              <p:nvPr/>
            </p:nvCxnSpPr>
            <p:spPr>
              <a:xfrm>
                <a:off x="3075290" y="3456878"/>
                <a:ext cx="0" cy="62083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  <p:cxnSp>
            <p:nvCxnSpPr>
              <p:cNvPr id="103" name="直接连接符 102">
                <a:extLst>
                  <a:ext uri="{FF2B5EF4-FFF2-40B4-BE49-F238E27FC236}">
                    <a16:creationId xmlns:a16="http://schemas.microsoft.com/office/drawing/2014/main" id="{F1329B34-7B7E-7125-15C2-C434BC0717AD}"/>
                  </a:ext>
                </a:extLst>
              </p:cNvPr>
              <p:cNvCxnSpPr/>
              <p:nvPr/>
            </p:nvCxnSpPr>
            <p:spPr>
              <a:xfrm>
                <a:off x="3130711" y="3461779"/>
                <a:ext cx="0" cy="73519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</p:grpSp>
        <p:grpSp>
          <p:nvGrpSpPr>
            <p:cNvPr id="53" name="组合 76">
              <a:extLst>
                <a:ext uri="{FF2B5EF4-FFF2-40B4-BE49-F238E27FC236}">
                  <a16:creationId xmlns:a16="http://schemas.microsoft.com/office/drawing/2014/main" id="{613C6495-F1C6-186E-3458-02145AD7EA38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798173" y="4309013"/>
              <a:ext cx="57150" cy="79375"/>
              <a:chOff x="3075290" y="3456878"/>
              <a:chExt cx="55421" cy="78420"/>
            </a:xfrm>
          </p:grpSpPr>
          <p:cxnSp>
            <p:nvCxnSpPr>
              <p:cNvPr id="100" name="直接连接符 99">
                <a:extLst>
                  <a:ext uri="{FF2B5EF4-FFF2-40B4-BE49-F238E27FC236}">
                    <a16:creationId xmlns:a16="http://schemas.microsoft.com/office/drawing/2014/main" id="{EA3BB10D-4E70-CF0A-44FD-D1AF90FD3278}"/>
                  </a:ext>
                </a:extLst>
              </p:cNvPr>
              <p:cNvCxnSpPr/>
              <p:nvPr/>
            </p:nvCxnSpPr>
            <p:spPr>
              <a:xfrm>
                <a:off x="3075290" y="3456878"/>
                <a:ext cx="0" cy="62736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  <p:cxnSp>
            <p:nvCxnSpPr>
              <p:cNvPr id="101" name="直接连接符 100">
                <a:extLst>
                  <a:ext uri="{FF2B5EF4-FFF2-40B4-BE49-F238E27FC236}">
                    <a16:creationId xmlns:a16="http://schemas.microsoft.com/office/drawing/2014/main" id="{52C8CF17-4BB4-6CB0-FB01-43C6E6DD0270}"/>
                  </a:ext>
                </a:extLst>
              </p:cNvPr>
              <p:cNvCxnSpPr/>
              <p:nvPr/>
            </p:nvCxnSpPr>
            <p:spPr>
              <a:xfrm>
                <a:off x="3130711" y="3463152"/>
                <a:ext cx="0" cy="72146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</p:grpSp>
        <p:grpSp>
          <p:nvGrpSpPr>
            <p:cNvPr id="54" name="组合 79">
              <a:extLst>
                <a:ext uri="{FF2B5EF4-FFF2-40B4-BE49-F238E27FC236}">
                  <a16:creationId xmlns:a16="http://schemas.microsoft.com/office/drawing/2014/main" id="{CFB72009-322A-F536-3F70-DFFACB2654C3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821191" y="4663820"/>
              <a:ext cx="53975" cy="77787"/>
              <a:chOff x="3075290" y="3456878"/>
              <a:chExt cx="55421" cy="78420"/>
            </a:xfrm>
          </p:grpSpPr>
          <p:cxnSp>
            <p:nvCxnSpPr>
              <p:cNvPr id="98" name="直接连接符 97">
                <a:extLst>
                  <a:ext uri="{FF2B5EF4-FFF2-40B4-BE49-F238E27FC236}">
                    <a16:creationId xmlns:a16="http://schemas.microsoft.com/office/drawing/2014/main" id="{E06C3B0A-5AA1-187F-AF40-AC9896B5634D}"/>
                  </a:ext>
                </a:extLst>
              </p:cNvPr>
              <p:cNvCxnSpPr/>
              <p:nvPr/>
            </p:nvCxnSpPr>
            <p:spPr>
              <a:xfrm>
                <a:off x="3075290" y="3456878"/>
                <a:ext cx="0" cy="62416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  <p:cxnSp>
            <p:nvCxnSpPr>
              <p:cNvPr id="99" name="直接连接符 98">
                <a:extLst>
                  <a:ext uri="{FF2B5EF4-FFF2-40B4-BE49-F238E27FC236}">
                    <a16:creationId xmlns:a16="http://schemas.microsoft.com/office/drawing/2014/main" id="{34B67347-E708-3E68-E169-DF44062259EE}"/>
                  </a:ext>
                </a:extLst>
              </p:cNvPr>
              <p:cNvCxnSpPr/>
              <p:nvPr/>
            </p:nvCxnSpPr>
            <p:spPr>
              <a:xfrm>
                <a:off x="3130710" y="3447275"/>
                <a:ext cx="0" cy="73619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</p:grpSp>
        <p:grpSp>
          <p:nvGrpSpPr>
            <p:cNvPr id="55" name="组合 82">
              <a:extLst>
                <a:ext uri="{FF2B5EF4-FFF2-40B4-BE49-F238E27FC236}">
                  <a16:creationId xmlns:a16="http://schemas.microsoft.com/office/drawing/2014/main" id="{6887C7E8-5B8C-259F-1A62-C3963848088F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821985" y="5009101"/>
              <a:ext cx="53975" cy="79375"/>
              <a:chOff x="3075290" y="3456878"/>
              <a:chExt cx="55421" cy="78420"/>
            </a:xfrm>
          </p:grpSpPr>
          <p:cxnSp>
            <p:nvCxnSpPr>
              <p:cNvPr id="96" name="直接连接符 95">
                <a:extLst>
                  <a:ext uri="{FF2B5EF4-FFF2-40B4-BE49-F238E27FC236}">
                    <a16:creationId xmlns:a16="http://schemas.microsoft.com/office/drawing/2014/main" id="{B4D1170B-7814-3CAE-BDD5-24B48FDA45F6}"/>
                  </a:ext>
                </a:extLst>
              </p:cNvPr>
              <p:cNvCxnSpPr/>
              <p:nvPr/>
            </p:nvCxnSpPr>
            <p:spPr>
              <a:xfrm>
                <a:off x="3075290" y="3456878"/>
                <a:ext cx="0" cy="62736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  <p:cxnSp>
            <p:nvCxnSpPr>
              <p:cNvPr id="97" name="直接连接符 96">
                <a:extLst>
                  <a:ext uri="{FF2B5EF4-FFF2-40B4-BE49-F238E27FC236}">
                    <a16:creationId xmlns:a16="http://schemas.microsoft.com/office/drawing/2014/main" id="{E2AFCF78-6923-1EF1-60FC-FCE534DB74DA}"/>
                  </a:ext>
                </a:extLst>
              </p:cNvPr>
              <p:cNvCxnSpPr/>
              <p:nvPr/>
            </p:nvCxnSpPr>
            <p:spPr>
              <a:xfrm>
                <a:off x="3130710" y="3463151"/>
                <a:ext cx="0" cy="72146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</p:grpSp>
        <p:grpSp>
          <p:nvGrpSpPr>
            <p:cNvPr id="56" name="组合 85">
              <a:extLst>
                <a:ext uri="{FF2B5EF4-FFF2-40B4-BE49-F238E27FC236}">
                  <a16:creationId xmlns:a16="http://schemas.microsoft.com/office/drawing/2014/main" id="{60469EEA-F22A-F7F3-2471-2BC59B7FCF76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799760" y="5386926"/>
              <a:ext cx="53975" cy="79375"/>
              <a:chOff x="3075290" y="3456878"/>
              <a:chExt cx="55421" cy="78420"/>
            </a:xfrm>
          </p:grpSpPr>
          <p:cxnSp>
            <p:nvCxnSpPr>
              <p:cNvPr id="94" name="直接连接符 93">
                <a:extLst>
                  <a:ext uri="{FF2B5EF4-FFF2-40B4-BE49-F238E27FC236}">
                    <a16:creationId xmlns:a16="http://schemas.microsoft.com/office/drawing/2014/main" id="{552D36FD-19AE-FE77-38DD-48E97C46490F}"/>
                  </a:ext>
                </a:extLst>
              </p:cNvPr>
              <p:cNvCxnSpPr/>
              <p:nvPr/>
            </p:nvCxnSpPr>
            <p:spPr>
              <a:xfrm>
                <a:off x="3075290" y="3456878"/>
                <a:ext cx="0" cy="62736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  <p:cxnSp>
            <p:nvCxnSpPr>
              <p:cNvPr id="95" name="直接连接符 94">
                <a:extLst>
                  <a:ext uri="{FF2B5EF4-FFF2-40B4-BE49-F238E27FC236}">
                    <a16:creationId xmlns:a16="http://schemas.microsoft.com/office/drawing/2014/main" id="{A98336AF-3B9C-6641-355A-15523B645D49}"/>
                  </a:ext>
                </a:extLst>
              </p:cNvPr>
              <p:cNvCxnSpPr/>
              <p:nvPr/>
            </p:nvCxnSpPr>
            <p:spPr>
              <a:xfrm>
                <a:off x="3130710" y="3463151"/>
                <a:ext cx="0" cy="72146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</p:grpSp>
        <p:grpSp>
          <p:nvGrpSpPr>
            <p:cNvPr id="57" name="组合 88">
              <a:extLst>
                <a:ext uri="{FF2B5EF4-FFF2-40B4-BE49-F238E27FC236}">
                  <a16:creationId xmlns:a16="http://schemas.microsoft.com/office/drawing/2014/main" id="{9A1DF6AA-7062-FA89-D651-42E227CEA74B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795791" y="3446207"/>
              <a:ext cx="57150" cy="77788"/>
              <a:chOff x="3075290" y="3456878"/>
              <a:chExt cx="55421" cy="78420"/>
            </a:xfrm>
          </p:grpSpPr>
          <p:cxnSp>
            <p:nvCxnSpPr>
              <p:cNvPr id="92" name="直接连接符 91">
                <a:extLst>
                  <a:ext uri="{FF2B5EF4-FFF2-40B4-BE49-F238E27FC236}">
                    <a16:creationId xmlns:a16="http://schemas.microsoft.com/office/drawing/2014/main" id="{266CA2A6-6E94-CC2A-6AD3-BA044C91D1BD}"/>
                  </a:ext>
                </a:extLst>
              </p:cNvPr>
              <p:cNvCxnSpPr/>
              <p:nvPr/>
            </p:nvCxnSpPr>
            <p:spPr>
              <a:xfrm>
                <a:off x="3075290" y="3456877"/>
                <a:ext cx="0" cy="62416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  <p:cxnSp>
            <p:nvCxnSpPr>
              <p:cNvPr id="93" name="直接连接符 92">
                <a:extLst>
                  <a:ext uri="{FF2B5EF4-FFF2-40B4-BE49-F238E27FC236}">
                    <a16:creationId xmlns:a16="http://schemas.microsoft.com/office/drawing/2014/main" id="{D95D4539-0D82-FB18-4772-B13A603841F1}"/>
                  </a:ext>
                </a:extLst>
              </p:cNvPr>
              <p:cNvCxnSpPr/>
              <p:nvPr/>
            </p:nvCxnSpPr>
            <p:spPr>
              <a:xfrm>
                <a:off x="3130711" y="3447275"/>
                <a:ext cx="0" cy="73618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</p:grpSp>
        <p:grpSp>
          <p:nvGrpSpPr>
            <p:cNvPr id="58" name="组合 91">
              <a:extLst>
                <a:ext uri="{FF2B5EF4-FFF2-40B4-BE49-F238E27FC236}">
                  <a16:creationId xmlns:a16="http://schemas.microsoft.com/office/drawing/2014/main" id="{74538B1C-5F79-DFD4-6647-5DD2095DBA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1560" y="4866226"/>
              <a:ext cx="55562" cy="76200"/>
              <a:chOff x="3075290" y="3456878"/>
              <a:chExt cx="55421" cy="78420"/>
            </a:xfrm>
          </p:grpSpPr>
          <p:cxnSp>
            <p:nvCxnSpPr>
              <p:cNvPr id="90" name="直接连接符 89">
                <a:extLst>
                  <a:ext uri="{FF2B5EF4-FFF2-40B4-BE49-F238E27FC236}">
                    <a16:creationId xmlns:a16="http://schemas.microsoft.com/office/drawing/2014/main" id="{910F3D53-D4E9-84DF-9C6B-F51EFD7F51B0}"/>
                  </a:ext>
                </a:extLst>
              </p:cNvPr>
              <p:cNvCxnSpPr/>
              <p:nvPr/>
            </p:nvCxnSpPr>
            <p:spPr>
              <a:xfrm>
                <a:off x="3075290" y="3456878"/>
                <a:ext cx="0" cy="62083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  <p:cxnSp>
            <p:nvCxnSpPr>
              <p:cNvPr id="91" name="直接连接符 90">
                <a:extLst>
                  <a:ext uri="{FF2B5EF4-FFF2-40B4-BE49-F238E27FC236}">
                    <a16:creationId xmlns:a16="http://schemas.microsoft.com/office/drawing/2014/main" id="{75B9839C-D6F5-83F0-34EA-474F7CF5772A}"/>
                  </a:ext>
                </a:extLst>
              </p:cNvPr>
              <p:cNvCxnSpPr/>
              <p:nvPr/>
            </p:nvCxnSpPr>
            <p:spPr>
              <a:xfrm>
                <a:off x="3130711" y="3461779"/>
                <a:ext cx="0" cy="73519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</p:grpSp>
        <p:grpSp>
          <p:nvGrpSpPr>
            <p:cNvPr id="59" name="Group 106">
              <a:extLst>
                <a:ext uri="{FF2B5EF4-FFF2-40B4-BE49-F238E27FC236}">
                  <a16:creationId xmlns:a16="http://schemas.microsoft.com/office/drawing/2014/main" id="{ABAE18E8-C95E-3A29-E796-B56901F20E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5710" y="2246851"/>
              <a:ext cx="1579562" cy="3435350"/>
              <a:chOff x="1023" y="913"/>
              <a:chExt cx="995" cy="2165"/>
            </a:xfrm>
          </p:grpSpPr>
          <p:sp>
            <p:nvSpPr>
              <p:cNvPr id="78" name="Line 4">
                <a:extLst>
                  <a:ext uri="{FF2B5EF4-FFF2-40B4-BE49-F238E27FC236}">
                    <a16:creationId xmlns:a16="http://schemas.microsoft.com/office/drawing/2014/main" id="{558A6A29-280C-CB41-B0FB-94E8AF98D4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23" y="913"/>
                <a:ext cx="86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79" name="Line 5">
                <a:extLst>
                  <a:ext uri="{FF2B5EF4-FFF2-40B4-BE49-F238E27FC236}">
                    <a16:creationId xmlns:a16="http://schemas.microsoft.com/office/drawing/2014/main" id="{CB2C9C2D-3413-EE41-9924-E9B20A87DE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23" y="1885"/>
                <a:ext cx="86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80" name="Oval 6">
                <a:extLst>
                  <a:ext uri="{FF2B5EF4-FFF2-40B4-BE49-F238E27FC236}">
                    <a16:creationId xmlns:a16="http://schemas.microsoft.com/office/drawing/2014/main" id="{7AED33FB-20BB-95BA-A26F-DD9A66F2AF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3" y="2174"/>
                <a:ext cx="864" cy="814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1" name="Line 8">
                <a:extLst>
                  <a:ext uri="{FF2B5EF4-FFF2-40B4-BE49-F238E27FC236}">
                    <a16:creationId xmlns:a16="http://schemas.microsoft.com/office/drawing/2014/main" id="{C6888C06-6491-ABD4-AA56-9BF50FA8DA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23" y="913"/>
                <a:ext cx="0" cy="97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82" name="Line 9">
                <a:extLst>
                  <a:ext uri="{FF2B5EF4-FFF2-40B4-BE49-F238E27FC236}">
                    <a16:creationId xmlns:a16="http://schemas.microsoft.com/office/drawing/2014/main" id="{D7D99CC3-83FA-C69E-4B60-3FF658A51C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87" y="918"/>
                <a:ext cx="0" cy="96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83" name="Line 11">
                <a:extLst>
                  <a:ext uri="{FF2B5EF4-FFF2-40B4-BE49-F238E27FC236}">
                    <a16:creationId xmlns:a16="http://schemas.microsoft.com/office/drawing/2014/main" id="{3D3DCAF0-55EE-0C96-8E6B-E3E2FF5510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55" y="2038"/>
                <a:ext cx="0" cy="10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grpSp>
            <p:nvGrpSpPr>
              <p:cNvPr id="84" name="组合 58">
                <a:extLst>
                  <a:ext uri="{FF2B5EF4-FFF2-40B4-BE49-F238E27FC236}">
                    <a16:creationId xmlns:a16="http://schemas.microsoft.com/office/drawing/2014/main" id="{D2EC9CE9-78F4-B1CC-3FDA-DE4D872ABB2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83" y="2551"/>
                <a:ext cx="35" cy="50"/>
                <a:chOff x="3075290" y="3456878"/>
                <a:chExt cx="55421" cy="78420"/>
              </a:xfrm>
            </p:grpSpPr>
            <p:cxnSp>
              <p:nvCxnSpPr>
                <p:cNvPr id="88" name="直接连接符 87">
                  <a:extLst>
                    <a:ext uri="{FF2B5EF4-FFF2-40B4-BE49-F238E27FC236}">
                      <a16:creationId xmlns:a16="http://schemas.microsoft.com/office/drawing/2014/main" id="{01A85DC1-6D8E-B523-CACB-7FD7DC9A12F1}"/>
                    </a:ext>
                  </a:extLst>
                </p:cNvPr>
                <p:cNvCxnSpPr/>
                <p:nvPr/>
              </p:nvCxnSpPr>
              <p:spPr>
                <a:xfrm>
                  <a:off x="3075290" y="3456495"/>
                  <a:ext cx="0" cy="62765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FFFF"/>
                  </a:solidFill>
                  <a:prstDash val="solid"/>
                </a:ln>
                <a:effectLst/>
              </p:spPr>
            </p:cxnSp>
            <p:cxnSp>
              <p:nvCxnSpPr>
                <p:cNvPr id="89" name="直接连接符 88">
                  <a:extLst>
                    <a:ext uri="{FF2B5EF4-FFF2-40B4-BE49-F238E27FC236}">
                      <a16:creationId xmlns:a16="http://schemas.microsoft.com/office/drawing/2014/main" id="{B8E0C795-C621-A5B6-7E81-DD49D2BA197B}"/>
                    </a:ext>
                  </a:extLst>
                </p:cNvPr>
                <p:cNvCxnSpPr/>
                <p:nvPr/>
              </p:nvCxnSpPr>
              <p:spPr>
                <a:xfrm>
                  <a:off x="3130711" y="3462772"/>
                  <a:ext cx="0" cy="7218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FFFF"/>
                  </a:solidFill>
                  <a:prstDash val="solid"/>
                </a:ln>
                <a:effectLst/>
              </p:spPr>
            </p:cxnSp>
          </p:grpSp>
          <p:grpSp>
            <p:nvGrpSpPr>
              <p:cNvPr id="85" name="组合 94">
                <a:extLst>
                  <a:ext uri="{FF2B5EF4-FFF2-40B4-BE49-F238E27FC236}">
                    <a16:creationId xmlns:a16="http://schemas.microsoft.com/office/drawing/2014/main" id="{E63A86EB-3765-79B5-B30D-C5CF8F02149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5400000">
                <a:off x="1446" y="1470"/>
                <a:ext cx="35" cy="48"/>
                <a:chOff x="3075703" y="3469682"/>
                <a:chExt cx="55446" cy="76818"/>
              </a:xfrm>
            </p:grpSpPr>
            <p:cxnSp>
              <p:nvCxnSpPr>
                <p:cNvPr id="86" name="直接连接符 85">
                  <a:extLst>
                    <a:ext uri="{FF2B5EF4-FFF2-40B4-BE49-F238E27FC236}">
                      <a16:creationId xmlns:a16="http://schemas.microsoft.com/office/drawing/2014/main" id="{FA80603D-C171-4281-EE43-6A08D8F778C4}"/>
                    </a:ext>
                  </a:extLst>
                </p:cNvPr>
                <p:cNvCxnSpPr/>
                <p:nvPr/>
              </p:nvCxnSpPr>
              <p:spPr>
                <a:xfrm>
                  <a:off x="3075703" y="3469682"/>
                  <a:ext cx="0" cy="62416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FFFF"/>
                  </a:solidFill>
                  <a:prstDash val="solid"/>
                </a:ln>
                <a:effectLst/>
              </p:spPr>
            </p:cxnSp>
            <p:cxnSp>
              <p:nvCxnSpPr>
                <p:cNvPr id="87" name="直接连接符 86">
                  <a:extLst>
                    <a:ext uri="{FF2B5EF4-FFF2-40B4-BE49-F238E27FC236}">
                      <a16:creationId xmlns:a16="http://schemas.microsoft.com/office/drawing/2014/main" id="{C15C55B3-FD3E-6DCD-BF3A-35182465DB35}"/>
                    </a:ext>
                  </a:extLst>
                </p:cNvPr>
                <p:cNvCxnSpPr/>
                <p:nvPr/>
              </p:nvCxnSpPr>
              <p:spPr>
                <a:xfrm>
                  <a:off x="3131149" y="3472881"/>
                  <a:ext cx="0" cy="73619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FFFFFF"/>
                  </a:solidFill>
                  <a:prstDash val="solid"/>
                </a:ln>
                <a:effectLst/>
              </p:spPr>
            </p:cxnSp>
          </p:grpSp>
        </p:grpSp>
        <p:grpSp>
          <p:nvGrpSpPr>
            <p:cNvPr id="60" name="组合 97">
              <a:extLst>
                <a:ext uri="{FF2B5EF4-FFF2-40B4-BE49-F238E27FC236}">
                  <a16:creationId xmlns:a16="http://schemas.microsoft.com/office/drawing/2014/main" id="{EBE2EE15-74A1-D43A-A302-DDE0D9B85E6A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791028" y="2831845"/>
              <a:ext cx="53975" cy="77788"/>
              <a:chOff x="3075290" y="3456878"/>
              <a:chExt cx="55421" cy="78420"/>
            </a:xfrm>
          </p:grpSpPr>
          <p:cxnSp>
            <p:nvCxnSpPr>
              <p:cNvPr id="76" name="直接连接符 75">
                <a:extLst>
                  <a:ext uri="{FF2B5EF4-FFF2-40B4-BE49-F238E27FC236}">
                    <a16:creationId xmlns:a16="http://schemas.microsoft.com/office/drawing/2014/main" id="{5DABC884-AB1F-1748-D36C-C0C3DB9048CA}"/>
                  </a:ext>
                </a:extLst>
              </p:cNvPr>
              <p:cNvCxnSpPr/>
              <p:nvPr/>
            </p:nvCxnSpPr>
            <p:spPr>
              <a:xfrm>
                <a:off x="3075289" y="3456877"/>
                <a:ext cx="0" cy="62416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  <p:cxnSp>
            <p:nvCxnSpPr>
              <p:cNvPr id="77" name="直接连接符 76">
                <a:extLst>
                  <a:ext uri="{FF2B5EF4-FFF2-40B4-BE49-F238E27FC236}">
                    <a16:creationId xmlns:a16="http://schemas.microsoft.com/office/drawing/2014/main" id="{BDE9D8CC-7ACF-CB81-F188-9C091B9C5555}"/>
                  </a:ext>
                </a:extLst>
              </p:cNvPr>
              <p:cNvCxnSpPr/>
              <p:nvPr/>
            </p:nvCxnSpPr>
            <p:spPr>
              <a:xfrm>
                <a:off x="3130710" y="3447275"/>
                <a:ext cx="0" cy="73618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</p:grpSp>
        <p:grpSp>
          <p:nvGrpSpPr>
            <p:cNvPr id="61" name="组合 100">
              <a:extLst>
                <a:ext uri="{FF2B5EF4-FFF2-40B4-BE49-F238E27FC236}">
                  <a16:creationId xmlns:a16="http://schemas.microsoft.com/office/drawing/2014/main" id="{C783BB8B-2A2A-6D65-EC95-143F41529EAD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800554" y="2503232"/>
              <a:ext cx="57150" cy="77787"/>
              <a:chOff x="3075290" y="3456878"/>
              <a:chExt cx="55421" cy="78420"/>
            </a:xfrm>
          </p:grpSpPr>
          <p:cxnSp>
            <p:nvCxnSpPr>
              <p:cNvPr id="74" name="直接连接符 73">
                <a:extLst>
                  <a:ext uri="{FF2B5EF4-FFF2-40B4-BE49-F238E27FC236}">
                    <a16:creationId xmlns:a16="http://schemas.microsoft.com/office/drawing/2014/main" id="{371428ED-8420-0DAE-A722-D00BBC2695FD}"/>
                  </a:ext>
                </a:extLst>
              </p:cNvPr>
              <p:cNvCxnSpPr/>
              <p:nvPr/>
            </p:nvCxnSpPr>
            <p:spPr>
              <a:xfrm>
                <a:off x="3075290" y="3456879"/>
                <a:ext cx="0" cy="62416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  <p:cxnSp>
            <p:nvCxnSpPr>
              <p:cNvPr id="75" name="直接连接符 74">
                <a:extLst>
                  <a:ext uri="{FF2B5EF4-FFF2-40B4-BE49-F238E27FC236}">
                    <a16:creationId xmlns:a16="http://schemas.microsoft.com/office/drawing/2014/main" id="{AFD287D4-C0E7-D6E5-B135-5D008D615DDB}"/>
                  </a:ext>
                </a:extLst>
              </p:cNvPr>
              <p:cNvCxnSpPr/>
              <p:nvPr/>
            </p:nvCxnSpPr>
            <p:spPr>
              <a:xfrm>
                <a:off x="3130711" y="3447275"/>
                <a:ext cx="0" cy="73619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</p:grpSp>
        <p:grpSp>
          <p:nvGrpSpPr>
            <p:cNvPr id="62" name="组合 67">
              <a:extLst>
                <a:ext uri="{FF2B5EF4-FFF2-40B4-BE49-F238E27FC236}">
                  <a16:creationId xmlns:a16="http://schemas.microsoft.com/office/drawing/2014/main" id="{A5E3FC69-2E2E-ADF5-994E-C89706220741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801301" y="4659850"/>
              <a:ext cx="55563" cy="76200"/>
              <a:chOff x="3075290" y="3456878"/>
              <a:chExt cx="55421" cy="78420"/>
            </a:xfrm>
          </p:grpSpPr>
          <p:cxnSp>
            <p:nvCxnSpPr>
              <p:cNvPr id="72" name="直接连接符 71">
                <a:extLst>
                  <a:ext uri="{FF2B5EF4-FFF2-40B4-BE49-F238E27FC236}">
                    <a16:creationId xmlns:a16="http://schemas.microsoft.com/office/drawing/2014/main" id="{B497AC32-1850-A59D-476A-CDE8AA2A0674}"/>
                  </a:ext>
                </a:extLst>
              </p:cNvPr>
              <p:cNvCxnSpPr/>
              <p:nvPr/>
            </p:nvCxnSpPr>
            <p:spPr>
              <a:xfrm>
                <a:off x="3075290" y="3456878"/>
                <a:ext cx="0" cy="62083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  <p:cxnSp>
            <p:nvCxnSpPr>
              <p:cNvPr id="73" name="直接连接符 72">
                <a:extLst>
                  <a:ext uri="{FF2B5EF4-FFF2-40B4-BE49-F238E27FC236}">
                    <a16:creationId xmlns:a16="http://schemas.microsoft.com/office/drawing/2014/main" id="{6B32790D-C2A5-98D0-8F80-579E1DD195E3}"/>
                  </a:ext>
                </a:extLst>
              </p:cNvPr>
              <p:cNvCxnSpPr/>
              <p:nvPr/>
            </p:nvCxnSpPr>
            <p:spPr>
              <a:xfrm>
                <a:off x="3130711" y="3461779"/>
                <a:ext cx="0" cy="73519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</p:grpSp>
        <p:grpSp>
          <p:nvGrpSpPr>
            <p:cNvPr id="63" name="组合 67">
              <a:extLst>
                <a:ext uri="{FF2B5EF4-FFF2-40B4-BE49-F238E27FC236}">
                  <a16:creationId xmlns:a16="http://schemas.microsoft.com/office/drawing/2014/main" id="{09A69A1D-FA2E-EB0C-5886-415B8B4B28B8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795790" y="4371786"/>
              <a:ext cx="55563" cy="76200"/>
              <a:chOff x="3075290" y="3456878"/>
              <a:chExt cx="55421" cy="78420"/>
            </a:xfrm>
          </p:grpSpPr>
          <p:cxnSp>
            <p:nvCxnSpPr>
              <p:cNvPr id="70" name="直接连接符 69">
                <a:extLst>
                  <a:ext uri="{FF2B5EF4-FFF2-40B4-BE49-F238E27FC236}">
                    <a16:creationId xmlns:a16="http://schemas.microsoft.com/office/drawing/2014/main" id="{0B0BC84B-69E8-4D08-2D7A-62F9E83448CD}"/>
                  </a:ext>
                </a:extLst>
              </p:cNvPr>
              <p:cNvCxnSpPr/>
              <p:nvPr/>
            </p:nvCxnSpPr>
            <p:spPr>
              <a:xfrm>
                <a:off x="3075290" y="3456878"/>
                <a:ext cx="0" cy="62083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  <p:cxnSp>
            <p:nvCxnSpPr>
              <p:cNvPr id="71" name="直接连接符 70">
                <a:extLst>
                  <a:ext uri="{FF2B5EF4-FFF2-40B4-BE49-F238E27FC236}">
                    <a16:creationId xmlns:a16="http://schemas.microsoft.com/office/drawing/2014/main" id="{DF24B87B-A7C1-6B48-B0F7-AAFA0765F32D}"/>
                  </a:ext>
                </a:extLst>
              </p:cNvPr>
              <p:cNvCxnSpPr/>
              <p:nvPr/>
            </p:nvCxnSpPr>
            <p:spPr>
              <a:xfrm>
                <a:off x="3130711" y="3461779"/>
                <a:ext cx="0" cy="73519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</p:grpSp>
        <p:grpSp>
          <p:nvGrpSpPr>
            <p:cNvPr id="64" name="组合 67">
              <a:extLst>
                <a:ext uri="{FF2B5EF4-FFF2-40B4-BE49-F238E27FC236}">
                  <a16:creationId xmlns:a16="http://schemas.microsoft.com/office/drawing/2014/main" id="{55AB3FDC-415B-4B52-86E2-282EB0982C55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785471" y="5003478"/>
              <a:ext cx="55563" cy="76200"/>
              <a:chOff x="3075290" y="3456878"/>
              <a:chExt cx="55421" cy="78420"/>
            </a:xfrm>
          </p:grpSpPr>
          <p:cxnSp>
            <p:nvCxnSpPr>
              <p:cNvPr id="68" name="直接连接符 67">
                <a:extLst>
                  <a:ext uri="{FF2B5EF4-FFF2-40B4-BE49-F238E27FC236}">
                    <a16:creationId xmlns:a16="http://schemas.microsoft.com/office/drawing/2014/main" id="{96BBF702-A3D2-57F4-DB7B-7CDE16D859C9}"/>
                  </a:ext>
                </a:extLst>
              </p:cNvPr>
              <p:cNvCxnSpPr/>
              <p:nvPr/>
            </p:nvCxnSpPr>
            <p:spPr>
              <a:xfrm>
                <a:off x="3075290" y="3456878"/>
                <a:ext cx="0" cy="62083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  <p:cxnSp>
            <p:nvCxnSpPr>
              <p:cNvPr id="69" name="直接连接符 68">
                <a:extLst>
                  <a:ext uri="{FF2B5EF4-FFF2-40B4-BE49-F238E27FC236}">
                    <a16:creationId xmlns:a16="http://schemas.microsoft.com/office/drawing/2014/main" id="{8C5EC783-C1E0-E0E9-ABBC-208BB1C5EE9D}"/>
                  </a:ext>
                </a:extLst>
              </p:cNvPr>
              <p:cNvCxnSpPr/>
              <p:nvPr/>
            </p:nvCxnSpPr>
            <p:spPr>
              <a:xfrm>
                <a:off x="3130711" y="3461779"/>
                <a:ext cx="0" cy="73519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</p:grpSp>
        <p:grpSp>
          <p:nvGrpSpPr>
            <p:cNvPr id="65" name="组合 67">
              <a:extLst>
                <a:ext uri="{FF2B5EF4-FFF2-40B4-BE49-F238E27FC236}">
                  <a16:creationId xmlns:a16="http://schemas.microsoft.com/office/drawing/2014/main" id="{55A6B61B-D035-1E01-DC8C-C674019161D7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785471" y="5269451"/>
              <a:ext cx="55563" cy="76200"/>
              <a:chOff x="3075290" y="3456878"/>
              <a:chExt cx="55421" cy="78420"/>
            </a:xfrm>
          </p:grpSpPr>
          <p:cxnSp>
            <p:nvCxnSpPr>
              <p:cNvPr id="66" name="直接连接符 65">
                <a:extLst>
                  <a:ext uri="{FF2B5EF4-FFF2-40B4-BE49-F238E27FC236}">
                    <a16:creationId xmlns:a16="http://schemas.microsoft.com/office/drawing/2014/main" id="{D22A0A22-99DE-4C7E-89DE-784E52BD6115}"/>
                  </a:ext>
                </a:extLst>
              </p:cNvPr>
              <p:cNvCxnSpPr/>
              <p:nvPr/>
            </p:nvCxnSpPr>
            <p:spPr>
              <a:xfrm>
                <a:off x="3075290" y="3456878"/>
                <a:ext cx="0" cy="62083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  <p:cxnSp>
            <p:nvCxnSpPr>
              <p:cNvPr id="67" name="直接连接符 66">
                <a:extLst>
                  <a:ext uri="{FF2B5EF4-FFF2-40B4-BE49-F238E27FC236}">
                    <a16:creationId xmlns:a16="http://schemas.microsoft.com/office/drawing/2014/main" id="{703558FA-89BA-8800-D4ED-AC86043A8957}"/>
                  </a:ext>
                </a:extLst>
              </p:cNvPr>
              <p:cNvCxnSpPr/>
              <p:nvPr/>
            </p:nvCxnSpPr>
            <p:spPr>
              <a:xfrm>
                <a:off x="3130711" y="3461779"/>
                <a:ext cx="0" cy="73519"/>
              </a:xfrm>
              <a:prstGeom prst="line">
                <a:avLst/>
              </a:prstGeom>
              <a:noFill/>
              <a:ln w="1905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</p:grpSp>
      </p:grpSp>
      <p:grpSp>
        <p:nvGrpSpPr>
          <p:cNvPr id="110" name="Group 108">
            <a:extLst>
              <a:ext uri="{FF2B5EF4-FFF2-40B4-BE49-F238E27FC236}">
                <a16:creationId xmlns:a16="http://schemas.microsoft.com/office/drawing/2014/main" id="{F6A276D1-8889-018B-682C-1F6F2E3DF3DA}"/>
              </a:ext>
            </a:extLst>
          </p:cNvPr>
          <p:cNvGrpSpPr>
            <a:grpSpLocks/>
          </p:cNvGrpSpPr>
          <p:nvPr/>
        </p:nvGrpSpPr>
        <p:grpSpPr bwMode="auto">
          <a:xfrm>
            <a:off x="1542380" y="4881122"/>
            <a:ext cx="1627188" cy="1349375"/>
            <a:chOff x="430" y="2478"/>
            <a:chExt cx="1025" cy="850"/>
          </a:xfrm>
        </p:grpSpPr>
        <p:sp>
          <p:nvSpPr>
            <p:cNvPr id="111" name="Line 50">
              <a:extLst>
                <a:ext uri="{FF2B5EF4-FFF2-40B4-BE49-F238E27FC236}">
                  <a16:creationId xmlns:a16="http://schemas.microsoft.com/office/drawing/2014/main" id="{6CB2D412-F81C-5800-3361-855FE7991B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5" y="2587"/>
              <a:ext cx="0" cy="694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2" name="Freeform 53">
              <a:extLst>
                <a:ext uri="{FF2B5EF4-FFF2-40B4-BE49-F238E27FC236}">
                  <a16:creationId xmlns:a16="http://schemas.microsoft.com/office/drawing/2014/main" id="{6C3E13D1-DB57-892D-C28F-F8135798274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" y="2582"/>
              <a:ext cx="734" cy="1"/>
            </a:xfrm>
            <a:custGeom>
              <a:avLst/>
              <a:gdLst>
                <a:gd name="T0" fmla="*/ 0 w 734"/>
                <a:gd name="T1" fmla="*/ 0 h 1"/>
                <a:gd name="T2" fmla="*/ 734 w 73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34" h="1">
                  <a:moveTo>
                    <a:pt x="0" y="0"/>
                  </a:moveTo>
                  <a:lnTo>
                    <a:pt x="734" y="0"/>
                  </a:lnTo>
                </a:path>
              </a:pathLst>
            </a:custGeom>
            <a:noFill/>
            <a:ln w="9525">
              <a:solidFill>
                <a:srgbClr val="A50021"/>
              </a:solidFill>
              <a:round/>
              <a:headEnd type="triangle" w="sm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3" name="Text Box 29">
              <a:extLst>
                <a:ext uri="{FF2B5EF4-FFF2-40B4-BE49-F238E27FC236}">
                  <a16:creationId xmlns:a16="http://schemas.microsoft.com/office/drawing/2014/main" id="{12D74C58-E596-7FB1-8223-D32886E3D7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" y="2478"/>
              <a:ext cx="21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X</a:t>
              </a:r>
              <a:endParaRPr kumimoji="1" lang="en-US" altLang="zh-CN" sz="2000" b="1" i="1" baseline="-25000">
                <a:solidFill>
                  <a:srgbClr val="000000"/>
                </a:solidFill>
                <a:latin typeface="ISOCPEUR" pitchFamily="34" charset="0"/>
              </a:endParaRPr>
            </a:p>
          </p:txBody>
        </p:sp>
        <p:sp>
          <p:nvSpPr>
            <p:cNvPr id="114" name="Text Box 29">
              <a:extLst>
                <a:ext uri="{FF2B5EF4-FFF2-40B4-BE49-F238E27FC236}">
                  <a16:creationId xmlns:a16="http://schemas.microsoft.com/office/drawing/2014/main" id="{E0556456-F4C0-EAF8-D686-AA045D80DB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2" y="3078"/>
              <a:ext cx="21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Y</a:t>
              </a:r>
              <a:endParaRPr kumimoji="1" lang="en-US" altLang="zh-CN" sz="2000" b="1" i="1" baseline="-25000">
                <a:solidFill>
                  <a:srgbClr val="000000"/>
                </a:solidFill>
                <a:latin typeface="ISOCPEUR" pitchFamily="34" charset="0"/>
              </a:endParaRPr>
            </a:p>
          </p:txBody>
        </p:sp>
      </p:grpSp>
      <p:sp>
        <p:nvSpPr>
          <p:cNvPr id="115" name="Text Box 13">
            <a:extLst>
              <a:ext uri="{FF2B5EF4-FFF2-40B4-BE49-F238E27FC236}">
                <a16:creationId xmlns:a16="http://schemas.microsoft.com/office/drawing/2014/main" id="{16102249-8A4A-DCCE-39CF-CC0E701EB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877" y="1100857"/>
            <a:ext cx="3916457" cy="497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回转体的正等轴测图画法</a:t>
            </a:r>
          </a:p>
        </p:txBody>
      </p:sp>
    </p:spTree>
    <p:extLst>
      <p:ext uri="{BB962C8B-B14F-4D97-AF65-F5344CB8AC3E}">
        <p14:creationId xmlns:p14="http://schemas.microsoft.com/office/powerpoint/2010/main" val="1091035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500"/>
                            </p:stCondLst>
                            <p:childTnLst>
                              <p:par>
                                <p:cTn id="7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000"/>
                            </p:stCondLst>
                            <p:childTnLst>
                              <p:par>
                                <p:cTn id="7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500"/>
                            </p:stCondLst>
                            <p:childTnLst>
                              <p:par>
                                <p:cTn id="11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500"/>
                            </p:stCondLst>
                            <p:childTnLst>
                              <p:par>
                                <p:cTn id="132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2000"/>
                            </p:stCondLst>
                            <p:childTnLst>
                              <p:par>
                                <p:cTn id="136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2500"/>
                            </p:stCondLst>
                            <p:childTnLst>
                              <p:par>
                                <p:cTn id="140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4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3500"/>
                            </p:stCondLst>
                            <p:childTnLst>
                              <p:par>
                                <p:cTn id="148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4000"/>
                            </p:stCondLst>
                            <p:childTnLst>
                              <p:par>
                                <p:cTn id="152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4500"/>
                            </p:stCondLst>
                            <p:childTnLst>
                              <p:par>
                                <p:cTn id="156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5000"/>
                            </p:stCondLst>
                            <p:childTnLst>
                              <p:par>
                                <p:cTn id="160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500"/>
                            </p:stCondLst>
                            <p:childTnLst>
                              <p:par>
                                <p:cTn id="164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6000"/>
                            </p:stCondLst>
                            <p:childTnLst>
                              <p:par>
                                <p:cTn id="168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6500"/>
                            </p:stCondLst>
                            <p:childTnLst>
                              <p:par>
                                <p:cTn id="172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7000"/>
                            </p:stCondLst>
                            <p:childTnLst>
                              <p:par>
                                <p:cTn id="176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7500"/>
                            </p:stCondLst>
                            <p:childTnLst>
                              <p:par>
                                <p:cTn id="180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8000"/>
                            </p:stCondLst>
                            <p:childTnLst>
                              <p:par>
                                <p:cTn id="184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8500"/>
                            </p:stCondLst>
                            <p:childTnLst>
                              <p:par>
                                <p:cTn id="188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9000"/>
                            </p:stCondLst>
                            <p:childTnLst>
                              <p:par>
                                <p:cTn id="192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9500"/>
                            </p:stCondLst>
                            <p:childTnLst>
                              <p:par>
                                <p:cTn id="196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10000"/>
                            </p:stCondLst>
                            <p:childTnLst>
                              <p:par>
                                <p:cTn id="203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9" grpId="0" animBg="1"/>
      <p:bldP spid="3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4AC31-CA94-1411-D061-8F440086C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7B888895-55D3-F4CF-7351-A6A63906A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18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C56D86BC-3655-FD04-6EA9-9BE30374B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93862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正等轴测图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88E860B-7286-B63B-C441-0BF6C5D3C74F}"/>
              </a:ext>
            </a:extLst>
          </p:cNvPr>
          <p:cNvGrpSpPr/>
          <p:nvPr/>
        </p:nvGrpSpPr>
        <p:grpSpPr>
          <a:xfrm>
            <a:off x="951805" y="2852936"/>
            <a:ext cx="2628899" cy="1880322"/>
            <a:chOff x="2482032" y="3152053"/>
            <a:chExt cx="2628899" cy="1880322"/>
          </a:xfrm>
        </p:grpSpPr>
        <p:grpSp>
          <p:nvGrpSpPr>
            <p:cNvPr id="3" name="Group 5">
              <a:extLst>
                <a:ext uri="{FF2B5EF4-FFF2-40B4-BE49-F238E27FC236}">
                  <a16:creationId xmlns:a16="http://schemas.microsoft.com/office/drawing/2014/main" id="{FE7C5443-71CF-E331-7A76-EE9485C09F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26494" y="3152053"/>
              <a:ext cx="2136775" cy="1725613"/>
              <a:chOff x="465" y="767"/>
              <a:chExt cx="1346" cy="1087"/>
            </a:xfrm>
          </p:grpSpPr>
          <p:sp>
            <p:nvSpPr>
              <p:cNvPr id="14" name="Rectangle 6">
                <a:extLst>
                  <a:ext uri="{FF2B5EF4-FFF2-40B4-BE49-F238E27FC236}">
                    <a16:creationId xmlns:a16="http://schemas.microsoft.com/office/drawing/2014/main" id="{6213D250-5F09-B69D-4AD2-A634D4C531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" y="767"/>
                <a:ext cx="1344" cy="266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" name="Freeform 7">
                <a:extLst>
                  <a:ext uri="{FF2B5EF4-FFF2-40B4-BE49-F238E27FC236}">
                    <a16:creationId xmlns:a16="http://schemas.microsoft.com/office/drawing/2014/main" id="{B5D25421-B9C9-6624-B1AF-BD31998767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" y="1224"/>
                <a:ext cx="1344" cy="630"/>
              </a:xfrm>
              <a:custGeom>
                <a:avLst/>
                <a:gdLst>
                  <a:gd name="T0" fmla="*/ 0 w 1344"/>
                  <a:gd name="T1" fmla="*/ 0 h 630"/>
                  <a:gd name="T2" fmla="*/ 0 w 1344"/>
                  <a:gd name="T3" fmla="*/ 405 h 630"/>
                  <a:gd name="T4" fmla="*/ 6 w 1344"/>
                  <a:gd name="T5" fmla="*/ 447 h 630"/>
                  <a:gd name="T6" fmla="*/ 21 w 1344"/>
                  <a:gd name="T7" fmla="*/ 486 h 630"/>
                  <a:gd name="T8" fmla="*/ 39 w 1344"/>
                  <a:gd name="T9" fmla="*/ 522 h 630"/>
                  <a:gd name="T10" fmla="*/ 60 w 1344"/>
                  <a:gd name="T11" fmla="*/ 549 h 630"/>
                  <a:gd name="T12" fmla="*/ 87 w 1344"/>
                  <a:gd name="T13" fmla="*/ 576 h 630"/>
                  <a:gd name="T14" fmla="*/ 123 w 1344"/>
                  <a:gd name="T15" fmla="*/ 597 h 630"/>
                  <a:gd name="T16" fmla="*/ 150 w 1344"/>
                  <a:gd name="T17" fmla="*/ 612 h 630"/>
                  <a:gd name="T18" fmla="*/ 186 w 1344"/>
                  <a:gd name="T19" fmla="*/ 621 h 630"/>
                  <a:gd name="T20" fmla="*/ 234 w 1344"/>
                  <a:gd name="T21" fmla="*/ 630 h 630"/>
                  <a:gd name="T22" fmla="*/ 1122 w 1344"/>
                  <a:gd name="T23" fmla="*/ 630 h 630"/>
                  <a:gd name="T24" fmla="*/ 1170 w 1344"/>
                  <a:gd name="T25" fmla="*/ 624 h 630"/>
                  <a:gd name="T26" fmla="*/ 1215 w 1344"/>
                  <a:gd name="T27" fmla="*/ 615 h 630"/>
                  <a:gd name="T28" fmla="*/ 1245 w 1344"/>
                  <a:gd name="T29" fmla="*/ 603 h 630"/>
                  <a:gd name="T30" fmla="*/ 1266 w 1344"/>
                  <a:gd name="T31" fmla="*/ 588 h 630"/>
                  <a:gd name="T32" fmla="*/ 1296 w 1344"/>
                  <a:gd name="T33" fmla="*/ 558 h 630"/>
                  <a:gd name="T34" fmla="*/ 1320 w 1344"/>
                  <a:gd name="T35" fmla="*/ 516 h 630"/>
                  <a:gd name="T36" fmla="*/ 1335 w 1344"/>
                  <a:gd name="T37" fmla="*/ 468 h 630"/>
                  <a:gd name="T38" fmla="*/ 1344 w 1344"/>
                  <a:gd name="T39" fmla="*/ 420 h 630"/>
                  <a:gd name="T40" fmla="*/ 1344 w 1344"/>
                  <a:gd name="T41" fmla="*/ 0 h 630"/>
                  <a:gd name="T42" fmla="*/ 0 w 1344"/>
                  <a:gd name="T43" fmla="*/ 0 h 630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1344" h="630">
                    <a:moveTo>
                      <a:pt x="0" y="0"/>
                    </a:moveTo>
                    <a:lnTo>
                      <a:pt x="0" y="405"/>
                    </a:lnTo>
                    <a:lnTo>
                      <a:pt x="6" y="447"/>
                    </a:lnTo>
                    <a:lnTo>
                      <a:pt x="21" y="486"/>
                    </a:lnTo>
                    <a:lnTo>
                      <a:pt x="39" y="522"/>
                    </a:lnTo>
                    <a:lnTo>
                      <a:pt x="60" y="549"/>
                    </a:lnTo>
                    <a:lnTo>
                      <a:pt x="87" y="576"/>
                    </a:lnTo>
                    <a:lnTo>
                      <a:pt x="123" y="597"/>
                    </a:lnTo>
                    <a:lnTo>
                      <a:pt x="150" y="612"/>
                    </a:lnTo>
                    <a:lnTo>
                      <a:pt x="186" y="621"/>
                    </a:lnTo>
                    <a:lnTo>
                      <a:pt x="234" y="630"/>
                    </a:lnTo>
                    <a:lnTo>
                      <a:pt x="1122" y="630"/>
                    </a:lnTo>
                    <a:lnTo>
                      <a:pt x="1170" y="624"/>
                    </a:lnTo>
                    <a:lnTo>
                      <a:pt x="1215" y="615"/>
                    </a:lnTo>
                    <a:lnTo>
                      <a:pt x="1245" y="603"/>
                    </a:lnTo>
                    <a:lnTo>
                      <a:pt x="1266" y="588"/>
                    </a:lnTo>
                    <a:lnTo>
                      <a:pt x="1296" y="558"/>
                    </a:lnTo>
                    <a:lnTo>
                      <a:pt x="1320" y="516"/>
                    </a:lnTo>
                    <a:lnTo>
                      <a:pt x="1335" y="468"/>
                    </a:lnTo>
                    <a:lnTo>
                      <a:pt x="1344" y="420"/>
                    </a:lnTo>
                    <a:lnTo>
                      <a:pt x="134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mpd="sng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" name="Group 12">
              <a:extLst>
                <a:ext uri="{FF2B5EF4-FFF2-40B4-BE49-F238E27FC236}">
                  <a16:creationId xmlns:a16="http://schemas.microsoft.com/office/drawing/2014/main" id="{CF9CE281-926E-44D5-309C-113195AE81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71156" y="4474440"/>
              <a:ext cx="739775" cy="487363"/>
              <a:chOff x="1752" y="1744"/>
              <a:chExt cx="466" cy="307"/>
            </a:xfrm>
          </p:grpSpPr>
          <p:sp>
            <p:nvSpPr>
              <p:cNvPr id="9" name="Line 13">
                <a:extLst>
                  <a:ext uri="{FF2B5EF4-FFF2-40B4-BE49-F238E27FC236}">
                    <a16:creationId xmlns:a16="http://schemas.microsoft.com/office/drawing/2014/main" id="{51121C9F-3460-C0D1-A713-CAEAB021BC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52" y="1744"/>
                <a:ext cx="182" cy="18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" name="Line 14">
                <a:extLst>
                  <a:ext uri="{FF2B5EF4-FFF2-40B4-BE49-F238E27FC236}">
                    <a16:creationId xmlns:a16="http://schemas.microsoft.com/office/drawing/2014/main" id="{48A3EC20-F933-D061-69F9-82F15CCCC7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6" y="1932"/>
                <a:ext cx="92" cy="92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" name="Line 15">
                <a:extLst>
                  <a:ext uri="{FF2B5EF4-FFF2-40B4-BE49-F238E27FC236}">
                    <a16:creationId xmlns:a16="http://schemas.microsoft.com/office/drawing/2014/main" id="{48D86C87-FC69-A0CC-65C9-14D56668A5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28" y="2024"/>
                <a:ext cx="184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" name="Text Box 16">
                <a:extLst>
                  <a:ext uri="{FF2B5EF4-FFF2-40B4-BE49-F238E27FC236}">
                    <a16:creationId xmlns:a16="http://schemas.microsoft.com/office/drawing/2014/main" id="{96E43BD4-3832-3E73-5FF8-B6A756C1EA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98" y="1820"/>
                <a:ext cx="22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1800" b="1">
                    <a:solidFill>
                      <a:srgbClr val="CC0000"/>
                    </a:solidFill>
                    <a:latin typeface="Times New Roman" panose="02020603050405020304" pitchFamily="18" charset="0"/>
                  </a:rPr>
                  <a:t>R</a:t>
                </a:r>
              </a:p>
            </p:txBody>
          </p:sp>
        </p:grp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BC3738CA-E843-3DDB-AEF8-6C613DECD7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902" t="-11416" r="37882" b="-48497"/>
            <a:stretch/>
          </p:blipFill>
          <p:spPr>
            <a:xfrm rot="5400000">
              <a:off x="3996507" y="4545014"/>
              <a:ext cx="688972" cy="285750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3159C466-79AC-A532-6825-CA9DCA5BE28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902" t="-11416" r="37882" b="-48497"/>
            <a:stretch/>
          </p:blipFill>
          <p:spPr>
            <a:xfrm rot="5400000">
              <a:off x="2649078" y="4545014"/>
              <a:ext cx="688972" cy="285750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B149C9D7-8395-9A2C-A402-E7E59206D6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902" t="-11416" r="37882" b="-48497"/>
            <a:stretch/>
          </p:blipFill>
          <p:spPr>
            <a:xfrm>
              <a:off x="2482032" y="4371686"/>
              <a:ext cx="688972" cy="285750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11413D99-E848-C521-EE1A-547B878D5D7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902" t="-11416" r="37882" b="-48497"/>
            <a:stretch/>
          </p:blipFill>
          <p:spPr>
            <a:xfrm>
              <a:off x="4224288" y="4371686"/>
              <a:ext cx="688972" cy="285750"/>
            </a:xfrm>
            <a:prstGeom prst="rect">
              <a:avLst/>
            </a:prstGeom>
          </p:spPr>
        </p:pic>
      </p:grpSp>
      <p:sp>
        <p:nvSpPr>
          <p:cNvPr id="17" name="Arc 50">
            <a:extLst>
              <a:ext uri="{FF2B5EF4-FFF2-40B4-BE49-F238E27FC236}">
                <a16:creationId xmlns:a16="http://schemas.microsoft.com/office/drawing/2014/main" id="{27815FB5-2722-B173-924F-DA9C7F399530}"/>
              </a:ext>
            </a:extLst>
          </p:cNvPr>
          <p:cNvSpPr>
            <a:spLocks/>
          </p:cNvSpPr>
          <p:nvPr/>
        </p:nvSpPr>
        <p:spPr bwMode="auto">
          <a:xfrm>
            <a:off x="1094679" y="4172148"/>
            <a:ext cx="403225" cy="400050"/>
          </a:xfrm>
          <a:custGeom>
            <a:avLst/>
            <a:gdLst>
              <a:gd name="T0" fmla="*/ 2147483647 w 23310"/>
              <a:gd name="T1" fmla="*/ 2147483647 h 23300"/>
              <a:gd name="T2" fmla="*/ 103778698 w 23310"/>
              <a:gd name="T3" fmla="*/ 0 h 23300"/>
              <a:gd name="T4" fmla="*/ 2147483647 w 23310"/>
              <a:gd name="T5" fmla="*/ 2147483647 h 233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3310" h="23300" fill="none" extrusionOk="0">
                <a:moveTo>
                  <a:pt x="23310" y="23232"/>
                </a:moveTo>
                <a:cubicBezTo>
                  <a:pt x="22741" y="23277"/>
                  <a:pt x="22170" y="23299"/>
                  <a:pt x="21600" y="23300"/>
                </a:cubicBezTo>
                <a:cubicBezTo>
                  <a:pt x="9670" y="23300"/>
                  <a:pt x="0" y="13629"/>
                  <a:pt x="0" y="1700"/>
                </a:cubicBezTo>
                <a:cubicBezTo>
                  <a:pt x="-1" y="1132"/>
                  <a:pt x="22" y="565"/>
                  <a:pt x="67" y="0"/>
                </a:cubicBezTo>
              </a:path>
              <a:path w="23310" h="23300" stroke="0" extrusionOk="0">
                <a:moveTo>
                  <a:pt x="23310" y="23232"/>
                </a:moveTo>
                <a:cubicBezTo>
                  <a:pt x="22741" y="23277"/>
                  <a:pt x="22170" y="23299"/>
                  <a:pt x="21600" y="23300"/>
                </a:cubicBezTo>
                <a:cubicBezTo>
                  <a:pt x="9670" y="23300"/>
                  <a:pt x="0" y="13629"/>
                  <a:pt x="0" y="1700"/>
                </a:cubicBezTo>
                <a:cubicBezTo>
                  <a:pt x="-1" y="1132"/>
                  <a:pt x="22" y="565"/>
                  <a:pt x="67" y="0"/>
                </a:cubicBezTo>
                <a:lnTo>
                  <a:pt x="21600" y="1700"/>
                </a:lnTo>
                <a:lnTo>
                  <a:pt x="23310" y="23232"/>
                </a:lnTo>
                <a:close/>
              </a:path>
            </a:pathLst>
          </a:custGeom>
          <a:noFill/>
          <a:ln w="76200">
            <a:solidFill>
              <a:srgbClr val="D6009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8" name="Line 55">
            <a:extLst>
              <a:ext uri="{FF2B5EF4-FFF2-40B4-BE49-F238E27FC236}">
                <a16:creationId xmlns:a16="http://schemas.microsoft.com/office/drawing/2014/main" id="{DA255327-421F-33BF-FC6F-7925BC7AAAEE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2104" y="3437929"/>
            <a:ext cx="0" cy="40005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Oval 56">
            <a:extLst>
              <a:ext uri="{FF2B5EF4-FFF2-40B4-BE49-F238E27FC236}">
                <a16:creationId xmlns:a16="http://schemas.microsoft.com/office/drawing/2014/main" id="{384966AF-9742-3999-6E7B-9CB5518F5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6629" y="4085629"/>
            <a:ext cx="85725" cy="85725"/>
          </a:xfrm>
          <a:prstGeom prst="ellipse">
            <a:avLst/>
          </a:prstGeom>
          <a:solidFill>
            <a:srgbClr val="FF330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Oval 57">
            <a:extLst>
              <a:ext uri="{FF2B5EF4-FFF2-40B4-BE49-F238E27FC236}">
                <a16:creationId xmlns:a16="http://schemas.microsoft.com/office/drawing/2014/main" id="{D07F4416-5C9E-89BE-70D6-29A97C362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3854" y="4076104"/>
            <a:ext cx="85725" cy="85725"/>
          </a:xfrm>
          <a:prstGeom prst="ellipse">
            <a:avLst/>
          </a:prstGeom>
          <a:solidFill>
            <a:srgbClr val="FF330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" name="Line 58">
            <a:extLst>
              <a:ext uri="{FF2B5EF4-FFF2-40B4-BE49-F238E27FC236}">
                <a16:creationId xmlns:a16="http://schemas.microsoft.com/office/drawing/2014/main" id="{C8D6F87D-0E26-3F06-13AC-21583254066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74729" y="3660179"/>
            <a:ext cx="342900" cy="473075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2" name="Line 59">
            <a:extLst>
              <a:ext uri="{FF2B5EF4-FFF2-40B4-BE49-F238E27FC236}">
                <a16:creationId xmlns:a16="http://schemas.microsoft.com/office/drawing/2014/main" id="{E9E84474-1225-F6EC-8788-50310C034A7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489054" y="3657004"/>
            <a:ext cx="342900" cy="45720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3" name="Oval 60">
            <a:extLst>
              <a:ext uri="{FF2B5EF4-FFF2-40B4-BE49-F238E27FC236}">
                <a16:creationId xmlns:a16="http://schemas.microsoft.com/office/drawing/2014/main" id="{21CC9CF5-5B32-0E07-72E8-8E9586BC4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0004" y="3637954"/>
            <a:ext cx="85725" cy="85725"/>
          </a:xfrm>
          <a:prstGeom prst="ellipse">
            <a:avLst/>
          </a:prstGeom>
          <a:solidFill>
            <a:srgbClr val="FF330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" name="Arc 61">
            <a:extLst>
              <a:ext uri="{FF2B5EF4-FFF2-40B4-BE49-F238E27FC236}">
                <a16:creationId xmlns:a16="http://schemas.microsoft.com/office/drawing/2014/main" id="{5D4A7773-1210-ABBF-9239-27A96D8AF364}"/>
              </a:ext>
            </a:extLst>
          </p:cNvPr>
          <p:cNvSpPr>
            <a:spLocks/>
          </p:cNvSpPr>
          <p:nvPr/>
        </p:nvSpPr>
        <p:spPr bwMode="auto">
          <a:xfrm flipV="1">
            <a:off x="5166791" y="3399829"/>
            <a:ext cx="706438" cy="800100"/>
          </a:xfrm>
          <a:custGeom>
            <a:avLst/>
            <a:gdLst>
              <a:gd name="T0" fmla="*/ 0 w 19053"/>
              <a:gd name="T1" fmla="*/ 2147483647 h 21600"/>
              <a:gd name="T2" fmla="*/ 2147483647 w 19053"/>
              <a:gd name="T3" fmla="*/ 2147483647 h 21600"/>
              <a:gd name="T4" fmla="*/ 2147483647 w 19053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053" h="21600" fill="none" extrusionOk="0">
                <a:moveTo>
                  <a:pt x="-1" y="2066"/>
                </a:moveTo>
                <a:cubicBezTo>
                  <a:pt x="2883" y="705"/>
                  <a:pt x="6031" y="-1"/>
                  <a:pt x="9220" y="0"/>
                </a:cubicBezTo>
                <a:cubicBezTo>
                  <a:pt x="12638" y="0"/>
                  <a:pt x="16008" y="811"/>
                  <a:pt x="19053" y="2367"/>
                </a:cubicBezTo>
              </a:path>
              <a:path w="19053" h="21600" stroke="0" extrusionOk="0">
                <a:moveTo>
                  <a:pt x="-1" y="2066"/>
                </a:moveTo>
                <a:cubicBezTo>
                  <a:pt x="2883" y="705"/>
                  <a:pt x="6031" y="-1"/>
                  <a:pt x="9220" y="0"/>
                </a:cubicBezTo>
                <a:cubicBezTo>
                  <a:pt x="12638" y="0"/>
                  <a:pt x="16008" y="811"/>
                  <a:pt x="19053" y="2367"/>
                </a:cubicBezTo>
                <a:lnTo>
                  <a:pt x="9220" y="21600"/>
                </a:lnTo>
                <a:lnTo>
                  <a:pt x="-1" y="2066"/>
                </a:lnTo>
                <a:close/>
              </a:path>
            </a:pathLst>
          </a:cu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5" name="Line 62">
            <a:extLst>
              <a:ext uri="{FF2B5EF4-FFF2-40B4-BE49-F238E27FC236}">
                <a16:creationId xmlns:a16="http://schemas.microsoft.com/office/drawing/2014/main" id="{E92A861D-84A2-5373-62BC-C3D4CCF1922C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4729" y="4123729"/>
            <a:ext cx="0" cy="43815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6" name="Line 63">
            <a:extLst>
              <a:ext uri="{FF2B5EF4-FFF2-40B4-BE49-F238E27FC236}">
                <a16:creationId xmlns:a16="http://schemas.microsoft.com/office/drawing/2014/main" id="{5D9780E8-9205-ED8C-494B-2491ECFA2E88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1479" y="4142779"/>
            <a:ext cx="0" cy="43815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7" name="Line 64">
            <a:extLst>
              <a:ext uri="{FF2B5EF4-FFF2-40B4-BE49-F238E27FC236}">
                <a16:creationId xmlns:a16="http://schemas.microsoft.com/office/drawing/2014/main" id="{95FEA977-A0AF-D18B-7990-9E52DE91E58A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8104" y="3676054"/>
            <a:ext cx="0" cy="43815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8" name="Oval 65">
            <a:extLst>
              <a:ext uri="{FF2B5EF4-FFF2-40B4-BE49-F238E27FC236}">
                <a16:creationId xmlns:a16="http://schemas.microsoft.com/office/drawing/2014/main" id="{092741B7-8287-3902-B07D-336A81426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6629" y="4514254"/>
            <a:ext cx="85725" cy="85725"/>
          </a:xfrm>
          <a:prstGeom prst="ellipse">
            <a:avLst/>
          </a:prstGeom>
          <a:solidFill>
            <a:srgbClr val="FF330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" name="Oval 66">
            <a:extLst>
              <a:ext uri="{FF2B5EF4-FFF2-40B4-BE49-F238E27FC236}">
                <a16:creationId xmlns:a16="http://schemas.microsoft.com/office/drawing/2014/main" id="{9A799075-06C0-1BD8-5A49-D0D6E27F95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3379" y="4495204"/>
            <a:ext cx="85725" cy="85725"/>
          </a:xfrm>
          <a:prstGeom prst="ellipse">
            <a:avLst/>
          </a:prstGeom>
          <a:solidFill>
            <a:srgbClr val="FF330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" name="Oval 67">
            <a:extLst>
              <a:ext uri="{FF2B5EF4-FFF2-40B4-BE49-F238E27FC236}">
                <a16:creationId xmlns:a16="http://schemas.microsoft.com/office/drawing/2014/main" id="{1CC091EA-2134-F2D0-ED5F-9FF0D12C2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0004" y="4066579"/>
            <a:ext cx="85725" cy="85725"/>
          </a:xfrm>
          <a:prstGeom prst="ellipse">
            <a:avLst/>
          </a:prstGeom>
          <a:solidFill>
            <a:srgbClr val="FF330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" name="Arc 68">
            <a:extLst>
              <a:ext uri="{FF2B5EF4-FFF2-40B4-BE49-F238E27FC236}">
                <a16:creationId xmlns:a16="http://schemas.microsoft.com/office/drawing/2014/main" id="{7A76C5F2-9593-5B25-CC81-5E77CAEC6BBE}"/>
              </a:ext>
            </a:extLst>
          </p:cNvPr>
          <p:cNvSpPr>
            <a:spLocks/>
          </p:cNvSpPr>
          <p:nvPr/>
        </p:nvSpPr>
        <p:spPr bwMode="auto">
          <a:xfrm flipV="1">
            <a:off x="5166791" y="3809404"/>
            <a:ext cx="706438" cy="800100"/>
          </a:xfrm>
          <a:custGeom>
            <a:avLst/>
            <a:gdLst>
              <a:gd name="T0" fmla="*/ 0 w 19053"/>
              <a:gd name="T1" fmla="*/ 2147483647 h 21600"/>
              <a:gd name="T2" fmla="*/ 2147483647 w 19053"/>
              <a:gd name="T3" fmla="*/ 2147483647 h 21600"/>
              <a:gd name="T4" fmla="*/ 2147483647 w 19053"/>
              <a:gd name="T5" fmla="*/ 2147483647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9053" h="21600" fill="none" extrusionOk="0">
                <a:moveTo>
                  <a:pt x="-1" y="2066"/>
                </a:moveTo>
                <a:cubicBezTo>
                  <a:pt x="2883" y="705"/>
                  <a:pt x="6031" y="-1"/>
                  <a:pt x="9220" y="0"/>
                </a:cubicBezTo>
                <a:cubicBezTo>
                  <a:pt x="12638" y="0"/>
                  <a:pt x="16008" y="811"/>
                  <a:pt x="19053" y="2367"/>
                </a:cubicBezTo>
              </a:path>
              <a:path w="19053" h="21600" stroke="0" extrusionOk="0">
                <a:moveTo>
                  <a:pt x="-1" y="2066"/>
                </a:moveTo>
                <a:cubicBezTo>
                  <a:pt x="2883" y="705"/>
                  <a:pt x="6031" y="-1"/>
                  <a:pt x="9220" y="0"/>
                </a:cubicBezTo>
                <a:cubicBezTo>
                  <a:pt x="12638" y="0"/>
                  <a:pt x="16008" y="811"/>
                  <a:pt x="19053" y="2367"/>
                </a:cubicBezTo>
                <a:lnTo>
                  <a:pt x="9220" y="21600"/>
                </a:lnTo>
                <a:lnTo>
                  <a:pt x="-1" y="2066"/>
                </a:lnTo>
                <a:close/>
              </a:path>
            </a:pathLst>
          </a:cu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2" name="Arc 69">
            <a:extLst>
              <a:ext uri="{FF2B5EF4-FFF2-40B4-BE49-F238E27FC236}">
                <a16:creationId xmlns:a16="http://schemas.microsoft.com/office/drawing/2014/main" id="{D6E43FCD-9152-8DBD-1967-1C562FD6132C}"/>
              </a:ext>
            </a:extLst>
          </p:cNvPr>
          <p:cNvSpPr>
            <a:spLocks/>
          </p:cNvSpPr>
          <p:nvPr/>
        </p:nvSpPr>
        <p:spPr bwMode="auto">
          <a:xfrm>
            <a:off x="2842676" y="4146890"/>
            <a:ext cx="390514" cy="439597"/>
          </a:xfrm>
          <a:custGeom>
            <a:avLst/>
            <a:gdLst>
              <a:gd name="T0" fmla="*/ 2147483647 w 24316"/>
              <a:gd name="T1" fmla="*/ 0 h 25757"/>
              <a:gd name="T2" fmla="*/ 0 w 24316"/>
              <a:gd name="T3" fmla="*/ 2147483647 h 25757"/>
              <a:gd name="T4" fmla="*/ 2147483647 w 24316"/>
              <a:gd name="T5" fmla="*/ 2147483647 h 25757"/>
              <a:gd name="T6" fmla="*/ 0 60000 65536"/>
              <a:gd name="T7" fmla="*/ 0 60000 65536"/>
              <a:gd name="T8" fmla="*/ 0 60000 65536"/>
              <a:gd name="connsiteX0" fmla="*/ 23912 w 25760"/>
              <a:gd name="connsiteY0" fmla="*/ 0 h 25758"/>
              <a:gd name="connsiteX1" fmla="*/ 24316 w 25760"/>
              <a:gd name="connsiteY1" fmla="*/ 4158 h 25758"/>
              <a:gd name="connsiteX2" fmla="*/ 2716 w 25760"/>
              <a:gd name="connsiteY2" fmla="*/ 25758 h 25758"/>
              <a:gd name="connsiteX3" fmla="*/ 0 w 25760"/>
              <a:gd name="connsiteY3" fmla="*/ 25586 h 25758"/>
              <a:gd name="connsiteX0" fmla="*/ 23912 w 25760"/>
              <a:gd name="connsiteY0" fmla="*/ 0 h 25758"/>
              <a:gd name="connsiteX1" fmla="*/ 24316 w 25760"/>
              <a:gd name="connsiteY1" fmla="*/ 4158 h 25758"/>
              <a:gd name="connsiteX2" fmla="*/ 3817 w 25760"/>
              <a:gd name="connsiteY2" fmla="*/ 25333 h 25758"/>
              <a:gd name="connsiteX3" fmla="*/ 0 w 25760"/>
              <a:gd name="connsiteY3" fmla="*/ 25586 h 25758"/>
              <a:gd name="connsiteX4" fmla="*/ 2716 w 25760"/>
              <a:gd name="connsiteY4" fmla="*/ 4158 h 25758"/>
              <a:gd name="connsiteX5" fmla="*/ 23912 w 25760"/>
              <a:gd name="connsiteY5" fmla="*/ 0 h 25758"/>
              <a:gd name="connsiteX0" fmla="*/ 23912 w 25760"/>
              <a:gd name="connsiteY0" fmla="*/ 0 h 26965"/>
              <a:gd name="connsiteX1" fmla="*/ 24316 w 25760"/>
              <a:gd name="connsiteY1" fmla="*/ 4158 h 26965"/>
              <a:gd name="connsiteX2" fmla="*/ 2716 w 25760"/>
              <a:gd name="connsiteY2" fmla="*/ 25758 h 26965"/>
              <a:gd name="connsiteX3" fmla="*/ 0 w 25760"/>
              <a:gd name="connsiteY3" fmla="*/ 25586 h 26965"/>
              <a:gd name="connsiteX0" fmla="*/ 23912 w 25760"/>
              <a:gd name="connsiteY0" fmla="*/ 0 h 26965"/>
              <a:gd name="connsiteX1" fmla="*/ 24316 w 25760"/>
              <a:gd name="connsiteY1" fmla="*/ 4158 h 26965"/>
              <a:gd name="connsiteX2" fmla="*/ 3817 w 25760"/>
              <a:gd name="connsiteY2" fmla="*/ 25333 h 26965"/>
              <a:gd name="connsiteX3" fmla="*/ 275 w 25760"/>
              <a:gd name="connsiteY3" fmla="*/ 25444 h 26965"/>
              <a:gd name="connsiteX4" fmla="*/ 2716 w 25760"/>
              <a:gd name="connsiteY4" fmla="*/ 4158 h 26965"/>
              <a:gd name="connsiteX5" fmla="*/ 23912 w 25760"/>
              <a:gd name="connsiteY5" fmla="*/ 0 h 26965"/>
              <a:gd name="connsiteX0" fmla="*/ 23912 w 24674"/>
              <a:gd name="connsiteY0" fmla="*/ 0 h 25758"/>
              <a:gd name="connsiteX1" fmla="*/ 24316 w 24674"/>
              <a:gd name="connsiteY1" fmla="*/ 4158 h 25758"/>
              <a:gd name="connsiteX2" fmla="*/ 2716 w 24674"/>
              <a:gd name="connsiteY2" fmla="*/ 25758 h 25758"/>
              <a:gd name="connsiteX3" fmla="*/ 0 w 24674"/>
              <a:gd name="connsiteY3" fmla="*/ 25586 h 25758"/>
              <a:gd name="connsiteX0" fmla="*/ 23912 w 24674"/>
              <a:gd name="connsiteY0" fmla="*/ 0 h 25758"/>
              <a:gd name="connsiteX1" fmla="*/ 24316 w 24674"/>
              <a:gd name="connsiteY1" fmla="*/ 4158 h 25758"/>
              <a:gd name="connsiteX2" fmla="*/ 18544 w 24674"/>
              <a:gd name="connsiteY2" fmla="*/ 19106 h 25758"/>
              <a:gd name="connsiteX3" fmla="*/ 275 w 24674"/>
              <a:gd name="connsiteY3" fmla="*/ 25444 h 25758"/>
              <a:gd name="connsiteX4" fmla="*/ 2716 w 24674"/>
              <a:gd name="connsiteY4" fmla="*/ 4158 h 25758"/>
              <a:gd name="connsiteX5" fmla="*/ 23912 w 24674"/>
              <a:gd name="connsiteY5" fmla="*/ 0 h 25758"/>
              <a:gd name="connsiteX0" fmla="*/ 23912 w 25185"/>
              <a:gd name="connsiteY0" fmla="*/ 0 h 27820"/>
              <a:gd name="connsiteX1" fmla="*/ 24316 w 25185"/>
              <a:gd name="connsiteY1" fmla="*/ 4158 h 27820"/>
              <a:gd name="connsiteX2" fmla="*/ 11609 w 25185"/>
              <a:gd name="connsiteY2" fmla="*/ 26367 h 27820"/>
              <a:gd name="connsiteX3" fmla="*/ 2716 w 25185"/>
              <a:gd name="connsiteY3" fmla="*/ 25758 h 27820"/>
              <a:gd name="connsiteX4" fmla="*/ 0 w 25185"/>
              <a:gd name="connsiteY4" fmla="*/ 25586 h 27820"/>
              <a:gd name="connsiteX0" fmla="*/ 23912 w 25185"/>
              <a:gd name="connsiteY0" fmla="*/ 0 h 27820"/>
              <a:gd name="connsiteX1" fmla="*/ 24316 w 25185"/>
              <a:gd name="connsiteY1" fmla="*/ 4158 h 27820"/>
              <a:gd name="connsiteX2" fmla="*/ 18544 w 25185"/>
              <a:gd name="connsiteY2" fmla="*/ 19106 h 27820"/>
              <a:gd name="connsiteX3" fmla="*/ 275 w 25185"/>
              <a:gd name="connsiteY3" fmla="*/ 25444 h 27820"/>
              <a:gd name="connsiteX4" fmla="*/ 2716 w 25185"/>
              <a:gd name="connsiteY4" fmla="*/ 4158 h 27820"/>
              <a:gd name="connsiteX5" fmla="*/ 23912 w 25185"/>
              <a:gd name="connsiteY5" fmla="*/ 0 h 27820"/>
              <a:gd name="connsiteX0" fmla="*/ 23912 w 25842"/>
              <a:gd name="connsiteY0" fmla="*/ 0 h 25758"/>
              <a:gd name="connsiteX1" fmla="*/ 24316 w 25842"/>
              <a:gd name="connsiteY1" fmla="*/ 4158 h 25758"/>
              <a:gd name="connsiteX2" fmla="*/ 2716 w 25842"/>
              <a:gd name="connsiteY2" fmla="*/ 25758 h 25758"/>
              <a:gd name="connsiteX3" fmla="*/ 0 w 25842"/>
              <a:gd name="connsiteY3" fmla="*/ 25586 h 25758"/>
              <a:gd name="connsiteX0" fmla="*/ 23912 w 25842"/>
              <a:gd name="connsiteY0" fmla="*/ 0 h 25758"/>
              <a:gd name="connsiteX1" fmla="*/ 24316 w 25842"/>
              <a:gd name="connsiteY1" fmla="*/ 4158 h 25758"/>
              <a:gd name="connsiteX2" fmla="*/ 18544 w 25842"/>
              <a:gd name="connsiteY2" fmla="*/ 19106 h 25758"/>
              <a:gd name="connsiteX3" fmla="*/ 275 w 25842"/>
              <a:gd name="connsiteY3" fmla="*/ 25444 h 25758"/>
              <a:gd name="connsiteX4" fmla="*/ 2716 w 25842"/>
              <a:gd name="connsiteY4" fmla="*/ 4158 h 25758"/>
              <a:gd name="connsiteX5" fmla="*/ 23912 w 25842"/>
              <a:gd name="connsiteY5" fmla="*/ 0 h 25758"/>
              <a:gd name="connsiteX0" fmla="*/ 23912 w 25842"/>
              <a:gd name="connsiteY0" fmla="*/ 0 h 27388"/>
              <a:gd name="connsiteX1" fmla="*/ 24316 w 25842"/>
              <a:gd name="connsiteY1" fmla="*/ 4158 h 27388"/>
              <a:gd name="connsiteX2" fmla="*/ 2716 w 25842"/>
              <a:gd name="connsiteY2" fmla="*/ 25758 h 27388"/>
              <a:gd name="connsiteX3" fmla="*/ 0 w 25842"/>
              <a:gd name="connsiteY3" fmla="*/ 25586 h 27388"/>
              <a:gd name="connsiteX0" fmla="*/ 23912 w 25842"/>
              <a:gd name="connsiteY0" fmla="*/ 0 h 27388"/>
              <a:gd name="connsiteX1" fmla="*/ 24316 w 25842"/>
              <a:gd name="connsiteY1" fmla="*/ 4158 h 27388"/>
              <a:gd name="connsiteX2" fmla="*/ 18819 w 25842"/>
              <a:gd name="connsiteY2" fmla="*/ 25899 h 27388"/>
              <a:gd name="connsiteX3" fmla="*/ 275 w 25842"/>
              <a:gd name="connsiteY3" fmla="*/ 25444 h 27388"/>
              <a:gd name="connsiteX4" fmla="*/ 2716 w 25842"/>
              <a:gd name="connsiteY4" fmla="*/ 4158 h 27388"/>
              <a:gd name="connsiteX5" fmla="*/ 23912 w 25842"/>
              <a:gd name="connsiteY5" fmla="*/ 0 h 27388"/>
              <a:gd name="connsiteX0" fmla="*/ 23912 w 26022"/>
              <a:gd name="connsiteY0" fmla="*/ 0 h 25758"/>
              <a:gd name="connsiteX1" fmla="*/ 24316 w 26022"/>
              <a:gd name="connsiteY1" fmla="*/ 4158 h 25758"/>
              <a:gd name="connsiteX2" fmla="*/ 2716 w 26022"/>
              <a:gd name="connsiteY2" fmla="*/ 25758 h 25758"/>
              <a:gd name="connsiteX3" fmla="*/ 0 w 26022"/>
              <a:gd name="connsiteY3" fmla="*/ 25586 h 25758"/>
              <a:gd name="connsiteX0" fmla="*/ 23912 w 26022"/>
              <a:gd name="connsiteY0" fmla="*/ 0 h 25758"/>
              <a:gd name="connsiteX1" fmla="*/ 24316 w 26022"/>
              <a:gd name="connsiteY1" fmla="*/ 4158 h 25758"/>
              <a:gd name="connsiteX2" fmla="*/ 275 w 26022"/>
              <a:gd name="connsiteY2" fmla="*/ 25444 h 25758"/>
              <a:gd name="connsiteX3" fmla="*/ 2716 w 26022"/>
              <a:gd name="connsiteY3" fmla="*/ 4158 h 25758"/>
              <a:gd name="connsiteX4" fmla="*/ 23912 w 26022"/>
              <a:gd name="connsiteY4" fmla="*/ 0 h 25758"/>
              <a:gd name="connsiteX0" fmla="*/ 23912 w 25842"/>
              <a:gd name="connsiteY0" fmla="*/ 0 h 25758"/>
              <a:gd name="connsiteX1" fmla="*/ 24316 w 25842"/>
              <a:gd name="connsiteY1" fmla="*/ 4158 h 25758"/>
              <a:gd name="connsiteX2" fmla="*/ 2716 w 25842"/>
              <a:gd name="connsiteY2" fmla="*/ 25758 h 25758"/>
              <a:gd name="connsiteX3" fmla="*/ 0 w 25842"/>
              <a:gd name="connsiteY3" fmla="*/ 25586 h 25758"/>
              <a:gd name="connsiteX0" fmla="*/ 23912 w 25842"/>
              <a:gd name="connsiteY0" fmla="*/ 0 h 25758"/>
              <a:gd name="connsiteX1" fmla="*/ 21150 w 25842"/>
              <a:gd name="connsiteY1" fmla="*/ 16753 h 25758"/>
              <a:gd name="connsiteX2" fmla="*/ 275 w 25842"/>
              <a:gd name="connsiteY2" fmla="*/ 25444 h 25758"/>
              <a:gd name="connsiteX3" fmla="*/ 2716 w 25842"/>
              <a:gd name="connsiteY3" fmla="*/ 4158 h 25758"/>
              <a:gd name="connsiteX4" fmla="*/ 23912 w 25842"/>
              <a:gd name="connsiteY4" fmla="*/ 0 h 25758"/>
              <a:gd name="connsiteX0" fmla="*/ 23912 w 25842"/>
              <a:gd name="connsiteY0" fmla="*/ 0 h 25758"/>
              <a:gd name="connsiteX1" fmla="*/ 24316 w 25842"/>
              <a:gd name="connsiteY1" fmla="*/ 4158 h 25758"/>
              <a:gd name="connsiteX2" fmla="*/ 2716 w 25842"/>
              <a:gd name="connsiteY2" fmla="*/ 25758 h 25758"/>
              <a:gd name="connsiteX3" fmla="*/ 0 w 25842"/>
              <a:gd name="connsiteY3" fmla="*/ 25586 h 25758"/>
              <a:gd name="connsiteX0" fmla="*/ 23912 w 25842"/>
              <a:gd name="connsiteY0" fmla="*/ 0 h 25758"/>
              <a:gd name="connsiteX1" fmla="*/ 275 w 25842"/>
              <a:gd name="connsiteY1" fmla="*/ 25444 h 25758"/>
              <a:gd name="connsiteX2" fmla="*/ 2716 w 25842"/>
              <a:gd name="connsiteY2" fmla="*/ 4158 h 25758"/>
              <a:gd name="connsiteX3" fmla="*/ 23912 w 25842"/>
              <a:gd name="connsiteY3" fmla="*/ 0 h 25758"/>
              <a:gd name="connsiteX0" fmla="*/ 23912 w 24101"/>
              <a:gd name="connsiteY0" fmla="*/ 0 h 25758"/>
              <a:gd name="connsiteX1" fmla="*/ 21150 w 24101"/>
              <a:gd name="connsiteY1" fmla="*/ 17886 h 25758"/>
              <a:gd name="connsiteX2" fmla="*/ 2716 w 24101"/>
              <a:gd name="connsiteY2" fmla="*/ 25758 h 25758"/>
              <a:gd name="connsiteX3" fmla="*/ 0 w 24101"/>
              <a:gd name="connsiteY3" fmla="*/ 25586 h 25758"/>
              <a:gd name="connsiteX0" fmla="*/ 23912 w 24101"/>
              <a:gd name="connsiteY0" fmla="*/ 0 h 25758"/>
              <a:gd name="connsiteX1" fmla="*/ 275 w 24101"/>
              <a:gd name="connsiteY1" fmla="*/ 25444 h 25758"/>
              <a:gd name="connsiteX2" fmla="*/ 2716 w 24101"/>
              <a:gd name="connsiteY2" fmla="*/ 4158 h 25758"/>
              <a:gd name="connsiteX3" fmla="*/ 23912 w 24101"/>
              <a:gd name="connsiteY3" fmla="*/ 0 h 25758"/>
              <a:gd name="connsiteX0" fmla="*/ 23912 w 24101"/>
              <a:gd name="connsiteY0" fmla="*/ 0 h 25758"/>
              <a:gd name="connsiteX1" fmla="*/ 21150 w 24101"/>
              <a:gd name="connsiteY1" fmla="*/ 17886 h 25758"/>
              <a:gd name="connsiteX2" fmla="*/ 2716 w 24101"/>
              <a:gd name="connsiteY2" fmla="*/ 25758 h 25758"/>
              <a:gd name="connsiteX3" fmla="*/ 0 w 24101"/>
              <a:gd name="connsiteY3" fmla="*/ 25586 h 25758"/>
              <a:gd name="connsiteX0" fmla="*/ 23912 w 24101"/>
              <a:gd name="connsiteY0" fmla="*/ 0 h 25758"/>
              <a:gd name="connsiteX1" fmla="*/ 275 w 24101"/>
              <a:gd name="connsiteY1" fmla="*/ 25444 h 25758"/>
              <a:gd name="connsiteX2" fmla="*/ 598 w 24101"/>
              <a:gd name="connsiteY2" fmla="*/ 25235 h 25758"/>
              <a:gd name="connsiteX3" fmla="*/ 2716 w 24101"/>
              <a:gd name="connsiteY3" fmla="*/ 4158 h 25758"/>
              <a:gd name="connsiteX4" fmla="*/ 23912 w 24101"/>
              <a:gd name="connsiteY4" fmla="*/ 0 h 25758"/>
              <a:gd name="connsiteX0" fmla="*/ 23912 w 24101"/>
              <a:gd name="connsiteY0" fmla="*/ 0 h 25758"/>
              <a:gd name="connsiteX1" fmla="*/ 21150 w 24101"/>
              <a:gd name="connsiteY1" fmla="*/ 17886 h 25758"/>
              <a:gd name="connsiteX2" fmla="*/ 2716 w 24101"/>
              <a:gd name="connsiteY2" fmla="*/ 25758 h 25758"/>
              <a:gd name="connsiteX3" fmla="*/ 0 w 24101"/>
              <a:gd name="connsiteY3" fmla="*/ 25586 h 25758"/>
              <a:gd name="connsiteX0" fmla="*/ 23912 w 24101"/>
              <a:gd name="connsiteY0" fmla="*/ 0 h 25758"/>
              <a:gd name="connsiteX1" fmla="*/ 275 w 24101"/>
              <a:gd name="connsiteY1" fmla="*/ 25444 h 25758"/>
              <a:gd name="connsiteX2" fmla="*/ 2716 w 24101"/>
              <a:gd name="connsiteY2" fmla="*/ 4158 h 25758"/>
              <a:gd name="connsiteX3" fmla="*/ 23912 w 24101"/>
              <a:gd name="connsiteY3" fmla="*/ 0 h 25758"/>
              <a:gd name="connsiteX0" fmla="*/ 23912 w 24101"/>
              <a:gd name="connsiteY0" fmla="*/ 0 h 25758"/>
              <a:gd name="connsiteX1" fmla="*/ 21150 w 24101"/>
              <a:gd name="connsiteY1" fmla="*/ 17886 h 25758"/>
              <a:gd name="connsiteX2" fmla="*/ 2716 w 24101"/>
              <a:gd name="connsiteY2" fmla="*/ 25758 h 25758"/>
              <a:gd name="connsiteX3" fmla="*/ 0 w 24101"/>
              <a:gd name="connsiteY3" fmla="*/ 25586 h 25758"/>
              <a:gd name="connsiteX0" fmla="*/ 23912 w 24101"/>
              <a:gd name="connsiteY0" fmla="*/ 0 h 25758"/>
              <a:gd name="connsiteX1" fmla="*/ 2716 w 24101"/>
              <a:gd name="connsiteY1" fmla="*/ 4158 h 25758"/>
              <a:gd name="connsiteX2" fmla="*/ 23912 w 24101"/>
              <a:gd name="connsiteY2" fmla="*/ 0 h 25758"/>
              <a:gd name="connsiteX0" fmla="*/ 21196 w 21385"/>
              <a:gd name="connsiteY0" fmla="*/ 0 h 25758"/>
              <a:gd name="connsiteX1" fmla="*/ 18434 w 21385"/>
              <a:gd name="connsiteY1" fmla="*/ 17886 h 25758"/>
              <a:gd name="connsiteX2" fmla="*/ 0 w 21385"/>
              <a:gd name="connsiteY2" fmla="*/ 25758 h 25758"/>
              <a:gd name="connsiteX0" fmla="*/ 21196 w 21385"/>
              <a:gd name="connsiteY0" fmla="*/ 0 h 25758"/>
              <a:gd name="connsiteX1" fmla="*/ 0 w 21385"/>
              <a:gd name="connsiteY1" fmla="*/ 4158 h 25758"/>
              <a:gd name="connsiteX2" fmla="*/ 21196 w 21385"/>
              <a:gd name="connsiteY2" fmla="*/ 0 h 25758"/>
              <a:gd name="connsiteX0" fmla="*/ 21884 w 22097"/>
              <a:gd name="connsiteY0" fmla="*/ 0 h 24909"/>
              <a:gd name="connsiteX1" fmla="*/ 19122 w 22097"/>
              <a:gd name="connsiteY1" fmla="*/ 17886 h 24909"/>
              <a:gd name="connsiteX2" fmla="*/ 0 w 22097"/>
              <a:gd name="connsiteY2" fmla="*/ 24909 h 24909"/>
              <a:gd name="connsiteX0" fmla="*/ 21884 w 22097"/>
              <a:gd name="connsiteY0" fmla="*/ 0 h 24909"/>
              <a:gd name="connsiteX1" fmla="*/ 688 w 22097"/>
              <a:gd name="connsiteY1" fmla="*/ 4158 h 24909"/>
              <a:gd name="connsiteX2" fmla="*/ 21884 w 22097"/>
              <a:gd name="connsiteY2" fmla="*/ 0 h 24909"/>
              <a:gd name="connsiteX0" fmla="*/ 21884 w 22097"/>
              <a:gd name="connsiteY0" fmla="*/ 0 h 24909"/>
              <a:gd name="connsiteX1" fmla="*/ 19122 w 22097"/>
              <a:gd name="connsiteY1" fmla="*/ 17886 h 24909"/>
              <a:gd name="connsiteX2" fmla="*/ 0 w 22097"/>
              <a:gd name="connsiteY2" fmla="*/ 24909 h 24909"/>
              <a:gd name="connsiteX0" fmla="*/ 21884 w 22097"/>
              <a:gd name="connsiteY0" fmla="*/ 0 h 24909"/>
              <a:gd name="connsiteX1" fmla="*/ 688 w 22097"/>
              <a:gd name="connsiteY1" fmla="*/ 4158 h 24909"/>
              <a:gd name="connsiteX2" fmla="*/ 21884 w 22097"/>
              <a:gd name="connsiteY2" fmla="*/ 0 h 24909"/>
              <a:gd name="connsiteX0" fmla="*/ 21884 w 21945"/>
              <a:gd name="connsiteY0" fmla="*/ 0 h 24909"/>
              <a:gd name="connsiteX1" fmla="*/ 18021 w 21945"/>
              <a:gd name="connsiteY1" fmla="*/ 17461 h 24909"/>
              <a:gd name="connsiteX2" fmla="*/ 0 w 21945"/>
              <a:gd name="connsiteY2" fmla="*/ 24909 h 24909"/>
              <a:gd name="connsiteX0" fmla="*/ 21884 w 21945"/>
              <a:gd name="connsiteY0" fmla="*/ 0 h 24909"/>
              <a:gd name="connsiteX1" fmla="*/ 688 w 21945"/>
              <a:gd name="connsiteY1" fmla="*/ 4158 h 24909"/>
              <a:gd name="connsiteX2" fmla="*/ 21884 w 21945"/>
              <a:gd name="connsiteY2" fmla="*/ 0 h 24909"/>
              <a:gd name="connsiteX0" fmla="*/ 21884 w 22022"/>
              <a:gd name="connsiteY0" fmla="*/ 0 h 24909"/>
              <a:gd name="connsiteX1" fmla="*/ 18021 w 22022"/>
              <a:gd name="connsiteY1" fmla="*/ 17461 h 24909"/>
              <a:gd name="connsiteX2" fmla="*/ 0 w 22022"/>
              <a:gd name="connsiteY2" fmla="*/ 24909 h 24909"/>
              <a:gd name="connsiteX0" fmla="*/ 22022 w 22022"/>
              <a:gd name="connsiteY0" fmla="*/ 1274 h 24909"/>
              <a:gd name="connsiteX1" fmla="*/ 688 w 22022"/>
              <a:gd name="connsiteY1" fmla="*/ 4158 h 24909"/>
              <a:gd name="connsiteX2" fmla="*/ 22022 w 22022"/>
              <a:gd name="connsiteY2" fmla="*/ 1274 h 24909"/>
              <a:gd name="connsiteX0" fmla="*/ 23811 w 23833"/>
              <a:gd name="connsiteY0" fmla="*/ 2406 h 23635"/>
              <a:gd name="connsiteX1" fmla="*/ 18021 w 23833"/>
              <a:gd name="connsiteY1" fmla="*/ 16187 h 23635"/>
              <a:gd name="connsiteX2" fmla="*/ 0 w 23833"/>
              <a:gd name="connsiteY2" fmla="*/ 23635 h 23635"/>
              <a:gd name="connsiteX0" fmla="*/ 22022 w 23833"/>
              <a:gd name="connsiteY0" fmla="*/ 0 h 23635"/>
              <a:gd name="connsiteX1" fmla="*/ 688 w 23833"/>
              <a:gd name="connsiteY1" fmla="*/ 2884 h 23635"/>
              <a:gd name="connsiteX2" fmla="*/ 22022 w 23833"/>
              <a:gd name="connsiteY2" fmla="*/ 0 h 23635"/>
              <a:gd name="connsiteX0" fmla="*/ 23811 w 23811"/>
              <a:gd name="connsiteY0" fmla="*/ 2406 h 23635"/>
              <a:gd name="connsiteX1" fmla="*/ 18021 w 23811"/>
              <a:gd name="connsiteY1" fmla="*/ 16187 h 23635"/>
              <a:gd name="connsiteX2" fmla="*/ 0 w 23811"/>
              <a:gd name="connsiteY2" fmla="*/ 23635 h 23635"/>
              <a:gd name="connsiteX0" fmla="*/ 22022 w 23811"/>
              <a:gd name="connsiteY0" fmla="*/ 0 h 23635"/>
              <a:gd name="connsiteX1" fmla="*/ 688 w 23811"/>
              <a:gd name="connsiteY1" fmla="*/ 2884 h 23635"/>
              <a:gd name="connsiteX2" fmla="*/ 22022 w 23811"/>
              <a:gd name="connsiteY2" fmla="*/ 0 h 23635"/>
              <a:gd name="connsiteX0" fmla="*/ 23811 w 27307"/>
              <a:gd name="connsiteY0" fmla="*/ 2406 h 23635"/>
              <a:gd name="connsiteX1" fmla="*/ 18021 w 27307"/>
              <a:gd name="connsiteY1" fmla="*/ 16187 h 23635"/>
              <a:gd name="connsiteX2" fmla="*/ 0 w 27307"/>
              <a:gd name="connsiteY2" fmla="*/ 23635 h 23635"/>
              <a:gd name="connsiteX0" fmla="*/ 22022 w 27307"/>
              <a:gd name="connsiteY0" fmla="*/ 0 h 23635"/>
              <a:gd name="connsiteX1" fmla="*/ 688 w 27307"/>
              <a:gd name="connsiteY1" fmla="*/ 2884 h 23635"/>
              <a:gd name="connsiteX2" fmla="*/ 27307 w 27307"/>
              <a:gd name="connsiteY2" fmla="*/ 5434 h 23635"/>
              <a:gd name="connsiteX0" fmla="*/ 23811 w 23811"/>
              <a:gd name="connsiteY0" fmla="*/ 4897 h 26126"/>
              <a:gd name="connsiteX1" fmla="*/ 18021 w 23811"/>
              <a:gd name="connsiteY1" fmla="*/ 18678 h 26126"/>
              <a:gd name="connsiteX2" fmla="*/ 0 w 23811"/>
              <a:gd name="connsiteY2" fmla="*/ 26126 h 26126"/>
              <a:gd name="connsiteX0" fmla="*/ 22022 w 23811"/>
              <a:gd name="connsiteY0" fmla="*/ 2491 h 26126"/>
              <a:gd name="connsiteX1" fmla="*/ 688 w 23811"/>
              <a:gd name="connsiteY1" fmla="*/ 5375 h 26126"/>
              <a:gd name="connsiteX2" fmla="*/ 14369 w 23811"/>
              <a:gd name="connsiteY2" fmla="*/ 0 h 26126"/>
              <a:gd name="connsiteX0" fmla="*/ 23811 w 23811"/>
              <a:gd name="connsiteY0" fmla="*/ 6369 h 27598"/>
              <a:gd name="connsiteX1" fmla="*/ 18021 w 23811"/>
              <a:gd name="connsiteY1" fmla="*/ 20150 h 27598"/>
              <a:gd name="connsiteX2" fmla="*/ 0 w 23811"/>
              <a:gd name="connsiteY2" fmla="*/ 27598 h 27598"/>
              <a:gd name="connsiteX0" fmla="*/ 15691 w 23811"/>
              <a:gd name="connsiteY0" fmla="*/ 0 h 27598"/>
              <a:gd name="connsiteX1" fmla="*/ 688 w 23811"/>
              <a:gd name="connsiteY1" fmla="*/ 6847 h 27598"/>
              <a:gd name="connsiteX2" fmla="*/ 14369 w 23811"/>
              <a:gd name="connsiteY2" fmla="*/ 1472 h 27598"/>
              <a:gd name="connsiteX0" fmla="*/ 23811 w 23811"/>
              <a:gd name="connsiteY0" fmla="*/ 4897 h 26126"/>
              <a:gd name="connsiteX1" fmla="*/ 18021 w 23811"/>
              <a:gd name="connsiteY1" fmla="*/ 18678 h 26126"/>
              <a:gd name="connsiteX2" fmla="*/ 0 w 23811"/>
              <a:gd name="connsiteY2" fmla="*/ 26126 h 26126"/>
              <a:gd name="connsiteX0" fmla="*/ 688 w 23811"/>
              <a:gd name="connsiteY0" fmla="*/ 5375 h 26126"/>
              <a:gd name="connsiteX1" fmla="*/ 14369 w 23811"/>
              <a:gd name="connsiteY1" fmla="*/ 0 h 26126"/>
              <a:gd name="connsiteX0" fmla="*/ 23123 w 23123"/>
              <a:gd name="connsiteY0" fmla="*/ 2916 h 26126"/>
              <a:gd name="connsiteX1" fmla="*/ 18021 w 23123"/>
              <a:gd name="connsiteY1" fmla="*/ 18678 h 26126"/>
              <a:gd name="connsiteX2" fmla="*/ 0 w 23123"/>
              <a:gd name="connsiteY2" fmla="*/ 26126 h 26126"/>
              <a:gd name="connsiteX0" fmla="*/ 688 w 23123"/>
              <a:gd name="connsiteY0" fmla="*/ 5375 h 26126"/>
              <a:gd name="connsiteX1" fmla="*/ 14369 w 23123"/>
              <a:gd name="connsiteY1" fmla="*/ 0 h 26126"/>
              <a:gd name="connsiteX0" fmla="*/ 22572 w 22572"/>
              <a:gd name="connsiteY0" fmla="*/ 2208 h 26126"/>
              <a:gd name="connsiteX1" fmla="*/ 18021 w 22572"/>
              <a:gd name="connsiteY1" fmla="*/ 18678 h 26126"/>
              <a:gd name="connsiteX2" fmla="*/ 0 w 22572"/>
              <a:gd name="connsiteY2" fmla="*/ 26126 h 26126"/>
              <a:gd name="connsiteX0" fmla="*/ 688 w 22572"/>
              <a:gd name="connsiteY0" fmla="*/ 5375 h 26126"/>
              <a:gd name="connsiteX1" fmla="*/ 14369 w 22572"/>
              <a:gd name="connsiteY1" fmla="*/ 0 h 26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572" h="26126" fill="none" extrusionOk="0">
                <a:moveTo>
                  <a:pt x="22572" y="2208"/>
                </a:moveTo>
                <a:cubicBezTo>
                  <a:pt x="22152" y="8814"/>
                  <a:pt x="21783" y="14692"/>
                  <a:pt x="18021" y="18678"/>
                </a:cubicBezTo>
                <a:cubicBezTo>
                  <a:pt x="14259" y="22664"/>
                  <a:pt x="6943" y="25668"/>
                  <a:pt x="0" y="26126"/>
                </a:cubicBezTo>
              </a:path>
              <a:path w="22572" h="26126" stroke="0" extrusionOk="0">
                <a:moveTo>
                  <a:pt x="688" y="5375"/>
                </a:moveTo>
                <a:cubicBezTo>
                  <a:pt x="7799" y="4414"/>
                  <a:pt x="14369" y="0"/>
                  <a:pt x="14369" y="0"/>
                </a:cubicBezTo>
              </a:path>
            </a:pathLst>
          </a:custGeom>
          <a:noFill/>
          <a:ln w="76200">
            <a:solidFill>
              <a:srgbClr val="99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33" name="Oval 73">
            <a:extLst>
              <a:ext uri="{FF2B5EF4-FFF2-40B4-BE49-F238E27FC236}">
                <a16:creationId xmlns:a16="http://schemas.microsoft.com/office/drawing/2014/main" id="{F7FAF05A-1F53-F2E6-705A-BFBED0931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4479" y="3380779"/>
            <a:ext cx="95250" cy="95250"/>
          </a:xfrm>
          <a:prstGeom prst="ellipse">
            <a:avLst/>
          </a:prstGeom>
          <a:solidFill>
            <a:srgbClr val="FF330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4" name="Oval 74">
            <a:extLst>
              <a:ext uri="{FF2B5EF4-FFF2-40B4-BE49-F238E27FC236}">
                <a16:creationId xmlns:a16="http://schemas.microsoft.com/office/drawing/2014/main" id="{FB445798-0D53-DC09-7DD1-CC7DF933C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4954" y="2999779"/>
            <a:ext cx="95250" cy="95250"/>
          </a:xfrm>
          <a:prstGeom prst="ellipse">
            <a:avLst/>
          </a:prstGeom>
          <a:solidFill>
            <a:srgbClr val="FF330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" name="Line 75">
            <a:extLst>
              <a:ext uri="{FF2B5EF4-FFF2-40B4-BE49-F238E27FC236}">
                <a16:creationId xmlns:a16="http://schemas.microsoft.com/office/drawing/2014/main" id="{AECB0311-6CCD-A261-0E69-9BBD7ACA249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901929" y="3228379"/>
            <a:ext cx="120650" cy="20955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6" name="Line 76">
            <a:extLst>
              <a:ext uri="{FF2B5EF4-FFF2-40B4-BE49-F238E27FC236}">
                <a16:creationId xmlns:a16="http://schemas.microsoft.com/office/drawing/2014/main" id="{17A361E6-D29C-E56D-CF1C-232C8316BA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08279" y="3037879"/>
            <a:ext cx="123825" cy="201613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8" name="Oval 77">
            <a:extLst>
              <a:ext uri="{FF2B5EF4-FFF2-40B4-BE49-F238E27FC236}">
                <a16:creationId xmlns:a16="http://schemas.microsoft.com/office/drawing/2014/main" id="{CEFEDA33-8695-6D4E-291A-E6D69E2AC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1129" y="3199804"/>
            <a:ext cx="95250" cy="95250"/>
          </a:xfrm>
          <a:prstGeom prst="ellipse">
            <a:avLst/>
          </a:prstGeom>
          <a:solidFill>
            <a:srgbClr val="FF330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" name="Arc 78">
            <a:extLst>
              <a:ext uri="{FF2B5EF4-FFF2-40B4-BE49-F238E27FC236}">
                <a16:creationId xmlns:a16="http://schemas.microsoft.com/office/drawing/2014/main" id="{49548C39-B05E-E2E1-2F59-E8AE03A09E86}"/>
              </a:ext>
            </a:extLst>
          </p:cNvPr>
          <p:cNvSpPr>
            <a:spLocks/>
          </p:cNvSpPr>
          <p:nvPr/>
        </p:nvSpPr>
        <p:spPr bwMode="auto">
          <a:xfrm flipV="1">
            <a:off x="6955904" y="3048992"/>
            <a:ext cx="207962" cy="382587"/>
          </a:xfrm>
          <a:custGeom>
            <a:avLst/>
            <a:gdLst>
              <a:gd name="T0" fmla="*/ 582487149 w 21600"/>
              <a:gd name="T1" fmla="*/ 0 h 39755"/>
              <a:gd name="T2" fmla="*/ 796587484 w 21600"/>
              <a:gd name="T3" fmla="*/ 2147483647 h 39755"/>
              <a:gd name="T4" fmla="*/ 0 w 21600"/>
              <a:gd name="T5" fmla="*/ 1685572010 h 3975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39755" fill="none" extrusionOk="0">
                <a:moveTo>
                  <a:pt x="7041" y="-1"/>
                </a:moveTo>
                <a:cubicBezTo>
                  <a:pt x="15753" y="3003"/>
                  <a:pt x="21600" y="11204"/>
                  <a:pt x="21600" y="20420"/>
                </a:cubicBezTo>
                <a:cubicBezTo>
                  <a:pt x="21600" y="28613"/>
                  <a:pt x="16963" y="36102"/>
                  <a:pt x="9629" y="39755"/>
                </a:cubicBezTo>
              </a:path>
              <a:path w="21600" h="39755" stroke="0" extrusionOk="0">
                <a:moveTo>
                  <a:pt x="7041" y="-1"/>
                </a:moveTo>
                <a:cubicBezTo>
                  <a:pt x="15753" y="3003"/>
                  <a:pt x="21600" y="11204"/>
                  <a:pt x="21600" y="20420"/>
                </a:cubicBezTo>
                <a:cubicBezTo>
                  <a:pt x="21600" y="28613"/>
                  <a:pt x="16963" y="36102"/>
                  <a:pt x="9629" y="39755"/>
                </a:cubicBezTo>
                <a:lnTo>
                  <a:pt x="0" y="20420"/>
                </a:lnTo>
                <a:lnTo>
                  <a:pt x="7041" y="-1"/>
                </a:lnTo>
                <a:close/>
              </a:path>
            </a:pathLst>
          </a:cu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grpSp>
        <p:nvGrpSpPr>
          <p:cNvPr id="40" name="Group 79">
            <a:extLst>
              <a:ext uri="{FF2B5EF4-FFF2-40B4-BE49-F238E27FC236}">
                <a16:creationId xmlns:a16="http://schemas.microsoft.com/office/drawing/2014/main" id="{FAF8498C-0E08-D828-3F06-FC38A314E7CC}"/>
              </a:ext>
            </a:extLst>
          </p:cNvPr>
          <p:cNvGrpSpPr>
            <a:grpSpLocks/>
          </p:cNvGrpSpPr>
          <p:nvPr/>
        </p:nvGrpSpPr>
        <p:grpSpPr bwMode="auto">
          <a:xfrm>
            <a:off x="4654029" y="2755304"/>
            <a:ext cx="2724150" cy="1970088"/>
            <a:chOff x="3206" y="836"/>
            <a:chExt cx="1716" cy="1241"/>
          </a:xfrm>
        </p:grpSpPr>
        <p:grpSp>
          <p:nvGrpSpPr>
            <p:cNvPr id="41" name="Group 80">
              <a:extLst>
                <a:ext uri="{FF2B5EF4-FFF2-40B4-BE49-F238E27FC236}">
                  <a16:creationId xmlns:a16="http://schemas.microsoft.com/office/drawing/2014/main" id="{4EA7535A-9B56-7F37-EB31-B46236C466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06" y="836"/>
              <a:ext cx="1716" cy="1239"/>
              <a:chOff x="3206" y="836"/>
              <a:chExt cx="1716" cy="1239"/>
            </a:xfrm>
          </p:grpSpPr>
          <p:sp>
            <p:nvSpPr>
              <p:cNvPr id="43" name="Line 81">
                <a:extLst>
                  <a:ext uri="{FF2B5EF4-FFF2-40B4-BE49-F238E27FC236}">
                    <a16:creationId xmlns:a16="http://schemas.microsoft.com/office/drawing/2014/main" id="{59917F26-CB44-DF45-E17D-1CFB4DF388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5" y="1516"/>
                <a:ext cx="530" cy="30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44" name="Line 82">
                <a:extLst>
                  <a:ext uri="{FF2B5EF4-FFF2-40B4-BE49-F238E27FC236}">
                    <a16:creationId xmlns:a16="http://schemas.microsoft.com/office/drawing/2014/main" id="{C5BD0398-217F-1922-181D-4225622F39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34" y="1145"/>
                <a:ext cx="1182" cy="68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45" name="Line 83">
                <a:extLst>
                  <a:ext uri="{FF2B5EF4-FFF2-40B4-BE49-F238E27FC236}">
                    <a16:creationId xmlns:a16="http://schemas.microsoft.com/office/drawing/2014/main" id="{88772774-34B6-E7D5-9C26-EA884110C7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06" y="837"/>
                <a:ext cx="1182" cy="68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46" name="Line 84">
                <a:extLst>
                  <a:ext uri="{FF2B5EF4-FFF2-40B4-BE49-F238E27FC236}">
                    <a16:creationId xmlns:a16="http://schemas.microsoft.com/office/drawing/2014/main" id="{00A54F84-63BF-F1E4-1591-8FC321838A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83" y="836"/>
                <a:ext cx="537" cy="31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47" name="Line 85">
                <a:extLst>
                  <a:ext uri="{FF2B5EF4-FFF2-40B4-BE49-F238E27FC236}">
                    <a16:creationId xmlns:a16="http://schemas.microsoft.com/office/drawing/2014/main" id="{2595943B-2561-D222-EDB3-F72EA2B632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07" y="1769"/>
                <a:ext cx="530" cy="30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48" name="Line 86">
                <a:extLst>
                  <a:ext uri="{FF2B5EF4-FFF2-40B4-BE49-F238E27FC236}">
                    <a16:creationId xmlns:a16="http://schemas.microsoft.com/office/drawing/2014/main" id="{300D7EB3-11B5-339D-F209-6D932E76C4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40" y="1392"/>
                <a:ext cx="1182" cy="68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49" name="Line 87">
                <a:extLst>
                  <a:ext uri="{FF2B5EF4-FFF2-40B4-BE49-F238E27FC236}">
                    <a16:creationId xmlns:a16="http://schemas.microsoft.com/office/drawing/2014/main" id="{627C00A8-490F-0F5A-AE4C-FC4872E21A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09" y="1513"/>
                <a:ext cx="0" cy="2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50" name="Line 88">
                <a:extLst>
                  <a:ext uri="{FF2B5EF4-FFF2-40B4-BE49-F238E27FC236}">
                    <a16:creationId xmlns:a16="http://schemas.microsoft.com/office/drawing/2014/main" id="{8E0D2699-3D3F-3164-865B-F32CE500F3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19" y="1144"/>
                <a:ext cx="0" cy="26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2" name="Line 89">
              <a:extLst>
                <a:ext uri="{FF2B5EF4-FFF2-40B4-BE49-F238E27FC236}">
                  <a16:creationId xmlns:a16="http://schemas.microsoft.com/office/drawing/2014/main" id="{D020BC16-7E5A-6149-EEA6-B97347B881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3" y="1813"/>
              <a:ext cx="0" cy="2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</p:grpSp>
      <p:sp>
        <p:nvSpPr>
          <p:cNvPr id="51" name="Oval 90">
            <a:extLst>
              <a:ext uri="{FF2B5EF4-FFF2-40B4-BE49-F238E27FC236}">
                <a16:creationId xmlns:a16="http://schemas.microsoft.com/office/drawing/2014/main" id="{E90ACF7D-4956-46DE-A010-2697009B8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4479" y="3790354"/>
            <a:ext cx="95250" cy="95250"/>
          </a:xfrm>
          <a:prstGeom prst="ellipse">
            <a:avLst/>
          </a:prstGeom>
          <a:solidFill>
            <a:srgbClr val="FF330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2" name="Line 91">
            <a:extLst>
              <a:ext uri="{FF2B5EF4-FFF2-40B4-BE49-F238E27FC236}">
                <a16:creationId xmlns:a16="http://schemas.microsoft.com/office/drawing/2014/main" id="{AFFDA90F-1C34-2212-0199-EA89E459AEB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98754" y="3256954"/>
            <a:ext cx="0" cy="40005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3" name="Oval 92">
            <a:extLst>
              <a:ext uri="{FF2B5EF4-FFF2-40B4-BE49-F238E27FC236}">
                <a16:creationId xmlns:a16="http://schemas.microsoft.com/office/drawing/2014/main" id="{03A35D76-B6C5-49DE-6C11-530F0CBAF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1129" y="3590329"/>
            <a:ext cx="95250" cy="95250"/>
          </a:xfrm>
          <a:prstGeom prst="ellipse">
            <a:avLst/>
          </a:prstGeom>
          <a:solidFill>
            <a:srgbClr val="FF330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4" name="Arc 93">
            <a:extLst>
              <a:ext uri="{FF2B5EF4-FFF2-40B4-BE49-F238E27FC236}">
                <a16:creationId xmlns:a16="http://schemas.microsoft.com/office/drawing/2014/main" id="{4DCC4EFC-2911-5014-8E42-988C7D46DDE3}"/>
              </a:ext>
            </a:extLst>
          </p:cNvPr>
          <p:cNvSpPr>
            <a:spLocks/>
          </p:cNvSpPr>
          <p:nvPr/>
        </p:nvSpPr>
        <p:spPr bwMode="auto">
          <a:xfrm flipV="1">
            <a:off x="6955904" y="3449042"/>
            <a:ext cx="207962" cy="382587"/>
          </a:xfrm>
          <a:custGeom>
            <a:avLst/>
            <a:gdLst>
              <a:gd name="T0" fmla="*/ 582487149 w 21600"/>
              <a:gd name="T1" fmla="*/ 0 h 39755"/>
              <a:gd name="T2" fmla="*/ 796587484 w 21600"/>
              <a:gd name="T3" fmla="*/ 2147483647 h 39755"/>
              <a:gd name="T4" fmla="*/ 0 w 21600"/>
              <a:gd name="T5" fmla="*/ 1685572010 h 3975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39755" fill="none" extrusionOk="0">
                <a:moveTo>
                  <a:pt x="7041" y="-1"/>
                </a:moveTo>
                <a:cubicBezTo>
                  <a:pt x="15753" y="3003"/>
                  <a:pt x="21600" y="11204"/>
                  <a:pt x="21600" y="20420"/>
                </a:cubicBezTo>
                <a:cubicBezTo>
                  <a:pt x="21600" y="28613"/>
                  <a:pt x="16963" y="36102"/>
                  <a:pt x="9629" y="39755"/>
                </a:cubicBezTo>
              </a:path>
              <a:path w="21600" h="39755" stroke="0" extrusionOk="0">
                <a:moveTo>
                  <a:pt x="7041" y="-1"/>
                </a:moveTo>
                <a:cubicBezTo>
                  <a:pt x="15753" y="3003"/>
                  <a:pt x="21600" y="11204"/>
                  <a:pt x="21600" y="20420"/>
                </a:cubicBezTo>
                <a:cubicBezTo>
                  <a:pt x="21600" y="28613"/>
                  <a:pt x="16963" y="36102"/>
                  <a:pt x="9629" y="39755"/>
                </a:cubicBezTo>
                <a:lnTo>
                  <a:pt x="0" y="20420"/>
                </a:lnTo>
                <a:lnTo>
                  <a:pt x="7041" y="-1"/>
                </a:lnTo>
                <a:close/>
              </a:path>
            </a:pathLst>
          </a:custGeom>
          <a:noFill/>
          <a:ln w="127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5" name="Line 94">
            <a:extLst>
              <a:ext uri="{FF2B5EF4-FFF2-40B4-BE49-F238E27FC236}">
                <a16:creationId xmlns:a16="http://schemas.microsoft.com/office/drawing/2014/main" id="{0930E16F-AAE6-195B-C2A9-BC35AF5FF696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5454" y="3218854"/>
            <a:ext cx="0" cy="40005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6" name="Arc 95">
            <a:extLst>
              <a:ext uri="{FF2B5EF4-FFF2-40B4-BE49-F238E27FC236}">
                <a16:creationId xmlns:a16="http://schemas.microsoft.com/office/drawing/2014/main" id="{A6769C2A-9377-B25F-CBA4-B6D34DF3BAA8}"/>
              </a:ext>
            </a:extLst>
          </p:cNvPr>
          <p:cNvSpPr>
            <a:spLocks/>
          </p:cNvSpPr>
          <p:nvPr/>
        </p:nvSpPr>
        <p:spPr bwMode="auto">
          <a:xfrm flipV="1">
            <a:off x="6955904" y="3579217"/>
            <a:ext cx="207962" cy="254000"/>
          </a:xfrm>
          <a:custGeom>
            <a:avLst/>
            <a:gdLst>
              <a:gd name="T0" fmla="*/ 582487149 w 21600"/>
              <a:gd name="T1" fmla="*/ 0 h 26393"/>
              <a:gd name="T2" fmla="*/ 1717259550 w 21600"/>
              <a:gd name="T3" fmla="*/ 2147483647 h 26393"/>
              <a:gd name="T4" fmla="*/ 0 w 21600"/>
              <a:gd name="T5" fmla="*/ 1685698567 h 2639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6393" fill="none" extrusionOk="0">
                <a:moveTo>
                  <a:pt x="7041" y="-1"/>
                </a:moveTo>
                <a:cubicBezTo>
                  <a:pt x="15753" y="3003"/>
                  <a:pt x="21600" y="11204"/>
                  <a:pt x="21600" y="20420"/>
                </a:cubicBezTo>
                <a:cubicBezTo>
                  <a:pt x="21600" y="22440"/>
                  <a:pt x="21316" y="24451"/>
                  <a:pt x="20757" y="26392"/>
                </a:cubicBezTo>
              </a:path>
              <a:path w="21600" h="26393" stroke="0" extrusionOk="0">
                <a:moveTo>
                  <a:pt x="7041" y="-1"/>
                </a:moveTo>
                <a:cubicBezTo>
                  <a:pt x="15753" y="3003"/>
                  <a:pt x="21600" y="11204"/>
                  <a:pt x="21600" y="20420"/>
                </a:cubicBezTo>
                <a:cubicBezTo>
                  <a:pt x="21600" y="22440"/>
                  <a:pt x="21316" y="24451"/>
                  <a:pt x="20757" y="26392"/>
                </a:cubicBezTo>
                <a:lnTo>
                  <a:pt x="0" y="20420"/>
                </a:lnTo>
                <a:lnTo>
                  <a:pt x="7041" y="-1"/>
                </a:lnTo>
                <a:close/>
              </a:path>
            </a:pathLst>
          </a:cu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7" name="Line 96">
            <a:extLst>
              <a:ext uri="{FF2B5EF4-FFF2-40B4-BE49-F238E27FC236}">
                <a16:creationId xmlns:a16="http://schemas.microsoft.com/office/drawing/2014/main" id="{10A71706-1E3F-DD88-0BB1-9BE4B3B407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79579" y="3455392"/>
            <a:ext cx="1123950" cy="64928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58" name="Line 97">
            <a:extLst>
              <a:ext uri="{FF2B5EF4-FFF2-40B4-BE49-F238E27FC236}">
                <a16:creationId xmlns:a16="http://schemas.microsoft.com/office/drawing/2014/main" id="{B7475A43-F522-C696-1149-EA1B0D8275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69904" y="2752851"/>
            <a:ext cx="1868486" cy="107560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59" name="Line 98">
            <a:extLst>
              <a:ext uri="{FF2B5EF4-FFF2-40B4-BE49-F238E27FC236}">
                <a16:creationId xmlns:a16="http://schemas.microsoft.com/office/drawing/2014/main" id="{00204788-05B8-A14B-7456-FE8F0F78F2A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70054" y="3839567"/>
            <a:ext cx="1152525" cy="66516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60" name="Line 99">
            <a:extLst>
              <a:ext uri="{FF2B5EF4-FFF2-40B4-BE49-F238E27FC236}">
                <a16:creationId xmlns:a16="http://schemas.microsoft.com/office/drawing/2014/main" id="{494B8DB2-499E-2FC6-02D1-E6D5A0AC2063}"/>
              </a:ext>
            </a:extLst>
          </p:cNvPr>
          <p:cNvSpPr>
            <a:spLocks noChangeShapeType="1"/>
          </p:cNvSpPr>
          <p:nvPr/>
        </p:nvSpPr>
        <p:spPr bwMode="auto">
          <a:xfrm>
            <a:off x="4660379" y="3818929"/>
            <a:ext cx="495300" cy="2857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61" name="Line 100">
            <a:extLst>
              <a:ext uri="{FF2B5EF4-FFF2-40B4-BE49-F238E27FC236}">
                <a16:creationId xmlns:a16="http://schemas.microsoft.com/office/drawing/2014/main" id="{CB395DB5-4306-4C6A-41F0-0B17B3170268}"/>
              </a:ext>
            </a:extLst>
          </p:cNvPr>
          <p:cNvSpPr>
            <a:spLocks noChangeShapeType="1"/>
          </p:cNvSpPr>
          <p:nvPr/>
        </p:nvSpPr>
        <p:spPr bwMode="auto">
          <a:xfrm>
            <a:off x="4657204" y="4231679"/>
            <a:ext cx="508000" cy="2921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62" name="Line 101">
            <a:extLst>
              <a:ext uri="{FF2B5EF4-FFF2-40B4-BE49-F238E27FC236}">
                <a16:creationId xmlns:a16="http://schemas.microsoft.com/office/drawing/2014/main" id="{65C664FB-6D9A-5754-6950-6F188E1B824F}"/>
              </a:ext>
            </a:extLst>
          </p:cNvPr>
          <p:cNvSpPr>
            <a:spLocks noChangeShapeType="1"/>
          </p:cNvSpPr>
          <p:nvPr/>
        </p:nvSpPr>
        <p:spPr bwMode="auto">
          <a:xfrm>
            <a:off x="6527279" y="2752129"/>
            <a:ext cx="495300" cy="2857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63" name="Line 102">
            <a:extLst>
              <a:ext uri="{FF2B5EF4-FFF2-40B4-BE49-F238E27FC236}">
                <a16:creationId xmlns:a16="http://schemas.microsoft.com/office/drawing/2014/main" id="{084DE89C-54AA-F44D-727C-32F71A533F22}"/>
              </a:ext>
            </a:extLst>
          </p:cNvPr>
          <p:cNvSpPr>
            <a:spLocks noChangeShapeType="1"/>
          </p:cNvSpPr>
          <p:nvPr/>
        </p:nvSpPr>
        <p:spPr bwMode="auto">
          <a:xfrm>
            <a:off x="4660379" y="3828454"/>
            <a:ext cx="0" cy="4286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64" name="AutoShape 103" descr="信纸">
            <a:extLst>
              <a:ext uri="{FF2B5EF4-FFF2-40B4-BE49-F238E27FC236}">
                <a16:creationId xmlns:a16="http://schemas.microsoft.com/office/drawing/2014/main" id="{DFC8E48E-BDAD-7CF1-2727-FD58B77E9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6779" y="3895129"/>
            <a:ext cx="968457" cy="361950"/>
          </a:xfrm>
          <a:prstGeom prst="wedgeRoundRectCallout">
            <a:avLst>
              <a:gd name="adj1" fmla="val -88598"/>
              <a:gd name="adj2" fmla="val -143731"/>
              <a:gd name="adj3" fmla="val 16667"/>
            </a:avLst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5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" name="Text Box 104">
            <a:extLst>
              <a:ext uri="{FF2B5EF4-FFF2-40B4-BE49-F238E27FC236}">
                <a16:creationId xmlns:a16="http://schemas.microsoft.com/office/drawing/2014/main" id="{924A804E-B624-8691-BCFC-E75F2C12E3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8529" y="3876049"/>
            <a:ext cx="14033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轮廓线</a:t>
            </a:r>
          </a:p>
        </p:txBody>
      </p:sp>
      <p:sp>
        <p:nvSpPr>
          <p:cNvPr id="66" name="Text Box 13">
            <a:extLst>
              <a:ext uri="{FF2B5EF4-FFF2-40B4-BE49-F238E27FC236}">
                <a16:creationId xmlns:a16="http://schemas.microsoft.com/office/drawing/2014/main" id="{BCEC61B6-1CCC-7545-1D46-567976BA1D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1737053"/>
            <a:ext cx="215956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zh-CN" altLang="en-US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例：圆角的画法</a:t>
            </a:r>
          </a:p>
        </p:txBody>
      </p:sp>
      <p:sp>
        <p:nvSpPr>
          <p:cNvPr id="68" name="Text Box 13">
            <a:extLst>
              <a:ext uri="{FF2B5EF4-FFF2-40B4-BE49-F238E27FC236}">
                <a16:creationId xmlns:a16="http://schemas.microsoft.com/office/drawing/2014/main" id="{C893CC4B-8749-30D4-386A-1B5BC4272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877" y="1100857"/>
            <a:ext cx="3916457" cy="497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回转体的正等轴测图画法</a:t>
            </a:r>
          </a:p>
        </p:txBody>
      </p:sp>
    </p:spTree>
    <p:extLst>
      <p:ext uri="{BB962C8B-B14F-4D97-AF65-F5344CB8AC3E}">
        <p14:creationId xmlns:p14="http://schemas.microsoft.com/office/powerpoint/2010/main" val="2819786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500"/>
                            </p:stCondLst>
                            <p:childTnLst>
                              <p:par>
                                <p:cTn id="1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500"/>
                            </p:stCondLst>
                            <p:childTnLst>
                              <p:par>
                                <p:cTn id="1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000"/>
                            </p:stCondLst>
                            <p:childTnLst>
                              <p:par>
                                <p:cTn id="1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500"/>
                            </p:stCondLst>
                            <p:childTnLst>
                              <p:par>
                                <p:cTn id="1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1000"/>
                            </p:stCondLst>
                            <p:childTnLst>
                              <p:par>
                                <p:cTn id="1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8" grpId="0" animBg="1"/>
      <p:bldP spid="39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 autoUpdateAnimBg="0"/>
      <p:bldP spid="65" grpId="0" build="p" autoUpdateAnimBg="0" advAuto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5377C-8EE1-D38D-40BD-5AFA1401E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A72A1D4-B1C7-9FD6-A0E8-1E09721D9844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415000" y="2727900"/>
            <a:ext cx="4314002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</a:t>
            </a:r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斜二轴测图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0489F8-5FF4-AA59-853A-25E4128F1F49}"/>
              </a:ext>
            </a:extLst>
          </p:cNvPr>
          <p:cNvSpPr/>
          <p:nvPr/>
        </p:nvSpPr>
        <p:spPr>
          <a:xfrm>
            <a:off x="2237300" y="1136814"/>
            <a:ext cx="4187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A50021"/>
                </a:solidFill>
                <a:latin typeface="华文新魏" pitchFamily="2" charset="-122"/>
                <a:ea typeface="华文新魏" pitchFamily="2" charset="-122"/>
              </a:rPr>
              <a:t>6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186581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2325D-5686-DD39-7A55-1AC639D56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02228F68-2D51-C952-3750-33E8DB32D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20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1CB5311E-DF19-A08C-FF3A-C31D4837FB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93862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斜二轴测图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3EEF2B7F-5BCC-C718-6D3F-6C430B28E0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8888" y="1845649"/>
            <a:ext cx="4006225" cy="14003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ts val="600"/>
              </a:spcAft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轴间角</a:t>
            </a:r>
            <a:r>
              <a:rPr lang="zh-CN" altLang="en-US" sz="2000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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X</a:t>
            </a:r>
            <a:r>
              <a:rPr lang="en-US" altLang="zh-CN" sz="2000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O</a:t>
            </a:r>
            <a:r>
              <a:rPr lang="en-US" altLang="zh-CN" sz="2000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Z</a:t>
            </a:r>
            <a:r>
              <a:rPr lang="en-US" altLang="zh-CN" sz="2000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 = 90°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          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Y</a:t>
            </a:r>
            <a:r>
              <a:rPr lang="en-US" altLang="zh-CN" sz="2000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O</a:t>
            </a:r>
            <a:r>
              <a:rPr lang="en-US" altLang="zh-CN" sz="2000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itchFamily="18" charset="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与水平线夹角为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45°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轴向伸缩系数：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p=r=1  q=0.5</a:t>
            </a:r>
          </a:p>
        </p:txBody>
      </p:sp>
      <p:grpSp>
        <p:nvGrpSpPr>
          <p:cNvPr id="4" name="Group 6">
            <a:extLst>
              <a:ext uri="{FF2B5EF4-FFF2-40B4-BE49-F238E27FC236}">
                <a16:creationId xmlns:a16="http://schemas.microsoft.com/office/drawing/2014/main" id="{8024AF31-57E3-FC6D-BA31-E17E1979D8E3}"/>
              </a:ext>
            </a:extLst>
          </p:cNvPr>
          <p:cNvGrpSpPr>
            <a:grpSpLocks/>
          </p:cNvGrpSpPr>
          <p:nvPr/>
        </p:nvGrpSpPr>
        <p:grpSpPr bwMode="auto">
          <a:xfrm>
            <a:off x="323528" y="3722589"/>
            <a:ext cx="3962400" cy="2239962"/>
            <a:chOff x="384" y="1085"/>
            <a:chExt cx="2496" cy="1411"/>
          </a:xfrm>
        </p:grpSpPr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9555E695-6651-8C8B-3146-F084053DD8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1104"/>
              <a:ext cx="2496" cy="1392"/>
            </a:xfrm>
            <a:prstGeom prst="rect">
              <a:avLst/>
            </a:prstGeom>
            <a:solidFill>
              <a:srgbClr val="FFFF00">
                <a:alpha val="54117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6" name="Group 8">
              <a:extLst>
                <a:ext uri="{FF2B5EF4-FFF2-40B4-BE49-F238E27FC236}">
                  <a16:creationId xmlns:a16="http://schemas.microsoft.com/office/drawing/2014/main" id="{F4720BAB-46E0-2266-7013-CAC00C49F8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1200"/>
              <a:ext cx="1392" cy="1056"/>
              <a:chOff x="576" y="1200"/>
              <a:chExt cx="1392" cy="1056"/>
            </a:xfrm>
          </p:grpSpPr>
          <p:grpSp>
            <p:nvGrpSpPr>
              <p:cNvPr id="21" name="Group 9">
                <a:extLst>
                  <a:ext uri="{FF2B5EF4-FFF2-40B4-BE49-F238E27FC236}">
                    <a16:creationId xmlns:a16="http://schemas.microsoft.com/office/drawing/2014/main" id="{3F064504-75BA-27BA-AF78-1C5F7C19A7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76" y="1200"/>
                <a:ext cx="1223" cy="1056"/>
                <a:chOff x="240" y="2256"/>
                <a:chExt cx="1392" cy="1584"/>
              </a:xfrm>
            </p:grpSpPr>
            <p:sp>
              <p:nvSpPr>
                <p:cNvPr id="24" name="Line 10">
                  <a:extLst>
                    <a:ext uri="{FF2B5EF4-FFF2-40B4-BE49-F238E27FC236}">
                      <a16:creationId xmlns:a16="http://schemas.microsoft.com/office/drawing/2014/main" id="{90AACCB7-9CC2-2DA3-EC7D-9A92C1F5DB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56" y="2256"/>
                  <a:ext cx="0" cy="1008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5" name="Line 11">
                  <a:extLst>
                    <a:ext uri="{FF2B5EF4-FFF2-40B4-BE49-F238E27FC236}">
                      <a16:creationId xmlns:a16="http://schemas.microsoft.com/office/drawing/2014/main" id="{C9EF9363-AE96-5A21-3D9F-34632BA675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40" y="3264"/>
                  <a:ext cx="816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6" name="Line 12">
                  <a:extLst>
                    <a:ext uri="{FF2B5EF4-FFF2-40B4-BE49-F238E27FC236}">
                      <a16:creationId xmlns:a16="http://schemas.microsoft.com/office/drawing/2014/main" id="{06213CE6-C3C3-0527-2E21-A0A6286071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56" y="3264"/>
                  <a:ext cx="576" cy="576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22" name="Line 13">
                <a:extLst>
                  <a:ext uri="{FF2B5EF4-FFF2-40B4-BE49-F238E27FC236}">
                    <a16:creationId xmlns:a16="http://schemas.microsoft.com/office/drawing/2014/main" id="{4FE822D1-44DC-0417-B477-4D1B22B0E1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3" y="1872"/>
                <a:ext cx="67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23" name="Text Box 14">
                <a:extLst>
                  <a:ext uri="{FF2B5EF4-FFF2-40B4-BE49-F238E27FC236}">
                    <a16:creationId xmlns:a16="http://schemas.microsoft.com/office/drawing/2014/main" id="{2F1B24D4-4390-88D9-0679-4C39BE15CA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11" y="1805"/>
                <a:ext cx="50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45°</a:t>
                </a:r>
              </a:p>
            </p:txBody>
          </p:sp>
        </p:grpSp>
        <p:sp>
          <p:nvSpPr>
            <p:cNvPr id="7" name="Rectangle 15">
              <a:extLst>
                <a:ext uri="{FF2B5EF4-FFF2-40B4-BE49-F238E27FC236}">
                  <a16:creationId xmlns:a16="http://schemas.microsoft.com/office/drawing/2014/main" id="{889F63F2-C24A-4349-CEA0-8F126A6104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1440"/>
              <a:ext cx="481" cy="43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Line 16">
              <a:extLst>
                <a:ext uri="{FF2B5EF4-FFF2-40B4-BE49-F238E27FC236}">
                  <a16:creationId xmlns:a16="http://schemas.microsoft.com/office/drawing/2014/main" id="{731A27E1-1725-A259-3E32-2637F7571F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160" y="1296"/>
              <a:ext cx="144" cy="14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9" name="Freeform 17">
              <a:extLst>
                <a:ext uri="{FF2B5EF4-FFF2-40B4-BE49-F238E27FC236}">
                  <a16:creationId xmlns:a16="http://schemas.microsoft.com/office/drawing/2014/main" id="{ACC4B376-8459-54AC-B61E-557360A0AA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" y="1287"/>
              <a:ext cx="153" cy="153"/>
            </a:xfrm>
            <a:custGeom>
              <a:avLst/>
              <a:gdLst>
                <a:gd name="T0" fmla="*/ 153 w 153"/>
                <a:gd name="T1" fmla="*/ 153 h 153"/>
                <a:gd name="T2" fmla="*/ 0 w 153"/>
                <a:gd name="T3" fmla="*/ 0 h 1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3" h="153">
                  <a:moveTo>
                    <a:pt x="153" y="153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0" name="Line 18">
              <a:extLst>
                <a:ext uri="{FF2B5EF4-FFF2-40B4-BE49-F238E27FC236}">
                  <a16:creationId xmlns:a16="http://schemas.microsoft.com/office/drawing/2014/main" id="{6759C4AC-9A0F-DF4F-4E1D-CAA1BA1A19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0" y="1296"/>
              <a:ext cx="48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2" name="Freeform 19">
              <a:extLst>
                <a:ext uri="{FF2B5EF4-FFF2-40B4-BE49-F238E27FC236}">
                  <a16:creationId xmlns:a16="http://schemas.microsoft.com/office/drawing/2014/main" id="{8909E1EC-AEF0-ED92-7AE9-9AE2151C77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0" y="1296"/>
              <a:ext cx="1" cy="435"/>
            </a:xfrm>
            <a:custGeom>
              <a:avLst/>
              <a:gdLst>
                <a:gd name="T0" fmla="*/ 0 w 1"/>
                <a:gd name="T1" fmla="*/ 435 h 435"/>
                <a:gd name="T2" fmla="*/ 1 w 1"/>
                <a:gd name="T3" fmla="*/ 0 h 43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35">
                  <a:moveTo>
                    <a:pt x="0" y="435"/>
                  </a:moveTo>
                  <a:lnTo>
                    <a:pt x="1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3" name="Freeform 20">
              <a:extLst>
                <a:ext uri="{FF2B5EF4-FFF2-40B4-BE49-F238E27FC236}">
                  <a16:creationId xmlns:a16="http://schemas.microsoft.com/office/drawing/2014/main" id="{115A86F8-2D7C-EC01-6342-864A57B4D3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3" y="1716"/>
              <a:ext cx="151" cy="156"/>
            </a:xfrm>
            <a:custGeom>
              <a:avLst/>
              <a:gdLst>
                <a:gd name="T0" fmla="*/ 0 w 151"/>
                <a:gd name="T1" fmla="*/ 0 h 156"/>
                <a:gd name="T2" fmla="*/ 151 w 151"/>
                <a:gd name="T3" fmla="*/ 156 h 15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1" h="156">
                  <a:moveTo>
                    <a:pt x="0" y="0"/>
                  </a:moveTo>
                  <a:lnTo>
                    <a:pt x="151" y="156"/>
                  </a:ln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14" name="Text Box 21">
              <a:extLst>
                <a:ext uri="{FF2B5EF4-FFF2-40B4-BE49-F238E27FC236}">
                  <a16:creationId xmlns:a16="http://schemas.microsoft.com/office/drawing/2014/main" id="{8A8964F0-1571-8E34-01D2-5FDA93CECE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" y="1594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1" lang="en-US" altLang="zh-CN" sz="24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" name="Text Box 22">
              <a:extLst>
                <a:ext uri="{FF2B5EF4-FFF2-40B4-BE49-F238E27FC236}">
                  <a16:creationId xmlns:a16="http://schemas.microsoft.com/office/drawing/2014/main" id="{ACF7DA4A-3983-5578-67B0-C12BF8B55B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9" y="1632"/>
              <a:ext cx="3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1:1</a:t>
              </a:r>
            </a:p>
          </p:txBody>
        </p:sp>
        <p:sp>
          <p:nvSpPr>
            <p:cNvPr id="16" name="Text Box 23">
              <a:extLst>
                <a:ext uri="{FF2B5EF4-FFF2-40B4-BE49-F238E27FC236}">
                  <a16:creationId xmlns:a16="http://schemas.microsoft.com/office/drawing/2014/main" id="{1C891EB5-1CA3-7521-F7E6-86E48FB417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4" y="1805"/>
              <a:ext cx="3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r>
                <a:rPr kumimoji="1" lang="en-US" altLang="zh-CN" sz="24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" name="Text Box 24">
              <a:extLst>
                <a:ext uri="{FF2B5EF4-FFF2-40B4-BE49-F238E27FC236}">
                  <a16:creationId xmlns:a16="http://schemas.microsoft.com/office/drawing/2014/main" id="{CEC9E83E-542A-46F4-3D94-37DFEDAD1F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485311">
              <a:off x="1611" y="1989"/>
              <a:ext cx="3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1:2</a:t>
              </a:r>
            </a:p>
          </p:txBody>
        </p:sp>
        <p:sp>
          <p:nvSpPr>
            <p:cNvPr id="18" name="Text Box 25">
              <a:extLst>
                <a:ext uri="{FF2B5EF4-FFF2-40B4-BE49-F238E27FC236}">
                  <a16:creationId xmlns:a16="http://schemas.microsoft.com/office/drawing/2014/main" id="{14F77F8E-0A75-694A-E82D-7EEC752F07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65" y="2189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r>
                <a:rPr kumimoji="1" lang="en-US" altLang="zh-CN" sz="24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" name="Text Box 26">
              <a:extLst>
                <a:ext uri="{FF2B5EF4-FFF2-40B4-BE49-F238E27FC236}">
                  <a16:creationId xmlns:a16="http://schemas.microsoft.com/office/drawing/2014/main" id="{2CDA4993-0292-F5FD-1292-160DB3CCCE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0" y="1085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Z</a:t>
              </a:r>
              <a:r>
                <a:rPr kumimoji="1" lang="en-US" altLang="zh-CN" sz="24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" name="Text Box 27">
              <a:extLst>
                <a:ext uri="{FF2B5EF4-FFF2-40B4-BE49-F238E27FC236}">
                  <a16:creationId xmlns:a16="http://schemas.microsoft.com/office/drawing/2014/main" id="{379E59D5-871C-0376-68C2-1249652B9C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005" y="1309"/>
              <a:ext cx="3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1:1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945C2A6E-F2AE-878A-101D-B75EB944E81C}"/>
              </a:ext>
            </a:extLst>
          </p:cNvPr>
          <p:cNvGrpSpPr/>
          <p:nvPr/>
        </p:nvGrpSpPr>
        <p:grpSpPr>
          <a:xfrm>
            <a:off x="4834037" y="3690045"/>
            <a:ext cx="3973513" cy="2305050"/>
            <a:chOff x="6744975" y="3598589"/>
            <a:chExt cx="3973513" cy="230505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C5738060-98E2-2768-2181-6B30849B1F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44975" y="3598589"/>
              <a:ext cx="3973513" cy="2305050"/>
              <a:chOff x="3072" y="996"/>
              <a:chExt cx="2503" cy="1452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B5504F6-C481-5D53-CC8F-F3B7152D6B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1056"/>
                <a:ext cx="2503" cy="1392"/>
              </a:xfrm>
              <a:prstGeom prst="rect">
                <a:avLst/>
              </a:prstGeom>
              <a:solidFill>
                <a:srgbClr val="FFFF00">
                  <a:alpha val="38431"/>
                </a:srgbClr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87807231-C7B1-5DED-E8B6-0722926068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15" y="1178"/>
                <a:ext cx="1170" cy="429"/>
                <a:chOff x="3215" y="1178"/>
                <a:chExt cx="1170" cy="429"/>
              </a:xfrm>
            </p:grpSpPr>
            <p:sp>
              <p:nvSpPr>
                <p:cNvPr id="48" name="Line 31">
                  <a:extLst>
                    <a:ext uri="{FF2B5EF4-FFF2-40B4-BE49-F238E27FC236}">
                      <a16:creationId xmlns:a16="http://schemas.microsoft.com/office/drawing/2014/main" id="{624F4401-93E2-4EB6-1627-D57D4CA406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-5400000">
                  <a:off x="3586" y="1236"/>
                  <a:ext cx="0" cy="741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9" name="Freeform 33">
                  <a:extLst>
                    <a:ext uri="{FF2B5EF4-FFF2-40B4-BE49-F238E27FC236}">
                      <a16:creationId xmlns:a16="http://schemas.microsoft.com/office/drawing/2014/main" id="{EE781350-5724-834D-E31D-74752DC01E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5" y="1178"/>
                  <a:ext cx="430" cy="428"/>
                </a:xfrm>
                <a:custGeom>
                  <a:avLst/>
                  <a:gdLst>
                    <a:gd name="T0" fmla="*/ 0 w 430"/>
                    <a:gd name="T1" fmla="*/ 428 h 428"/>
                    <a:gd name="T2" fmla="*/ 430 w 430"/>
                    <a:gd name="T3" fmla="*/ 0 h 428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430" h="428">
                      <a:moveTo>
                        <a:pt x="0" y="428"/>
                      </a:moveTo>
                      <a:lnTo>
                        <a:pt x="430" y="0"/>
                      </a:ln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32" name="Line 34">
                <a:extLst>
                  <a:ext uri="{FF2B5EF4-FFF2-40B4-BE49-F238E27FC236}">
                    <a16:creationId xmlns:a16="http://schemas.microsoft.com/office/drawing/2014/main" id="{14C83D44-B25C-87D3-B9EE-FAD3B65A5F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57" y="1607"/>
                <a:ext cx="45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33" name="Text Box 35">
                <a:extLst>
                  <a:ext uri="{FF2B5EF4-FFF2-40B4-BE49-F238E27FC236}">
                    <a16:creationId xmlns:a16="http://schemas.microsoft.com/office/drawing/2014/main" id="{722AE6F4-D520-9F95-E059-D796D12FCA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13" y="1378"/>
                <a:ext cx="50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45°</a:t>
                </a:r>
              </a:p>
            </p:txBody>
          </p:sp>
          <p:sp>
            <p:nvSpPr>
              <p:cNvPr id="34" name="Rectangle 36">
                <a:extLst>
                  <a:ext uri="{FF2B5EF4-FFF2-40B4-BE49-F238E27FC236}">
                    <a16:creationId xmlns:a16="http://schemas.microsoft.com/office/drawing/2014/main" id="{E2C1D785-BC04-F139-1393-4B1A073F38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4704" y="1469"/>
                <a:ext cx="480" cy="458"/>
              </a:xfrm>
              <a:prstGeom prst="rect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" name="Freeform 37">
                <a:extLst>
                  <a:ext uri="{FF2B5EF4-FFF2-40B4-BE49-F238E27FC236}">
                    <a16:creationId xmlns:a16="http://schemas.microsoft.com/office/drawing/2014/main" id="{7C55FBB3-49E9-F19A-1D7C-D16CF4DDCB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8" y="1315"/>
                <a:ext cx="150" cy="154"/>
              </a:xfrm>
              <a:custGeom>
                <a:avLst/>
                <a:gdLst>
                  <a:gd name="T0" fmla="*/ 0 w 150"/>
                  <a:gd name="T1" fmla="*/ 154 h 154"/>
                  <a:gd name="T2" fmla="*/ 150 w 150"/>
                  <a:gd name="T3" fmla="*/ 0 h 15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0" h="154">
                    <a:moveTo>
                      <a:pt x="0" y="154"/>
                    </a:moveTo>
                    <a:lnTo>
                      <a:pt x="150" y="0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36" name="Freeform 38">
                <a:extLst>
                  <a:ext uri="{FF2B5EF4-FFF2-40B4-BE49-F238E27FC236}">
                    <a16:creationId xmlns:a16="http://schemas.microsoft.com/office/drawing/2014/main" id="{B4B3BF7A-E9B9-9C59-D245-DAF6069370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7" y="1309"/>
                <a:ext cx="161" cy="161"/>
              </a:xfrm>
              <a:custGeom>
                <a:avLst/>
                <a:gdLst>
                  <a:gd name="T0" fmla="*/ 0 w 161"/>
                  <a:gd name="T1" fmla="*/ 161 h 161"/>
                  <a:gd name="T2" fmla="*/ 161 w 161"/>
                  <a:gd name="T3" fmla="*/ 0 h 16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1" h="161">
                    <a:moveTo>
                      <a:pt x="0" y="161"/>
                    </a:moveTo>
                    <a:lnTo>
                      <a:pt x="161" y="0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38" name="Line 39">
                <a:extLst>
                  <a:ext uri="{FF2B5EF4-FFF2-40B4-BE49-F238E27FC236}">
                    <a16:creationId xmlns:a16="http://schemas.microsoft.com/office/drawing/2014/main" id="{670BF194-39F5-97DD-8F08-BAAC6A5549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1314"/>
                <a:ext cx="48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39" name="Line 40">
                <a:extLst>
                  <a:ext uri="{FF2B5EF4-FFF2-40B4-BE49-F238E27FC236}">
                    <a16:creationId xmlns:a16="http://schemas.microsoft.com/office/drawing/2014/main" id="{DD69903F-6B7C-DD18-1EBB-0555910C22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328" y="1314"/>
                <a:ext cx="0" cy="46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40" name="Freeform 41">
                <a:extLst>
                  <a:ext uri="{FF2B5EF4-FFF2-40B4-BE49-F238E27FC236}">
                    <a16:creationId xmlns:a16="http://schemas.microsoft.com/office/drawing/2014/main" id="{8DF8E844-9D8E-7FD3-710F-287FADF02C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78" y="1778"/>
                <a:ext cx="150" cy="149"/>
              </a:xfrm>
              <a:custGeom>
                <a:avLst/>
                <a:gdLst>
                  <a:gd name="T0" fmla="*/ 150 w 150"/>
                  <a:gd name="T1" fmla="*/ 0 h 149"/>
                  <a:gd name="T2" fmla="*/ 0 w 150"/>
                  <a:gd name="T3" fmla="*/ 149 h 14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0" h="149">
                    <a:moveTo>
                      <a:pt x="150" y="0"/>
                    </a:moveTo>
                    <a:lnTo>
                      <a:pt x="0" y="149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sp>
            <p:nvSpPr>
              <p:cNvPr id="41" name="Text Box 42">
                <a:extLst>
                  <a:ext uri="{FF2B5EF4-FFF2-40B4-BE49-F238E27FC236}">
                    <a16:creationId xmlns:a16="http://schemas.microsoft.com/office/drawing/2014/main" id="{E4AC5440-889F-A98E-3BF5-AF742761F8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99" y="1329"/>
                <a:ext cx="31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X</a:t>
                </a:r>
                <a:r>
                  <a:rPr kumimoji="1" lang="en-US" altLang="zh-CN" sz="2400" b="1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" name="Text Box 43">
                <a:extLst>
                  <a:ext uri="{FF2B5EF4-FFF2-40B4-BE49-F238E27FC236}">
                    <a16:creationId xmlns:a16="http://schemas.microsoft.com/office/drawing/2014/main" id="{FA643E6A-E8CE-9551-7302-2958B231E3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7" y="1045"/>
                <a:ext cx="31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Y</a:t>
                </a:r>
                <a:r>
                  <a:rPr kumimoji="1" lang="en-US" altLang="zh-CN" sz="2400" b="1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" name="Text Box 44">
                <a:extLst>
                  <a:ext uri="{FF2B5EF4-FFF2-40B4-BE49-F238E27FC236}">
                    <a16:creationId xmlns:a16="http://schemas.microsoft.com/office/drawing/2014/main" id="{90FD86F3-9BD1-889B-A31E-C3CC15DC02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1" y="996"/>
                <a:ext cx="30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Z</a:t>
                </a:r>
                <a:r>
                  <a:rPr kumimoji="1" lang="en-US" altLang="zh-CN" sz="2400" b="1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" name="Text Box 45">
                <a:extLst>
                  <a:ext uri="{FF2B5EF4-FFF2-40B4-BE49-F238E27FC236}">
                    <a16:creationId xmlns:a16="http://schemas.microsoft.com/office/drawing/2014/main" id="{3FBCF9DC-1C08-76A0-9D97-D3F2DC671F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94" y="1369"/>
                <a:ext cx="68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1:1</a:t>
                </a:r>
              </a:p>
            </p:txBody>
          </p:sp>
          <p:sp>
            <p:nvSpPr>
              <p:cNvPr id="45" name="Text Box 46">
                <a:extLst>
                  <a:ext uri="{FF2B5EF4-FFF2-40B4-BE49-F238E27FC236}">
                    <a16:creationId xmlns:a16="http://schemas.microsoft.com/office/drawing/2014/main" id="{76A7E9B8-0CA3-674E-AF0E-13B94AB7CC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-5400000">
                <a:off x="3677" y="1277"/>
                <a:ext cx="37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1:1</a:t>
                </a:r>
              </a:p>
            </p:txBody>
          </p:sp>
          <p:sp>
            <p:nvSpPr>
              <p:cNvPr id="46" name="Text Box 47">
                <a:extLst>
                  <a:ext uri="{FF2B5EF4-FFF2-40B4-BE49-F238E27FC236}">
                    <a16:creationId xmlns:a16="http://schemas.microsoft.com/office/drawing/2014/main" id="{6B374082-BF8A-9774-5108-6D927F31A4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-2938436">
                <a:off x="3922" y="1140"/>
                <a:ext cx="37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1:2</a:t>
                </a:r>
              </a:p>
            </p:txBody>
          </p:sp>
          <p:sp>
            <p:nvSpPr>
              <p:cNvPr id="47" name="Text Box 48">
                <a:extLst>
                  <a:ext uri="{FF2B5EF4-FFF2-40B4-BE49-F238E27FC236}">
                    <a16:creationId xmlns:a16="http://schemas.microsoft.com/office/drawing/2014/main" id="{4C20C156-3E7C-7B98-1140-431E71A6F5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18" y="1551"/>
                <a:ext cx="32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O</a:t>
                </a:r>
                <a:r>
                  <a:rPr kumimoji="1" lang="en-US" altLang="zh-CN" sz="2400" b="1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2E258CFF-5A4F-8F06-EA86-38213B9CD026}"/>
                </a:ext>
              </a:extLst>
            </p:cNvPr>
            <p:cNvCxnSpPr/>
            <p:nvPr/>
          </p:nvCxnSpPr>
          <p:spPr>
            <a:xfrm flipV="1">
              <a:off x="8146737" y="3852588"/>
              <a:ext cx="0" cy="696913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</a:ln>
            <a:effectLst/>
          </p:spPr>
        </p:cxnSp>
      </p:grpSp>
      <p:sp>
        <p:nvSpPr>
          <p:cNvPr id="51" name="Text Box 13">
            <a:extLst>
              <a:ext uri="{FF2B5EF4-FFF2-40B4-BE49-F238E27FC236}">
                <a16:creationId xmlns:a16="http://schemas.microsoft.com/office/drawing/2014/main" id="{58D40B14-319D-A59F-D33D-D262C7765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877" y="1100857"/>
            <a:ext cx="2069797" cy="497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斜二轴测图</a:t>
            </a:r>
          </a:p>
        </p:txBody>
      </p:sp>
    </p:spTree>
    <p:extLst>
      <p:ext uri="{BB962C8B-B14F-4D97-AF65-F5344CB8AC3E}">
        <p14:creationId xmlns:p14="http://schemas.microsoft.com/office/powerpoint/2010/main" val="2505590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57D14-EDAE-C431-F89E-E92DE082D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0ABD0547-75E6-3C12-4DB1-2134FD154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21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B2E90E20-35D3-38A9-F4C2-4D829CC594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93862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斜二轴测图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FE19C6-3441-5A38-2D8B-050A8840C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5421" y="5517232"/>
            <a:ext cx="68531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当形体上只有一个方向有圆时，用斜二轴测图绘制较便捷</a:t>
            </a:r>
          </a:p>
        </p:txBody>
      </p:sp>
      <p:pic>
        <p:nvPicPr>
          <p:cNvPr id="4" name="Picture 4" descr="C:\Users\ADA\Desktop\ppt\截图\9-12.png">
            <a:extLst>
              <a:ext uri="{FF2B5EF4-FFF2-40B4-BE49-F238E27FC236}">
                <a16:creationId xmlns:a16="http://schemas.microsoft.com/office/drawing/2014/main" id="{2CA74AC7-4B5D-6BF6-2604-19F755F748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0" r="7747"/>
          <a:stretch/>
        </p:blipFill>
        <p:spPr bwMode="auto">
          <a:xfrm>
            <a:off x="5508104" y="1804563"/>
            <a:ext cx="3312368" cy="3243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7">
            <a:extLst>
              <a:ext uri="{FF2B5EF4-FFF2-40B4-BE49-F238E27FC236}">
                <a16:creationId xmlns:a16="http://schemas.microsoft.com/office/drawing/2014/main" id="{59697452-D885-05FD-DA7F-7CB91B7A3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1925238"/>
            <a:ext cx="492287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342900" indent="-342900" algn="just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平行于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XOZ</a:t>
            </a:r>
            <a:r>
              <a:rPr kumimoji="1"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平面的圆的斜二等轴测投影反映实形，仍然是圆</a:t>
            </a: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939F44C8-AFAE-5A2C-B4EB-983A26B6B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2730138"/>
            <a:ext cx="492287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342900" indent="-342900" algn="just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平行于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XOY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平面的圆的轴测投影为椭圆，且椭圆长轴对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O</a:t>
            </a:r>
            <a:r>
              <a:rPr kumimoji="1" lang="en-US" altLang="zh-CN" sz="2000" baseline="-25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1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X</a:t>
            </a:r>
            <a:r>
              <a:rPr kumimoji="1" lang="en-US" altLang="zh-CN" sz="2000" baseline="-25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1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轴偏转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7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°</a:t>
            </a:r>
            <a:endParaRPr kumimoji="1"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259BE0DB-55EF-F211-CF72-094BA0991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9" y="3535038"/>
            <a:ext cx="492287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342900" indent="-342900" algn="just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平行于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YOZ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平面的圆的轴测投影为椭圆，其椭圆长轴对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kumimoji="1" lang="en-US" altLang="zh-CN" sz="2000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kumimoji="1" lang="en-US" altLang="zh-CN" sz="2000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轴偏转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7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°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ADDCE2E5-CB8F-F752-8C28-FB5F5D2735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4339939"/>
            <a:ext cx="508168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342900" indent="-342900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平行于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XOY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YOZ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平面的圆的投影椭圆是全等的，其长轴≈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1.06d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，短轴≈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0.33d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9" name="Text Box 13">
            <a:extLst>
              <a:ext uri="{FF2B5EF4-FFF2-40B4-BE49-F238E27FC236}">
                <a16:creationId xmlns:a16="http://schemas.microsoft.com/office/drawing/2014/main" id="{5784721F-9FFD-B15E-A42A-070F2CB795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877" y="1100857"/>
            <a:ext cx="5147563" cy="497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平行于坐标面的圆的斜二等轴测图</a:t>
            </a:r>
          </a:p>
        </p:txBody>
      </p:sp>
    </p:spTree>
    <p:extLst>
      <p:ext uri="{BB962C8B-B14F-4D97-AF65-F5344CB8AC3E}">
        <p14:creationId xmlns:p14="http://schemas.microsoft.com/office/powerpoint/2010/main" val="2582215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CA7F6-0A1D-6F50-3E19-A6D7EC6AC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3E9713F5-BFA8-0766-957D-710759BA0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22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3C7D923D-1BD7-E0E8-33E8-B84A9EA304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93862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斜二轴测图</a:t>
            </a:r>
          </a:p>
        </p:txBody>
      </p:sp>
      <p:grpSp>
        <p:nvGrpSpPr>
          <p:cNvPr id="3" name="组合 95">
            <a:extLst>
              <a:ext uri="{FF2B5EF4-FFF2-40B4-BE49-F238E27FC236}">
                <a16:creationId xmlns:a16="http://schemas.microsoft.com/office/drawing/2014/main" id="{FF87D312-61E9-D8A2-E223-0B778F22B17D}"/>
              </a:ext>
            </a:extLst>
          </p:cNvPr>
          <p:cNvGrpSpPr>
            <a:grpSpLocks/>
          </p:cNvGrpSpPr>
          <p:nvPr/>
        </p:nvGrpSpPr>
        <p:grpSpPr bwMode="auto">
          <a:xfrm>
            <a:off x="792670" y="2124103"/>
            <a:ext cx="1912937" cy="1279525"/>
            <a:chOff x="1074738" y="2525714"/>
            <a:chExt cx="1913086" cy="1280318"/>
          </a:xfrm>
        </p:grpSpPr>
        <p:sp>
          <p:nvSpPr>
            <p:cNvPr id="44" name="Oval 9">
              <a:extLst>
                <a:ext uri="{FF2B5EF4-FFF2-40B4-BE49-F238E27FC236}">
                  <a16:creationId xmlns:a16="http://schemas.microsoft.com/office/drawing/2014/main" id="{C7963B24-F822-47B2-D537-7F31C0B938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9261" y="2816861"/>
              <a:ext cx="681353" cy="681354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" name="Line 12">
              <a:extLst>
                <a:ext uri="{FF2B5EF4-FFF2-40B4-BE49-F238E27FC236}">
                  <a16:creationId xmlns:a16="http://schemas.microsoft.com/office/drawing/2014/main" id="{8F3FCCCF-C5F1-CE1A-0340-8650D89645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3013" y="3159125"/>
              <a:ext cx="16002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46" name="Line 16">
              <a:extLst>
                <a:ext uri="{FF2B5EF4-FFF2-40B4-BE49-F238E27FC236}">
                  <a16:creationId xmlns:a16="http://schemas.microsoft.com/office/drawing/2014/main" id="{792D3DA3-7ED3-4E99-5408-C4D3A76D1E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7000" y="3157538"/>
              <a:ext cx="0" cy="40036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47" name="Line 17">
              <a:extLst>
                <a:ext uri="{FF2B5EF4-FFF2-40B4-BE49-F238E27FC236}">
                  <a16:creationId xmlns:a16="http://schemas.microsoft.com/office/drawing/2014/main" id="{EE0D53B6-62A2-3672-3A96-601669BFDE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9700" y="3163888"/>
              <a:ext cx="0" cy="39401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endParaRPr>
            </a:p>
          </p:txBody>
        </p:sp>
        <p:sp>
          <p:nvSpPr>
            <p:cNvPr id="48" name="弧形 47">
              <a:extLst>
                <a:ext uri="{FF2B5EF4-FFF2-40B4-BE49-F238E27FC236}">
                  <a16:creationId xmlns:a16="http://schemas.microsoft.com/office/drawing/2014/main" id="{8E0AF168-763A-635C-0C29-5999D39564D7}"/>
                </a:ext>
              </a:extLst>
            </p:cNvPr>
            <p:cNvSpPr/>
            <p:nvPr/>
          </p:nvSpPr>
          <p:spPr>
            <a:xfrm>
              <a:off x="1397025" y="2525714"/>
              <a:ext cx="1279625" cy="1280318"/>
            </a:xfrm>
            <a:prstGeom prst="arc">
              <a:avLst>
                <a:gd name="adj1" fmla="val 10569592"/>
                <a:gd name="adj2" fmla="val 0"/>
              </a:avLst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endParaRPr>
            </a:p>
          </p:txBody>
        </p: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32272D0-158E-19DB-947F-D7E46DBB5A03}"/>
                </a:ext>
              </a:extLst>
            </p:cNvPr>
            <p:cNvCxnSpPr/>
            <p:nvPr/>
          </p:nvCxnSpPr>
          <p:spPr>
            <a:xfrm>
              <a:off x="2679825" y="3558229"/>
              <a:ext cx="307999" cy="0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DBAB18B8-AB6C-13C9-3E5A-EBC1C7BB3047}"/>
                </a:ext>
              </a:extLst>
            </p:cNvPr>
            <p:cNvCxnSpPr/>
            <p:nvPr/>
          </p:nvCxnSpPr>
          <p:spPr>
            <a:xfrm>
              <a:off x="1074738" y="3547110"/>
              <a:ext cx="307999" cy="0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AE4806B2-7D95-1E76-60F7-2DF999CEEF78}"/>
                </a:ext>
              </a:extLst>
            </p:cNvPr>
            <p:cNvCxnSpPr/>
            <p:nvPr/>
          </p:nvCxnSpPr>
          <p:spPr>
            <a:xfrm>
              <a:off x="2987824" y="3558229"/>
              <a:ext cx="0" cy="247803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8DCB1373-581F-1DBA-4308-9F6D3E69E237}"/>
                </a:ext>
              </a:extLst>
            </p:cNvPr>
            <p:cNvCxnSpPr/>
            <p:nvPr/>
          </p:nvCxnSpPr>
          <p:spPr>
            <a:xfrm>
              <a:off x="1074738" y="3550287"/>
              <a:ext cx="0" cy="247803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F5D28CE2-9A16-1110-5BCE-E93D2626DB58}"/>
                </a:ext>
              </a:extLst>
            </p:cNvPr>
            <p:cNvCxnSpPr/>
            <p:nvPr/>
          </p:nvCxnSpPr>
          <p:spPr>
            <a:xfrm>
              <a:off x="1074738" y="3798090"/>
              <a:ext cx="1913086" cy="0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</p:grpSp>
      <p:sp>
        <p:nvSpPr>
          <p:cNvPr id="4" name="Line 11">
            <a:extLst>
              <a:ext uri="{FF2B5EF4-FFF2-40B4-BE49-F238E27FC236}">
                <a16:creationId xmlns:a16="http://schemas.microsoft.com/office/drawing/2014/main" id="{48A38189-929D-1442-11EC-659A295BA0D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4695" y="1954241"/>
            <a:ext cx="0" cy="1606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grpSp>
        <p:nvGrpSpPr>
          <p:cNvPr id="5" name="组合 114">
            <a:extLst>
              <a:ext uri="{FF2B5EF4-FFF2-40B4-BE49-F238E27FC236}">
                <a16:creationId xmlns:a16="http://schemas.microsoft.com/office/drawing/2014/main" id="{6091D898-CCDC-1F91-1BA6-2DBEF23A85E5}"/>
              </a:ext>
            </a:extLst>
          </p:cNvPr>
          <p:cNvGrpSpPr>
            <a:grpSpLocks/>
          </p:cNvGrpSpPr>
          <p:nvPr/>
        </p:nvGrpSpPr>
        <p:grpSpPr bwMode="auto">
          <a:xfrm>
            <a:off x="3698714" y="2674043"/>
            <a:ext cx="1912937" cy="630238"/>
            <a:chOff x="1074738" y="4725144"/>
            <a:chExt cx="1913086" cy="631639"/>
          </a:xfrm>
        </p:grpSpPr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950E476A-343A-3300-3609-6CE0C341D435}"/>
                </a:ext>
              </a:extLst>
            </p:cNvPr>
            <p:cNvCxnSpPr/>
            <p:nvPr/>
          </p:nvCxnSpPr>
          <p:spPr>
            <a:xfrm>
              <a:off x="1074738" y="4725144"/>
              <a:ext cx="0" cy="631639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FAD4C3CA-C790-2228-B431-C1A2C71AB605}"/>
                </a:ext>
              </a:extLst>
            </p:cNvPr>
            <p:cNvCxnSpPr/>
            <p:nvPr/>
          </p:nvCxnSpPr>
          <p:spPr>
            <a:xfrm>
              <a:off x="2987824" y="4725144"/>
              <a:ext cx="0" cy="631639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A0C5FABA-5713-5D37-3A15-E836203691BA}"/>
                </a:ext>
              </a:extLst>
            </p:cNvPr>
            <p:cNvCxnSpPr/>
            <p:nvPr/>
          </p:nvCxnSpPr>
          <p:spPr>
            <a:xfrm>
              <a:off x="1074738" y="5356783"/>
              <a:ext cx="1913086" cy="0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401C5EC6-20F4-FBF9-B54A-3A40ABAA6D00}"/>
                </a:ext>
              </a:extLst>
            </p:cNvPr>
            <p:cNvCxnSpPr/>
            <p:nvPr/>
          </p:nvCxnSpPr>
          <p:spPr>
            <a:xfrm>
              <a:off x="1074738" y="4725144"/>
              <a:ext cx="1913086" cy="0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C05AE9D3-E5DA-17BB-2526-9A1826090A66}"/>
                </a:ext>
              </a:extLst>
            </p:cNvPr>
            <p:cNvCxnSpPr/>
            <p:nvPr/>
          </p:nvCxnSpPr>
          <p:spPr>
            <a:xfrm>
              <a:off x="2676650" y="4725144"/>
              <a:ext cx="0" cy="631639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817BE2EF-4672-5194-2010-CF361011F83D}"/>
                </a:ext>
              </a:extLst>
            </p:cNvPr>
            <p:cNvCxnSpPr/>
            <p:nvPr/>
          </p:nvCxnSpPr>
          <p:spPr>
            <a:xfrm>
              <a:off x="2381352" y="4725144"/>
              <a:ext cx="0" cy="631639"/>
            </a:xfrm>
            <a:prstGeom prst="line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lgDash"/>
            </a:ln>
            <a:effectLst/>
          </p:spPr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42CC2CD7-1C8F-F87D-8307-26BB1C84D82E}"/>
                </a:ext>
              </a:extLst>
            </p:cNvPr>
            <p:cNvCxnSpPr/>
            <p:nvPr/>
          </p:nvCxnSpPr>
          <p:spPr>
            <a:xfrm>
              <a:off x="1700262" y="4725144"/>
              <a:ext cx="0" cy="631639"/>
            </a:xfrm>
            <a:prstGeom prst="line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lgDash"/>
            </a:ln>
            <a:effectLst/>
          </p:spPr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0116A022-26C1-BD0D-8598-F44CBE5FBA08}"/>
                </a:ext>
              </a:extLst>
            </p:cNvPr>
            <p:cNvCxnSpPr/>
            <p:nvPr/>
          </p:nvCxnSpPr>
          <p:spPr>
            <a:xfrm>
              <a:off x="1397025" y="4725144"/>
              <a:ext cx="0" cy="620501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</p:grpSp>
      <p:sp>
        <p:nvSpPr>
          <p:cNvPr id="6" name="Line 11">
            <a:extLst>
              <a:ext uri="{FF2B5EF4-FFF2-40B4-BE49-F238E27FC236}">
                <a16:creationId xmlns:a16="http://schemas.microsoft.com/office/drawing/2014/main" id="{A945A58F-A0C4-08F9-7B91-8C1C4A30D0AF}"/>
              </a:ext>
            </a:extLst>
          </p:cNvPr>
          <p:cNvSpPr>
            <a:spLocks noChangeShapeType="1"/>
          </p:cNvSpPr>
          <p:nvPr/>
        </p:nvSpPr>
        <p:spPr bwMode="auto">
          <a:xfrm>
            <a:off x="4654389" y="2348606"/>
            <a:ext cx="0" cy="11461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grpSp>
        <p:nvGrpSpPr>
          <p:cNvPr id="7" name="组合 124">
            <a:extLst>
              <a:ext uri="{FF2B5EF4-FFF2-40B4-BE49-F238E27FC236}">
                <a16:creationId xmlns:a16="http://schemas.microsoft.com/office/drawing/2014/main" id="{F428E238-C99A-D0AC-364D-C01EABBBE50E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4639308" y="3181249"/>
            <a:ext cx="55562" cy="79375"/>
            <a:chOff x="3075290" y="3456878"/>
            <a:chExt cx="55421" cy="78420"/>
          </a:xfrm>
        </p:grpSpPr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9EC4A9E8-866F-58C9-AC1A-569E0722E866}"/>
                </a:ext>
              </a:extLst>
            </p:cNvPr>
            <p:cNvCxnSpPr/>
            <p:nvPr/>
          </p:nvCxnSpPr>
          <p:spPr>
            <a:xfrm>
              <a:off x="3075290" y="3456878"/>
              <a:ext cx="0" cy="62736"/>
            </a:xfrm>
            <a:prstGeom prst="line">
              <a:avLst/>
            </a:prstGeom>
            <a:noFill/>
            <a:ln w="19050" cap="flat" cmpd="sng" algn="ctr">
              <a:solidFill>
                <a:srgbClr val="FFFFFF"/>
              </a:solidFill>
              <a:prstDash val="solid"/>
            </a:ln>
            <a:effectLst/>
          </p:spPr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855E269E-8632-14A5-EB40-803827C3B1AE}"/>
                </a:ext>
              </a:extLst>
            </p:cNvPr>
            <p:cNvCxnSpPr/>
            <p:nvPr/>
          </p:nvCxnSpPr>
          <p:spPr>
            <a:xfrm>
              <a:off x="3130711" y="3463152"/>
              <a:ext cx="0" cy="72146"/>
            </a:xfrm>
            <a:prstGeom prst="line">
              <a:avLst/>
            </a:prstGeom>
            <a:noFill/>
            <a:ln w="19050" cap="flat" cmpd="sng" algn="ctr">
              <a:solidFill>
                <a:srgbClr val="FFFFFF"/>
              </a:solidFill>
              <a:prstDash val="solid"/>
            </a:ln>
            <a:effectLst/>
          </p:spPr>
        </p:cxnSp>
      </p:grpSp>
      <p:grpSp>
        <p:nvGrpSpPr>
          <p:cNvPr id="8" name="组合 127">
            <a:extLst>
              <a:ext uri="{FF2B5EF4-FFF2-40B4-BE49-F238E27FC236}">
                <a16:creationId xmlns:a16="http://schemas.microsoft.com/office/drawing/2014/main" id="{A6B266DA-60BE-0916-FFB6-50C520BA45DE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4607557" y="2703412"/>
            <a:ext cx="55563" cy="79375"/>
            <a:chOff x="3075290" y="3456878"/>
            <a:chExt cx="55421" cy="78420"/>
          </a:xfrm>
        </p:grpSpPr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49FD7F22-255F-6A37-CBB9-6DBAB4CE8324}"/>
                </a:ext>
              </a:extLst>
            </p:cNvPr>
            <p:cNvCxnSpPr/>
            <p:nvPr/>
          </p:nvCxnSpPr>
          <p:spPr>
            <a:xfrm>
              <a:off x="3075290" y="3456878"/>
              <a:ext cx="0" cy="62736"/>
            </a:xfrm>
            <a:prstGeom prst="line">
              <a:avLst/>
            </a:prstGeom>
            <a:noFill/>
            <a:ln w="19050" cap="flat" cmpd="sng" algn="ctr">
              <a:solidFill>
                <a:srgbClr val="FFFFFF"/>
              </a:solidFill>
              <a:prstDash val="solid"/>
            </a:ln>
            <a:effectLst/>
          </p:spPr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33F0C833-5369-EEA4-89A9-64761D045539}"/>
                </a:ext>
              </a:extLst>
            </p:cNvPr>
            <p:cNvCxnSpPr/>
            <p:nvPr/>
          </p:nvCxnSpPr>
          <p:spPr>
            <a:xfrm>
              <a:off x="3130711" y="3463151"/>
              <a:ext cx="0" cy="72146"/>
            </a:xfrm>
            <a:prstGeom prst="line">
              <a:avLst/>
            </a:prstGeom>
            <a:noFill/>
            <a:ln w="19050" cap="flat" cmpd="sng" algn="ctr">
              <a:solidFill>
                <a:srgbClr val="FFFFFF"/>
              </a:solidFill>
              <a:prstDash val="solid"/>
            </a:ln>
            <a:effectLst/>
          </p:spPr>
        </p:cxnSp>
      </p:grpSp>
      <p:grpSp>
        <p:nvGrpSpPr>
          <p:cNvPr id="9" name="组合 130">
            <a:extLst>
              <a:ext uri="{FF2B5EF4-FFF2-40B4-BE49-F238E27FC236}">
                <a16:creationId xmlns:a16="http://schemas.microsoft.com/office/drawing/2014/main" id="{329E7DFD-7065-4B60-ECA6-712D580516AC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1727707" y="3279803"/>
            <a:ext cx="53975" cy="79375"/>
            <a:chOff x="3075290" y="3456878"/>
            <a:chExt cx="55421" cy="78420"/>
          </a:xfrm>
        </p:grpSpPr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C5D42895-6899-2A2F-87EB-6E76AE0DF220}"/>
                </a:ext>
              </a:extLst>
            </p:cNvPr>
            <p:cNvCxnSpPr/>
            <p:nvPr/>
          </p:nvCxnSpPr>
          <p:spPr>
            <a:xfrm>
              <a:off x="3075290" y="3456878"/>
              <a:ext cx="0" cy="62736"/>
            </a:xfrm>
            <a:prstGeom prst="line">
              <a:avLst/>
            </a:prstGeom>
            <a:noFill/>
            <a:ln w="19050" cap="flat" cmpd="sng" algn="ctr">
              <a:solidFill>
                <a:srgbClr val="FFFFFF"/>
              </a:solidFill>
              <a:prstDash val="solid"/>
            </a:ln>
            <a:effectLst/>
          </p:spPr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55E6FEA0-95D7-8EB0-8E64-4A409F4001EB}"/>
                </a:ext>
              </a:extLst>
            </p:cNvPr>
            <p:cNvCxnSpPr/>
            <p:nvPr/>
          </p:nvCxnSpPr>
          <p:spPr>
            <a:xfrm>
              <a:off x="3130710" y="3463151"/>
              <a:ext cx="0" cy="72146"/>
            </a:xfrm>
            <a:prstGeom prst="line">
              <a:avLst/>
            </a:prstGeom>
            <a:noFill/>
            <a:ln w="19050" cap="flat" cmpd="sng" algn="ctr">
              <a:solidFill>
                <a:srgbClr val="FFFFFF"/>
              </a:solidFill>
              <a:prstDash val="solid"/>
            </a:ln>
            <a:effectLst/>
          </p:spPr>
        </p:cxnSp>
      </p:grpSp>
      <p:grpSp>
        <p:nvGrpSpPr>
          <p:cNvPr id="10" name="组合 169">
            <a:extLst>
              <a:ext uri="{FF2B5EF4-FFF2-40B4-BE49-F238E27FC236}">
                <a16:creationId xmlns:a16="http://schemas.microsoft.com/office/drawing/2014/main" id="{B1B561F5-82F2-CFCA-4483-679F2CAA6C60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1714214" y="2802759"/>
            <a:ext cx="55562" cy="79375"/>
            <a:chOff x="3075290" y="3456878"/>
            <a:chExt cx="55421" cy="78420"/>
          </a:xfrm>
        </p:grpSpPr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CE8FF953-B4B1-EF5C-3776-DFFE18301DB0}"/>
                </a:ext>
              </a:extLst>
            </p:cNvPr>
            <p:cNvCxnSpPr/>
            <p:nvPr/>
          </p:nvCxnSpPr>
          <p:spPr>
            <a:xfrm>
              <a:off x="3075290" y="3456878"/>
              <a:ext cx="0" cy="62736"/>
            </a:xfrm>
            <a:prstGeom prst="line">
              <a:avLst/>
            </a:prstGeom>
            <a:noFill/>
            <a:ln w="19050" cap="flat" cmpd="sng" algn="ctr">
              <a:solidFill>
                <a:srgbClr val="FFFFFF"/>
              </a:solidFill>
              <a:prstDash val="solid"/>
            </a:ln>
            <a:effectLst/>
          </p:spPr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2B268A64-B966-DC8C-0498-F639E47641FE}"/>
                </a:ext>
              </a:extLst>
            </p:cNvPr>
            <p:cNvCxnSpPr/>
            <p:nvPr/>
          </p:nvCxnSpPr>
          <p:spPr>
            <a:xfrm>
              <a:off x="3130711" y="3463152"/>
              <a:ext cx="0" cy="72146"/>
            </a:xfrm>
            <a:prstGeom prst="line">
              <a:avLst/>
            </a:prstGeom>
            <a:noFill/>
            <a:ln w="19050" cap="flat" cmpd="sng" algn="ctr">
              <a:solidFill>
                <a:srgbClr val="FFFFFF"/>
              </a:solidFill>
              <a:prstDash val="solid"/>
            </a:ln>
            <a:effectLst/>
          </p:spPr>
        </p:cxnSp>
      </p:grpSp>
      <p:grpSp>
        <p:nvGrpSpPr>
          <p:cNvPr id="12" name="组合 190">
            <a:extLst>
              <a:ext uri="{FF2B5EF4-FFF2-40B4-BE49-F238E27FC236}">
                <a16:creationId xmlns:a16="http://schemas.microsoft.com/office/drawing/2014/main" id="{B077C055-1314-B680-4273-B547A63A5ACC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1708658" y="2276503"/>
            <a:ext cx="55562" cy="77787"/>
            <a:chOff x="3075290" y="3456878"/>
            <a:chExt cx="55421" cy="78420"/>
          </a:xfrm>
        </p:grpSpPr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7245980B-16F0-D1D4-E546-6CD88FA4083A}"/>
                </a:ext>
              </a:extLst>
            </p:cNvPr>
            <p:cNvCxnSpPr/>
            <p:nvPr/>
          </p:nvCxnSpPr>
          <p:spPr>
            <a:xfrm>
              <a:off x="3075290" y="3456879"/>
              <a:ext cx="0" cy="62416"/>
            </a:xfrm>
            <a:prstGeom prst="line">
              <a:avLst/>
            </a:prstGeom>
            <a:noFill/>
            <a:ln w="19050" cap="flat" cmpd="sng" algn="ctr">
              <a:solidFill>
                <a:srgbClr val="FFFFFF"/>
              </a:solidFill>
              <a:prstDash val="solid"/>
            </a:ln>
            <a:effectLst/>
          </p:spPr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96CA270C-0872-2DD7-73C4-26E2A93F75F4}"/>
                </a:ext>
              </a:extLst>
            </p:cNvPr>
            <p:cNvCxnSpPr/>
            <p:nvPr/>
          </p:nvCxnSpPr>
          <p:spPr>
            <a:xfrm>
              <a:off x="3130711" y="3447275"/>
              <a:ext cx="0" cy="73619"/>
            </a:xfrm>
            <a:prstGeom prst="line">
              <a:avLst/>
            </a:prstGeom>
            <a:noFill/>
            <a:ln w="19050" cap="flat" cmpd="sng" algn="ctr">
              <a:solidFill>
                <a:srgbClr val="FFFFFF"/>
              </a:solidFill>
              <a:prstDash val="solid"/>
            </a:ln>
            <a:effectLst/>
          </p:spPr>
        </p:cxnSp>
      </p:grpSp>
      <p:grpSp>
        <p:nvGrpSpPr>
          <p:cNvPr id="13" name="组合 214">
            <a:extLst>
              <a:ext uri="{FF2B5EF4-FFF2-40B4-BE49-F238E27FC236}">
                <a16:creationId xmlns:a16="http://schemas.microsoft.com/office/drawing/2014/main" id="{B000C539-3A96-6D2C-FDB0-C120322A94F3}"/>
              </a:ext>
            </a:extLst>
          </p:cNvPr>
          <p:cNvGrpSpPr>
            <a:grpSpLocks/>
          </p:cNvGrpSpPr>
          <p:nvPr/>
        </p:nvGrpSpPr>
        <p:grpSpPr bwMode="auto">
          <a:xfrm>
            <a:off x="2284920" y="2703541"/>
            <a:ext cx="55562" cy="77787"/>
            <a:chOff x="3075290" y="3456878"/>
            <a:chExt cx="55421" cy="78420"/>
          </a:xfrm>
        </p:grpSpPr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686D4C21-4458-D9D1-5733-9E02F9C21D82}"/>
                </a:ext>
              </a:extLst>
            </p:cNvPr>
            <p:cNvCxnSpPr/>
            <p:nvPr/>
          </p:nvCxnSpPr>
          <p:spPr>
            <a:xfrm>
              <a:off x="3075290" y="3456878"/>
              <a:ext cx="0" cy="62416"/>
            </a:xfrm>
            <a:prstGeom prst="line">
              <a:avLst/>
            </a:prstGeom>
            <a:noFill/>
            <a:ln w="19050" cap="flat" cmpd="sng" algn="ctr">
              <a:solidFill>
                <a:srgbClr val="FFFFFF"/>
              </a:solidFill>
              <a:prstDash val="solid"/>
            </a:ln>
            <a:effectLst/>
          </p:spPr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EAC2239D-B5A7-AFE7-21B7-AAF360A22C24}"/>
                </a:ext>
              </a:extLst>
            </p:cNvPr>
            <p:cNvCxnSpPr/>
            <p:nvPr/>
          </p:nvCxnSpPr>
          <p:spPr>
            <a:xfrm>
              <a:off x="3130711" y="3461679"/>
              <a:ext cx="0" cy="73619"/>
            </a:xfrm>
            <a:prstGeom prst="line">
              <a:avLst/>
            </a:prstGeom>
            <a:noFill/>
            <a:ln w="19050" cap="flat" cmpd="sng" algn="ctr">
              <a:solidFill>
                <a:srgbClr val="FFFFFF"/>
              </a:solidFill>
              <a:prstDash val="solid"/>
            </a:ln>
            <a:effectLst/>
          </p:spPr>
        </p:cxnSp>
      </p:grpSp>
      <p:grpSp>
        <p:nvGrpSpPr>
          <p:cNvPr id="14" name="组合 217">
            <a:extLst>
              <a:ext uri="{FF2B5EF4-FFF2-40B4-BE49-F238E27FC236}">
                <a16:creationId xmlns:a16="http://schemas.microsoft.com/office/drawing/2014/main" id="{FB3016A6-D89D-8051-9097-932C2E51A727}"/>
              </a:ext>
            </a:extLst>
          </p:cNvPr>
          <p:cNvGrpSpPr>
            <a:grpSpLocks/>
          </p:cNvGrpSpPr>
          <p:nvPr/>
        </p:nvGrpSpPr>
        <p:grpSpPr bwMode="auto">
          <a:xfrm>
            <a:off x="1870582" y="2708303"/>
            <a:ext cx="55563" cy="79375"/>
            <a:chOff x="3075290" y="3456878"/>
            <a:chExt cx="55421" cy="78420"/>
          </a:xfrm>
        </p:grpSpPr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2E1FC00F-2205-3EEC-6D55-565D0B2C56E7}"/>
                </a:ext>
              </a:extLst>
            </p:cNvPr>
            <p:cNvCxnSpPr/>
            <p:nvPr/>
          </p:nvCxnSpPr>
          <p:spPr>
            <a:xfrm>
              <a:off x="3075290" y="3456878"/>
              <a:ext cx="0" cy="62736"/>
            </a:xfrm>
            <a:prstGeom prst="line">
              <a:avLst/>
            </a:prstGeom>
            <a:noFill/>
            <a:ln w="19050" cap="flat" cmpd="sng" algn="ctr">
              <a:solidFill>
                <a:srgbClr val="FFFFFF"/>
              </a:solidFill>
              <a:prstDash val="solid"/>
            </a:ln>
            <a:effectLst/>
          </p:spPr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3B435ABB-9380-2349-A25E-7E1489744FAF}"/>
                </a:ext>
              </a:extLst>
            </p:cNvPr>
            <p:cNvCxnSpPr/>
            <p:nvPr/>
          </p:nvCxnSpPr>
          <p:spPr>
            <a:xfrm>
              <a:off x="3130711" y="3463152"/>
              <a:ext cx="0" cy="72146"/>
            </a:xfrm>
            <a:prstGeom prst="line">
              <a:avLst/>
            </a:prstGeom>
            <a:noFill/>
            <a:ln w="19050" cap="flat" cmpd="sng" algn="ctr">
              <a:solidFill>
                <a:srgbClr val="FFFFFF"/>
              </a:solidFill>
              <a:prstDash val="solid"/>
            </a:ln>
            <a:effectLst/>
          </p:spPr>
        </p:cxnSp>
      </p:grpSp>
      <p:grpSp>
        <p:nvGrpSpPr>
          <p:cNvPr id="15" name="组合 220">
            <a:extLst>
              <a:ext uri="{FF2B5EF4-FFF2-40B4-BE49-F238E27FC236}">
                <a16:creationId xmlns:a16="http://schemas.microsoft.com/office/drawing/2014/main" id="{F1FA9BC4-ADD8-A688-90A4-27A930BF919A}"/>
              </a:ext>
            </a:extLst>
          </p:cNvPr>
          <p:cNvGrpSpPr>
            <a:grpSpLocks/>
          </p:cNvGrpSpPr>
          <p:nvPr/>
        </p:nvGrpSpPr>
        <p:grpSpPr bwMode="auto">
          <a:xfrm>
            <a:off x="1473707" y="2738466"/>
            <a:ext cx="55563" cy="77787"/>
            <a:chOff x="3075290" y="3456878"/>
            <a:chExt cx="55421" cy="78420"/>
          </a:xfrm>
        </p:grpSpPr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94533E08-4BB9-402A-D705-458B545C25D4}"/>
                </a:ext>
              </a:extLst>
            </p:cNvPr>
            <p:cNvCxnSpPr/>
            <p:nvPr/>
          </p:nvCxnSpPr>
          <p:spPr>
            <a:xfrm>
              <a:off x="3075290" y="3456878"/>
              <a:ext cx="0" cy="62416"/>
            </a:xfrm>
            <a:prstGeom prst="line">
              <a:avLst/>
            </a:prstGeom>
            <a:noFill/>
            <a:ln w="19050" cap="flat" cmpd="sng" algn="ctr">
              <a:solidFill>
                <a:srgbClr val="FFFFFF"/>
              </a:solidFill>
              <a:prstDash val="solid"/>
            </a:ln>
            <a:effectLst/>
          </p:spPr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689AAF04-50CD-971C-1593-B2ED4427B01F}"/>
                </a:ext>
              </a:extLst>
            </p:cNvPr>
            <p:cNvCxnSpPr/>
            <p:nvPr/>
          </p:nvCxnSpPr>
          <p:spPr>
            <a:xfrm>
              <a:off x="3130711" y="3461679"/>
              <a:ext cx="0" cy="73619"/>
            </a:xfrm>
            <a:prstGeom prst="line">
              <a:avLst/>
            </a:prstGeom>
            <a:noFill/>
            <a:ln w="19050" cap="flat" cmpd="sng" algn="ctr">
              <a:solidFill>
                <a:srgbClr val="FFFFFF"/>
              </a:solidFill>
              <a:prstDash val="solid"/>
            </a:ln>
            <a:effectLst/>
          </p:spPr>
        </p:cxnSp>
      </p:grpSp>
      <p:grpSp>
        <p:nvGrpSpPr>
          <p:cNvPr id="16" name="组合 223">
            <a:extLst>
              <a:ext uri="{FF2B5EF4-FFF2-40B4-BE49-F238E27FC236}">
                <a16:creationId xmlns:a16="http://schemas.microsoft.com/office/drawing/2014/main" id="{7954BEE5-F754-0B27-04F1-CED29DEAD0AE}"/>
              </a:ext>
            </a:extLst>
          </p:cNvPr>
          <p:cNvGrpSpPr>
            <a:grpSpLocks/>
          </p:cNvGrpSpPr>
          <p:nvPr/>
        </p:nvGrpSpPr>
        <p:grpSpPr bwMode="auto">
          <a:xfrm>
            <a:off x="1167320" y="2724178"/>
            <a:ext cx="55562" cy="77788"/>
            <a:chOff x="3075290" y="3456878"/>
            <a:chExt cx="55421" cy="78420"/>
          </a:xfrm>
        </p:grpSpPr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29B0018C-7081-8F66-5BD4-7C14C001BD55}"/>
                </a:ext>
              </a:extLst>
            </p:cNvPr>
            <p:cNvCxnSpPr/>
            <p:nvPr/>
          </p:nvCxnSpPr>
          <p:spPr>
            <a:xfrm>
              <a:off x="3075290" y="3456878"/>
              <a:ext cx="0" cy="62416"/>
            </a:xfrm>
            <a:prstGeom prst="line">
              <a:avLst/>
            </a:prstGeom>
            <a:noFill/>
            <a:ln w="19050" cap="flat" cmpd="sng" algn="ctr">
              <a:solidFill>
                <a:srgbClr val="FFFFFF"/>
              </a:solidFill>
              <a:prstDash val="solid"/>
            </a:ln>
            <a:effectLst/>
          </p:spPr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643B052B-464F-01CF-44A5-FF7A5690D21D}"/>
                </a:ext>
              </a:extLst>
            </p:cNvPr>
            <p:cNvCxnSpPr/>
            <p:nvPr/>
          </p:nvCxnSpPr>
          <p:spPr>
            <a:xfrm>
              <a:off x="3130711" y="3461680"/>
              <a:ext cx="0" cy="73618"/>
            </a:xfrm>
            <a:prstGeom prst="line">
              <a:avLst/>
            </a:prstGeom>
            <a:noFill/>
            <a:ln w="19050" cap="flat" cmpd="sng" algn="ctr">
              <a:solidFill>
                <a:srgbClr val="FFFFFF"/>
              </a:solidFill>
              <a:prstDash val="solid"/>
            </a:ln>
            <a:effectLst/>
          </p:spPr>
        </p:cxnSp>
      </p:grpSp>
      <p:sp>
        <p:nvSpPr>
          <p:cNvPr id="54" name="Text Box 41">
            <a:extLst>
              <a:ext uri="{FF2B5EF4-FFF2-40B4-BE49-F238E27FC236}">
                <a16:creationId xmlns:a16="http://schemas.microsoft.com/office/drawing/2014/main" id="{B437FC03-875F-5B66-04E3-E47BEE8FCF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6103" y="5710230"/>
            <a:ext cx="391155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eaLnBrk="1" fontAlgn="base" hangingPunct="1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1"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sym typeface="Monotype Sorts" pitchFamily="2" charset="2"/>
              </a:rPr>
              <a:t>不要漏画后端面孔的轮廓线 </a:t>
            </a:r>
          </a:p>
        </p:txBody>
      </p:sp>
      <p:sp>
        <p:nvSpPr>
          <p:cNvPr id="55" name="Text Box 42">
            <a:extLst>
              <a:ext uri="{FF2B5EF4-FFF2-40B4-BE49-F238E27FC236}">
                <a16:creationId xmlns:a16="http://schemas.microsoft.com/office/drawing/2014/main" id="{CDA3E4D9-CDA0-8503-C7D7-3F5E580217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752" y="5171179"/>
            <a:ext cx="516199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1" lang="zh-CN" altLang="en-US" sz="22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圆柱面轮廓线与圆弧相切且</a:t>
            </a:r>
            <a:r>
              <a:rPr kumimoji="1" lang="zh-CN" altLang="en-US" sz="22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平行于</a:t>
            </a:r>
            <a:r>
              <a:rPr kumimoji="1" lang="en-US" altLang="zh-CN" sz="22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OY</a:t>
            </a:r>
            <a:endParaRPr kumimoji="1" lang="zh-CN" altLang="en-US" sz="220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 Box 73">
            <a:extLst>
              <a:ext uri="{FF2B5EF4-FFF2-40B4-BE49-F238E27FC236}">
                <a16:creationId xmlns:a16="http://schemas.microsoft.com/office/drawing/2014/main" id="{FC54643B-EC75-800F-3F60-9816F1C8C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656" y="5464008"/>
            <a:ext cx="8002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b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91CEFE38-55E9-1F87-2029-29E3FFCA9A75}"/>
              </a:ext>
            </a:extLst>
          </p:cNvPr>
          <p:cNvGrpSpPr>
            <a:grpSpLocks/>
          </p:cNvGrpSpPr>
          <p:nvPr/>
        </p:nvGrpSpPr>
        <p:grpSpPr bwMode="auto">
          <a:xfrm>
            <a:off x="5606889" y="2674043"/>
            <a:ext cx="508000" cy="627063"/>
            <a:chOff x="2984500" y="3374634"/>
            <a:chExt cx="507380" cy="627319"/>
          </a:xfrm>
        </p:grpSpPr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543B97DC-78F2-5E45-6CAA-94C899A34E44}"/>
                </a:ext>
              </a:extLst>
            </p:cNvPr>
            <p:cNvCxnSpPr/>
            <p:nvPr/>
          </p:nvCxnSpPr>
          <p:spPr bwMode="auto">
            <a:xfrm flipH="1">
              <a:off x="2984500" y="4001953"/>
              <a:ext cx="507380" cy="0"/>
            </a:xfrm>
            <a:prstGeom prst="line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467495BB-3AD1-146F-419D-BF36B489BE12}"/>
                </a:ext>
              </a:extLst>
            </p:cNvPr>
            <p:cNvCxnSpPr/>
            <p:nvPr/>
          </p:nvCxnSpPr>
          <p:spPr bwMode="auto">
            <a:xfrm flipV="1">
              <a:off x="3384062" y="3374634"/>
              <a:ext cx="0" cy="627319"/>
            </a:xfrm>
            <a:prstGeom prst="straightConnector1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 type="triangle" w="sm" len="lg"/>
              <a:tailEnd type="triangle" w="sm" len="lg"/>
            </a:ln>
            <a:effectLst/>
          </p:spPr>
        </p:cxnSp>
        <p:sp>
          <p:nvSpPr>
            <p:cNvPr id="60" name="Text Box 69">
              <a:extLst>
                <a:ext uri="{FF2B5EF4-FFF2-40B4-BE49-F238E27FC236}">
                  <a16:creationId xmlns:a16="http://schemas.microsoft.com/office/drawing/2014/main" id="{C62A5E4D-7F7D-C81A-B21B-20069CCB78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3071514" y="3482174"/>
              <a:ext cx="304736" cy="3996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SOCPEUR" pitchFamily="34" charset="0"/>
                  <a:ea typeface="宋体" panose="02010600030101010101" pitchFamily="2" charset="-122"/>
                </a:rPr>
                <a:t>L</a:t>
              </a:r>
              <a:endParaRPr kumimoji="1" lang="en-US" altLang="zh-CN" sz="2000" b="1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SOCPEUR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7EB01A54-6775-B294-5CEB-E93F12E72319}"/>
                </a:ext>
              </a:extLst>
            </p:cNvPr>
            <p:cNvCxnSpPr/>
            <p:nvPr/>
          </p:nvCxnSpPr>
          <p:spPr bwMode="auto">
            <a:xfrm flipH="1">
              <a:off x="2992427" y="3374634"/>
              <a:ext cx="499453" cy="0"/>
            </a:xfrm>
            <a:prstGeom prst="line">
              <a:avLst/>
            </a:prstGeom>
            <a:no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</p:grpSp>
      <p:sp>
        <p:nvSpPr>
          <p:cNvPr id="62" name="Line 11">
            <a:extLst>
              <a:ext uri="{FF2B5EF4-FFF2-40B4-BE49-F238E27FC236}">
                <a16:creationId xmlns:a16="http://schemas.microsoft.com/office/drawing/2014/main" id="{F0EC76B0-99CC-AA9C-7C1C-1B126E5A3EFC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526" y="3248717"/>
            <a:ext cx="0" cy="16859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63" name="Line 12">
            <a:extLst>
              <a:ext uri="{FF2B5EF4-FFF2-40B4-BE49-F238E27FC236}">
                <a16:creationId xmlns:a16="http://schemas.microsoft.com/office/drawing/2014/main" id="{5EBBFB22-30A0-B717-7004-828659EDDC89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5776" y="4051992"/>
            <a:ext cx="1600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AC5A3D6E-47A4-B253-8E32-86C5D541C0F0}"/>
              </a:ext>
            </a:extLst>
          </p:cNvPr>
          <p:cNvCxnSpPr>
            <a:stCxn id="125" idx="0"/>
            <a:endCxn id="155" idx="7"/>
          </p:cNvCxnSpPr>
          <p:nvPr/>
        </p:nvCxnSpPr>
        <p:spPr>
          <a:xfrm flipV="1">
            <a:off x="7239526" y="3807517"/>
            <a:ext cx="244475" cy="242887"/>
          </a:xfrm>
          <a:prstGeom prst="line">
            <a:avLst/>
          </a:prstGeom>
          <a:noFill/>
          <a:ln w="9525" cap="flat" cmpd="sng" algn="ctr">
            <a:solidFill>
              <a:srgbClr val="FF0000"/>
            </a:solidFill>
            <a:prstDash val="solid"/>
          </a:ln>
          <a:effectLst/>
        </p:spPr>
      </p:cxn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18F93A8E-E9D6-9DFA-2C12-951164EBBA07}"/>
              </a:ext>
            </a:extLst>
          </p:cNvPr>
          <p:cNvGrpSpPr/>
          <p:nvPr/>
        </p:nvGrpSpPr>
        <p:grpSpPr>
          <a:xfrm>
            <a:off x="6276409" y="3408870"/>
            <a:ext cx="1913086" cy="1282791"/>
            <a:chOff x="3776251" y="3176972"/>
            <a:chExt cx="1913086" cy="1282791"/>
          </a:xfrm>
          <a:solidFill>
            <a:srgbClr val="FFFFFF"/>
          </a:solidFill>
        </p:grpSpPr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D88BE468-A926-9EDD-0810-5812E8333575}"/>
                </a:ext>
              </a:extLst>
            </p:cNvPr>
            <p:cNvGrpSpPr/>
            <p:nvPr/>
          </p:nvGrpSpPr>
          <p:grpSpPr>
            <a:xfrm>
              <a:off x="3776251" y="3176972"/>
              <a:ext cx="1913086" cy="1282791"/>
              <a:chOff x="3776251" y="3176972"/>
              <a:chExt cx="1913086" cy="1282791"/>
            </a:xfrm>
            <a:grpFill/>
          </p:grpSpPr>
          <p:sp>
            <p:nvSpPr>
              <p:cNvPr id="68" name="Line 17">
                <a:extLst>
                  <a:ext uri="{FF2B5EF4-FFF2-40B4-BE49-F238E27FC236}">
                    <a16:creationId xmlns:a16="http://schemas.microsoft.com/office/drawing/2014/main" id="{D44D9A89-885A-BC7F-B508-D7F99D07A0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81213" y="3825001"/>
                <a:ext cx="0" cy="394016"/>
              </a:xfrm>
              <a:prstGeom prst="line">
                <a:avLst/>
              </a:prstGeom>
              <a:grpFill/>
              <a:ln w="9525" cap="flat" cmpd="sng" algn="ctr">
                <a:solidFill>
                  <a:srgbClr val="000000">
                    <a:shade val="95000"/>
                    <a:satMod val="105000"/>
                  </a:srgbClr>
                </a:solidFill>
                <a:prstDash val="solid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  <p:grpSp>
            <p:nvGrpSpPr>
              <p:cNvPr id="69" name="组合 68">
                <a:extLst>
                  <a:ext uri="{FF2B5EF4-FFF2-40B4-BE49-F238E27FC236}">
                    <a16:creationId xmlns:a16="http://schemas.microsoft.com/office/drawing/2014/main" id="{559EDAC5-CB8E-8EEA-378B-0023BA7F2065}"/>
                  </a:ext>
                </a:extLst>
              </p:cNvPr>
              <p:cNvGrpSpPr/>
              <p:nvPr/>
            </p:nvGrpSpPr>
            <p:grpSpPr>
              <a:xfrm>
                <a:off x="3776251" y="3176972"/>
                <a:ext cx="1913086" cy="1282791"/>
                <a:chOff x="3776251" y="3176972"/>
                <a:chExt cx="1913086" cy="1282791"/>
              </a:xfrm>
              <a:grpFill/>
            </p:grpSpPr>
            <p:sp>
              <p:nvSpPr>
                <p:cNvPr id="70" name="Line 16">
                  <a:extLst>
                    <a:ext uri="{FF2B5EF4-FFF2-40B4-BE49-F238E27FC236}">
                      <a16:creationId xmlns:a16="http://schemas.microsoft.com/office/drawing/2014/main" id="{42F3E9C2-BCE0-8734-E083-D05AFEB27B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98513" y="3818651"/>
                  <a:ext cx="0" cy="389570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rgbClr val="000000">
                      <a:shade val="95000"/>
                      <a:satMod val="105000"/>
                    </a:srgbClr>
                  </a:solidFill>
                  <a:prstDash val="solid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宋体"/>
                    <a:cs typeface="+mn-cs"/>
                  </a:endParaRPr>
                </a:p>
              </p:txBody>
            </p:sp>
            <p:sp>
              <p:nvSpPr>
                <p:cNvPr id="71" name="弧形 70">
                  <a:extLst>
                    <a:ext uri="{FF2B5EF4-FFF2-40B4-BE49-F238E27FC236}">
                      <a16:creationId xmlns:a16="http://schemas.microsoft.com/office/drawing/2014/main" id="{39DFBC56-3A85-8845-1948-426C0634AF4C}"/>
                    </a:ext>
                  </a:extLst>
                </p:cNvPr>
                <p:cNvSpPr/>
                <p:nvPr/>
              </p:nvSpPr>
              <p:spPr>
                <a:xfrm>
                  <a:off x="4098514" y="3176972"/>
                  <a:ext cx="1279524" cy="1280318"/>
                </a:xfrm>
                <a:prstGeom prst="arc">
                  <a:avLst>
                    <a:gd name="adj1" fmla="val 10569592"/>
                    <a:gd name="adj2" fmla="val 0"/>
                  </a:avLst>
                </a:prstGeom>
                <a:noFill/>
                <a:ln w="9525" cap="flat" cmpd="sng" algn="ctr">
                  <a:solidFill>
                    <a:srgbClr val="000000">
                      <a:shade val="95000"/>
                      <a:satMod val="105000"/>
                    </a:srgbClr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宋体"/>
                    <a:cs typeface="+mn-cs"/>
                  </a:endParaRPr>
                </a:p>
              </p:txBody>
            </p:sp>
            <p:cxnSp>
              <p:nvCxnSpPr>
                <p:cNvPr id="72" name="直接连接符 71">
                  <a:extLst>
                    <a:ext uri="{FF2B5EF4-FFF2-40B4-BE49-F238E27FC236}">
                      <a16:creationId xmlns:a16="http://schemas.microsoft.com/office/drawing/2014/main" id="{294F3233-9F3D-A9A9-29B4-40E1F4CF9FBC}"/>
                    </a:ext>
                  </a:extLst>
                </p:cNvPr>
                <p:cNvCxnSpPr/>
                <p:nvPr/>
              </p:nvCxnSpPr>
              <p:spPr>
                <a:xfrm>
                  <a:off x="5381213" y="4219017"/>
                  <a:ext cx="308124" cy="0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rgbClr val="000000">
                      <a:shade val="95000"/>
                      <a:satMod val="105000"/>
                    </a:srgbClr>
                  </a:solidFill>
                  <a:prstDash val="solid"/>
                </a:ln>
                <a:effectLst/>
              </p:spPr>
            </p:cxnSp>
            <p:cxnSp>
              <p:nvCxnSpPr>
                <p:cNvPr id="73" name="直接连接符 72">
                  <a:extLst>
                    <a:ext uri="{FF2B5EF4-FFF2-40B4-BE49-F238E27FC236}">
                      <a16:creationId xmlns:a16="http://schemas.microsoft.com/office/drawing/2014/main" id="{BF561DA5-0433-ED54-855C-3E4DFE88257C}"/>
                    </a:ext>
                  </a:extLst>
                </p:cNvPr>
                <p:cNvCxnSpPr/>
                <p:nvPr/>
              </p:nvCxnSpPr>
              <p:spPr>
                <a:xfrm>
                  <a:off x="5689337" y="4219017"/>
                  <a:ext cx="0" cy="240746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rgbClr val="000000">
                      <a:shade val="95000"/>
                      <a:satMod val="105000"/>
                    </a:srgbClr>
                  </a:solidFill>
                  <a:prstDash val="solid"/>
                </a:ln>
                <a:effectLst/>
              </p:spPr>
            </p:cxnSp>
            <p:cxnSp>
              <p:nvCxnSpPr>
                <p:cNvPr id="74" name="直接连接符 73">
                  <a:extLst>
                    <a:ext uri="{FF2B5EF4-FFF2-40B4-BE49-F238E27FC236}">
                      <a16:creationId xmlns:a16="http://schemas.microsoft.com/office/drawing/2014/main" id="{28FD5F83-3F6C-18FB-4D5B-2BDCC5EF5684}"/>
                    </a:ext>
                  </a:extLst>
                </p:cNvPr>
                <p:cNvCxnSpPr/>
                <p:nvPr/>
              </p:nvCxnSpPr>
              <p:spPr>
                <a:xfrm>
                  <a:off x="3776251" y="4211635"/>
                  <a:ext cx="0" cy="248128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rgbClr val="000000">
                      <a:shade val="95000"/>
                      <a:satMod val="105000"/>
                    </a:srgbClr>
                  </a:solidFill>
                  <a:prstDash val="solid"/>
                </a:ln>
                <a:effectLst/>
              </p:spPr>
            </p:cxnSp>
            <p:cxnSp>
              <p:nvCxnSpPr>
                <p:cNvPr id="75" name="直接连接符 74">
                  <a:extLst>
                    <a:ext uri="{FF2B5EF4-FFF2-40B4-BE49-F238E27FC236}">
                      <a16:creationId xmlns:a16="http://schemas.microsoft.com/office/drawing/2014/main" id="{BABA87D2-4444-A34E-1A39-59DE73F4BAA4}"/>
                    </a:ext>
                  </a:extLst>
                </p:cNvPr>
                <p:cNvCxnSpPr/>
                <p:nvPr/>
              </p:nvCxnSpPr>
              <p:spPr>
                <a:xfrm>
                  <a:off x="3776251" y="4459763"/>
                  <a:ext cx="1913086" cy="0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rgbClr val="000000">
                      <a:shade val="95000"/>
                      <a:satMod val="105000"/>
                    </a:srgbClr>
                  </a:solidFill>
                  <a:prstDash val="solid"/>
                </a:ln>
                <a:effectLst/>
              </p:spPr>
            </p:cxnSp>
            <p:cxnSp>
              <p:nvCxnSpPr>
                <p:cNvPr id="76" name="直接连接符 75">
                  <a:extLst>
                    <a:ext uri="{FF2B5EF4-FFF2-40B4-BE49-F238E27FC236}">
                      <a16:creationId xmlns:a16="http://schemas.microsoft.com/office/drawing/2014/main" id="{870F71B1-3ED0-0974-D697-4C4D5BBF614C}"/>
                    </a:ext>
                  </a:extLst>
                </p:cNvPr>
                <p:cNvCxnSpPr/>
                <p:nvPr/>
              </p:nvCxnSpPr>
              <p:spPr>
                <a:xfrm>
                  <a:off x="3776251" y="4208221"/>
                  <a:ext cx="322262" cy="0"/>
                </a:xfrm>
                <a:prstGeom prst="line">
                  <a:avLst/>
                </a:prstGeom>
                <a:grpFill/>
                <a:ln w="9525" cap="flat" cmpd="sng" algn="ctr">
                  <a:solidFill>
                    <a:srgbClr val="000000">
                      <a:shade val="95000"/>
                      <a:satMod val="105000"/>
                    </a:srgbClr>
                  </a:solidFill>
                  <a:prstDash val="solid"/>
                </a:ln>
                <a:effectLst/>
              </p:spPr>
            </p:cxnSp>
          </p:grpSp>
        </p:grpSp>
        <p:sp>
          <p:nvSpPr>
            <p:cNvPr id="67" name="Oval 9">
              <a:extLst>
                <a:ext uri="{FF2B5EF4-FFF2-40B4-BE49-F238E27FC236}">
                  <a16:creationId xmlns:a16="http://schemas.microsoft.com/office/drawing/2014/main" id="{B0DABBC0-3127-91F8-4DB9-41C7F62AF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0774" y="3477974"/>
              <a:ext cx="681353" cy="681354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77" name="弧形 76">
            <a:extLst>
              <a:ext uri="{FF2B5EF4-FFF2-40B4-BE49-F238E27FC236}">
                <a16:creationId xmlns:a16="http://schemas.microsoft.com/office/drawing/2014/main" id="{A2773C5C-29D8-9BBE-48FC-0A6F00405A40}"/>
              </a:ext>
            </a:extLst>
          </p:cNvPr>
          <p:cNvSpPr/>
          <p:nvPr/>
        </p:nvSpPr>
        <p:spPr>
          <a:xfrm rot="10800000">
            <a:off x="7128401" y="3485254"/>
            <a:ext cx="681038" cy="679450"/>
          </a:xfrm>
          <a:prstGeom prst="arc">
            <a:avLst>
              <a:gd name="adj1" fmla="val 15202640"/>
              <a:gd name="adj2" fmla="val 956735"/>
            </a:avLst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A0BC22EF-2D97-306A-99B7-AC31A4B4FEDA}"/>
              </a:ext>
            </a:extLst>
          </p:cNvPr>
          <p:cNvGrpSpPr/>
          <p:nvPr/>
        </p:nvGrpSpPr>
        <p:grpSpPr>
          <a:xfrm>
            <a:off x="6823013" y="3183812"/>
            <a:ext cx="1590823" cy="1280318"/>
            <a:chOff x="4098514" y="3186827"/>
            <a:chExt cx="1590823" cy="1280318"/>
          </a:xfrm>
          <a:solidFill>
            <a:srgbClr val="FFFFFF"/>
          </a:solidFill>
        </p:grpSpPr>
        <p:sp>
          <p:nvSpPr>
            <p:cNvPr id="79" name="Line 17">
              <a:extLst>
                <a:ext uri="{FF2B5EF4-FFF2-40B4-BE49-F238E27FC236}">
                  <a16:creationId xmlns:a16="http://schemas.microsoft.com/office/drawing/2014/main" id="{FD2C9359-9454-ED8D-1D3E-F28B18B606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1213" y="3825001"/>
              <a:ext cx="0" cy="394016"/>
            </a:xfrm>
            <a:prstGeom prst="line">
              <a:avLst/>
            </a:prstGeom>
            <a:grpFill/>
            <a:ln w="952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endParaRPr>
            </a:p>
          </p:txBody>
        </p:sp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65FF7CC9-3568-9964-DD4A-CD5D6A604F38}"/>
                </a:ext>
              </a:extLst>
            </p:cNvPr>
            <p:cNvGrpSpPr/>
            <p:nvPr/>
          </p:nvGrpSpPr>
          <p:grpSpPr>
            <a:xfrm>
              <a:off x="4098514" y="3186827"/>
              <a:ext cx="1590823" cy="1280318"/>
              <a:chOff x="4098514" y="3186827"/>
              <a:chExt cx="1590823" cy="1280318"/>
            </a:xfrm>
            <a:grpFill/>
          </p:grpSpPr>
          <p:sp>
            <p:nvSpPr>
              <p:cNvPr id="81" name="弧形 80">
                <a:extLst>
                  <a:ext uri="{FF2B5EF4-FFF2-40B4-BE49-F238E27FC236}">
                    <a16:creationId xmlns:a16="http://schemas.microsoft.com/office/drawing/2014/main" id="{36D4E11B-FB54-BF6E-EAE6-E7AC7B295BA3}"/>
                  </a:ext>
                </a:extLst>
              </p:cNvPr>
              <p:cNvSpPr/>
              <p:nvPr/>
            </p:nvSpPr>
            <p:spPr>
              <a:xfrm>
                <a:off x="4098514" y="3186827"/>
                <a:ext cx="1279524" cy="1280318"/>
              </a:xfrm>
              <a:prstGeom prst="arc">
                <a:avLst>
                  <a:gd name="adj1" fmla="val 13416527"/>
                  <a:gd name="adj2" fmla="val 0"/>
                </a:avLst>
              </a:prstGeom>
              <a:noFill/>
              <a:ln w="9525" cap="flat" cmpd="sng" algn="ctr">
                <a:solidFill>
                  <a:srgbClr val="000000">
                    <a:shade val="95000"/>
                    <a:satMod val="105000"/>
                  </a:srgbClr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  <p:cxnSp>
            <p:nvCxnSpPr>
              <p:cNvPr id="82" name="直接连接符 81">
                <a:extLst>
                  <a:ext uri="{FF2B5EF4-FFF2-40B4-BE49-F238E27FC236}">
                    <a16:creationId xmlns:a16="http://schemas.microsoft.com/office/drawing/2014/main" id="{428A301F-2637-F4A9-95F3-502B3075CC9B}"/>
                  </a:ext>
                </a:extLst>
              </p:cNvPr>
              <p:cNvCxnSpPr/>
              <p:nvPr/>
            </p:nvCxnSpPr>
            <p:spPr>
              <a:xfrm>
                <a:off x="5381213" y="4219017"/>
                <a:ext cx="308124" cy="0"/>
              </a:xfrm>
              <a:prstGeom prst="line">
                <a:avLst/>
              </a:prstGeom>
              <a:grpFill/>
              <a:ln w="9525" cap="flat" cmpd="sng" algn="ctr">
                <a:solidFill>
                  <a:srgbClr val="000000">
                    <a:shade val="95000"/>
                    <a:satMod val="105000"/>
                  </a:srgbClr>
                </a:solidFill>
                <a:prstDash val="solid"/>
              </a:ln>
              <a:effectLst/>
            </p:spPr>
          </p:cxnSp>
          <p:cxnSp>
            <p:nvCxnSpPr>
              <p:cNvPr id="83" name="直接连接符 82">
                <a:extLst>
                  <a:ext uri="{FF2B5EF4-FFF2-40B4-BE49-F238E27FC236}">
                    <a16:creationId xmlns:a16="http://schemas.microsoft.com/office/drawing/2014/main" id="{B5DF9612-3C0A-A722-9A07-0BF83F6FE416}"/>
                  </a:ext>
                </a:extLst>
              </p:cNvPr>
              <p:cNvCxnSpPr/>
              <p:nvPr/>
            </p:nvCxnSpPr>
            <p:spPr>
              <a:xfrm>
                <a:off x="5689337" y="4219017"/>
                <a:ext cx="0" cy="240746"/>
              </a:xfrm>
              <a:prstGeom prst="line">
                <a:avLst/>
              </a:prstGeom>
              <a:grpFill/>
              <a:ln w="9525" cap="flat" cmpd="sng" algn="ctr">
                <a:solidFill>
                  <a:srgbClr val="000000">
                    <a:shade val="95000"/>
                    <a:satMod val="105000"/>
                  </a:srgbClr>
                </a:solidFill>
                <a:prstDash val="solid"/>
              </a:ln>
              <a:effectLst/>
            </p:spPr>
          </p:cxnSp>
        </p:grp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78A92BFE-C7D6-B490-AEBE-1D4A4B8A41E7}"/>
              </a:ext>
            </a:extLst>
          </p:cNvPr>
          <p:cNvGrpSpPr>
            <a:grpSpLocks/>
          </p:cNvGrpSpPr>
          <p:nvPr/>
        </p:nvGrpSpPr>
        <p:grpSpPr bwMode="auto">
          <a:xfrm>
            <a:off x="7345889" y="2672454"/>
            <a:ext cx="1200150" cy="1438275"/>
            <a:chOff x="5281373" y="2355850"/>
            <a:chExt cx="1198838" cy="1438409"/>
          </a:xfrm>
        </p:grpSpPr>
        <p:sp>
          <p:nvSpPr>
            <p:cNvPr id="85" name="Text Box 25">
              <a:extLst>
                <a:ext uri="{FF2B5EF4-FFF2-40B4-BE49-F238E27FC236}">
                  <a16:creationId xmlns:a16="http://schemas.microsoft.com/office/drawing/2014/main" id="{BE9B832F-89D6-C7CD-1D61-093F3022E7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1373" y="3394149"/>
              <a:ext cx="40107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O</a:t>
              </a:r>
              <a:r>
                <a:rPr kumimoji="1" lang="en-US" altLang="zh-CN" sz="2000" b="1" i="1" baseline="-25000">
                  <a:solidFill>
                    <a:srgbClr val="000000"/>
                  </a:solidFill>
                  <a:latin typeface="ISOCPEUR" pitchFamily="34" charset="0"/>
                </a:rPr>
                <a:t>2</a:t>
              </a:r>
              <a:endParaRPr kumimoji="1" lang="en-US" altLang="zh-CN" sz="2000" b="1" i="1">
                <a:solidFill>
                  <a:srgbClr val="000000"/>
                </a:solidFill>
                <a:latin typeface="ISOCPEUR" pitchFamily="34" charset="0"/>
              </a:endParaRPr>
            </a:p>
          </p:txBody>
        </p:sp>
        <p:sp>
          <p:nvSpPr>
            <p:cNvPr id="86" name="Line 21">
              <a:extLst>
                <a:ext uri="{FF2B5EF4-FFF2-40B4-BE49-F238E27FC236}">
                  <a16:creationId xmlns:a16="http://schemas.microsoft.com/office/drawing/2014/main" id="{2D20012F-2D75-987C-B5AF-8B78CF233B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01891" y="3505307"/>
              <a:ext cx="1078320" cy="4763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ln w="9525">
                  <a:solidFill>
                    <a:srgbClr val="000000"/>
                  </a:solidFill>
                </a:ln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7" name="Line 23">
              <a:extLst>
                <a:ext uri="{FF2B5EF4-FFF2-40B4-BE49-F238E27FC236}">
                  <a16:creationId xmlns:a16="http://schemas.microsoft.com/office/drawing/2014/main" id="{E922B74E-692A-AAA0-FB7C-BA0F493B1D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401803" y="2355850"/>
              <a:ext cx="1261" cy="1142365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</p:grp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A2D84242-E9B0-C514-E052-939F91A1DB1B}"/>
              </a:ext>
            </a:extLst>
          </p:cNvPr>
          <p:cNvCxnSpPr/>
          <p:nvPr/>
        </p:nvCxnSpPr>
        <p:spPr>
          <a:xfrm flipV="1">
            <a:off x="7882464" y="4223442"/>
            <a:ext cx="223837" cy="227012"/>
          </a:xfrm>
          <a:prstGeom prst="line">
            <a:avLst/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4BAD202C-9D5E-D44D-4EDD-899BB61461BA}"/>
              </a:ext>
            </a:extLst>
          </p:cNvPr>
          <p:cNvCxnSpPr/>
          <p:nvPr/>
        </p:nvCxnSpPr>
        <p:spPr>
          <a:xfrm flipV="1">
            <a:off x="8188851" y="4223442"/>
            <a:ext cx="225425" cy="227012"/>
          </a:xfrm>
          <a:prstGeom prst="line">
            <a:avLst/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6A9C461B-8D36-F173-0B6C-75610B18BEBF}"/>
              </a:ext>
            </a:extLst>
          </p:cNvPr>
          <p:cNvCxnSpPr/>
          <p:nvPr/>
        </p:nvCxnSpPr>
        <p:spPr>
          <a:xfrm flipV="1">
            <a:off x="8192026" y="4466329"/>
            <a:ext cx="222250" cy="225425"/>
          </a:xfrm>
          <a:prstGeom prst="line">
            <a:avLst/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12506292-68C2-FFD7-1FC3-CBF2CA569B85}"/>
              </a:ext>
            </a:extLst>
          </p:cNvPr>
          <p:cNvCxnSpPr/>
          <p:nvPr/>
        </p:nvCxnSpPr>
        <p:spPr>
          <a:xfrm flipV="1">
            <a:off x="6844239" y="3375717"/>
            <a:ext cx="155575" cy="161925"/>
          </a:xfrm>
          <a:prstGeom prst="line">
            <a:avLst/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78EBCC15-C092-E6E6-2A93-B63602CA242D}"/>
              </a:ext>
            </a:extLst>
          </p:cNvPr>
          <p:cNvCxnSpPr/>
          <p:nvPr/>
        </p:nvCxnSpPr>
        <p:spPr bwMode="auto">
          <a:xfrm>
            <a:off x="6480701" y="4228204"/>
            <a:ext cx="119063" cy="0"/>
          </a:xfrm>
          <a:prstGeom prst="line">
            <a:avLst/>
          </a:prstGeom>
          <a:solidFill>
            <a:srgbClr val="FFFFFF"/>
          </a:soli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7B05A5B4-EEAD-EE6F-87AA-3048596F1ECF}"/>
              </a:ext>
            </a:extLst>
          </p:cNvPr>
          <p:cNvCxnSpPr/>
          <p:nvPr/>
        </p:nvCxnSpPr>
        <p:spPr bwMode="auto">
          <a:xfrm flipV="1">
            <a:off x="6269564" y="4223442"/>
            <a:ext cx="225425" cy="227012"/>
          </a:xfrm>
          <a:prstGeom prst="line">
            <a:avLst/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</a:ln>
          <a:effectLst/>
        </p:spPr>
      </p:cxn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E5A0A337-990A-DB58-8050-347E64E3B08C}"/>
              </a:ext>
            </a:extLst>
          </p:cNvPr>
          <p:cNvGrpSpPr>
            <a:grpSpLocks/>
          </p:cNvGrpSpPr>
          <p:nvPr/>
        </p:nvGrpSpPr>
        <p:grpSpPr bwMode="auto">
          <a:xfrm>
            <a:off x="3133218" y="2148581"/>
            <a:ext cx="1962495" cy="1609725"/>
            <a:chOff x="509234" y="4200680"/>
            <a:chExt cx="1962815" cy="1608650"/>
          </a:xfrm>
        </p:grpSpPr>
        <p:sp>
          <p:nvSpPr>
            <p:cNvPr id="95" name="Line 23">
              <a:extLst>
                <a:ext uri="{FF2B5EF4-FFF2-40B4-BE49-F238E27FC236}">
                  <a16:creationId xmlns:a16="http://schemas.microsoft.com/office/drawing/2014/main" id="{DD56B396-824C-C77E-8719-50F989A702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31281" y="4401108"/>
              <a:ext cx="0" cy="96520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6" name="Line 21">
              <a:extLst>
                <a:ext uri="{FF2B5EF4-FFF2-40B4-BE49-F238E27FC236}">
                  <a16:creationId xmlns:a16="http://schemas.microsoft.com/office/drawing/2014/main" id="{8B310AFA-E19C-B216-262D-2B491E529F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1560" y="5356783"/>
              <a:ext cx="1422896" cy="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7" name="Text Box 25">
              <a:extLst>
                <a:ext uri="{FF2B5EF4-FFF2-40B4-BE49-F238E27FC236}">
                  <a16:creationId xmlns:a16="http://schemas.microsoft.com/office/drawing/2014/main" id="{7CF9A330-3B43-4ED3-1684-75FCAD028B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3113" y="4325034"/>
              <a:ext cx="40107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O</a:t>
              </a:r>
              <a:r>
                <a:rPr kumimoji="1" lang="en-US" altLang="zh-CN" sz="2000" b="1" i="1" baseline="-25000">
                  <a:solidFill>
                    <a:srgbClr val="000000"/>
                  </a:solidFill>
                  <a:latin typeface="ISOCPEUR" pitchFamily="34" charset="0"/>
                </a:rPr>
                <a:t>2</a:t>
              </a:r>
              <a:endParaRPr kumimoji="1" lang="en-US" altLang="zh-CN" sz="2000" b="1" i="1">
                <a:solidFill>
                  <a:srgbClr val="000000"/>
                </a:solidFill>
                <a:latin typeface="ISOCPEUR" pitchFamily="34" charset="0"/>
              </a:endParaRPr>
            </a:p>
          </p:txBody>
        </p:sp>
        <p:sp>
          <p:nvSpPr>
            <p:cNvPr id="98" name="Text Box 25">
              <a:extLst>
                <a:ext uri="{FF2B5EF4-FFF2-40B4-BE49-F238E27FC236}">
                  <a16:creationId xmlns:a16="http://schemas.microsoft.com/office/drawing/2014/main" id="{8474CA54-B2FA-4381-49E7-75BB8EE9E2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3419" y="5409220"/>
              <a:ext cx="3786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O</a:t>
              </a:r>
              <a:r>
                <a:rPr kumimoji="1" lang="en-US" altLang="zh-CN" sz="2000" b="1" i="1" baseline="-25000">
                  <a:solidFill>
                    <a:srgbClr val="000000"/>
                  </a:solidFill>
                  <a:latin typeface="ISOCPEUR" pitchFamily="34" charset="0"/>
                </a:rPr>
                <a:t>1</a:t>
              </a:r>
            </a:p>
          </p:txBody>
        </p:sp>
        <p:sp>
          <p:nvSpPr>
            <p:cNvPr id="99" name="Text Box 25">
              <a:extLst>
                <a:ext uri="{FF2B5EF4-FFF2-40B4-BE49-F238E27FC236}">
                  <a16:creationId xmlns:a16="http://schemas.microsoft.com/office/drawing/2014/main" id="{FF6D4F95-BA9C-9CC3-EC45-3B124841FB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234" y="5345987"/>
              <a:ext cx="33855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 dirty="0">
                  <a:solidFill>
                    <a:srgbClr val="000000"/>
                  </a:solidFill>
                  <a:latin typeface="ISOCPEUR" pitchFamily="34" charset="0"/>
                </a:rPr>
                <a:t>X</a:t>
              </a:r>
            </a:p>
          </p:txBody>
        </p:sp>
        <p:sp>
          <p:nvSpPr>
            <p:cNvPr id="100" name="Text Box 25">
              <a:extLst>
                <a:ext uri="{FF2B5EF4-FFF2-40B4-BE49-F238E27FC236}">
                  <a16:creationId xmlns:a16="http://schemas.microsoft.com/office/drawing/2014/main" id="{AE75FD57-06B7-4E9C-9370-E8741CA578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1579" y="4200680"/>
              <a:ext cx="33855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Y</a:t>
              </a:r>
            </a:p>
          </p:txBody>
        </p:sp>
      </p:grpSp>
      <p:grpSp>
        <p:nvGrpSpPr>
          <p:cNvPr id="101" name="组合 193">
            <a:extLst>
              <a:ext uri="{FF2B5EF4-FFF2-40B4-BE49-F238E27FC236}">
                <a16:creationId xmlns:a16="http://schemas.microsoft.com/office/drawing/2014/main" id="{1F328524-DDE6-0BF7-EB04-25A65B66E0CD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7209364" y="4564754"/>
            <a:ext cx="55562" cy="77788"/>
            <a:chOff x="3075290" y="3456878"/>
            <a:chExt cx="55421" cy="78420"/>
          </a:xfrm>
        </p:grpSpPr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A1B3F4B4-E10D-29D1-D37D-14AFDF219D5F}"/>
                </a:ext>
              </a:extLst>
            </p:cNvPr>
            <p:cNvCxnSpPr/>
            <p:nvPr/>
          </p:nvCxnSpPr>
          <p:spPr>
            <a:xfrm>
              <a:off x="3075290" y="3456877"/>
              <a:ext cx="0" cy="62416"/>
            </a:xfrm>
            <a:prstGeom prst="line">
              <a:avLst/>
            </a:prstGeom>
            <a:noFill/>
            <a:ln w="19050" cap="flat" cmpd="sng" algn="ctr">
              <a:solidFill>
                <a:srgbClr val="FFFFFF"/>
              </a:solidFill>
              <a:prstDash val="solid"/>
            </a:ln>
            <a:effectLst/>
          </p:spPr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D8C49603-DC6F-B4BB-88C4-8836A0942C23}"/>
                </a:ext>
              </a:extLst>
            </p:cNvPr>
            <p:cNvCxnSpPr/>
            <p:nvPr/>
          </p:nvCxnSpPr>
          <p:spPr>
            <a:xfrm>
              <a:off x="3130711" y="3447275"/>
              <a:ext cx="0" cy="73618"/>
            </a:xfrm>
            <a:prstGeom prst="line">
              <a:avLst/>
            </a:prstGeom>
            <a:noFill/>
            <a:ln w="19050" cap="flat" cmpd="sng" algn="ctr">
              <a:solidFill>
                <a:srgbClr val="FFFFFF"/>
              </a:solidFill>
              <a:prstDash val="solid"/>
            </a:ln>
            <a:effectLst/>
          </p:spPr>
        </p:cxnSp>
      </p:grpSp>
      <p:grpSp>
        <p:nvGrpSpPr>
          <p:cNvPr id="104" name="组合 196">
            <a:extLst>
              <a:ext uri="{FF2B5EF4-FFF2-40B4-BE49-F238E27FC236}">
                <a16:creationId xmlns:a16="http://schemas.microsoft.com/office/drawing/2014/main" id="{63B19170-36F3-4FB3-E5D3-884BB24F500E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7216507" y="4121048"/>
            <a:ext cx="55563" cy="79375"/>
            <a:chOff x="3075290" y="3456878"/>
            <a:chExt cx="55421" cy="78420"/>
          </a:xfrm>
        </p:grpSpPr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02AD0194-0E3D-B6DE-C7F1-15EDDBB5A354}"/>
                </a:ext>
              </a:extLst>
            </p:cNvPr>
            <p:cNvCxnSpPr/>
            <p:nvPr/>
          </p:nvCxnSpPr>
          <p:spPr>
            <a:xfrm>
              <a:off x="3075290" y="3456878"/>
              <a:ext cx="0" cy="62736"/>
            </a:xfrm>
            <a:prstGeom prst="line">
              <a:avLst/>
            </a:prstGeom>
            <a:noFill/>
            <a:ln w="19050" cap="flat" cmpd="sng" algn="ctr">
              <a:solidFill>
                <a:srgbClr val="FFFFFF"/>
              </a:solidFill>
              <a:prstDash val="solid"/>
            </a:ln>
            <a:effectLst/>
          </p:spPr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8A89290B-891A-CAE7-DC5A-D419F94BECCB}"/>
                </a:ext>
              </a:extLst>
            </p:cNvPr>
            <p:cNvCxnSpPr/>
            <p:nvPr/>
          </p:nvCxnSpPr>
          <p:spPr>
            <a:xfrm>
              <a:off x="3130711" y="3463151"/>
              <a:ext cx="0" cy="72146"/>
            </a:xfrm>
            <a:prstGeom prst="line">
              <a:avLst/>
            </a:prstGeom>
            <a:noFill/>
            <a:ln w="19050" cap="flat" cmpd="sng" algn="ctr">
              <a:solidFill>
                <a:srgbClr val="FFFFFF"/>
              </a:solidFill>
              <a:prstDash val="solid"/>
            </a:ln>
            <a:effectLst/>
          </p:spPr>
        </p:cxnSp>
      </p:grpSp>
      <p:grpSp>
        <p:nvGrpSpPr>
          <p:cNvPr id="107" name="组合 199">
            <a:extLst>
              <a:ext uri="{FF2B5EF4-FFF2-40B4-BE49-F238E27FC236}">
                <a16:creationId xmlns:a16="http://schemas.microsoft.com/office/drawing/2014/main" id="{7B03D687-E391-161B-945E-73DB7B530516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7210157" y="3581298"/>
            <a:ext cx="55563" cy="79375"/>
            <a:chOff x="3075290" y="3456878"/>
            <a:chExt cx="55421" cy="78420"/>
          </a:xfrm>
        </p:grpSpPr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CDE393DD-1B5D-58A6-9BE2-256525AC2154}"/>
                </a:ext>
              </a:extLst>
            </p:cNvPr>
            <p:cNvCxnSpPr/>
            <p:nvPr/>
          </p:nvCxnSpPr>
          <p:spPr>
            <a:xfrm>
              <a:off x="3075290" y="3456878"/>
              <a:ext cx="0" cy="62736"/>
            </a:xfrm>
            <a:prstGeom prst="line">
              <a:avLst/>
            </a:prstGeom>
            <a:noFill/>
            <a:ln w="19050" cap="flat" cmpd="sng" algn="ctr">
              <a:solidFill>
                <a:srgbClr val="FFFFFF"/>
              </a:solidFill>
              <a:prstDash val="solid"/>
            </a:ln>
            <a:effectLst/>
          </p:spPr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8ED210BB-3419-8205-B327-46A82F8C9F5D}"/>
                </a:ext>
              </a:extLst>
            </p:cNvPr>
            <p:cNvCxnSpPr/>
            <p:nvPr/>
          </p:nvCxnSpPr>
          <p:spPr>
            <a:xfrm>
              <a:off x="3130711" y="3463151"/>
              <a:ext cx="0" cy="72146"/>
            </a:xfrm>
            <a:prstGeom prst="line">
              <a:avLst/>
            </a:prstGeom>
            <a:noFill/>
            <a:ln w="19050" cap="flat" cmpd="sng" algn="ctr">
              <a:solidFill>
                <a:srgbClr val="FFFFFF"/>
              </a:solidFill>
              <a:prstDash val="solid"/>
            </a:ln>
            <a:effectLst/>
          </p:spPr>
        </p:cxnSp>
      </p:grpSp>
      <p:grpSp>
        <p:nvGrpSpPr>
          <p:cNvPr id="110" name="组合 202">
            <a:extLst>
              <a:ext uri="{FF2B5EF4-FFF2-40B4-BE49-F238E27FC236}">
                <a16:creationId xmlns:a16="http://schemas.microsoft.com/office/drawing/2014/main" id="{84474433-928D-563C-D276-82C7F7345DAA}"/>
              </a:ext>
            </a:extLst>
          </p:cNvPr>
          <p:cNvGrpSpPr>
            <a:grpSpLocks/>
          </p:cNvGrpSpPr>
          <p:nvPr/>
        </p:nvGrpSpPr>
        <p:grpSpPr bwMode="auto">
          <a:xfrm>
            <a:off x="7777689" y="4015479"/>
            <a:ext cx="55562" cy="77788"/>
            <a:chOff x="3075290" y="3456878"/>
            <a:chExt cx="55421" cy="78420"/>
          </a:xfrm>
        </p:grpSpPr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16F1492B-3587-5D45-2D1F-1AA56AD8201A}"/>
                </a:ext>
              </a:extLst>
            </p:cNvPr>
            <p:cNvCxnSpPr/>
            <p:nvPr/>
          </p:nvCxnSpPr>
          <p:spPr>
            <a:xfrm>
              <a:off x="3075290" y="3456878"/>
              <a:ext cx="0" cy="62416"/>
            </a:xfrm>
            <a:prstGeom prst="line">
              <a:avLst/>
            </a:prstGeom>
            <a:noFill/>
            <a:ln w="19050" cap="flat" cmpd="sng" algn="ctr">
              <a:solidFill>
                <a:srgbClr val="FFFFFF"/>
              </a:solidFill>
              <a:prstDash val="solid"/>
            </a:ln>
            <a:effectLst/>
          </p:spPr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75745C46-594D-846C-2B26-B43D4EBA7485}"/>
                </a:ext>
              </a:extLst>
            </p:cNvPr>
            <p:cNvCxnSpPr/>
            <p:nvPr/>
          </p:nvCxnSpPr>
          <p:spPr>
            <a:xfrm>
              <a:off x="3130711" y="3461680"/>
              <a:ext cx="0" cy="73618"/>
            </a:xfrm>
            <a:prstGeom prst="line">
              <a:avLst/>
            </a:prstGeom>
            <a:noFill/>
            <a:ln w="19050" cap="flat" cmpd="sng" algn="ctr">
              <a:solidFill>
                <a:srgbClr val="FFFFFF"/>
              </a:solidFill>
              <a:prstDash val="solid"/>
            </a:ln>
            <a:effectLst/>
          </p:spPr>
        </p:cxnSp>
      </p:grpSp>
      <p:grpSp>
        <p:nvGrpSpPr>
          <p:cNvPr id="113" name="组合 205">
            <a:extLst>
              <a:ext uri="{FF2B5EF4-FFF2-40B4-BE49-F238E27FC236}">
                <a16:creationId xmlns:a16="http://schemas.microsoft.com/office/drawing/2014/main" id="{0B78B11E-8A85-C61B-0355-B5EE762FD7D3}"/>
              </a:ext>
            </a:extLst>
          </p:cNvPr>
          <p:cNvGrpSpPr>
            <a:grpSpLocks/>
          </p:cNvGrpSpPr>
          <p:nvPr/>
        </p:nvGrpSpPr>
        <p:grpSpPr bwMode="auto">
          <a:xfrm>
            <a:off x="7363351" y="3996429"/>
            <a:ext cx="55563" cy="77788"/>
            <a:chOff x="3075290" y="3456878"/>
            <a:chExt cx="55421" cy="78420"/>
          </a:xfrm>
        </p:grpSpPr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93C09C5B-105D-9604-F85F-50E18FDF4E09}"/>
                </a:ext>
              </a:extLst>
            </p:cNvPr>
            <p:cNvCxnSpPr/>
            <p:nvPr/>
          </p:nvCxnSpPr>
          <p:spPr>
            <a:xfrm>
              <a:off x="3075290" y="3456878"/>
              <a:ext cx="0" cy="62416"/>
            </a:xfrm>
            <a:prstGeom prst="line">
              <a:avLst/>
            </a:prstGeom>
            <a:noFill/>
            <a:ln w="19050" cap="flat" cmpd="sng" algn="ctr">
              <a:solidFill>
                <a:srgbClr val="FFFFFF"/>
              </a:solidFill>
              <a:prstDash val="solid"/>
            </a:ln>
            <a:effectLst/>
          </p:spPr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0A95E582-F8D9-7AA6-0C36-69E615B919FE}"/>
                </a:ext>
              </a:extLst>
            </p:cNvPr>
            <p:cNvCxnSpPr/>
            <p:nvPr/>
          </p:nvCxnSpPr>
          <p:spPr>
            <a:xfrm>
              <a:off x="3130711" y="3461680"/>
              <a:ext cx="0" cy="73618"/>
            </a:xfrm>
            <a:prstGeom prst="line">
              <a:avLst/>
            </a:prstGeom>
            <a:noFill/>
            <a:ln w="19050" cap="flat" cmpd="sng" algn="ctr">
              <a:solidFill>
                <a:srgbClr val="FFFFFF"/>
              </a:solidFill>
              <a:prstDash val="solid"/>
            </a:ln>
            <a:effectLst/>
          </p:spPr>
        </p:cxnSp>
      </p:grpSp>
      <p:grpSp>
        <p:nvGrpSpPr>
          <p:cNvPr id="116" name="组合 208">
            <a:extLst>
              <a:ext uri="{FF2B5EF4-FFF2-40B4-BE49-F238E27FC236}">
                <a16:creationId xmlns:a16="http://schemas.microsoft.com/office/drawing/2014/main" id="{8AB689FE-C6AD-4B5A-6AD9-2A9E33458FD5}"/>
              </a:ext>
            </a:extLst>
          </p:cNvPr>
          <p:cNvGrpSpPr>
            <a:grpSpLocks/>
          </p:cNvGrpSpPr>
          <p:nvPr/>
        </p:nvGrpSpPr>
        <p:grpSpPr bwMode="auto">
          <a:xfrm>
            <a:off x="6944251" y="4009129"/>
            <a:ext cx="55563" cy="77788"/>
            <a:chOff x="3075290" y="3456878"/>
            <a:chExt cx="55421" cy="78420"/>
          </a:xfrm>
        </p:grpSpPr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13B9E4CC-DABC-BA0E-13D8-CFFFBEAC99DB}"/>
                </a:ext>
              </a:extLst>
            </p:cNvPr>
            <p:cNvCxnSpPr/>
            <p:nvPr/>
          </p:nvCxnSpPr>
          <p:spPr>
            <a:xfrm>
              <a:off x="3075290" y="3456878"/>
              <a:ext cx="0" cy="62416"/>
            </a:xfrm>
            <a:prstGeom prst="line">
              <a:avLst/>
            </a:prstGeom>
            <a:noFill/>
            <a:ln w="19050" cap="flat" cmpd="sng" algn="ctr">
              <a:solidFill>
                <a:srgbClr val="FFFFFF"/>
              </a:solidFill>
              <a:prstDash val="solid"/>
            </a:ln>
            <a:effectLst/>
          </p:spPr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9E9A859D-D1C5-EDD7-C2DE-45C5B3A51717}"/>
                </a:ext>
              </a:extLst>
            </p:cNvPr>
            <p:cNvCxnSpPr/>
            <p:nvPr/>
          </p:nvCxnSpPr>
          <p:spPr>
            <a:xfrm>
              <a:off x="3130711" y="3461680"/>
              <a:ext cx="0" cy="73618"/>
            </a:xfrm>
            <a:prstGeom prst="line">
              <a:avLst/>
            </a:prstGeom>
            <a:noFill/>
            <a:ln w="19050" cap="flat" cmpd="sng" algn="ctr">
              <a:solidFill>
                <a:srgbClr val="FFFFFF"/>
              </a:solidFill>
              <a:prstDash val="solid"/>
            </a:ln>
            <a:effectLst/>
          </p:spPr>
        </p:cxnSp>
      </p:grpSp>
      <p:grpSp>
        <p:nvGrpSpPr>
          <p:cNvPr id="119" name="组合 211">
            <a:extLst>
              <a:ext uri="{FF2B5EF4-FFF2-40B4-BE49-F238E27FC236}">
                <a16:creationId xmlns:a16="http://schemas.microsoft.com/office/drawing/2014/main" id="{F6420CFE-7F7C-E9CD-733D-FB6508E4DCA8}"/>
              </a:ext>
            </a:extLst>
          </p:cNvPr>
          <p:cNvGrpSpPr>
            <a:grpSpLocks/>
          </p:cNvGrpSpPr>
          <p:nvPr/>
        </p:nvGrpSpPr>
        <p:grpSpPr bwMode="auto">
          <a:xfrm>
            <a:off x="6645801" y="4023417"/>
            <a:ext cx="53975" cy="77787"/>
            <a:chOff x="3075290" y="3456878"/>
            <a:chExt cx="55421" cy="78420"/>
          </a:xfrm>
        </p:grpSpPr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D1573EA1-4CA1-9CA9-7ACC-D7928838665B}"/>
                </a:ext>
              </a:extLst>
            </p:cNvPr>
            <p:cNvCxnSpPr/>
            <p:nvPr/>
          </p:nvCxnSpPr>
          <p:spPr>
            <a:xfrm>
              <a:off x="3075290" y="3456878"/>
              <a:ext cx="0" cy="62416"/>
            </a:xfrm>
            <a:prstGeom prst="line">
              <a:avLst/>
            </a:prstGeom>
            <a:noFill/>
            <a:ln w="19050" cap="flat" cmpd="sng" algn="ctr">
              <a:solidFill>
                <a:srgbClr val="FFFFFF"/>
              </a:solidFill>
              <a:prstDash val="solid"/>
            </a:ln>
            <a:effectLst/>
          </p:spPr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FEA09D23-A9E9-1D55-B890-C3B887B8F076}"/>
                </a:ext>
              </a:extLst>
            </p:cNvPr>
            <p:cNvCxnSpPr/>
            <p:nvPr/>
          </p:nvCxnSpPr>
          <p:spPr>
            <a:xfrm>
              <a:off x="3130711" y="3461679"/>
              <a:ext cx="0" cy="73619"/>
            </a:xfrm>
            <a:prstGeom prst="line">
              <a:avLst/>
            </a:prstGeom>
            <a:noFill/>
            <a:ln w="19050" cap="flat" cmpd="sng" algn="ctr">
              <a:solidFill>
                <a:srgbClr val="FFFFFF"/>
              </a:solidFill>
              <a:prstDash val="solid"/>
            </a:ln>
            <a:effectLst/>
          </p:spPr>
        </p:cxnSp>
      </p:grpSp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EE2F56C1-5E88-49D4-A883-6E6676ECC0A7}"/>
              </a:ext>
            </a:extLst>
          </p:cNvPr>
          <p:cNvGrpSpPr>
            <a:grpSpLocks/>
          </p:cNvGrpSpPr>
          <p:nvPr/>
        </p:nvGrpSpPr>
        <p:grpSpPr bwMode="auto">
          <a:xfrm>
            <a:off x="5880626" y="2604475"/>
            <a:ext cx="2434976" cy="1790417"/>
            <a:chOff x="3378733" y="2372651"/>
            <a:chExt cx="2435396" cy="1789610"/>
          </a:xfrm>
        </p:grpSpPr>
        <p:sp>
          <p:nvSpPr>
            <p:cNvPr id="123" name="Text Box 25">
              <a:extLst>
                <a:ext uri="{FF2B5EF4-FFF2-40B4-BE49-F238E27FC236}">
                  <a16:creationId xmlns:a16="http://schemas.microsoft.com/office/drawing/2014/main" id="{893766B2-1F84-661C-2F87-1A55C9127A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2430" y="2461931"/>
              <a:ext cx="3786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Z</a:t>
              </a:r>
              <a:r>
                <a:rPr kumimoji="1" lang="en-US" altLang="zh-CN" sz="2000" b="1" i="1" baseline="-25000">
                  <a:solidFill>
                    <a:srgbClr val="000000"/>
                  </a:solidFill>
                  <a:latin typeface="ISOCPEUR" pitchFamily="34" charset="0"/>
                </a:rPr>
                <a:t>1</a:t>
              </a:r>
            </a:p>
          </p:txBody>
        </p:sp>
        <p:sp>
          <p:nvSpPr>
            <p:cNvPr id="124" name="Text Box 25">
              <a:extLst>
                <a:ext uri="{FF2B5EF4-FFF2-40B4-BE49-F238E27FC236}">
                  <a16:creationId xmlns:a16="http://schemas.microsoft.com/office/drawing/2014/main" id="{B4C78721-43D1-0118-CA61-2022CA2A01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8733" y="3721118"/>
              <a:ext cx="39626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X</a:t>
              </a:r>
              <a:r>
                <a:rPr kumimoji="1" lang="en-US" altLang="zh-CN" sz="2000" b="1" i="1" baseline="-25000">
                  <a:solidFill>
                    <a:srgbClr val="000000"/>
                  </a:solidFill>
                  <a:latin typeface="ISOCPEUR" pitchFamily="34" charset="0"/>
                </a:rPr>
                <a:t>1</a:t>
              </a:r>
            </a:p>
          </p:txBody>
        </p:sp>
        <p:sp>
          <p:nvSpPr>
            <p:cNvPr id="125" name="Line 23">
              <a:extLst>
                <a:ext uri="{FF2B5EF4-FFF2-40B4-BE49-F238E27FC236}">
                  <a16:creationId xmlns:a16="http://schemas.microsoft.com/office/drawing/2014/main" id="{B27395CC-5D66-B826-8059-34F72FE0C6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38276" y="2744924"/>
              <a:ext cx="1075853" cy="1073725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6" name="Text Box 25">
              <a:extLst>
                <a:ext uri="{FF2B5EF4-FFF2-40B4-BE49-F238E27FC236}">
                  <a16:creationId xmlns:a16="http://schemas.microsoft.com/office/drawing/2014/main" id="{39903499-9DC5-869F-69A5-7ED6D8C583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90629" y="2372651"/>
              <a:ext cx="39626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 dirty="0">
                  <a:solidFill>
                    <a:srgbClr val="000000"/>
                  </a:solidFill>
                  <a:latin typeface="ISOCPEUR" pitchFamily="34" charset="0"/>
                </a:rPr>
                <a:t>Y</a:t>
              </a:r>
              <a:r>
                <a:rPr kumimoji="1" lang="en-US" altLang="zh-CN" sz="2000" b="1" i="1" baseline="-25000" dirty="0">
                  <a:solidFill>
                    <a:srgbClr val="000000"/>
                  </a:solidFill>
                  <a:latin typeface="ISOCPEUR" pitchFamily="34" charset="0"/>
                </a:rPr>
                <a:t>1</a:t>
              </a:r>
            </a:p>
          </p:txBody>
        </p:sp>
        <p:sp>
          <p:nvSpPr>
            <p:cNvPr id="127" name="Text Box 25">
              <a:extLst>
                <a:ext uri="{FF2B5EF4-FFF2-40B4-BE49-F238E27FC236}">
                  <a16:creationId xmlns:a16="http://schemas.microsoft.com/office/drawing/2014/main" id="{F13FD650-D57F-460D-C48C-A6F592C98B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5952" y="3762151"/>
              <a:ext cx="3786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O</a:t>
              </a:r>
              <a:r>
                <a:rPr kumimoji="1" lang="en-US" altLang="zh-CN" sz="2000" b="1" i="1" baseline="-25000">
                  <a:solidFill>
                    <a:srgbClr val="000000"/>
                  </a:solidFill>
                  <a:latin typeface="ISOCPEUR" pitchFamily="34" charset="0"/>
                </a:rPr>
                <a:t>1</a:t>
              </a:r>
              <a:endParaRPr kumimoji="1" lang="en-US" altLang="zh-CN" sz="2000" b="1" i="1">
                <a:solidFill>
                  <a:srgbClr val="000000"/>
                </a:solidFill>
                <a:latin typeface="ISOCPEUR" pitchFamily="34" charset="0"/>
              </a:endParaRPr>
            </a:p>
          </p:txBody>
        </p:sp>
        <p:sp>
          <p:nvSpPr>
            <p:cNvPr id="128" name="Line 21">
              <a:extLst>
                <a:ext uri="{FF2B5EF4-FFF2-40B4-BE49-F238E27FC236}">
                  <a16:creationId xmlns:a16="http://schemas.microsoft.com/office/drawing/2014/main" id="{25DDA59D-BF31-6F92-4873-99FBC4C414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76251" y="3820238"/>
              <a:ext cx="965200" cy="0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9" name="Line 23">
              <a:extLst>
                <a:ext uri="{FF2B5EF4-FFF2-40B4-BE49-F238E27FC236}">
                  <a16:creationId xmlns:a16="http://schemas.microsoft.com/office/drawing/2014/main" id="{25FCEA77-4CCB-45A0-233C-1776CDEA74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38276" y="2864563"/>
              <a:ext cx="0" cy="965200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130" name="组合 129">
            <a:extLst>
              <a:ext uri="{FF2B5EF4-FFF2-40B4-BE49-F238E27FC236}">
                <a16:creationId xmlns:a16="http://schemas.microsoft.com/office/drawing/2014/main" id="{1DC1A370-1C8B-3ECC-6F2B-19B681B5F83B}"/>
              </a:ext>
            </a:extLst>
          </p:cNvPr>
          <p:cNvGrpSpPr>
            <a:grpSpLocks/>
          </p:cNvGrpSpPr>
          <p:nvPr/>
        </p:nvGrpSpPr>
        <p:grpSpPr bwMode="auto">
          <a:xfrm>
            <a:off x="394207" y="1658966"/>
            <a:ext cx="1711325" cy="1444625"/>
            <a:chOff x="677220" y="2060848"/>
            <a:chExt cx="1710893" cy="1444226"/>
          </a:xfrm>
        </p:grpSpPr>
        <p:sp>
          <p:nvSpPr>
            <p:cNvPr id="131" name="Line 21">
              <a:extLst>
                <a:ext uri="{FF2B5EF4-FFF2-40B4-BE49-F238E27FC236}">
                  <a16:creationId xmlns:a16="http://schemas.microsoft.com/office/drawing/2014/main" id="{D5A635B6-A881-E54D-AAF2-142D56C09A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4738" y="3159125"/>
              <a:ext cx="965200" cy="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2" name="Line 23">
              <a:extLst>
                <a:ext uri="{FF2B5EF4-FFF2-40B4-BE49-F238E27FC236}">
                  <a16:creationId xmlns:a16="http://schemas.microsoft.com/office/drawing/2014/main" id="{B84191C5-31E9-AA4E-43C9-1CEC0E330B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36763" y="2203450"/>
              <a:ext cx="0" cy="96520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3" name="Text Box 25">
              <a:extLst>
                <a:ext uri="{FF2B5EF4-FFF2-40B4-BE49-F238E27FC236}">
                  <a16:creationId xmlns:a16="http://schemas.microsoft.com/office/drawing/2014/main" id="{98E17C80-00E1-5FF9-591F-EBFFA518CC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4789" y="2816861"/>
              <a:ext cx="43794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O</a:t>
              </a:r>
              <a:r>
                <a:rPr kumimoji="1" lang="en-US" altLang="zh-CN" sz="2000" b="1" i="1" baseline="-25000">
                  <a:solidFill>
                    <a:srgbClr val="000000"/>
                  </a:solidFill>
                  <a:latin typeface="ISOCPEUR" pitchFamily="34" charset="0"/>
                </a:rPr>
                <a:t>1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'</a:t>
              </a:r>
            </a:p>
          </p:txBody>
        </p:sp>
        <p:sp>
          <p:nvSpPr>
            <p:cNvPr id="134" name="Text Box 25">
              <a:extLst>
                <a:ext uri="{FF2B5EF4-FFF2-40B4-BE49-F238E27FC236}">
                  <a16:creationId xmlns:a16="http://schemas.microsoft.com/office/drawing/2014/main" id="{0AFF6B3E-932B-EDAC-C089-09CB9B223D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7881" y="2060848"/>
              <a:ext cx="38023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Z'</a:t>
              </a:r>
            </a:p>
          </p:txBody>
        </p:sp>
        <p:sp>
          <p:nvSpPr>
            <p:cNvPr id="135" name="Text Box 25">
              <a:extLst>
                <a:ext uri="{FF2B5EF4-FFF2-40B4-BE49-F238E27FC236}">
                  <a16:creationId xmlns:a16="http://schemas.microsoft.com/office/drawing/2014/main" id="{AD92AABE-E7A8-B898-C567-4D8E1EDFD4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7220" y="3060005"/>
              <a:ext cx="39786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X'</a:t>
              </a:r>
            </a:p>
          </p:txBody>
        </p:sp>
        <p:sp>
          <p:nvSpPr>
            <p:cNvPr id="136" name="Text Box 25">
              <a:extLst>
                <a:ext uri="{FF2B5EF4-FFF2-40B4-BE49-F238E27FC236}">
                  <a16:creationId xmlns:a16="http://schemas.microsoft.com/office/drawing/2014/main" id="{A5C6A587-A565-B8EA-92F4-55BA86BC66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4789" y="3104964"/>
              <a:ext cx="46038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O</a:t>
              </a:r>
              <a:r>
                <a:rPr kumimoji="1" lang="en-US" altLang="zh-CN" sz="2000" b="1" i="1" baseline="-25000">
                  <a:solidFill>
                    <a:srgbClr val="000000"/>
                  </a:solidFill>
                  <a:latin typeface="ISOCPEUR" pitchFamily="34" charset="0"/>
                </a:rPr>
                <a:t>2</a:t>
              </a:r>
              <a:r>
                <a:rPr kumimoji="1"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'</a:t>
              </a:r>
            </a:p>
          </p:txBody>
        </p:sp>
      </p:grpSp>
      <p:grpSp>
        <p:nvGrpSpPr>
          <p:cNvPr id="139" name="组合 138">
            <a:extLst>
              <a:ext uri="{FF2B5EF4-FFF2-40B4-BE49-F238E27FC236}">
                <a16:creationId xmlns:a16="http://schemas.microsoft.com/office/drawing/2014/main" id="{350A6C13-8335-E20C-0714-88000A22662B}"/>
              </a:ext>
            </a:extLst>
          </p:cNvPr>
          <p:cNvGrpSpPr>
            <a:grpSpLocks/>
          </p:cNvGrpSpPr>
          <p:nvPr/>
        </p:nvGrpSpPr>
        <p:grpSpPr bwMode="auto">
          <a:xfrm>
            <a:off x="6269564" y="3174104"/>
            <a:ext cx="2144712" cy="1514475"/>
            <a:chOff x="5184775" y="2580927"/>
            <a:chExt cx="2144786" cy="1514824"/>
          </a:xfrm>
        </p:grpSpPr>
        <p:grpSp>
          <p:nvGrpSpPr>
            <p:cNvPr id="140" name="组合 139">
              <a:extLst>
                <a:ext uri="{FF2B5EF4-FFF2-40B4-BE49-F238E27FC236}">
                  <a16:creationId xmlns:a16="http://schemas.microsoft.com/office/drawing/2014/main" id="{A9B7B746-3AB9-00B6-D2D2-4917D6A605B9}"/>
                </a:ext>
              </a:extLst>
            </p:cNvPr>
            <p:cNvGrpSpPr/>
            <p:nvPr/>
          </p:nvGrpSpPr>
          <p:grpSpPr bwMode="auto">
            <a:xfrm>
              <a:off x="5192756" y="2813458"/>
              <a:ext cx="1912467" cy="1282292"/>
              <a:chOff x="3776251" y="3176969"/>
              <a:chExt cx="1913086" cy="1282794"/>
            </a:xfrm>
            <a:solidFill>
              <a:srgbClr val="FFFFFF"/>
            </a:solidFill>
          </p:grpSpPr>
          <p:grpSp>
            <p:nvGrpSpPr>
              <p:cNvPr id="154" name="组合 153">
                <a:extLst>
                  <a:ext uri="{FF2B5EF4-FFF2-40B4-BE49-F238E27FC236}">
                    <a16:creationId xmlns:a16="http://schemas.microsoft.com/office/drawing/2014/main" id="{BCACA578-D0B0-9314-4288-1D63520E60C7}"/>
                  </a:ext>
                </a:extLst>
              </p:cNvPr>
              <p:cNvGrpSpPr/>
              <p:nvPr/>
            </p:nvGrpSpPr>
            <p:grpSpPr>
              <a:xfrm>
                <a:off x="3776251" y="3176969"/>
                <a:ext cx="1913086" cy="1282794"/>
                <a:chOff x="3776251" y="3176969"/>
                <a:chExt cx="1913086" cy="1282794"/>
              </a:xfrm>
              <a:grpFill/>
            </p:grpSpPr>
            <p:sp>
              <p:nvSpPr>
                <p:cNvPr id="156" name="Line 17">
                  <a:extLst>
                    <a:ext uri="{FF2B5EF4-FFF2-40B4-BE49-F238E27FC236}">
                      <a16:creationId xmlns:a16="http://schemas.microsoft.com/office/drawing/2014/main" id="{CBA6CED0-980E-8B97-CBB4-917E0252D1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81213" y="3825001"/>
                  <a:ext cx="0" cy="394016"/>
                </a:xfrm>
                <a:prstGeom prst="line">
                  <a:avLst/>
                </a:prstGeom>
                <a:grpFill/>
                <a:ln w="38100" cap="flat" cmpd="sng" algn="ctr">
                  <a:solidFill>
                    <a:srgbClr val="000000">
                      <a:shade val="95000"/>
                      <a:satMod val="105000"/>
                    </a:srgbClr>
                  </a:solidFill>
                  <a:prstDash val="solid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宋体"/>
                    <a:cs typeface="+mn-cs"/>
                  </a:endParaRPr>
                </a:p>
              </p:txBody>
            </p:sp>
            <p:grpSp>
              <p:nvGrpSpPr>
                <p:cNvPr id="157" name="组合 156">
                  <a:extLst>
                    <a:ext uri="{FF2B5EF4-FFF2-40B4-BE49-F238E27FC236}">
                      <a16:creationId xmlns:a16="http://schemas.microsoft.com/office/drawing/2014/main" id="{1A49690E-DD22-BF8E-7C37-5B2FE583361C}"/>
                    </a:ext>
                  </a:extLst>
                </p:cNvPr>
                <p:cNvGrpSpPr/>
                <p:nvPr/>
              </p:nvGrpSpPr>
              <p:grpSpPr>
                <a:xfrm>
                  <a:off x="3776251" y="3176969"/>
                  <a:ext cx="1913086" cy="1282794"/>
                  <a:chOff x="3776251" y="3176969"/>
                  <a:chExt cx="1913086" cy="1282794"/>
                </a:xfrm>
                <a:grpFill/>
              </p:grpSpPr>
              <p:sp>
                <p:nvSpPr>
                  <p:cNvPr id="158" name="Line 16">
                    <a:extLst>
                      <a:ext uri="{FF2B5EF4-FFF2-40B4-BE49-F238E27FC236}">
                        <a16:creationId xmlns:a16="http://schemas.microsoft.com/office/drawing/2014/main" id="{9FE67E62-5A5D-2FC3-F481-15DBF3835F0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098513" y="3818651"/>
                    <a:ext cx="0" cy="389570"/>
                  </a:xfrm>
                  <a:prstGeom prst="line">
                    <a:avLst/>
                  </a:prstGeom>
                  <a:grpFill/>
                  <a:ln w="38100" cap="flat" cmpd="sng" algn="ctr">
                    <a:solidFill>
                      <a:srgbClr val="000000">
                        <a:shade val="95000"/>
                        <a:satMod val="105000"/>
                      </a:srgbClr>
                    </a:solidFill>
                    <a:prstDash val="solid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marL="0" marR="0" lvl="0" indent="0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宋体"/>
                      <a:cs typeface="+mn-cs"/>
                    </a:endParaRPr>
                  </a:p>
                </p:txBody>
              </p:sp>
              <p:sp>
                <p:nvSpPr>
                  <p:cNvPr id="159" name="弧形 83">
                    <a:extLst>
                      <a:ext uri="{FF2B5EF4-FFF2-40B4-BE49-F238E27FC236}">
                        <a16:creationId xmlns:a16="http://schemas.microsoft.com/office/drawing/2014/main" id="{611FCA6D-1B9D-B987-532C-226B48E74B9F}"/>
                      </a:ext>
                    </a:extLst>
                  </p:cNvPr>
                  <p:cNvSpPr/>
                  <p:nvPr/>
                </p:nvSpPr>
                <p:spPr>
                  <a:xfrm>
                    <a:off x="4098510" y="3176969"/>
                    <a:ext cx="1279528" cy="683017"/>
                  </a:xfrm>
                  <a:custGeom>
                    <a:avLst/>
                    <a:gdLst>
                      <a:gd name="connsiteX0" fmla="*/ 1435 w 1279066"/>
                      <a:gd name="connsiteY0" fmla="*/ 682593 h 1279524"/>
                      <a:gd name="connsiteX1" fmla="*/ 295259 w 1279066"/>
                      <a:gd name="connsiteY1" fmla="*/ 100609 h 1279524"/>
                      <a:gd name="connsiteX2" fmla="*/ 946932 w 1279066"/>
                      <a:gd name="connsiteY2" fmla="*/ 78751 h 1279524"/>
                      <a:gd name="connsiteX3" fmla="*/ 1279066 w 1279066"/>
                      <a:gd name="connsiteY3" fmla="*/ 639762 h 1279524"/>
                      <a:gd name="connsiteX4" fmla="*/ 639533 w 1279066"/>
                      <a:gd name="connsiteY4" fmla="*/ 639762 h 1279524"/>
                      <a:gd name="connsiteX5" fmla="*/ 1435 w 1279066"/>
                      <a:gd name="connsiteY5" fmla="*/ 682593 h 1279524"/>
                      <a:gd name="connsiteX0" fmla="*/ 1435 w 1279066"/>
                      <a:gd name="connsiteY0" fmla="*/ 682593 h 1279524"/>
                      <a:gd name="connsiteX1" fmla="*/ 295259 w 1279066"/>
                      <a:gd name="connsiteY1" fmla="*/ 100609 h 1279524"/>
                      <a:gd name="connsiteX2" fmla="*/ 946932 w 1279066"/>
                      <a:gd name="connsiteY2" fmla="*/ 78751 h 1279524"/>
                      <a:gd name="connsiteX3" fmla="*/ 1279066 w 1279066"/>
                      <a:gd name="connsiteY3" fmla="*/ 639762 h 1279524"/>
                      <a:gd name="connsiteX0" fmla="*/ 1439 w 1283833"/>
                      <a:gd name="connsiteY0" fmla="*/ 682593 h 682593"/>
                      <a:gd name="connsiteX1" fmla="*/ 295263 w 1283833"/>
                      <a:gd name="connsiteY1" fmla="*/ 100609 h 682593"/>
                      <a:gd name="connsiteX2" fmla="*/ 946936 w 1283833"/>
                      <a:gd name="connsiteY2" fmla="*/ 78751 h 682593"/>
                      <a:gd name="connsiteX3" fmla="*/ 1279070 w 1283833"/>
                      <a:gd name="connsiteY3" fmla="*/ 639762 h 682593"/>
                      <a:gd name="connsiteX4" fmla="*/ 639537 w 1283833"/>
                      <a:gd name="connsiteY4" fmla="*/ 639762 h 682593"/>
                      <a:gd name="connsiteX5" fmla="*/ 1439 w 1283833"/>
                      <a:gd name="connsiteY5" fmla="*/ 682593 h 682593"/>
                      <a:gd name="connsiteX0" fmla="*/ 1439 w 1283833"/>
                      <a:gd name="connsiteY0" fmla="*/ 682593 h 682593"/>
                      <a:gd name="connsiteX1" fmla="*/ 295263 w 1283833"/>
                      <a:gd name="connsiteY1" fmla="*/ 100609 h 682593"/>
                      <a:gd name="connsiteX2" fmla="*/ 946936 w 1283833"/>
                      <a:gd name="connsiteY2" fmla="*/ 78751 h 682593"/>
                      <a:gd name="connsiteX3" fmla="*/ 1283833 w 1283833"/>
                      <a:gd name="connsiteY3" fmla="*/ 654050 h 682593"/>
                      <a:gd name="connsiteX0" fmla="*/ 1439 w 1279070"/>
                      <a:gd name="connsiteY0" fmla="*/ 682593 h 682593"/>
                      <a:gd name="connsiteX1" fmla="*/ 295263 w 1279070"/>
                      <a:gd name="connsiteY1" fmla="*/ 100609 h 682593"/>
                      <a:gd name="connsiteX2" fmla="*/ 946936 w 1279070"/>
                      <a:gd name="connsiteY2" fmla="*/ 78751 h 682593"/>
                      <a:gd name="connsiteX3" fmla="*/ 1279070 w 1279070"/>
                      <a:gd name="connsiteY3" fmla="*/ 639762 h 682593"/>
                      <a:gd name="connsiteX4" fmla="*/ 639537 w 1279070"/>
                      <a:gd name="connsiteY4" fmla="*/ 639762 h 682593"/>
                      <a:gd name="connsiteX5" fmla="*/ 1439 w 1279070"/>
                      <a:gd name="connsiteY5" fmla="*/ 682593 h 682593"/>
                      <a:gd name="connsiteX0" fmla="*/ 1439 w 1279070"/>
                      <a:gd name="connsiteY0" fmla="*/ 682593 h 682593"/>
                      <a:gd name="connsiteX1" fmla="*/ 295263 w 1279070"/>
                      <a:gd name="connsiteY1" fmla="*/ 100609 h 682593"/>
                      <a:gd name="connsiteX2" fmla="*/ 946936 w 1279070"/>
                      <a:gd name="connsiteY2" fmla="*/ 78751 h 682593"/>
                      <a:gd name="connsiteX3" fmla="*/ 1276689 w 1279070"/>
                      <a:gd name="connsiteY3" fmla="*/ 654050 h 6825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279070" h="682593" stroke="0" extrusionOk="0">
                        <a:moveTo>
                          <a:pt x="1439" y="682593"/>
                        </a:moveTo>
                        <a:cubicBezTo>
                          <a:pt x="-14197" y="449481"/>
                          <a:pt x="98439" y="226380"/>
                          <a:pt x="295263" y="100609"/>
                        </a:cubicBezTo>
                        <a:cubicBezTo>
                          <a:pt x="492184" y="-25224"/>
                          <a:pt x="742031" y="-33604"/>
                          <a:pt x="946936" y="78751"/>
                        </a:cubicBezTo>
                        <a:cubicBezTo>
                          <a:pt x="1151747" y="191055"/>
                          <a:pt x="1279070" y="406118"/>
                          <a:pt x="1279070" y="639762"/>
                        </a:cubicBezTo>
                        <a:lnTo>
                          <a:pt x="639537" y="639762"/>
                        </a:lnTo>
                        <a:lnTo>
                          <a:pt x="1439" y="682593"/>
                        </a:lnTo>
                        <a:close/>
                      </a:path>
                      <a:path w="1279070" h="682593" fill="none">
                        <a:moveTo>
                          <a:pt x="1439" y="682593"/>
                        </a:moveTo>
                        <a:cubicBezTo>
                          <a:pt x="-14197" y="449481"/>
                          <a:pt x="98439" y="226380"/>
                          <a:pt x="295263" y="100609"/>
                        </a:cubicBezTo>
                        <a:cubicBezTo>
                          <a:pt x="492184" y="-25224"/>
                          <a:pt x="742031" y="-33604"/>
                          <a:pt x="946936" y="78751"/>
                        </a:cubicBezTo>
                        <a:cubicBezTo>
                          <a:pt x="1151747" y="191055"/>
                          <a:pt x="1276689" y="420406"/>
                          <a:pt x="1276689" y="65405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rgbClr val="000000">
                        <a:shade val="95000"/>
                        <a:satMod val="105000"/>
                      </a:srgbClr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marL="0" marR="0" lvl="0" indent="0" algn="ctr" defTabSz="9144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8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/>
                      <a:ea typeface="宋体"/>
                      <a:cs typeface="+mn-cs"/>
                    </a:endParaRPr>
                  </a:p>
                </p:txBody>
              </p:sp>
              <p:cxnSp>
                <p:nvCxnSpPr>
                  <p:cNvPr id="160" name="直接连接符 159">
                    <a:extLst>
                      <a:ext uri="{FF2B5EF4-FFF2-40B4-BE49-F238E27FC236}">
                        <a16:creationId xmlns:a16="http://schemas.microsoft.com/office/drawing/2014/main" id="{D2135CDC-6A6F-63ED-2314-DEFAACC488BE}"/>
                      </a:ext>
                    </a:extLst>
                  </p:cNvPr>
                  <p:cNvCxnSpPr/>
                  <p:nvPr/>
                </p:nvCxnSpPr>
                <p:spPr>
                  <a:xfrm>
                    <a:off x="5381213" y="4219017"/>
                    <a:ext cx="308124" cy="0"/>
                  </a:xfrm>
                  <a:prstGeom prst="line">
                    <a:avLst/>
                  </a:prstGeom>
                  <a:grpFill/>
                  <a:ln w="38100" cap="flat" cmpd="sng" algn="ctr">
                    <a:solidFill>
                      <a:srgbClr val="000000">
                        <a:shade val="95000"/>
                        <a:satMod val="105000"/>
                      </a:srgb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1" name="直接连接符 160">
                    <a:extLst>
                      <a:ext uri="{FF2B5EF4-FFF2-40B4-BE49-F238E27FC236}">
                        <a16:creationId xmlns:a16="http://schemas.microsoft.com/office/drawing/2014/main" id="{212ABAC2-D65C-0B12-5A9C-9D4EF30611BA}"/>
                      </a:ext>
                    </a:extLst>
                  </p:cNvPr>
                  <p:cNvCxnSpPr/>
                  <p:nvPr/>
                </p:nvCxnSpPr>
                <p:spPr>
                  <a:xfrm>
                    <a:off x="5689337" y="4219017"/>
                    <a:ext cx="0" cy="240746"/>
                  </a:xfrm>
                  <a:prstGeom prst="line">
                    <a:avLst/>
                  </a:prstGeom>
                  <a:grpFill/>
                  <a:ln w="38100" cap="flat" cmpd="sng" algn="ctr">
                    <a:solidFill>
                      <a:srgbClr val="000000">
                        <a:shade val="95000"/>
                        <a:satMod val="105000"/>
                      </a:srgb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2" name="直接连接符 161">
                    <a:extLst>
                      <a:ext uri="{FF2B5EF4-FFF2-40B4-BE49-F238E27FC236}">
                        <a16:creationId xmlns:a16="http://schemas.microsoft.com/office/drawing/2014/main" id="{5567CDDC-F381-360A-AF11-B7B64E868B2C}"/>
                      </a:ext>
                    </a:extLst>
                  </p:cNvPr>
                  <p:cNvCxnSpPr/>
                  <p:nvPr/>
                </p:nvCxnSpPr>
                <p:spPr>
                  <a:xfrm>
                    <a:off x="3776251" y="4211635"/>
                    <a:ext cx="0" cy="248128"/>
                  </a:xfrm>
                  <a:prstGeom prst="line">
                    <a:avLst/>
                  </a:prstGeom>
                  <a:grpFill/>
                  <a:ln w="38100" cap="flat" cmpd="sng" algn="ctr">
                    <a:solidFill>
                      <a:srgbClr val="000000">
                        <a:shade val="95000"/>
                        <a:satMod val="105000"/>
                      </a:srgb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3" name="直接连接符 162">
                    <a:extLst>
                      <a:ext uri="{FF2B5EF4-FFF2-40B4-BE49-F238E27FC236}">
                        <a16:creationId xmlns:a16="http://schemas.microsoft.com/office/drawing/2014/main" id="{5046D29E-18CA-9187-2378-95FDD035FD81}"/>
                      </a:ext>
                    </a:extLst>
                  </p:cNvPr>
                  <p:cNvCxnSpPr/>
                  <p:nvPr/>
                </p:nvCxnSpPr>
                <p:spPr>
                  <a:xfrm>
                    <a:off x="3776251" y="4459763"/>
                    <a:ext cx="1913086" cy="0"/>
                  </a:xfrm>
                  <a:prstGeom prst="line">
                    <a:avLst/>
                  </a:prstGeom>
                  <a:grpFill/>
                  <a:ln w="38100" cap="flat" cmpd="sng" algn="ctr">
                    <a:solidFill>
                      <a:srgbClr val="000000">
                        <a:shade val="95000"/>
                        <a:satMod val="105000"/>
                      </a:srgbClr>
                    </a:solidFill>
                    <a:prstDash val="solid"/>
                  </a:ln>
                  <a:effectLst/>
                </p:spPr>
              </p:cxnSp>
              <p:cxnSp>
                <p:nvCxnSpPr>
                  <p:cNvPr id="164" name="直接连接符 163">
                    <a:extLst>
                      <a:ext uri="{FF2B5EF4-FFF2-40B4-BE49-F238E27FC236}">
                        <a16:creationId xmlns:a16="http://schemas.microsoft.com/office/drawing/2014/main" id="{8368AF64-56E8-DF5E-BBC0-151F96102CD1}"/>
                      </a:ext>
                    </a:extLst>
                  </p:cNvPr>
                  <p:cNvCxnSpPr/>
                  <p:nvPr/>
                </p:nvCxnSpPr>
                <p:spPr>
                  <a:xfrm>
                    <a:off x="3776251" y="4208221"/>
                    <a:ext cx="322262" cy="0"/>
                  </a:xfrm>
                  <a:prstGeom prst="line">
                    <a:avLst/>
                  </a:prstGeom>
                  <a:grpFill/>
                  <a:ln w="38100" cap="flat" cmpd="sng" algn="ctr">
                    <a:solidFill>
                      <a:srgbClr val="000000">
                        <a:shade val="95000"/>
                        <a:satMod val="105000"/>
                      </a:srgbClr>
                    </a:solidFill>
                    <a:prstDash val="solid"/>
                  </a:ln>
                  <a:effectLst/>
                </p:spPr>
              </p:cxnSp>
            </p:grpSp>
          </p:grpSp>
          <p:sp>
            <p:nvSpPr>
              <p:cNvPr id="155" name="Oval 9">
                <a:extLst>
                  <a:ext uri="{FF2B5EF4-FFF2-40B4-BE49-F238E27FC236}">
                    <a16:creationId xmlns:a16="http://schemas.microsoft.com/office/drawing/2014/main" id="{24C2AD75-C363-20FB-EAF9-8573A73304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00774" y="3477974"/>
                <a:ext cx="681353" cy="681354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66"/>
                  </a:solidFill>
                  <a:effectLst/>
                  <a:uLnTx/>
                  <a:uFillTx/>
                  <a:latin typeface="Times New Roman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41" name="弧形 140">
              <a:extLst>
                <a:ext uri="{FF2B5EF4-FFF2-40B4-BE49-F238E27FC236}">
                  <a16:creationId xmlns:a16="http://schemas.microsoft.com/office/drawing/2014/main" id="{0C5D28BD-02C5-1AF8-1833-DA6FACC94620}"/>
                </a:ext>
              </a:extLst>
            </p:cNvPr>
            <p:cNvSpPr/>
            <p:nvPr/>
          </p:nvSpPr>
          <p:spPr bwMode="auto">
            <a:xfrm rot="10800000">
              <a:off x="6042055" y="2888973"/>
              <a:ext cx="682649" cy="678019"/>
            </a:xfrm>
            <a:prstGeom prst="arc">
              <a:avLst>
                <a:gd name="adj1" fmla="val 15254822"/>
                <a:gd name="adj2" fmla="val 1019566"/>
              </a:avLst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endParaRPr>
            </a:p>
          </p:txBody>
        </p:sp>
        <p:grpSp>
          <p:nvGrpSpPr>
            <p:cNvPr id="142" name="组合 141">
              <a:extLst>
                <a:ext uri="{FF2B5EF4-FFF2-40B4-BE49-F238E27FC236}">
                  <a16:creationId xmlns:a16="http://schemas.microsoft.com/office/drawing/2014/main" id="{67617294-C4AD-2A0C-4464-05043AF92C5B}"/>
                </a:ext>
              </a:extLst>
            </p:cNvPr>
            <p:cNvGrpSpPr/>
            <p:nvPr/>
          </p:nvGrpSpPr>
          <p:grpSpPr bwMode="auto">
            <a:xfrm>
              <a:off x="5738738" y="2580927"/>
              <a:ext cx="1590309" cy="1290231"/>
              <a:chOff x="4098514" y="3186827"/>
              <a:chExt cx="1590823" cy="1290736"/>
            </a:xfrm>
            <a:solidFill>
              <a:srgbClr val="FFFFFF"/>
            </a:solidFill>
          </p:grpSpPr>
          <p:sp>
            <p:nvSpPr>
              <p:cNvPr id="149" name="Line 17">
                <a:extLst>
                  <a:ext uri="{FF2B5EF4-FFF2-40B4-BE49-F238E27FC236}">
                    <a16:creationId xmlns:a16="http://schemas.microsoft.com/office/drawing/2014/main" id="{C7D06D19-3EBB-A80A-037A-6F9A6C1005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81213" y="3825001"/>
                <a:ext cx="0" cy="394016"/>
              </a:xfrm>
              <a:prstGeom prst="line">
                <a:avLst/>
              </a:prstGeom>
              <a:grpFill/>
              <a:ln w="38100" cap="flat" cmpd="sng" algn="ctr">
                <a:solidFill>
                  <a:srgbClr val="000000">
                    <a:shade val="95000"/>
                    <a:satMod val="105000"/>
                  </a:srgbClr>
                </a:solidFill>
                <a:prstDash val="solid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  <p:grpSp>
            <p:nvGrpSpPr>
              <p:cNvPr id="150" name="组合 149">
                <a:extLst>
                  <a:ext uri="{FF2B5EF4-FFF2-40B4-BE49-F238E27FC236}">
                    <a16:creationId xmlns:a16="http://schemas.microsoft.com/office/drawing/2014/main" id="{1B8E4DD9-771E-D203-80F1-1269DCCFACF7}"/>
                  </a:ext>
                </a:extLst>
              </p:cNvPr>
              <p:cNvGrpSpPr/>
              <p:nvPr/>
            </p:nvGrpSpPr>
            <p:grpSpPr>
              <a:xfrm>
                <a:off x="4098514" y="3186827"/>
                <a:ext cx="1590823" cy="1290736"/>
                <a:chOff x="4098514" y="3186827"/>
                <a:chExt cx="1590823" cy="1290736"/>
              </a:xfrm>
              <a:grpFill/>
            </p:grpSpPr>
            <p:sp>
              <p:nvSpPr>
                <p:cNvPr id="151" name="弧形 150">
                  <a:extLst>
                    <a:ext uri="{FF2B5EF4-FFF2-40B4-BE49-F238E27FC236}">
                      <a16:creationId xmlns:a16="http://schemas.microsoft.com/office/drawing/2014/main" id="{7505F72F-165C-CF2F-B271-F3072A9CB968}"/>
                    </a:ext>
                  </a:extLst>
                </p:cNvPr>
                <p:cNvSpPr/>
                <p:nvPr/>
              </p:nvSpPr>
              <p:spPr>
                <a:xfrm>
                  <a:off x="4098514" y="3186827"/>
                  <a:ext cx="1279524" cy="1280318"/>
                </a:xfrm>
                <a:prstGeom prst="arc">
                  <a:avLst>
                    <a:gd name="adj1" fmla="val 13416527"/>
                    <a:gd name="adj2" fmla="val 0"/>
                  </a:avLst>
                </a:prstGeom>
                <a:noFill/>
                <a:ln w="38100" cap="flat" cmpd="sng" algn="ctr">
                  <a:solidFill>
                    <a:srgbClr val="000000">
                      <a:shade val="95000"/>
                      <a:satMod val="105000"/>
                    </a:srgbClr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宋体"/>
                    <a:cs typeface="+mn-cs"/>
                  </a:endParaRPr>
                </a:p>
              </p:txBody>
            </p:sp>
            <p:cxnSp>
              <p:nvCxnSpPr>
                <p:cNvPr id="152" name="直接连接符 151">
                  <a:extLst>
                    <a:ext uri="{FF2B5EF4-FFF2-40B4-BE49-F238E27FC236}">
                      <a16:creationId xmlns:a16="http://schemas.microsoft.com/office/drawing/2014/main" id="{C3C22803-24F4-431D-E3FE-0A4C05D8ECC4}"/>
                    </a:ext>
                  </a:extLst>
                </p:cNvPr>
                <p:cNvCxnSpPr/>
                <p:nvPr/>
              </p:nvCxnSpPr>
              <p:spPr>
                <a:xfrm>
                  <a:off x="5381213" y="4219017"/>
                  <a:ext cx="308124" cy="0"/>
                </a:xfrm>
                <a:prstGeom prst="line">
                  <a:avLst/>
                </a:prstGeom>
                <a:grpFill/>
                <a:ln w="38100" cap="flat" cmpd="sng" algn="ctr">
                  <a:solidFill>
                    <a:srgbClr val="000000">
                      <a:shade val="95000"/>
                      <a:satMod val="105000"/>
                    </a:srgbClr>
                  </a:solidFill>
                  <a:prstDash val="solid"/>
                </a:ln>
                <a:effectLst/>
              </p:spPr>
            </p:cxnSp>
            <p:cxnSp>
              <p:nvCxnSpPr>
                <p:cNvPr id="153" name="直接连接符 152">
                  <a:extLst>
                    <a:ext uri="{FF2B5EF4-FFF2-40B4-BE49-F238E27FC236}">
                      <a16:creationId xmlns:a16="http://schemas.microsoft.com/office/drawing/2014/main" id="{D8F6F283-2398-225D-085F-A4F923E779A0}"/>
                    </a:ext>
                  </a:extLst>
                </p:cNvPr>
                <p:cNvCxnSpPr/>
                <p:nvPr/>
              </p:nvCxnSpPr>
              <p:spPr>
                <a:xfrm>
                  <a:off x="5689337" y="4219017"/>
                  <a:ext cx="0" cy="258546"/>
                </a:xfrm>
                <a:prstGeom prst="line">
                  <a:avLst/>
                </a:prstGeom>
                <a:grpFill/>
                <a:ln w="38100" cap="flat" cmpd="sng" algn="ctr">
                  <a:solidFill>
                    <a:srgbClr val="000000">
                      <a:shade val="95000"/>
                      <a:satMod val="105000"/>
                    </a:srgbClr>
                  </a:solidFill>
                  <a:prstDash val="solid"/>
                </a:ln>
                <a:effectLst/>
              </p:spPr>
            </p:cxnSp>
          </p:grpSp>
        </p:grpSp>
        <p:cxnSp>
          <p:nvCxnSpPr>
            <p:cNvPr id="143" name="直接连接符 142">
              <a:extLst>
                <a:ext uri="{FF2B5EF4-FFF2-40B4-BE49-F238E27FC236}">
                  <a16:creationId xmlns:a16="http://schemas.microsoft.com/office/drawing/2014/main" id="{369F910A-6939-9074-8774-7760FF9FBEB0}"/>
                </a:ext>
              </a:extLst>
            </p:cNvPr>
            <p:cNvCxnSpPr/>
            <p:nvPr/>
          </p:nvCxnSpPr>
          <p:spPr bwMode="auto">
            <a:xfrm flipV="1">
              <a:off x="6797731" y="3613040"/>
              <a:ext cx="238133" cy="241356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44" name="直接连接符 143">
              <a:extLst>
                <a:ext uri="{FF2B5EF4-FFF2-40B4-BE49-F238E27FC236}">
                  <a16:creationId xmlns:a16="http://schemas.microsoft.com/office/drawing/2014/main" id="{61C16B37-6A1D-FD1F-76C9-732AA76CCA9B}"/>
                </a:ext>
              </a:extLst>
            </p:cNvPr>
            <p:cNvCxnSpPr/>
            <p:nvPr/>
          </p:nvCxnSpPr>
          <p:spPr bwMode="auto">
            <a:xfrm flipV="1">
              <a:off x="7104128" y="3627331"/>
              <a:ext cx="225433" cy="227064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AE735F58-376F-9216-5951-73C2CE65A7E5}"/>
                </a:ext>
              </a:extLst>
            </p:cNvPr>
            <p:cNvCxnSpPr/>
            <p:nvPr/>
          </p:nvCxnSpPr>
          <p:spPr bwMode="auto">
            <a:xfrm flipV="1">
              <a:off x="7107303" y="3871862"/>
              <a:ext cx="222258" cy="223889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3E4CB06D-C2AF-AF3F-3079-F4162E1F1BEB}"/>
                </a:ext>
              </a:extLst>
            </p:cNvPr>
            <p:cNvCxnSpPr/>
            <p:nvPr/>
          </p:nvCxnSpPr>
          <p:spPr bwMode="auto">
            <a:xfrm flipV="1">
              <a:off x="5759470" y="2774647"/>
              <a:ext cx="163518" cy="166726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47" name="直接连接符 146">
              <a:extLst>
                <a:ext uri="{FF2B5EF4-FFF2-40B4-BE49-F238E27FC236}">
                  <a16:creationId xmlns:a16="http://schemas.microsoft.com/office/drawing/2014/main" id="{4D8C91FD-B002-8C0B-22A1-35551301F1CC}"/>
                </a:ext>
              </a:extLst>
            </p:cNvPr>
            <p:cNvCxnSpPr/>
            <p:nvPr/>
          </p:nvCxnSpPr>
          <p:spPr bwMode="auto">
            <a:xfrm>
              <a:off x="5395919" y="3630507"/>
              <a:ext cx="119067" cy="0"/>
            </a:xfrm>
            <a:prstGeom prst="line">
              <a:avLst/>
            </a:prstGeom>
            <a:solidFill>
              <a:srgbClr val="FFFFFF"/>
            </a:solidFill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48" name="直接连接符 147">
              <a:extLst>
                <a:ext uri="{FF2B5EF4-FFF2-40B4-BE49-F238E27FC236}">
                  <a16:creationId xmlns:a16="http://schemas.microsoft.com/office/drawing/2014/main" id="{9F922756-6C24-1F99-78A9-300AEBE42386}"/>
                </a:ext>
              </a:extLst>
            </p:cNvPr>
            <p:cNvCxnSpPr/>
            <p:nvPr/>
          </p:nvCxnSpPr>
          <p:spPr bwMode="auto">
            <a:xfrm flipV="1">
              <a:off x="5184775" y="3624155"/>
              <a:ext cx="225433" cy="228653"/>
            </a:xfrm>
            <a:prstGeom prst="line">
              <a:avLst/>
            </a:prstGeom>
            <a:noFill/>
            <a:ln w="3810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</p:grpSp>
      <p:sp>
        <p:nvSpPr>
          <p:cNvPr id="165" name="Text Box 13">
            <a:extLst>
              <a:ext uri="{FF2B5EF4-FFF2-40B4-BE49-F238E27FC236}">
                <a16:creationId xmlns:a16="http://schemas.microsoft.com/office/drawing/2014/main" id="{163F5E1B-0E7B-7FCE-1D31-BD3C2F5EA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877" y="1100857"/>
            <a:ext cx="5147563" cy="497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平行于坐标面的圆的斜二等轴测图</a:t>
            </a:r>
          </a:p>
        </p:txBody>
      </p:sp>
    </p:spTree>
    <p:extLst>
      <p:ext uri="{BB962C8B-B14F-4D97-AF65-F5344CB8AC3E}">
        <p14:creationId xmlns:p14="http://schemas.microsoft.com/office/powerpoint/2010/main" val="1055780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1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1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/>
      <p:bldP spid="56" grpId="0"/>
      <p:bldP spid="62" grpId="0" animBg="1"/>
      <p:bldP spid="62" grpId="1" animBg="1"/>
      <p:bldP spid="63" grpId="0" animBg="1"/>
      <p:bldP spid="63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2FA19-B413-6521-7996-E46614784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417506A1-BD40-AEA5-45C6-303893F78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23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7D44F145-6590-5E88-6A9A-7887823DF7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93862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斜二轴测图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710B68B-FD56-86BB-588A-C1297B61FABF}"/>
              </a:ext>
            </a:extLst>
          </p:cNvPr>
          <p:cNvGrpSpPr/>
          <p:nvPr/>
        </p:nvGrpSpPr>
        <p:grpSpPr>
          <a:xfrm>
            <a:off x="388597" y="1752458"/>
            <a:ext cx="3006725" cy="2187526"/>
            <a:chOff x="541519" y="1883307"/>
            <a:chExt cx="3006725" cy="2187526"/>
          </a:xfrm>
        </p:grpSpPr>
        <p:sp>
          <p:nvSpPr>
            <p:cNvPr id="4" name="Text Box 3" descr="信纸">
              <a:extLst>
                <a:ext uri="{FF2B5EF4-FFF2-40B4-BE49-F238E27FC236}">
                  <a16:creationId xmlns:a16="http://schemas.microsoft.com/office/drawing/2014/main" id="{EBA4BA12-2423-2F90-3324-715A59BF04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724" y="1883307"/>
              <a:ext cx="1415772" cy="46166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Marlett" pitchFamily="2" charset="2"/>
                </a:rPr>
                <a:t>画水平线</a:t>
              </a:r>
              <a:endParaRPr kumimoji="1" lang="zh-CN" altLang="en-US" sz="24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C8545342-193B-30C1-9D3F-8DA5034A09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519" y="2632558"/>
              <a:ext cx="1933575" cy="1149350"/>
            </a:xfrm>
            <a:custGeom>
              <a:avLst/>
              <a:gdLst>
                <a:gd name="T0" fmla="*/ 0 w 1218"/>
                <a:gd name="T1" fmla="*/ 2147483647 h 724"/>
                <a:gd name="T2" fmla="*/ 2147483647 w 1218"/>
                <a:gd name="T3" fmla="*/ 0 h 72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18" h="724">
                  <a:moveTo>
                    <a:pt x="0" y="724"/>
                  </a:moveTo>
                  <a:cubicBezTo>
                    <a:pt x="0" y="724"/>
                    <a:pt x="609" y="362"/>
                    <a:pt x="1218" y="0"/>
                  </a:cubicBezTo>
                </a:path>
              </a:pathLst>
            </a:custGeom>
            <a:noFill/>
            <a:ln w="28575" cmpd="sng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19F9B16A-4E2B-835D-7799-45473F728379}"/>
                </a:ext>
              </a:extLst>
            </p:cNvPr>
            <p:cNvSpPr>
              <a:spLocks/>
            </p:cNvSpPr>
            <p:nvPr/>
          </p:nvSpPr>
          <p:spPr bwMode="auto">
            <a:xfrm>
              <a:off x="890769" y="2730983"/>
              <a:ext cx="1933575" cy="1149350"/>
            </a:xfrm>
            <a:custGeom>
              <a:avLst/>
              <a:gdLst>
                <a:gd name="T0" fmla="*/ 0 w 1218"/>
                <a:gd name="T1" fmla="*/ 2147483647 h 724"/>
                <a:gd name="T2" fmla="*/ 2147483647 w 1218"/>
                <a:gd name="T3" fmla="*/ 0 h 72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18" h="724">
                  <a:moveTo>
                    <a:pt x="0" y="724"/>
                  </a:moveTo>
                  <a:cubicBezTo>
                    <a:pt x="0" y="724"/>
                    <a:pt x="609" y="362"/>
                    <a:pt x="1218" y="0"/>
                  </a:cubicBezTo>
                </a:path>
              </a:pathLst>
            </a:custGeom>
            <a:noFill/>
            <a:ln w="28575" cmpd="sng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2DD8382D-5F02-03A6-5F54-E283084B0D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8432" y="2824645"/>
              <a:ext cx="1933575" cy="1149350"/>
            </a:xfrm>
            <a:custGeom>
              <a:avLst/>
              <a:gdLst>
                <a:gd name="T0" fmla="*/ 0 w 1218"/>
                <a:gd name="T1" fmla="*/ 2147483647 h 724"/>
                <a:gd name="T2" fmla="*/ 2147483647 w 1218"/>
                <a:gd name="T3" fmla="*/ 0 h 72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18" h="724">
                  <a:moveTo>
                    <a:pt x="0" y="724"/>
                  </a:moveTo>
                  <a:cubicBezTo>
                    <a:pt x="0" y="724"/>
                    <a:pt x="609" y="362"/>
                    <a:pt x="1218" y="0"/>
                  </a:cubicBezTo>
                </a:path>
              </a:pathLst>
            </a:custGeom>
            <a:noFill/>
            <a:ln w="28575" cmpd="sng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F03CAA0C-92CB-0DDD-5868-EAF1689016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4669" y="2921483"/>
              <a:ext cx="1933575" cy="1149350"/>
            </a:xfrm>
            <a:custGeom>
              <a:avLst/>
              <a:gdLst>
                <a:gd name="T0" fmla="*/ 0 w 1218"/>
                <a:gd name="T1" fmla="*/ 2147483647 h 724"/>
                <a:gd name="T2" fmla="*/ 2147483647 w 1218"/>
                <a:gd name="T3" fmla="*/ 0 h 72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18" h="724">
                  <a:moveTo>
                    <a:pt x="0" y="724"/>
                  </a:moveTo>
                  <a:cubicBezTo>
                    <a:pt x="0" y="724"/>
                    <a:pt x="609" y="362"/>
                    <a:pt x="1218" y="0"/>
                  </a:cubicBezTo>
                </a:path>
              </a:pathLst>
            </a:custGeom>
            <a:noFill/>
            <a:ln w="28575" cmpd="sng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965EBA59-0255-179F-2024-F06597DD1B1D}"/>
              </a:ext>
            </a:extLst>
          </p:cNvPr>
          <p:cNvGrpSpPr/>
          <p:nvPr/>
        </p:nvGrpSpPr>
        <p:grpSpPr>
          <a:xfrm>
            <a:off x="4020441" y="1613212"/>
            <a:ext cx="1415772" cy="2456474"/>
            <a:chOff x="3968926" y="1883307"/>
            <a:chExt cx="1415772" cy="2456474"/>
          </a:xfrm>
        </p:grpSpPr>
        <p:sp>
          <p:nvSpPr>
            <p:cNvPr id="10" name="Text Box 8" descr="信纸">
              <a:extLst>
                <a:ext uri="{FF2B5EF4-FFF2-40B4-BE49-F238E27FC236}">
                  <a16:creationId xmlns:a16="http://schemas.microsoft.com/office/drawing/2014/main" id="{392AA419-C523-527F-9A2A-B0A8ED4EB5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8926" y="1883307"/>
              <a:ext cx="1415772" cy="46166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Marlett" pitchFamily="2" charset="2"/>
                </a:rPr>
                <a:t>画竖直线</a:t>
              </a:r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7719738B-D1EE-CBE7-7FF1-5BB3E4A880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0735" y="2496694"/>
              <a:ext cx="0" cy="1763712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" name="Line 23">
              <a:extLst>
                <a:ext uri="{FF2B5EF4-FFF2-40B4-BE49-F238E27FC236}">
                  <a16:creationId xmlns:a16="http://schemas.microsoft.com/office/drawing/2014/main" id="{146E8FB2-8A39-D751-EE74-2E87115B18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4747" y="2510981"/>
              <a:ext cx="0" cy="1828800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" name="Line 24">
              <a:extLst>
                <a:ext uri="{FF2B5EF4-FFF2-40B4-BE49-F238E27FC236}">
                  <a16:creationId xmlns:a16="http://schemas.microsoft.com/office/drawing/2014/main" id="{4BBD4EBA-5DDF-9845-933E-ADD949DFD2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0822" y="2498281"/>
              <a:ext cx="12700" cy="1803400"/>
            </a:xfrm>
            <a:prstGeom prst="line">
              <a:avLst/>
            </a:prstGeom>
            <a:noFill/>
            <a:ln w="28575">
              <a:solidFill>
                <a:srgbClr val="00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2CB5A6-8062-28B7-31E3-969A4DE6F4D7}"/>
              </a:ext>
            </a:extLst>
          </p:cNvPr>
          <p:cNvGrpSpPr/>
          <p:nvPr/>
        </p:nvGrpSpPr>
        <p:grpSpPr>
          <a:xfrm>
            <a:off x="2195736" y="4453186"/>
            <a:ext cx="3728998" cy="1930400"/>
            <a:chOff x="7677827" y="2304971"/>
            <a:chExt cx="3728998" cy="1930400"/>
          </a:xfrm>
        </p:grpSpPr>
        <p:sp>
          <p:nvSpPr>
            <p:cNvPr id="16" name="Text Box 25" descr="信纸">
              <a:extLst>
                <a:ext uri="{FF2B5EF4-FFF2-40B4-BE49-F238E27FC236}">
                  <a16:creationId xmlns:a16="http://schemas.microsoft.com/office/drawing/2014/main" id="{D989D9A1-976D-16AA-F4D2-F467558075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77827" y="2988538"/>
              <a:ext cx="1107996" cy="46166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Marlett" pitchFamily="2" charset="2"/>
                </a:rPr>
                <a:t>画椭圆</a:t>
              </a:r>
              <a:endParaRPr kumimoji="1" lang="zh-CN" altLang="en-US" sz="240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7" name="Line 26">
              <a:extLst>
                <a:ext uri="{FF2B5EF4-FFF2-40B4-BE49-F238E27FC236}">
                  <a16:creationId xmlns:a16="http://schemas.microsoft.com/office/drawing/2014/main" id="{1B0D78DE-48BA-0EF1-DC15-4E3C5282E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082725" y="3193971"/>
              <a:ext cx="2324100" cy="12700"/>
            </a:xfrm>
            <a:prstGeom prst="line">
              <a:avLst/>
            </a:prstGeom>
            <a:noFill/>
            <a:ln w="9525">
              <a:solidFill>
                <a:srgbClr val="99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" name="Line 27">
              <a:extLst>
                <a:ext uri="{FF2B5EF4-FFF2-40B4-BE49-F238E27FC236}">
                  <a16:creationId xmlns:a16="http://schemas.microsoft.com/office/drawing/2014/main" id="{065C8D32-D3C2-CB8C-2859-E2843D649B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25725" y="2304971"/>
              <a:ext cx="63500" cy="1930400"/>
            </a:xfrm>
            <a:prstGeom prst="line">
              <a:avLst/>
            </a:prstGeom>
            <a:noFill/>
            <a:ln w="9525">
              <a:solidFill>
                <a:srgbClr val="99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" name="Line 28">
              <a:extLst>
                <a:ext uri="{FF2B5EF4-FFF2-40B4-BE49-F238E27FC236}">
                  <a16:creationId xmlns:a16="http://schemas.microsoft.com/office/drawing/2014/main" id="{9B5207D4-7711-E26C-659A-4351017D29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11425" y="2406571"/>
              <a:ext cx="190500" cy="1270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Line 29">
              <a:extLst>
                <a:ext uri="{FF2B5EF4-FFF2-40B4-BE49-F238E27FC236}">
                  <a16:creationId xmlns:a16="http://schemas.microsoft.com/office/drawing/2014/main" id="{160E4BCB-481E-7394-92DF-5591796A07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00325" y="3994071"/>
              <a:ext cx="177800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" name="Line 30">
              <a:extLst>
                <a:ext uri="{FF2B5EF4-FFF2-40B4-BE49-F238E27FC236}">
                  <a16:creationId xmlns:a16="http://schemas.microsoft.com/office/drawing/2014/main" id="{92DCF04E-0072-06F7-C5F3-8F0A86BC1D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35125" y="3168571"/>
              <a:ext cx="0" cy="10160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" name="Line 31">
              <a:extLst>
                <a:ext uri="{FF2B5EF4-FFF2-40B4-BE49-F238E27FC236}">
                  <a16:creationId xmlns:a16="http://schemas.microsoft.com/office/drawing/2014/main" id="{3FEB974F-90D8-636A-22E3-0E717CC2CB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92525" y="3168571"/>
              <a:ext cx="0" cy="10160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Line 32">
              <a:extLst>
                <a:ext uri="{FF2B5EF4-FFF2-40B4-BE49-F238E27FC236}">
                  <a16:creationId xmlns:a16="http://schemas.microsoft.com/office/drawing/2014/main" id="{2932D2C2-368D-76F4-AAEC-40D161CCBC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235125" y="2406571"/>
              <a:ext cx="2019300" cy="12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" name="Line 33">
              <a:extLst>
                <a:ext uri="{FF2B5EF4-FFF2-40B4-BE49-F238E27FC236}">
                  <a16:creationId xmlns:a16="http://schemas.microsoft.com/office/drawing/2014/main" id="{4CC1DD1C-9E4D-8266-E4D2-4DCBA0BFCB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235125" y="3994071"/>
              <a:ext cx="2019300" cy="12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" name="Line 34">
              <a:extLst>
                <a:ext uri="{FF2B5EF4-FFF2-40B4-BE49-F238E27FC236}">
                  <a16:creationId xmlns:a16="http://schemas.microsoft.com/office/drawing/2014/main" id="{6E327BEE-E949-D202-D697-9CF6AA8E4B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22425" y="2419271"/>
              <a:ext cx="25400" cy="1587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" name="Line 35">
              <a:extLst>
                <a:ext uri="{FF2B5EF4-FFF2-40B4-BE49-F238E27FC236}">
                  <a16:creationId xmlns:a16="http://schemas.microsoft.com/office/drawing/2014/main" id="{3EE3E513-56C7-7179-BE2E-D300F536C8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67125" y="2406571"/>
              <a:ext cx="25400" cy="15875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Freeform 36">
              <a:extLst>
                <a:ext uri="{FF2B5EF4-FFF2-40B4-BE49-F238E27FC236}">
                  <a16:creationId xmlns:a16="http://schemas.microsoft.com/office/drawing/2014/main" id="{42BBBC21-50D6-2EC1-7F33-934CEC6950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25725" y="2425621"/>
              <a:ext cx="1054100" cy="1598613"/>
            </a:xfrm>
            <a:custGeom>
              <a:avLst/>
              <a:gdLst>
                <a:gd name="T0" fmla="*/ 2147483647 w 664"/>
                <a:gd name="T1" fmla="*/ 2147483647 h 1007"/>
                <a:gd name="T2" fmla="*/ 2147483647 w 664"/>
                <a:gd name="T3" fmla="*/ 2147483647 h 1007"/>
                <a:gd name="T4" fmla="*/ 2147483647 w 664"/>
                <a:gd name="T5" fmla="*/ 2147483647 h 1007"/>
                <a:gd name="T6" fmla="*/ 2147483647 w 664"/>
                <a:gd name="T7" fmla="*/ 2147483647 h 1007"/>
                <a:gd name="T8" fmla="*/ 2147483647 w 664"/>
                <a:gd name="T9" fmla="*/ 2147483647 h 1007"/>
                <a:gd name="T10" fmla="*/ 2147483647 w 664"/>
                <a:gd name="T11" fmla="*/ 2147483647 h 1007"/>
                <a:gd name="T12" fmla="*/ 2147483647 w 664"/>
                <a:gd name="T13" fmla="*/ 2147483647 h 1007"/>
                <a:gd name="T14" fmla="*/ 2147483647 w 664"/>
                <a:gd name="T15" fmla="*/ 2147483647 h 1007"/>
                <a:gd name="T16" fmla="*/ 2147483647 w 664"/>
                <a:gd name="T17" fmla="*/ 2147483647 h 1007"/>
                <a:gd name="T18" fmla="*/ 2147483647 w 664"/>
                <a:gd name="T19" fmla="*/ 2147483647 h 1007"/>
                <a:gd name="T20" fmla="*/ 2147483647 w 664"/>
                <a:gd name="T21" fmla="*/ 2147483647 h 1007"/>
                <a:gd name="T22" fmla="*/ 2147483647 w 664"/>
                <a:gd name="T23" fmla="*/ 2147483647 h 1007"/>
                <a:gd name="T24" fmla="*/ 2147483647 w 664"/>
                <a:gd name="T25" fmla="*/ 2147483647 h 1007"/>
                <a:gd name="T26" fmla="*/ 2147483647 w 664"/>
                <a:gd name="T27" fmla="*/ 2147483647 h 1007"/>
                <a:gd name="T28" fmla="*/ 2147483647 w 664"/>
                <a:gd name="T29" fmla="*/ 2147483647 h 1007"/>
                <a:gd name="T30" fmla="*/ 2147483647 w 664"/>
                <a:gd name="T31" fmla="*/ 2147483647 h 1007"/>
                <a:gd name="T32" fmla="*/ 2147483647 w 664"/>
                <a:gd name="T33" fmla="*/ 2147483647 h 1007"/>
                <a:gd name="T34" fmla="*/ 2147483647 w 664"/>
                <a:gd name="T35" fmla="*/ 2147483647 h 1007"/>
                <a:gd name="T36" fmla="*/ 0 w 664"/>
                <a:gd name="T37" fmla="*/ 2147483647 h 100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664" h="1007">
                  <a:moveTo>
                    <a:pt x="8" y="4"/>
                  </a:moveTo>
                  <a:cubicBezTo>
                    <a:pt x="36" y="2"/>
                    <a:pt x="64" y="0"/>
                    <a:pt x="96" y="4"/>
                  </a:cubicBezTo>
                  <a:cubicBezTo>
                    <a:pt x="128" y="8"/>
                    <a:pt x="165" y="20"/>
                    <a:pt x="200" y="28"/>
                  </a:cubicBezTo>
                  <a:cubicBezTo>
                    <a:pt x="235" y="36"/>
                    <a:pt x="272" y="40"/>
                    <a:pt x="304" y="52"/>
                  </a:cubicBezTo>
                  <a:cubicBezTo>
                    <a:pt x="336" y="64"/>
                    <a:pt x="364" y="84"/>
                    <a:pt x="392" y="100"/>
                  </a:cubicBezTo>
                  <a:cubicBezTo>
                    <a:pt x="420" y="116"/>
                    <a:pt x="445" y="128"/>
                    <a:pt x="472" y="148"/>
                  </a:cubicBezTo>
                  <a:cubicBezTo>
                    <a:pt x="499" y="168"/>
                    <a:pt x="527" y="192"/>
                    <a:pt x="552" y="220"/>
                  </a:cubicBezTo>
                  <a:cubicBezTo>
                    <a:pt x="577" y="248"/>
                    <a:pt x="607" y="283"/>
                    <a:pt x="624" y="316"/>
                  </a:cubicBezTo>
                  <a:cubicBezTo>
                    <a:pt x="641" y="349"/>
                    <a:pt x="649" y="392"/>
                    <a:pt x="656" y="420"/>
                  </a:cubicBezTo>
                  <a:cubicBezTo>
                    <a:pt x="663" y="448"/>
                    <a:pt x="664" y="459"/>
                    <a:pt x="664" y="484"/>
                  </a:cubicBezTo>
                  <a:cubicBezTo>
                    <a:pt x="664" y="509"/>
                    <a:pt x="664" y="540"/>
                    <a:pt x="656" y="572"/>
                  </a:cubicBezTo>
                  <a:cubicBezTo>
                    <a:pt x="648" y="604"/>
                    <a:pt x="629" y="647"/>
                    <a:pt x="616" y="676"/>
                  </a:cubicBezTo>
                  <a:cubicBezTo>
                    <a:pt x="603" y="705"/>
                    <a:pt x="593" y="723"/>
                    <a:pt x="576" y="748"/>
                  </a:cubicBezTo>
                  <a:cubicBezTo>
                    <a:pt x="559" y="773"/>
                    <a:pt x="532" y="807"/>
                    <a:pt x="512" y="828"/>
                  </a:cubicBezTo>
                  <a:cubicBezTo>
                    <a:pt x="492" y="849"/>
                    <a:pt x="479" y="859"/>
                    <a:pt x="456" y="876"/>
                  </a:cubicBezTo>
                  <a:cubicBezTo>
                    <a:pt x="433" y="893"/>
                    <a:pt x="411" y="916"/>
                    <a:pt x="376" y="932"/>
                  </a:cubicBezTo>
                  <a:cubicBezTo>
                    <a:pt x="341" y="948"/>
                    <a:pt x="284" y="961"/>
                    <a:pt x="248" y="972"/>
                  </a:cubicBezTo>
                  <a:cubicBezTo>
                    <a:pt x="212" y="983"/>
                    <a:pt x="201" y="992"/>
                    <a:pt x="160" y="996"/>
                  </a:cubicBezTo>
                  <a:cubicBezTo>
                    <a:pt x="119" y="1000"/>
                    <a:pt x="53" y="1007"/>
                    <a:pt x="0" y="996"/>
                  </a:cubicBezTo>
                </a:path>
              </a:pathLst>
            </a:custGeom>
            <a:noFill/>
            <a:ln w="38100" cmpd="sng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8" name="Freeform 37">
              <a:extLst>
                <a:ext uri="{FF2B5EF4-FFF2-40B4-BE49-F238E27FC236}">
                  <a16:creationId xmlns:a16="http://schemas.microsoft.com/office/drawing/2014/main" id="{2048A5C6-521A-E099-DF0F-15E6B03796CE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8938" y="2419271"/>
              <a:ext cx="966787" cy="1600200"/>
            </a:xfrm>
            <a:custGeom>
              <a:avLst/>
              <a:gdLst>
                <a:gd name="T0" fmla="*/ 2147483647 w 609"/>
                <a:gd name="T1" fmla="*/ 0 h 1008"/>
                <a:gd name="T2" fmla="*/ 2147483647 w 609"/>
                <a:gd name="T3" fmla="*/ 2147483647 h 1008"/>
                <a:gd name="T4" fmla="*/ 2147483647 w 609"/>
                <a:gd name="T5" fmla="*/ 2147483647 h 1008"/>
                <a:gd name="T6" fmla="*/ 2147483647 w 609"/>
                <a:gd name="T7" fmla="*/ 2147483647 h 1008"/>
                <a:gd name="T8" fmla="*/ 2147483647 w 609"/>
                <a:gd name="T9" fmla="*/ 2147483647 h 1008"/>
                <a:gd name="T10" fmla="*/ 2147483647 w 609"/>
                <a:gd name="T11" fmla="*/ 2147483647 h 1008"/>
                <a:gd name="T12" fmla="*/ 2147483647 w 609"/>
                <a:gd name="T13" fmla="*/ 2147483647 h 1008"/>
                <a:gd name="T14" fmla="*/ 2147483647 w 609"/>
                <a:gd name="T15" fmla="*/ 2147483647 h 1008"/>
                <a:gd name="T16" fmla="*/ 2147483647 w 609"/>
                <a:gd name="T17" fmla="*/ 2147483647 h 1008"/>
                <a:gd name="T18" fmla="*/ 2147483647 w 609"/>
                <a:gd name="T19" fmla="*/ 2147483647 h 1008"/>
                <a:gd name="T20" fmla="*/ 2147483647 w 609"/>
                <a:gd name="T21" fmla="*/ 2147483647 h 1008"/>
                <a:gd name="T22" fmla="*/ 2147483647 w 609"/>
                <a:gd name="T23" fmla="*/ 2147483647 h 1008"/>
                <a:gd name="T24" fmla="*/ 2147483647 w 609"/>
                <a:gd name="T25" fmla="*/ 2147483647 h 1008"/>
                <a:gd name="T26" fmla="*/ 2147483647 w 609"/>
                <a:gd name="T27" fmla="*/ 2147483647 h 1008"/>
                <a:gd name="T28" fmla="*/ 2147483647 w 609"/>
                <a:gd name="T29" fmla="*/ 2147483647 h 1008"/>
                <a:gd name="T30" fmla="*/ 2147483647 w 609"/>
                <a:gd name="T31" fmla="*/ 2147483647 h 1008"/>
                <a:gd name="T32" fmla="*/ 2147483647 w 609"/>
                <a:gd name="T33" fmla="*/ 2147483647 h 100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609" h="1008">
                  <a:moveTo>
                    <a:pt x="609" y="0"/>
                  </a:moveTo>
                  <a:cubicBezTo>
                    <a:pt x="589" y="0"/>
                    <a:pt x="570" y="1"/>
                    <a:pt x="537" y="8"/>
                  </a:cubicBezTo>
                  <a:cubicBezTo>
                    <a:pt x="504" y="15"/>
                    <a:pt x="445" y="29"/>
                    <a:pt x="409" y="40"/>
                  </a:cubicBezTo>
                  <a:cubicBezTo>
                    <a:pt x="373" y="51"/>
                    <a:pt x="350" y="60"/>
                    <a:pt x="321" y="72"/>
                  </a:cubicBezTo>
                  <a:cubicBezTo>
                    <a:pt x="292" y="84"/>
                    <a:pt x="257" y="96"/>
                    <a:pt x="233" y="112"/>
                  </a:cubicBezTo>
                  <a:cubicBezTo>
                    <a:pt x="209" y="128"/>
                    <a:pt x="200" y="147"/>
                    <a:pt x="177" y="168"/>
                  </a:cubicBezTo>
                  <a:cubicBezTo>
                    <a:pt x="154" y="189"/>
                    <a:pt x="122" y="209"/>
                    <a:pt x="97" y="240"/>
                  </a:cubicBezTo>
                  <a:cubicBezTo>
                    <a:pt x="72" y="271"/>
                    <a:pt x="40" y="319"/>
                    <a:pt x="25" y="352"/>
                  </a:cubicBezTo>
                  <a:cubicBezTo>
                    <a:pt x="10" y="385"/>
                    <a:pt x="13" y="412"/>
                    <a:pt x="9" y="440"/>
                  </a:cubicBezTo>
                  <a:cubicBezTo>
                    <a:pt x="5" y="468"/>
                    <a:pt x="0" y="489"/>
                    <a:pt x="1" y="520"/>
                  </a:cubicBezTo>
                  <a:cubicBezTo>
                    <a:pt x="2" y="551"/>
                    <a:pt x="6" y="591"/>
                    <a:pt x="17" y="624"/>
                  </a:cubicBezTo>
                  <a:cubicBezTo>
                    <a:pt x="28" y="657"/>
                    <a:pt x="45" y="687"/>
                    <a:pt x="65" y="720"/>
                  </a:cubicBezTo>
                  <a:cubicBezTo>
                    <a:pt x="85" y="753"/>
                    <a:pt x="106" y="793"/>
                    <a:pt x="137" y="824"/>
                  </a:cubicBezTo>
                  <a:cubicBezTo>
                    <a:pt x="168" y="855"/>
                    <a:pt x="206" y="879"/>
                    <a:pt x="249" y="904"/>
                  </a:cubicBezTo>
                  <a:cubicBezTo>
                    <a:pt x="292" y="929"/>
                    <a:pt x="350" y="961"/>
                    <a:pt x="393" y="976"/>
                  </a:cubicBezTo>
                  <a:cubicBezTo>
                    <a:pt x="436" y="991"/>
                    <a:pt x="470" y="987"/>
                    <a:pt x="505" y="992"/>
                  </a:cubicBezTo>
                  <a:cubicBezTo>
                    <a:pt x="540" y="997"/>
                    <a:pt x="584" y="1004"/>
                    <a:pt x="601" y="1008"/>
                  </a:cubicBezTo>
                </a:path>
              </a:pathLst>
            </a:custGeom>
            <a:noFill/>
            <a:ln w="38100" cmpd="sng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FA3D0ECD-E3C9-8D51-178E-2DCF8A40E534}"/>
              </a:ext>
            </a:extLst>
          </p:cNvPr>
          <p:cNvGrpSpPr/>
          <p:nvPr/>
        </p:nvGrpSpPr>
        <p:grpSpPr>
          <a:xfrm>
            <a:off x="6040428" y="1412776"/>
            <a:ext cx="2620963" cy="3015177"/>
            <a:chOff x="5982099" y="1521625"/>
            <a:chExt cx="2620963" cy="3015177"/>
          </a:xfrm>
        </p:grpSpPr>
        <p:sp>
          <p:nvSpPr>
            <p:cNvPr id="30" name="Text Box 10" descr="信纸">
              <a:extLst>
                <a:ext uri="{FF2B5EF4-FFF2-40B4-BE49-F238E27FC236}">
                  <a16:creationId xmlns:a16="http://schemas.microsoft.com/office/drawing/2014/main" id="{BC7DCD9C-8461-9F20-2EDA-AE002A7DE0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2717" y="1521625"/>
              <a:ext cx="877163" cy="46166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none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sym typeface="Marlett" pitchFamily="2" charset="2"/>
                </a:rPr>
                <a:t>画 圆</a:t>
              </a:r>
              <a:endParaRPr kumimoji="1" lang="zh-CN" altLang="en-US" sz="2400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62C9850B-89E5-0986-B1A3-3C97EC61D2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4674" y="2421172"/>
              <a:ext cx="2101850" cy="1595438"/>
            </a:xfrm>
            <a:custGeom>
              <a:avLst/>
              <a:gdLst>
                <a:gd name="T0" fmla="*/ 0 w 1324"/>
                <a:gd name="T1" fmla="*/ 0 h 1005"/>
                <a:gd name="T2" fmla="*/ 2147483647 w 1324"/>
                <a:gd name="T3" fmla="*/ 2147483647 h 100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24" h="1005">
                  <a:moveTo>
                    <a:pt x="0" y="0"/>
                  </a:moveTo>
                  <a:cubicBezTo>
                    <a:pt x="550" y="445"/>
                    <a:pt x="1100" y="890"/>
                    <a:pt x="1324" y="1005"/>
                  </a:cubicBezTo>
                </a:path>
              </a:pathLst>
            </a:custGeom>
            <a:noFill/>
            <a:ln w="9525">
              <a:solidFill>
                <a:srgbClr val="99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FB5BE2E5-A054-FD56-B8EE-7B34DC1471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099" y="3202222"/>
              <a:ext cx="2620963" cy="74613"/>
            </a:xfrm>
            <a:custGeom>
              <a:avLst/>
              <a:gdLst>
                <a:gd name="T0" fmla="*/ 0 w 1747"/>
                <a:gd name="T1" fmla="*/ 2147483647 h 53"/>
                <a:gd name="T2" fmla="*/ 2147483647 w 1747"/>
                <a:gd name="T3" fmla="*/ 0 h 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47" h="53">
                  <a:moveTo>
                    <a:pt x="0" y="53"/>
                  </a:moveTo>
                  <a:cubicBezTo>
                    <a:pt x="770" y="28"/>
                    <a:pt x="1541" y="3"/>
                    <a:pt x="1747" y="0"/>
                  </a:cubicBezTo>
                </a:path>
              </a:pathLst>
            </a:custGeom>
            <a:noFill/>
            <a:ln w="9525">
              <a:solidFill>
                <a:srgbClr val="99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72F8B190-5BE9-282F-6CDF-2166ACDA528A}"/>
                </a:ext>
              </a:extLst>
            </p:cNvPr>
            <p:cNvSpPr>
              <a:spLocks/>
            </p:cNvSpPr>
            <p:nvPr/>
          </p:nvSpPr>
          <p:spPr bwMode="auto">
            <a:xfrm rot="177650">
              <a:off x="7169034" y="2164097"/>
              <a:ext cx="180656" cy="2372705"/>
            </a:xfrm>
            <a:custGeom>
              <a:avLst/>
              <a:gdLst>
                <a:gd name="T0" fmla="*/ 0 w 71"/>
                <a:gd name="T1" fmla="*/ 0 h 1553"/>
                <a:gd name="T2" fmla="*/ 2147483647 w 71"/>
                <a:gd name="T3" fmla="*/ 2147483647 h 15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1" h="1553">
                  <a:moveTo>
                    <a:pt x="0" y="0"/>
                  </a:moveTo>
                  <a:cubicBezTo>
                    <a:pt x="31" y="647"/>
                    <a:pt x="62" y="1294"/>
                    <a:pt x="71" y="1553"/>
                  </a:cubicBezTo>
                </a:path>
              </a:pathLst>
            </a:custGeom>
            <a:noFill/>
            <a:ln w="9525">
              <a:solidFill>
                <a:srgbClr val="99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Line 14">
              <a:extLst>
                <a:ext uri="{FF2B5EF4-FFF2-40B4-BE49-F238E27FC236}">
                  <a16:creationId xmlns:a16="http://schemas.microsoft.com/office/drawing/2014/main" id="{2300DC04-1301-571B-00E0-244FF3E1D8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61612" y="2338622"/>
              <a:ext cx="165100" cy="1270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5" name="Line 15">
              <a:extLst>
                <a:ext uri="{FF2B5EF4-FFF2-40B4-BE49-F238E27FC236}">
                  <a16:creationId xmlns:a16="http://schemas.microsoft.com/office/drawing/2014/main" id="{7C73B7D2-A561-1B7A-07AE-03C067645E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50412" y="2578335"/>
              <a:ext cx="177800" cy="144462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6" name="Line 16">
              <a:extLst>
                <a:ext uri="{FF2B5EF4-FFF2-40B4-BE49-F238E27FC236}">
                  <a16:creationId xmlns:a16="http://schemas.microsoft.com/office/drawing/2014/main" id="{0956A066-77EB-F422-935A-8D527DE796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5637" y="3137135"/>
              <a:ext cx="0" cy="223837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Line 17">
              <a:extLst>
                <a:ext uri="{FF2B5EF4-FFF2-40B4-BE49-F238E27FC236}">
                  <a16:creationId xmlns:a16="http://schemas.microsoft.com/office/drawing/2014/main" id="{B610F78A-E128-A8CD-9203-C1414778FE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26612" y="3795947"/>
              <a:ext cx="55562" cy="13970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" name="Line 18">
              <a:extLst>
                <a:ext uri="{FF2B5EF4-FFF2-40B4-BE49-F238E27FC236}">
                  <a16:creationId xmlns:a16="http://schemas.microsoft.com/office/drawing/2014/main" id="{692AA79D-1E39-D0D2-ADF3-1C989B8B80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42574" y="4116622"/>
              <a:ext cx="168275" cy="28575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0" name="Line 19">
              <a:extLst>
                <a:ext uri="{FF2B5EF4-FFF2-40B4-BE49-F238E27FC236}">
                  <a16:creationId xmlns:a16="http://schemas.microsoft.com/office/drawing/2014/main" id="{540516AC-2E1C-8E19-FF88-0CF5FB88DA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960124" y="3738797"/>
              <a:ext cx="96838" cy="87313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1" name="Line 20">
              <a:extLst>
                <a:ext uri="{FF2B5EF4-FFF2-40B4-BE49-F238E27FC236}">
                  <a16:creationId xmlns:a16="http://schemas.microsoft.com/office/drawing/2014/main" id="{63B283B7-782B-C6A4-6C89-D6B7B41961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66499" y="3135547"/>
              <a:ext cx="0" cy="125413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Line 21">
              <a:extLst>
                <a:ext uri="{FF2B5EF4-FFF2-40B4-BE49-F238E27FC236}">
                  <a16:creationId xmlns:a16="http://schemas.microsoft.com/office/drawing/2014/main" id="{1B65134F-5B4B-86E8-9ECD-7D800C6D39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858524" y="2548172"/>
              <a:ext cx="139700" cy="111125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3" name="Freeform 22">
              <a:extLst>
                <a:ext uri="{FF2B5EF4-FFF2-40B4-BE49-F238E27FC236}">
                  <a16:creationId xmlns:a16="http://schemas.microsoft.com/office/drawing/2014/main" id="{9332723E-B854-9A56-1306-0EBCF090492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8799" y="2460860"/>
              <a:ext cx="1905000" cy="1652587"/>
            </a:xfrm>
            <a:custGeom>
              <a:avLst/>
              <a:gdLst>
                <a:gd name="T0" fmla="*/ 2147483647 w 1200"/>
                <a:gd name="T1" fmla="*/ 0 h 1041"/>
                <a:gd name="T2" fmla="*/ 0 w 1200"/>
                <a:gd name="T3" fmla="*/ 2147483647 h 10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00" h="1041">
                  <a:moveTo>
                    <a:pt x="1200" y="0"/>
                  </a:moveTo>
                  <a:cubicBezTo>
                    <a:pt x="697" y="434"/>
                    <a:pt x="194" y="868"/>
                    <a:pt x="0" y="1041"/>
                  </a:cubicBezTo>
                </a:path>
              </a:pathLst>
            </a:custGeom>
            <a:noFill/>
            <a:ln w="9525">
              <a:solidFill>
                <a:srgbClr val="99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4" name="Freeform 38">
              <a:extLst>
                <a:ext uri="{FF2B5EF4-FFF2-40B4-BE49-F238E27FC236}">
                  <a16:creationId xmlns:a16="http://schemas.microsoft.com/office/drawing/2014/main" id="{D48C8935-90D6-05B4-1CBF-2962F8B402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8813" y="2316397"/>
              <a:ext cx="1004887" cy="1862138"/>
            </a:xfrm>
            <a:custGeom>
              <a:avLst/>
              <a:gdLst>
                <a:gd name="T0" fmla="*/ 2147483647 w 633"/>
                <a:gd name="T1" fmla="*/ 0 h 1173"/>
                <a:gd name="T2" fmla="*/ 2147483647 w 633"/>
                <a:gd name="T3" fmla="*/ 2147483647 h 1173"/>
                <a:gd name="T4" fmla="*/ 2147483647 w 633"/>
                <a:gd name="T5" fmla="*/ 2147483647 h 1173"/>
                <a:gd name="T6" fmla="*/ 2147483647 w 633"/>
                <a:gd name="T7" fmla="*/ 2147483647 h 1173"/>
                <a:gd name="T8" fmla="*/ 2147483647 w 633"/>
                <a:gd name="T9" fmla="*/ 2147483647 h 1173"/>
                <a:gd name="T10" fmla="*/ 2147483647 w 633"/>
                <a:gd name="T11" fmla="*/ 2147483647 h 1173"/>
                <a:gd name="T12" fmla="*/ 2147483647 w 633"/>
                <a:gd name="T13" fmla="*/ 2147483647 h 1173"/>
                <a:gd name="T14" fmla="*/ 2147483647 w 633"/>
                <a:gd name="T15" fmla="*/ 2147483647 h 1173"/>
                <a:gd name="T16" fmla="*/ 2147483647 w 633"/>
                <a:gd name="T17" fmla="*/ 2147483647 h 1173"/>
                <a:gd name="T18" fmla="*/ 2147483647 w 633"/>
                <a:gd name="T19" fmla="*/ 2147483647 h 1173"/>
                <a:gd name="T20" fmla="*/ 2147483647 w 633"/>
                <a:gd name="T21" fmla="*/ 2147483647 h 1173"/>
                <a:gd name="T22" fmla="*/ 2147483647 w 633"/>
                <a:gd name="T23" fmla="*/ 2147483647 h 1173"/>
                <a:gd name="T24" fmla="*/ 2147483647 w 633"/>
                <a:gd name="T25" fmla="*/ 2147483647 h 1173"/>
                <a:gd name="T26" fmla="*/ 2147483647 w 633"/>
                <a:gd name="T27" fmla="*/ 2147483647 h 1173"/>
                <a:gd name="T28" fmla="*/ 2147483647 w 633"/>
                <a:gd name="T29" fmla="*/ 2147483647 h 1173"/>
                <a:gd name="T30" fmla="*/ 2147483647 w 633"/>
                <a:gd name="T31" fmla="*/ 2147483647 h 1173"/>
                <a:gd name="T32" fmla="*/ 2147483647 w 633"/>
                <a:gd name="T33" fmla="*/ 2147483647 h 1173"/>
                <a:gd name="T34" fmla="*/ 2147483647 w 633"/>
                <a:gd name="T35" fmla="*/ 2147483647 h 1173"/>
                <a:gd name="T36" fmla="*/ 2147483647 w 633"/>
                <a:gd name="T37" fmla="*/ 2147483647 h 1173"/>
                <a:gd name="T38" fmla="*/ 2147483647 w 633"/>
                <a:gd name="T39" fmla="*/ 2147483647 h 1173"/>
                <a:gd name="T40" fmla="*/ 2147483647 w 633"/>
                <a:gd name="T41" fmla="*/ 2147483647 h 1173"/>
                <a:gd name="T42" fmla="*/ 2147483647 w 633"/>
                <a:gd name="T43" fmla="*/ 2147483647 h 1173"/>
                <a:gd name="T44" fmla="*/ 2147483647 w 633"/>
                <a:gd name="T45" fmla="*/ 2147483647 h 1173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633" h="1173">
                  <a:moveTo>
                    <a:pt x="553" y="0"/>
                  </a:moveTo>
                  <a:cubicBezTo>
                    <a:pt x="515" y="1"/>
                    <a:pt x="477" y="3"/>
                    <a:pt x="449" y="8"/>
                  </a:cubicBezTo>
                  <a:cubicBezTo>
                    <a:pt x="421" y="13"/>
                    <a:pt x="405" y="24"/>
                    <a:pt x="385" y="32"/>
                  </a:cubicBezTo>
                  <a:cubicBezTo>
                    <a:pt x="365" y="40"/>
                    <a:pt x="353" y="44"/>
                    <a:pt x="329" y="56"/>
                  </a:cubicBezTo>
                  <a:cubicBezTo>
                    <a:pt x="305" y="68"/>
                    <a:pt x="264" y="89"/>
                    <a:pt x="241" y="104"/>
                  </a:cubicBezTo>
                  <a:cubicBezTo>
                    <a:pt x="218" y="119"/>
                    <a:pt x="210" y="128"/>
                    <a:pt x="193" y="144"/>
                  </a:cubicBezTo>
                  <a:cubicBezTo>
                    <a:pt x="176" y="160"/>
                    <a:pt x="153" y="183"/>
                    <a:pt x="137" y="200"/>
                  </a:cubicBezTo>
                  <a:cubicBezTo>
                    <a:pt x="121" y="217"/>
                    <a:pt x="109" y="231"/>
                    <a:pt x="97" y="248"/>
                  </a:cubicBezTo>
                  <a:cubicBezTo>
                    <a:pt x="85" y="265"/>
                    <a:pt x="77" y="280"/>
                    <a:pt x="65" y="304"/>
                  </a:cubicBezTo>
                  <a:cubicBezTo>
                    <a:pt x="53" y="328"/>
                    <a:pt x="34" y="367"/>
                    <a:pt x="25" y="392"/>
                  </a:cubicBezTo>
                  <a:cubicBezTo>
                    <a:pt x="16" y="417"/>
                    <a:pt x="13" y="435"/>
                    <a:pt x="9" y="456"/>
                  </a:cubicBezTo>
                  <a:cubicBezTo>
                    <a:pt x="5" y="477"/>
                    <a:pt x="2" y="499"/>
                    <a:pt x="1" y="520"/>
                  </a:cubicBezTo>
                  <a:cubicBezTo>
                    <a:pt x="0" y="541"/>
                    <a:pt x="0" y="561"/>
                    <a:pt x="1" y="584"/>
                  </a:cubicBezTo>
                  <a:cubicBezTo>
                    <a:pt x="2" y="607"/>
                    <a:pt x="5" y="631"/>
                    <a:pt x="9" y="656"/>
                  </a:cubicBezTo>
                  <a:cubicBezTo>
                    <a:pt x="13" y="681"/>
                    <a:pt x="17" y="711"/>
                    <a:pt x="25" y="736"/>
                  </a:cubicBezTo>
                  <a:cubicBezTo>
                    <a:pt x="33" y="761"/>
                    <a:pt x="44" y="779"/>
                    <a:pt x="57" y="808"/>
                  </a:cubicBezTo>
                  <a:cubicBezTo>
                    <a:pt x="70" y="837"/>
                    <a:pt x="88" y="884"/>
                    <a:pt x="105" y="912"/>
                  </a:cubicBezTo>
                  <a:cubicBezTo>
                    <a:pt x="122" y="940"/>
                    <a:pt x="132" y="949"/>
                    <a:pt x="161" y="976"/>
                  </a:cubicBezTo>
                  <a:cubicBezTo>
                    <a:pt x="190" y="1003"/>
                    <a:pt x="248" y="1048"/>
                    <a:pt x="281" y="1072"/>
                  </a:cubicBezTo>
                  <a:cubicBezTo>
                    <a:pt x="314" y="1096"/>
                    <a:pt x="330" y="1108"/>
                    <a:pt x="361" y="1120"/>
                  </a:cubicBezTo>
                  <a:cubicBezTo>
                    <a:pt x="392" y="1132"/>
                    <a:pt x="428" y="1136"/>
                    <a:pt x="465" y="1144"/>
                  </a:cubicBezTo>
                  <a:cubicBezTo>
                    <a:pt x="502" y="1152"/>
                    <a:pt x="557" y="1164"/>
                    <a:pt x="585" y="1168"/>
                  </a:cubicBezTo>
                  <a:cubicBezTo>
                    <a:pt x="613" y="1172"/>
                    <a:pt x="629" y="1173"/>
                    <a:pt x="633" y="1168"/>
                  </a:cubicBezTo>
                </a:path>
              </a:pathLst>
            </a:custGeom>
            <a:noFill/>
            <a:ln w="38100" cmpd="sng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Freeform 39">
              <a:extLst>
                <a:ext uri="{FF2B5EF4-FFF2-40B4-BE49-F238E27FC236}">
                  <a16:creationId xmlns:a16="http://schemas.microsoft.com/office/drawing/2014/main" id="{10F7328D-222D-B9C0-688D-58B62FCCDB84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5110" y="2324316"/>
              <a:ext cx="931863" cy="1855770"/>
            </a:xfrm>
            <a:custGeom>
              <a:avLst/>
              <a:gdLst>
                <a:gd name="T0" fmla="*/ 0 w 587"/>
                <a:gd name="T1" fmla="*/ 0 h 1152"/>
                <a:gd name="T2" fmla="*/ 2147483647 w 587"/>
                <a:gd name="T3" fmla="*/ 2147483647 h 1152"/>
                <a:gd name="T4" fmla="*/ 2147483647 w 587"/>
                <a:gd name="T5" fmla="*/ 2147483647 h 1152"/>
                <a:gd name="T6" fmla="*/ 2147483647 w 587"/>
                <a:gd name="T7" fmla="*/ 2147483647 h 1152"/>
                <a:gd name="T8" fmla="*/ 2147483647 w 587"/>
                <a:gd name="T9" fmla="*/ 2147483647 h 1152"/>
                <a:gd name="T10" fmla="*/ 2147483647 w 587"/>
                <a:gd name="T11" fmla="*/ 2147483647 h 1152"/>
                <a:gd name="T12" fmla="*/ 2147483647 w 587"/>
                <a:gd name="T13" fmla="*/ 2147483647 h 1152"/>
                <a:gd name="T14" fmla="*/ 2147483647 w 587"/>
                <a:gd name="T15" fmla="*/ 2147483647 h 1152"/>
                <a:gd name="T16" fmla="*/ 2147483647 w 587"/>
                <a:gd name="T17" fmla="*/ 2147483647 h 1152"/>
                <a:gd name="T18" fmla="*/ 2147483647 w 587"/>
                <a:gd name="T19" fmla="*/ 2147483647 h 1152"/>
                <a:gd name="T20" fmla="*/ 2147483647 w 587"/>
                <a:gd name="T21" fmla="*/ 2147483647 h 1152"/>
                <a:gd name="T22" fmla="*/ 2147483647 w 587"/>
                <a:gd name="T23" fmla="*/ 2147483647 h 1152"/>
                <a:gd name="T24" fmla="*/ 2147483647 w 587"/>
                <a:gd name="T25" fmla="*/ 2147483647 h 1152"/>
                <a:gd name="T26" fmla="*/ 2147483647 w 587"/>
                <a:gd name="T27" fmla="*/ 2147483647 h 1152"/>
                <a:gd name="T28" fmla="*/ 2147483647 w 587"/>
                <a:gd name="T29" fmla="*/ 2147483647 h 1152"/>
                <a:gd name="T30" fmla="*/ 2147483647 w 587"/>
                <a:gd name="T31" fmla="*/ 2147483647 h 1152"/>
                <a:gd name="T32" fmla="*/ 2147483647 w 587"/>
                <a:gd name="T33" fmla="*/ 2147483647 h 115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87" h="1152">
                  <a:moveTo>
                    <a:pt x="0" y="0"/>
                  </a:moveTo>
                  <a:cubicBezTo>
                    <a:pt x="38" y="0"/>
                    <a:pt x="77" y="1"/>
                    <a:pt x="112" y="8"/>
                  </a:cubicBezTo>
                  <a:cubicBezTo>
                    <a:pt x="147" y="15"/>
                    <a:pt x="175" y="25"/>
                    <a:pt x="208" y="40"/>
                  </a:cubicBezTo>
                  <a:cubicBezTo>
                    <a:pt x="241" y="55"/>
                    <a:pt x="277" y="76"/>
                    <a:pt x="312" y="96"/>
                  </a:cubicBezTo>
                  <a:cubicBezTo>
                    <a:pt x="347" y="116"/>
                    <a:pt x="387" y="132"/>
                    <a:pt x="416" y="160"/>
                  </a:cubicBezTo>
                  <a:cubicBezTo>
                    <a:pt x="445" y="188"/>
                    <a:pt x="464" y="225"/>
                    <a:pt x="488" y="264"/>
                  </a:cubicBezTo>
                  <a:cubicBezTo>
                    <a:pt x="512" y="303"/>
                    <a:pt x="544" y="348"/>
                    <a:pt x="560" y="392"/>
                  </a:cubicBezTo>
                  <a:cubicBezTo>
                    <a:pt x="576" y="436"/>
                    <a:pt x="581" y="481"/>
                    <a:pt x="584" y="528"/>
                  </a:cubicBezTo>
                  <a:cubicBezTo>
                    <a:pt x="587" y="575"/>
                    <a:pt x="581" y="636"/>
                    <a:pt x="576" y="672"/>
                  </a:cubicBezTo>
                  <a:cubicBezTo>
                    <a:pt x="571" y="708"/>
                    <a:pt x="563" y="719"/>
                    <a:pt x="552" y="744"/>
                  </a:cubicBezTo>
                  <a:cubicBezTo>
                    <a:pt x="541" y="769"/>
                    <a:pt x="525" y="795"/>
                    <a:pt x="512" y="824"/>
                  </a:cubicBezTo>
                  <a:cubicBezTo>
                    <a:pt x="499" y="853"/>
                    <a:pt x="492" y="889"/>
                    <a:pt x="472" y="920"/>
                  </a:cubicBezTo>
                  <a:cubicBezTo>
                    <a:pt x="452" y="951"/>
                    <a:pt x="423" y="981"/>
                    <a:pt x="392" y="1008"/>
                  </a:cubicBezTo>
                  <a:cubicBezTo>
                    <a:pt x="361" y="1035"/>
                    <a:pt x="323" y="1060"/>
                    <a:pt x="288" y="1080"/>
                  </a:cubicBezTo>
                  <a:cubicBezTo>
                    <a:pt x="253" y="1100"/>
                    <a:pt x="217" y="1117"/>
                    <a:pt x="184" y="1128"/>
                  </a:cubicBezTo>
                  <a:cubicBezTo>
                    <a:pt x="151" y="1139"/>
                    <a:pt x="113" y="1140"/>
                    <a:pt x="88" y="1144"/>
                  </a:cubicBezTo>
                  <a:cubicBezTo>
                    <a:pt x="63" y="1148"/>
                    <a:pt x="43" y="1145"/>
                    <a:pt x="32" y="1152"/>
                  </a:cubicBezTo>
                </a:path>
              </a:pathLst>
            </a:custGeom>
            <a:noFill/>
            <a:ln w="38100" cmpd="sng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48" name="Text Box 13">
            <a:extLst>
              <a:ext uri="{FF2B5EF4-FFF2-40B4-BE49-F238E27FC236}">
                <a16:creationId xmlns:a16="http://schemas.microsoft.com/office/drawing/2014/main" id="{BD0EDDCE-C316-C8B3-7D50-7B5209B1B2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877" y="1100857"/>
            <a:ext cx="1762021" cy="497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徒手绘图</a:t>
            </a:r>
          </a:p>
        </p:txBody>
      </p:sp>
    </p:spTree>
    <p:extLst>
      <p:ext uri="{BB962C8B-B14F-4D97-AF65-F5344CB8AC3E}">
        <p14:creationId xmlns:p14="http://schemas.microsoft.com/office/powerpoint/2010/main" val="4258595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319A7-FA45-32BB-7ACD-9EF0BF76D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9CEA9951-4A6E-8BD7-08E2-A70029B74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24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D75B8985-495E-3746-4114-1FDAF152AA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93862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斜二轴测图</a:t>
            </a:r>
          </a:p>
        </p:txBody>
      </p: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CD60D549-D374-E4E8-D5D3-741D57F0B6B8}"/>
              </a:ext>
            </a:extLst>
          </p:cNvPr>
          <p:cNvGrpSpPr>
            <a:grpSpLocks noChangeAspect="1"/>
          </p:cNvGrpSpPr>
          <p:nvPr/>
        </p:nvGrpSpPr>
        <p:grpSpPr>
          <a:xfrm>
            <a:off x="323528" y="996948"/>
            <a:ext cx="8523287" cy="6076950"/>
            <a:chOff x="3553610" y="101912"/>
            <a:chExt cx="8523287" cy="6076950"/>
          </a:xfrm>
        </p:grpSpPr>
        <p:sp>
          <p:nvSpPr>
            <p:cNvPr id="70" name="Line 3">
              <a:extLst>
                <a:ext uri="{FF2B5EF4-FFF2-40B4-BE49-F238E27FC236}">
                  <a16:creationId xmlns:a16="http://schemas.microsoft.com/office/drawing/2014/main" id="{1B4A68EC-D333-71DD-B1CF-5DC196830E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90185" y="703575"/>
              <a:ext cx="5346700" cy="3087687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1" name="Line 4">
              <a:extLst>
                <a:ext uri="{FF2B5EF4-FFF2-40B4-BE49-F238E27FC236}">
                  <a16:creationId xmlns:a16="http://schemas.microsoft.com/office/drawing/2014/main" id="{2C5B0B52-D400-F004-7585-B326745E50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01310" y="925825"/>
              <a:ext cx="5659437" cy="3267075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2" name="Line 5">
              <a:extLst>
                <a:ext uri="{FF2B5EF4-FFF2-40B4-BE49-F238E27FC236}">
                  <a16:creationId xmlns:a16="http://schemas.microsoft.com/office/drawing/2014/main" id="{034E6722-DDC9-CFA7-EC1C-4BFB1CA918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09285" y="1165537"/>
              <a:ext cx="5797550" cy="3346450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3" name="Line 6">
              <a:extLst>
                <a:ext uri="{FF2B5EF4-FFF2-40B4-BE49-F238E27FC236}">
                  <a16:creationId xmlns:a16="http://schemas.microsoft.com/office/drawing/2014/main" id="{C49B0EAD-88BD-B765-D051-63584CB705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37885" y="1544950"/>
              <a:ext cx="5764212" cy="3327400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4" name="Line 7">
              <a:extLst>
                <a:ext uri="{FF2B5EF4-FFF2-40B4-BE49-F238E27FC236}">
                  <a16:creationId xmlns:a16="http://schemas.microsoft.com/office/drawing/2014/main" id="{2B107386-33C9-52B1-3DF5-E690D41A6F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91885" y="1827525"/>
              <a:ext cx="5867400" cy="3387725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5" name="Line 8">
              <a:extLst>
                <a:ext uri="{FF2B5EF4-FFF2-40B4-BE49-F238E27FC236}">
                  <a16:creationId xmlns:a16="http://schemas.microsoft.com/office/drawing/2014/main" id="{1D874513-21B5-0E18-B3E2-8EC1B90C01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58572" y="2167250"/>
              <a:ext cx="5973763" cy="3448050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6" name="Line 9">
              <a:extLst>
                <a:ext uri="{FF2B5EF4-FFF2-40B4-BE49-F238E27FC236}">
                  <a16:creationId xmlns:a16="http://schemas.microsoft.com/office/drawing/2014/main" id="{B525D0AC-B3B7-325E-66E8-29A279759F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80847" y="2508562"/>
              <a:ext cx="5832475" cy="3367088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7" name="Line 10">
              <a:extLst>
                <a:ext uri="{FF2B5EF4-FFF2-40B4-BE49-F238E27FC236}">
                  <a16:creationId xmlns:a16="http://schemas.microsoft.com/office/drawing/2014/main" id="{7AE72424-1BEA-1B15-D027-857CB38157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01272" y="444812"/>
              <a:ext cx="5173663" cy="2987675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8" name="Line 11">
              <a:extLst>
                <a:ext uri="{FF2B5EF4-FFF2-40B4-BE49-F238E27FC236}">
                  <a16:creationId xmlns:a16="http://schemas.microsoft.com/office/drawing/2014/main" id="{2BC5747C-E2C5-8853-261B-73EF166284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6885" y="243200"/>
              <a:ext cx="3849687" cy="2222500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79" name="Line 12">
              <a:extLst>
                <a:ext uri="{FF2B5EF4-FFF2-40B4-BE49-F238E27FC236}">
                  <a16:creationId xmlns:a16="http://schemas.microsoft.com/office/drawing/2014/main" id="{F103ACB0-881E-A1FB-2F7E-9BB17C75AE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12835" y="324162"/>
              <a:ext cx="4430712" cy="2557463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0" name="Line 13">
              <a:extLst>
                <a:ext uri="{FF2B5EF4-FFF2-40B4-BE49-F238E27FC236}">
                  <a16:creationId xmlns:a16="http://schemas.microsoft.com/office/drawing/2014/main" id="{0C83D735-1330-1540-F101-AC05894F91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04847" y="582925"/>
              <a:ext cx="4651375" cy="2686050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1" name="Line 14">
              <a:extLst>
                <a:ext uri="{FF2B5EF4-FFF2-40B4-BE49-F238E27FC236}">
                  <a16:creationId xmlns:a16="http://schemas.microsoft.com/office/drawing/2014/main" id="{0E95CB71-04DF-1857-1C14-51A499B0B9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22235" y="703575"/>
              <a:ext cx="5053012" cy="2933700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2" name="Line 15">
              <a:extLst>
                <a:ext uri="{FF2B5EF4-FFF2-40B4-BE49-F238E27FC236}">
                  <a16:creationId xmlns:a16="http://schemas.microsoft.com/office/drawing/2014/main" id="{F76011A1-1BAD-1444-A718-FC6BCB42D0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01510" y="763900"/>
              <a:ext cx="5673725" cy="3281362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3" name="Line 16">
              <a:extLst>
                <a:ext uri="{FF2B5EF4-FFF2-40B4-BE49-F238E27FC236}">
                  <a16:creationId xmlns:a16="http://schemas.microsoft.com/office/drawing/2014/main" id="{83763C26-700D-8404-16D7-12CCC49618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99835" y="844862"/>
              <a:ext cx="6438900" cy="3708400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4" name="Line 17">
              <a:extLst>
                <a:ext uri="{FF2B5EF4-FFF2-40B4-BE49-F238E27FC236}">
                  <a16:creationId xmlns:a16="http://schemas.microsoft.com/office/drawing/2014/main" id="{1964877B-52EA-11BD-C101-79EB366F2F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0572" y="1063937"/>
              <a:ext cx="6846888" cy="3949700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5" name="Line 18">
              <a:extLst>
                <a:ext uri="{FF2B5EF4-FFF2-40B4-BE49-F238E27FC236}">
                  <a16:creationId xmlns:a16="http://schemas.microsoft.com/office/drawing/2014/main" id="{90BDA738-E5B6-F7F2-6E46-4BDB0A3816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2122" y="1386200"/>
              <a:ext cx="6696075" cy="3840162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6" name="Line 19">
              <a:extLst>
                <a:ext uri="{FF2B5EF4-FFF2-40B4-BE49-F238E27FC236}">
                  <a16:creationId xmlns:a16="http://schemas.microsoft.com/office/drawing/2014/main" id="{6B150D00-EEDB-700C-1D20-FAEF5B48C2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5910" y="1765612"/>
              <a:ext cx="6637337" cy="3825875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7" name="Line 20">
              <a:extLst>
                <a:ext uri="{FF2B5EF4-FFF2-40B4-BE49-F238E27FC236}">
                  <a16:creationId xmlns:a16="http://schemas.microsoft.com/office/drawing/2014/main" id="{4ABDD4AB-F580-8FCF-C78C-0842DD90EA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3522" y="2208525"/>
              <a:ext cx="5915025" cy="3414712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8" name="Line 21">
              <a:extLst>
                <a:ext uri="{FF2B5EF4-FFF2-40B4-BE49-F238E27FC236}">
                  <a16:creationId xmlns:a16="http://schemas.microsoft.com/office/drawing/2014/main" id="{A47294C6-A228-96F6-6574-65FBD73BCE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2847" y="2510150"/>
              <a:ext cx="5313363" cy="3067050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9" name="Line 22">
              <a:extLst>
                <a:ext uri="{FF2B5EF4-FFF2-40B4-BE49-F238E27FC236}">
                  <a16:creationId xmlns:a16="http://schemas.microsoft.com/office/drawing/2014/main" id="{C890BC74-3192-F42D-7BF7-A5F8201C0F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6160" y="2907025"/>
              <a:ext cx="4792662" cy="2767012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0" name="Line 23">
              <a:extLst>
                <a:ext uri="{FF2B5EF4-FFF2-40B4-BE49-F238E27FC236}">
                  <a16:creationId xmlns:a16="http://schemas.microsoft.com/office/drawing/2014/main" id="{69608BD2-2D00-F017-08C6-AE4328BAC4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4747" y="3478525"/>
              <a:ext cx="4030663" cy="2327275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1" name="Line 24">
              <a:extLst>
                <a:ext uri="{FF2B5EF4-FFF2-40B4-BE49-F238E27FC236}">
                  <a16:creationId xmlns:a16="http://schemas.microsoft.com/office/drawing/2014/main" id="{8FC0DCC3-D43D-DA4E-CAC4-88845178DD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5535" y="3919850"/>
              <a:ext cx="3389312" cy="1957387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2" name="Line 25">
              <a:extLst>
                <a:ext uri="{FF2B5EF4-FFF2-40B4-BE49-F238E27FC236}">
                  <a16:creationId xmlns:a16="http://schemas.microsoft.com/office/drawing/2014/main" id="{2A05E829-DB8B-90B8-CD6C-0063989A0B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15535" y="341625"/>
              <a:ext cx="4721225" cy="2725737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3" name="Line 26">
              <a:extLst>
                <a:ext uri="{FF2B5EF4-FFF2-40B4-BE49-F238E27FC236}">
                  <a16:creationId xmlns:a16="http://schemas.microsoft.com/office/drawing/2014/main" id="{6B4DE847-0980-A964-EAC3-871B226D3D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26635" y="443225"/>
              <a:ext cx="3819525" cy="2205037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4" name="Line 27">
              <a:extLst>
                <a:ext uri="{FF2B5EF4-FFF2-40B4-BE49-F238E27FC236}">
                  <a16:creationId xmlns:a16="http://schemas.microsoft.com/office/drawing/2014/main" id="{04014FC8-E00D-15C6-A3E5-1B6809F01F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8872" y="482912"/>
              <a:ext cx="2813050" cy="1624013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5" name="Line 28">
              <a:extLst>
                <a:ext uri="{FF2B5EF4-FFF2-40B4-BE49-F238E27FC236}">
                  <a16:creationId xmlns:a16="http://schemas.microsoft.com/office/drawing/2014/main" id="{3866E16E-1591-034A-0733-1D6791208F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96510" y="644837"/>
              <a:ext cx="1633537" cy="942975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6" name="Line 29">
              <a:extLst>
                <a:ext uri="{FF2B5EF4-FFF2-40B4-BE49-F238E27FC236}">
                  <a16:creationId xmlns:a16="http://schemas.microsoft.com/office/drawing/2014/main" id="{D48A9DEA-E8CB-E523-6D69-6723FC6B40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049535" y="4413562"/>
              <a:ext cx="2425700" cy="1400175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7" name="Line 30">
              <a:extLst>
                <a:ext uri="{FF2B5EF4-FFF2-40B4-BE49-F238E27FC236}">
                  <a16:creationId xmlns:a16="http://schemas.microsoft.com/office/drawing/2014/main" id="{E773C4AC-3EFA-E197-EF99-2BE3449836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76335" y="222562"/>
              <a:ext cx="0" cy="5592763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8" name="Line 31">
              <a:extLst>
                <a:ext uri="{FF2B5EF4-FFF2-40B4-BE49-F238E27FC236}">
                  <a16:creationId xmlns:a16="http://schemas.microsoft.com/office/drawing/2014/main" id="{AF1EB11C-DCCE-6661-0B54-1C8298585F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7022" y="101912"/>
              <a:ext cx="0" cy="5834063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9" name="Line 32">
              <a:extLst>
                <a:ext uri="{FF2B5EF4-FFF2-40B4-BE49-F238E27FC236}">
                  <a16:creationId xmlns:a16="http://schemas.microsoft.com/office/drawing/2014/main" id="{CF39DB23-4BDE-45FB-78DE-E84AE188EE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19347" y="124137"/>
              <a:ext cx="0" cy="5632450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0" name="Line 33">
              <a:extLst>
                <a:ext uri="{FF2B5EF4-FFF2-40B4-BE49-F238E27FC236}">
                  <a16:creationId xmlns:a16="http://schemas.microsoft.com/office/drawing/2014/main" id="{25418CAF-6D95-46AD-8D63-A3FB8FD0D6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54322" y="382900"/>
              <a:ext cx="0" cy="5232400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1" name="Line 34">
              <a:extLst>
                <a:ext uri="{FF2B5EF4-FFF2-40B4-BE49-F238E27FC236}">
                  <a16:creationId xmlns:a16="http://schemas.microsoft.com/office/drawing/2014/main" id="{889AB369-FC3C-36D7-E01C-F197C7B421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86122" y="403537"/>
              <a:ext cx="0" cy="5032375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2" name="Line 35">
              <a:extLst>
                <a:ext uri="{FF2B5EF4-FFF2-40B4-BE49-F238E27FC236}">
                  <a16:creationId xmlns:a16="http://schemas.microsoft.com/office/drawing/2014/main" id="{CCC06D5F-D152-E242-09BD-8F15F9B583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24272" y="643250"/>
              <a:ext cx="0" cy="4872037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3" name="Line 36">
              <a:extLst>
                <a:ext uri="{FF2B5EF4-FFF2-40B4-BE49-F238E27FC236}">
                  <a16:creationId xmlns:a16="http://schemas.microsoft.com/office/drawing/2014/main" id="{FC902417-C8CD-35EB-B337-EFF5C50AF7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33847" y="663887"/>
              <a:ext cx="0" cy="4811713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4" name="Line 37">
              <a:extLst>
                <a:ext uri="{FF2B5EF4-FFF2-40B4-BE49-F238E27FC236}">
                  <a16:creationId xmlns:a16="http://schemas.microsoft.com/office/drawing/2014/main" id="{C0B3AC07-0907-DD54-19F6-C8325D50F4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38660" y="982975"/>
              <a:ext cx="0" cy="4530725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5" name="Line 38">
              <a:extLst>
                <a:ext uri="{FF2B5EF4-FFF2-40B4-BE49-F238E27FC236}">
                  <a16:creationId xmlns:a16="http://schemas.microsoft.com/office/drawing/2014/main" id="{20FE16F7-5805-C0DD-7A84-FC56D03AC0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69935" y="281300"/>
              <a:ext cx="0" cy="5553075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6" name="Line 39">
              <a:extLst>
                <a:ext uri="{FF2B5EF4-FFF2-40B4-BE49-F238E27FC236}">
                  <a16:creationId xmlns:a16="http://schemas.microsoft.com/office/drawing/2014/main" id="{D07B5944-3369-86B3-B096-FC021D7229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30147" y="624200"/>
              <a:ext cx="0" cy="5072062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7" name="Line 40">
              <a:extLst>
                <a:ext uri="{FF2B5EF4-FFF2-40B4-BE49-F238E27FC236}">
                  <a16:creationId xmlns:a16="http://schemas.microsoft.com/office/drawing/2014/main" id="{3211D4D3-4A0A-0146-759A-F1592A4EE7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06285" y="624200"/>
              <a:ext cx="0" cy="4991100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8" name="Line 41">
              <a:extLst>
                <a:ext uri="{FF2B5EF4-FFF2-40B4-BE49-F238E27FC236}">
                  <a16:creationId xmlns:a16="http://schemas.microsoft.com/office/drawing/2014/main" id="{78C591A2-704C-55FE-C739-FB59379BEB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77660" y="813112"/>
              <a:ext cx="15875" cy="4481513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9" name="Line 42">
              <a:extLst>
                <a:ext uri="{FF2B5EF4-FFF2-40B4-BE49-F238E27FC236}">
                  <a16:creationId xmlns:a16="http://schemas.microsoft.com/office/drawing/2014/main" id="{DF6319A5-4D05-4277-34CC-2E0B8ADB08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79197" y="873437"/>
              <a:ext cx="15875" cy="3879850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0" name="Line 43">
              <a:extLst>
                <a:ext uri="{FF2B5EF4-FFF2-40B4-BE49-F238E27FC236}">
                  <a16:creationId xmlns:a16="http://schemas.microsoft.com/office/drawing/2014/main" id="{74E70C1C-B77C-416C-1EDF-F92B82AC45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4385" y="1186537"/>
              <a:ext cx="0" cy="3765188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1" name="Line 44">
              <a:extLst>
                <a:ext uri="{FF2B5EF4-FFF2-40B4-BE49-F238E27FC236}">
                  <a16:creationId xmlns:a16="http://schemas.microsoft.com/office/drawing/2014/main" id="{A4B075A3-3CE4-2D0E-4AA7-04BC711CD0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54585" y="1686237"/>
              <a:ext cx="0" cy="3708400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2" name="Line 51">
              <a:extLst>
                <a:ext uri="{FF2B5EF4-FFF2-40B4-BE49-F238E27FC236}">
                  <a16:creationId xmlns:a16="http://schemas.microsoft.com/office/drawing/2014/main" id="{C6FF27FD-FA4D-4F37-5F4A-5A24AAA7B3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6560" y="1075050"/>
              <a:ext cx="7339012" cy="0"/>
            </a:xfrm>
            <a:prstGeom prst="line">
              <a:avLst/>
            </a:prstGeom>
            <a:noFill/>
            <a:ln w="9525">
              <a:solidFill>
                <a:srgbClr val="99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3" name="Line 52">
              <a:extLst>
                <a:ext uri="{FF2B5EF4-FFF2-40B4-BE49-F238E27FC236}">
                  <a16:creationId xmlns:a16="http://schemas.microsoft.com/office/drawing/2014/main" id="{A1C0392F-DCE1-C38D-B129-4F4E033B48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7172" y="1546537"/>
              <a:ext cx="7639050" cy="0"/>
            </a:xfrm>
            <a:prstGeom prst="line">
              <a:avLst/>
            </a:prstGeom>
            <a:noFill/>
            <a:ln w="9525">
              <a:solidFill>
                <a:srgbClr val="99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4" name="Line 53">
              <a:extLst>
                <a:ext uri="{FF2B5EF4-FFF2-40B4-BE49-F238E27FC236}">
                  <a16:creationId xmlns:a16="http://schemas.microsoft.com/office/drawing/2014/main" id="{B7BA789F-2289-7A15-4B59-BBC9EF618E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7497" y="2046600"/>
              <a:ext cx="7778750" cy="0"/>
            </a:xfrm>
            <a:prstGeom prst="line">
              <a:avLst/>
            </a:prstGeom>
            <a:noFill/>
            <a:ln w="9525">
              <a:solidFill>
                <a:srgbClr val="99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5" name="Line 54">
              <a:extLst>
                <a:ext uri="{FF2B5EF4-FFF2-40B4-BE49-F238E27FC236}">
                  <a16:creationId xmlns:a16="http://schemas.microsoft.com/office/drawing/2014/main" id="{54B68617-C423-0653-8E2F-064A51BFF7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5210" y="2529200"/>
              <a:ext cx="8421687" cy="0"/>
            </a:xfrm>
            <a:prstGeom prst="line">
              <a:avLst/>
            </a:prstGeom>
            <a:noFill/>
            <a:ln w="9525">
              <a:solidFill>
                <a:srgbClr val="99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6" name="Line 55">
              <a:extLst>
                <a:ext uri="{FF2B5EF4-FFF2-40B4-BE49-F238E27FC236}">
                  <a16:creationId xmlns:a16="http://schemas.microsoft.com/office/drawing/2014/main" id="{1D7EF01A-F9C0-FFFB-78C7-DCB6C7D210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5210" y="3018150"/>
              <a:ext cx="8161337" cy="0"/>
            </a:xfrm>
            <a:prstGeom prst="line">
              <a:avLst/>
            </a:prstGeom>
            <a:noFill/>
            <a:ln w="9525">
              <a:solidFill>
                <a:srgbClr val="99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7" name="Line 56">
              <a:extLst>
                <a:ext uri="{FF2B5EF4-FFF2-40B4-BE49-F238E27FC236}">
                  <a16:creationId xmlns:a16="http://schemas.microsoft.com/office/drawing/2014/main" id="{ACF85C98-3FBC-067E-3B5D-D4532E6198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6472" y="3481700"/>
              <a:ext cx="7618413" cy="0"/>
            </a:xfrm>
            <a:prstGeom prst="line">
              <a:avLst/>
            </a:prstGeom>
            <a:noFill/>
            <a:ln w="9525">
              <a:solidFill>
                <a:srgbClr val="99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8" name="Line 57">
              <a:extLst>
                <a:ext uri="{FF2B5EF4-FFF2-40B4-BE49-F238E27FC236}">
                  <a16:creationId xmlns:a16="http://schemas.microsoft.com/office/drawing/2014/main" id="{1D2AFFE7-C86A-7086-43D9-2DA353F7B1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5872" y="4461187"/>
              <a:ext cx="7820025" cy="0"/>
            </a:xfrm>
            <a:prstGeom prst="line">
              <a:avLst/>
            </a:prstGeom>
            <a:noFill/>
            <a:ln w="9525">
              <a:solidFill>
                <a:srgbClr val="99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9" name="Line 58">
              <a:extLst>
                <a:ext uri="{FF2B5EF4-FFF2-40B4-BE49-F238E27FC236}">
                  <a16:creationId xmlns:a16="http://schemas.microsoft.com/office/drawing/2014/main" id="{DCCD56C9-4F86-8A89-F602-E996579B69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7810" y="4953312"/>
              <a:ext cx="7559675" cy="0"/>
            </a:xfrm>
            <a:prstGeom prst="line">
              <a:avLst/>
            </a:prstGeom>
            <a:noFill/>
            <a:ln w="9525">
              <a:solidFill>
                <a:srgbClr val="99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0" name="Line 66">
              <a:extLst>
                <a:ext uri="{FF2B5EF4-FFF2-40B4-BE49-F238E27FC236}">
                  <a16:creationId xmlns:a16="http://schemas.microsoft.com/office/drawing/2014/main" id="{5051B5B4-385F-9D16-519B-24C59DAC07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34960" y="244787"/>
              <a:ext cx="0" cy="5934075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1" name="Line 67">
              <a:extLst>
                <a:ext uri="{FF2B5EF4-FFF2-40B4-BE49-F238E27FC236}">
                  <a16:creationId xmlns:a16="http://schemas.microsoft.com/office/drawing/2014/main" id="{01674CA9-2DF1-C102-494E-37E0ECAD6C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12947" y="122550"/>
              <a:ext cx="0" cy="5873750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2" name="Line 68">
              <a:extLst>
                <a:ext uri="{FF2B5EF4-FFF2-40B4-BE49-F238E27FC236}">
                  <a16:creationId xmlns:a16="http://schemas.microsoft.com/office/drawing/2014/main" id="{F2DE5B5C-E457-6F7E-2FB5-1F4A792846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3610" y="3980175"/>
              <a:ext cx="8081962" cy="0"/>
            </a:xfrm>
            <a:prstGeom prst="line">
              <a:avLst/>
            </a:prstGeom>
            <a:noFill/>
            <a:ln w="9525">
              <a:solidFill>
                <a:srgbClr val="99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3" name="Line 69">
              <a:extLst>
                <a:ext uri="{FF2B5EF4-FFF2-40B4-BE49-F238E27FC236}">
                  <a16:creationId xmlns:a16="http://schemas.microsoft.com/office/drawing/2014/main" id="{3B455451-C771-B4C0-1301-D421E99BD2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01547" y="2827650"/>
              <a:ext cx="5592763" cy="3228975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4" name="Line 70">
              <a:extLst>
                <a:ext uri="{FF2B5EF4-FFF2-40B4-BE49-F238E27FC236}">
                  <a16:creationId xmlns:a16="http://schemas.microsoft.com/office/drawing/2014/main" id="{DF545451-47D5-BFB6-F048-B7116E1DEC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44522" y="3386450"/>
              <a:ext cx="4511675" cy="2605087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5" name="Line 71">
              <a:extLst>
                <a:ext uri="{FF2B5EF4-FFF2-40B4-BE49-F238E27FC236}">
                  <a16:creationId xmlns:a16="http://schemas.microsoft.com/office/drawing/2014/main" id="{B1839D94-25C4-E317-219F-8AF010E7E3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847797" y="3869050"/>
              <a:ext cx="3708400" cy="2141537"/>
            </a:xfrm>
            <a:prstGeom prst="line">
              <a:avLst/>
            </a:prstGeom>
            <a:noFill/>
            <a:ln w="9525">
              <a:solidFill>
                <a:srgbClr val="0099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6" name="Line 72">
              <a:extLst>
                <a:ext uri="{FF2B5EF4-FFF2-40B4-BE49-F238E27FC236}">
                  <a16:creationId xmlns:a16="http://schemas.microsoft.com/office/drawing/2014/main" id="{13637CC3-4B67-7CA5-5A08-1210955751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0210" y="5448612"/>
              <a:ext cx="7559675" cy="0"/>
            </a:xfrm>
            <a:prstGeom prst="line">
              <a:avLst/>
            </a:prstGeom>
            <a:noFill/>
            <a:ln w="9525">
              <a:solidFill>
                <a:srgbClr val="99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127" name="Text Box 2">
            <a:extLst>
              <a:ext uri="{FF2B5EF4-FFF2-40B4-BE49-F238E27FC236}">
                <a16:creationId xmlns:a16="http://schemas.microsoft.com/office/drawing/2014/main" id="{8636E291-BA58-0CDE-3356-AD7D625E2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557" y="1143940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Marlett" pitchFamily="2" charset="2"/>
              </a:rPr>
              <a:t>徒手画轴测图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Line 45">
            <a:extLst>
              <a:ext uri="{FF2B5EF4-FFF2-40B4-BE49-F238E27FC236}">
                <a16:creationId xmlns:a16="http://schemas.microsoft.com/office/drawing/2014/main" id="{9C96C927-457F-378B-F954-D63401571B89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4771703" y="1298573"/>
            <a:ext cx="0" cy="525303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129" name="Line 46">
            <a:extLst>
              <a:ext uri="{FF2B5EF4-FFF2-40B4-BE49-F238E27FC236}">
                <a16:creationId xmlns:a16="http://schemas.microsoft.com/office/drawing/2014/main" id="{2E8A8A78-8E86-B6AD-32B9-AA2EF9CE2EA8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2099940" y="2714623"/>
            <a:ext cx="4694238" cy="27051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130" name="Line 47">
            <a:extLst>
              <a:ext uri="{FF2B5EF4-FFF2-40B4-BE49-F238E27FC236}">
                <a16:creationId xmlns:a16="http://schemas.microsoft.com/office/drawing/2014/main" id="{ADBF19DC-CB8B-CE93-3995-274B39728949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442840" y="2552698"/>
            <a:ext cx="4911725" cy="28352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131" name="Line 48">
            <a:extLst>
              <a:ext uri="{FF2B5EF4-FFF2-40B4-BE49-F238E27FC236}">
                <a16:creationId xmlns:a16="http://schemas.microsoft.com/office/drawing/2014/main" id="{EC63677B-A4FF-10EF-9574-17AEFFB87D31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190428" y="3903661"/>
            <a:ext cx="5213350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32" name="Line 49">
            <a:extLst>
              <a:ext uri="{FF2B5EF4-FFF2-40B4-BE49-F238E27FC236}">
                <a16:creationId xmlns:a16="http://schemas.microsoft.com/office/drawing/2014/main" id="{06DD7151-0765-FCA5-DEFB-23C8B926FEE4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473128" y="3143248"/>
            <a:ext cx="1282700" cy="2220913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33" name="Line 50">
            <a:extLst>
              <a:ext uri="{FF2B5EF4-FFF2-40B4-BE49-F238E27FC236}">
                <a16:creationId xmlns:a16="http://schemas.microsoft.com/office/drawing/2014/main" id="{5B965E84-61E3-AB27-F9D6-9F9D142264A6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4755828" y="3162298"/>
            <a:ext cx="1263650" cy="2205038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34" name="Line 59">
            <a:extLst>
              <a:ext uri="{FF2B5EF4-FFF2-40B4-BE49-F238E27FC236}">
                <a16:creationId xmlns:a16="http://schemas.microsoft.com/office/drawing/2014/main" id="{D6650720-1056-BCB9-02FE-536FAC2AE5C5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4748517" y="3892402"/>
            <a:ext cx="2546350" cy="147002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35" name="Line 60">
            <a:extLst>
              <a:ext uri="{FF2B5EF4-FFF2-40B4-BE49-F238E27FC236}">
                <a16:creationId xmlns:a16="http://schemas.microsoft.com/office/drawing/2014/main" id="{0E6F26DC-5EC6-8432-8D3A-B1206CA67F31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226125" y="3880475"/>
            <a:ext cx="2565400" cy="1481137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36" name="Line 61">
            <a:extLst>
              <a:ext uri="{FF2B5EF4-FFF2-40B4-BE49-F238E27FC236}">
                <a16:creationId xmlns:a16="http://schemas.microsoft.com/office/drawing/2014/main" id="{C6A5BB29-5209-63AE-8711-F7857816D427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2229227" y="2430941"/>
            <a:ext cx="2544763" cy="146367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37" name="Line 62">
            <a:extLst>
              <a:ext uri="{FF2B5EF4-FFF2-40B4-BE49-F238E27FC236}">
                <a16:creationId xmlns:a16="http://schemas.microsoft.com/office/drawing/2014/main" id="{F97E5B6F-A8DF-626A-DD7A-52B48EBFB638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4742094" y="2430941"/>
            <a:ext cx="2565400" cy="1481138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38" name="Arc 63">
            <a:extLst>
              <a:ext uri="{FF2B5EF4-FFF2-40B4-BE49-F238E27FC236}">
                <a16:creationId xmlns:a16="http://schemas.microsoft.com/office/drawing/2014/main" id="{89D45EAC-A6B8-4925-FE2A-7B8EEDDC2292}"/>
              </a:ext>
            </a:extLst>
          </p:cNvPr>
          <p:cNvSpPr>
            <a:spLocks noChangeAspect="1"/>
          </p:cNvSpPr>
          <p:nvPr/>
        </p:nvSpPr>
        <p:spPr bwMode="auto">
          <a:xfrm rot="8092094" flipH="1" flipV="1">
            <a:off x="3600128" y="2374898"/>
            <a:ext cx="2354262" cy="2452688"/>
          </a:xfrm>
          <a:custGeom>
            <a:avLst/>
            <a:gdLst>
              <a:gd name="T0" fmla="*/ 62732620 w 20976"/>
              <a:gd name="T1" fmla="*/ 0 h 21018"/>
              <a:gd name="T2" fmla="*/ 264232912 w 20976"/>
              <a:gd name="T3" fmla="*/ 216002951 h 21018"/>
              <a:gd name="T4" fmla="*/ 0 w 20976"/>
              <a:gd name="T5" fmla="*/ 286215550 h 2101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0976" h="21018" fill="none" extrusionOk="0">
                <a:moveTo>
                  <a:pt x="4980" y="-1"/>
                </a:moveTo>
                <a:cubicBezTo>
                  <a:pt x="12865" y="1868"/>
                  <a:pt x="19041" y="7992"/>
                  <a:pt x="20975" y="15862"/>
                </a:cubicBezTo>
              </a:path>
              <a:path w="20976" h="21018" stroke="0" extrusionOk="0">
                <a:moveTo>
                  <a:pt x="4980" y="-1"/>
                </a:moveTo>
                <a:cubicBezTo>
                  <a:pt x="12865" y="1868"/>
                  <a:pt x="19041" y="7992"/>
                  <a:pt x="20975" y="15862"/>
                </a:cubicBezTo>
                <a:lnTo>
                  <a:pt x="0" y="21018"/>
                </a:lnTo>
                <a:lnTo>
                  <a:pt x="4980" y="-1"/>
                </a:lnTo>
                <a:close/>
              </a:path>
            </a:pathLst>
          </a:custGeom>
          <a:noFill/>
          <a:ln w="571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39" name="Arc 64">
            <a:extLst>
              <a:ext uri="{FF2B5EF4-FFF2-40B4-BE49-F238E27FC236}">
                <a16:creationId xmlns:a16="http://schemas.microsoft.com/office/drawing/2014/main" id="{39B05C70-ECAD-488A-C8EC-6F420D6056E8}"/>
              </a:ext>
            </a:extLst>
          </p:cNvPr>
          <p:cNvSpPr>
            <a:spLocks noChangeAspect="1"/>
          </p:cNvSpPr>
          <p:nvPr/>
        </p:nvSpPr>
        <p:spPr bwMode="auto">
          <a:xfrm rot="8846623" flipV="1">
            <a:off x="3022278" y="3294061"/>
            <a:ext cx="893762" cy="1206500"/>
          </a:xfrm>
          <a:custGeom>
            <a:avLst/>
            <a:gdLst>
              <a:gd name="T0" fmla="*/ 0 w 23638"/>
              <a:gd name="T1" fmla="*/ 143859 h 31165"/>
              <a:gd name="T2" fmla="*/ 30601121 w 23638"/>
              <a:gd name="T3" fmla="*/ 46707597 h 31165"/>
              <a:gd name="T4" fmla="*/ 2913593 w 23638"/>
              <a:gd name="T5" fmla="*/ 32372333 h 3116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3638" h="31165" fill="none" extrusionOk="0">
                <a:moveTo>
                  <a:pt x="0" y="96"/>
                </a:moveTo>
                <a:cubicBezTo>
                  <a:pt x="677" y="32"/>
                  <a:pt x="1357" y="-1"/>
                  <a:pt x="2038" y="0"/>
                </a:cubicBezTo>
                <a:cubicBezTo>
                  <a:pt x="13967" y="0"/>
                  <a:pt x="23638" y="9670"/>
                  <a:pt x="23638" y="21600"/>
                </a:cubicBezTo>
                <a:cubicBezTo>
                  <a:pt x="23638" y="24917"/>
                  <a:pt x="22873" y="28190"/>
                  <a:pt x="21404" y="31164"/>
                </a:cubicBezTo>
              </a:path>
              <a:path w="23638" h="31165" stroke="0" extrusionOk="0">
                <a:moveTo>
                  <a:pt x="0" y="96"/>
                </a:moveTo>
                <a:cubicBezTo>
                  <a:pt x="677" y="32"/>
                  <a:pt x="1357" y="-1"/>
                  <a:pt x="2038" y="0"/>
                </a:cubicBezTo>
                <a:cubicBezTo>
                  <a:pt x="13967" y="0"/>
                  <a:pt x="23638" y="9670"/>
                  <a:pt x="23638" y="21600"/>
                </a:cubicBezTo>
                <a:cubicBezTo>
                  <a:pt x="23638" y="24917"/>
                  <a:pt x="22873" y="28190"/>
                  <a:pt x="21404" y="31164"/>
                </a:cubicBezTo>
                <a:lnTo>
                  <a:pt x="2038" y="21600"/>
                </a:lnTo>
                <a:lnTo>
                  <a:pt x="0" y="96"/>
                </a:lnTo>
                <a:close/>
              </a:path>
            </a:pathLst>
          </a:custGeom>
          <a:noFill/>
          <a:ln w="571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40" name="Arc 65">
            <a:extLst>
              <a:ext uri="{FF2B5EF4-FFF2-40B4-BE49-F238E27FC236}">
                <a16:creationId xmlns:a16="http://schemas.microsoft.com/office/drawing/2014/main" id="{A1757B03-5E88-1CE7-484B-56BB0FBE6B8B}"/>
              </a:ext>
            </a:extLst>
          </p:cNvPr>
          <p:cNvSpPr>
            <a:spLocks noChangeAspect="1"/>
          </p:cNvSpPr>
          <p:nvPr/>
        </p:nvSpPr>
        <p:spPr bwMode="auto">
          <a:xfrm rot="19861237" flipV="1">
            <a:off x="5716631" y="3275469"/>
            <a:ext cx="733410" cy="1207749"/>
          </a:xfrm>
          <a:custGeom>
            <a:avLst/>
            <a:gdLst>
              <a:gd name="T0" fmla="*/ 604838 w 21600"/>
              <a:gd name="T1" fmla="*/ 0 h 31138"/>
              <a:gd name="T2" fmla="*/ 24115113 w 21600"/>
              <a:gd name="T3" fmla="*/ 42307072 h 31138"/>
              <a:gd name="T4" fmla="*/ 0 w 21600"/>
              <a:gd name="T5" fmla="*/ 29341025 h 3113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31138" fill="none" extrusionOk="0">
                <a:moveTo>
                  <a:pt x="485" y="0"/>
                </a:moveTo>
                <a:cubicBezTo>
                  <a:pt x="12223" y="264"/>
                  <a:pt x="21600" y="9855"/>
                  <a:pt x="21600" y="21595"/>
                </a:cubicBezTo>
                <a:cubicBezTo>
                  <a:pt x="21600" y="24904"/>
                  <a:pt x="20839" y="28169"/>
                  <a:pt x="19377" y="31138"/>
                </a:cubicBezTo>
              </a:path>
              <a:path w="21600" h="31138" stroke="0" extrusionOk="0">
                <a:moveTo>
                  <a:pt x="485" y="0"/>
                </a:moveTo>
                <a:cubicBezTo>
                  <a:pt x="12223" y="264"/>
                  <a:pt x="21600" y="9855"/>
                  <a:pt x="21600" y="21595"/>
                </a:cubicBezTo>
                <a:cubicBezTo>
                  <a:pt x="21600" y="24904"/>
                  <a:pt x="20839" y="28169"/>
                  <a:pt x="19377" y="31138"/>
                </a:cubicBezTo>
                <a:lnTo>
                  <a:pt x="0" y="21595"/>
                </a:lnTo>
                <a:lnTo>
                  <a:pt x="485" y="0"/>
                </a:lnTo>
                <a:close/>
              </a:path>
            </a:pathLst>
          </a:custGeom>
          <a:noFill/>
          <a:ln w="571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41" name="Arc 73">
            <a:extLst>
              <a:ext uri="{FF2B5EF4-FFF2-40B4-BE49-F238E27FC236}">
                <a16:creationId xmlns:a16="http://schemas.microsoft.com/office/drawing/2014/main" id="{B2566AC6-BB50-45F8-C4C8-8C47383AF4CA}"/>
              </a:ext>
            </a:extLst>
          </p:cNvPr>
          <p:cNvSpPr>
            <a:spLocks noChangeAspect="1"/>
          </p:cNvSpPr>
          <p:nvPr/>
        </p:nvSpPr>
        <p:spPr bwMode="auto">
          <a:xfrm rot="18801317" flipH="1" flipV="1">
            <a:off x="3581077" y="2960686"/>
            <a:ext cx="2354263" cy="2452688"/>
          </a:xfrm>
          <a:custGeom>
            <a:avLst/>
            <a:gdLst>
              <a:gd name="T0" fmla="*/ 62732646 w 20976"/>
              <a:gd name="T1" fmla="*/ 0 h 21018"/>
              <a:gd name="T2" fmla="*/ 264233137 w 20976"/>
              <a:gd name="T3" fmla="*/ 216002951 h 21018"/>
              <a:gd name="T4" fmla="*/ 0 w 20976"/>
              <a:gd name="T5" fmla="*/ 286215550 h 2101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0976" h="21018" fill="none" extrusionOk="0">
                <a:moveTo>
                  <a:pt x="4980" y="-1"/>
                </a:moveTo>
                <a:cubicBezTo>
                  <a:pt x="12865" y="1868"/>
                  <a:pt x="19041" y="7992"/>
                  <a:pt x="20975" y="15862"/>
                </a:cubicBezTo>
              </a:path>
              <a:path w="20976" h="21018" stroke="0" extrusionOk="0">
                <a:moveTo>
                  <a:pt x="4980" y="-1"/>
                </a:moveTo>
                <a:cubicBezTo>
                  <a:pt x="12865" y="1868"/>
                  <a:pt x="19041" y="7992"/>
                  <a:pt x="20975" y="15862"/>
                </a:cubicBezTo>
                <a:lnTo>
                  <a:pt x="0" y="21018"/>
                </a:lnTo>
                <a:lnTo>
                  <a:pt x="4980" y="-1"/>
                </a:lnTo>
                <a:close/>
              </a:path>
            </a:pathLst>
          </a:custGeom>
          <a:noFill/>
          <a:ln w="571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3205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45D05-38E4-26D8-881B-B2C2F92FB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2BD0FCE0-48C6-3CBE-0999-0FF40DAEF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25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F48EA20D-6CD7-E6BD-759B-D9A6855E11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259878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 轴测图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899443C-A975-5C84-7592-0E67D51BCCC0}"/>
              </a:ext>
            </a:extLst>
          </p:cNvPr>
          <p:cNvSpPr/>
          <p:nvPr/>
        </p:nvSpPr>
        <p:spPr>
          <a:xfrm>
            <a:off x="819787" y="1875800"/>
            <a:ext cx="8055256" cy="32003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 eaLnBrk="0" fontAlgn="base" hangingPunct="0">
              <a:lnSpc>
                <a:spcPct val="120000"/>
              </a:lnSpc>
              <a:spcBef>
                <a:spcPct val="25000"/>
              </a:spcBef>
              <a:spcAft>
                <a:spcPts val="1200"/>
              </a:spcAft>
              <a:buFont typeface="+mj-lt"/>
              <a:buAutoNum type="arabicPeriod"/>
              <a:defRPr/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掌握正等轴测图、斜二等轴测图的画法（仪器绘图、徒手绘图）</a:t>
            </a:r>
            <a:endParaRPr kumimoji="1"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 eaLnBrk="0" fontAlgn="base" hangingPunct="0">
              <a:lnSpc>
                <a:spcPct val="120000"/>
              </a:lnSpc>
              <a:spcBef>
                <a:spcPct val="25000"/>
              </a:spcBef>
              <a:spcAft>
                <a:spcPts val="1200"/>
              </a:spcAft>
              <a:buFont typeface="+mj-lt"/>
              <a:buAutoNum type="arabicPeriod"/>
              <a:defRPr/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轴测图的绘图方法：坐标法、切割法、叠加法</a:t>
            </a:r>
            <a:endParaRPr kumimoji="1"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 eaLnBrk="0" fontAlgn="base" hangingPunct="0">
              <a:lnSpc>
                <a:spcPct val="120000"/>
              </a:lnSpc>
              <a:spcBef>
                <a:spcPct val="25000"/>
              </a:spcBef>
              <a:spcAft>
                <a:spcPts val="1200"/>
              </a:spcAft>
              <a:buFont typeface="+mj-lt"/>
              <a:buAutoNum type="arabicPeriod"/>
              <a:defRPr/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凡是与坐标轴平行的线段，其轴测投影应该平行于相应的轴测轴，该线段投影的长度应比照相应坐标轴的轴向伸缩系数进行度量</a:t>
            </a:r>
            <a:endParaRPr kumimoji="1"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 eaLnBrk="0" fontAlgn="base" hangingPunct="0">
              <a:lnSpc>
                <a:spcPct val="120000"/>
              </a:lnSpc>
              <a:spcBef>
                <a:spcPct val="25000"/>
              </a:spcBef>
              <a:spcAft>
                <a:spcPts val="1200"/>
              </a:spcAft>
              <a:buFont typeface="+mj-lt"/>
              <a:buAutoNum type="arabicPeriod"/>
              <a:defRPr/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注意斜线画法：不能直接度量，要通过线段端点求解</a:t>
            </a:r>
            <a:endParaRPr kumimoji="1"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just" eaLnBrk="0" fontAlgn="base" hangingPunct="0">
              <a:lnSpc>
                <a:spcPct val="120000"/>
              </a:lnSpc>
              <a:spcBef>
                <a:spcPct val="25000"/>
              </a:spcBef>
              <a:spcAft>
                <a:spcPts val="1200"/>
              </a:spcAft>
              <a:buFont typeface="+mj-lt"/>
              <a:buAutoNum type="arabicPeriod"/>
              <a:defRPr/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注意回转体轮廓线的画法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DF21388-8DE0-69D9-D770-911757779C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121" y="1196752"/>
            <a:ext cx="1412566" cy="53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lnSpc>
                <a:spcPct val="120000"/>
              </a:lnSpc>
              <a:spcBef>
                <a:spcPct val="0"/>
              </a:spcBef>
              <a:buClrTx/>
              <a:buSzTx/>
            </a:pPr>
            <a:r>
              <a:rPr lang="zh-CN" altLang="en-US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 结</a:t>
            </a:r>
          </a:p>
        </p:txBody>
      </p:sp>
    </p:spTree>
    <p:extLst>
      <p:ext uri="{BB962C8B-B14F-4D97-AF65-F5344CB8AC3E}">
        <p14:creationId xmlns:p14="http://schemas.microsoft.com/office/powerpoint/2010/main" val="3390773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49E63-A9C3-BA41-617C-4C36EE3D2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10E4F6B3-07A3-185A-EF90-7F58A879B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5272" y="6425391"/>
            <a:ext cx="354584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26</a:t>
            </a:fld>
            <a:endParaRPr lang="en-US" altLang="zh-CN" dirty="0"/>
          </a:p>
        </p:txBody>
      </p:sp>
      <p:sp>
        <p:nvSpPr>
          <p:cNvPr id="2" name="Text Box 18">
            <a:extLst>
              <a:ext uri="{FF2B5EF4-FFF2-40B4-BE49-F238E27FC236}">
                <a16:creationId xmlns:a16="http://schemas.microsoft.com/office/drawing/2014/main" id="{424D131C-8BF6-732C-F5C6-E1FF00D6B7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7420" y="412173"/>
            <a:ext cx="300915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 课后作业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AFCC83B-C54B-FD42-4C25-CE5769A48A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5487" y="1556792"/>
            <a:ext cx="3793026" cy="1846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20000"/>
              </a:lnSpc>
              <a:spcBef>
                <a:spcPct val="0"/>
              </a:spcBef>
              <a:spcAft>
                <a:spcPts val="1800"/>
              </a:spcAft>
              <a:buClrTx/>
              <a:buSzTx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P39 – 1, 4 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用尺规作图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342900" indent="-342900">
              <a:lnSpc>
                <a:spcPct val="120000"/>
              </a:lnSpc>
              <a:spcBef>
                <a:spcPct val="0"/>
              </a:spcBef>
              <a:spcAft>
                <a:spcPts val="1800"/>
              </a:spcAft>
              <a:buClrTx/>
              <a:buSzTx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P40 – 7, 8 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徒手作图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342900" indent="-342900">
              <a:lnSpc>
                <a:spcPct val="120000"/>
              </a:lnSpc>
              <a:spcBef>
                <a:spcPct val="0"/>
              </a:spcBef>
              <a:spcAft>
                <a:spcPts val="1800"/>
              </a:spcAft>
              <a:buClrTx/>
              <a:buSzTx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P40 – 10 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用尺规作图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31272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71a95fcf66203d38bc361677577eb4a2de51b675"/>
</p:tagLst>
</file>

<file path=ppt/theme/theme1.xml><?xml version="1.0" encoding="utf-8"?>
<a:theme xmlns:a="http://schemas.openxmlformats.org/drawingml/2006/main" name="Office 主题​​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0C0C0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6955</TotalTime>
  <Words>1254</Words>
  <Application>Microsoft Office PowerPoint</Application>
  <PresentationFormat>全屏显示(4:3)</PresentationFormat>
  <Paragraphs>367</Paragraphs>
  <Slides>26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0" baseType="lpstr">
      <vt:lpstr>Dutch801 Rm BT</vt:lpstr>
      <vt:lpstr>ISOCPEUR</vt:lpstr>
      <vt:lpstr>黑体</vt:lpstr>
      <vt:lpstr>华文细黑</vt:lpstr>
      <vt:lpstr>华文新魏</vt:lpstr>
      <vt:lpstr>宋体</vt:lpstr>
      <vt:lpstr>微软雅黑</vt:lpstr>
      <vt:lpstr>Arial</vt:lpstr>
      <vt:lpstr>Calibri</vt:lpstr>
      <vt:lpstr>Lao UI</vt:lpstr>
      <vt:lpstr>Symbol</vt:lpstr>
      <vt:lpstr>Times New Roman</vt:lpstr>
      <vt:lpstr>Wingdings</vt:lpstr>
      <vt:lpstr>Office 主题​​</vt:lpstr>
      <vt:lpstr>PowerPoint 演示文稿</vt:lpstr>
      <vt:lpstr>轴测图</vt:lpstr>
      <vt:lpstr>PowerPoint 演示文稿</vt:lpstr>
      <vt:lpstr>6.1 轴测图概述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6.2 正等轴测图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6.3 斜二轴测图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wyh</dc:creator>
  <cp:lastModifiedBy>Yao Jiang</cp:lastModifiedBy>
  <cp:revision>1207</cp:revision>
  <dcterms:created xsi:type="dcterms:W3CDTF">2013-06-24T05:49:57Z</dcterms:created>
  <dcterms:modified xsi:type="dcterms:W3CDTF">2025-03-17T00:49:36Z</dcterms:modified>
</cp:coreProperties>
</file>